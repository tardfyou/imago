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c07c6e3d4341a1" /><Relationship Type="http://schemas.openxmlformats.org/officeDocument/2006/relationships/extended-properties" Target="/docProps/app.xml" Id="Rf56dcbb534b442de" /><Relationship Type="http://schemas.openxmlformats.org/officeDocument/2006/relationships/officeDocument" Target="/ppt/presentation.xml" Id="Re8a9a5690a8f43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a9dff4911c439c"/>
  </p:sldMasterIdLst>
  <p:notesMasterIdLst>
    <p:notesMasterId xmlns:r="http://schemas.openxmlformats.org/officeDocument/2006/relationships" r:id="R299ddc3316f448c3"/>
  </p:notesMasterIdLst>
  <p:sldIdLst>
    <p:sldId xmlns:r="http://schemas.openxmlformats.org/officeDocument/2006/relationships" id="256" r:id="Rb9336e85e7774e09"/>
  </p:sldIdLst>
  <p:sldSz cx="6943725" cy="44291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3ba61bbb134d2a" /><Relationship Type="http://schemas.openxmlformats.org/officeDocument/2006/relationships/slideMaster" Target="/ppt/slideMasters/slideMaster1.xml" Id="R7ca9dff4911c439c" /><Relationship Type="http://schemas.openxmlformats.org/officeDocument/2006/relationships/notesMaster" Target="/ppt/notesMasters/notesMaster1.xml" Id="R299ddc3316f448c3" /><Relationship Type="http://schemas.openxmlformats.org/officeDocument/2006/relationships/presProps" Target="/ppt/presProps.xml" Id="R61d63d4247c7460f" /><Relationship Type="http://schemas.openxmlformats.org/officeDocument/2006/relationships/tableStyles" Target="/ppt/tableStyles.xml" Id="Raeecda6339b548f8" /><Relationship Type="http://schemas.openxmlformats.org/officeDocument/2006/relationships/slide" Target="/ppt/slides/slide1.xml" Id="Rb9336e85e7774e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0efdc551ee47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271c57368348f9" /><Relationship Type="http://schemas.openxmlformats.org/officeDocument/2006/relationships/notesMaster" Target="/ppt/notesMasters/notesMaster1.xml" Id="Rc3942643b4b44b80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素材ID：SE-093</ns1:t>
            </ns1:r>
          </ns1:p>
          <ns1:p>
            <ns1:r>
              <ns1:t>论文：Context-Aware Automated Sprint Plan Generation for Agile Software Development</ns1:t>
            </ns1:r>
          </ns1:p>
          <ns1:p>
            <ns1:r>
              <ns1:t>会议：ASE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1，PDF第2页</ns1:t>
            </ns1:r>
          </ns1:p>
          <ns1:p>
            <ns1:r>
              <ns1:t>类型：方法细节</ns1:t>
            </ns1:r>
          </ns1:p>
          <ns1:p>
            <ns1:r>
              <ns1:t>借鉴点：用列区分问卷与历史数据，用行区分数据估计与优化目标；把偏好权重、任务特征估计和历史选择概率明确落到一个组合目标。</ns1:t>
            </ns1:r>
          </ns1:p>
          <ns1:p>
            <ns1:r>
              <ns1:t>论文URL：https://repository.tudelft.nl/file/File_5498ddf6-c80d-4af8-abc2-d552ee17aa0e</ns1:t>
            </ns1:r>
          </ns1:p>
          <ns1:p>
            <ns1:r>
              <ns1:t>官方获奖URL：https://conf.researchr.org/info/ase-2024/awards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065889203d4b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d855abc851431d" /><Relationship Type="http://schemas.openxmlformats.org/officeDocument/2006/relationships/slideLayout" Target="/ppt/slideLayouts/slideLayout1.xml" Id="R5c50adfad5d645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50adfad5d645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07a00c9454d65" /><Relationship Type="http://schemas.openxmlformats.org/officeDocument/2006/relationships/image" Target="/ppt/media/image.png" Id="R5a6e930c7b904612" /><Relationship Type="http://schemas.openxmlformats.org/officeDocument/2006/relationships/notesSlide" Target="/ppt/notesSlides/notesSlide1.xml" Id="R92ea9606803045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CF21EA-AFE4-4FA4-B59E-6AE61444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953" y="687416"/>
            <a:ext cx="261609" cy="351254"/>
          </a:xfrm>
          <a:custGeom xmlns:a="http://schemas.openxmlformats.org/drawingml/2006/main">
            <a:pathLst>
              <a:path w="261609" h="351254" fill="none">
                <a:moveTo>
                  <a:pt x="261609" y="0"/>
                </a:moveTo>
                <a:lnTo>
                  <a:pt x="0" y="351254"/>
                </a:lnTo>
              </a:path>
            </a:pathLst>
          </a:custGeom>
          <a:noFill xmlns:a="http://schemas.openxmlformats.org/drawingml/2006/main"/>
          <a:ln xmlns:a="http://schemas.openxmlformats.org/drawingml/2006/main" w="17441" cap="flat">
            <a:solidFill>
              <a:srgbClr val="000000"/>
            </a:solidFill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B900EE-FF8D-4E1F-85D4-3D9A2AD9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953" y="2082664"/>
            <a:ext cx="261609" cy="697624"/>
          </a:xfrm>
          <a:custGeom xmlns:a="http://schemas.openxmlformats.org/drawingml/2006/main">
            <a:pathLst>
              <a:path w="261609" h="697624" fill="none">
                <a:moveTo>
                  <a:pt x="261609" y="69762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41" cap="flat">
            <a:solidFill>
              <a:srgbClr val="000000"/>
            </a:solidFill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CDBAA6-3F4E-4E85-A84D-A51A22A5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562" y="687416"/>
            <a:ext cx="1918466" cy="2092872"/>
          </a:xfrm>
          <a:custGeom xmlns:a="http://schemas.openxmlformats.org/drawingml/2006/main">
            <a:pathLst>
              <a:path w="1918466" h="2092872">
                <a:moveTo>
                  <a:pt x="0" y="0"/>
                </a:moveTo>
                <a:lnTo>
                  <a:pt x="1918466" y="0"/>
                </a:lnTo>
                <a:lnTo>
                  <a:pt x="1918466" y="2092872"/>
                </a:lnTo>
                <a:lnTo>
                  <a:pt x="0" y="20928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E8E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294026-1244-44D4-8DA4-7DBB99AE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0841" y="678696"/>
            <a:ext cx="1935907" cy="2110313"/>
          </a:xfrm>
          <a:custGeom xmlns:a="http://schemas.openxmlformats.org/drawingml/2006/main">
            <a:pathLst>
              <a:path w="1935907" h="2110313">
                <a:moveTo>
                  <a:pt x="374973" y="17441"/>
                </a:moveTo>
                <a:lnTo>
                  <a:pt x="374973" y="0"/>
                </a:lnTo>
                <a:lnTo>
                  <a:pt x="322651" y="0"/>
                </a:lnTo>
                <a:lnTo>
                  <a:pt x="322651" y="17441"/>
                </a:lnTo>
                <a:lnTo>
                  <a:pt x="374973" y="17441"/>
                </a:lnTo>
                <a:close/>
                <a:moveTo>
                  <a:pt x="270329" y="17441"/>
                </a:moveTo>
                <a:lnTo>
                  <a:pt x="270329" y="0"/>
                </a:lnTo>
                <a:lnTo>
                  <a:pt x="218008" y="0"/>
                </a:lnTo>
                <a:lnTo>
                  <a:pt x="218008" y="17441"/>
                </a:lnTo>
                <a:lnTo>
                  <a:pt x="270329" y="17441"/>
                </a:lnTo>
                <a:close/>
                <a:moveTo>
                  <a:pt x="165686" y="17441"/>
                </a:moveTo>
                <a:lnTo>
                  <a:pt x="165686" y="0"/>
                </a:lnTo>
                <a:lnTo>
                  <a:pt x="113364" y="0"/>
                </a:lnTo>
                <a:lnTo>
                  <a:pt x="113364" y="17441"/>
                </a:lnTo>
                <a:lnTo>
                  <a:pt x="165686" y="17441"/>
                </a:lnTo>
                <a:close/>
                <a:moveTo>
                  <a:pt x="61042" y="17441"/>
                </a:moveTo>
                <a:lnTo>
                  <a:pt x="61042" y="0"/>
                </a:lnTo>
                <a:lnTo>
                  <a:pt x="8720" y="0"/>
                </a:lnTo>
                <a:lnTo>
                  <a:pt x="8720" y="17441"/>
                </a:lnTo>
                <a:lnTo>
                  <a:pt x="61042" y="17441"/>
                </a:lnTo>
                <a:close/>
                <a:moveTo>
                  <a:pt x="17441" y="26161"/>
                </a:moveTo>
                <a:lnTo>
                  <a:pt x="0" y="26161"/>
                </a:lnTo>
                <a:lnTo>
                  <a:pt x="0" y="78483"/>
                </a:lnTo>
                <a:lnTo>
                  <a:pt x="17441" y="78483"/>
                </a:lnTo>
                <a:lnTo>
                  <a:pt x="17441" y="26161"/>
                </a:lnTo>
                <a:close/>
                <a:moveTo>
                  <a:pt x="17441" y="130805"/>
                </a:moveTo>
                <a:lnTo>
                  <a:pt x="0" y="130805"/>
                </a:lnTo>
                <a:lnTo>
                  <a:pt x="0" y="183126"/>
                </a:lnTo>
                <a:lnTo>
                  <a:pt x="17441" y="183126"/>
                </a:lnTo>
                <a:lnTo>
                  <a:pt x="17441" y="130805"/>
                </a:lnTo>
                <a:close/>
                <a:moveTo>
                  <a:pt x="17441" y="235448"/>
                </a:moveTo>
                <a:lnTo>
                  <a:pt x="0" y="235448"/>
                </a:lnTo>
                <a:lnTo>
                  <a:pt x="0" y="287770"/>
                </a:lnTo>
                <a:lnTo>
                  <a:pt x="17441" y="287770"/>
                </a:lnTo>
                <a:lnTo>
                  <a:pt x="17441" y="235448"/>
                </a:lnTo>
                <a:close/>
                <a:moveTo>
                  <a:pt x="0" y="340092"/>
                </a:moveTo>
                <a:lnTo>
                  <a:pt x="0" y="392414"/>
                </a:lnTo>
                <a:lnTo>
                  <a:pt x="17441" y="392414"/>
                </a:lnTo>
                <a:lnTo>
                  <a:pt x="17441" y="340092"/>
                </a:lnTo>
                <a:lnTo>
                  <a:pt x="0" y="340092"/>
                </a:lnTo>
                <a:close/>
                <a:moveTo>
                  <a:pt x="0" y="444735"/>
                </a:moveTo>
                <a:lnTo>
                  <a:pt x="0" y="497057"/>
                </a:lnTo>
                <a:lnTo>
                  <a:pt x="17441" y="497057"/>
                </a:lnTo>
                <a:lnTo>
                  <a:pt x="17441" y="444735"/>
                </a:lnTo>
                <a:lnTo>
                  <a:pt x="0" y="444735"/>
                </a:lnTo>
                <a:close/>
                <a:moveTo>
                  <a:pt x="17441" y="549379"/>
                </a:moveTo>
                <a:lnTo>
                  <a:pt x="0" y="549379"/>
                </a:lnTo>
                <a:lnTo>
                  <a:pt x="0" y="601701"/>
                </a:lnTo>
                <a:lnTo>
                  <a:pt x="17441" y="601701"/>
                </a:lnTo>
                <a:lnTo>
                  <a:pt x="17441" y="549379"/>
                </a:lnTo>
                <a:close/>
                <a:moveTo>
                  <a:pt x="17441" y="654023"/>
                </a:moveTo>
                <a:lnTo>
                  <a:pt x="0" y="654023"/>
                </a:lnTo>
                <a:lnTo>
                  <a:pt x="0" y="706344"/>
                </a:lnTo>
                <a:lnTo>
                  <a:pt x="17441" y="706344"/>
                </a:lnTo>
                <a:lnTo>
                  <a:pt x="17441" y="654023"/>
                </a:lnTo>
                <a:close/>
                <a:moveTo>
                  <a:pt x="17441" y="758666"/>
                </a:moveTo>
                <a:lnTo>
                  <a:pt x="0" y="758666"/>
                </a:lnTo>
                <a:lnTo>
                  <a:pt x="0" y="810988"/>
                </a:lnTo>
                <a:lnTo>
                  <a:pt x="17441" y="810988"/>
                </a:lnTo>
                <a:lnTo>
                  <a:pt x="17441" y="758666"/>
                </a:lnTo>
                <a:close/>
                <a:moveTo>
                  <a:pt x="0" y="863310"/>
                </a:moveTo>
                <a:lnTo>
                  <a:pt x="0" y="915632"/>
                </a:lnTo>
                <a:lnTo>
                  <a:pt x="17441" y="915632"/>
                </a:lnTo>
                <a:lnTo>
                  <a:pt x="17441" y="863310"/>
                </a:lnTo>
                <a:lnTo>
                  <a:pt x="0" y="863310"/>
                </a:lnTo>
                <a:close/>
                <a:moveTo>
                  <a:pt x="0" y="967953"/>
                </a:moveTo>
                <a:lnTo>
                  <a:pt x="0" y="1020275"/>
                </a:lnTo>
                <a:lnTo>
                  <a:pt x="17441" y="1020275"/>
                </a:lnTo>
                <a:lnTo>
                  <a:pt x="17441" y="967953"/>
                </a:lnTo>
                <a:lnTo>
                  <a:pt x="0" y="967953"/>
                </a:lnTo>
                <a:close/>
                <a:moveTo>
                  <a:pt x="17441" y="1072597"/>
                </a:moveTo>
                <a:lnTo>
                  <a:pt x="0" y="1072597"/>
                </a:lnTo>
                <a:lnTo>
                  <a:pt x="0" y="1124919"/>
                </a:lnTo>
                <a:lnTo>
                  <a:pt x="17441" y="1124919"/>
                </a:lnTo>
                <a:lnTo>
                  <a:pt x="17441" y="1072597"/>
                </a:lnTo>
                <a:close/>
                <a:moveTo>
                  <a:pt x="17441" y="1177241"/>
                </a:moveTo>
                <a:lnTo>
                  <a:pt x="0" y="1177241"/>
                </a:lnTo>
                <a:lnTo>
                  <a:pt x="0" y="1229562"/>
                </a:lnTo>
                <a:lnTo>
                  <a:pt x="17441" y="1229562"/>
                </a:lnTo>
                <a:lnTo>
                  <a:pt x="17441" y="1177241"/>
                </a:lnTo>
                <a:close/>
                <a:moveTo>
                  <a:pt x="17441" y="1281884"/>
                </a:moveTo>
                <a:lnTo>
                  <a:pt x="0" y="1281884"/>
                </a:lnTo>
                <a:lnTo>
                  <a:pt x="0" y="1334206"/>
                </a:lnTo>
                <a:lnTo>
                  <a:pt x="17441" y="1334206"/>
                </a:lnTo>
                <a:lnTo>
                  <a:pt x="17441" y="1281884"/>
                </a:lnTo>
                <a:close/>
                <a:moveTo>
                  <a:pt x="0" y="1386528"/>
                </a:moveTo>
                <a:lnTo>
                  <a:pt x="0" y="1438850"/>
                </a:lnTo>
                <a:lnTo>
                  <a:pt x="17441" y="1438850"/>
                </a:lnTo>
                <a:lnTo>
                  <a:pt x="17441" y="1386528"/>
                </a:lnTo>
                <a:lnTo>
                  <a:pt x="0" y="1386528"/>
                </a:lnTo>
                <a:close/>
                <a:moveTo>
                  <a:pt x="0" y="1491172"/>
                </a:moveTo>
                <a:lnTo>
                  <a:pt x="0" y="1543493"/>
                </a:lnTo>
                <a:lnTo>
                  <a:pt x="17441" y="1543493"/>
                </a:lnTo>
                <a:lnTo>
                  <a:pt x="17441" y="1491172"/>
                </a:lnTo>
                <a:lnTo>
                  <a:pt x="0" y="1491172"/>
                </a:lnTo>
                <a:close/>
                <a:moveTo>
                  <a:pt x="17441" y="1595815"/>
                </a:moveTo>
                <a:lnTo>
                  <a:pt x="0" y="1595815"/>
                </a:lnTo>
                <a:lnTo>
                  <a:pt x="0" y="1648137"/>
                </a:lnTo>
                <a:lnTo>
                  <a:pt x="17441" y="1648137"/>
                </a:lnTo>
                <a:lnTo>
                  <a:pt x="17441" y="1595815"/>
                </a:lnTo>
                <a:close/>
                <a:moveTo>
                  <a:pt x="17441" y="1700459"/>
                </a:moveTo>
                <a:lnTo>
                  <a:pt x="0" y="1700459"/>
                </a:lnTo>
                <a:lnTo>
                  <a:pt x="0" y="1752781"/>
                </a:lnTo>
                <a:lnTo>
                  <a:pt x="17441" y="1752781"/>
                </a:lnTo>
                <a:lnTo>
                  <a:pt x="17441" y="1700459"/>
                </a:lnTo>
                <a:close/>
                <a:moveTo>
                  <a:pt x="17441" y="1805102"/>
                </a:moveTo>
                <a:lnTo>
                  <a:pt x="0" y="1805102"/>
                </a:lnTo>
                <a:lnTo>
                  <a:pt x="0" y="1857424"/>
                </a:lnTo>
                <a:lnTo>
                  <a:pt x="17441" y="1857424"/>
                </a:lnTo>
                <a:lnTo>
                  <a:pt x="17441" y="1805102"/>
                </a:lnTo>
                <a:close/>
                <a:moveTo>
                  <a:pt x="0" y="1909746"/>
                </a:moveTo>
                <a:lnTo>
                  <a:pt x="0" y="1962068"/>
                </a:lnTo>
                <a:lnTo>
                  <a:pt x="17441" y="1962068"/>
                </a:lnTo>
                <a:lnTo>
                  <a:pt x="17441" y="1909746"/>
                </a:lnTo>
                <a:lnTo>
                  <a:pt x="0" y="1909746"/>
                </a:lnTo>
                <a:close/>
                <a:moveTo>
                  <a:pt x="0" y="2014390"/>
                </a:moveTo>
                <a:lnTo>
                  <a:pt x="0" y="2066711"/>
                </a:lnTo>
                <a:lnTo>
                  <a:pt x="17441" y="2066711"/>
                </a:lnTo>
                <a:lnTo>
                  <a:pt x="17441" y="2014390"/>
                </a:lnTo>
                <a:lnTo>
                  <a:pt x="0" y="2014390"/>
                </a:lnTo>
                <a:close/>
                <a:moveTo>
                  <a:pt x="26161" y="2092872"/>
                </a:moveTo>
                <a:lnTo>
                  <a:pt x="26161" y="2110313"/>
                </a:lnTo>
                <a:lnTo>
                  <a:pt x="78483" y="2110313"/>
                </a:lnTo>
                <a:lnTo>
                  <a:pt x="78483" y="2092872"/>
                </a:lnTo>
                <a:lnTo>
                  <a:pt x="26161" y="2092872"/>
                </a:lnTo>
                <a:close/>
                <a:moveTo>
                  <a:pt x="130805" y="2092872"/>
                </a:moveTo>
                <a:lnTo>
                  <a:pt x="130805" y="2110313"/>
                </a:lnTo>
                <a:lnTo>
                  <a:pt x="183126" y="2110313"/>
                </a:lnTo>
                <a:lnTo>
                  <a:pt x="183126" y="2092872"/>
                </a:lnTo>
                <a:lnTo>
                  <a:pt x="130805" y="2092872"/>
                </a:lnTo>
                <a:close/>
                <a:moveTo>
                  <a:pt x="235448" y="2092872"/>
                </a:moveTo>
                <a:lnTo>
                  <a:pt x="235448" y="2110313"/>
                </a:lnTo>
                <a:lnTo>
                  <a:pt x="287770" y="2110313"/>
                </a:lnTo>
                <a:lnTo>
                  <a:pt x="287770" y="2092872"/>
                </a:lnTo>
                <a:lnTo>
                  <a:pt x="235448" y="2092872"/>
                </a:lnTo>
                <a:close/>
                <a:moveTo>
                  <a:pt x="1107478" y="0"/>
                </a:moveTo>
                <a:lnTo>
                  <a:pt x="1055156" y="0"/>
                </a:lnTo>
                <a:lnTo>
                  <a:pt x="1055156" y="17441"/>
                </a:lnTo>
                <a:lnTo>
                  <a:pt x="1107478" y="17441"/>
                </a:lnTo>
                <a:lnTo>
                  <a:pt x="1107478" y="0"/>
                </a:lnTo>
                <a:close/>
                <a:moveTo>
                  <a:pt x="479617" y="0"/>
                </a:moveTo>
                <a:lnTo>
                  <a:pt x="427295" y="0"/>
                </a:lnTo>
                <a:lnTo>
                  <a:pt x="427295" y="17441"/>
                </a:lnTo>
                <a:lnTo>
                  <a:pt x="479617" y="17441"/>
                </a:lnTo>
                <a:lnTo>
                  <a:pt x="479617" y="0"/>
                </a:lnTo>
                <a:close/>
                <a:moveTo>
                  <a:pt x="1735340" y="17441"/>
                </a:moveTo>
                <a:lnTo>
                  <a:pt x="1735340" y="0"/>
                </a:lnTo>
                <a:lnTo>
                  <a:pt x="1683018" y="0"/>
                </a:lnTo>
                <a:lnTo>
                  <a:pt x="1683018" y="17441"/>
                </a:lnTo>
                <a:lnTo>
                  <a:pt x="1735340" y="17441"/>
                </a:lnTo>
                <a:close/>
                <a:moveTo>
                  <a:pt x="584260" y="17441"/>
                </a:moveTo>
                <a:lnTo>
                  <a:pt x="584260" y="0"/>
                </a:lnTo>
                <a:lnTo>
                  <a:pt x="531938" y="0"/>
                </a:lnTo>
                <a:lnTo>
                  <a:pt x="531938" y="17441"/>
                </a:lnTo>
                <a:lnTo>
                  <a:pt x="584260" y="17441"/>
                </a:lnTo>
                <a:close/>
                <a:moveTo>
                  <a:pt x="1630696" y="17441"/>
                </a:moveTo>
                <a:lnTo>
                  <a:pt x="1630696" y="0"/>
                </a:lnTo>
                <a:lnTo>
                  <a:pt x="1578375" y="0"/>
                </a:lnTo>
                <a:lnTo>
                  <a:pt x="1578375" y="17441"/>
                </a:lnTo>
                <a:lnTo>
                  <a:pt x="1630696" y="17441"/>
                </a:lnTo>
                <a:close/>
                <a:moveTo>
                  <a:pt x="688904" y="0"/>
                </a:moveTo>
                <a:lnTo>
                  <a:pt x="636582" y="0"/>
                </a:lnTo>
                <a:lnTo>
                  <a:pt x="636582" y="17441"/>
                </a:lnTo>
                <a:lnTo>
                  <a:pt x="688904" y="17441"/>
                </a:lnTo>
                <a:lnTo>
                  <a:pt x="688904" y="0"/>
                </a:lnTo>
                <a:close/>
                <a:moveTo>
                  <a:pt x="1526053" y="0"/>
                </a:moveTo>
                <a:lnTo>
                  <a:pt x="1473731" y="0"/>
                </a:lnTo>
                <a:lnTo>
                  <a:pt x="1473731" y="17441"/>
                </a:lnTo>
                <a:lnTo>
                  <a:pt x="1526053" y="17441"/>
                </a:lnTo>
                <a:lnTo>
                  <a:pt x="1526053" y="0"/>
                </a:lnTo>
                <a:close/>
                <a:moveTo>
                  <a:pt x="793547" y="17441"/>
                </a:moveTo>
                <a:lnTo>
                  <a:pt x="793547" y="0"/>
                </a:lnTo>
                <a:lnTo>
                  <a:pt x="741226" y="0"/>
                </a:lnTo>
                <a:lnTo>
                  <a:pt x="741226" y="17441"/>
                </a:lnTo>
                <a:lnTo>
                  <a:pt x="793547" y="17441"/>
                </a:lnTo>
                <a:close/>
                <a:moveTo>
                  <a:pt x="1421409" y="17441"/>
                </a:moveTo>
                <a:lnTo>
                  <a:pt x="1421409" y="0"/>
                </a:lnTo>
                <a:lnTo>
                  <a:pt x="1369087" y="0"/>
                </a:lnTo>
                <a:lnTo>
                  <a:pt x="1369087" y="17441"/>
                </a:lnTo>
                <a:lnTo>
                  <a:pt x="1421409" y="17441"/>
                </a:lnTo>
                <a:close/>
                <a:moveTo>
                  <a:pt x="898191" y="17441"/>
                </a:moveTo>
                <a:lnTo>
                  <a:pt x="898191" y="0"/>
                </a:lnTo>
                <a:lnTo>
                  <a:pt x="845869" y="0"/>
                </a:lnTo>
                <a:lnTo>
                  <a:pt x="845869" y="17441"/>
                </a:lnTo>
                <a:lnTo>
                  <a:pt x="898191" y="17441"/>
                </a:lnTo>
                <a:close/>
                <a:moveTo>
                  <a:pt x="1316765" y="0"/>
                </a:moveTo>
                <a:lnTo>
                  <a:pt x="1264444" y="0"/>
                </a:lnTo>
                <a:lnTo>
                  <a:pt x="1264444" y="17441"/>
                </a:lnTo>
                <a:lnTo>
                  <a:pt x="1316765" y="17441"/>
                </a:lnTo>
                <a:lnTo>
                  <a:pt x="1316765" y="0"/>
                </a:lnTo>
                <a:close/>
                <a:moveTo>
                  <a:pt x="1002835" y="0"/>
                </a:moveTo>
                <a:lnTo>
                  <a:pt x="950513" y="0"/>
                </a:lnTo>
                <a:lnTo>
                  <a:pt x="950513" y="17441"/>
                </a:lnTo>
                <a:lnTo>
                  <a:pt x="1002835" y="17441"/>
                </a:lnTo>
                <a:lnTo>
                  <a:pt x="1002835" y="0"/>
                </a:lnTo>
                <a:close/>
                <a:moveTo>
                  <a:pt x="1212122" y="17441"/>
                </a:moveTo>
                <a:lnTo>
                  <a:pt x="1212122" y="0"/>
                </a:lnTo>
                <a:lnTo>
                  <a:pt x="1159800" y="0"/>
                </a:lnTo>
                <a:lnTo>
                  <a:pt x="1159800" y="17441"/>
                </a:lnTo>
                <a:lnTo>
                  <a:pt x="1212122" y="17441"/>
                </a:lnTo>
                <a:close/>
                <a:moveTo>
                  <a:pt x="340092" y="2092872"/>
                </a:moveTo>
                <a:lnTo>
                  <a:pt x="340092" y="2110313"/>
                </a:lnTo>
                <a:lnTo>
                  <a:pt x="392414" y="2110313"/>
                </a:lnTo>
                <a:lnTo>
                  <a:pt x="392414" y="2092872"/>
                </a:lnTo>
                <a:lnTo>
                  <a:pt x="340092" y="2092872"/>
                </a:lnTo>
                <a:close/>
                <a:moveTo>
                  <a:pt x="1072597" y="2092872"/>
                </a:moveTo>
                <a:lnTo>
                  <a:pt x="1072597" y="2110313"/>
                </a:lnTo>
                <a:lnTo>
                  <a:pt x="1124919" y="2110313"/>
                </a:lnTo>
                <a:lnTo>
                  <a:pt x="1124919" y="2092872"/>
                </a:lnTo>
                <a:lnTo>
                  <a:pt x="1072597" y="2092872"/>
                </a:lnTo>
                <a:close/>
                <a:moveTo>
                  <a:pt x="967953" y="2110313"/>
                </a:moveTo>
                <a:lnTo>
                  <a:pt x="1020275" y="2110313"/>
                </a:lnTo>
                <a:lnTo>
                  <a:pt x="1020275" y="2092872"/>
                </a:lnTo>
                <a:lnTo>
                  <a:pt x="967953" y="2092872"/>
                </a:lnTo>
                <a:lnTo>
                  <a:pt x="967953" y="2110313"/>
                </a:lnTo>
                <a:close/>
                <a:moveTo>
                  <a:pt x="1177241" y="2110313"/>
                </a:moveTo>
                <a:lnTo>
                  <a:pt x="1229562" y="2110313"/>
                </a:lnTo>
                <a:lnTo>
                  <a:pt x="1229562" y="2092872"/>
                </a:lnTo>
                <a:lnTo>
                  <a:pt x="1177241" y="2092872"/>
                </a:lnTo>
                <a:lnTo>
                  <a:pt x="1177241" y="2110313"/>
                </a:lnTo>
                <a:close/>
                <a:moveTo>
                  <a:pt x="863310" y="2092872"/>
                </a:moveTo>
                <a:lnTo>
                  <a:pt x="863310" y="2110313"/>
                </a:lnTo>
                <a:lnTo>
                  <a:pt x="915632" y="2110313"/>
                </a:lnTo>
                <a:lnTo>
                  <a:pt x="915632" y="2092872"/>
                </a:lnTo>
                <a:lnTo>
                  <a:pt x="863310" y="2092872"/>
                </a:lnTo>
                <a:close/>
                <a:moveTo>
                  <a:pt x="1281884" y="2092872"/>
                </a:moveTo>
                <a:lnTo>
                  <a:pt x="1281884" y="2110313"/>
                </a:lnTo>
                <a:lnTo>
                  <a:pt x="1334206" y="2110313"/>
                </a:lnTo>
                <a:lnTo>
                  <a:pt x="1334206" y="2092872"/>
                </a:lnTo>
                <a:lnTo>
                  <a:pt x="1281884" y="2092872"/>
                </a:lnTo>
                <a:close/>
                <a:moveTo>
                  <a:pt x="758666" y="2092872"/>
                </a:moveTo>
                <a:lnTo>
                  <a:pt x="758666" y="2110313"/>
                </a:lnTo>
                <a:lnTo>
                  <a:pt x="810988" y="2110313"/>
                </a:lnTo>
                <a:lnTo>
                  <a:pt x="810988" y="2092872"/>
                </a:lnTo>
                <a:lnTo>
                  <a:pt x="758666" y="2092872"/>
                </a:lnTo>
                <a:close/>
                <a:moveTo>
                  <a:pt x="1386528" y="2110313"/>
                </a:moveTo>
                <a:lnTo>
                  <a:pt x="1438850" y="2110313"/>
                </a:lnTo>
                <a:lnTo>
                  <a:pt x="1438850" y="2092872"/>
                </a:lnTo>
                <a:lnTo>
                  <a:pt x="1386528" y="2092872"/>
                </a:lnTo>
                <a:lnTo>
                  <a:pt x="1386528" y="2110313"/>
                </a:lnTo>
                <a:close/>
                <a:moveTo>
                  <a:pt x="654023" y="2110313"/>
                </a:moveTo>
                <a:lnTo>
                  <a:pt x="706344" y="2110313"/>
                </a:lnTo>
                <a:lnTo>
                  <a:pt x="706344" y="2092872"/>
                </a:lnTo>
                <a:lnTo>
                  <a:pt x="654023" y="2092872"/>
                </a:lnTo>
                <a:lnTo>
                  <a:pt x="654023" y="2110313"/>
                </a:lnTo>
                <a:close/>
                <a:moveTo>
                  <a:pt x="1491172" y="2092872"/>
                </a:moveTo>
                <a:lnTo>
                  <a:pt x="1491172" y="2110313"/>
                </a:lnTo>
                <a:lnTo>
                  <a:pt x="1543493" y="2110313"/>
                </a:lnTo>
                <a:lnTo>
                  <a:pt x="1543493" y="2092872"/>
                </a:lnTo>
                <a:lnTo>
                  <a:pt x="1491172" y="2092872"/>
                </a:lnTo>
                <a:close/>
                <a:moveTo>
                  <a:pt x="549379" y="2092872"/>
                </a:moveTo>
                <a:lnTo>
                  <a:pt x="549379" y="2110313"/>
                </a:lnTo>
                <a:lnTo>
                  <a:pt x="601701" y="2110313"/>
                </a:lnTo>
                <a:lnTo>
                  <a:pt x="601701" y="2092872"/>
                </a:lnTo>
                <a:lnTo>
                  <a:pt x="549379" y="2092872"/>
                </a:lnTo>
                <a:close/>
                <a:moveTo>
                  <a:pt x="1595815" y="2092872"/>
                </a:moveTo>
                <a:lnTo>
                  <a:pt x="1595815" y="2110313"/>
                </a:lnTo>
                <a:lnTo>
                  <a:pt x="1648137" y="2110313"/>
                </a:lnTo>
                <a:lnTo>
                  <a:pt x="1648137" y="2092872"/>
                </a:lnTo>
                <a:lnTo>
                  <a:pt x="1595815" y="2092872"/>
                </a:lnTo>
                <a:close/>
                <a:moveTo>
                  <a:pt x="444735" y="2110313"/>
                </a:moveTo>
                <a:lnTo>
                  <a:pt x="497057" y="2110313"/>
                </a:lnTo>
                <a:lnTo>
                  <a:pt x="497057" y="2092872"/>
                </a:lnTo>
                <a:lnTo>
                  <a:pt x="444735" y="2092872"/>
                </a:lnTo>
                <a:lnTo>
                  <a:pt x="444735" y="2110313"/>
                </a:lnTo>
                <a:close/>
                <a:moveTo>
                  <a:pt x="1700459" y="2110313"/>
                </a:moveTo>
                <a:lnTo>
                  <a:pt x="1752781" y="2110313"/>
                </a:lnTo>
                <a:lnTo>
                  <a:pt x="1752781" y="2092872"/>
                </a:lnTo>
                <a:lnTo>
                  <a:pt x="1700459" y="2092872"/>
                </a:lnTo>
                <a:lnTo>
                  <a:pt x="1700459" y="2110313"/>
                </a:lnTo>
                <a:close/>
                <a:moveTo>
                  <a:pt x="1839984" y="17441"/>
                </a:moveTo>
                <a:lnTo>
                  <a:pt x="1839984" y="0"/>
                </a:lnTo>
                <a:lnTo>
                  <a:pt x="1787662" y="0"/>
                </a:lnTo>
                <a:lnTo>
                  <a:pt x="1787662" y="17441"/>
                </a:lnTo>
                <a:lnTo>
                  <a:pt x="1839984" y="17441"/>
                </a:lnTo>
                <a:close/>
                <a:moveTo>
                  <a:pt x="1918466" y="17441"/>
                </a:moveTo>
                <a:lnTo>
                  <a:pt x="1918466" y="26161"/>
                </a:lnTo>
                <a:lnTo>
                  <a:pt x="1935907" y="26161"/>
                </a:lnTo>
                <a:lnTo>
                  <a:pt x="1935907" y="0"/>
                </a:lnTo>
                <a:lnTo>
                  <a:pt x="1892305" y="0"/>
                </a:lnTo>
                <a:lnTo>
                  <a:pt x="1892305" y="17441"/>
                </a:lnTo>
                <a:lnTo>
                  <a:pt x="1918466" y="17441"/>
                </a:lnTo>
                <a:close/>
                <a:moveTo>
                  <a:pt x="1935907" y="130805"/>
                </a:moveTo>
                <a:lnTo>
                  <a:pt x="1935907" y="78483"/>
                </a:lnTo>
                <a:lnTo>
                  <a:pt x="1918466" y="78483"/>
                </a:lnTo>
                <a:lnTo>
                  <a:pt x="1918466" y="130805"/>
                </a:lnTo>
                <a:lnTo>
                  <a:pt x="1935907" y="130805"/>
                </a:lnTo>
                <a:close/>
                <a:moveTo>
                  <a:pt x="1935907" y="235448"/>
                </a:moveTo>
                <a:lnTo>
                  <a:pt x="1935907" y="183126"/>
                </a:lnTo>
                <a:lnTo>
                  <a:pt x="1918466" y="183126"/>
                </a:lnTo>
                <a:lnTo>
                  <a:pt x="1918466" y="235448"/>
                </a:lnTo>
                <a:lnTo>
                  <a:pt x="1935907" y="235448"/>
                </a:lnTo>
                <a:close/>
                <a:moveTo>
                  <a:pt x="1918466" y="340092"/>
                </a:moveTo>
                <a:lnTo>
                  <a:pt x="1935907" y="340092"/>
                </a:lnTo>
                <a:lnTo>
                  <a:pt x="1935907" y="287770"/>
                </a:lnTo>
                <a:lnTo>
                  <a:pt x="1918466" y="287770"/>
                </a:lnTo>
                <a:lnTo>
                  <a:pt x="1918466" y="340092"/>
                </a:lnTo>
                <a:close/>
                <a:moveTo>
                  <a:pt x="1918466" y="444735"/>
                </a:moveTo>
                <a:lnTo>
                  <a:pt x="1935907" y="444735"/>
                </a:lnTo>
                <a:lnTo>
                  <a:pt x="1935907" y="392414"/>
                </a:lnTo>
                <a:lnTo>
                  <a:pt x="1918466" y="392414"/>
                </a:lnTo>
                <a:lnTo>
                  <a:pt x="1918466" y="444735"/>
                </a:lnTo>
                <a:close/>
                <a:moveTo>
                  <a:pt x="1918466" y="549379"/>
                </a:moveTo>
                <a:lnTo>
                  <a:pt x="1935907" y="549379"/>
                </a:lnTo>
                <a:lnTo>
                  <a:pt x="1935907" y="497057"/>
                </a:lnTo>
                <a:lnTo>
                  <a:pt x="1918466" y="497057"/>
                </a:lnTo>
                <a:lnTo>
                  <a:pt x="1918466" y="549379"/>
                </a:lnTo>
                <a:close/>
                <a:moveTo>
                  <a:pt x="1935907" y="654023"/>
                </a:moveTo>
                <a:lnTo>
                  <a:pt x="1935907" y="601701"/>
                </a:lnTo>
                <a:lnTo>
                  <a:pt x="1918466" y="601701"/>
                </a:lnTo>
                <a:lnTo>
                  <a:pt x="1918466" y="654023"/>
                </a:lnTo>
                <a:lnTo>
                  <a:pt x="1935907" y="654023"/>
                </a:lnTo>
                <a:close/>
                <a:moveTo>
                  <a:pt x="1935907" y="758666"/>
                </a:moveTo>
                <a:lnTo>
                  <a:pt x="1935907" y="706344"/>
                </a:lnTo>
                <a:lnTo>
                  <a:pt x="1918466" y="706344"/>
                </a:lnTo>
                <a:lnTo>
                  <a:pt x="1918466" y="758666"/>
                </a:lnTo>
                <a:lnTo>
                  <a:pt x="1935907" y="758666"/>
                </a:lnTo>
                <a:close/>
                <a:moveTo>
                  <a:pt x="1918466" y="863310"/>
                </a:moveTo>
                <a:lnTo>
                  <a:pt x="1935907" y="863310"/>
                </a:lnTo>
                <a:lnTo>
                  <a:pt x="1935907" y="810988"/>
                </a:lnTo>
                <a:lnTo>
                  <a:pt x="1918466" y="810988"/>
                </a:lnTo>
                <a:lnTo>
                  <a:pt x="1918466" y="863310"/>
                </a:lnTo>
                <a:close/>
                <a:moveTo>
                  <a:pt x="1918466" y="967953"/>
                </a:moveTo>
                <a:lnTo>
                  <a:pt x="1935907" y="967953"/>
                </a:lnTo>
                <a:lnTo>
                  <a:pt x="1935907" y="915632"/>
                </a:lnTo>
                <a:lnTo>
                  <a:pt x="1918466" y="915632"/>
                </a:lnTo>
                <a:lnTo>
                  <a:pt x="1918466" y="967953"/>
                </a:lnTo>
                <a:close/>
                <a:moveTo>
                  <a:pt x="1918466" y="1072597"/>
                </a:moveTo>
                <a:lnTo>
                  <a:pt x="1935907" y="1072597"/>
                </a:lnTo>
                <a:lnTo>
                  <a:pt x="1935907" y="1020275"/>
                </a:lnTo>
                <a:lnTo>
                  <a:pt x="1918466" y="1020275"/>
                </a:lnTo>
                <a:lnTo>
                  <a:pt x="1918466" y="1072597"/>
                </a:lnTo>
                <a:close/>
                <a:moveTo>
                  <a:pt x="1935907" y="1177241"/>
                </a:moveTo>
                <a:lnTo>
                  <a:pt x="1935907" y="1124919"/>
                </a:lnTo>
                <a:lnTo>
                  <a:pt x="1918466" y="1124919"/>
                </a:lnTo>
                <a:lnTo>
                  <a:pt x="1918466" y="1177241"/>
                </a:lnTo>
                <a:lnTo>
                  <a:pt x="1935907" y="1177241"/>
                </a:lnTo>
                <a:close/>
                <a:moveTo>
                  <a:pt x="1935907" y="1281884"/>
                </a:moveTo>
                <a:lnTo>
                  <a:pt x="1935907" y="1229562"/>
                </a:lnTo>
                <a:lnTo>
                  <a:pt x="1918466" y="1229562"/>
                </a:lnTo>
                <a:lnTo>
                  <a:pt x="1918466" y="1281884"/>
                </a:lnTo>
                <a:lnTo>
                  <a:pt x="1935907" y="1281884"/>
                </a:lnTo>
                <a:close/>
                <a:moveTo>
                  <a:pt x="1918466" y="1386528"/>
                </a:moveTo>
                <a:lnTo>
                  <a:pt x="1935907" y="1386528"/>
                </a:lnTo>
                <a:lnTo>
                  <a:pt x="1935907" y="1334206"/>
                </a:lnTo>
                <a:lnTo>
                  <a:pt x="1918466" y="1334206"/>
                </a:lnTo>
                <a:lnTo>
                  <a:pt x="1918466" y="1386528"/>
                </a:lnTo>
                <a:close/>
                <a:moveTo>
                  <a:pt x="1918466" y="1491172"/>
                </a:moveTo>
                <a:lnTo>
                  <a:pt x="1935907" y="1491172"/>
                </a:lnTo>
                <a:lnTo>
                  <a:pt x="1935907" y="1438850"/>
                </a:lnTo>
                <a:lnTo>
                  <a:pt x="1918466" y="1438850"/>
                </a:lnTo>
                <a:lnTo>
                  <a:pt x="1918466" y="1491172"/>
                </a:lnTo>
                <a:close/>
                <a:moveTo>
                  <a:pt x="1918466" y="1595815"/>
                </a:moveTo>
                <a:lnTo>
                  <a:pt x="1935907" y="1595815"/>
                </a:lnTo>
                <a:lnTo>
                  <a:pt x="1935907" y="1543493"/>
                </a:lnTo>
                <a:lnTo>
                  <a:pt x="1918466" y="1543493"/>
                </a:lnTo>
                <a:lnTo>
                  <a:pt x="1918466" y="1595815"/>
                </a:lnTo>
                <a:close/>
                <a:moveTo>
                  <a:pt x="1935907" y="1700459"/>
                </a:moveTo>
                <a:lnTo>
                  <a:pt x="1935907" y="1648137"/>
                </a:lnTo>
                <a:lnTo>
                  <a:pt x="1918466" y="1648137"/>
                </a:lnTo>
                <a:lnTo>
                  <a:pt x="1918466" y="1700459"/>
                </a:lnTo>
                <a:lnTo>
                  <a:pt x="1935907" y="1700459"/>
                </a:lnTo>
                <a:close/>
                <a:moveTo>
                  <a:pt x="1935907" y="1805102"/>
                </a:moveTo>
                <a:lnTo>
                  <a:pt x="1935907" y="1752781"/>
                </a:lnTo>
                <a:lnTo>
                  <a:pt x="1918466" y="1752781"/>
                </a:lnTo>
                <a:lnTo>
                  <a:pt x="1918466" y="1805102"/>
                </a:lnTo>
                <a:lnTo>
                  <a:pt x="1935907" y="1805102"/>
                </a:lnTo>
                <a:close/>
                <a:moveTo>
                  <a:pt x="1918466" y="1909746"/>
                </a:moveTo>
                <a:lnTo>
                  <a:pt x="1935907" y="1909746"/>
                </a:lnTo>
                <a:lnTo>
                  <a:pt x="1935907" y="1857424"/>
                </a:lnTo>
                <a:lnTo>
                  <a:pt x="1918466" y="1857424"/>
                </a:lnTo>
                <a:lnTo>
                  <a:pt x="1918466" y="1909746"/>
                </a:lnTo>
                <a:close/>
                <a:moveTo>
                  <a:pt x="1918466" y="2014390"/>
                </a:moveTo>
                <a:lnTo>
                  <a:pt x="1935907" y="2014390"/>
                </a:lnTo>
                <a:lnTo>
                  <a:pt x="1935907" y="1962068"/>
                </a:lnTo>
                <a:lnTo>
                  <a:pt x="1918466" y="1962068"/>
                </a:lnTo>
                <a:lnTo>
                  <a:pt x="1918466" y="2014390"/>
                </a:lnTo>
                <a:close/>
                <a:moveTo>
                  <a:pt x="1918466" y="2092872"/>
                </a:moveTo>
                <a:lnTo>
                  <a:pt x="1909746" y="2092872"/>
                </a:lnTo>
                <a:lnTo>
                  <a:pt x="1909746" y="2110313"/>
                </a:lnTo>
                <a:lnTo>
                  <a:pt x="1935907" y="2110313"/>
                </a:lnTo>
                <a:lnTo>
                  <a:pt x="1935907" y="2066711"/>
                </a:lnTo>
                <a:lnTo>
                  <a:pt x="1918466" y="2066711"/>
                </a:lnTo>
                <a:lnTo>
                  <a:pt x="1918466" y="2092872"/>
                </a:lnTo>
                <a:close/>
                <a:moveTo>
                  <a:pt x="1805102" y="2110313"/>
                </a:moveTo>
                <a:lnTo>
                  <a:pt x="1857424" y="2110313"/>
                </a:lnTo>
                <a:lnTo>
                  <a:pt x="1857424" y="2092872"/>
                </a:lnTo>
                <a:lnTo>
                  <a:pt x="1805102" y="2092872"/>
                </a:lnTo>
                <a:lnTo>
                  <a:pt x="1805102" y="21103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3C1FE3-72A8-48BC-B788-2E6854AE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50" y="1297837"/>
            <a:ext cx="10" cy="150512"/>
          </a:xfrm>
          <a:custGeom xmlns:a="http://schemas.openxmlformats.org/drawingml/2006/main">
            <a:pathLst>
              <a:path w="1" h="150512" fill="none">
                <a:moveTo>
                  <a:pt x="0" y="0"/>
                </a:moveTo>
                <a:lnTo>
                  <a:pt x="0" y="150512"/>
                </a:lnTo>
              </a:path>
            </a:pathLst>
          </a:custGeom>
          <a:noFill xmlns:a="http://schemas.openxmlformats.org/drawingml/2006/main"/>
          <a:ln xmlns:a="http://schemas.openxmlformats.org/drawingml/2006/main" w="17441" cap="flat">
            <a:solidFill>
              <a:srgbClr val="000000"/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ABB786-37FC-4E82-B4B3-7B47D3C3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008" y="1417828"/>
            <a:ext cx="122084" cy="122084"/>
          </a:xfrm>
          <a:custGeom xmlns:a="http://schemas.openxmlformats.org/drawingml/2006/main">
            <a:pathLst>
              <a:path w="122084" h="122084">
                <a:moveTo>
                  <a:pt x="61042" y="122084"/>
                </a:moveTo>
                <a:lnTo>
                  <a:pt x="0" y="0"/>
                </a:lnTo>
                <a:lnTo>
                  <a:pt x="61042" y="30521"/>
                </a:lnTo>
                <a:lnTo>
                  <a:pt x="122084" y="0"/>
                </a:lnTo>
                <a:lnTo>
                  <a:pt x="61042" y="1220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336EA8-7306-450D-B46A-9BC8E212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008" y="1417828"/>
            <a:ext cx="122084" cy="122084"/>
          </a:xfrm>
          <a:custGeom xmlns:a="http://schemas.openxmlformats.org/drawingml/2006/main">
            <a:pathLst>
              <a:path w="122084" h="122084" fill="none">
                <a:moveTo>
                  <a:pt x="61042" y="122084"/>
                </a:moveTo>
                <a:lnTo>
                  <a:pt x="0" y="0"/>
                </a:lnTo>
                <a:lnTo>
                  <a:pt x="61042" y="30521"/>
                </a:lnTo>
                <a:lnTo>
                  <a:pt x="122084" y="0"/>
                </a:lnTo>
                <a:lnTo>
                  <a:pt x="61042" y="1220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441" cap="flat">
            <a:solidFill>
              <a:srgbClr val="000000"/>
            </a:solidFill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8AFBAA-7675-4758-BCCF-13542047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50" y="1995461"/>
            <a:ext cx="10" cy="436015"/>
          </a:xfrm>
          <a:custGeom xmlns:a="http://schemas.openxmlformats.org/drawingml/2006/main">
            <a:pathLst>
              <a:path w="1" h="436015" fill="none">
                <a:moveTo>
                  <a:pt x="0" y="87203"/>
                </a:moveTo>
                <a:lnTo>
                  <a:pt x="0" y="436015"/>
                </a:lnTo>
                <a:lnTo>
                  <a:pt x="0" y="0"/>
                </a:lnTo>
                <a:lnTo>
                  <a:pt x="0" y="237715"/>
                </a:lnTo>
              </a:path>
            </a:pathLst>
          </a:custGeom>
          <a:noFill xmlns:a="http://schemas.openxmlformats.org/drawingml/2006/main"/>
          <a:ln xmlns:a="http://schemas.openxmlformats.org/drawingml/2006/main" w="17441" cap="flat">
            <a:solidFill>
              <a:srgbClr val="000000"/>
            </a:solidFill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90AB8B-CF73-4951-8890-290D80B8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008" y="2202655"/>
            <a:ext cx="122084" cy="122084"/>
          </a:xfrm>
          <a:custGeom xmlns:a="http://schemas.openxmlformats.org/drawingml/2006/main">
            <a:pathLst>
              <a:path w="122084" h="122084">
                <a:moveTo>
                  <a:pt x="61042" y="122084"/>
                </a:moveTo>
                <a:lnTo>
                  <a:pt x="0" y="0"/>
                </a:lnTo>
                <a:lnTo>
                  <a:pt x="61042" y="30521"/>
                </a:lnTo>
                <a:lnTo>
                  <a:pt x="122084" y="0"/>
                </a:lnTo>
                <a:lnTo>
                  <a:pt x="61042" y="1220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06DD72-435A-4671-83EB-E7688BC9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008" y="2202655"/>
            <a:ext cx="122084" cy="122084"/>
          </a:xfrm>
          <a:custGeom xmlns:a="http://schemas.openxmlformats.org/drawingml/2006/main">
            <a:pathLst>
              <a:path w="122084" h="122084" fill="none">
                <a:moveTo>
                  <a:pt x="61042" y="122084"/>
                </a:moveTo>
                <a:lnTo>
                  <a:pt x="0" y="0"/>
                </a:lnTo>
                <a:lnTo>
                  <a:pt x="61042" y="30521"/>
                </a:lnTo>
                <a:lnTo>
                  <a:pt x="122084" y="0"/>
                </a:lnTo>
                <a:lnTo>
                  <a:pt x="61042" y="1220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441" cap="flat">
            <a:solidFill>
              <a:srgbClr val="000000"/>
            </a:solidFill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5BD551-A01B-4110-B2C2-E80878AB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32" y="1559446"/>
            <a:ext cx="1046436" cy="523218"/>
          </a:xfrm>
          <a:custGeom xmlns:a="http://schemas.openxmlformats.org/drawingml/2006/main">
            <a:pathLst>
              <a:path w="1046436" h="523218">
                <a:moveTo>
                  <a:pt x="0" y="0"/>
                </a:moveTo>
                <a:lnTo>
                  <a:pt x="1046436" y="0"/>
                </a:lnTo>
                <a:lnTo>
                  <a:pt x="1046436" y="523218"/>
                </a:lnTo>
                <a:lnTo>
                  <a:pt x="0" y="5232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E5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0CA314-2119-4A0C-9993-C417D8BD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32" y="1559446"/>
            <a:ext cx="1046436" cy="523218"/>
          </a:xfrm>
          <a:custGeom xmlns:a="http://schemas.openxmlformats.org/drawingml/2006/main">
            <a:pathLst>
              <a:path w="1046436" h="523218" fill="none">
                <a:moveTo>
                  <a:pt x="0" y="0"/>
                </a:moveTo>
                <a:lnTo>
                  <a:pt x="1046436" y="0"/>
                </a:lnTo>
                <a:lnTo>
                  <a:pt x="1046436" y="523218"/>
                </a:lnTo>
                <a:lnTo>
                  <a:pt x="0" y="52321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441" cap="flat">
            <a:solidFill>
              <a:srgbClr val="000000"/>
            </a:solidFill>
            <a:miter/>
          </a:ln>
        </p:spPr>
      </p:sp>
      <p:sp>
        <p:nvSpPr>
          <p:cNvPr id="13" name="Text Factor">
            <a:extLst xmlns:a="http://schemas.openxmlformats.org/drawingml/2006/main">
              <a:ext uri="{FF2B5EF4-FFF2-40B4-BE49-F238E27FC236}">
                <a16:creationId xmlns:a16="http://schemas.microsoft.com/office/drawing/2014/main" id="{6C3B38A2-2A22-4127-962A-7F73642F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103" y="1622691"/>
            <a:ext cx="530552" cy="139568"/>
          </a:xfrm>
          <a:custGeom xmlns:a="http://schemas.openxmlformats.org/drawingml/2006/main">
            <a:pathLst>
              <a:path w="530552" h="139568">
                <a:moveTo>
                  <a:pt x="0" y="137320"/>
                </a:moveTo>
                <a:lnTo>
                  <a:pt x="0" y="0"/>
                </a:lnTo>
                <a:lnTo>
                  <a:pt x="92640" y="0"/>
                </a:lnTo>
                <a:lnTo>
                  <a:pt x="92640" y="16205"/>
                </a:lnTo>
                <a:lnTo>
                  <a:pt x="18172" y="16205"/>
                </a:lnTo>
                <a:lnTo>
                  <a:pt x="18172" y="58637"/>
                </a:lnTo>
                <a:lnTo>
                  <a:pt x="82617" y="58637"/>
                </a:lnTo>
                <a:lnTo>
                  <a:pt x="82617" y="74842"/>
                </a:lnTo>
                <a:lnTo>
                  <a:pt x="18172" y="74842"/>
                </a:lnTo>
                <a:lnTo>
                  <a:pt x="18172" y="137320"/>
                </a:lnTo>
                <a:lnTo>
                  <a:pt x="0" y="137320"/>
                </a:lnTo>
                <a:close/>
                <a:moveTo>
                  <a:pt x="179034" y="125038"/>
                </a:moveTo>
                <a:cubicBezTo>
                  <a:pt x="172790" y="130350"/>
                  <a:pt x="166779" y="134100"/>
                  <a:pt x="161003" y="136287"/>
                </a:cubicBezTo>
                <a:cubicBezTo>
                  <a:pt x="155227" y="138475"/>
                  <a:pt x="149029" y="139568"/>
                  <a:pt x="142409" y="139568"/>
                </a:cubicBezTo>
                <a:cubicBezTo>
                  <a:pt x="131481" y="139568"/>
                  <a:pt x="123082" y="136897"/>
                  <a:pt x="117212" y="131554"/>
                </a:cubicBezTo>
                <a:cubicBezTo>
                  <a:pt x="111342" y="126211"/>
                  <a:pt x="108407" y="119384"/>
                  <a:pt x="108407" y="111072"/>
                </a:cubicBezTo>
                <a:cubicBezTo>
                  <a:pt x="108407" y="106199"/>
                  <a:pt x="109516" y="101748"/>
                  <a:pt x="111732" y="97718"/>
                </a:cubicBezTo>
                <a:cubicBezTo>
                  <a:pt x="113949" y="93687"/>
                  <a:pt x="116853" y="90452"/>
                  <a:pt x="120444" y="88015"/>
                </a:cubicBezTo>
                <a:cubicBezTo>
                  <a:pt x="124034" y="85577"/>
                  <a:pt x="128078" y="83734"/>
                  <a:pt x="132574" y="82485"/>
                </a:cubicBezTo>
                <a:cubicBezTo>
                  <a:pt x="135884" y="81609"/>
                  <a:pt x="140879" y="80765"/>
                  <a:pt x="147561" y="79953"/>
                </a:cubicBezTo>
                <a:cubicBezTo>
                  <a:pt x="161175" y="78341"/>
                  <a:pt x="171197" y="76419"/>
                  <a:pt x="177629" y="74187"/>
                </a:cubicBezTo>
                <a:cubicBezTo>
                  <a:pt x="177692" y="71886"/>
                  <a:pt x="177723" y="70424"/>
                  <a:pt x="177723" y="69802"/>
                </a:cubicBezTo>
                <a:cubicBezTo>
                  <a:pt x="177723" y="62958"/>
                  <a:pt x="176131" y="58137"/>
                  <a:pt x="172946" y="55339"/>
                </a:cubicBezTo>
                <a:cubicBezTo>
                  <a:pt x="168637" y="51543"/>
                  <a:pt x="162236" y="49645"/>
                  <a:pt x="153743" y="49645"/>
                </a:cubicBezTo>
                <a:cubicBezTo>
                  <a:pt x="145813" y="49645"/>
                  <a:pt x="139958" y="51035"/>
                  <a:pt x="136180" y="53813"/>
                </a:cubicBezTo>
                <a:cubicBezTo>
                  <a:pt x="132402" y="56592"/>
                  <a:pt x="129608" y="61510"/>
                  <a:pt x="127797" y="68567"/>
                </a:cubicBezTo>
                <a:lnTo>
                  <a:pt x="111311" y="66318"/>
                </a:lnTo>
                <a:cubicBezTo>
                  <a:pt x="112810" y="59240"/>
                  <a:pt x="115276" y="53525"/>
                  <a:pt x="118711" y="49171"/>
                </a:cubicBezTo>
                <a:cubicBezTo>
                  <a:pt x="122145" y="44817"/>
                  <a:pt x="127110" y="41467"/>
                  <a:pt x="133604" y="39119"/>
                </a:cubicBezTo>
                <a:cubicBezTo>
                  <a:pt x="140099" y="36769"/>
                  <a:pt x="147624" y="35595"/>
                  <a:pt x="156179" y="35595"/>
                </a:cubicBezTo>
                <a:cubicBezTo>
                  <a:pt x="164672" y="35595"/>
                  <a:pt x="171572" y="36594"/>
                  <a:pt x="176880" y="38592"/>
                </a:cubicBezTo>
                <a:cubicBezTo>
                  <a:pt x="182188" y="40590"/>
                  <a:pt x="186091" y="43104"/>
                  <a:pt x="188589" y="46133"/>
                </a:cubicBezTo>
                <a:cubicBezTo>
                  <a:pt x="191087" y="49161"/>
                  <a:pt x="192835" y="52986"/>
                  <a:pt x="193834" y="57607"/>
                </a:cubicBezTo>
                <a:cubicBezTo>
                  <a:pt x="194396" y="60480"/>
                  <a:pt x="194677" y="65663"/>
                  <a:pt x="194677" y="73156"/>
                </a:cubicBezTo>
                <a:lnTo>
                  <a:pt x="194677" y="95637"/>
                </a:lnTo>
                <a:cubicBezTo>
                  <a:pt x="194677" y="111311"/>
                  <a:pt x="195036" y="121225"/>
                  <a:pt x="195754" y="125377"/>
                </a:cubicBezTo>
                <a:cubicBezTo>
                  <a:pt x="196473" y="129530"/>
                  <a:pt x="197893" y="133511"/>
                  <a:pt x="200016" y="137320"/>
                </a:cubicBezTo>
                <a:lnTo>
                  <a:pt x="182406" y="137320"/>
                </a:lnTo>
                <a:cubicBezTo>
                  <a:pt x="180658" y="133819"/>
                  <a:pt x="179534" y="129725"/>
                  <a:pt x="179034" y="125038"/>
                </a:cubicBezTo>
                <a:moveTo>
                  <a:pt x="177629" y="87301"/>
                </a:moveTo>
                <a:cubicBezTo>
                  <a:pt x="171510" y="89820"/>
                  <a:pt x="162330" y="91961"/>
                  <a:pt x="150090" y="93723"/>
                </a:cubicBezTo>
                <a:cubicBezTo>
                  <a:pt x="143159" y="94726"/>
                  <a:pt x="138257" y="95855"/>
                  <a:pt x="135384" y="97110"/>
                </a:cubicBezTo>
                <a:cubicBezTo>
                  <a:pt x="132512" y="98362"/>
                  <a:pt x="130295" y="100197"/>
                  <a:pt x="128734" y="102613"/>
                </a:cubicBezTo>
                <a:cubicBezTo>
                  <a:pt x="127172" y="105027"/>
                  <a:pt x="126392" y="107707"/>
                  <a:pt x="126392" y="110654"/>
                </a:cubicBezTo>
                <a:cubicBezTo>
                  <a:pt x="126392" y="115167"/>
                  <a:pt x="128093" y="118930"/>
                  <a:pt x="131497" y="121941"/>
                </a:cubicBezTo>
                <a:cubicBezTo>
                  <a:pt x="134900" y="124950"/>
                  <a:pt x="139880" y="126455"/>
                  <a:pt x="146437" y="126455"/>
                </a:cubicBezTo>
                <a:cubicBezTo>
                  <a:pt x="152932" y="126455"/>
                  <a:pt x="158708" y="125027"/>
                  <a:pt x="163766" y="122172"/>
                </a:cubicBezTo>
                <a:cubicBezTo>
                  <a:pt x="168824" y="119317"/>
                  <a:pt x="172540" y="115411"/>
                  <a:pt x="174913" y="110455"/>
                </a:cubicBezTo>
                <a:cubicBezTo>
                  <a:pt x="176724" y="106626"/>
                  <a:pt x="177629" y="100978"/>
                  <a:pt x="177629" y="93512"/>
                </a:cubicBezTo>
                <a:lnTo>
                  <a:pt x="177629" y="87301"/>
                </a:lnTo>
                <a:close/>
                <a:moveTo>
                  <a:pt x="285696" y="100789"/>
                </a:moveTo>
                <a:lnTo>
                  <a:pt x="302275" y="102943"/>
                </a:lnTo>
                <a:cubicBezTo>
                  <a:pt x="300464" y="114400"/>
                  <a:pt x="295828" y="123369"/>
                  <a:pt x="288365" y="129850"/>
                </a:cubicBezTo>
                <a:cubicBezTo>
                  <a:pt x="280903" y="136329"/>
                  <a:pt x="271739" y="139568"/>
                  <a:pt x="260873" y="139568"/>
                </a:cubicBezTo>
                <a:cubicBezTo>
                  <a:pt x="247260" y="139568"/>
                  <a:pt x="236316" y="135119"/>
                  <a:pt x="228042" y="126220"/>
                </a:cubicBezTo>
                <a:cubicBezTo>
                  <a:pt x="219767" y="117322"/>
                  <a:pt x="215630" y="104567"/>
                  <a:pt x="215630" y="87956"/>
                </a:cubicBezTo>
                <a:cubicBezTo>
                  <a:pt x="215630" y="77215"/>
                  <a:pt x="217410" y="67817"/>
                  <a:pt x="220969" y="59762"/>
                </a:cubicBezTo>
                <a:cubicBezTo>
                  <a:pt x="224529" y="51706"/>
                  <a:pt x="229946" y="45664"/>
                  <a:pt x="237221" y="41636"/>
                </a:cubicBezTo>
                <a:cubicBezTo>
                  <a:pt x="244496" y="37609"/>
                  <a:pt x="252411" y="35595"/>
                  <a:pt x="260967" y="35595"/>
                </a:cubicBezTo>
                <a:cubicBezTo>
                  <a:pt x="271770" y="35595"/>
                  <a:pt x="280606" y="38335"/>
                  <a:pt x="287475" y="43817"/>
                </a:cubicBezTo>
                <a:cubicBezTo>
                  <a:pt x="294344" y="49297"/>
                  <a:pt x="298747" y="57078"/>
                  <a:pt x="300683" y="67161"/>
                </a:cubicBezTo>
                <a:lnTo>
                  <a:pt x="284290" y="69691"/>
                </a:lnTo>
                <a:cubicBezTo>
                  <a:pt x="282729" y="63040"/>
                  <a:pt x="279966" y="58036"/>
                  <a:pt x="276001" y="54680"/>
                </a:cubicBezTo>
                <a:cubicBezTo>
                  <a:pt x="272035" y="51323"/>
                  <a:pt x="267243" y="49645"/>
                  <a:pt x="261622" y="49645"/>
                </a:cubicBezTo>
                <a:cubicBezTo>
                  <a:pt x="253130" y="49645"/>
                  <a:pt x="246229" y="52675"/>
                  <a:pt x="240921" y="58734"/>
                </a:cubicBezTo>
                <a:cubicBezTo>
                  <a:pt x="235613" y="64791"/>
                  <a:pt x="232959" y="74376"/>
                  <a:pt x="232959" y="87488"/>
                </a:cubicBezTo>
                <a:cubicBezTo>
                  <a:pt x="232959" y="100787"/>
                  <a:pt x="235520" y="110451"/>
                  <a:pt x="240640" y="116479"/>
                </a:cubicBezTo>
                <a:cubicBezTo>
                  <a:pt x="245761" y="122505"/>
                  <a:pt x="252443" y="125518"/>
                  <a:pt x="260686" y="125518"/>
                </a:cubicBezTo>
                <a:cubicBezTo>
                  <a:pt x="267305" y="125518"/>
                  <a:pt x="272831" y="123496"/>
                  <a:pt x="277265" y="119453"/>
                </a:cubicBezTo>
                <a:cubicBezTo>
                  <a:pt x="281699" y="115409"/>
                  <a:pt x="284509" y="109188"/>
                  <a:pt x="285696" y="100789"/>
                </a:cubicBezTo>
                <a:close/>
                <a:moveTo>
                  <a:pt x="353513" y="122427"/>
                </a:moveTo>
                <a:lnTo>
                  <a:pt x="355948" y="137320"/>
                </a:lnTo>
                <a:cubicBezTo>
                  <a:pt x="351202" y="138195"/>
                  <a:pt x="346956" y="138632"/>
                  <a:pt x="343209" y="138632"/>
                </a:cubicBezTo>
                <a:cubicBezTo>
                  <a:pt x="337089" y="138632"/>
                  <a:pt x="332343" y="137664"/>
                  <a:pt x="328971" y="135728"/>
                </a:cubicBezTo>
                <a:cubicBezTo>
                  <a:pt x="325599" y="133792"/>
                  <a:pt x="323226" y="131247"/>
                  <a:pt x="321852" y="128094"/>
                </a:cubicBezTo>
                <a:cubicBezTo>
                  <a:pt x="320478" y="124940"/>
                  <a:pt x="319791" y="118305"/>
                  <a:pt x="319791" y="108189"/>
                </a:cubicBezTo>
                <a:lnTo>
                  <a:pt x="319791" y="50957"/>
                </a:lnTo>
                <a:lnTo>
                  <a:pt x="307427" y="50957"/>
                </a:lnTo>
                <a:lnTo>
                  <a:pt x="307427" y="37843"/>
                </a:lnTo>
                <a:lnTo>
                  <a:pt x="319791" y="37843"/>
                </a:lnTo>
                <a:lnTo>
                  <a:pt x="319791" y="13140"/>
                </a:lnTo>
                <a:lnTo>
                  <a:pt x="336558" y="2997"/>
                </a:lnTo>
                <a:lnTo>
                  <a:pt x="336558" y="37843"/>
                </a:lnTo>
                <a:lnTo>
                  <a:pt x="353513" y="37843"/>
                </a:lnTo>
                <a:lnTo>
                  <a:pt x="353513" y="50957"/>
                </a:lnTo>
                <a:lnTo>
                  <a:pt x="336558" y="50957"/>
                </a:lnTo>
                <a:lnTo>
                  <a:pt x="336558" y="109126"/>
                </a:lnTo>
                <a:cubicBezTo>
                  <a:pt x="336558" y="113934"/>
                  <a:pt x="336855" y="117025"/>
                  <a:pt x="337448" y="118399"/>
                </a:cubicBezTo>
                <a:cubicBezTo>
                  <a:pt x="338041" y="119773"/>
                  <a:pt x="339009" y="120866"/>
                  <a:pt x="340352" y="121677"/>
                </a:cubicBezTo>
                <a:cubicBezTo>
                  <a:pt x="341695" y="122489"/>
                  <a:pt x="343615" y="122895"/>
                  <a:pt x="346113" y="122895"/>
                </a:cubicBezTo>
                <a:cubicBezTo>
                  <a:pt x="347986" y="122895"/>
                  <a:pt x="350453" y="122739"/>
                  <a:pt x="353513" y="122427"/>
                </a:cubicBezTo>
                <a:close/>
                <a:moveTo>
                  <a:pt x="363755" y="87582"/>
                </a:moveTo>
                <a:cubicBezTo>
                  <a:pt x="363755" y="69160"/>
                  <a:pt x="368875" y="55515"/>
                  <a:pt x="379117" y="46648"/>
                </a:cubicBezTo>
                <a:cubicBezTo>
                  <a:pt x="387672" y="39279"/>
                  <a:pt x="398100" y="35595"/>
                  <a:pt x="410402" y="35595"/>
                </a:cubicBezTo>
                <a:cubicBezTo>
                  <a:pt x="424078" y="35595"/>
                  <a:pt x="435256" y="40075"/>
                  <a:pt x="443936" y="49036"/>
                </a:cubicBezTo>
                <a:cubicBezTo>
                  <a:pt x="452616" y="57997"/>
                  <a:pt x="456957" y="70377"/>
                  <a:pt x="456957" y="86177"/>
                </a:cubicBezTo>
                <a:cubicBezTo>
                  <a:pt x="456957" y="98978"/>
                  <a:pt x="455036" y="109048"/>
                  <a:pt x="451196" y="116385"/>
                </a:cubicBezTo>
                <a:cubicBezTo>
                  <a:pt x="447355" y="123723"/>
                  <a:pt x="441766" y="129421"/>
                  <a:pt x="434429" y="133480"/>
                </a:cubicBezTo>
                <a:cubicBezTo>
                  <a:pt x="427091" y="137539"/>
                  <a:pt x="419083" y="139568"/>
                  <a:pt x="410402" y="139568"/>
                </a:cubicBezTo>
                <a:cubicBezTo>
                  <a:pt x="396477" y="139568"/>
                  <a:pt x="385221" y="135104"/>
                  <a:pt x="376634" y="126174"/>
                </a:cubicBezTo>
                <a:cubicBezTo>
                  <a:pt x="368048" y="117244"/>
                  <a:pt x="363755" y="104380"/>
                  <a:pt x="363755" y="87582"/>
                </a:cubicBezTo>
                <a:moveTo>
                  <a:pt x="381084" y="87535"/>
                </a:moveTo>
                <a:cubicBezTo>
                  <a:pt x="381084" y="100227"/>
                  <a:pt x="383863" y="109731"/>
                  <a:pt x="389420" y="116046"/>
                </a:cubicBezTo>
                <a:cubicBezTo>
                  <a:pt x="394978" y="122360"/>
                  <a:pt x="401972" y="125518"/>
                  <a:pt x="410402" y="125518"/>
                </a:cubicBezTo>
                <a:cubicBezTo>
                  <a:pt x="418770" y="125518"/>
                  <a:pt x="425733" y="122345"/>
                  <a:pt x="431291" y="115999"/>
                </a:cubicBezTo>
                <a:cubicBezTo>
                  <a:pt x="436849" y="109653"/>
                  <a:pt x="439628" y="99978"/>
                  <a:pt x="439628" y="86976"/>
                </a:cubicBezTo>
                <a:cubicBezTo>
                  <a:pt x="439628" y="74719"/>
                  <a:pt x="436833" y="65432"/>
                  <a:pt x="431244" y="59118"/>
                </a:cubicBezTo>
                <a:cubicBezTo>
                  <a:pt x="425655" y="52803"/>
                  <a:pt x="418708" y="49645"/>
                  <a:pt x="410402" y="49645"/>
                </a:cubicBezTo>
                <a:cubicBezTo>
                  <a:pt x="401972" y="49645"/>
                  <a:pt x="394978" y="52787"/>
                  <a:pt x="389420" y="59071"/>
                </a:cubicBezTo>
                <a:cubicBezTo>
                  <a:pt x="383863" y="65354"/>
                  <a:pt x="381084" y="74842"/>
                  <a:pt x="381084" y="87535"/>
                </a:cubicBezTo>
                <a:close/>
                <a:moveTo>
                  <a:pt x="476504" y="137320"/>
                </a:moveTo>
                <a:lnTo>
                  <a:pt x="476504" y="37843"/>
                </a:lnTo>
                <a:lnTo>
                  <a:pt x="491679" y="37843"/>
                </a:lnTo>
                <a:lnTo>
                  <a:pt x="491679" y="52830"/>
                </a:lnTo>
                <a:cubicBezTo>
                  <a:pt x="495551" y="45812"/>
                  <a:pt x="499126" y="41186"/>
                  <a:pt x="502404" y="38949"/>
                </a:cubicBezTo>
                <a:cubicBezTo>
                  <a:pt x="505683" y="36713"/>
                  <a:pt x="509289" y="35595"/>
                  <a:pt x="513223" y="35595"/>
                </a:cubicBezTo>
                <a:cubicBezTo>
                  <a:pt x="518906" y="35595"/>
                  <a:pt x="524682" y="37398"/>
                  <a:pt x="530552" y="41004"/>
                </a:cubicBezTo>
                <a:lnTo>
                  <a:pt x="524744" y="56577"/>
                </a:lnTo>
                <a:cubicBezTo>
                  <a:pt x="520623" y="54141"/>
                  <a:pt x="516502" y="52924"/>
                  <a:pt x="512380" y="52924"/>
                </a:cubicBezTo>
                <a:cubicBezTo>
                  <a:pt x="508696" y="52924"/>
                  <a:pt x="505386" y="54034"/>
                  <a:pt x="502451" y="56255"/>
                </a:cubicBezTo>
                <a:cubicBezTo>
                  <a:pt x="499516" y="58474"/>
                  <a:pt x="497424" y="61552"/>
                  <a:pt x="496175" y="65490"/>
                </a:cubicBezTo>
                <a:cubicBezTo>
                  <a:pt x="494302" y="71491"/>
                  <a:pt x="493365" y="78055"/>
                  <a:pt x="493365" y="85181"/>
                </a:cubicBezTo>
                <a:lnTo>
                  <a:pt x="493365" y="137320"/>
                </a:lnTo>
                <a:lnTo>
                  <a:pt x="476504" y="1373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Weights">
            <a:extLst xmlns:a="http://schemas.openxmlformats.org/drawingml/2006/main">
              <a:ext uri="{FF2B5EF4-FFF2-40B4-BE49-F238E27FC236}">
                <a16:creationId xmlns:a16="http://schemas.microsoft.com/office/drawing/2014/main" id="{B2DF75C8-6922-46D7-8047-1A489A02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688" y="1866847"/>
            <a:ext cx="679676" cy="177786"/>
          </a:xfrm>
          <a:custGeom xmlns:a="http://schemas.openxmlformats.org/drawingml/2006/main">
            <a:pathLst>
              <a:path w="679676" h="177786">
                <a:moveTo>
                  <a:pt x="36438" y="137320"/>
                </a:moveTo>
                <a:lnTo>
                  <a:pt x="0" y="0"/>
                </a:lnTo>
                <a:lnTo>
                  <a:pt x="18640" y="0"/>
                </a:lnTo>
                <a:lnTo>
                  <a:pt x="39529" y="90017"/>
                </a:lnTo>
                <a:cubicBezTo>
                  <a:pt x="41777" y="99446"/>
                  <a:pt x="43713" y="108813"/>
                  <a:pt x="45336" y="118118"/>
                </a:cubicBezTo>
                <a:cubicBezTo>
                  <a:pt x="48833" y="103443"/>
                  <a:pt x="50894" y="94981"/>
                  <a:pt x="51519" y="92733"/>
                </a:cubicBezTo>
                <a:lnTo>
                  <a:pt x="77653" y="0"/>
                </a:lnTo>
                <a:lnTo>
                  <a:pt x="99571" y="0"/>
                </a:lnTo>
                <a:lnTo>
                  <a:pt x="119242" y="69503"/>
                </a:lnTo>
                <a:cubicBezTo>
                  <a:pt x="124175" y="86739"/>
                  <a:pt x="127735" y="102943"/>
                  <a:pt x="129920" y="118118"/>
                </a:cubicBezTo>
                <a:cubicBezTo>
                  <a:pt x="131669" y="109438"/>
                  <a:pt x="133948" y="99478"/>
                  <a:pt x="136758" y="88237"/>
                </a:cubicBezTo>
                <a:lnTo>
                  <a:pt x="158303" y="0"/>
                </a:lnTo>
                <a:lnTo>
                  <a:pt x="176568" y="0"/>
                </a:lnTo>
                <a:lnTo>
                  <a:pt x="138913" y="137320"/>
                </a:lnTo>
                <a:lnTo>
                  <a:pt x="121396" y="137320"/>
                </a:lnTo>
                <a:lnTo>
                  <a:pt x="92452" y="32691"/>
                </a:lnTo>
                <a:cubicBezTo>
                  <a:pt x="90017" y="23948"/>
                  <a:pt x="88581" y="18578"/>
                  <a:pt x="88144" y="16580"/>
                </a:cubicBezTo>
                <a:cubicBezTo>
                  <a:pt x="86707" y="22887"/>
                  <a:pt x="85365" y="28257"/>
                  <a:pt x="84116" y="32691"/>
                </a:cubicBezTo>
                <a:lnTo>
                  <a:pt x="54984" y="137320"/>
                </a:lnTo>
                <a:lnTo>
                  <a:pt x="36438" y="137320"/>
                </a:lnTo>
                <a:close/>
                <a:moveTo>
                  <a:pt x="256000" y="105285"/>
                </a:moveTo>
                <a:lnTo>
                  <a:pt x="273423" y="107440"/>
                </a:lnTo>
                <a:cubicBezTo>
                  <a:pt x="270675" y="117618"/>
                  <a:pt x="265586" y="125518"/>
                  <a:pt x="258155" y="131138"/>
                </a:cubicBezTo>
                <a:cubicBezTo>
                  <a:pt x="250724" y="136758"/>
                  <a:pt x="241232" y="139568"/>
                  <a:pt x="229679" y="139568"/>
                </a:cubicBezTo>
                <a:cubicBezTo>
                  <a:pt x="215129" y="139568"/>
                  <a:pt x="203592" y="135088"/>
                  <a:pt x="195068" y="126127"/>
                </a:cubicBezTo>
                <a:cubicBezTo>
                  <a:pt x="186544" y="117166"/>
                  <a:pt x="182282" y="104598"/>
                  <a:pt x="182282" y="88425"/>
                </a:cubicBezTo>
                <a:cubicBezTo>
                  <a:pt x="182282" y="71689"/>
                  <a:pt x="186591" y="58700"/>
                  <a:pt x="195209" y="49458"/>
                </a:cubicBezTo>
                <a:cubicBezTo>
                  <a:pt x="203826" y="40216"/>
                  <a:pt x="215004" y="35595"/>
                  <a:pt x="228742" y="35595"/>
                </a:cubicBezTo>
                <a:cubicBezTo>
                  <a:pt x="242044" y="35595"/>
                  <a:pt x="252909" y="40115"/>
                  <a:pt x="261340" y="49156"/>
                </a:cubicBezTo>
                <a:cubicBezTo>
                  <a:pt x="269770" y="58195"/>
                  <a:pt x="273985" y="70913"/>
                  <a:pt x="273985" y="87309"/>
                </a:cubicBezTo>
                <a:cubicBezTo>
                  <a:pt x="273985" y="88307"/>
                  <a:pt x="273954" y="89802"/>
                  <a:pt x="273891" y="91797"/>
                </a:cubicBezTo>
                <a:lnTo>
                  <a:pt x="199705" y="91797"/>
                </a:lnTo>
                <a:cubicBezTo>
                  <a:pt x="200329" y="102694"/>
                  <a:pt x="203420" y="111038"/>
                  <a:pt x="208978" y="116830"/>
                </a:cubicBezTo>
                <a:cubicBezTo>
                  <a:pt x="214536" y="122622"/>
                  <a:pt x="221467" y="125518"/>
                  <a:pt x="229773" y="125518"/>
                </a:cubicBezTo>
                <a:cubicBezTo>
                  <a:pt x="235955" y="125518"/>
                  <a:pt x="241232" y="123910"/>
                  <a:pt x="245603" y="120694"/>
                </a:cubicBezTo>
                <a:cubicBezTo>
                  <a:pt x="249974" y="117476"/>
                  <a:pt x="253440" y="112340"/>
                  <a:pt x="256000" y="105285"/>
                </a:cubicBezTo>
                <a:moveTo>
                  <a:pt x="200641" y="77746"/>
                </a:moveTo>
                <a:lnTo>
                  <a:pt x="256188" y="77746"/>
                </a:lnTo>
                <a:cubicBezTo>
                  <a:pt x="255438" y="69515"/>
                  <a:pt x="253315" y="63341"/>
                  <a:pt x="249818" y="59226"/>
                </a:cubicBezTo>
                <a:cubicBezTo>
                  <a:pt x="244448" y="52839"/>
                  <a:pt x="237485" y="49645"/>
                  <a:pt x="228930" y="49645"/>
                </a:cubicBezTo>
                <a:cubicBezTo>
                  <a:pt x="221186" y="49645"/>
                  <a:pt x="214676" y="52195"/>
                  <a:pt x="209400" y="57294"/>
                </a:cubicBezTo>
                <a:cubicBezTo>
                  <a:pt x="204123" y="62391"/>
                  <a:pt x="201203" y="69209"/>
                  <a:pt x="200641" y="77746"/>
                </a:cubicBezTo>
                <a:close/>
                <a:moveTo>
                  <a:pt x="294657" y="19483"/>
                </a:moveTo>
                <a:lnTo>
                  <a:pt x="294657" y="0"/>
                </a:lnTo>
                <a:lnTo>
                  <a:pt x="311518" y="0"/>
                </a:lnTo>
                <a:lnTo>
                  <a:pt x="311518" y="19483"/>
                </a:lnTo>
                <a:lnTo>
                  <a:pt x="294657" y="19483"/>
                </a:lnTo>
                <a:moveTo>
                  <a:pt x="294657" y="137320"/>
                </a:moveTo>
                <a:lnTo>
                  <a:pt x="294657" y="37843"/>
                </a:lnTo>
                <a:lnTo>
                  <a:pt x="311518" y="37843"/>
                </a:lnTo>
                <a:lnTo>
                  <a:pt x="311518" y="137320"/>
                </a:lnTo>
                <a:lnTo>
                  <a:pt x="294657" y="137320"/>
                </a:lnTo>
                <a:close/>
                <a:moveTo>
                  <a:pt x="334060" y="145563"/>
                </a:moveTo>
                <a:lnTo>
                  <a:pt x="350452" y="147999"/>
                </a:lnTo>
                <a:cubicBezTo>
                  <a:pt x="351139" y="153057"/>
                  <a:pt x="353044" y="156741"/>
                  <a:pt x="356166" y="159052"/>
                </a:cubicBezTo>
                <a:cubicBezTo>
                  <a:pt x="360350" y="162174"/>
                  <a:pt x="366064" y="163735"/>
                  <a:pt x="373308" y="163735"/>
                </a:cubicBezTo>
                <a:cubicBezTo>
                  <a:pt x="381113" y="163735"/>
                  <a:pt x="387140" y="162170"/>
                  <a:pt x="391386" y="159040"/>
                </a:cubicBezTo>
                <a:cubicBezTo>
                  <a:pt x="395632" y="155912"/>
                  <a:pt x="398505" y="151531"/>
                  <a:pt x="400004" y="145897"/>
                </a:cubicBezTo>
                <a:cubicBezTo>
                  <a:pt x="400878" y="142457"/>
                  <a:pt x="401284" y="135228"/>
                  <a:pt x="401221" y="124212"/>
                </a:cubicBezTo>
                <a:cubicBezTo>
                  <a:pt x="393853" y="132951"/>
                  <a:pt x="384673" y="137320"/>
                  <a:pt x="373682" y="137320"/>
                </a:cubicBezTo>
                <a:cubicBezTo>
                  <a:pt x="360006" y="137320"/>
                  <a:pt x="349422" y="132387"/>
                  <a:pt x="341928" y="122521"/>
                </a:cubicBezTo>
                <a:cubicBezTo>
                  <a:pt x="334435" y="112654"/>
                  <a:pt x="330688" y="100820"/>
                  <a:pt x="330688" y="87020"/>
                </a:cubicBezTo>
                <a:cubicBezTo>
                  <a:pt x="330688" y="77528"/>
                  <a:pt x="332405" y="68769"/>
                  <a:pt x="335840" y="60745"/>
                </a:cubicBezTo>
                <a:cubicBezTo>
                  <a:pt x="339274" y="52721"/>
                  <a:pt x="344254" y="46523"/>
                  <a:pt x="350780" y="42152"/>
                </a:cubicBezTo>
                <a:cubicBezTo>
                  <a:pt x="357306" y="37780"/>
                  <a:pt x="364971" y="35595"/>
                  <a:pt x="373776" y="35595"/>
                </a:cubicBezTo>
                <a:cubicBezTo>
                  <a:pt x="385516" y="35595"/>
                  <a:pt x="395195" y="40372"/>
                  <a:pt x="402814" y="49926"/>
                </a:cubicBezTo>
                <a:lnTo>
                  <a:pt x="402814" y="37843"/>
                </a:lnTo>
                <a:lnTo>
                  <a:pt x="418363" y="37843"/>
                </a:lnTo>
                <a:lnTo>
                  <a:pt x="418363" y="123890"/>
                </a:lnTo>
                <a:cubicBezTo>
                  <a:pt x="418363" y="139387"/>
                  <a:pt x="416786" y="150369"/>
                  <a:pt x="413633" y="156836"/>
                </a:cubicBezTo>
                <a:cubicBezTo>
                  <a:pt x="410479" y="163303"/>
                  <a:pt x="405483" y="168411"/>
                  <a:pt x="398645" y="172160"/>
                </a:cubicBezTo>
                <a:cubicBezTo>
                  <a:pt x="391807" y="175911"/>
                  <a:pt x="383393" y="177786"/>
                  <a:pt x="373401" y="177786"/>
                </a:cubicBezTo>
                <a:cubicBezTo>
                  <a:pt x="361536" y="177786"/>
                  <a:pt x="351951" y="175108"/>
                  <a:pt x="344645" y="169754"/>
                </a:cubicBezTo>
                <a:cubicBezTo>
                  <a:pt x="337338" y="164399"/>
                  <a:pt x="333810" y="156335"/>
                  <a:pt x="334060" y="145563"/>
                </a:cubicBezTo>
                <a:moveTo>
                  <a:pt x="348017" y="85805"/>
                </a:moveTo>
                <a:cubicBezTo>
                  <a:pt x="348017" y="98823"/>
                  <a:pt x="350608" y="108322"/>
                  <a:pt x="355791" y="114301"/>
                </a:cubicBezTo>
                <a:cubicBezTo>
                  <a:pt x="360974" y="120280"/>
                  <a:pt x="367469" y="123270"/>
                  <a:pt x="375275" y="123270"/>
                </a:cubicBezTo>
                <a:cubicBezTo>
                  <a:pt x="383018" y="123270"/>
                  <a:pt x="389513" y="120296"/>
                  <a:pt x="394758" y="114348"/>
                </a:cubicBezTo>
                <a:cubicBezTo>
                  <a:pt x="400004" y="108400"/>
                  <a:pt x="402626" y="99072"/>
                  <a:pt x="402626" y="86364"/>
                </a:cubicBezTo>
                <a:cubicBezTo>
                  <a:pt x="402626" y="74218"/>
                  <a:pt x="399926" y="65062"/>
                  <a:pt x="394524" y="58895"/>
                </a:cubicBezTo>
                <a:cubicBezTo>
                  <a:pt x="389122" y="52728"/>
                  <a:pt x="382612" y="49645"/>
                  <a:pt x="374994" y="49645"/>
                </a:cubicBezTo>
                <a:cubicBezTo>
                  <a:pt x="367500" y="49645"/>
                  <a:pt x="361130" y="52682"/>
                  <a:pt x="355885" y="58755"/>
                </a:cubicBezTo>
                <a:cubicBezTo>
                  <a:pt x="350639" y="64828"/>
                  <a:pt x="348017" y="73844"/>
                  <a:pt x="348017" y="85805"/>
                </a:cubicBezTo>
                <a:close/>
                <a:moveTo>
                  <a:pt x="443812" y="137320"/>
                </a:moveTo>
                <a:lnTo>
                  <a:pt x="443812" y="0"/>
                </a:lnTo>
                <a:lnTo>
                  <a:pt x="460673" y="0"/>
                </a:lnTo>
                <a:lnTo>
                  <a:pt x="460673" y="49270"/>
                </a:lnTo>
                <a:cubicBezTo>
                  <a:pt x="468541" y="40153"/>
                  <a:pt x="478470" y="35595"/>
                  <a:pt x="490460" y="35595"/>
                </a:cubicBezTo>
                <a:cubicBezTo>
                  <a:pt x="497828" y="35595"/>
                  <a:pt x="504229" y="37047"/>
                  <a:pt x="509662" y="39950"/>
                </a:cubicBezTo>
                <a:cubicBezTo>
                  <a:pt x="515095" y="42854"/>
                  <a:pt x="518982" y="46866"/>
                  <a:pt x="521324" y="51987"/>
                </a:cubicBezTo>
                <a:cubicBezTo>
                  <a:pt x="523666" y="57108"/>
                  <a:pt x="524837" y="64539"/>
                  <a:pt x="524837" y="74280"/>
                </a:cubicBezTo>
                <a:lnTo>
                  <a:pt x="524837" y="137320"/>
                </a:lnTo>
                <a:lnTo>
                  <a:pt x="507976" y="137320"/>
                </a:lnTo>
                <a:lnTo>
                  <a:pt x="507976" y="74280"/>
                </a:lnTo>
                <a:cubicBezTo>
                  <a:pt x="507976" y="65850"/>
                  <a:pt x="506149" y="59715"/>
                  <a:pt x="502496" y="55874"/>
                </a:cubicBezTo>
                <a:cubicBezTo>
                  <a:pt x="498843" y="52034"/>
                  <a:pt x="493676" y="50114"/>
                  <a:pt x="486994" y="50114"/>
                </a:cubicBezTo>
                <a:cubicBezTo>
                  <a:pt x="481998" y="50114"/>
                  <a:pt x="477299" y="51409"/>
                  <a:pt x="472897" y="54001"/>
                </a:cubicBezTo>
                <a:cubicBezTo>
                  <a:pt x="468494" y="56592"/>
                  <a:pt x="465356" y="60105"/>
                  <a:pt x="463483" y="64539"/>
                </a:cubicBezTo>
                <a:cubicBezTo>
                  <a:pt x="461609" y="68972"/>
                  <a:pt x="460673" y="75092"/>
                  <a:pt x="460673" y="82898"/>
                </a:cubicBezTo>
                <a:lnTo>
                  <a:pt x="460673" y="137320"/>
                </a:lnTo>
                <a:lnTo>
                  <a:pt x="443812" y="137320"/>
                </a:lnTo>
                <a:close/>
                <a:moveTo>
                  <a:pt x="587285" y="122427"/>
                </a:moveTo>
                <a:lnTo>
                  <a:pt x="589721" y="137320"/>
                </a:lnTo>
                <a:cubicBezTo>
                  <a:pt x="584975" y="138195"/>
                  <a:pt x="580728" y="138632"/>
                  <a:pt x="576982" y="138632"/>
                </a:cubicBezTo>
                <a:cubicBezTo>
                  <a:pt x="570862" y="138632"/>
                  <a:pt x="566116" y="137664"/>
                  <a:pt x="562744" y="135728"/>
                </a:cubicBezTo>
                <a:cubicBezTo>
                  <a:pt x="559372" y="133792"/>
                  <a:pt x="556999" y="131247"/>
                  <a:pt x="555625" y="128094"/>
                </a:cubicBezTo>
                <a:cubicBezTo>
                  <a:pt x="554251" y="124940"/>
                  <a:pt x="553564" y="118305"/>
                  <a:pt x="553564" y="108189"/>
                </a:cubicBezTo>
                <a:lnTo>
                  <a:pt x="553564" y="50957"/>
                </a:lnTo>
                <a:lnTo>
                  <a:pt x="541200" y="50957"/>
                </a:lnTo>
                <a:lnTo>
                  <a:pt x="541200" y="37843"/>
                </a:lnTo>
                <a:lnTo>
                  <a:pt x="553564" y="37843"/>
                </a:lnTo>
                <a:lnTo>
                  <a:pt x="553564" y="13140"/>
                </a:lnTo>
                <a:lnTo>
                  <a:pt x="570331" y="2997"/>
                </a:lnTo>
                <a:lnTo>
                  <a:pt x="570331" y="37843"/>
                </a:lnTo>
                <a:lnTo>
                  <a:pt x="587285" y="37843"/>
                </a:lnTo>
                <a:lnTo>
                  <a:pt x="587285" y="50957"/>
                </a:lnTo>
                <a:lnTo>
                  <a:pt x="570331" y="50957"/>
                </a:lnTo>
                <a:lnTo>
                  <a:pt x="570331" y="109126"/>
                </a:lnTo>
                <a:cubicBezTo>
                  <a:pt x="570331" y="113934"/>
                  <a:pt x="570628" y="117025"/>
                  <a:pt x="571221" y="118399"/>
                </a:cubicBezTo>
                <a:cubicBezTo>
                  <a:pt x="571814" y="119773"/>
                  <a:pt x="572782" y="120866"/>
                  <a:pt x="574125" y="121677"/>
                </a:cubicBezTo>
                <a:cubicBezTo>
                  <a:pt x="575467" y="122489"/>
                  <a:pt x="577388" y="122895"/>
                  <a:pt x="579885" y="122895"/>
                </a:cubicBezTo>
                <a:cubicBezTo>
                  <a:pt x="581759" y="122895"/>
                  <a:pt x="584225" y="122739"/>
                  <a:pt x="587285" y="122427"/>
                </a:cubicBezTo>
                <a:close/>
                <a:moveTo>
                  <a:pt x="597059" y="107533"/>
                </a:moveTo>
                <a:lnTo>
                  <a:pt x="613732" y="104911"/>
                </a:lnTo>
                <a:cubicBezTo>
                  <a:pt x="614669" y="111563"/>
                  <a:pt x="617276" y="116661"/>
                  <a:pt x="621554" y="120205"/>
                </a:cubicBezTo>
                <a:cubicBezTo>
                  <a:pt x="625831" y="123747"/>
                  <a:pt x="631811" y="125518"/>
                  <a:pt x="639492" y="125518"/>
                </a:cubicBezTo>
                <a:cubicBezTo>
                  <a:pt x="647235" y="125518"/>
                  <a:pt x="652980" y="123954"/>
                  <a:pt x="656727" y="120826"/>
                </a:cubicBezTo>
                <a:cubicBezTo>
                  <a:pt x="660474" y="117696"/>
                  <a:pt x="662347" y="114025"/>
                  <a:pt x="662347" y="109814"/>
                </a:cubicBezTo>
                <a:cubicBezTo>
                  <a:pt x="662347" y="106034"/>
                  <a:pt x="660692" y="103060"/>
                  <a:pt x="657383" y="100891"/>
                </a:cubicBezTo>
                <a:cubicBezTo>
                  <a:pt x="655072" y="99404"/>
                  <a:pt x="649327" y="97514"/>
                  <a:pt x="640147" y="95222"/>
                </a:cubicBezTo>
                <a:cubicBezTo>
                  <a:pt x="627783" y="92097"/>
                  <a:pt x="619212" y="89394"/>
                  <a:pt x="614435" y="87113"/>
                </a:cubicBezTo>
                <a:cubicBezTo>
                  <a:pt x="609658" y="84832"/>
                  <a:pt x="606036" y="81675"/>
                  <a:pt x="603569" y="77644"/>
                </a:cubicBezTo>
                <a:cubicBezTo>
                  <a:pt x="601103" y="73612"/>
                  <a:pt x="599869" y="69159"/>
                  <a:pt x="599869" y="64284"/>
                </a:cubicBezTo>
                <a:cubicBezTo>
                  <a:pt x="599869" y="59846"/>
                  <a:pt x="600884" y="55737"/>
                  <a:pt x="602914" y="51955"/>
                </a:cubicBezTo>
                <a:cubicBezTo>
                  <a:pt x="604943" y="48173"/>
                  <a:pt x="607706" y="45032"/>
                  <a:pt x="611203" y="42532"/>
                </a:cubicBezTo>
                <a:cubicBezTo>
                  <a:pt x="613826" y="40594"/>
                  <a:pt x="617401" y="38954"/>
                  <a:pt x="621929" y="37611"/>
                </a:cubicBezTo>
                <a:cubicBezTo>
                  <a:pt x="626456" y="36267"/>
                  <a:pt x="631311" y="35595"/>
                  <a:pt x="636494" y="35595"/>
                </a:cubicBezTo>
                <a:cubicBezTo>
                  <a:pt x="644300" y="35595"/>
                  <a:pt x="651154" y="36726"/>
                  <a:pt x="657055" y="38990"/>
                </a:cubicBezTo>
                <a:cubicBezTo>
                  <a:pt x="662956" y="41252"/>
                  <a:pt x="667312" y="44317"/>
                  <a:pt x="670122" y="48184"/>
                </a:cubicBezTo>
                <a:cubicBezTo>
                  <a:pt x="672932" y="52050"/>
                  <a:pt x="674868" y="57221"/>
                  <a:pt x="675929" y="63696"/>
                </a:cubicBezTo>
                <a:lnTo>
                  <a:pt x="659443" y="65944"/>
                </a:lnTo>
                <a:cubicBezTo>
                  <a:pt x="658694" y="60823"/>
                  <a:pt x="656524" y="56827"/>
                  <a:pt x="652933" y="53954"/>
                </a:cubicBezTo>
                <a:cubicBezTo>
                  <a:pt x="649343" y="51081"/>
                  <a:pt x="644269" y="49645"/>
                  <a:pt x="637712" y="49645"/>
                </a:cubicBezTo>
                <a:cubicBezTo>
                  <a:pt x="629969" y="49645"/>
                  <a:pt x="624442" y="50919"/>
                  <a:pt x="621132" y="53468"/>
                </a:cubicBezTo>
                <a:cubicBezTo>
                  <a:pt x="617823" y="56015"/>
                  <a:pt x="616168" y="58998"/>
                  <a:pt x="616168" y="62416"/>
                </a:cubicBezTo>
                <a:cubicBezTo>
                  <a:pt x="616168" y="64590"/>
                  <a:pt x="616855" y="66548"/>
                  <a:pt x="618229" y="68288"/>
                </a:cubicBezTo>
                <a:cubicBezTo>
                  <a:pt x="619602" y="70090"/>
                  <a:pt x="621757" y="71581"/>
                  <a:pt x="624692" y="72761"/>
                </a:cubicBezTo>
                <a:cubicBezTo>
                  <a:pt x="626378" y="73384"/>
                  <a:pt x="631342" y="74813"/>
                  <a:pt x="639585" y="77050"/>
                </a:cubicBezTo>
                <a:cubicBezTo>
                  <a:pt x="651513" y="80232"/>
                  <a:pt x="659834" y="82838"/>
                  <a:pt x="664548" y="84865"/>
                </a:cubicBezTo>
                <a:cubicBezTo>
                  <a:pt x="669263" y="86893"/>
                  <a:pt x="672963" y="89841"/>
                  <a:pt x="675648" y="93711"/>
                </a:cubicBezTo>
                <a:cubicBezTo>
                  <a:pt x="678334" y="97579"/>
                  <a:pt x="679676" y="102382"/>
                  <a:pt x="679676" y="108122"/>
                </a:cubicBezTo>
                <a:cubicBezTo>
                  <a:pt x="679676" y="113738"/>
                  <a:pt x="678037" y="119026"/>
                  <a:pt x="674759" y="123987"/>
                </a:cubicBezTo>
                <a:cubicBezTo>
                  <a:pt x="671480" y="128946"/>
                  <a:pt x="666750" y="132782"/>
                  <a:pt x="660567" y="135497"/>
                </a:cubicBezTo>
                <a:cubicBezTo>
                  <a:pt x="654385" y="138211"/>
                  <a:pt x="647391" y="139568"/>
                  <a:pt x="639585" y="139568"/>
                </a:cubicBezTo>
                <a:cubicBezTo>
                  <a:pt x="626659" y="139568"/>
                  <a:pt x="616808" y="136875"/>
                  <a:pt x="610032" y="131489"/>
                </a:cubicBezTo>
                <a:cubicBezTo>
                  <a:pt x="603257" y="126103"/>
                  <a:pt x="598933" y="118118"/>
                  <a:pt x="597059" y="1075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1C0A6E-7068-45FE-A390-F9DA273A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32" y="2344273"/>
            <a:ext cx="1046436" cy="523218"/>
          </a:xfrm>
          <a:custGeom xmlns:a="http://schemas.openxmlformats.org/drawingml/2006/main">
            <a:pathLst>
              <a:path w="1046436" h="523218">
                <a:moveTo>
                  <a:pt x="0" y="0"/>
                </a:moveTo>
                <a:lnTo>
                  <a:pt x="1046436" y="0"/>
                </a:lnTo>
                <a:lnTo>
                  <a:pt x="1046436" y="523218"/>
                </a:lnTo>
                <a:lnTo>
                  <a:pt x="0" y="5232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E5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6F439C-F38E-4A23-9849-5CA22F6B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32" y="2344273"/>
            <a:ext cx="1046436" cy="523218"/>
          </a:xfrm>
          <a:custGeom xmlns:a="http://schemas.openxmlformats.org/drawingml/2006/main">
            <a:pathLst>
              <a:path w="1046436" h="523218" fill="none">
                <a:moveTo>
                  <a:pt x="0" y="0"/>
                </a:moveTo>
                <a:lnTo>
                  <a:pt x="1046436" y="0"/>
                </a:lnTo>
                <a:lnTo>
                  <a:pt x="1046436" y="523218"/>
                </a:lnTo>
                <a:lnTo>
                  <a:pt x="0" y="52321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441" cap="flat">
            <a:solidFill>
              <a:srgbClr val="000000"/>
            </a:solidFill>
            <a:miter/>
          </a:ln>
        </p:spPr>
      </p:sp>
      <p:sp>
        <p:nvSpPr>
          <p:cNvPr id="17" name="Text Contextual">
            <a:extLst xmlns:a="http://schemas.openxmlformats.org/drawingml/2006/main">
              <a:ext uri="{FF2B5EF4-FFF2-40B4-BE49-F238E27FC236}">
                <a16:creationId xmlns:a16="http://schemas.microsoft.com/office/drawing/2014/main" id="{5F262152-D141-4F32-9EF1-A734B26B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51" y="2405083"/>
            <a:ext cx="893967" cy="142004"/>
          </a:xfrm>
          <a:custGeom xmlns:a="http://schemas.openxmlformats.org/drawingml/2006/main">
            <a:pathLst>
              <a:path w="893967" h="142004">
                <a:moveTo>
                  <a:pt x="103224" y="91422"/>
                </a:moveTo>
                <a:lnTo>
                  <a:pt x="121396" y="96012"/>
                </a:lnTo>
                <a:cubicBezTo>
                  <a:pt x="117587" y="110968"/>
                  <a:pt x="110734" y="122372"/>
                  <a:pt x="100836" y="130225"/>
                </a:cubicBezTo>
                <a:cubicBezTo>
                  <a:pt x="90938" y="138078"/>
                  <a:pt x="78839" y="142004"/>
                  <a:pt x="64539" y="142004"/>
                </a:cubicBezTo>
                <a:cubicBezTo>
                  <a:pt x="49739" y="142004"/>
                  <a:pt x="37702" y="138991"/>
                  <a:pt x="28429" y="132965"/>
                </a:cubicBezTo>
                <a:cubicBezTo>
                  <a:pt x="19156" y="126939"/>
                  <a:pt x="12099" y="118212"/>
                  <a:pt x="7259" y="106784"/>
                </a:cubicBezTo>
                <a:cubicBezTo>
                  <a:pt x="2420" y="95356"/>
                  <a:pt x="0" y="83085"/>
                  <a:pt x="0" y="69972"/>
                </a:cubicBezTo>
                <a:cubicBezTo>
                  <a:pt x="0" y="55671"/>
                  <a:pt x="2732" y="43198"/>
                  <a:pt x="8196" y="32550"/>
                </a:cubicBezTo>
                <a:cubicBezTo>
                  <a:pt x="13660" y="21903"/>
                  <a:pt x="21435" y="13816"/>
                  <a:pt x="31520" y="8290"/>
                </a:cubicBezTo>
                <a:cubicBezTo>
                  <a:pt x="41605" y="2763"/>
                  <a:pt x="52705" y="0"/>
                  <a:pt x="64820" y="0"/>
                </a:cubicBezTo>
                <a:cubicBezTo>
                  <a:pt x="78558" y="0"/>
                  <a:pt x="90111" y="3497"/>
                  <a:pt x="99478" y="10491"/>
                </a:cubicBezTo>
                <a:cubicBezTo>
                  <a:pt x="108845" y="17485"/>
                  <a:pt x="115370" y="27320"/>
                  <a:pt x="119055" y="39997"/>
                </a:cubicBezTo>
                <a:lnTo>
                  <a:pt x="101164" y="44212"/>
                </a:lnTo>
                <a:cubicBezTo>
                  <a:pt x="97979" y="34188"/>
                  <a:pt x="93358" y="26889"/>
                  <a:pt x="87301" y="22317"/>
                </a:cubicBezTo>
                <a:cubicBezTo>
                  <a:pt x="81243" y="17743"/>
                  <a:pt x="73625" y="15456"/>
                  <a:pt x="64445" y="15456"/>
                </a:cubicBezTo>
                <a:cubicBezTo>
                  <a:pt x="53892" y="15456"/>
                  <a:pt x="45071" y="17990"/>
                  <a:pt x="37983" y="23057"/>
                </a:cubicBezTo>
                <a:cubicBezTo>
                  <a:pt x="30896" y="28123"/>
                  <a:pt x="25915" y="34926"/>
                  <a:pt x="23043" y="43466"/>
                </a:cubicBezTo>
                <a:cubicBezTo>
                  <a:pt x="20170" y="52003"/>
                  <a:pt x="18734" y="60807"/>
                  <a:pt x="18734" y="69875"/>
                </a:cubicBezTo>
                <a:cubicBezTo>
                  <a:pt x="18734" y="81572"/>
                  <a:pt x="20436" y="91784"/>
                  <a:pt x="23839" y="100511"/>
                </a:cubicBezTo>
                <a:cubicBezTo>
                  <a:pt x="27242" y="109238"/>
                  <a:pt x="32535" y="115760"/>
                  <a:pt x="39716" y="120076"/>
                </a:cubicBezTo>
                <a:cubicBezTo>
                  <a:pt x="46898" y="124391"/>
                  <a:pt x="54672" y="126548"/>
                  <a:pt x="63040" y="126548"/>
                </a:cubicBezTo>
                <a:cubicBezTo>
                  <a:pt x="73219" y="126548"/>
                  <a:pt x="81836" y="123598"/>
                  <a:pt x="88893" y="117696"/>
                </a:cubicBezTo>
                <a:cubicBezTo>
                  <a:pt x="95949" y="111795"/>
                  <a:pt x="100727" y="103037"/>
                  <a:pt x="103224" y="91422"/>
                </a:cubicBezTo>
                <a:close/>
                <a:moveTo>
                  <a:pt x="135321" y="90017"/>
                </a:moveTo>
                <a:cubicBezTo>
                  <a:pt x="135321" y="71595"/>
                  <a:pt x="140442" y="57951"/>
                  <a:pt x="150683" y="49083"/>
                </a:cubicBezTo>
                <a:cubicBezTo>
                  <a:pt x="159238" y="41714"/>
                  <a:pt x="169667" y="38030"/>
                  <a:pt x="181969" y="38030"/>
                </a:cubicBezTo>
                <a:cubicBezTo>
                  <a:pt x="195645" y="38030"/>
                  <a:pt x="206823" y="42511"/>
                  <a:pt x="215503" y="51472"/>
                </a:cubicBezTo>
                <a:cubicBezTo>
                  <a:pt x="224183" y="60433"/>
                  <a:pt x="228523" y="72813"/>
                  <a:pt x="228523" y="88612"/>
                </a:cubicBezTo>
                <a:cubicBezTo>
                  <a:pt x="228523" y="101414"/>
                  <a:pt x="226603" y="111483"/>
                  <a:pt x="222762" y="118821"/>
                </a:cubicBezTo>
                <a:cubicBezTo>
                  <a:pt x="218922" y="126158"/>
                  <a:pt x="213333" y="131856"/>
                  <a:pt x="205995" y="135915"/>
                </a:cubicBezTo>
                <a:cubicBezTo>
                  <a:pt x="198658" y="139974"/>
                  <a:pt x="190649" y="142004"/>
                  <a:pt x="181969" y="142004"/>
                </a:cubicBezTo>
                <a:cubicBezTo>
                  <a:pt x="168043" y="142004"/>
                  <a:pt x="156787" y="137539"/>
                  <a:pt x="148201" y="128609"/>
                </a:cubicBezTo>
                <a:cubicBezTo>
                  <a:pt x="139614" y="119679"/>
                  <a:pt x="135321" y="106815"/>
                  <a:pt x="135321" y="90017"/>
                </a:cubicBezTo>
                <a:moveTo>
                  <a:pt x="152650" y="89970"/>
                </a:moveTo>
                <a:cubicBezTo>
                  <a:pt x="152650" y="102662"/>
                  <a:pt x="155429" y="112166"/>
                  <a:pt x="160987" y="118481"/>
                </a:cubicBezTo>
                <a:cubicBezTo>
                  <a:pt x="166545" y="124796"/>
                  <a:pt x="173539" y="127953"/>
                  <a:pt x="181969" y="127953"/>
                </a:cubicBezTo>
                <a:cubicBezTo>
                  <a:pt x="190337" y="127953"/>
                  <a:pt x="197300" y="124780"/>
                  <a:pt x="202857" y="118434"/>
                </a:cubicBezTo>
                <a:cubicBezTo>
                  <a:pt x="208415" y="112088"/>
                  <a:pt x="211194" y="102414"/>
                  <a:pt x="211194" y="89411"/>
                </a:cubicBezTo>
                <a:cubicBezTo>
                  <a:pt x="211194" y="77154"/>
                  <a:pt x="208399" y="67868"/>
                  <a:pt x="202811" y="61553"/>
                </a:cubicBezTo>
                <a:cubicBezTo>
                  <a:pt x="197222" y="55238"/>
                  <a:pt x="190274" y="52081"/>
                  <a:pt x="181969" y="52081"/>
                </a:cubicBezTo>
                <a:cubicBezTo>
                  <a:pt x="173539" y="52081"/>
                  <a:pt x="166545" y="55222"/>
                  <a:pt x="160987" y="61506"/>
                </a:cubicBezTo>
                <a:cubicBezTo>
                  <a:pt x="155429" y="67790"/>
                  <a:pt x="152650" y="77278"/>
                  <a:pt x="152650" y="89970"/>
                </a:cubicBezTo>
                <a:close/>
                <a:moveTo>
                  <a:pt x="248258" y="139756"/>
                </a:moveTo>
                <a:lnTo>
                  <a:pt x="248258" y="40278"/>
                </a:lnTo>
                <a:lnTo>
                  <a:pt x="263433" y="40278"/>
                </a:lnTo>
                <a:lnTo>
                  <a:pt x="263433" y="54329"/>
                </a:lnTo>
                <a:cubicBezTo>
                  <a:pt x="270739" y="43463"/>
                  <a:pt x="281292" y="38030"/>
                  <a:pt x="295093" y="38030"/>
                </a:cubicBezTo>
                <a:cubicBezTo>
                  <a:pt x="301088" y="38030"/>
                  <a:pt x="306599" y="39107"/>
                  <a:pt x="311626" y="41262"/>
                </a:cubicBezTo>
                <a:cubicBezTo>
                  <a:pt x="316653" y="43416"/>
                  <a:pt x="320415" y="46242"/>
                  <a:pt x="322913" y="49739"/>
                </a:cubicBezTo>
                <a:cubicBezTo>
                  <a:pt x="325411" y="53236"/>
                  <a:pt x="327160" y="57389"/>
                  <a:pt x="328159" y="62197"/>
                </a:cubicBezTo>
                <a:cubicBezTo>
                  <a:pt x="328783" y="65319"/>
                  <a:pt x="329095" y="70783"/>
                  <a:pt x="329095" y="78589"/>
                </a:cubicBezTo>
                <a:lnTo>
                  <a:pt x="329095" y="139756"/>
                </a:lnTo>
                <a:lnTo>
                  <a:pt x="312235" y="139756"/>
                </a:lnTo>
                <a:lnTo>
                  <a:pt x="312235" y="79181"/>
                </a:lnTo>
                <a:cubicBezTo>
                  <a:pt x="312235" y="72304"/>
                  <a:pt x="311579" y="67161"/>
                  <a:pt x="310268" y="63754"/>
                </a:cubicBezTo>
                <a:cubicBezTo>
                  <a:pt x="308956" y="60347"/>
                  <a:pt x="306630" y="57628"/>
                  <a:pt x="303289" y="55596"/>
                </a:cubicBezTo>
                <a:cubicBezTo>
                  <a:pt x="299948" y="53565"/>
                  <a:pt x="296030" y="52549"/>
                  <a:pt x="291534" y="52549"/>
                </a:cubicBezTo>
                <a:cubicBezTo>
                  <a:pt x="284352" y="52549"/>
                  <a:pt x="278155" y="54831"/>
                  <a:pt x="272940" y="59396"/>
                </a:cubicBezTo>
                <a:cubicBezTo>
                  <a:pt x="267726" y="63958"/>
                  <a:pt x="265119" y="72616"/>
                  <a:pt x="265119" y="85369"/>
                </a:cubicBezTo>
                <a:lnTo>
                  <a:pt x="265119" y="139756"/>
                </a:lnTo>
                <a:lnTo>
                  <a:pt x="248258" y="139756"/>
                </a:lnTo>
                <a:close/>
                <a:moveTo>
                  <a:pt x="391732" y="124862"/>
                </a:moveTo>
                <a:lnTo>
                  <a:pt x="394167" y="139756"/>
                </a:lnTo>
                <a:cubicBezTo>
                  <a:pt x="389421" y="140630"/>
                  <a:pt x="385175" y="141067"/>
                  <a:pt x="381428" y="141067"/>
                </a:cubicBezTo>
                <a:cubicBezTo>
                  <a:pt x="375308" y="141067"/>
                  <a:pt x="370562" y="140099"/>
                  <a:pt x="367190" y="138163"/>
                </a:cubicBezTo>
                <a:cubicBezTo>
                  <a:pt x="363818" y="136228"/>
                  <a:pt x="361445" y="133683"/>
                  <a:pt x="360071" y="130529"/>
                </a:cubicBezTo>
                <a:cubicBezTo>
                  <a:pt x="358697" y="127376"/>
                  <a:pt x="358010" y="120741"/>
                  <a:pt x="358010" y="110624"/>
                </a:cubicBezTo>
                <a:lnTo>
                  <a:pt x="358010" y="53392"/>
                </a:lnTo>
                <a:lnTo>
                  <a:pt x="345646" y="53392"/>
                </a:lnTo>
                <a:lnTo>
                  <a:pt x="345646" y="40278"/>
                </a:lnTo>
                <a:lnTo>
                  <a:pt x="358010" y="40278"/>
                </a:lnTo>
                <a:lnTo>
                  <a:pt x="358010" y="15576"/>
                </a:lnTo>
                <a:lnTo>
                  <a:pt x="374777" y="5433"/>
                </a:lnTo>
                <a:lnTo>
                  <a:pt x="374777" y="40278"/>
                </a:lnTo>
                <a:lnTo>
                  <a:pt x="391732" y="40278"/>
                </a:lnTo>
                <a:lnTo>
                  <a:pt x="391732" y="53392"/>
                </a:lnTo>
                <a:lnTo>
                  <a:pt x="374777" y="53392"/>
                </a:lnTo>
                <a:lnTo>
                  <a:pt x="374777" y="111561"/>
                </a:lnTo>
                <a:cubicBezTo>
                  <a:pt x="374777" y="116370"/>
                  <a:pt x="375074" y="119461"/>
                  <a:pt x="375667" y="120834"/>
                </a:cubicBezTo>
                <a:cubicBezTo>
                  <a:pt x="376260" y="122208"/>
                  <a:pt x="377228" y="123301"/>
                  <a:pt x="378571" y="124113"/>
                </a:cubicBezTo>
                <a:cubicBezTo>
                  <a:pt x="379913" y="124925"/>
                  <a:pt x="381834" y="125331"/>
                  <a:pt x="384332" y="125331"/>
                </a:cubicBezTo>
                <a:cubicBezTo>
                  <a:pt x="386205" y="125331"/>
                  <a:pt x="388672" y="125174"/>
                  <a:pt x="391732" y="124862"/>
                </a:cubicBezTo>
                <a:close/>
                <a:moveTo>
                  <a:pt x="476348" y="107721"/>
                </a:moveTo>
                <a:lnTo>
                  <a:pt x="493770" y="109875"/>
                </a:lnTo>
                <a:cubicBezTo>
                  <a:pt x="491023" y="120054"/>
                  <a:pt x="485933" y="127953"/>
                  <a:pt x="478502" y="133574"/>
                </a:cubicBezTo>
                <a:cubicBezTo>
                  <a:pt x="471071" y="139194"/>
                  <a:pt x="461579" y="142004"/>
                  <a:pt x="450026" y="142004"/>
                </a:cubicBezTo>
                <a:cubicBezTo>
                  <a:pt x="435476" y="142004"/>
                  <a:pt x="423939" y="137523"/>
                  <a:pt x="415415" y="128562"/>
                </a:cubicBezTo>
                <a:cubicBezTo>
                  <a:pt x="406891" y="119601"/>
                  <a:pt x="402629" y="107034"/>
                  <a:pt x="402629" y="90860"/>
                </a:cubicBezTo>
                <a:cubicBezTo>
                  <a:pt x="402629" y="74124"/>
                  <a:pt x="406938" y="61135"/>
                  <a:pt x="415556" y="51893"/>
                </a:cubicBezTo>
                <a:cubicBezTo>
                  <a:pt x="424174" y="42651"/>
                  <a:pt x="435351" y="38030"/>
                  <a:pt x="449090" y="38030"/>
                </a:cubicBezTo>
                <a:cubicBezTo>
                  <a:pt x="462391" y="38030"/>
                  <a:pt x="473257" y="42551"/>
                  <a:pt x="481687" y="51592"/>
                </a:cubicBezTo>
                <a:cubicBezTo>
                  <a:pt x="490117" y="60631"/>
                  <a:pt x="494332" y="73349"/>
                  <a:pt x="494332" y="89745"/>
                </a:cubicBezTo>
                <a:cubicBezTo>
                  <a:pt x="494332" y="90742"/>
                  <a:pt x="494301" y="92238"/>
                  <a:pt x="494239" y="94232"/>
                </a:cubicBezTo>
                <a:lnTo>
                  <a:pt x="420052" y="94232"/>
                </a:lnTo>
                <a:cubicBezTo>
                  <a:pt x="420677" y="105129"/>
                  <a:pt x="423768" y="113474"/>
                  <a:pt x="429325" y="119265"/>
                </a:cubicBezTo>
                <a:cubicBezTo>
                  <a:pt x="434883" y="125057"/>
                  <a:pt x="441815" y="127953"/>
                  <a:pt x="450120" y="127953"/>
                </a:cubicBezTo>
                <a:cubicBezTo>
                  <a:pt x="456302" y="127953"/>
                  <a:pt x="461579" y="126345"/>
                  <a:pt x="465950" y="123129"/>
                </a:cubicBezTo>
                <a:cubicBezTo>
                  <a:pt x="470322" y="119911"/>
                  <a:pt x="473787" y="114775"/>
                  <a:pt x="476348" y="107721"/>
                </a:cubicBezTo>
                <a:moveTo>
                  <a:pt x="420989" y="80182"/>
                </a:moveTo>
                <a:lnTo>
                  <a:pt x="476535" y="80182"/>
                </a:lnTo>
                <a:cubicBezTo>
                  <a:pt x="475786" y="71950"/>
                  <a:pt x="473663" y="65777"/>
                  <a:pt x="470166" y="61661"/>
                </a:cubicBezTo>
                <a:cubicBezTo>
                  <a:pt x="464795" y="55274"/>
                  <a:pt x="457832" y="52081"/>
                  <a:pt x="449277" y="52081"/>
                </a:cubicBezTo>
                <a:cubicBezTo>
                  <a:pt x="441534" y="52081"/>
                  <a:pt x="435024" y="54630"/>
                  <a:pt x="429747" y="59729"/>
                </a:cubicBezTo>
                <a:cubicBezTo>
                  <a:pt x="424470" y="64827"/>
                  <a:pt x="421551" y="71644"/>
                  <a:pt x="420989" y="80182"/>
                </a:cubicBezTo>
                <a:close/>
                <a:moveTo>
                  <a:pt x="503670" y="139756"/>
                </a:moveTo>
                <a:lnTo>
                  <a:pt x="540014" y="88050"/>
                </a:lnTo>
                <a:lnTo>
                  <a:pt x="506387" y="40278"/>
                </a:lnTo>
                <a:lnTo>
                  <a:pt x="527462" y="40278"/>
                </a:lnTo>
                <a:lnTo>
                  <a:pt x="542731" y="63602"/>
                </a:lnTo>
                <a:cubicBezTo>
                  <a:pt x="545603" y="68036"/>
                  <a:pt x="547914" y="71751"/>
                  <a:pt x="549662" y="74749"/>
                </a:cubicBezTo>
                <a:cubicBezTo>
                  <a:pt x="552410" y="70627"/>
                  <a:pt x="554939" y="66974"/>
                  <a:pt x="557250" y="63789"/>
                </a:cubicBezTo>
                <a:lnTo>
                  <a:pt x="574017" y="40278"/>
                </a:lnTo>
                <a:lnTo>
                  <a:pt x="594156" y="40278"/>
                </a:lnTo>
                <a:lnTo>
                  <a:pt x="559779" y="87113"/>
                </a:lnTo>
                <a:lnTo>
                  <a:pt x="596778" y="139756"/>
                </a:lnTo>
                <a:lnTo>
                  <a:pt x="576077" y="139756"/>
                </a:lnTo>
                <a:lnTo>
                  <a:pt x="555657" y="108845"/>
                </a:lnTo>
                <a:lnTo>
                  <a:pt x="550224" y="100508"/>
                </a:lnTo>
                <a:lnTo>
                  <a:pt x="524090" y="139756"/>
                </a:lnTo>
                <a:lnTo>
                  <a:pt x="503670" y="139756"/>
                </a:lnTo>
                <a:close/>
                <a:moveTo>
                  <a:pt x="647641" y="124862"/>
                </a:moveTo>
                <a:lnTo>
                  <a:pt x="650077" y="139756"/>
                </a:lnTo>
                <a:cubicBezTo>
                  <a:pt x="645331" y="140630"/>
                  <a:pt x="641084" y="141067"/>
                  <a:pt x="637337" y="141067"/>
                </a:cubicBezTo>
                <a:cubicBezTo>
                  <a:pt x="631218" y="141067"/>
                  <a:pt x="626472" y="140099"/>
                  <a:pt x="623100" y="138163"/>
                </a:cubicBezTo>
                <a:cubicBezTo>
                  <a:pt x="619728" y="136228"/>
                  <a:pt x="617355" y="133683"/>
                  <a:pt x="615981" y="130529"/>
                </a:cubicBezTo>
                <a:cubicBezTo>
                  <a:pt x="614607" y="127376"/>
                  <a:pt x="613920" y="120741"/>
                  <a:pt x="613920" y="110624"/>
                </a:cubicBezTo>
                <a:lnTo>
                  <a:pt x="613920" y="53392"/>
                </a:lnTo>
                <a:lnTo>
                  <a:pt x="601556" y="53392"/>
                </a:lnTo>
                <a:lnTo>
                  <a:pt x="601556" y="40278"/>
                </a:lnTo>
                <a:lnTo>
                  <a:pt x="613920" y="40278"/>
                </a:lnTo>
                <a:lnTo>
                  <a:pt x="613920" y="15576"/>
                </a:lnTo>
                <a:lnTo>
                  <a:pt x="630687" y="5433"/>
                </a:lnTo>
                <a:lnTo>
                  <a:pt x="630687" y="40278"/>
                </a:lnTo>
                <a:lnTo>
                  <a:pt x="647641" y="40278"/>
                </a:lnTo>
                <a:lnTo>
                  <a:pt x="647641" y="53392"/>
                </a:lnTo>
                <a:lnTo>
                  <a:pt x="630687" y="53392"/>
                </a:lnTo>
                <a:lnTo>
                  <a:pt x="630687" y="111561"/>
                </a:lnTo>
                <a:cubicBezTo>
                  <a:pt x="630687" y="116370"/>
                  <a:pt x="630984" y="119461"/>
                  <a:pt x="631577" y="120834"/>
                </a:cubicBezTo>
                <a:cubicBezTo>
                  <a:pt x="632170" y="122208"/>
                  <a:pt x="633138" y="123301"/>
                  <a:pt x="634481" y="124113"/>
                </a:cubicBezTo>
                <a:cubicBezTo>
                  <a:pt x="635823" y="124925"/>
                  <a:pt x="637743" y="125331"/>
                  <a:pt x="640241" y="125331"/>
                </a:cubicBezTo>
                <a:cubicBezTo>
                  <a:pt x="642115" y="125331"/>
                  <a:pt x="644581" y="125174"/>
                  <a:pt x="647641" y="124862"/>
                </a:cubicBezTo>
                <a:close/>
                <a:moveTo>
                  <a:pt x="729354" y="139756"/>
                </a:moveTo>
                <a:lnTo>
                  <a:pt x="729354" y="125143"/>
                </a:lnTo>
                <a:cubicBezTo>
                  <a:pt x="721610" y="136384"/>
                  <a:pt x="711088" y="142004"/>
                  <a:pt x="697787" y="142004"/>
                </a:cubicBezTo>
                <a:cubicBezTo>
                  <a:pt x="691917" y="142004"/>
                  <a:pt x="686437" y="140880"/>
                  <a:pt x="681348" y="138632"/>
                </a:cubicBezTo>
                <a:cubicBezTo>
                  <a:pt x="676258" y="136384"/>
                  <a:pt x="672480" y="133558"/>
                  <a:pt x="670014" y="130155"/>
                </a:cubicBezTo>
                <a:cubicBezTo>
                  <a:pt x="667547" y="126751"/>
                  <a:pt x="665814" y="122583"/>
                  <a:pt x="664815" y="117650"/>
                </a:cubicBezTo>
                <a:cubicBezTo>
                  <a:pt x="664128" y="114340"/>
                  <a:pt x="663785" y="109094"/>
                  <a:pt x="663785" y="101913"/>
                </a:cubicBezTo>
                <a:lnTo>
                  <a:pt x="663785" y="40278"/>
                </a:lnTo>
                <a:lnTo>
                  <a:pt x="680645" y="40278"/>
                </a:lnTo>
                <a:lnTo>
                  <a:pt x="680645" y="95450"/>
                </a:lnTo>
                <a:cubicBezTo>
                  <a:pt x="680645" y="104255"/>
                  <a:pt x="680989" y="110187"/>
                  <a:pt x="681676" y="113247"/>
                </a:cubicBezTo>
                <a:cubicBezTo>
                  <a:pt x="682737" y="117681"/>
                  <a:pt x="684985" y="121162"/>
                  <a:pt x="688420" y="123691"/>
                </a:cubicBezTo>
                <a:cubicBezTo>
                  <a:pt x="691854" y="126220"/>
                  <a:pt x="696101" y="127485"/>
                  <a:pt x="701159" y="127485"/>
                </a:cubicBezTo>
                <a:cubicBezTo>
                  <a:pt x="706217" y="127485"/>
                  <a:pt x="710963" y="126189"/>
                  <a:pt x="715397" y="123598"/>
                </a:cubicBezTo>
                <a:cubicBezTo>
                  <a:pt x="719831" y="121006"/>
                  <a:pt x="722969" y="117478"/>
                  <a:pt x="724811" y="113013"/>
                </a:cubicBezTo>
                <a:cubicBezTo>
                  <a:pt x="726653" y="108548"/>
                  <a:pt x="727574" y="102069"/>
                  <a:pt x="727574" y="93576"/>
                </a:cubicBezTo>
                <a:lnTo>
                  <a:pt x="727574" y="40278"/>
                </a:lnTo>
                <a:lnTo>
                  <a:pt x="744435" y="40278"/>
                </a:lnTo>
                <a:lnTo>
                  <a:pt x="744435" y="139756"/>
                </a:lnTo>
                <a:lnTo>
                  <a:pt x="729354" y="139756"/>
                </a:lnTo>
                <a:close/>
                <a:moveTo>
                  <a:pt x="835734" y="127473"/>
                </a:moveTo>
                <a:cubicBezTo>
                  <a:pt x="829489" y="132785"/>
                  <a:pt x="823479" y="136535"/>
                  <a:pt x="817702" y="138723"/>
                </a:cubicBezTo>
                <a:cubicBezTo>
                  <a:pt x="811926" y="140910"/>
                  <a:pt x="805728" y="142004"/>
                  <a:pt x="799109" y="142004"/>
                </a:cubicBezTo>
                <a:cubicBezTo>
                  <a:pt x="788181" y="142004"/>
                  <a:pt x="779781" y="139332"/>
                  <a:pt x="773911" y="133989"/>
                </a:cubicBezTo>
                <a:cubicBezTo>
                  <a:pt x="768041" y="128646"/>
                  <a:pt x="765106" y="121819"/>
                  <a:pt x="765106" y="113508"/>
                </a:cubicBezTo>
                <a:cubicBezTo>
                  <a:pt x="765106" y="108635"/>
                  <a:pt x="766215" y="104184"/>
                  <a:pt x="768432" y="100154"/>
                </a:cubicBezTo>
                <a:cubicBezTo>
                  <a:pt x="770649" y="96122"/>
                  <a:pt x="773552" y="92888"/>
                  <a:pt x="777143" y="90450"/>
                </a:cubicBezTo>
                <a:cubicBezTo>
                  <a:pt x="780734" y="88013"/>
                  <a:pt x="784777" y="86170"/>
                  <a:pt x="789273" y="84921"/>
                </a:cubicBezTo>
                <a:cubicBezTo>
                  <a:pt x="792583" y="84045"/>
                  <a:pt x="797579" y="83201"/>
                  <a:pt x="804261" y="82389"/>
                </a:cubicBezTo>
                <a:cubicBezTo>
                  <a:pt x="817874" y="80777"/>
                  <a:pt x="827897" y="78855"/>
                  <a:pt x="834329" y="76622"/>
                </a:cubicBezTo>
                <a:cubicBezTo>
                  <a:pt x="834391" y="74321"/>
                  <a:pt x="834422" y="72860"/>
                  <a:pt x="834422" y="72237"/>
                </a:cubicBezTo>
                <a:cubicBezTo>
                  <a:pt x="834422" y="65393"/>
                  <a:pt x="832830" y="60572"/>
                  <a:pt x="829645" y="57774"/>
                </a:cubicBezTo>
                <a:cubicBezTo>
                  <a:pt x="825336" y="53978"/>
                  <a:pt x="818936" y="52081"/>
                  <a:pt x="810443" y="52081"/>
                </a:cubicBezTo>
                <a:cubicBezTo>
                  <a:pt x="802512" y="52081"/>
                  <a:pt x="796658" y="53470"/>
                  <a:pt x="792880" y="56249"/>
                </a:cubicBezTo>
                <a:cubicBezTo>
                  <a:pt x="789102" y="59028"/>
                  <a:pt x="786307" y="63945"/>
                  <a:pt x="784496" y="71002"/>
                </a:cubicBezTo>
                <a:lnTo>
                  <a:pt x="768010" y="68754"/>
                </a:lnTo>
                <a:cubicBezTo>
                  <a:pt x="769509" y="61676"/>
                  <a:pt x="771976" y="55960"/>
                  <a:pt x="775410" y="51606"/>
                </a:cubicBezTo>
                <a:cubicBezTo>
                  <a:pt x="778845" y="47253"/>
                  <a:pt x="783809" y="43902"/>
                  <a:pt x="790304" y="41554"/>
                </a:cubicBezTo>
                <a:cubicBezTo>
                  <a:pt x="796798" y="39205"/>
                  <a:pt x="804323" y="38030"/>
                  <a:pt x="812878" y="38030"/>
                </a:cubicBezTo>
                <a:cubicBezTo>
                  <a:pt x="821371" y="38030"/>
                  <a:pt x="828271" y="39029"/>
                  <a:pt x="833579" y="41028"/>
                </a:cubicBezTo>
                <a:cubicBezTo>
                  <a:pt x="838887" y="43026"/>
                  <a:pt x="842790" y="45539"/>
                  <a:pt x="845288" y="48568"/>
                </a:cubicBezTo>
                <a:cubicBezTo>
                  <a:pt x="847786" y="51597"/>
                  <a:pt x="849534" y="55421"/>
                  <a:pt x="850534" y="60043"/>
                </a:cubicBezTo>
                <a:cubicBezTo>
                  <a:pt x="851096" y="62915"/>
                  <a:pt x="851377" y="68098"/>
                  <a:pt x="851377" y="75592"/>
                </a:cubicBezTo>
                <a:lnTo>
                  <a:pt x="851377" y="98073"/>
                </a:lnTo>
                <a:cubicBezTo>
                  <a:pt x="851377" y="113747"/>
                  <a:pt x="851736" y="123660"/>
                  <a:pt x="852454" y="127813"/>
                </a:cubicBezTo>
                <a:cubicBezTo>
                  <a:pt x="853172" y="131966"/>
                  <a:pt x="854593" y="135947"/>
                  <a:pt x="856716" y="139756"/>
                </a:cubicBezTo>
                <a:lnTo>
                  <a:pt x="839106" y="139756"/>
                </a:lnTo>
                <a:cubicBezTo>
                  <a:pt x="837357" y="136255"/>
                  <a:pt x="836233" y="132161"/>
                  <a:pt x="835734" y="127473"/>
                </a:cubicBezTo>
                <a:moveTo>
                  <a:pt x="834329" y="89736"/>
                </a:moveTo>
                <a:cubicBezTo>
                  <a:pt x="828209" y="92255"/>
                  <a:pt x="819029" y="94396"/>
                  <a:pt x="806790" y="96158"/>
                </a:cubicBezTo>
                <a:cubicBezTo>
                  <a:pt x="799858" y="97161"/>
                  <a:pt x="794956" y="98290"/>
                  <a:pt x="792083" y="99545"/>
                </a:cubicBezTo>
                <a:cubicBezTo>
                  <a:pt x="789211" y="100798"/>
                  <a:pt x="786994" y="102632"/>
                  <a:pt x="785433" y="105048"/>
                </a:cubicBezTo>
                <a:cubicBezTo>
                  <a:pt x="783872" y="107462"/>
                  <a:pt x="783091" y="110142"/>
                  <a:pt x="783091" y="113089"/>
                </a:cubicBezTo>
                <a:cubicBezTo>
                  <a:pt x="783091" y="117603"/>
                  <a:pt x="784793" y="121365"/>
                  <a:pt x="788196" y="124376"/>
                </a:cubicBezTo>
                <a:cubicBezTo>
                  <a:pt x="791600" y="127386"/>
                  <a:pt x="796580" y="128890"/>
                  <a:pt x="803137" y="128890"/>
                </a:cubicBezTo>
                <a:cubicBezTo>
                  <a:pt x="809631" y="128890"/>
                  <a:pt x="815407" y="127463"/>
                  <a:pt x="820466" y="124608"/>
                </a:cubicBezTo>
                <a:cubicBezTo>
                  <a:pt x="825524" y="121753"/>
                  <a:pt x="829239" y="117847"/>
                  <a:pt x="831612" y="112890"/>
                </a:cubicBezTo>
                <a:cubicBezTo>
                  <a:pt x="833423" y="109061"/>
                  <a:pt x="834329" y="103414"/>
                  <a:pt x="834329" y="95947"/>
                </a:cubicBezTo>
                <a:lnTo>
                  <a:pt x="834329" y="89736"/>
                </a:lnTo>
                <a:close/>
                <a:moveTo>
                  <a:pt x="877107" y="139756"/>
                </a:moveTo>
                <a:lnTo>
                  <a:pt x="877107" y="2435"/>
                </a:lnTo>
                <a:lnTo>
                  <a:pt x="893967" y="2435"/>
                </a:lnTo>
                <a:lnTo>
                  <a:pt x="893967" y="139756"/>
                </a:lnTo>
                <a:lnTo>
                  <a:pt x="877107" y="1397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V">
            <a:extLst xmlns:a="http://schemas.openxmlformats.org/drawingml/2006/main">
              <a:ext uri="{FF2B5EF4-FFF2-40B4-BE49-F238E27FC236}">
                <a16:creationId xmlns:a16="http://schemas.microsoft.com/office/drawing/2014/main" id="{4D273839-573B-498C-BD77-67D44E1A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459" y="2651674"/>
            <a:ext cx="125612" cy="137320"/>
          </a:xfrm>
          <a:custGeom xmlns:a="http://schemas.openxmlformats.org/drawingml/2006/main">
            <a:pathLst>
              <a:path w="125612" h="137320">
                <a:moveTo>
                  <a:pt x="53205" y="137320"/>
                </a:moveTo>
                <a:lnTo>
                  <a:pt x="0" y="0"/>
                </a:lnTo>
                <a:lnTo>
                  <a:pt x="19671" y="0"/>
                </a:lnTo>
                <a:lnTo>
                  <a:pt x="55359" y="99759"/>
                </a:lnTo>
                <a:cubicBezTo>
                  <a:pt x="58232" y="107752"/>
                  <a:pt x="60636" y="115245"/>
                  <a:pt x="62572" y="122240"/>
                </a:cubicBezTo>
                <a:cubicBezTo>
                  <a:pt x="64695" y="114746"/>
                  <a:pt x="67161" y="107252"/>
                  <a:pt x="69972" y="99759"/>
                </a:cubicBezTo>
                <a:lnTo>
                  <a:pt x="107065" y="0"/>
                </a:lnTo>
                <a:lnTo>
                  <a:pt x="125612" y="0"/>
                </a:lnTo>
                <a:lnTo>
                  <a:pt x="71845" y="137320"/>
                </a:lnTo>
                <a:lnTo>
                  <a:pt x="53205" y="1373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ariation">
            <a:extLst xmlns:a="http://schemas.openxmlformats.org/drawingml/2006/main">
              <a:ext uri="{FF2B5EF4-FFF2-40B4-BE49-F238E27FC236}">
                <a16:creationId xmlns:a16="http://schemas.microsoft.com/office/drawing/2014/main" id="{3A7310E3-4251-42D9-8765-DF3195A9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263" y="2651674"/>
            <a:ext cx="608922" cy="139568"/>
          </a:xfrm>
          <a:custGeom xmlns:a="http://schemas.openxmlformats.org/drawingml/2006/main">
            <a:pathLst>
              <a:path w="608922" h="139568">
                <a:moveTo>
                  <a:pt x="70627" y="125038"/>
                </a:moveTo>
                <a:cubicBezTo>
                  <a:pt x="64383" y="130350"/>
                  <a:pt x="58372" y="134100"/>
                  <a:pt x="52596" y="136287"/>
                </a:cubicBezTo>
                <a:cubicBezTo>
                  <a:pt x="46819" y="138475"/>
                  <a:pt x="40622" y="139568"/>
                  <a:pt x="34002" y="139568"/>
                </a:cubicBezTo>
                <a:cubicBezTo>
                  <a:pt x="23074" y="139568"/>
                  <a:pt x="14675" y="136897"/>
                  <a:pt x="8805" y="131554"/>
                </a:cubicBezTo>
                <a:cubicBezTo>
                  <a:pt x="2935" y="126211"/>
                  <a:pt x="0" y="119384"/>
                  <a:pt x="0" y="111072"/>
                </a:cubicBezTo>
                <a:cubicBezTo>
                  <a:pt x="0" y="106199"/>
                  <a:pt x="1108" y="101748"/>
                  <a:pt x="3325" y="97718"/>
                </a:cubicBezTo>
                <a:cubicBezTo>
                  <a:pt x="5542" y="93687"/>
                  <a:pt x="8446" y="90452"/>
                  <a:pt x="12037" y="88015"/>
                </a:cubicBezTo>
                <a:cubicBezTo>
                  <a:pt x="15627" y="85577"/>
                  <a:pt x="19671" y="83734"/>
                  <a:pt x="24167" y="82485"/>
                </a:cubicBezTo>
                <a:cubicBezTo>
                  <a:pt x="27477" y="81609"/>
                  <a:pt x="32472" y="80765"/>
                  <a:pt x="39154" y="79953"/>
                </a:cubicBezTo>
                <a:cubicBezTo>
                  <a:pt x="52767" y="78341"/>
                  <a:pt x="62790" y="76419"/>
                  <a:pt x="69222" y="74187"/>
                </a:cubicBezTo>
                <a:cubicBezTo>
                  <a:pt x="69285" y="71886"/>
                  <a:pt x="69316" y="70424"/>
                  <a:pt x="69316" y="69802"/>
                </a:cubicBezTo>
                <a:cubicBezTo>
                  <a:pt x="69316" y="62958"/>
                  <a:pt x="67723" y="58137"/>
                  <a:pt x="64539" y="55339"/>
                </a:cubicBezTo>
                <a:cubicBezTo>
                  <a:pt x="60230" y="51543"/>
                  <a:pt x="53829" y="49645"/>
                  <a:pt x="45336" y="49645"/>
                </a:cubicBezTo>
                <a:cubicBezTo>
                  <a:pt x="37406" y="49645"/>
                  <a:pt x="31551" y="51035"/>
                  <a:pt x="27773" y="53813"/>
                </a:cubicBezTo>
                <a:cubicBezTo>
                  <a:pt x="23995" y="56592"/>
                  <a:pt x="21201" y="61510"/>
                  <a:pt x="19390" y="68567"/>
                </a:cubicBezTo>
                <a:lnTo>
                  <a:pt x="2904" y="66318"/>
                </a:lnTo>
                <a:cubicBezTo>
                  <a:pt x="4402" y="59240"/>
                  <a:pt x="6869" y="53525"/>
                  <a:pt x="10304" y="49171"/>
                </a:cubicBezTo>
                <a:cubicBezTo>
                  <a:pt x="13738" y="44817"/>
                  <a:pt x="18703" y="41467"/>
                  <a:pt x="25197" y="39119"/>
                </a:cubicBezTo>
                <a:cubicBezTo>
                  <a:pt x="31692" y="36769"/>
                  <a:pt x="39217" y="35595"/>
                  <a:pt x="47772" y="35595"/>
                </a:cubicBezTo>
                <a:cubicBezTo>
                  <a:pt x="56265" y="35595"/>
                  <a:pt x="63165" y="36594"/>
                  <a:pt x="68473" y="38592"/>
                </a:cubicBezTo>
                <a:cubicBezTo>
                  <a:pt x="73781" y="40590"/>
                  <a:pt x="77684" y="43104"/>
                  <a:pt x="80182" y="46133"/>
                </a:cubicBezTo>
                <a:cubicBezTo>
                  <a:pt x="82679" y="49161"/>
                  <a:pt x="84428" y="52986"/>
                  <a:pt x="85427" y="57607"/>
                </a:cubicBezTo>
                <a:cubicBezTo>
                  <a:pt x="85989" y="60480"/>
                  <a:pt x="86270" y="65663"/>
                  <a:pt x="86270" y="73156"/>
                </a:cubicBezTo>
                <a:lnTo>
                  <a:pt x="86270" y="95637"/>
                </a:lnTo>
                <a:cubicBezTo>
                  <a:pt x="86270" y="111311"/>
                  <a:pt x="86629" y="121225"/>
                  <a:pt x="87347" y="125377"/>
                </a:cubicBezTo>
                <a:cubicBezTo>
                  <a:pt x="88066" y="129530"/>
                  <a:pt x="89486" y="133511"/>
                  <a:pt x="91609" y="137320"/>
                </a:cubicBezTo>
                <a:lnTo>
                  <a:pt x="73999" y="137320"/>
                </a:lnTo>
                <a:cubicBezTo>
                  <a:pt x="72251" y="133819"/>
                  <a:pt x="71127" y="129725"/>
                  <a:pt x="70627" y="125038"/>
                </a:cubicBezTo>
                <a:moveTo>
                  <a:pt x="69222" y="87301"/>
                </a:moveTo>
                <a:cubicBezTo>
                  <a:pt x="63102" y="89820"/>
                  <a:pt x="53923" y="91961"/>
                  <a:pt x="41683" y="93723"/>
                </a:cubicBezTo>
                <a:cubicBezTo>
                  <a:pt x="34752" y="94726"/>
                  <a:pt x="29850" y="95855"/>
                  <a:pt x="26977" y="97110"/>
                </a:cubicBezTo>
                <a:cubicBezTo>
                  <a:pt x="24104" y="98362"/>
                  <a:pt x="21888" y="100197"/>
                  <a:pt x="20326" y="102613"/>
                </a:cubicBezTo>
                <a:cubicBezTo>
                  <a:pt x="18765" y="105027"/>
                  <a:pt x="17985" y="107707"/>
                  <a:pt x="17985" y="110654"/>
                </a:cubicBezTo>
                <a:cubicBezTo>
                  <a:pt x="17985" y="115167"/>
                  <a:pt x="19686" y="118930"/>
                  <a:pt x="23090" y="121941"/>
                </a:cubicBezTo>
                <a:cubicBezTo>
                  <a:pt x="26493" y="124950"/>
                  <a:pt x="31473" y="126455"/>
                  <a:pt x="38030" y="126455"/>
                </a:cubicBezTo>
                <a:cubicBezTo>
                  <a:pt x="44525" y="126455"/>
                  <a:pt x="50301" y="125027"/>
                  <a:pt x="55359" y="122172"/>
                </a:cubicBezTo>
                <a:cubicBezTo>
                  <a:pt x="60417" y="119317"/>
                  <a:pt x="64133" y="115411"/>
                  <a:pt x="66506" y="110455"/>
                </a:cubicBezTo>
                <a:cubicBezTo>
                  <a:pt x="68317" y="106626"/>
                  <a:pt x="69222" y="100978"/>
                  <a:pt x="69222" y="93512"/>
                </a:cubicBezTo>
                <a:lnTo>
                  <a:pt x="69222" y="87301"/>
                </a:lnTo>
                <a:close/>
                <a:moveTo>
                  <a:pt x="112188" y="137320"/>
                </a:moveTo>
                <a:lnTo>
                  <a:pt x="112188" y="37843"/>
                </a:lnTo>
                <a:lnTo>
                  <a:pt x="127362" y="37843"/>
                </a:lnTo>
                <a:lnTo>
                  <a:pt x="127362" y="52830"/>
                </a:lnTo>
                <a:cubicBezTo>
                  <a:pt x="131234" y="45812"/>
                  <a:pt x="134809" y="41186"/>
                  <a:pt x="138087" y="38949"/>
                </a:cubicBezTo>
                <a:cubicBezTo>
                  <a:pt x="141366" y="36713"/>
                  <a:pt x="144972" y="35595"/>
                  <a:pt x="148906" y="35595"/>
                </a:cubicBezTo>
                <a:cubicBezTo>
                  <a:pt x="154589" y="35595"/>
                  <a:pt x="160365" y="37398"/>
                  <a:pt x="166235" y="41004"/>
                </a:cubicBezTo>
                <a:lnTo>
                  <a:pt x="160428" y="56577"/>
                </a:lnTo>
                <a:cubicBezTo>
                  <a:pt x="156306" y="54141"/>
                  <a:pt x="152185" y="52924"/>
                  <a:pt x="148063" y="52924"/>
                </a:cubicBezTo>
                <a:cubicBezTo>
                  <a:pt x="144379" y="52924"/>
                  <a:pt x="141069" y="54034"/>
                  <a:pt x="138134" y="56255"/>
                </a:cubicBezTo>
                <a:cubicBezTo>
                  <a:pt x="135199" y="58474"/>
                  <a:pt x="133107" y="61552"/>
                  <a:pt x="131858" y="65490"/>
                </a:cubicBezTo>
                <a:cubicBezTo>
                  <a:pt x="129985" y="71491"/>
                  <a:pt x="129048" y="78055"/>
                  <a:pt x="129048" y="85181"/>
                </a:cubicBezTo>
                <a:lnTo>
                  <a:pt x="129048" y="137320"/>
                </a:lnTo>
                <a:lnTo>
                  <a:pt x="112188" y="137320"/>
                </a:lnTo>
                <a:close/>
                <a:moveTo>
                  <a:pt x="176350" y="19483"/>
                </a:moveTo>
                <a:lnTo>
                  <a:pt x="176350" y="0"/>
                </a:lnTo>
                <a:lnTo>
                  <a:pt x="193211" y="0"/>
                </a:lnTo>
                <a:lnTo>
                  <a:pt x="193211" y="19483"/>
                </a:lnTo>
                <a:lnTo>
                  <a:pt x="176350" y="19483"/>
                </a:lnTo>
                <a:moveTo>
                  <a:pt x="176350" y="137320"/>
                </a:moveTo>
                <a:lnTo>
                  <a:pt x="176350" y="37843"/>
                </a:lnTo>
                <a:lnTo>
                  <a:pt x="193211" y="37843"/>
                </a:lnTo>
                <a:lnTo>
                  <a:pt x="193211" y="137320"/>
                </a:lnTo>
                <a:lnTo>
                  <a:pt x="176350" y="137320"/>
                </a:lnTo>
                <a:close/>
                <a:moveTo>
                  <a:pt x="283758" y="125038"/>
                </a:moveTo>
                <a:cubicBezTo>
                  <a:pt x="277513" y="130350"/>
                  <a:pt x="271502" y="134100"/>
                  <a:pt x="265726" y="136287"/>
                </a:cubicBezTo>
                <a:cubicBezTo>
                  <a:pt x="259950" y="138475"/>
                  <a:pt x="253752" y="139568"/>
                  <a:pt x="247132" y="139568"/>
                </a:cubicBezTo>
                <a:cubicBezTo>
                  <a:pt x="236204" y="139568"/>
                  <a:pt x="227805" y="136897"/>
                  <a:pt x="221935" y="131554"/>
                </a:cubicBezTo>
                <a:cubicBezTo>
                  <a:pt x="216065" y="126211"/>
                  <a:pt x="213130" y="119384"/>
                  <a:pt x="213130" y="111072"/>
                </a:cubicBezTo>
                <a:cubicBezTo>
                  <a:pt x="213130" y="106199"/>
                  <a:pt x="214239" y="101748"/>
                  <a:pt x="216456" y="97718"/>
                </a:cubicBezTo>
                <a:cubicBezTo>
                  <a:pt x="218672" y="93687"/>
                  <a:pt x="221576" y="90452"/>
                  <a:pt x="225167" y="88015"/>
                </a:cubicBezTo>
                <a:cubicBezTo>
                  <a:pt x="228758" y="85577"/>
                  <a:pt x="232801" y="83734"/>
                  <a:pt x="237297" y="82485"/>
                </a:cubicBezTo>
                <a:cubicBezTo>
                  <a:pt x="240607" y="81609"/>
                  <a:pt x="245603" y="80765"/>
                  <a:pt x="252284" y="79953"/>
                </a:cubicBezTo>
                <a:cubicBezTo>
                  <a:pt x="265898" y="78341"/>
                  <a:pt x="275920" y="76419"/>
                  <a:pt x="282352" y="74187"/>
                </a:cubicBezTo>
                <a:cubicBezTo>
                  <a:pt x="282415" y="71886"/>
                  <a:pt x="282446" y="70424"/>
                  <a:pt x="282446" y="69802"/>
                </a:cubicBezTo>
                <a:cubicBezTo>
                  <a:pt x="282446" y="62958"/>
                  <a:pt x="280854" y="58137"/>
                  <a:pt x="277669" y="55339"/>
                </a:cubicBezTo>
                <a:cubicBezTo>
                  <a:pt x="273360" y="51543"/>
                  <a:pt x="266959" y="49645"/>
                  <a:pt x="258467" y="49645"/>
                </a:cubicBezTo>
                <a:cubicBezTo>
                  <a:pt x="250536" y="49645"/>
                  <a:pt x="244681" y="51035"/>
                  <a:pt x="240903" y="53813"/>
                </a:cubicBezTo>
                <a:cubicBezTo>
                  <a:pt x="237125" y="56592"/>
                  <a:pt x="234331" y="61510"/>
                  <a:pt x="232520" y="68567"/>
                </a:cubicBezTo>
                <a:lnTo>
                  <a:pt x="216034" y="66318"/>
                </a:lnTo>
                <a:cubicBezTo>
                  <a:pt x="217533" y="59240"/>
                  <a:pt x="219999" y="53525"/>
                  <a:pt x="223434" y="49171"/>
                </a:cubicBezTo>
                <a:cubicBezTo>
                  <a:pt x="226869" y="44817"/>
                  <a:pt x="231833" y="41467"/>
                  <a:pt x="238328" y="39119"/>
                </a:cubicBezTo>
                <a:cubicBezTo>
                  <a:pt x="244822" y="36769"/>
                  <a:pt x="252347" y="35595"/>
                  <a:pt x="260902" y="35595"/>
                </a:cubicBezTo>
                <a:cubicBezTo>
                  <a:pt x="269395" y="35595"/>
                  <a:pt x="276295" y="36594"/>
                  <a:pt x="281603" y="38592"/>
                </a:cubicBezTo>
                <a:cubicBezTo>
                  <a:pt x="286911" y="40590"/>
                  <a:pt x="290814" y="43104"/>
                  <a:pt x="293312" y="46133"/>
                </a:cubicBezTo>
                <a:cubicBezTo>
                  <a:pt x="295810" y="49161"/>
                  <a:pt x="297558" y="52986"/>
                  <a:pt x="298557" y="57607"/>
                </a:cubicBezTo>
                <a:cubicBezTo>
                  <a:pt x="299119" y="60480"/>
                  <a:pt x="299400" y="65663"/>
                  <a:pt x="299400" y="73156"/>
                </a:cubicBezTo>
                <a:lnTo>
                  <a:pt x="299400" y="95637"/>
                </a:lnTo>
                <a:cubicBezTo>
                  <a:pt x="299400" y="111311"/>
                  <a:pt x="299759" y="121225"/>
                  <a:pt x="300478" y="125377"/>
                </a:cubicBezTo>
                <a:cubicBezTo>
                  <a:pt x="301196" y="129530"/>
                  <a:pt x="302616" y="133511"/>
                  <a:pt x="304740" y="137320"/>
                </a:cubicBezTo>
                <a:lnTo>
                  <a:pt x="287130" y="137320"/>
                </a:lnTo>
                <a:cubicBezTo>
                  <a:pt x="285381" y="133819"/>
                  <a:pt x="284257" y="129725"/>
                  <a:pt x="283758" y="125038"/>
                </a:cubicBezTo>
                <a:moveTo>
                  <a:pt x="282352" y="87301"/>
                </a:moveTo>
                <a:cubicBezTo>
                  <a:pt x="276233" y="89820"/>
                  <a:pt x="267053" y="91961"/>
                  <a:pt x="254813" y="93723"/>
                </a:cubicBezTo>
                <a:cubicBezTo>
                  <a:pt x="247882" y="94726"/>
                  <a:pt x="242980" y="95855"/>
                  <a:pt x="240107" y="97110"/>
                </a:cubicBezTo>
                <a:cubicBezTo>
                  <a:pt x="237235" y="98362"/>
                  <a:pt x="235018" y="100197"/>
                  <a:pt x="233457" y="102613"/>
                </a:cubicBezTo>
                <a:cubicBezTo>
                  <a:pt x="231895" y="105027"/>
                  <a:pt x="231115" y="107707"/>
                  <a:pt x="231115" y="110654"/>
                </a:cubicBezTo>
                <a:cubicBezTo>
                  <a:pt x="231115" y="115167"/>
                  <a:pt x="232817" y="118930"/>
                  <a:pt x="236220" y="121941"/>
                </a:cubicBezTo>
                <a:cubicBezTo>
                  <a:pt x="239623" y="124950"/>
                  <a:pt x="244603" y="126455"/>
                  <a:pt x="251160" y="126455"/>
                </a:cubicBezTo>
                <a:cubicBezTo>
                  <a:pt x="257655" y="126455"/>
                  <a:pt x="263431" y="125027"/>
                  <a:pt x="268489" y="122172"/>
                </a:cubicBezTo>
                <a:cubicBezTo>
                  <a:pt x="273547" y="119317"/>
                  <a:pt x="277263" y="115411"/>
                  <a:pt x="279636" y="110455"/>
                </a:cubicBezTo>
                <a:cubicBezTo>
                  <a:pt x="281447" y="106626"/>
                  <a:pt x="282352" y="100978"/>
                  <a:pt x="282352" y="93512"/>
                </a:cubicBezTo>
                <a:lnTo>
                  <a:pt x="282352" y="87301"/>
                </a:lnTo>
                <a:close/>
                <a:moveTo>
                  <a:pt x="362317" y="122427"/>
                </a:moveTo>
                <a:lnTo>
                  <a:pt x="364753" y="137320"/>
                </a:lnTo>
                <a:cubicBezTo>
                  <a:pt x="360007" y="138195"/>
                  <a:pt x="355760" y="138632"/>
                  <a:pt x="352014" y="138632"/>
                </a:cubicBezTo>
                <a:cubicBezTo>
                  <a:pt x="345894" y="138632"/>
                  <a:pt x="341148" y="137664"/>
                  <a:pt x="337776" y="135728"/>
                </a:cubicBezTo>
                <a:cubicBezTo>
                  <a:pt x="334404" y="133792"/>
                  <a:pt x="332031" y="131247"/>
                  <a:pt x="330657" y="128094"/>
                </a:cubicBezTo>
                <a:cubicBezTo>
                  <a:pt x="329283" y="124940"/>
                  <a:pt x="328596" y="118305"/>
                  <a:pt x="328596" y="108189"/>
                </a:cubicBezTo>
                <a:lnTo>
                  <a:pt x="328596" y="50957"/>
                </a:lnTo>
                <a:lnTo>
                  <a:pt x="316232" y="50957"/>
                </a:lnTo>
                <a:lnTo>
                  <a:pt x="316232" y="37843"/>
                </a:lnTo>
                <a:lnTo>
                  <a:pt x="328596" y="37843"/>
                </a:lnTo>
                <a:lnTo>
                  <a:pt x="328596" y="13140"/>
                </a:lnTo>
                <a:lnTo>
                  <a:pt x="345363" y="2997"/>
                </a:lnTo>
                <a:lnTo>
                  <a:pt x="345363" y="37843"/>
                </a:lnTo>
                <a:lnTo>
                  <a:pt x="362317" y="37843"/>
                </a:lnTo>
                <a:lnTo>
                  <a:pt x="362317" y="50957"/>
                </a:lnTo>
                <a:lnTo>
                  <a:pt x="345363" y="50957"/>
                </a:lnTo>
                <a:lnTo>
                  <a:pt x="345363" y="109126"/>
                </a:lnTo>
                <a:cubicBezTo>
                  <a:pt x="345363" y="113934"/>
                  <a:pt x="345660" y="117025"/>
                  <a:pt x="346253" y="118399"/>
                </a:cubicBezTo>
                <a:cubicBezTo>
                  <a:pt x="346846" y="119773"/>
                  <a:pt x="347814" y="120866"/>
                  <a:pt x="349157" y="121677"/>
                </a:cubicBezTo>
                <a:cubicBezTo>
                  <a:pt x="350499" y="122489"/>
                  <a:pt x="352420" y="122895"/>
                  <a:pt x="354917" y="122895"/>
                </a:cubicBezTo>
                <a:cubicBezTo>
                  <a:pt x="356791" y="122895"/>
                  <a:pt x="359258" y="122739"/>
                  <a:pt x="362317" y="122427"/>
                </a:cubicBezTo>
                <a:close/>
                <a:moveTo>
                  <a:pt x="378929" y="19483"/>
                </a:moveTo>
                <a:lnTo>
                  <a:pt x="378929" y="0"/>
                </a:lnTo>
                <a:lnTo>
                  <a:pt x="395790" y="0"/>
                </a:lnTo>
                <a:lnTo>
                  <a:pt x="395790" y="19483"/>
                </a:lnTo>
                <a:lnTo>
                  <a:pt x="378929" y="19483"/>
                </a:lnTo>
                <a:moveTo>
                  <a:pt x="378929" y="137320"/>
                </a:moveTo>
                <a:lnTo>
                  <a:pt x="378929" y="37843"/>
                </a:lnTo>
                <a:lnTo>
                  <a:pt x="395790" y="37843"/>
                </a:lnTo>
                <a:lnTo>
                  <a:pt x="395790" y="137320"/>
                </a:lnTo>
                <a:lnTo>
                  <a:pt x="378929" y="137320"/>
                </a:lnTo>
                <a:close/>
                <a:moveTo>
                  <a:pt x="415147" y="87582"/>
                </a:moveTo>
                <a:cubicBezTo>
                  <a:pt x="415147" y="69160"/>
                  <a:pt x="420268" y="55515"/>
                  <a:pt x="430509" y="46648"/>
                </a:cubicBezTo>
                <a:cubicBezTo>
                  <a:pt x="439064" y="39279"/>
                  <a:pt x="449493" y="35595"/>
                  <a:pt x="461795" y="35595"/>
                </a:cubicBezTo>
                <a:cubicBezTo>
                  <a:pt x="475471" y="35595"/>
                  <a:pt x="486649" y="40075"/>
                  <a:pt x="495329" y="49036"/>
                </a:cubicBezTo>
                <a:cubicBezTo>
                  <a:pt x="504009" y="57997"/>
                  <a:pt x="508349" y="70377"/>
                  <a:pt x="508349" y="86177"/>
                </a:cubicBezTo>
                <a:cubicBezTo>
                  <a:pt x="508349" y="98978"/>
                  <a:pt x="506429" y="109048"/>
                  <a:pt x="502588" y="116385"/>
                </a:cubicBezTo>
                <a:cubicBezTo>
                  <a:pt x="498748" y="123723"/>
                  <a:pt x="493159" y="129421"/>
                  <a:pt x="485821" y="133480"/>
                </a:cubicBezTo>
                <a:cubicBezTo>
                  <a:pt x="478484" y="137539"/>
                  <a:pt x="470475" y="139568"/>
                  <a:pt x="461795" y="139568"/>
                </a:cubicBezTo>
                <a:cubicBezTo>
                  <a:pt x="447869" y="139568"/>
                  <a:pt x="436613" y="135104"/>
                  <a:pt x="428027" y="126174"/>
                </a:cubicBezTo>
                <a:cubicBezTo>
                  <a:pt x="419441" y="117244"/>
                  <a:pt x="415147" y="104380"/>
                  <a:pt x="415147" y="87582"/>
                </a:cubicBezTo>
                <a:moveTo>
                  <a:pt x="432476" y="87535"/>
                </a:moveTo>
                <a:cubicBezTo>
                  <a:pt x="432476" y="100227"/>
                  <a:pt x="435255" y="109731"/>
                  <a:pt x="440813" y="116046"/>
                </a:cubicBezTo>
                <a:cubicBezTo>
                  <a:pt x="446371" y="122360"/>
                  <a:pt x="453365" y="125518"/>
                  <a:pt x="461795" y="125518"/>
                </a:cubicBezTo>
                <a:cubicBezTo>
                  <a:pt x="470163" y="125518"/>
                  <a:pt x="477126" y="122345"/>
                  <a:pt x="482683" y="115999"/>
                </a:cubicBezTo>
                <a:cubicBezTo>
                  <a:pt x="488241" y="109653"/>
                  <a:pt x="491020" y="99978"/>
                  <a:pt x="491020" y="86976"/>
                </a:cubicBezTo>
                <a:cubicBezTo>
                  <a:pt x="491020" y="74719"/>
                  <a:pt x="488226" y="65432"/>
                  <a:pt x="482637" y="59118"/>
                </a:cubicBezTo>
                <a:cubicBezTo>
                  <a:pt x="477048" y="52803"/>
                  <a:pt x="470100" y="49645"/>
                  <a:pt x="461795" y="49645"/>
                </a:cubicBezTo>
                <a:cubicBezTo>
                  <a:pt x="453365" y="49645"/>
                  <a:pt x="446371" y="52787"/>
                  <a:pt x="440813" y="59071"/>
                </a:cubicBezTo>
                <a:cubicBezTo>
                  <a:pt x="435255" y="65354"/>
                  <a:pt x="432476" y="74842"/>
                  <a:pt x="432476" y="87535"/>
                </a:cubicBezTo>
                <a:close/>
                <a:moveTo>
                  <a:pt x="528084" y="137320"/>
                </a:moveTo>
                <a:lnTo>
                  <a:pt x="528084" y="37843"/>
                </a:lnTo>
                <a:lnTo>
                  <a:pt x="543259" y="37843"/>
                </a:lnTo>
                <a:lnTo>
                  <a:pt x="543259" y="51893"/>
                </a:lnTo>
                <a:cubicBezTo>
                  <a:pt x="550565" y="41028"/>
                  <a:pt x="561119" y="35595"/>
                  <a:pt x="574919" y="35595"/>
                </a:cubicBezTo>
                <a:cubicBezTo>
                  <a:pt x="580914" y="35595"/>
                  <a:pt x="586425" y="36672"/>
                  <a:pt x="591452" y="38826"/>
                </a:cubicBezTo>
                <a:cubicBezTo>
                  <a:pt x="596479" y="40981"/>
                  <a:pt x="600242" y="43806"/>
                  <a:pt x="602739" y="47303"/>
                </a:cubicBezTo>
                <a:cubicBezTo>
                  <a:pt x="605237" y="50800"/>
                  <a:pt x="606986" y="54953"/>
                  <a:pt x="607985" y="59762"/>
                </a:cubicBezTo>
                <a:cubicBezTo>
                  <a:pt x="608609" y="62884"/>
                  <a:pt x="608922" y="68348"/>
                  <a:pt x="608922" y="76154"/>
                </a:cubicBezTo>
                <a:lnTo>
                  <a:pt x="608922" y="137320"/>
                </a:lnTo>
                <a:lnTo>
                  <a:pt x="592061" y="137320"/>
                </a:lnTo>
                <a:lnTo>
                  <a:pt x="592061" y="76745"/>
                </a:lnTo>
                <a:cubicBezTo>
                  <a:pt x="592061" y="69868"/>
                  <a:pt x="591405" y="64726"/>
                  <a:pt x="590094" y="61319"/>
                </a:cubicBezTo>
                <a:cubicBezTo>
                  <a:pt x="588783" y="57912"/>
                  <a:pt x="586456" y="55192"/>
                  <a:pt x="583116" y="53161"/>
                </a:cubicBezTo>
                <a:cubicBezTo>
                  <a:pt x="579775" y="51129"/>
                  <a:pt x="575856" y="50114"/>
                  <a:pt x="571360" y="50114"/>
                </a:cubicBezTo>
                <a:cubicBezTo>
                  <a:pt x="564179" y="50114"/>
                  <a:pt x="557981" y="52396"/>
                  <a:pt x="552766" y="56960"/>
                </a:cubicBezTo>
                <a:cubicBezTo>
                  <a:pt x="547552" y="61523"/>
                  <a:pt x="544945" y="70180"/>
                  <a:pt x="544945" y="82933"/>
                </a:cubicBezTo>
                <a:lnTo>
                  <a:pt x="544945" y="137320"/>
                </a:lnTo>
                <a:lnTo>
                  <a:pt x="528084" y="1373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0AB992-A163-4952-B711-797FE5B5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690" y="949025"/>
            <a:ext cx="1918466" cy="1220842"/>
          </a:xfrm>
          <a:custGeom xmlns:a="http://schemas.openxmlformats.org/drawingml/2006/main">
            <a:pathLst>
              <a:path w="1918466" h="1220842">
                <a:moveTo>
                  <a:pt x="87203" y="0"/>
                </a:moveTo>
                <a:lnTo>
                  <a:pt x="1831263" y="0"/>
                </a:lnTo>
                <a:cubicBezTo>
                  <a:pt x="1842826" y="0"/>
                  <a:pt x="1853953" y="2215"/>
                  <a:pt x="1864627" y="6645"/>
                </a:cubicBezTo>
                <a:cubicBezTo>
                  <a:pt x="1875318" y="11057"/>
                  <a:pt x="1884754" y="17371"/>
                  <a:pt x="1892916" y="25533"/>
                </a:cubicBezTo>
                <a:cubicBezTo>
                  <a:pt x="1901095" y="33713"/>
                  <a:pt x="1907409" y="43148"/>
                  <a:pt x="1911821" y="53839"/>
                </a:cubicBezTo>
                <a:cubicBezTo>
                  <a:pt x="1916251" y="64513"/>
                  <a:pt x="1918466" y="75640"/>
                  <a:pt x="1918466" y="87203"/>
                </a:cubicBezTo>
                <a:lnTo>
                  <a:pt x="1918466" y="1133639"/>
                </a:lnTo>
                <a:cubicBezTo>
                  <a:pt x="1918466" y="1145202"/>
                  <a:pt x="1916251" y="1156329"/>
                  <a:pt x="1911821" y="1167003"/>
                </a:cubicBezTo>
                <a:cubicBezTo>
                  <a:pt x="1907409" y="1177694"/>
                  <a:pt x="1901095" y="1187129"/>
                  <a:pt x="1892916" y="1195309"/>
                </a:cubicBezTo>
                <a:cubicBezTo>
                  <a:pt x="1884754" y="1203471"/>
                  <a:pt x="1875318" y="1209785"/>
                  <a:pt x="1864627" y="1214197"/>
                </a:cubicBezTo>
                <a:cubicBezTo>
                  <a:pt x="1853953" y="1218627"/>
                  <a:pt x="1842826" y="1220842"/>
                  <a:pt x="1831263" y="1220842"/>
                </a:cubicBezTo>
                <a:lnTo>
                  <a:pt x="87203" y="1220842"/>
                </a:lnTo>
                <a:cubicBezTo>
                  <a:pt x="75640" y="1220842"/>
                  <a:pt x="64513" y="1218627"/>
                  <a:pt x="53839" y="1214197"/>
                </a:cubicBezTo>
                <a:cubicBezTo>
                  <a:pt x="43148" y="1209785"/>
                  <a:pt x="33713" y="1203471"/>
                  <a:pt x="25533" y="1195309"/>
                </a:cubicBezTo>
                <a:cubicBezTo>
                  <a:pt x="17371" y="1187129"/>
                  <a:pt x="11057" y="1177694"/>
                  <a:pt x="6645" y="1167003"/>
                </a:cubicBezTo>
                <a:cubicBezTo>
                  <a:pt x="2215" y="1156329"/>
                  <a:pt x="0" y="1145202"/>
                  <a:pt x="0" y="1133639"/>
                </a:cubicBezTo>
                <a:lnTo>
                  <a:pt x="0" y="87203"/>
                </a:lnTo>
                <a:cubicBezTo>
                  <a:pt x="0" y="75640"/>
                  <a:pt x="2215" y="64513"/>
                  <a:pt x="6645" y="53839"/>
                </a:cubicBezTo>
                <a:cubicBezTo>
                  <a:pt x="11057" y="43148"/>
                  <a:pt x="17371" y="33713"/>
                  <a:pt x="25533" y="25533"/>
                </a:cubicBezTo>
                <a:cubicBezTo>
                  <a:pt x="33713" y="17371"/>
                  <a:pt x="43148" y="11057"/>
                  <a:pt x="53839" y="6645"/>
                </a:cubicBezTo>
                <a:cubicBezTo>
                  <a:pt x="64513" y="2215"/>
                  <a:pt x="75640" y="0"/>
                  <a:pt x="87203" y="0"/>
                </a:cubicBezTo>
                <a:close/>
              </a:path>
            </a:pathLst>
          </a:custGeom>
          <a:solidFill xmlns:a="http://schemas.openxmlformats.org/drawingml/2006/main">
            <a:srgbClr val="DBDB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022F27-0ECF-49B9-B585-DB77AB30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690" y="949025"/>
            <a:ext cx="1918466" cy="1220842"/>
          </a:xfrm>
          <a:custGeom xmlns:a="http://schemas.openxmlformats.org/drawingml/2006/main">
            <a:pathLst>
              <a:path w="1918466" h="1220842" fill="none">
                <a:moveTo>
                  <a:pt x="87203" y="0"/>
                </a:moveTo>
                <a:lnTo>
                  <a:pt x="1831263" y="0"/>
                </a:lnTo>
                <a:cubicBezTo>
                  <a:pt x="1842826" y="0"/>
                  <a:pt x="1853953" y="2215"/>
                  <a:pt x="1864627" y="6645"/>
                </a:cubicBezTo>
                <a:cubicBezTo>
                  <a:pt x="1875318" y="11057"/>
                  <a:pt x="1884754" y="17371"/>
                  <a:pt x="1892916" y="25533"/>
                </a:cubicBezTo>
                <a:cubicBezTo>
                  <a:pt x="1901095" y="33713"/>
                  <a:pt x="1907409" y="43148"/>
                  <a:pt x="1911821" y="53839"/>
                </a:cubicBezTo>
                <a:cubicBezTo>
                  <a:pt x="1916251" y="64513"/>
                  <a:pt x="1918466" y="75640"/>
                  <a:pt x="1918466" y="87203"/>
                </a:cubicBezTo>
                <a:lnTo>
                  <a:pt x="1918466" y="1133639"/>
                </a:lnTo>
                <a:cubicBezTo>
                  <a:pt x="1918466" y="1145202"/>
                  <a:pt x="1916251" y="1156329"/>
                  <a:pt x="1911821" y="1167003"/>
                </a:cubicBezTo>
                <a:cubicBezTo>
                  <a:pt x="1907409" y="1177694"/>
                  <a:pt x="1901095" y="1187129"/>
                  <a:pt x="1892916" y="1195309"/>
                </a:cubicBezTo>
                <a:cubicBezTo>
                  <a:pt x="1884754" y="1203471"/>
                  <a:pt x="1875318" y="1209785"/>
                  <a:pt x="1864627" y="1214197"/>
                </a:cubicBezTo>
                <a:cubicBezTo>
                  <a:pt x="1853953" y="1218627"/>
                  <a:pt x="1842826" y="1220842"/>
                  <a:pt x="1831263" y="1220842"/>
                </a:cubicBezTo>
                <a:lnTo>
                  <a:pt x="87203" y="1220842"/>
                </a:lnTo>
                <a:cubicBezTo>
                  <a:pt x="75640" y="1220842"/>
                  <a:pt x="64513" y="1218627"/>
                  <a:pt x="53839" y="1214197"/>
                </a:cubicBezTo>
                <a:cubicBezTo>
                  <a:pt x="43148" y="1209785"/>
                  <a:pt x="33713" y="1203471"/>
                  <a:pt x="25533" y="1195309"/>
                </a:cubicBezTo>
                <a:cubicBezTo>
                  <a:pt x="17371" y="1187129"/>
                  <a:pt x="11057" y="1177694"/>
                  <a:pt x="6645" y="1167003"/>
                </a:cubicBezTo>
                <a:cubicBezTo>
                  <a:pt x="2215" y="1156329"/>
                  <a:pt x="0" y="1145202"/>
                  <a:pt x="0" y="1133639"/>
                </a:cubicBezTo>
                <a:lnTo>
                  <a:pt x="0" y="87203"/>
                </a:lnTo>
                <a:cubicBezTo>
                  <a:pt x="0" y="75640"/>
                  <a:pt x="2215" y="64513"/>
                  <a:pt x="6645" y="53839"/>
                </a:cubicBezTo>
                <a:cubicBezTo>
                  <a:pt x="11057" y="43148"/>
                  <a:pt x="17371" y="33713"/>
                  <a:pt x="25533" y="25533"/>
                </a:cubicBezTo>
                <a:cubicBezTo>
                  <a:pt x="33713" y="17371"/>
                  <a:pt x="43148" y="11057"/>
                  <a:pt x="53839" y="6645"/>
                </a:cubicBezTo>
                <a:cubicBezTo>
                  <a:pt x="64513" y="2215"/>
                  <a:pt x="75640" y="0"/>
                  <a:pt x="8720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441" cap="flat">
            <a:solidFill>
              <a:srgbClr val="000000"/>
            </a:solidFill>
            <a:miter/>
          </a:ln>
        </p:spPr>
      </p:sp>
      <p:sp>
        <p:nvSpPr>
          <p:cNvPr id="22" name="Text BacklogData">
            <a:extLst xmlns:a="http://schemas.openxmlformats.org/drawingml/2006/main">
              <a:ext uri="{FF2B5EF4-FFF2-40B4-BE49-F238E27FC236}">
                <a16:creationId xmlns:a16="http://schemas.microsoft.com/office/drawing/2014/main" id="{C5B74C4F-2BBA-476D-BABE-525F61B2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105" y="1047152"/>
            <a:ext cx="1118681" cy="177786"/>
          </a:xfrm>
          <a:custGeom xmlns:a="http://schemas.openxmlformats.org/drawingml/2006/main">
            <a:pathLst>
              <a:path w="1118681" h="177786">
                <a:moveTo>
                  <a:pt x="0" y="137320"/>
                </a:moveTo>
                <a:lnTo>
                  <a:pt x="0" y="0"/>
                </a:lnTo>
                <a:lnTo>
                  <a:pt x="51519" y="0"/>
                </a:lnTo>
                <a:cubicBezTo>
                  <a:pt x="62010" y="0"/>
                  <a:pt x="70424" y="1389"/>
                  <a:pt x="76763" y="4168"/>
                </a:cubicBezTo>
                <a:cubicBezTo>
                  <a:pt x="83101" y="6947"/>
                  <a:pt x="88066" y="11225"/>
                  <a:pt x="91656" y="17001"/>
                </a:cubicBezTo>
                <a:cubicBezTo>
                  <a:pt x="95247" y="22777"/>
                  <a:pt x="97042" y="28819"/>
                  <a:pt x="97042" y="35126"/>
                </a:cubicBezTo>
                <a:cubicBezTo>
                  <a:pt x="97042" y="40996"/>
                  <a:pt x="95450" y="46523"/>
                  <a:pt x="92265" y="51706"/>
                </a:cubicBezTo>
                <a:cubicBezTo>
                  <a:pt x="89080" y="56889"/>
                  <a:pt x="84272" y="61073"/>
                  <a:pt x="77840" y="64258"/>
                </a:cubicBezTo>
                <a:cubicBezTo>
                  <a:pt x="86145" y="66693"/>
                  <a:pt x="92530" y="70846"/>
                  <a:pt x="96995" y="76716"/>
                </a:cubicBezTo>
                <a:cubicBezTo>
                  <a:pt x="101460" y="82586"/>
                  <a:pt x="103693" y="89517"/>
                  <a:pt x="103693" y="97511"/>
                </a:cubicBezTo>
                <a:cubicBezTo>
                  <a:pt x="103693" y="103943"/>
                  <a:pt x="102335" y="109922"/>
                  <a:pt x="99618" y="115448"/>
                </a:cubicBezTo>
                <a:cubicBezTo>
                  <a:pt x="96902" y="120975"/>
                  <a:pt x="93545" y="125237"/>
                  <a:pt x="89549" y="128234"/>
                </a:cubicBezTo>
                <a:cubicBezTo>
                  <a:pt x="85552" y="131232"/>
                  <a:pt x="80541" y="133496"/>
                  <a:pt x="74515" y="135025"/>
                </a:cubicBezTo>
                <a:cubicBezTo>
                  <a:pt x="68488" y="136555"/>
                  <a:pt x="61104" y="137320"/>
                  <a:pt x="52362" y="137320"/>
                </a:cubicBezTo>
                <a:lnTo>
                  <a:pt x="0" y="137320"/>
                </a:lnTo>
                <a:moveTo>
                  <a:pt x="18172" y="57701"/>
                </a:moveTo>
                <a:lnTo>
                  <a:pt x="47865" y="57701"/>
                </a:lnTo>
                <a:cubicBezTo>
                  <a:pt x="55921" y="57701"/>
                  <a:pt x="61697" y="57170"/>
                  <a:pt x="65194" y="56108"/>
                </a:cubicBezTo>
                <a:cubicBezTo>
                  <a:pt x="69815" y="54735"/>
                  <a:pt x="73297" y="52455"/>
                  <a:pt x="75639" y="49270"/>
                </a:cubicBezTo>
                <a:cubicBezTo>
                  <a:pt x="77980" y="46086"/>
                  <a:pt x="79151" y="42089"/>
                  <a:pt x="79151" y="37281"/>
                </a:cubicBezTo>
                <a:cubicBezTo>
                  <a:pt x="79151" y="32722"/>
                  <a:pt x="78058" y="28710"/>
                  <a:pt x="75873" y="25244"/>
                </a:cubicBezTo>
                <a:cubicBezTo>
                  <a:pt x="73687" y="21778"/>
                  <a:pt x="70565" y="19405"/>
                  <a:pt x="66506" y="18125"/>
                </a:cubicBezTo>
                <a:cubicBezTo>
                  <a:pt x="62447" y="16845"/>
                  <a:pt x="55484" y="16205"/>
                  <a:pt x="45617" y="16205"/>
                </a:cubicBezTo>
                <a:lnTo>
                  <a:pt x="18172" y="16205"/>
                </a:lnTo>
                <a:lnTo>
                  <a:pt x="18172" y="57701"/>
                </a:lnTo>
                <a:moveTo>
                  <a:pt x="18172" y="121115"/>
                </a:moveTo>
                <a:lnTo>
                  <a:pt x="52362" y="121115"/>
                </a:lnTo>
                <a:cubicBezTo>
                  <a:pt x="58232" y="121115"/>
                  <a:pt x="62353" y="120897"/>
                  <a:pt x="64726" y="120460"/>
                </a:cubicBezTo>
                <a:cubicBezTo>
                  <a:pt x="68910" y="119710"/>
                  <a:pt x="72407" y="118461"/>
                  <a:pt x="75217" y="116713"/>
                </a:cubicBezTo>
                <a:cubicBezTo>
                  <a:pt x="78027" y="114964"/>
                  <a:pt x="80338" y="112420"/>
                  <a:pt x="82149" y="109079"/>
                </a:cubicBezTo>
                <a:cubicBezTo>
                  <a:pt x="83960" y="105738"/>
                  <a:pt x="84865" y="101882"/>
                  <a:pt x="84865" y="97511"/>
                </a:cubicBezTo>
                <a:cubicBezTo>
                  <a:pt x="84865" y="92390"/>
                  <a:pt x="83554" y="87941"/>
                  <a:pt x="80931" y="84163"/>
                </a:cubicBezTo>
                <a:cubicBezTo>
                  <a:pt x="78308" y="80385"/>
                  <a:pt x="74671" y="77731"/>
                  <a:pt x="70018" y="76201"/>
                </a:cubicBezTo>
                <a:cubicBezTo>
                  <a:pt x="65366" y="74671"/>
                  <a:pt x="58669" y="73906"/>
                  <a:pt x="49926" y="73906"/>
                </a:cubicBezTo>
                <a:lnTo>
                  <a:pt x="18172" y="73906"/>
                </a:lnTo>
                <a:lnTo>
                  <a:pt x="18172" y="121115"/>
                </a:lnTo>
                <a:close/>
                <a:moveTo>
                  <a:pt x="191463" y="125038"/>
                </a:moveTo>
                <a:cubicBezTo>
                  <a:pt x="185218" y="130350"/>
                  <a:pt x="179208" y="134100"/>
                  <a:pt x="173431" y="136287"/>
                </a:cubicBezTo>
                <a:cubicBezTo>
                  <a:pt x="167655" y="138475"/>
                  <a:pt x="161457" y="139568"/>
                  <a:pt x="154838" y="139568"/>
                </a:cubicBezTo>
                <a:cubicBezTo>
                  <a:pt x="143910" y="139568"/>
                  <a:pt x="135511" y="136897"/>
                  <a:pt x="129641" y="131554"/>
                </a:cubicBezTo>
                <a:cubicBezTo>
                  <a:pt x="123771" y="126211"/>
                  <a:pt x="120836" y="119384"/>
                  <a:pt x="120836" y="111072"/>
                </a:cubicBezTo>
                <a:cubicBezTo>
                  <a:pt x="120836" y="106199"/>
                  <a:pt x="121944" y="101748"/>
                  <a:pt x="124161" y="97718"/>
                </a:cubicBezTo>
                <a:cubicBezTo>
                  <a:pt x="126378" y="93687"/>
                  <a:pt x="129282" y="90452"/>
                  <a:pt x="132872" y="88015"/>
                </a:cubicBezTo>
                <a:cubicBezTo>
                  <a:pt x="136463" y="85577"/>
                  <a:pt x="140506" y="83734"/>
                  <a:pt x="145003" y="82485"/>
                </a:cubicBezTo>
                <a:cubicBezTo>
                  <a:pt x="148312" y="81609"/>
                  <a:pt x="153308" y="80765"/>
                  <a:pt x="159990" y="79953"/>
                </a:cubicBezTo>
                <a:cubicBezTo>
                  <a:pt x="173603" y="78341"/>
                  <a:pt x="183626" y="76419"/>
                  <a:pt x="190058" y="74187"/>
                </a:cubicBezTo>
                <a:cubicBezTo>
                  <a:pt x="190120" y="71886"/>
                  <a:pt x="190152" y="70424"/>
                  <a:pt x="190152" y="69802"/>
                </a:cubicBezTo>
                <a:cubicBezTo>
                  <a:pt x="190152" y="62958"/>
                  <a:pt x="188559" y="58137"/>
                  <a:pt x="185374" y="55339"/>
                </a:cubicBezTo>
                <a:cubicBezTo>
                  <a:pt x="181066" y="51543"/>
                  <a:pt x="174665" y="49645"/>
                  <a:pt x="166172" y="49645"/>
                </a:cubicBezTo>
                <a:cubicBezTo>
                  <a:pt x="158241" y="49645"/>
                  <a:pt x="152387" y="51035"/>
                  <a:pt x="148609" y="53813"/>
                </a:cubicBezTo>
                <a:cubicBezTo>
                  <a:pt x="144831" y="56592"/>
                  <a:pt x="142036" y="61510"/>
                  <a:pt x="140225" y="68567"/>
                </a:cubicBezTo>
                <a:lnTo>
                  <a:pt x="123739" y="66318"/>
                </a:lnTo>
                <a:cubicBezTo>
                  <a:pt x="125238" y="59240"/>
                  <a:pt x="127705" y="53525"/>
                  <a:pt x="131139" y="49171"/>
                </a:cubicBezTo>
                <a:cubicBezTo>
                  <a:pt x="134574" y="44817"/>
                  <a:pt x="139539" y="41467"/>
                  <a:pt x="146033" y="39119"/>
                </a:cubicBezTo>
                <a:cubicBezTo>
                  <a:pt x="152527" y="36769"/>
                  <a:pt x="160052" y="35595"/>
                  <a:pt x="168607" y="35595"/>
                </a:cubicBezTo>
                <a:cubicBezTo>
                  <a:pt x="177100" y="35595"/>
                  <a:pt x="184001" y="36594"/>
                  <a:pt x="189309" y="38592"/>
                </a:cubicBezTo>
                <a:cubicBezTo>
                  <a:pt x="194617" y="40590"/>
                  <a:pt x="198519" y="43104"/>
                  <a:pt x="201017" y="46133"/>
                </a:cubicBezTo>
                <a:cubicBezTo>
                  <a:pt x="203515" y="49161"/>
                  <a:pt x="205264" y="52986"/>
                  <a:pt x="206263" y="57607"/>
                </a:cubicBezTo>
                <a:cubicBezTo>
                  <a:pt x="206825" y="60480"/>
                  <a:pt x="207106" y="65663"/>
                  <a:pt x="207106" y="73156"/>
                </a:cubicBezTo>
                <a:lnTo>
                  <a:pt x="207106" y="95637"/>
                </a:lnTo>
                <a:cubicBezTo>
                  <a:pt x="207106" y="111311"/>
                  <a:pt x="207465" y="121225"/>
                  <a:pt x="208183" y="125377"/>
                </a:cubicBezTo>
                <a:cubicBezTo>
                  <a:pt x="208901" y="129530"/>
                  <a:pt x="210322" y="133511"/>
                  <a:pt x="212445" y="137320"/>
                </a:cubicBezTo>
                <a:lnTo>
                  <a:pt x="194835" y="137320"/>
                </a:lnTo>
                <a:cubicBezTo>
                  <a:pt x="193087" y="133819"/>
                  <a:pt x="191963" y="129725"/>
                  <a:pt x="191463" y="125038"/>
                </a:cubicBezTo>
                <a:moveTo>
                  <a:pt x="190058" y="87301"/>
                </a:moveTo>
                <a:cubicBezTo>
                  <a:pt x="183938" y="89820"/>
                  <a:pt x="174758" y="91961"/>
                  <a:pt x="162519" y="93723"/>
                </a:cubicBezTo>
                <a:cubicBezTo>
                  <a:pt x="155587" y="94726"/>
                  <a:pt x="150685" y="95855"/>
                  <a:pt x="147813" y="97110"/>
                </a:cubicBezTo>
                <a:cubicBezTo>
                  <a:pt x="144940" y="98362"/>
                  <a:pt x="142723" y="100197"/>
                  <a:pt x="141162" y="102613"/>
                </a:cubicBezTo>
                <a:cubicBezTo>
                  <a:pt x="139601" y="105027"/>
                  <a:pt x="138820" y="107707"/>
                  <a:pt x="138820" y="110654"/>
                </a:cubicBezTo>
                <a:cubicBezTo>
                  <a:pt x="138820" y="115167"/>
                  <a:pt x="140522" y="118930"/>
                  <a:pt x="143925" y="121941"/>
                </a:cubicBezTo>
                <a:cubicBezTo>
                  <a:pt x="147329" y="124950"/>
                  <a:pt x="152309" y="126455"/>
                  <a:pt x="158866" y="126455"/>
                </a:cubicBezTo>
                <a:cubicBezTo>
                  <a:pt x="165360" y="126455"/>
                  <a:pt x="171137" y="125027"/>
                  <a:pt x="176195" y="122172"/>
                </a:cubicBezTo>
                <a:cubicBezTo>
                  <a:pt x="181253" y="119317"/>
                  <a:pt x="184969" y="115411"/>
                  <a:pt x="187342" y="110455"/>
                </a:cubicBezTo>
                <a:cubicBezTo>
                  <a:pt x="189152" y="106626"/>
                  <a:pt x="190058" y="100978"/>
                  <a:pt x="190058" y="93512"/>
                </a:cubicBezTo>
                <a:lnTo>
                  <a:pt x="190058" y="87301"/>
                </a:lnTo>
                <a:close/>
                <a:moveTo>
                  <a:pt x="298124" y="100789"/>
                </a:moveTo>
                <a:lnTo>
                  <a:pt x="314704" y="102943"/>
                </a:lnTo>
                <a:cubicBezTo>
                  <a:pt x="312893" y="114400"/>
                  <a:pt x="308256" y="123369"/>
                  <a:pt x="300794" y="129850"/>
                </a:cubicBezTo>
                <a:cubicBezTo>
                  <a:pt x="293332" y="136329"/>
                  <a:pt x="284167" y="139568"/>
                  <a:pt x="273302" y="139568"/>
                </a:cubicBezTo>
                <a:cubicBezTo>
                  <a:pt x="259688" y="139568"/>
                  <a:pt x="248745" y="135119"/>
                  <a:pt x="240470" y="126220"/>
                </a:cubicBezTo>
                <a:cubicBezTo>
                  <a:pt x="232196" y="117322"/>
                  <a:pt x="228059" y="104567"/>
                  <a:pt x="228059" y="87956"/>
                </a:cubicBezTo>
                <a:cubicBezTo>
                  <a:pt x="228059" y="77215"/>
                  <a:pt x="229839" y="67817"/>
                  <a:pt x="233398" y="59762"/>
                </a:cubicBezTo>
                <a:cubicBezTo>
                  <a:pt x="236958" y="51706"/>
                  <a:pt x="242375" y="45664"/>
                  <a:pt x="249650" y="41636"/>
                </a:cubicBezTo>
                <a:cubicBezTo>
                  <a:pt x="256925" y="37609"/>
                  <a:pt x="264840" y="35595"/>
                  <a:pt x="273395" y="35595"/>
                </a:cubicBezTo>
                <a:cubicBezTo>
                  <a:pt x="284199" y="35595"/>
                  <a:pt x="293035" y="38335"/>
                  <a:pt x="299904" y="43817"/>
                </a:cubicBezTo>
                <a:cubicBezTo>
                  <a:pt x="306773" y="49297"/>
                  <a:pt x="311176" y="57078"/>
                  <a:pt x="313112" y="67161"/>
                </a:cubicBezTo>
                <a:lnTo>
                  <a:pt x="296719" y="69691"/>
                </a:lnTo>
                <a:cubicBezTo>
                  <a:pt x="295158" y="63040"/>
                  <a:pt x="292395" y="58036"/>
                  <a:pt x="288429" y="54680"/>
                </a:cubicBezTo>
                <a:cubicBezTo>
                  <a:pt x="284464" y="51323"/>
                  <a:pt x="279671" y="49645"/>
                  <a:pt x="274051" y="49645"/>
                </a:cubicBezTo>
                <a:cubicBezTo>
                  <a:pt x="265558" y="49645"/>
                  <a:pt x="258658" y="52675"/>
                  <a:pt x="253350" y="58734"/>
                </a:cubicBezTo>
                <a:cubicBezTo>
                  <a:pt x="248042" y="64791"/>
                  <a:pt x="245388" y="74376"/>
                  <a:pt x="245388" y="87488"/>
                </a:cubicBezTo>
                <a:cubicBezTo>
                  <a:pt x="245388" y="100787"/>
                  <a:pt x="247948" y="110451"/>
                  <a:pt x="253069" y="116479"/>
                </a:cubicBezTo>
                <a:cubicBezTo>
                  <a:pt x="258190" y="122505"/>
                  <a:pt x="264871" y="125518"/>
                  <a:pt x="273114" y="125518"/>
                </a:cubicBezTo>
                <a:cubicBezTo>
                  <a:pt x="279734" y="125518"/>
                  <a:pt x="285260" y="123496"/>
                  <a:pt x="289694" y="119453"/>
                </a:cubicBezTo>
                <a:cubicBezTo>
                  <a:pt x="294128" y="115409"/>
                  <a:pt x="296938" y="109188"/>
                  <a:pt x="298124" y="100789"/>
                </a:cubicBezTo>
                <a:close/>
                <a:moveTo>
                  <a:pt x="329223" y="137320"/>
                </a:moveTo>
                <a:lnTo>
                  <a:pt x="329223" y="0"/>
                </a:lnTo>
                <a:lnTo>
                  <a:pt x="346083" y="0"/>
                </a:lnTo>
                <a:lnTo>
                  <a:pt x="346083" y="78308"/>
                </a:lnTo>
                <a:lnTo>
                  <a:pt x="385987" y="37843"/>
                </a:lnTo>
                <a:lnTo>
                  <a:pt x="407812" y="37843"/>
                </a:lnTo>
                <a:lnTo>
                  <a:pt x="369782" y="74749"/>
                </a:lnTo>
                <a:lnTo>
                  <a:pt x="411653" y="137320"/>
                </a:lnTo>
                <a:lnTo>
                  <a:pt x="390858" y="137320"/>
                </a:lnTo>
                <a:lnTo>
                  <a:pt x="357980" y="86458"/>
                </a:lnTo>
                <a:lnTo>
                  <a:pt x="346083" y="97885"/>
                </a:lnTo>
                <a:lnTo>
                  <a:pt x="346083" y="137320"/>
                </a:lnTo>
                <a:lnTo>
                  <a:pt x="329223" y="137320"/>
                </a:lnTo>
                <a:close/>
                <a:moveTo>
                  <a:pt x="424673" y="137320"/>
                </a:moveTo>
                <a:lnTo>
                  <a:pt x="424673" y="0"/>
                </a:lnTo>
                <a:lnTo>
                  <a:pt x="441534" y="0"/>
                </a:lnTo>
                <a:lnTo>
                  <a:pt x="441534" y="137320"/>
                </a:lnTo>
                <a:lnTo>
                  <a:pt x="424673" y="137320"/>
                </a:lnTo>
                <a:close/>
                <a:moveTo>
                  <a:pt x="461359" y="87582"/>
                </a:moveTo>
                <a:cubicBezTo>
                  <a:pt x="461359" y="69160"/>
                  <a:pt x="466480" y="55515"/>
                  <a:pt x="476721" y="46648"/>
                </a:cubicBezTo>
                <a:cubicBezTo>
                  <a:pt x="485276" y="39279"/>
                  <a:pt x="495705" y="35595"/>
                  <a:pt x="508007" y="35595"/>
                </a:cubicBezTo>
                <a:cubicBezTo>
                  <a:pt x="521683" y="35595"/>
                  <a:pt x="532861" y="40075"/>
                  <a:pt x="541541" y="49036"/>
                </a:cubicBezTo>
                <a:cubicBezTo>
                  <a:pt x="550221" y="57997"/>
                  <a:pt x="554561" y="70377"/>
                  <a:pt x="554561" y="86177"/>
                </a:cubicBezTo>
                <a:cubicBezTo>
                  <a:pt x="554561" y="98978"/>
                  <a:pt x="552641" y="109048"/>
                  <a:pt x="548800" y="116385"/>
                </a:cubicBezTo>
                <a:cubicBezTo>
                  <a:pt x="544960" y="123723"/>
                  <a:pt x="539371" y="129421"/>
                  <a:pt x="532033" y="133480"/>
                </a:cubicBezTo>
                <a:cubicBezTo>
                  <a:pt x="524696" y="137539"/>
                  <a:pt x="516687" y="139568"/>
                  <a:pt x="508007" y="139568"/>
                </a:cubicBezTo>
                <a:cubicBezTo>
                  <a:pt x="494081" y="139568"/>
                  <a:pt x="482825" y="135104"/>
                  <a:pt x="474239" y="126174"/>
                </a:cubicBezTo>
                <a:cubicBezTo>
                  <a:pt x="465653" y="117244"/>
                  <a:pt x="461359" y="104380"/>
                  <a:pt x="461359" y="87582"/>
                </a:cubicBezTo>
                <a:moveTo>
                  <a:pt x="478688" y="87535"/>
                </a:moveTo>
                <a:cubicBezTo>
                  <a:pt x="478688" y="100227"/>
                  <a:pt x="481467" y="109731"/>
                  <a:pt x="487025" y="116046"/>
                </a:cubicBezTo>
                <a:cubicBezTo>
                  <a:pt x="492583" y="122360"/>
                  <a:pt x="499577" y="125518"/>
                  <a:pt x="508007" y="125518"/>
                </a:cubicBezTo>
                <a:cubicBezTo>
                  <a:pt x="516375" y="125518"/>
                  <a:pt x="523338" y="122345"/>
                  <a:pt x="528896" y="115999"/>
                </a:cubicBezTo>
                <a:cubicBezTo>
                  <a:pt x="534453" y="109653"/>
                  <a:pt x="537232" y="99978"/>
                  <a:pt x="537232" y="86976"/>
                </a:cubicBezTo>
                <a:cubicBezTo>
                  <a:pt x="537232" y="74719"/>
                  <a:pt x="534438" y="65432"/>
                  <a:pt x="528849" y="59118"/>
                </a:cubicBezTo>
                <a:cubicBezTo>
                  <a:pt x="523260" y="52803"/>
                  <a:pt x="516313" y="49645"/>
                  <a:pt x="508007" y="49645"/>
                </a:cubicBezTo>
                <a:cubicBezTo>
                  <a:pt x="499577" y="49645"/>
                  <a:pt x="492583" y="52787"/>
                  <a:pt x="487025" y="59071"/>
                </a:cubicBezTo>
                <a:cubicBezTo>
                  <a:pt x="481467" y="65354"/>
                  <a:pt x="478688" y="74842"/>
                  <a:pt x="478688" y="87535"/>
                </a:cubicBezTo>
                <a:close/>
                <a:moveTo>
                  <a:pt x="571205" y="145563"/>
                </a:moveTo>
                <a:lnTo>
                  <a:pt x="587597" y="147999"/>
                </a:lnTo>
                <a:cubicBezTo>
                  <a:pt x="588284" y="153057"/>
                  <a:pt x="590189" y="156741"/>
                  <a:pt x="593311" y="159052"/>
                </a:cubicBezTo>
                <a:cubicBezTo>
                  <a:pt x="597495" y="162174"/>
                  <a:pt x="603209" y="163735"/>
                  <a:pt x="610453" y="163735"/>
                </a:cubicBezTo>
                <a:cubicBezTo>
                  <a:pt x="618259" y="163735"/>
                  <a:pt x="624285" y="162170"/>
                  <a:pt x="628531" y="159040"/>
                </a:cubicBezTo>
                <a:cubicBezTo>
                  <a:pt x="632778" y="155912"/>
                  <a:pt x="635650" y="151531"/>
                  <a:pt x="637149" y="145897"/>
                </a:cubicBezTo>
                <a:cubicBezTo>
                  <a:pt x="638023" y="142457"/>
                  <a:pt x="638429" y="135228"/>
                  <a:pt x="638366" y="124212"/>
                </a:cubicBezTo>
                <a:cubicBezTo>
                  <a:pt x="630998" y="132951"/>
                  <a:pt x="621818" y="137320"/>
                  <a:pt x="610827" y="137320"/>
                </a:cubicBezTo>
                <a:cubicBezTo>
                  <a:pt x="597152" y="137320"/>
                  <a:pt x="586567" y="132387"/>
                  <a:pt x="579073" y="122521"/>
                </a:cubicBezTo>
                <a:cubicBezTo>
                  <a:pt x="571580" y="112654"/>
                  <a:pt x="567833" y="100820"/>
                  <a:pt x="567833" y="87020"/>
                </a:cubicBezTo>
                <a:cubicBezTo>
                  <a:pt x="567833" y="77528"/>
                  <a:pt x="569550" y="68769"/>
                  <a:pt x="572985" y="60745"/>
                </a:cubicBezTo>
                <a:cubicBezTo>
                  <a:pt x="576419" y="52721"/>
                  <a:pt x="581399" y="46523"/>
                  <a:pt x="587925" y="42152"/>
                </a:cubicBezTo>
                <a:cubicBezTo>
                  <a:pt x="594451" y="37780"/>
                  <a:pt x="602116" y="35595"/>
                  <a:pt x="610921" y="35595"/>
                </a:cubicBezTo>
                <a:cubicBezTo>
                  <a:pt x="622661" y="35595"/>
                  <a:pt x="632340" y="40372"/>
                  <a:pt x="639959" y="49926"/>
                </a:cubicBezTo>
                <a:lnTo>
                  <a:pt x="639959" y="37843"/>
                </a:lnTo>
                <a:lnTo>
                  <a:pt x="655508" y="37843"/>
                </a:lnTo>
                <a:lnTo>
                  <a:pt x="655508" y="123890"/>
                </a:lnTo>
                <a:cubicBezTo>
                  <a:pt x="655508" y="139387"/>
                  <a:pt x="653931" y="150369"/>
                  <a:pt x="650778" y="156836"/>
                </a:cubicBezTo>
                <a:cubicBezTo>
                  <a:pt x="647624" y="163303"/>
                  <a:pt x="642628" y="168411"/>
                  <a:pt x="635791" y="172160"/>
                </a:cubicBezTo>
                <a:cubicBezTo>
                  <a:pt x="628953" y="175911"/>
                  <a:pt x="620538" y="177786"/>
                  <a:pt x="610546" y="177786"/>
                </a:cubicBezTo>
                <a:cubicBezTo>
                  <a:pt x="598682" y="177786"/>
                  <a:pt x="589096" y="175108"/>
                  <a:pt x="581790" y="169754"/>
                </a:cubicBezTo>
                <a:cubicBezTo>
                  <a:pt x="574483" y="164399"/>
                  <a:pt x="570955" y="156335"/>
                  <a:pt x="571205" y="145563"/>
                </a:cubicBezTo>
                <a:moveTo>
                  <a:pt x="585162" y="85805"/>
                </a:moveTo>
                <a:cubicBezTo>
                  <a:pt x="585162" y="98823"/>
                  <a:pt x="587753" y="108322"/>
                  <a:pt x="592936" y="114301"/>
                </a:cubicBezTo>
                <a:cubicBezTo>
                  <a:pt x="598120" y="120280"/>
                  <a:pt x="604614" y="123270"/>
                  <a:pt x="612420" y="123270"/>
                </a:cubicBezTo>
                <a:cubicBezTo>
                  <a:pt x="620163" y="123270"/>
                  <a:pt x="626658" y="120296"/>
                  <a:pt x="631903" y="114348"/>
                </a:cubicBezTo>
                <a:cubicBezTo>
                  <a:pt x="637149" y="108400"/>
                  <a:pt x="639772" y="99072"/>
                  <a:pt x="639772" y="86364"/>
                </a:cubicBezTo>
                <a:cubicBezTo>
                  <a:pt x="639772" y="74218"/>
                  <a:pt x="637071" y="65062"/>
                  <a:pt x="631669" y="58895"/>
                </a:cubicBezTo>
                <a:cubicBezTo>
                  <a:pt x="626267" y="52728"/>
                  <a:pt x="619757" y="49645"/>
                  <a:pt x="612139" y="49645"/>
                </a:cubicBezTo>
                <a:cubicBezTo>
                  <a:pt x="604645" y="49645"/>
                  <a:pt x="598276" y="52682"/>
                  <a:pt x="593030" y="58755"/>
                </a:cubicBezTo>
                <a:cubicBezTo>
                  <a:pt x="587785" y="64828"/>
                  <a:pt x="585162" y="73844"/>
                  <a:pt x="585162" y="85805"/>
                </a:cubicBezTo>
                <a:close/>
                <a:moveTo>
                  <a:pt x="736442" y="137320"/>
                </a:moveTo>
                <a:lnTo>
                  <a:pt x="736442" y="0"/>
                </a:lnTo>
                <a:lnTo>
                  <a:pt x="783746" y="0"/>
                </a:lnTo>
                <a:cubicBezTo>
                  <a:pt x="794424" y="0"/>
                  <a:pt x="802574" y="656"/>
                  <a:pt x="808194" y="1967"/>
                </a:cubicBezTo>
                <a:cubicBezTo>
                  <a:pt x="816062" y="3778"/>
                  <a:pt x="822775" y="7056"/>
                  <a:pt x="828333" y="11802"/>
                </a:cubicBezTo>
                <a:cubicBezTo>
                  <a:pt x="835577" y="17922"/>
                  <a:pt x="840994" y="25744"/>
                  <a:pt x="844585" y="35267"/>
                </a:cubicBezTo>
                <a:cubicBezTo>
                  <a:pt x="848175" y="44790"/>
                  <a:pt x="849971" y="55671"/>
                  <a:pt x="849971" y="67911"/>
                </a:cubicBezTo>
                <a:cubicBezTo>
                  <a:pt x="849971" y="78339"/>
                  <a:pt x="848753" y="87582"/>
                  <a:pt x="846318" y="95637"/>
                </a:cubicBezTo>
                <a:cubicBezTo>
                  <a:pt x="843882" y="103693"/>
                  <a:pt x="840760" y="110359"/>
                  <a:pt x="836951" y="115636"/>
                </a:cubicBezTo>
                <a:cubicBezTo>
                  <a:pt x="833141" y="120913"/>
                  <a:pt x="828973" y="125065"/>
                  <a:pt x="824446" y="128094"/>
                </a:cubicBezTo>
                <a:cubicBezTo>
                  <a:pt x="819918" y="131123"/>
                  <a:pt x="814454" y="133417"/>
                  <a:pt x="808053" y="134979"/>
                </a:cubicBezTo>
                <a:cubicBezTo>
                  <a:pt x="801653" y="136540"/>
                  <a:pt x="794299" y="137320"/>
                  <a:pt x="785994" y="137320"/>
                </a:cubicBezTo>
                <a:lnTo>
                  <a:pt x="736442" y="137320"/>
                </a:lnTo>
                <a:moveTo>
                  <a:pt x="754614" y="121115"/>
                </a:moveTo>
                <a:lnTo>
                  <a:pt x="783933" y="121115"/>
                </a:lnTo>
                <a:cubicBezTo>
                  <a:pt x="792988" y="121115"/>
                  <a:pt x="800091" y="120272"/>
                  <a:pt x="805243" y="118586"/>
                </a:cubicBezTo>
                <a:cubicBezTo>
                  <a:pt x="810395" y="116900"/>
                  <a:pt x="814501" y="114527"/>
                  <a:pt x="817561" y="111467"/>
                </a:cubicBezTo>
                <a:cubicBezTo>
                  <a:pt x="821870" y="107159"/>
                  <a:pt x="825226" y="101367"/>
                  <a:pt x="827630" y="94092"/>
                </a:cubicBezTo>
                <a:cubicBezTo>
                  <a:pt x="830035" y="86817"/>
                  <a:pt x="831237" y="77996"/>
                  <a:pt x="831237" y="67630"/>
                </a:cubicBezTo>
                <a:cubicBezTo>
                  <a:pt x="831237" y="53267"/>
                  <a:pt x="828879" y="42230"/>
                  <a:pt x="824165" y="34517"/>
                </a:cubicBezTo>
                <a:cubicBezTo>
                  <a:pt x="819450" y="26805"/>
                  <a:pt x="813720" y="21638"/>
                  <a:pt x="806976" y="19015"/>
                </a:cubicBezTo>
                <a:cubicBezTo>
                  <a:pt x="802105" y="17142"/>
                  <a:pt x="794268" y="16205"/>
                  <a:pt x="783465" y="16205"/>
                </a:cubicBezTo>
                <a:lnTo>
                  <a:pt x="754614" y="16205"/>
                </a:lnTo>
                <a:lnTo>
                  <a:pt x="754614" y="121115"/>
                </a:lnTo>
                <a:close/>
                <a:moveTo>
                  <a:pt x="937707" y="125038"/>
                </a:moveTo>
                <a:cubicBezTo>
                  <a:pt x="931462" y="130350"/>
                  <a:pt x="925452" y="134100"/>
                  <a:pt x="919676" y="136287"/>
                </a:cubicBezTo>
                <a:cubicBezTo>
                  <a:pt x="913899" y="138475"/>
                  <a:pt x="907701" y="139568"/>
                  <a:pt x="901082" y="139568"/>
                </a:cubicBezTo>
                <a:cubicBezTo>
                  <a:pt x="890154" y="139568"/>
                  <a:pt x="881755" y="136897"/>
                  <a:pt x="875885" y="131554"/>
                </a:cubicBezTo>
                <a:cubicBezTo>
                  <a:pt x="870015" y="126211"/>
                  <a:pt x="867080" y="119384"/>
                  <a:pt x="867080" y="111072"/>
                </a:cubicBezTo>
                <a:cubicBezTo>
                  <a:pt x="867080" y="106199"/>
                  <a:pt x="868188" y="101748"/>
                  <a:pt x="870405" y="97718"/>
                </a:cubicBezTo>
                <a:cubicBezTo>
                  <a:pt x="872622" y="93687"/>
                  <a:pt x="875526" y="90452"/>
                  <a:pt x="879116" y="88015"/>
                </a:cubicBezTo>
                <a:cubicBezTo>
                  <a:pt x="882707" y="85577"/>
                  <a:pt x="886751" y="83734"/>
                  <a:pt x="891247" y="82485"/>
                </a:cubicBezTo>
                <a:cubicBezTo>
                  <a:pt x="894556" y="81609"/>
                  <a:pt x="899552" y="80765"/>
                  <a:pt x="906234" y="79953"/>
                </a:cubicBezTo>
                <a:cubicBezTo>
                  <a:pt x="919847" y="78341"/>
                  <a:pt x="929870" y="76419"/>
                  <a:pt x="936302" y="74187"/>
                </a:cubicBezTo>
                <a:cubicBezTo>
                  <a:pt x="936365" y="71886"/>
                  <a:pt x="936396" y="70424"/>
                  <a:pt x="936396" y="69802"/>
                </a:cubicBezTo>
                <a:cubicBezTo>
                  <a:pt x="936396" y="62958"/>
                  <a:pt x="934803" y="58137"/>
                  <a:pt x="931619" y="55339"/>
                </a:cubicBezTo>
                <a:cubicBezTo>
                  <a:pt x="927310" y="51543"/>
                  <a:pt x="920909" y="49645"/>
                  <a:pt x="912416" y="49645"/>
                </a:cubicBezTo>
                <a:cubicBezTo>
                  <a:pt x="904485" y="49645"/>
                  <a:pt x="898631" y="51035"/>
                  <a:pt x="894853" y="53813"/>
                </a:cubicBezTo>
                <a:cubicBezTo>
                  <a:pt x="891075" y="56592"/>
                  <a:pt x="888281" y="61510"/>
                  <a:pt x="886470" y="68567"/>
                </a:cubicBezTo>
                <a:lnTo>
                  <a:pt x="869984" y="66318"/>
                </a:lnTo>
                <a:cubicBezTo>
                  <a:pt x="871482" y="59240"/>
                  <a:pt x="873949" y="53525"/>
                  <a:pt x="877384" y="49171"/>
                </a:cubicBezTo>
                <a:cubicBezTo>
                  <a:pt x="880818" y="44817"/>
                  <a:pt x="885783" y="41467"/>
                  <a:pt x="892277" y="39119"/>
                </a:cubicBezTo>
                <a:cubicBezTo>
                  <a:pt x="898772" y="36769"/>
                  <a:pt x="906296" y="35595"/>
                  <a:pt x="914852" y="35595"/>
                </a:cubicBezTo>
                <a:cubicBezTo>
                  <a:pt x="923344" y="35595"/>
                  <a:pt x="930245" y="36594"/>
                  <a:pt x="935553" y="38592"/>
                </a:cubicBezTo>
                <a:cubicBezTo>
                  <a:pt x="940861" y="40590"/>
                  <a:pt x="944764" y="43104"/>
                  <a:pt x="947261" y="46133"/>
                </a:cubicBezTo>
                <a:cubicBezTo>
                  <a:pt x="949759" y="49161"/>
                  <a:pt x="951508" y="52986"/>
                  <a:pt x="952507" y="57607"/>
                </a:cubicBezTo>
                <a:cubicBezTo>
                  <a:pt x="953069" y="60480"/>
                  <a:pt x="953350" y="65663"/>
                  <a:pt x="953350" y="73156"/>
                </a:cubicBezTo>
                <a:lnTo>
                  <a:pt x="953350" y="95637"/>
                </a:lnTo>
                <a:cubicBezTo>
                  <a:pt x="953350" y="111311"/>
                  <a:pt x="953709" y="121225"/>
                  <a:pt x="954427" y="125377"/>
                </a:cubicBezTo>
                <a:cubicBezTo>
                  <a:pt x="955145" y="129530"/>
                  <a:pt x="956566" y="133511"/>
                  <a:pt x="958689" y="137320"/>
                </a:cubicBezTo>
                <a:lnTo>
                  <a:pt x="941079" y="137320"/>
                </a:lnTo>
                <a:cubicBezTo>
                  <a:pt x="939331" y="133819"/>
                  <a:pt x="938207" y="129725"/>
                  <a:pt x="937707" y="125038"/>
                </a:cubicBezTo>
                <a:moveTo>
                  <a:pt x="936302" y="87301"/>
                </a:moveTo>
                <a:cubicBezTo>
                  <a:pt x="930182" y="89820"/>
                  <a:pt x="921003" y="91961"/>
                  <a:pt x="908763" y="93723"/>
                </a:cubicBezTo>
                <a:cubicBezTo>
                  <a:pt x="901831" y="94726"/>
                  <a:pt x="896929" y="95855"/>
                  <a:pt x="894057" y="97110"/>
                </a:cubicBezTo>
                <a:cubicBezTo>
                  <a:pt x="891184" y="98362"/>
                  <a:pt x="888967" y="100197"/>
                  <a:pt x="887406" y="102613"/>
                </a:cubicBezTo>
                <a:cubicBezTo>
                  <a:pt x="885845" y="105027"/>
                  <a:pt x="885065" y="107707"/>
                  <a:pt x="885065" y="110654"/>
                </a:cubicBezTo>
                <a:cubicBezTo>
                  <a:pt x="885065" y="115167"/>
                  <a:pt x="886766" y="118930"/>
                  <a:pt x="890170" y="121941"/>
                </a:cubicBezTo>
                <a:cubicBezTo>
                  <a:pt x="893573" y="124950"/>
                  <a:pt x="898553" y="126455"/>
                  <a:pt x="905110" y="126455"/>
                </a:cubicBezTo>
                <a:cubicBezTo>
                  <a:pt x="911604" y="126455"/>
                  <a:pt x="917381" y="125027"/>
                  <a:pt x="922439" y="122172"/>
                </a:cubicBezTo>
                <a:cubicBezTo>
                  <a:pt x="927497" y="119317"/>
                  <a:pt x="931213" y="115411"/>
                  <a:pt x="933586" y="110455"/>
                </a:cubicBezTo>
                <a:cubicBezTo>
                  <a:pt x="935397" y="106626"/>
                  <a:pt x="936302" y="100978"/>
                  <a:pt x="936302" y="93512"/>
                </a:cubicBezTo>
                <a:lnTo>
                  <a:pt x="936302" y="87301"/>
                </a:lnTo>
                <a:close/>
                <a:moveTo>
                  <a:pt x="1016267" y="122427"/>
                </a:moveTo>
                <a:lnTo>
                  <a:pt x="1018703" y="137320"/>
                </a:lnTo>
                <a:cubicBezTo>
                  <a:pt x="1013957" y="138195"/>
                  <a:pt x="1009711" y="138632"/>
                  <a:pt x="1005964" y="138632"/>
                </a:cubicBezTo>
                <a:cubicBezTo>
                  <a:pt x="999844" y="138632"/>
                  <a:pt x="995098" y="137664"/>
                  <a:pt x="991726" y="135728"/>
                </a:cubicBezTo>
                <a:cubicBezTo>
                  <a:pt x="988354" y="133792"/>
                  <a:pt x="985981" y="131247"/>
                  <a:pt x="984607" y="128094"/>
                </a:cubicBezTo>
                <a:cubicBezTo>
                  <a:pt x="983233" y="124940"/>
                  <a:pt x="982546" y="118305"/>
                  <a:pt x="982546" y="108189"/>
                </a:cubicBezTo>
                <a:lnTo>
                  <a:pt x="982546" y="50957"/>
                </a:lnTo>
                <a:lnTo>
                  <a:pt x="970182" y="50957"/>
                </a:lnTo>
                <a:lnTo>
                  <a:pt x="970182" y="37843"/>
                </a:lnTo>
                <a:lnTo>
                  <a:pt x="982546" y="37843"/>
                </a:lnTo>
                <a:lnTo>
                  <a:pt x="982546" y="13140"/>
                </a:lnTo>
                <a:lnTo>
                  <a:pt x="999313" y="2997"/>
                </a:lnTo>
                <a:lnTo>
                  <a:pt x="999313" y="37843"/>
                </a:lnTo>
                <a:lnTo>
                  <a:pt x="1016267" y="37843"/>
                </a:lnTo>
                <a:lnTo>
                  <a:pt x="1016267" y="50957"/>
                </a:lnTo>
                <a:lnTo>
                  <a:pt x="999313" y="50957"/>
                </a:lnTo>
                <a:lnTo>
                  <a:pt x="999313" y="109126"/>
                </a:lnTo>
                <a:cubicBezTo>
                  <a:pt x="999313" y="113934"/>
                  <a:pt x="999610" y="117025"/>
                  <a:pt x="1000203" y="118399"/>
                </a:cubicBezTo>
                <a:cubicBezTo>
                  <a:pt x="1000796" y="119773"/>
                  <a:pt x="1001764" y="120866"/>
                  <a:pt x="1003107" y="121677"/>
                </a:cubicBezTo>
                <a:cubicBezTo>
                  <a:pt x="1004449" y="122489"/>
                  <a:pt x="1006370" y="122895"/>
                  <a:pt x="1008867" y="122895"/>
                </a:cubicBezTo>
                <a:cubicBezTo>
                  <a:pt x="1010741" y="122895"/>
                  <a:pt x="1013208" y="122739"/>
                  <a:pt x="1016267" y="122427"/>
                </a:cubicBezTo>
                <a:close/>
                <a:moveTo>
                  <a:pt x="1097699" y="125038"/>
                </a:moveTo>
                <a:cubicBezTo>
                  <a:pt x="1091454" y="130350"/>
                  <a:pt x="1085444" y="134100"/>
                  <a:pt x="1079667" y="136287"/>
                </a:cubicBezTo>
                <a:cubicBezTo>
                  <a:pt x="1073891" y="138475"/>
                  <a:pt x="1067693" y="139568"/>
                  <a:pt x="1061074" y="139568"/>
                </a:cubicBezTo>
                <a:cubicBezTo>
                  <a:pt x="1050146" y="139568"/>
                  <a:pt x="1041747" y="136897"/>
                  <a:pt x="1035877" y="131554"/>
                </a:cubicBezTo>
                <a:cubicBezTo>
                  <a:pt x="1030007" y="126211"/>
                  <a:pt x="1027072" y="119384"/>
                  <a:pt x="1027072" y="111072"/>
                </a:cubicBezTo>
                <a:cubicBezTo>
                  <a:pt x="1027072" y="106199"/>
                  <a:pt x="1028180" y="101748"/>
                  <a:pt x="1030397" y="97718"/>
                </a:cubicBezTo>
                <a:cubicBezTo>
                  <a:pt x="1032614" y="93687"/>
                  <a:pt x="1035517" y="90452"/>
                  <a:pt x="1039108" y="88015"/>
                </a:cubicBezTo>
                <a:cubicBezTo>
                  <a:pt x="1042699" y="85577"/>
                  <a:pt x="1046742" y="83734"/>
                  <a:pt x="1051238" y="82485"/>
                </a:cubicBezTo>
                <a:cubicBezTo>
                  <a:pt x="1054548" y="81609"/>
                  <a:pt x="1059544" y="80765"/>
                  <a:pt x="1066226" y="79953"/>
                </a:cubicBezTo>
                <a:cubicBezTo>
                  <a:pt x="1079839" y="78341"/>
                  <a:pt x="1089862" y="76419"/>
                  <a:pt x="1096294" y="74187"/>
                </a:cubicBezTo>
                <a:cubicBezTo>
                  <a:pt x="1096356" y="71886"/>
                  <a:pt x="1096387" y="70424"/>
                  <a:pt x="1096387" y="69802"/>
                </a:cubicBezTo>
                <a:cubicBezTo>
                  <a:pt x="1096387" y="62958"/>
                  <a:pt x="1094795" y="58137"/>
                  <a:pt x="1091610" y="55339"/>
                </a:cubicBezTo>
                <a:cubicBezTo>
                  <a:pt x="1087301" y="51543"/>
                  <a:pt x="1080901" y="49645"/>
                  <a:pt x="1072408" y="49645"/>
                </a:cubicBezTo>
                <a:cubicBezTo>
                  <a:pt x="1064477" y="49645"/>
                  <a:pt x="1058623" y="51035"/>
                  <a:pt x="1054845" y="53813"/>
                </a:cubicBezTo>
                <a:cubicBezTo>
                  <a:pt x="1051067" y="56592"/>
                  <a:pt x="1048272" y="61510"/>
                  <a:pt x="1046461" y="68567"/>
                </a:cubicBezTo>
                <a:lnTo>
                  <a:pt x="1029975" y="66318"/>
                </a:lnTo>
                <a:cubicBezTo>
                  <a:pt x="1031474" y="59240"/>
                  <a:pt x="1033941" y="53525"/>
                  <a:pt x="1037375" y="49171"/>
                </a:cubicBezTo>
                <a:cubicBezTo>
                  <a:pt x="1040810" y="44817"/>
                  <a:pt x="1045774" y="41467"/>
                  <a:pt x="1052269" y="39119"/>
                </a:cubicBezTo>
                <a:cubicBezTo>
                  <a:pt x="1058763" y="36769"/>
                  <a:pt x="1066288" y="35595"/>
                  <a:pt x="1074843" y="35595"/>
                </a:cubicBezTo>
                <a:cubicBezTo>
                  <a:pt x="1083336" y="35595"/>
                  <a:pt x="1090236" y="36594"/>
                  <a:pt x="1095544" y="38592"/>
                </a:cubicBezTo>
                <a:cubicBezTo>
                  <a:pt x="1100852" y="40590"/>
                  <a:pt x="1104755" y="43104"/>
                  <a:pt x="1107253" y="46133"/>
                </a:cubicBezTo>
                <a:cubicBezTo>
                  <a:pt x="1109751" y="49161"/>
                  <a:pt x="1111500" y="52986"/>
                  <a:pt x="1112499" y="57607"/>
                </a:cubicBezTo>
                <a:cubicBezTo>
                  <a:pt x="1113061" y="60480"/>
                  <a:pt x="1113342" y="65663"/>
                  <a:pt x="1113342" y="73156"/>
                </a:cubicBezTo>
                <a:lnTo>
                  <a:pt x="1113342" y="95637"/>
                </a:lnTo>
                <a:cubicBezTo>
                  <a:pt x="1113342" y="111311"/>
                  <a:pt x="1113701" y="121225"/>
                  <a:pt x="1114419" y="125377"/>
                </a:cubicBezTo>
                <a:cubicBezTo>
                  <a:pt x="1115137" y="129530"/>
                  <a:pt x="1116558" y="133511"/>
                  <a:pt x="1118681" y="137320"/>
                </a:cubicBezTo>
                <a:lnTo>
                  <a:pt x="1101071" y="137320"/>
                </a:lnTo>
                <a:cubicBezTo>
                  <a:pt x="1099322" y="133819"/>
                  <a:pt x="1098198" y="129725"/>
                  <a:pt x="1097699" y="125038"/>
                </a:cubicBezTo>
                <a:moveTo>
                  <a:pt x="1096294" y="87301"/>
                </a:moveTo>
                <a:cubicBezTo>
                  <a:pt x="1090174" y="89820"/>
                  <a:pt x="1080994" y="91961"/>
                  <a:pt x="1068755" y="93723"/>
                </a:cubicBezTo>
                <a:cubicBezTo>
                  <a:pt x="1061823" y="94726"/>
                  <a:pt x="1056921" y="95855"/>
                  <a:pt x="1054049" y="97110"/>
                </a:cubicBezTo>
                <a:cubicBezTo>
                  <a:pt x="1051176" y="98362"/>
                  <a:pt x="1048959" y="100197"/>
                  <a:pt x="1047398" y="102613"/>
                </a:cubicBezTo>
                <a:cubicBezTo>
                  <a:pt x="1045837" y="105027"/>
                  <a:pt x="1045056" y="107707"/>
                  <a:pt x="1045056" y="110654"/>
                </a:cubicBezTo>
                <a:cubicBezTo>
                  <a:pt x="1045056" y="115167"/>
                  <a:pt x="1046758" y="118930"/>
                  <a:pt x="1050161" y="121941"/>
                </a:cubicBezTo>
                <a:cubicBezTo>
                  <a:pt x="1053565" y="124950"/>
                  <a:pt x="1058545" y="126455"/>
                  <a:pt x="1065102" y="126455"/>
                </a:cubicBezTo>
                <a:cubicBezTo>
                  <a:pt x="1071596" y="126455"/>
                  <a:pt x="1077372" y="125027"/>
                  <a:pt x="1082431" y="122172"/>
                </a:cubicBezTo>
                <a:cubicBezTo>
                  <a:pt x="1087489" y="119317"/>
                  <a:pt x="1091204" y="115411"/>
                  <a:pt x="1093577" y="110455"/>
                </a:cubicBezTo>
                <a:cubicBezTo>
                  <a:pt x="1095388" y="106626"/>
                  <a:pt x="1096294" y="100978"/>
                  <a:pt x="1096294" y="93512"/>
                </a:cubicBezTo>
                <a:lnTo>
                  <a:pt x="1096294" y="873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4,841">
            <a:extLst xmlns:a="http://schemas.openxmlformats.org/drawingml/2006/main">
              <a:ext uri="{FF2B5EF4-FFF2-40B4-BE49-F238E27FC236}">
                <a16:creationId xmlns:a16="http://schemas.microsoft.com/office/drawing/2014/main" id="{7E514758-EDFD-4252-B94A-867AD8D6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186" y="1343064"/>
            <a:ext cx="442349" cy="165047"/>
          </a:xfrm>
          <a:custGeom xmlns:a="http://schemas.openxmlformats.org/drawingml/2006/main">
            <a:pathLst>
              <a:path w="442349" h="165047">
                <a:moveTo>
                  <a:pt x="59574" y="137882"/>
                </a:moveTo>
                <a:lnTo>
                  <a:pt x="59574" y="105004"/>
                </a:lnTo>
                <a:lnTo>
                  <a:pt x="0" y="105004"/>
                </a:lnTo>
                <a:lnTo>
                  <a:pt x="0" y="89549"/>
                </a:lnTo>
                <a:lnTo>
                  <a:pt x="62665" y="562"/>
                </a:lnTo>
                <a:lnTo>
                  <a:pt x="76435" y="562"/>
                </a:lnTo>
                <a:lnTo>
                  <a:pt x="76435" y="89549"/>
                </a:lnTo>
                <a:lnTo>
                  <a:pt x="94982" y="89549"/>
                </a:lnTo>
                <a:lnTo>
                  <a:pt x="94982" y="105004"/>
                </a:lnTo>
                <a:lnTo>
                  <a:pt x="76435" y="105004"/>
                </a:lnTo>
                <a:lnTo>
                  <a:pt x="76435" y="137882"/>
                </a:lnTo>
                <a:lnTo>
                  <a:pt x="59574" y="137882"/>
                </a:lnTo>
                <a:moveTo>
                  <a:pt x="59574" y="89549"/>
                </a:moveTo>
                <a:lnTo>
                  <a:pt x="59574" y="27633"/>
                </a:lnTo>
                <a:lnTo>
                  <a:pt x="16580" y="89549"/>
                </a:lnTo>
                <a:lnTo>
                  <a:pt x="59574" y="89549"/>
                </a:lnTo>
                <a:close/>
                <a:moveTo>
                  <a:pt x="121274" y="137882"/>
                </a:moveTo>
                <a:lnTo>
                  <a:pt x="121274" y="118586"/>
                </a:lnTo>
                <a:lnTo>
                  <a:pt x="140476" y="118586"/>
                </a:lnTo>
                <a:lnTo>
                  <a:pt x="140476" y="137827"/>
                </a:lnTo>
                <a:cubicBezTo>
                  <a:pt x="140476" y="144899"/>
                  <a:pt x="139227" y="150609"/>
                  <a:pt x="136729" y="154957"/>
                </a:cubicBezTo>
                <a:cubicBezTo>
                  <a:pt x="134231" y="159307"/>
                  <a:pt x="130266" y="162670"/>
                  <a:pt x="124833" y="165047"/>
                </a:cubicBezTo>
                <a:lnTo>
                  <a:pt x="120150" y="157740"/>
                </a:lnTo>
                <a:cubicBezTo>
                  <a:pt x="123709" y="156187"/>
                  <a:pt x="126332" y="153903"/>
                  <a:pt x="128018" y="150888"/>
                </a:cubicBezTo>
                <a:cubicBezTo>
                  <a:pt x="129704" y="147873"/>
                  <a:pt x="130641" y="143538"/>
                  <a:pt x="130828" y="137882"/>
                </a:cubicBezTo>
                <a:lnTo>
                  <a:pt x="121274" y="137882"/>
                </a:lnTo>
                <a:close/>
                <a:moveTo>
                  <a:pt x="191465" y="63227"/>
                </a:moveTo>
                <a:cubicBezTo>
                  <a:pt x="184471" y="60675"/>
                  <a:pt x="179288" y="57032"/>
                  <a:pt x="175916" y="52300"/>
                </a:cubicBezTo>
                <a:cubicBezTo>
                  <a:pt x="172544" y="47568"/>
                  <a:pt x="170857" y="41902"/>
                  <a:pt x="170857" y="35302"/>
                </a:cubicBezTo>
                <a:cubicBezTo>
                  <a:pt x="170857" y="25340"/>
                  <a:pt x="174448" y="16966"/>
                  <a:pt x="181630" y="10181"/>
                </a:cubicBezTo>
                <a:cubicBezTo>
                  <a:pt x="188811" y="3394"/>
                  <a:pt x="198365" y="0"/>
                  <a:pt x="210293" y="0"/>
                </a:cubicBezTo>
                <a:cubicBezTo>
                  <a:pt x="222282" y="0"/>
                  <a:pt x="231930" y="3472"/>
                  <a:pt x="239237" y="10415"/>
                </a:cubicBezTo>
                <a:cubicBezTo>
                  <a:pt x="246543" y="17356"/>
                  <a:pt x="250196" y="25808"/>
                  <a:pt x="250196" y="35770"/>
                </a:cubicBezTo>
                <a:cubicBezTo>
                  <a:pt x="250196" y="42120"/>
                  <a:pt x="248526" y="47646"/>
                  <a:pt x="245185" y="52347"/>
                </a:cubicBezTo>
                <a:cubicBezTo>
                  <a:pt x="241844" y="57048"/>
                  <a:pt x="236770" y="60675"/>
                  <a:pt x="229963" y="63227"/>
                </a:cubicBezTo>
                <a:cubicBezTo>
                  <a:pt x="238394" y="65979"/>
                  <a:pt x="244810" y="70418"/>
                  <a:pt x="249212" y="76546"/>
                </a:cubicBezTo>
                <a:cubicBezTo>
                  <a:pt x="253615" y="82672"/>
                  <a:pt x="255816" y="89987"/>
                  <a:pt x="255816" y="98491"/>
                </a:cubicBezTo>
                <a:cubicBezTo>
                  <a:pt x="255816" y="110245"/>
                  <a:pt x="251664" y="120123"/>
                  <a:pt x="243358" y="128126"/>
                </a:cubicBezTo>
                <a:cubicBezTo>
                  <a:pt x="235053" y="136129"/>
                  <a:pt x="224125" y="140130"/>
                  <a:pt x="210574" y="140130"/>
                </a:cubicBezTo>
                <a:cubicBezTo>
                  <a:pt x="197023" y="140130"/>
                  <a:pt x="186094" y="136113"/>
                  <a:pt x="177789" y="128079"/>
                </a:cubicBezTo>
                <a:cubicBezTo>
                  <a:pt x="169484" y="120045"/>
                  <a:pt x="165331" y="110025"/>
                  <a:pt x="165331" y="98020"/>
                </a:cubicBezTo>
                <a:cubicBezTo>
                  <a:pt x="165331" y="89080"/>
                  <a:pt x="167595" y="81594"/>
                  <a:pt x="172122" y="75560"/>
                </a:cubicBezTo>
                <a:cubicBezTo>
                  <a:pt x="176649" y="69526"/>
                  <a:pt x="183097" y="65415"/>
                  <a:pt x="191465" y="63227"/>
                </a:cubicBezTo>
                <a:moveTo>
                  <a:pt x="188093" y="34851"/>
                </a:moveTo>
                <a:cubicBezTo>
                  <a:pt x="188093" y="41289"/>
                  <a:pt x="190185" y="46551"/>
                  <a:pt x="194369" y="50637"/>
                </a:cubicBezTo>
                <a:cubicBezTo>
                  <a:pt x="198553" y="54722"/>
                  <a:pt x="203985" y="56764"/>
                  <a:pt x="210667" y="56764"/>
                </a:cubicBezTo>
                <a:cubicBezTo>
                  <a:pt x="217162" y="56764"/>
                  <a:pt x="222485" y="54737"/>
                  <a:pt x="226638" y="50681"/>
                </a:cubicBezTo>
                <a:cubicBezTo>
                  <a:pt x="230791" y="46626"/>
                  <a:pt x="232867" y="41659"/>
                  <a:pt x="232867" y="35779"/>
                </a:cubicBezTo>
                <a:cubicBezTo>
                  <a:pt x="232867" y="29650"/>
                  <a:pt x="230728" y="24496"/>
                  <a:pt x="226451" y="20318"/>
                </a:cubicBezTo>
                <a:cubicBezTo>
                  <a:pt x="222173" y="16140"/>
                  <a:pt x="216849" y="14051"/>
                  <a:pt x="210480" y="14051"/>
                </a:cubicBezTo>
                <a:cubicBezTo>
                  <a:pt x="204048" y="14051"/>
                  <a:pt x="198709" y="16094"/>
                  <a:pt x="194462" y="20180"/>
                </a:cubicBezTo>
                <a:cubicBezTo>
                  <a:pt x="190216" y="24264"/>
                  <a:pt x="188093" y="29155"/>
                  <a:pt x="188093" y="34851"/>
                </a:cubicBezTo>
                <a:moveTo>
                  <a:pt x="182660" y="98026"/>
                </a:moveTo>
                <a:cubicBezTo>
                  <a:pt x="182660" y="102826"/>
                  <a:pt x="183800" y="107471"/>
                  <a:pt x="186079" y="111959"/>
                </a:cubicBezTo>
                <a:cubicBezTo>
                  <a:pt x="188358" y="116448"/>
                  <a:pt x="191746" y="119923"/>
                  <a:pt x="196242" y="122386"/>
                </a:cubicBezTo>
                <a:cubicBezTo>
                  <a:pt x="200738" y="124849"/>
                  <a:pt x="205578" y="126080"/>
                  <a:pt x="210761" y="126080"/>
                </a:cubicBezTo>
                <a:cubicBezTo>
                  <a:pt x="218817" y="126080"/>
                  <a:pt x="225467" y="123493"/>
                  <a:pt x="230713" y="118320"/>
                </a:cubicBezTo>
                <a:cubicBezTo>
                  <a:pt x="235958" y="113145"/>
                  <a:pt x="238581" y="106567"/>
                  <a:pt x="238581" y="98588"/>
                </a:cubicBezTo>
                <a:cubicBezTo>
                  <a:pt x="238581" y="90483"/>
                  <a:pt x="235880" y="83782"/>
                  <a:pt x="230478" y="78484"/>
                </a:cubicBezTo>
                <a:cubicBezTo>
                  <a:pt x="225077" y="73184"/>
                  <a:pt x="218317" y="70534"/>
                  <a:pt x="210199" y="70534"/>
                </a:cubicBezTo>
                <a:cubicBezTo>
                  <a:pt x="202268" y="70534"/>
                  <a:pt x="195696" y="73152"/>
                  <a:pt x="190481" y="78390"/>
                </a:cubicBezTo>
                <a:cubicBezTo>
                  <a:pt x="185267" y="83626"/>
                  <a:pt x="182660" y="90171"/>
                  <a:pt x="182660" y="98026"/>
                </a:cubicBezTo>
                <a:close/>
                <a:moveTo>
                  <a:pt x="326227" y="137882"/>
                </a:moveTo>
                <a:lnTo>
                  <a:pt x="326227" y="105004"/>
                </a:lnTo>
                <a:lnTo>
                  <a:pt x="266653" y="105004"/>
                </a:lnTo>
                <a:lnTo>
                  <a:pt x="266653" y="89549"/>
                </a:lnTo>
                <a:lnTo>
                  <a:pt x="329318" y="562"/>
                </a:lnTo>
                <a:lnTo>
                  <a:pt x="343088" y="562"/>
                </a:lnTo>
                <a:lnTo>
                  <a:pt x="343088" y="89549"/>
                </a:lnTo>
                <a:lnTo>
                  <a:pt x="361634" y="89549"/>
                </a:lnTo>
                <a:lnTo>
                  <a:pt x="361634" y="105004"/>
                </a:lnTo>
                <a:lnTo>
                  <a:pt x="343088" y="105004"/>
                </a:lnTo>
                <a:lnTo>
                  <a:pt x="343088" y="137882"/>
                </a:lnTo>
                <a:lnTo>
                  <a:pt x="326227" y="137882"/>
                </a:lnTo>
                <a:moveTo>
                  <a:pt x="326227" y="89549"/>
                </a:moveTo>
                <a:lnTo>
                  <a:pt x="326227" y="27633"/>
                </a:lnTo>
                <a:lnTo>
                  <a:pt x="283232" y="89549"/>
                </a:lnTo>
                <a:lnTo>
                  <a:pt x="326227" y="89549"/>
                </a:lnTo>
                <a:close/>
                <a:moveTo>
                  <a:pt x="442349" y="137882"/>
                </a:moveTo>
                <a:lnTo>
                  <a:pt x="425488" y="137882"/>
                </a:lnTo>
                <a:lnTo>
                  <a:pt x="425488" y="30443"/>
                </a:lnTo>
                <a:cubicBezTo>
                  <a:pt x="421429" y="34314"/>
                  <a:pt x="416105" y="38186"/>
                  <a:pt x="409517" y="42058"/>
                </a:cubicBezTo>
                <a:cubicBezTo>
                  <a:pt x="402929" y="45930"/>
                  <a:pt x="397012" y="48833"/>
                  <a:pt x="391767" y="50769"/>
                </a:cubicBezTo>
                <a:lnTo>
                  <a:pt x="391767" y="34471"/>
                </a:lnTo>
                <a:cubicBezTo>
                  <a:pt x="401196" y="30037"/>
                  <a:pt x="409439" y="24666"/>
                  <a:pt x="416496" y="18359"/>
                </a:cubicBezTo>
                <a:cubicBezTo>
                  <a:pt x="423552" y="12052"/>
                  <a:pt x="428548" y="5932"/>
                  <a:pt x="431483" y="0"/>
                </a:cubicBezTo>
                <a:lnTo>
                  <a:pt x="442349" y="0"/>
                </a:lnTo>
                <a:lnTo>
                  <a:pt x="442349" y="1378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128,526">
            <a:extLst xmlns:a="http://schemas.openxmlformats.org/drawingml/2006/main">
              <a:ext uri="{FF2B5EF4-FFF2-40B4-BE49-F238E27FC236}">
                <a16:creationId xmlns:a16="http://schemas.microsoft.com/office/drawing/2014/main" id="{AE221D7B-DFD0-4F3C-8602-09224618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282" y="1622099"/>
            <a:ext cx="663633" cy="165047"/>
          </a:xfrm>
          <a:custGeom xmlns:a="http://schemas.openxmlformats.org/drawingml/2006/main">
            <a:pathLst>
              <a:path w="663633" h="165047">
                <a:moveTo>
                  <a:pt x="50582" y="137882"/>
                </a:moveTo>
                <a:lnTo>
                  <a:pt x="33721" y="137882"/>
                </a:lnTo>
                <a:lnTo>
                  <a:pt x="33721" y="30443"/>
                </a:lnTo>
                <a:cubicBezTo>
                  <a:pt x="29662" y="34314"/>
                  <a:pt x="24339" y="38186"/>
                  <a:pt x="17750" y="42058"/>
                </a:cubicBezTo>
                <a:cubicBezTo>
                  <a:pt x="11162" y="45930"/>
                  <a:pt x="5246" y="48833"/>
                  <a:pt x="0" y="50769"/>
                </a:cubicBezTo>
                <a:lnTo>
                  <a:pt x="0" y="34471"/>
                </a:lnTo>
                <a:cubicBezTo>
                  <a:pt x="9429" y="30037"/>
                  <a:pt x="17672" y="24666"/>
                  <a:pt x="24729" y="18359"/>
                </a:cubicBezTo>
                <a:cubicBezTo>
                  <a:pt x="31785" y="12052"/>
                  <a:pt x="36781" y="5932"/>
                  <a:pt x="39716" y="0"/>
                </a:cubicBezTo>
                <a:lnTo>
                  <a:pt x="50582" y="0"/>
                </a:lnTo>
                <a:lnTo>
                  <a:pt x="50582" y="137882"/>
                </a:lnTo>
                <a:close/>
                <a:moveTo>
                  <a:pt x="182347" y="121677"/>
                </a:moveTo>
                <a:lnTo>
                  <a:pt x="182347" y="137882"/>
                </a:lnTo>
                <a:lnTo>
                  <a:pt x="91580" y="137882"/>
                </a:lnTo>
                <a:cubicBezTo>
                  <a:pt x="91455" y="133825"/>
                  <a:pt x="92111" y="129924"/>
                  <a:pt x="93547" y="126180"/>
                </a:cubicBezTo>
                <a:cubicBezTo>
                  <a:pt x="95858" y="120001"/>
                  <a:pt x="99558" y="113917"/>
                  <a:pt x="104647" y="107926"/>
                </a:cubicBezTo>
                <a:cubicBezTo>
                  <a:pt x="109737" y="101935"/>
                  <a:pt x="117090" y="95007"/>
                  <a:pt x="126706" y="87142"/>
                </a:cubicBezTo>
                <a:cubicBezTo>
                  <a:pt x="141631" y="74915"/>
                  <a:pt x="151716" y="65229"/>
                  <a:pt x="156962" y="58084"/>
                </a:cubicBezTo>
                <a:cubicBezTo>
                  <a:pt x="162207" y="50940"/>
                  <a:pt x="164830" y="44186"/>
                  <a:pt x="164830" y="37822"/>
                </a:cubicBezTo>
                <a:cubicBezTo>
                  <a:pt x="164830" y="31146"/>
                  <a:pt x="162442" y="25515"/>
                  <a:pt x="157664" y="20929"/>
                </a:cubicBezTo>
                <a:cubicBezTo>
                  <a:pt x="152887" y="16343"/>
                  <a:pt x="146658" y="14051"/>
                  <a:pt x="138977" y="14051"/>
                </a:cubicBezTo>
                <a:cubicBezTo>
                  <a:pt x="130859" y="14051"/>
                  <a:pt x="124365" y="16486"/>
                  <a:pt x="119494" y="21357"/>
                </a:cubicBezTo>
                <a:cubicBezTo>
                  <a:pt x="114623" y="26228"/>
                  <a:pt x="112156" y="32972"/>
                  <a:pt x="112094" y="41590"/>
                </a:cubicBezTo>
                <a:lnTo>
                  <a:pt x="94765" y="39807"/>
                </a:lnTo>
                <a:cubicBezTo>
                  <a:pt x="95951" y="26851"/>
                  <a:pt x="100416" y="16978"/>
                  <a:pt x="108160" y="10187"/>
                </a:cubicBezTo>
                <a:cubicBezTo>
                  <a:pt x="115903" y="3396"/>
                  <a:pt x="126301" y="0"/>
                  <a:pt x="139352" y="0"/>
                </a:cubicBezTo>
                <a:cubicBezTo>
                  <a:pt x="152528" y="0"/>
                  <a:pt x="162957" y="3654"/>
                  <a:pt x="170638" y="10962"/>
                </a:cubicBezTo>
                <a:cubicBezTo>
                  <a:pt x="178319" y="18271"/>
                  <a:pt x="182159" y="27328"/>
                  <a:pt x="182159" y="38135"/>
                </a:cubicBezTo>
                <a:cubicBezTo>
                  <a:pt x="182159" y="43633"/>
                  <a:pt x="181035" y="49036"/>
                  <a:pt x="178787" y="54346"/>
                </a:cubicBezTo>
                <a:cubicBezTo>
                  <a:pt x="176539" y="59656"/>
                  <a:pt x="172808" y="65247"/>
                  <a:pt x="167593" y="71119"/>
                </a:cubicBezTo>
                <a:cubicBezTo>
                  <a:pt x="162379" y="76989"/>
                  <a:pt x="153715" y="85047"/>
                  <a:pt x="141600" y="95292"/>
                </a:cubicBezTo>
                <a:cubicBezTo>
                  <a:pt x="131484" y="103775"/>
                  <a:pt x="124989" y="109530"/>
                  <a:pt x="122117" y="112556"/>
                </a:cubicBezTo>
                <a:cubicBezTo>
                  <a:pt x="119244" y="115581"/>
                  <a:pt x="116871" y="118621"/>
                  <a:pt x="114998" y="121677"/>
                </a:cubicBezTo>
                <a:lnTo>
                  <a:pt x="182347" y="121677"/>
                </a:lnTo>
                <a:close/>
                <a:moveTo>
                  <a:pt x="226342" y="63227"/>
                </a:moveTo>
                <a:cubicBezTo>
                  <a:pt x="219348" y="60675"/>
                  <a:pt x="214165" y="57032"/>
                  <a:pt x="210793" y="52300"/>
                </a:cubicBezTo>
                <a:cubicBezTo>
                  <a:pt x="207421" y="47568"/>
                  <a:pt x="205735" y="41902"/>
                  <a:pt x="205735" y="35302"/>
                </a:cubicBezTo>
                <a:cubicBezTo>
                  <a:pt x="205735" y="25340"/>
                  <a:pt x="209326" y="16966"/>
                  <a:pt x="216507" y="10181"/>
                </a:cubicBezTo>
                <a:cubicBezTo>
                  <a:pt x="223688" y="3394"/>
                  <a:pt x="233243" y="0"/>
                  <a:pt x="245170" y="0"/>
                </a:cubicBezTo>
                <a:cubicBezTo>
                  <a:pt x="257160" y="0"/>
                  <a:pt x="266808" y="3472"/>
                  <a:pt x="274114" y="10415"/>
                </a:cubicBezTo>
                <a:cubicBezTo>
                  <a:pt x="281420" y="17356"/>
                  <a:pt x="285073" y="25808"/>
                  <a:pt x="285073" y="35770"/>
                </a:cubicBezTo>
                <a:cubicBezTo>
                  <a:pt x="285073" y="42120"/>
                  <a:pt x="283403" y="47646"/>
                  <a:pt x="280062" y="52347"/>
                </a:cubicBezTo>
                <a:cubicBezTo>
                  <a:pt x="276721" y="57048"/>
                  <a:pt x="271647" y="60675"/>
                  <a:pt x="264841" y="63227"/>
                </a:cubicBezTo>
                <a:cubicBezTo>
                  <a:pt x="273271" y="65979"/>
                  <a:pt x="279687" y="70418"/>
                  <a:pt x="284090" y="76546"/>
                </a:cubicBezTo>
                <a:cubicBezTo>
                  <a:pt x="288492" y="82672"/>
                  <a:pt x="290694" y="89987"/>
                  <a:pt x="290694" y="98491"/>
                </a:cubicBezTo>
                <a:cubicBezTo>
                  <a:pt x="290694" y="110245"/>
                  <a:pt x="286541" y="120123"/>
                  <a:pt x="278236" y="128126"/>
                </a:cubicBezTo>
                <a:cubicBezTo>
                  <a:pt x="269930" y="136129"/>
                  <a:pt x="259002" y="140130"/>
                  <a:pt x="245451" y="140130"/>
                </a:cubicBezTo>
                <a:cubicBezTo>
                  <a:pt x="231900" y="140130"/>
                  <a:pt x="220972" y="136113"/>
                  <a:pt x="212666" y="128079"/>
                </a:cubicBezTo>
                <a:cubicBezTo>
                  <a:pt x="204361" y="120045"/>
                  <a:pt x="200208" y="110025"/>
                  <a:pt x="200208" y="98020"/>
                </a:cubicBezTo>
                <a:cubicBezTo>
                  <a:pt x="200208" y="89080"/>
                  <a:pt x="202472" y="81594"/>
                  <a:pt x="206999" y="75560"/>
                </a:cubicBezTo>
                <a:cubicBezTo>
                  <a:pt x="211527" y="69526"/>
                  <a:pt x="217974" y="65415"/>
                  <a:pt x="226342" y="63227"/>
                </a:cubicBezTo>
                <a:moveTo>
                  <a:pt x="222970" y="34851"/>
                </a:moveTo>
                <a:cubicBezTo>
                  <a:pt x="222970" y="41289"/>
                  <a:pt x="225062" y="46551"/>
                  <a:pt x="229246" y="50637"/>
                </a:cubicBezTo>
                <a:cubicBezTo>
                  <a:pt x="233430" y="54722"/>
                  <a:pt x="238863" y="56764"/>
                  <a:pt x="245545" y="56764"/>
                </a:cubicBezTo>
                <a:cubicBezTo>
                  <a:pt x="252039" y="56764"/>
                  <a:pt x="257363" y="54737"/>
                  <a:pt x="261515" y="50681"/>
                </a:cubicBezTo>
                <a:cubicBezTo>
                  <a:pt x="265668" y="46626"/>
                  <a:pt x="267744" y="41659"/>
                  <a:pt x="267744" y="35779"/>
                </a:cubicBezTo>
                <a:cubicBezTo>
                  <a:pt x="267744" y="29650"/>
                  <a:pt x="265606" y="24496"/>
                  <a:pt x="261328" y="20318"/>
                </a:cubicBezTo>
                <a:cubicBezTo>
                  <a:pt x="257050" y="16140"/>
                  <a:pt x="251727" y="14051"/>
                  <a:pt x="245357" y="14051"/>
                </a:cubicBezTo>
                <a:cubicBezTo>
                  <a:pt x="238925" y="14051"/>
                  <a:pt x="233586" y="16094"/>
                  <a:pt x="229340" y="20180"/>
                </a:cubicBezTo>
                <a:cubicBezTo>
                  <a:pt x="225093" y="24264"/>
                  <a:pt x="222970" y="29155"/>
                  <a:pt x="222970" y="34851"/>
                </a:cubicBezTo>
                <a:moveTo>
                  <a:pt x="217537" y="98026"/>
                </a:moveTo>
                <a:cubicBezTo>
                  <a:pt x="217537" y="102826"/>
                  <a:pt x="218677" y="107471"/>
                  <a:pt x="220956" y="111959"/>
                </a:cubicBezTo>
                <a:cubicBezTo>
                  <a:pt x="223236" y="116448"/>
                  <a:pt x="226623" y="119923"/>
                  <a:pt x="231119" y="122386"/>
                </a:cubicBezTo>
                <a:cubicBezTo>
                  <a:pt x="235616" y="124849"/>
                  <a:pt x="240455" y="126080"/>
                  <a:pt x="245638" y="126080"/>
                </a:cubicBezTo>
                <a:cubicBezTo>
                  <a:pt x="253694" y="126080"/>
                  <a:pt x="260345" y="123493"/>
                  <a:pt x="265590" y="118320"/>
                </a:cubicBezTo>
                <a:cubicBezTo>
                  <a:pt x="270836" y="113145"/>
                  <a:pt x="273458" y="106567"/>
                  <a:pt x="273458" y="98588"/>
                </a:cubicBezTo>
                <a:cubicBezTo>
                  <a:pt x="273458" y="90483"/>
                  <a:pt x="270758" y="83782"/>
                  <a:pt x="265356" y="78484"/>
                </a:cubicBezTo>
                <a:cubicBezTo>
                  <a:pt x="259954" y="73184"/>
                  <a:pt x="253194" y="70534"/>
                  <a:pt x="245076" y="70534"/>
                </a:cubicBezTo>
                <a:cubicBezTo>
                  <a:pt x="237146" y="70534"/>
                  <a:pt x="230573" y="73152"/>
                  <a:pt x="225359" y="78390"/>
                </a:cubicBezTo>
                <a:cubicBezTo>
                  <a:pt x="220144" y="83626"/>
                  <a:pt x="217537" y="90171"/>
                  <a:pt x="217537" y="98026"/>
                </a:cubicBezTo>
                <a:close/>
                <a:moveTo>
                  <a:pt x="316143" y="137882"/>
                </a:moveTo>
                <a:lnTo>
                  <a:pt x="316143" y="118586"/>
                </a:lnTo>
                <a:lnTo>
                  <a:pt x="335345" y="118586"/>
                </a:lnTo>
                <a:lnTo>
                  <a:pt x="335345" y="137827"/>
                </a:lnTo>
                <a:cubicBezTo>
                  <a:pt x="335345" y="144899"/>
                  <a:pt x="334096" y="150609"/>
                  <a:pt x="331598" y="154957"/>
                </a:cubicBezTo>
                <a:cubicBezTo>
                  <a:pt x="329100" y="159307"/>
                  <a:pt x="325135" y="162670"/>
                  <a:pt x="319702" y="165047"/>
                </a:cubicBezTo>
                <a:lnTo>
                  <a:pt x="315019" y="157740"/>
                </a:lnTo>
                <a:cubicBezTo>
                  <a:pt x="318578" y="156187"/>
                  <a:pt x="321201" y="153903"/>
                  <a:pt x="322887" y="150888"/>
                </a:cubicBezTo>
                <a:cubicBezTo>
                  <a:pt x="324573" y="147873"/>
                  <a:pt x="325510" y="143538"/>
                  <a:pt x="325697" y="137882"/>
                </a:cubicBezTo>
                <a:lnTo>
                  <a:pt x="316143" y="137882"/>
                </a:lnTo>
                <a:close/>
                <a:moveTo>
                  <a:pt x="360388" y="101726"/>
                </a:moveTo>
                <a:lnTo>
                  <a:pt x="378091" y="100227"/>
                </a:lnTo>
                <a:cubicBezTo>
                  <a:pt x="379403" y="108815"/>
                  <a:pt x="382447" y="115272"/>
                  <a:pt x="387224" y="119596"/>
                </a:cubicBezTo>
                <a:cubicBezTo>
                  <a:pt x="392001" y="123919"/>
                  <a:pt x="397762" y="126080"/>
                  <a:pt x="404506" y="126080"/>
                </a:cubicBezTo>
                <a:cubicBezTo>
                  <a:pt x="412624" y="126080"/>
                  <a:pt x="419493" y="123025"/>
                  <a:pt x="425114" y="116915"/>
                </a:cubicBezTo>
                <a:cubicBezTo>
                  <a:pt x="430734" y="110803"/>
                  <a:pt x="433544" y="102697"/>
                  <a:pt x="433544" y="92596"/>
                </a:cubicBezTo>
                <a:cubicBezTo>
                  <a:pt x="433544" y="82993"/>
                  <a:pt x="430843" y="75416"/>
                  <a:pt x="425442" y="69866"/>
                </a:cubicBezTo>
                <a:cubicBezTo>
                  <a:pt x="420040" y="64316"/>
                  <a:pt x="412968" y="61541"/>
                  <a:pt x="404225" y="61541"/>
                </a:cubicBezTo>
                <a:cubicBezTo>
                  <a:pt x="398792" y="61541"/>
                  <a:pt x="393890" y="62766"/>
                  <a:pt x="389519" y="65215"/>
                </a:cubicBezTo>
                <a:cubicBezTo>
                  <a:pt x="385148" y="67664"/>
                  <a:pt x="381713" y="70842"/>
                  <a:pt x="379215" y="74749"/>
                </a:cubicBezTo>
                <a:lnTo>
                  <a:pt x="363385" y="72688"/>
                </a:lnTo>
                <a:lnTo>
                  <a:pt x="376686" y="2248"/>
                </a:lnTo>
                <a:lnTo>
                  <a:pt x="444972" y="2248"/>
                </a:lnTo>
                <a:lnTo>
                  <a:pt x="444972" y="18172"/>
                </a:lnTo>
                <a:lnTo>
                  <a:pt x="390175" y="18172"/>
                </a:lnTo>
                <a:lnTo>
                  <a:pt x="382775" y="55172"/>
                </a:lnTo>
                <a:cubicBezTo>
                  <a:pt x="391018" y="49489"/>
                  <a:pt x="399667" y="46648"/>
                  <a:pt x="408721" y="46648"/>
                </a:cubicBezTo>
                <a:cubicBezTo>
                  <a:pt x="420711" y="46648"/>
                  <a:pt x="430828" y="50805"/>
                  <a:pt x="439071" y="59120"/>
                </a:cubicBezTo>
                <a:cubicBezTo>
                  <a:pt x="447314" y="67434"/>
                  <a:pt x="451435" y="78122"/>
                  <a:pt x="451435" y="91185"/>
                </a:cubicBezTo>
                <a:cubicBezTo>
                  <a:pt x="451435" y="103625"/>
                  <a:pt x="447813" y="114377"/>
                  <a:pt x="440569" y="123440"/>
                </a:cubicBezTo>
                <a:cubicBezTo>
                  <a:pt x="431764" y="134567"/>
                  <a:pt x="419743" y="140130"/>
                  <a:pt x="404506" y="140130"/>
                </a:cubicBezTo>
                <a:cubicBezTo>
                  <a:pt x="392017" y="140130"/>
                  <a:pt x="381822" y="136625"/>
                  <a:pt x="373923" y="129613"/>
                </a:cubicBezTo>
                <a:cubicBezTo>
                  <a:pt x="366023" y="122602"/>
                  <a:pt x="361512" y="113306"/>
                  <a:pt x="360388" y="101726"/>
                </a:cubicBezTo>
                <a:close/>
                <a:moveTo>
                  <a:pt x="555660" y="121677"/>
                </a:moveTo>
                <a:lnTo>
                  <a:pt x="555660" y="137882"/>
                </a:lnTo>
                <a:lnTo>
                  <a:pt x="464894" y="137882"/>
                </a:lnTo>
                <a:cubicBezTo>
                  <a:pt x="464769" y="133825"/>
                  <a:pt x="465425" y="129924"/>
                  <a:pt x="466861" y="126180"/>
                </a:cubicBezTo>
                <a:cubicBezTo>
                  <a:pt x="469172" y="120001"/>
                  <a:pt x="472872" y="113917"/>
                  <a:pt x="477961" y="107926"/>
                </a:cubicBezTo>
                <a:cubicBezTo>
                  <a:pt x="483050" y="101935"/>
                  <a:pt x="490403" y="95007"/>
                  <a:pt x="500020" y="87142"/>
                </a:cubicBezTo>
                <a:cubicBezTo>
                  <a:pt x="514945" y="74915"/>
                  <a:pt x="525030" y="65229"/>
                  <a:pt x="530276" y="58084"/>
                </a:cubicBezTo>
                <a:cubicBezTo>
                  <a:pt x="535521" y="50940"/>
                  <a:pt x="538144" y="44186"/>
                  <a:pt x="538144" y="37822"/>
                </a:cubicBezTo>
                <a:cubicBezTo>
                  <a:pt x="538144" y="31146"/>
                  <a:pt x="535755" y="25515"/>
                  <a:pt x="530978" y="20929"/>
                </a:cubicBezTo>
                <a:cubicBezTo>
                  <a:pt x="526201" y="16343"/>
                  <a:pt x="519972" y="14051"/>
                  <a:pt x="512291" y="14051"/>
                </a:cubicBezTo>
                <a:cubicBezTo>
                  <a:pt x="504173" y="14051"/>
                  <a:pt x="497679" y="16486"/>
                  <a:pt x="492808" y="21357"/>
                </a:cubicBezTo>
                <a:cubicBezTo>
                  <a:pt x="487937" y="26228"/>
                  <a:pt x="485470" y="32972"/>
                  <a:pt x="485408" y="41590"/>
                </a:cubicBezTo>
                <a:lnTo>
                  <a:pt x="468079" y="39807"/>
                </a:lnTo>
                <a:cubicBezTo>
                  <a:pt x="469265" y="26851"/>
                  <a:pt x="473730" y="16978"/>
                  <a:pt x="481474" y="10187"/>
                </a:cubicBezTo>
                <a:cubicBezTo>
                  <a:pt x="489217" y="3396"/>
                  <a:pt x="499614" y="0"/>
                  <a:pt x="512666" y="0"/>
                </a:cubicBezTo>
                <a:cubicBezTo>
                  <a:pt x="525842" y="0"/>
                  <a:pt x="536271" y="3654"/>
                  <a:pt x="543952" y="10962"/>
                </a:cubicBezTo>
                <a:cubicBezTo>
                  <a:pt x="551633" y="18271"/>
                  <a:pt x="555473" y="27328"/>
                  <a:pt x="555473" y="38135"/>
                </a:cubicBezTo>
                <a:cubicBezTo>
                  <a:pt x="555473" y="43633"/>
                  <a:pt x="554349" y="49036"/>
                  <a:pt x="552101" y="54346"/>
                </a:cubicBezTo>
                <a:cubicBezTo>
                  <a:pt x="549853" y="59656"/>
                  <a:pt x="546122" y="65247"/>
                  <a:pt x="540907" y="71119"/>
                </a:cubicBezTo>
                <a:cubicBezTo>
                  <a:pt x="535693" y="76989"/>
                  <a:pt x="527028" y="85047"/>
                  <a:pt x="514914" y="95292"/>
                </a:cubicBezTo>
                <a:cubicBezTo>
                  <a:pt x="504797" y="103775"/>
                  <a:pt x="498303" y="109530"/>
                  <a:pt x="495430" y="112556"/>
                </a:cubicBezTo>
                <a:cubicBezTo>
                  <a:pt x="492558" y="115581"/>
                  <a:pt x="490185" y="118621"/>
                  <a:pt x="488312" y="121677"/>
                </a:cubicBezTo>
                <a:lnTo>
                  <a:pt x="555660" y="121677"/>
                </a:lnTo>
                <a:close/>
                <a:moveTo>
                  <a:pt x="661197" y="34280"/>
                </a:moveTo>
                <a:lnTo>
                  <a:pt x="644430" y="35595"/>
                </a:lnTo>
                <a:cubicBezTo>
                  <a:pt x="642932" y="29005"/>
                  <a:pt x="640808" y="24217"/>
                  <a:pt x="638061" y="21231"/>
                </a:cubicBezTo>
                <a:cubicBezTo>
                  <a:pt x="633502" y="16444"/>
                  <a:pt x="627882" y="14051"/>
                  <a:pt x="621200" y="14051"/>
                </a:cubicBezTo>
                <a:cubicBezTo>
                  <a:pt x="615830" y="14051"/>
                  <a:pt x="611115" y="15541"/>
                  <a:pt x="607056" y="18523"/>
                </a:cubicBezTo>
                <a:cubicBezTo>
                  <a:pt x="601748" y="22373"/>
                  <a:pt x="597564" y="27995"/>
                  <a:pt x="594504" y="35387"/>
                </a:cubicBezTo>
                <a:cubicBezTo>
                  <a:pt x="591444" y="42779"/>
                  <a:pt x="589852" y="53308"/>
                  <a:pt x="589727" y="66974"/>
                </a:cubicBezTo>
                <a:cubicBezTo>
                  <a:pt x="593786" y="60792"/>
                  <a:pt x="598751" y="56202"/>
                  <a:pt x="604621" y="53205"/>
                </a:cubicBezTo>
                <a:cubicBezTo>
                  <a:pt x="610491" y="50207"/>
                  <a:pt x="616642" y="48708"/>
                  <a:pt x="623074" y="48708"/>
                </a:cubicBezTo>
                <a:cubicBezTo>
                  <a:pt x="634314" y="48708"/>
                  <a:pt x="643884" y="52846"/>
                  <a:pt x="651783" y="61120"/>
                </a:cubicBezTo>
                <a:cubicBezTo>
                  <a:pt x="659683" y="69394"/>
                  <a:pt x="663633" y="80088"/>
                  <a:pt x="663633" y="93202"/>
                </a:cubicBezTo>
                <a:cubicBezTo>
                  <a:pt x="663633" y="101819"/>
                  <a:pt x="661775" y="109828"/>
                  <a:pt x="658059" y="117228"/>
                </a:cubicBezTo>
                <a:cubicBezTo>
                  <a:pt x="654344" y="124628"/>
                  <a:pt x="649239" y="130295"/>
                  <a:pt x="642744" y="134229"/>
                </a:cubicBezTo>
                <a:cubicBezTo>
                  <a:pt x="636250" y="138163"/>
                  <a:pt x="628881" y="140130"/>
                  <a:pt x="620638" y="140130"/>
                </a:cubicBezTo>
                <a:cubicBezTo>
                  <a:pt x="606588" y="140130"/>
                  <a:pt x="595129" y="134967"/>
                  <a:pt x="586261" y="124640"/>
                </a:cubicBezTo>
                <a:cubicBezTo>
                  <a:pt x="577394" y="114311"/>
                  <a:pt x="572960" y="97289"/>
                  <a:pt x="572960" y="73575"/>
                </a:cubicBezTo>
                <a:cubicBezTo>
                  <a:pt x="572960" y="47053"/>
                  <a:pt x="577862" y="27769"/>
                  <a:pt x="587666" y="15725"/>
                </a:cubicBezTo>
                <a:cubicBezTo>
                  <a:pt x="596221" y="5242"/>
                  <a:pt x="607743" y="0"/>
                  <a:pt x="622231" y="0"/>
                </a:cubicBezTo>
                <a:cubicBezTo>
                  <a:pt x="633034" y="0"/>
                  <a:pt x="641886" y="3036"/>
                  <a:pt x="648786" y="9109"/>
                </a:cubicBezTo>
                <a:cubicBezTo>
                  <a:pt x="655686" y="15182"/>
                  <a:pt x="659824" y="23573"/>
                  <a:pt x="661197" y="34280"/>
                </a:cubicBezTo>
                <a:moveTo>
                  <a:pt x="592350" y="93208"/>
                </a:moveTo>
                <a:cubicBezTo>
                  <a:pt x="592350" y="98998"/>
                  <a:pt x="593583" y="104539"/>
                  <a:pt x="596050" y="109831"/>
                </a:cubicBezTo>
                <a:cubicBezTo>
                  <a:pt x="598516" y="115124"/>
                  <a:pt x="601967" y="119155"/>
                  <a:pt x="606400" y="121926"/>
                </a:cubicBezTo>
                <a:cubicBezTo>
                  <a:pt x="610834" y="124695"/>
                  <a:pt x="615486" y="126080"/>
                  <a:pt x="620357" y="126080"/>
                </a:cubicBezTo>
                <a:cubicBezTo>
                  <a:pt x="627476" y="126080"/>
                  <a:pt x="633596" y="123216"/>
                  <a:pt x="638717" y="117489"/>
                </a:cubicBezTo>
                <a:cubicBezTo>
                  <a:pt x="643837" y="111761"/>
                  <a:pt x="646397" y="103979"/>
                  <a:pt x="646397" y="94141"/>
                </a:cubicBezTo>
                <a:cubicBezTo>
                  <a:pt x="646397" y="84677"/>
                  <a:pt x="643868" y="77221"/>
                  <a:pt x="638810" y="71775"/>
                </a:cubicBezTo>
                <a:cubicBezTo>
                  <a:pt x="633752" y="66326"/>
                  <a:pt x="627382" y="63602"/>
                  <a:pt x="619701" y="63602"/>
                </a:cubicBezTo>
                <a:cubicBezTo>
                  <a:pt x="612083" y="63602"/>
                  <a:pt x="605620" y="66326"/>
                  <a:pt x="600312" y="71775"/>
                </a:cubicBezTo>
                <a:cubicBezTo>
                  <a:pt x="595004" y="77221"/>
                  <a:pt x="592350" y="84366"/>
                  <a:pt x="592350" y="932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52">
            <a:extLst xmlns:a="http://schemas.openxmlformats.org/drawingml/2006/main">
              <a:ext uri="{FF2B5EF4-FFF2-40B4-BE49-F238E27FC236}">
                <a16:creationId xmlns:a16="http://schemas.microsoft.com/office/drawing/2014/main" id="{914D404D-B696-49FB-9AA0-5E87679F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226" y="1918573"/>
            <a:ext cx="195273" cy="140130"/>
          </a:xfrm>
          <a:custGeom xmlns:a="http://schemas.openxmlformats.org/drawingml/2006/main">
            <a:pathLst>
              <a:path w="195273" h="140130">
                <a:moveTo>
                  <a:pt x="0" y="101726"/>
                </a:moveTo>
                <a:lnTo>
                  <a:pt x="17704" y="100227"/>
                </a:lnTo>
                <a:cubicBezTo>
                  <a:pt x="19015" y="108815"/>
                  <a:pt x="22059" y="115272"/>
                  <a:pt x="26836" y="119596"/>
                </a:cubicBezTo>
                <a:cubicBezTo>
                  <a:pt x="31614" y="123919"/>
                  <a:pt x="37374" y="126080"/>
                  <a:pt x="44119" y="126080"/>
                </a:cubicBezTo>
                <a:cubicBezTo>
                  <a:pt x="52237" y="126080"/>
                  <a:pt x="59106" y="123025"/>
                  <a:pt x="64726" y="116915"/>
                </a:cubicBezTo>
                <a:cubicBezTo>
                  <a:pt x="70346" y="110803"/>
                  <a:pt x="73156" y="102697"/>
                  <a:pt x="73156" y="92596"/>
                </a:cubicBezTo>
                <a:cubicBezTo>
                  <a:pt x="73156" y="82993"/>
                  <a:pt x="70456" y="75416"/>
                  <a:pt x="65054" y="69866"/>
                </a:cubicBezTo>
                <a:cubicBezTo>
                  <a:pt x="59652" y="64316"/>
                  <a:pt x="52580" y="61541"/>
                  <a:pt x="43838" y="61541"/>
                </a:cubicBezTo>
                <a:cubicBezTo>
                  <a:pt x="38405" y="61541"/>
                  <a:pt x="33503" y="62766"/>
                  <a:pt x="29131" y="65215"/>
                </a:cubicBezTo>
                <a:cubicBezTo>
                  <a:pt x="24760" y="67664"/>
                  <a:pt x="21326" y="70842"/>
                  <a:pt x="18828" y="74749"/>
                </a:cubicBezTo>
                <a:lnTo>
                  <a:pt x="2997" y="72688"/>
                </a:lnTo>
                <a:lnTo>
                  <a:pt x="16299" y="2248"/>
                </a:lnTo>
                <a:lnTo>
                  <a:pt x="84584" y="2248"/>
                </a:lnTo>
                <a:lnTo>
                  <a:pt x="84584" y="18172"/>
                </a:lnTo>
                <a:lnTo>
                  <a:pt x="29787" y="18172"/>
                </a:lnTo>
                <a:lnTo>
                  <a:pt x="22387" y="55172"/>
                </a:lnTo>
                <a:cubicBezTo>
                  <a:pt x="30630" y="49489"/>
                  <a:pt x="39279" y="46648"/>
                  <a:pt x="48334" y="46648"/>
                </a:cubicBezTo>
                <a:cubicBezTo>
                  <a:pt x="60324" y="46648"/>
                  <a:pt x="70440" y="50805"/>
                  <a:pt x="78683" y="59120"/>
                </a:cubicBezTo>
                <a:cubicBezTo>
                  <a:pt x="86926" y="67434"/>
                  <a:pt x="91047" y="78122"/>
                  <a:pt x="91047" y="91185"/>
                </a:cubicBezTo>
                <a:cubicBezTo>
                  <a:pt x="91047" y="103625"/>
                  <a:pt x="87425" y="114377"/>
                  <a:pt x="80182" y="123440"/>
                </a:cubicBezTo>
                <a:cubicBezTo>
                  <a:pt x="71377" y="134567"/>
                  <a:pt x="59356" y="140130"/>
                  <a:pt x="44119" y="140130"/>
                </a:cubicBezTo>
                <a:cubicBezTo>
                  <a:pt x="31629" y="140130"/>
                  <a:pt x="21435" y="136625"/>
                  <a:pt x="13535" y="129613"/>
                </a:cubicBezTo>
                <a:cubicBezTo>
                  <a:pt x="5636" y="122602"/>
                  <a:pt x="1124" y="113306"/>
                  <a:pt x="0" y="101726"/>
                </a:cubicBezTo>
                <a:close/>
                <a:moveTo>
                  <a:pt x="195273" y="121677"/>
                </a:moveTo>
                <a:lnTo>
                  <a:pt x="195273" y="137882"/>
                </a:lnTo>
                <a:lnTo>
                  <a:pt x="104507" y="137882"/>
                </a:lnTo>
                <a:cubicBezTo>
                  <a:pt x="104382" y="133825"/>
                  <a:pt x="105038" y="129924"/>
                  <a:pt x="106474" y="126180"/>
                </a:cubicBezTo>
                <a:cubicBezTo>
                  <a:pt x="108785" y="120001"/>
                  <a:pt x="112484" y="113917"/>
                  <a:pt x="117574" y="107926"/>
                </a:cubicBezTo>
                <a:cubicBezTo>
                  <a:pt x="122663" y="101935"/>
                  <a:pt x="130016" y="95007"/>
                  <a:pt x="139633" y="87142"/>
                </a:cubicBezTo>
                <a:cubicBezTo>
                  <a:pt x="154558" y="74915"/>
                  <a:pt x="164643" y="65229"/>
                  <a:pt x="169889" y="58084"/>
                </a:cubicBezTo>
                <a:cubicBezTo>
                  <a:pt x="175134" y="50940"/>
                  <a:pt x="177757" y="44186"/>
                  <a:pt x="177757" y="37822"/>
                </a:cubicBezTo>
                <a:cubicBezTo>
                  <a:pt x="177757" y="31146"/>
                  <a:pt x="175368" y="25515"/>
                  <a:pt x="170591" y="20929"/>
                </a:cubicBezTo>
                <a:cubicBezTo>
                  <a:pt x="165814" y="16343"/>
                  <a:pt x="159585" y="14051"/>
                  <a:pt x="151904" y="14051"/>
                </a:cubicBezTo>
                <a:cubicBezTo>
                  <a:pt x="143786" y="14051"/>
                  <a:pt x="137291" y="16486"/>
                  <a:pt x="132421" y="21357"/>
                </a:cubicBezTo>
                <a:cubicBezTo>
                  <a:pt x="127550" y="26228"/>
                  <a:pt x="125083" y="32972"/>
                  <a:pt x="125021" y="41590"/>
                </a:cubicBezTo>
                <a:lnTo>
                  <a:pt x="107692" y="39807"/>
                </a:lnTo>
                <a:cubicBezTo>
                  <a:pt x="108878" y="26851"/>
                  <a:pt x="113343" y="16978"/>
                  <a:pt x="121087" y="10187"/>
                </a:cubicBezTo>
                <a:cubicBezTo>
                  <a:pt x="128830" y="3396"/>
                  <a:pt x="139227" y="0"/>
                  <a:pt x="152279" y="0"/>
                </a:cubicBezTo>
                <a:cubicBezTo>
                  <a:pt x="165455" y="0"/>
                  <a:pt x="175884" y="3654"/>
                  <a:pt x="183564" y="10962"/>
                </a:cubicBezTo>
                <a:cubicBezTo>
                  <a:pt x="191245" y="18271"/>
                  <a:pt x="195086" y="27328"/>
                  <a:pt x="195086" y="38135"/>
                </a:cubicBezTo>
                <a:cubicBezTo>
                  <a:pt x="195086" y="43633"/>
                  <a:pt x="193962" y="49036"/>
                  <a:pt x="191714" y="54346"/>
                </a:cubicBezTo>
                <a:cubicBezTo>
                  <a:pt x="189466" y="59656"/>
                  <a:pt x="185735" y="65247"/>
                  <a:pt x="180520" y="71119"/>
                </a:cubicBezTo>
                <a:cubicBezTo>
                  <a:pt x="175306" y="76989"/>
                  <a:pt x="166641" y="85047"/>
                  <a:pt x="154527" y="95292"/>
                </a:cubicBezTo>
                <a:cubicBezTo>
                  <a:pt x="144410" y="103775"/>
                  <a:pt x="137916" y="109530"/>
                  <a:pt x="135043" y="112556"/>
                </a:cubicBezTo>
                <a:cubicBezTo>
                  <a:pt x="132171" y="115581"/>
                  <a:pt x="129798" y="118621"/>
                  <a:pt x="127924" y="121677"/>
                </a:cubicBezTo>
                <a:lnTo>
                  <a:pt x="195273" y="1216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sprints">
            <a:extLst xmlns:a="http://schemas.openxmlformats.org/drawingml/2006/main">
              <a:ext uri="{FF2B5EF4-FFF2-40B4-BE49-F238E27FC236}">
                <a16:creationId xmlns:a16="http://schemas.microsoft.com/office/drawing/2014/main" id="{9AD6B069-4D90-44BF-8CFD-CDE0CAD3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60" y="1343626"/>
            <a:ext cx="551657" cy="175538"/>
          </a:xfrm>
          <a:custGeom xmlns:a="http://schemas.openxmlformats.org/drawingml/2006/main">
            <a:pathLst>
              <a:path w="551657" h="175538">
                <a:moveTo>
                  <a:pt x="0" y="107533"/>
                </a:moveTo>
                <a:lnTo>
                  <a:pt x="16673" y="104911"/>
                </a:lnTo>
                <a:cubicBezTo>
                  <a:pt x="17610" y="111563"/>
                  <a:pt x="20217" y="116661"/>
                  <a:pt x="24495" y="120205"/>
                </a:cubicBezTo>
                <a:cubicBezTo>
                  <a:pt x="28772" y="123747"/>
                  <a:pt x="34752" y="125518"/>
                  <a:pt x="42433" y="125518"/>
                </a:cubicBezTo>
                <a:cubicBezTo>
                  <a:pt x="50176" y="125518"/>
                  <a:pt x="55921" y="123954"/>
                  <a:pt x="59668" y="120826"/>
                </a:cubicBezTo>
                <a:cubicBezTo>
                  <a:pt x="63415" y="117696"/>
                  <a:pt x="65288" y="114025"/>
                  <a:pt x="65288" y="109814"/>
                </a:cubicBezTo>
                <a:cubicBezTo>
                  <a:pt x="65288" y="106034"/>
                  <a:pt x="63633" y="103060"/>
                  <a:pt x="60324" y="100891"/>
                </a:cubicBezTo>
                <a:cubicBezTo>
                  <a:pt x="58013" y="99404"/>
                  <a:pt x="52268" y="97514"/>
                  <a:pt x="43088" y="95222"/>
                </a:cubicBezTo>
                <a:cubicBezTo>
                  <a:pt x="30724" y="92097"/>
                  <a:pt x="22153" y="89394"/>
                  <a:pt x="17376" y="87113"/>
                </a:cubicBezTo>
                <a:cubicBezTo>
                  <a:pt x="12599" y="84832"/>
                  <a:pt x="8977" y="81675"/>
                  <a:pt x="6510" y="77644"/>
                </a:cubicBezTo>
                <a:cubicBezTo>
                  <a:pt x="4043" y="73612"/>
                  <a:pt x="2810" y="69159"/>
                  <a:pt x="2810" y="64284"/>
                </a:cubicBezTo>
                <a:cubicBezTo>
                  <a:pt x="2810" y="59846"/>
                  <a:pt x="3825" y="55737"/>
                  <a:pt x="5854" y="51955"/>
                </a:cubicBezTo>
                <a:cubicBezTo>
                  <a:pt x="7884" y="48173"/>
                  <a:pt x="10647" y="45032"/>
                  <a:pt x="14144" y="42532"/>
                </a:cubicBezTo>
                <a:cubicBezTo>
                  <a:pt x="16767" y="40594"/>
                  <a:pt x="20342" y="38954"/>
                  <a:pt x="24869" y="37611"/>
                </a:cubicBezTo>
                <a:cubicBezTo>
                  <a:pt x="29397" y="36267"/>
                  <a:pt x="34252" y="35595"/>
                  <a:pt x="39435" y="35595"/>
                </a:cubicBezTo>
                <a:cubicBezTo>
                  <a:pt x="47241" y="35595"/>
                  <a:pt x="54094" y="36726"/>
                  <a:pt x="59996" y="38990"/>
                </a:cubicBezTo>
                <a:cubicBezTo>
                  <a:pt x="65897" y="41252"/>
                  <a:pt x="70253" y="44317"/>
                  <a:pt x="73063" y="48184"/>
                </a:cubicBezTo>
                <a:cubicBezTo>
                  <a:pt x="75873" y="52050"/>
                  <a:pt x="77809" y="57221"/>
                  <a:pt x="78870" y="63696"/>
                </a:cubicBezTo>
                <a:lnTo>
                  <a:pt x="62384" y="65944"/>
                </a:lnTo>
                <a:cubicBezTo>
                  <a:pt x="61635" y="60823"/>
                  <a:pt x="59465" y="56827"/>
                  <a:pt x="55874" y="53954"/>
                </a:cubicBezTo>
                <a:cubicBezTo>
                  <a:pt x="52284" y="51081"/>
                  <a:pt x="47210" y="49645"/>
                  <a:pt x="40653" y="49645"/>
                </a:cubicBezTo>
                <a:cubicBezTo>
                  <a:pt x="32909" y="49645"/>
                  <a:pt x="27383" y="50919"/>
                  <a:pt x="24073" y="53468"/>
                </a:cubicBezTo>
                <a:cubicBezTo>
                  <a:pt x="20764" y="56015"/>
                  <a:pt x="19109" y="58998"/>
                  <a:pt x="19109" y="62416"/>
                </a:cubicBezTo>
                <a:cubicBezTo>
                  <a:pt x="19109" y="64590"/>
                  <a:pt x="19796" y="66548"/>
                  <a:pt x="21169" y="68288"/>
                </a:cubicBezTo>
                <a:cubicBezTo>
                  <a:pt x="22543" y="70090"/>
                  <a:pt x="24698" y="71581"/>
                  <a:pt x="27633" y="72761"/>
                </a:cubicBezTo>
                <a:cubicBezTo>
                  <a:pt x="29319" y="73384"/>
                  <a:pt x="34283" y="74813"/>
                  <a:pt x="42526" y="77050"/>
                </a:cubicBezTo>
                <a:cubicBezTo>
                  <a:pt x="54454" y="80232"/>
                  <a:pt x="62775" y="82838"/>
                  <a:pt x="67489" y="84865"/>
                </a:cubicBezTo>
                <a:cubicBezTo>
                  <a:pt x="72204" y="86893"/>
                  <a:pt x="75904" y="89841"/>
                  <a:pt x="78589" y="93711"/>
                </a:cubicBezTo>
                <a:cubicBezTo>
                  <a:pt x="81274" y="97579"/>
                  <a:pt x="82617" y="102382"/>
                  <a:pt x="82617" y="108122"/>
                </a:cubicBezTo>
                <a:cubicBezTo>
                  <a:pt x="82617" y="113738"/>
                  <a:pt x="80978" y="119026"/>
                  <a:pt x="77699" y="123987"/>
                </a:cubicBezTo>
                <a:cubicBezTo>
                  <a:pt x="74421" y="128946"/>
                  <a:pt x="69691" y="132782"/>
                  <a:pt x="63508" y="135497"/>
                </a:cubicBezTo>
                <a:cubicBezTo>
                  <a:pt x="57326" y="138211"/>
                  <a:pt x="50332" y="139568"/>
                  <a:pt x="42526" y="139568"/>
                </a:cubicBezTo>
                <a:cubicBezTo>
                  <a:pt x="29600" y="139568"/>
                  <a:pt x="19749" y="136875"/>
                  <a:pt x="12973" y="131489"/>
                </a:cubicBezTo>
                <a:cubicBezTo>
                  <a:pt x="6198" y="126103"/>
                  <a:pt x="1873" y="118118"/>
                  <a:pt x="0" y="107533"/>
                </a:cubicBezTo>
                <a:close/>
                <a:moveTo>
                  <a:pt x="102662" y="175538"/>
                </a:moveTo>
                <a:lnTo>
                  <a:pt x="102662" y="37843"/>
                </a:lnTo>
                <a:lnTo>
                  <a:pt x="118024" y="37843"/>
                </a:lnTo>
                <a:lnTo>
                  <a:pt x="118024" y="50676"/>
                </a:lnTo>
                <a:cubicBezTo>
                  <a:pt x="121646" y="45649"/>
                  <a:pt x="125736" y="41878"/>
                  <a:pt x="130295" y="39365"/>
                </a:cubicBezTo>
                <a:cubicBezTo>
                  <a:pt x="134854" y="36851"/>
                  <a:pt x="140380" y="35595"/>
                  <a:pt x="146875" y="35595"/>
                </a:cubicBezTo>
                <a:cubicBezTo>
                  <a:pt x="155367" y="35595"/>
                  <a:pt x="162861" y="37780"/>
                  <a:pt x="169355" y="42152"/>
                </a:cubicBezTo>
                <a:cubicBezTo>
                  <a:pt x="175850" y="46523"/>
                  <a:pt x="180752" y="52689"/>
                  <a:pt x="184062" y="60651"/>
                </a:cubicBezTo>
                <a:cubicBezTo>
                  <a:pt x="187371" y="68613"/>
                  <a:pt x="189026" y="77340"/>
                  <a:pt x="189026" y="86832"/>
                </a:cubicBezTo>
                <a:cubicBezTo>
                  <a:pt x="189026" y="97011"/>
                  <a:pt x="187200" y="106175"/>
                  <a:pt x="183546" y="114324"/>
                </a:cubicBezTo>
                <a:cubicBezTo>
                  <a:pt x="179893" y="122474"/>
                  <a:pt x="174585" y="128718"/>
                  <a:pt x="167622" y="133058"/>
                </a:cubicBezTo>
                <a:cubicBezTo>
                  <a:pt x="160660" y="137398"/>
                  <a:pt x="153338" y="139568"/>
                  <a:pt x="145657" y="139568"/>
                </a:cubicBezTo>
                <a:cubicBezTo>
                  <a:pt x="140037" y="139568"/>
                  <a:pt x="134994" y="138366"/>
                  <a:pt x="130529" y="135962"/>
                </a:cubicBezTo>
                <a:cubicBezTo>
                  <a:pt x="126064" y="133556"/>
                  <a:pt x="122395" y="130518"/>
                  <a:pt x="119523" y="126847"/>
                </a:cubicBezTo>
                <a:lnTo>
                  <a:pt x="119523" y="175538"/>
                </a:lnTo>
                <a:lnTo>
                  <a:pt x="102662" y="175538"/>
                </a:lnTo>
                <a:moveTo>
                  <a:pt x="117930" y="88003"/>
                </a:moveTo>
                <a:cubicBezTo>
                  <a:pt x="117930" y="100789"/>
                  <a:pt x="120522" y="110238"/>
                  <a:pt x="125705" y="116350"/>
                </a:cubicBezTo>
                <a:cubicBezTo>
                  <a:pt x="130888" y="122462"/>
                  <a:pt x="137164" y="125518"/>
                  <a:pt x="144533" y="125518"/>
                </a:cubicBezTo>
                <a:cubicBezTo>
                  <a:pt x="152026" y="125518"/>
                  <a:pt x="158443" y="122353"/>
                  <a:pt x="163782" y="116022"/>
                </a:cubicBezTo>
                <a:cubicBezTo>
                  <a:pt x="169121" y="109692"/>
                  <a:pt x="171791" y="99884"/>
                  <a:pt x="171791" y="86598"/>
                </a:cubicBezTo>
                <a:cubicBezTo>
                  <a:pt x="171791" y="73937"/>
                  <a:pt x="169184" y="64457"/>
                  <a:pt x="163969" y="58157"/>
                </a:cubicBezTo>
                <a:cubicBezTo>
                  <a:pt x="158755" y="51858"/>
                  <a:pt x="152526" y="48708"/>
                  <a:pt x="145282" y="48708"/>
                </a:cubicBezTo>
                <a:cubicBezTo>
                  <a:pt x="138101" y="48708"/>
                  <a:pt x="131747" y="52061"/>
                  <a:pt x="126220" y="58766"/>
                </a:cubicBezTo>
                <a:cubicBezTo>
                  <a:pt x="120694" y="65472"/>
                  <a:pt x="117930" y="75217"/>
                  <a:pt x="117930" y="88003"/>
                </a:cubicBezTo>
                <a:close/>
                <a:moveTo>
                  <a:pt x="209136" y="137320"/>
                </a:moveTo>
                <a:lnTo>
                  <a:pt x="209136" y="37843"/>
                </a:lnTo>
                <a:lnTo>
                  <a:pt x="224311" y="37843"/>
                </a:lnTo>
                <a:lnTo>
                  <a:pt x="224311" y="52830"/>
                </a:lnTo>
                <a:cubicBezTo>
                  <a:pt x="228183" y="45812"/>
                  <a:pt x="231758" y="41186"/>
                  <a:pt x="235036" y="38949"/>
                </a:cubicBezTo>
                <a:cubicBezTo>
                  <a:pt x="238314" y="36713"/>
                  <a:pt x="241921" y="35595"/>
                  <a:pt x="245855" y="35595"/>
                </a:cubicBezTo>
                <a:cubicBezTo>
                  <a:pt x="251538" y="35595"/>
                  <a:pt x="257314" y="37398"/>
                  <a:pt x="263184" y="41004"/>
                </a:cubicBezTo>
                <a:lnTo>
                  <a:pt x="257376" y="56577"/>
                </a:lnTo>
                <a:cubicBezTo>
                  <a:pt x="253255" y="54141"/>
                  <a:pt x="249133" y="52924"/>
                  <a:pt x="245012" y="52924"/>
                </a:cubicBezTo>
                <a:cubicBezTo>
                  <a:pt x="241328" y="52924"/>
                  <a:pt x="238018" y="54034"/>
                  <a:pt x="235083" y="56255"/>
                </a:cubicBezTo>
                <a:cubicBezTo>
                  <a:pt x="232148" y="58474"/>
                  <a:pt x="230056" y="61552"/>
                  <a:pt x="228807" y="65490"/>
                </a:cubicBezTo>
                <a:cubicBezTo>
                  <a:pt x="226934" y="71491"/>
                  <a:pt x="225997" y="78055"/>
                  <a:pt x="225997" y="85181"/>
                </a:cubicBezTo>
                <a:lnTo>
                  <a:pt x="225997" y="137320"/>
                </a:lnTo>
                <a:lnTo>
                  <a:pt x="209136" y="137320"/>
                </a:lnTo>
                <a:close/>
                <a:moveTo>
                  <a:pt x="273299" y="19483"/>
                </a:moveTo>
                <a:lnTo>
                  <a:pt x="273299" y="0"/>
                </a:lnTo>
                <a:lnTo>
                  <a:pt x="290160" y="0"/>
                </a:lnTo>
                <a:lnTo>
                  <a:pt x="290160" y="19483"/>
                </a:lnTo>
                <a:lnTo>
                  <a:pt x="273299" y="19483"/>
                </a:lnTo>
                <a:moveTo>
                  <a:pt x="273299" y="137320"/>
                </a:moveTo>
                <a:lnTo>
                  <a:pt x="273299" y="37843"/>
                </a:lnTo>
                <a:lnTo>
                  <a:pt x="290160" y="37843"/>
                </a:lnTo>
                <a:lnTo>
                  <a:pt x="290160" y="137320"/>
                </a:lnTo>
                <a:lnTo>
                  <a:pt x="273299" y="137320"/>
                </a:lnTo>
                <a:close/>
                <a:moveTo>
                  <a:pt x="315793" y="137320"/>
                </a:moveTo>
                <a:lnTo>
                  <a:pt x="315793" y="37843"/>
                </a:lnTo>
                <a:lnTo>
                  <a:pt x="330967" y="37843"/>
                </a:lnTo>
                <a:lnTo>
                  <a:pt x="330967" y="51893"/>
                </a:lnTo>
                <a:cubicBezTo>
                  <a:pt x="338273" y="41028"/>
                  <a:pt x="348827" y="35595"/>
                  <a:pt x="362628" y="35595"/>
                </a:cubicBezTo>
                <a:cubicBezTo>
                  <a:pt x="368623" y="35595"/>
                  <a:pt x="374133" y="36672"/>
                  <a:pt x="379160" y="38826"/>
                </a:cubicBezTo>
                <a:cubicBezTo>
                  <a:pt x="384187" y="40981"/>
                  <a:pt x="387950" y="43806"/>
                  <a:pt x="390448" y="47303"/>
                </a:cubicBezTo>
                <a:cubicBezTo>
                  <a:pt x="392946" y="50800"/>
                  <a:pt x="394694" y="54953"/>
                  <a:pt x="395693" y="59762"/>
                </a:cubicBezTo>
                <a:cubicBezTo>
                  <a:pt x="396318" y="62884"/>
                  <a:pt x="396630" y="68348"/>
                  <a:pt x="396630" y="76154"/>
                </a:cubicBezTo>
                <a:lnTo>
                  <a:pt x="396630" y="137320"/>
                </a:lnTo>
                <a:lnTo>
                  <a:pt x="379769" y="137320"/>
                </a:lnTo>
                <a:lnTo>
                  <a:pt x="379769" y="76745"/>
                </a:lnTo>
                <a:cubicBezTo>
                  <a:pt x="379769" y="69868"/>
                  <a:pt x="379114" y="64726"/>
                  <a:pt x="377802" y="61319"/>
                </a:cubicBezTo>
                <a:cubicBezTo>
                  <a:pt x="376491" y="57912"/>
                  <a:pt x="374165" y="55192"/>
                  <a:pt x="370824" y="53161"/>
                </a:cubicBezTo>
                <a:cubicBezTo>
                  <a:pt x="367483" y="51129"/>
                  <a:pt x="363564" y="50114"/>
                  <a:pt x="359068" y="50114"/>
                </a:cubicBezTo>
                <a:cubicBezTo>
                  <a:pt x="351887" y="50114"/>
                  <a:pt x="345689" y="52396"/>
                  <a:pt x="340475" y="56960"/>
                </a:cubicBezTo>
                <a:cubicBezTo>
                  <a:pt x="335260" y="61523"/>
                  <a:pt x="332653" y="70180"/>
                  <a:pt x="332653" y="82933"/>
                </a:cubicBezTo>
                <a:lnTo>
                  <a:pt x="332653" y="137320"/>
                </a:lnTo>
                <a:lnTo>
                  <a:pt x="315793" y="137320"/>
                </a:lnTo>
                <a:close/>
                <a:moveTo>
                  <a:pt x="459266" y="122427"/>
                </a:moveTo>
                <a:lnTo>
                  <a:pt x="461701" y="137320"/>
                </a:lnTo>
                <a:cubicBezTo>
                  <a:pt x="456955" y="138195"/>
                  <a:pt x="452709" y="138632"/>
                  <a:pt x="448962" y="138632"/>
                </a:cubicBezTo>
                <a:cubicBezTo>
                  <a:pt x="442843" y="138632"/>
                  <a:pt x="438097" y="137664"/>
                  <a:pt x="434724" y="135728"/>
                </a:cubicBezTo>
                <a:cubicBezTo>
                  <a:pt x="431352" y="133792"/>
                  <a:pt x="428979" y="131247"/>
                  <a:pt x="427606" y="128094"/>
                </a:cubicBezTo>
                <a:cubicBezTo>
                  <a:pt x="426232" y="124940"/>
                  <a:pt x="425545" y="118305"/>
                  <a:pt x="425545" y="108189"/>
                </a:cubicBezTo>
                <a:lnTo>
                  <a:pt x="425545" y="50957"/>
                </a:lnTo>
                <a:lnTo>
                  <a:pt x="413180" y="50957"/>
                </a:lnTo>
                <a:lnTo>
                  <a:pt x="413180" y="37843"/>
                </a:lnTo>
                <a:lnTo>
                  <a:pt x="425545" y="37843"/>
                </a:lnTo>
                <a:lnTo>
                  <a:pt x="425545" y="13140"/>
                </a:lnTo>
                <a:lnTo>
                  <a:pt x="442312" y="2997"/>
                </a:lnTo>
                <a:lnTo>
                  <a:pt x="442312" y="37843"/>
                </a:lnTo>
                <a:lnTo>
                  <a:pt x="459266" y="37843"/>
                </a:lnTo>
                <a:lnTo>
                  <a:pt x="459266" y="50957"/>
                </a:lnTo>
                <a:lnTo>
                  <a:pt x="442312" y="50957"/>
                </a:lnTo>
                <a:lnTo>
                  <a:pt x="442312" y="109126"/>
                </a:lnTo>
                <a:cubicBezTo>
                  <a:pt x="442312" y="113934"/>
                  <a:pt x="442608" y="117025"/>
                  <a:pt x="443202" y="118399"/>
                </a:cubicBezTo>
                <a:cubicBezTo>
                  <a:pt x="443795" y="119773"/>
                  <a:pt x="444763" y="120866"/>
                  <a:pt x="446105" y="121677"/>
                </a:cubicBezTo>
                <a:cubicBezTo>
                  <a:pt x="447448" y="122489"/>
                  <a:pt x="449368" y="122895"/>
                  <a:pt x="451866" y="122895"/>
                </a:cubicBezTo>
                <a:cubicBezTo>
                  <a:pt x="453739" y="122895"/>
                  <a:pt x="456206" y="122739"/>
                  <a:pt x="459266" y="122427"/>
                </a:cubicBezTo>
                <a:close/>
                <a:moveTo>
                  <a:pt x="469040" y="107533"/>
                </a:moveTo>
                <a:lnTo>
                  <a:pt x="485713" y="104911"/>
                </a:lnTo>
                <a:cubicBezTo>
                  <a:pt x="486650" y="111563"/>
                  <a:pt x="489257" y="116661"/>
                  <a:pt x="493535" y="120205"/>
                </a:cubicBezTo>
                <a:cubicBezTo>
                  <a:pt x="497812" y="123747"/>
                  <a:pt x="503792" y="125518"/>
                  <a:pt x="511473" y="125518"/>
                </a:cubicBezTo>
                <a:cubicBezTo>
                  <a:pt x="519216" y="125518"/>
                  <a:pt x="524961" y="123954"/>
                  <a:pt x="528708" y="120826"/>
                </a:cubicBezTo>
                <a:cubicBezTo>
                  <a:pt x="532455" y="117696"/>
                  <a:pt x="534328" y="114025"/>
                  <a:pt x="534328" y="109814"/>
                </a:cubicBezTo>
                <a:cubicBezTo>
                  <a:pt x="534328" y="106034"/>
                  <a:pt x="532673" y="103060"/>
                  <a:pt x="529364" y="100891"/>
                </a:cubicBezTo>
                <a:cubicBezTo>
                  <a:pt x="527053" y="99404"/>
                  <a:pt x="521308" y="97514"/>
                  <a:pt x="512128" y="95222"/>
                </a:cubicBezTo>
                <a:cubicBezTo>
                  <a:pt x="499764" y="92097"/>
                  <a:pt x="491193" y="89394"/>
                  <a:pt x="486416" y="87113"/>
                </a:cubicBezTo>
                <a:cubicBezTo>
                  <a:pt x="481639" y="84832"/>
                  <a:pt x="478017" y="81675"/>
                  <a:pt x="475550" y="77644"/>
                </a:cubicBezTo>
                <a:cubicBezTo>
                  <a:pt x="473084" y="73612"/>
                  <a:pt x="471850" y="69159"/>
                  <a:pt x="471850" y="64284"/>
                </a:cubicBezTo>
                <a:cubicBezTo>
                  <a:pt x="471850" y="59846"/>
                  <a:pt x="472865" y="55737"/>
                  <a:pt x="474894" y="51955"/>
                </a:cubicBezTo>
                <a:cubicBezTo>
                  <a:pt x="476924" y="48173"/>
                  <a:pt x="479687" y="45032"/>
                  <a:pt x="483184" y="42532"/>
                </a:cubicBezTo>
                <a:cubicBezTo>
                  <a:pt x="485807" y="40594"/>
                  <a:pt x="489382" y="38954"/>
                  <a:pt x="493909" y="37611"/>
                </a:cubicBezTo>
                <a:cubicBezTo>
                  <a:pt x="498437" y="36267"/>
                  <a:pt x="503292" y="35595"/>
                  <a:pt x="508475" y="35595"/>
                </a:cubicBezTo>
                <a:cubicBezTo>
                  <a:pt x="516281" y="35595"/>
                  <a:pt x="523135" y="36726"/>
                  <a:pt x="529036" y="38990"/>
                </a:cubicBezTo>
                <a:cubicBezTo>
                  <a:pt x="534937" y="41252"/>
                  <a:pt x="539293" y="44317"/>
                  <a:pt x="542103" y="48184"/>
                </a:cubicBezTo>
                <a:cubicBezTo>
                  <a:pt x="544913" y="52050"/>
                  <a:pt x="546849" y="57221"/>
                  <a:pt x="547910" y="63696"/>
                </a:cubicBezTo>
                <a:lnTo>
                  <a:pt x="531424" y="65944"/>
                </a:lnTo>
                <a:cubicBezTo>
                  <a:pt x="530675" y="60823"/>
                  <a:pt x="528505" y="56827"/>
                  <a:pt x="524914" y="53954"/>
                </a:cubicBezTo>
                <a:cubicBezTo>
                  <a:pt x="521324" y="51081"/>
                  <a:pt x="516250" y="49645"/>
                  <a:pt x="509693" y="49645"/>
                </a:cubicBezTo>
                <a:cubicBezTo>
                  <a:pt x="501950" y="49645"/>
                  <a:pt x="496423" y="50919"/>
                  <a:pt x="493113" y="53468"/>
                </a:cubicBezTo>
                <a:cubicBezTo>
                  <a:pt x="489804" y="56015"/>
                  <a:pt x="488149" y="58998"/>
                  <a:pt x="488149" y="62416"/>
                </a:cubicBezTo>
                <a:cubicBezTo>
                  <a:pt x="488149" y="64590"/>
                  <a:pt x="488836" y="66548"/>
                  <a:pt x="490210" y="68288"/>
                </a:cubicBezTo>
                <a:cubicBezTo>
                  <a:pt x="491583" y="70090"/>
                  <a:pt x="493738" y="71581"/>
                  <a:pt x="496673" y="72761"/>
                </a:cubicBezTo>
                <a:cubicBezTo>
                  <a:pt x="498359" y="73384"/>
                  <a:pt x="503323" y="74813"/>
                  <a:pt x="511566" y="77050"/>
                </a:cubicBezTo>
                <a:cubicBezTo>
                  <a:pt x="523494" y="80232"/>
                  <a:pt x="531815" y="82838"/>
                  <a:pt x="536529" y="84865"/>
                </a:cubicBezTo>
                <a:cubicBezTo>
                  <a:pt x="541244" y="86893"/>
                  <a:pt x="544944" y="89841"/>
                  <a:pt x="547629" y="93711"/>
                </a:cubicBezTo>
                <a:cubicBezTo>
                  <a:pt x="550315" y="97579"/>
                  <a:pt x="551657" y="102382"/>
                  <a:pt x="551657" y="108122"/>
                </a:cubicBezTo>
                <a:cubicBezTo>
                  <a:pt x="551657" y="113738"/>
                  <a:pt x="550018" y="119026"/>
                  <a:pt x="546739" y="123987"/>
                </a:cubicBezTo>
                <a:cubicBezTo>
                  <a:pt x="543461" y="128946"/>
                  <a:pt x="538731" y="132782"/>
                  <a:pt x="532548" y="135497"/>
                </a:cubicBezTo>
                <a:cubicBezTo>
                  <a:pt x="526366" y="138211"/>
                  <a:pt x="519372" y="139568"/>
                  <a:pt x="511566" y="139568"/>
                </a:cubicBezTo>
                <a:cubicBezTo>
                  <a:pt x="498640" y="139568"/>
                  <a:pt x="488789" y="136875"/>
                  <a:pt x="482013" y="131489"/>
                </a:cubicBezTo>
                <a:cubicBezTo>
                  <a:pt x="475238" y="126103"/>
                  <a:pt x="470913" y="118118"/>
                  <a:pt x="469040" y="1075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userstories">
            <a:extLst xmlns:a="http://schemas.openxmlformats.org/drawingml/2006/main">
              <a:ext uri="{FF2B5EF4-FFF2-40B4-BE49-F238E27FC236}">
                <a16:creationId xmlns:a16="http://schemas.microsoft.com/office/drawing/2014/main" id="{51CF2AF0-0703-4C20-9F63-B2AEBFE6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929" y="1622661"/>
            <a:ext cx="971741" cy="139568"/>
          </a:xfrm>
          <a:custGeom xmlns:a="http://schemas.openxmlformats.org/drawingml/2006/main">
            <a:pathLst>
              <a:path w="971741" h="139568">
                <a:moveTo>
                  <a:pt x="65569" y="137320"/>
                </a:moveTo>
                <a:lnTo>
                  <a:pt x="65569" y="122708"/>
                </a:lnTo>
                <a:cubicBezTo>
                  <a:pt x="57826" y="133948"/>
                  <a:pt x="47303" y="139568"/>
                  <a:pt x="34002" y="139568"/>
                </a:cubicBezTo>
                <a:cubicBezTo>
                  <a:pt x="28132" y="139568"/>
                  <a:pt x="22653" y="138444"/>
                  <a:pt x="17563" y="136196"/>
                </a:cubicBezTo>
                <a:cubicBezTo>
                  <a:pt x="12474" y="133948"/>
                  <a:pt x="8696" y="131123"/>
                  <a:pt x="6229" y="127719"/>
                </a:cubicBezTo>
                <a:cubicBezTo>
                  <a:pt x="3762" y="124316"/>
                  <a:pt x="2030" y="120148"/>
                  <a:pt x="1030" y="115214"/>
                </a:cubicBezTo>
                <a:cubicBezTo>
                  <a:pt x="343" y="111905"/>
                  <a:pt x="0" y="106659"/>
                  <a:pt x="0" y="99478"/>
                </a:cubicBezTo>
                <a:lnTo>
                  <a:pt x="0" y="37843"/>
                </a:lnTo>
                <a:lnTo>
                  <a:pt x="16861" y="37843"/>
                </a:lnTo>
                <a:lnTo>
                  <a:pt x="16861" y="93014"/>
                </a:lnTo>
                <a:cubicBezTo>
                  <a:pt x="16861" y="101819"/>
                  <a:pt x="17204" y="107752"/>
                  <a:pt x="17891" y="110812"/>
                </a:cubicBezTo>
                <a:cubicBezTo>
                  <a:pt x="18953" y="115245"/>
                  <a:pt x="21201" y="118727"/>
                  <a:pt x="24635" y="121256"/>
                </a:cubicBezTo>
                <a:cubicBezTo>
                  <a:pt x="28070" y="123785"/>
                  <a:pt x="32316" y="125050"/>
                  <a:pt x="37374" y="125050"/>
                </a:cubicBezTo>
                <a:cubicBezTo>
                  <a:pt x="42433" y="125050"/>
                  <a:pt x="47179" y="123754"/>
                  <a:pt x="51612" y="121162"/>
                </a:cubicBezTo>
                <a:cubicBezTo>
                  <a:pt x="56046" y="118571"/>
                  <a:pt x="59184" y="115043"/>
                  <a:pt x="61026" y="110578"/>
                </a:cubicBezTo>
                <a:cubicBezTo>
                  <a:pt x="62868" y="106113"/>
                  <a:pt x="63789" y="99634"/>
                  <a:pt x="63789" y="91141"/>
                </a:cubicBezTo>
                <a:lnTo>
                  <a:pt x="63789" y="37843"/>
                </a:lnTo>
                <a:lnTo>
                  <a:pt x="80650" y="37843"/>
                </a:lnTo>
                <a:lnTo>
                  <a:pt x="80650" y="137320"/>
                </a:lnTo>
                <a:lnTo>
                  <a:pt x="65569" y="137320"/>
                </a:lnTo>
                <a:close/>
                <a:moveTo>
                  <a:pt x="100291" y="107533"/>
                </a:moveTo>
                <a:lnTo>
                  <a:pt x="116964" y="104911"/>
                </a:lnTo>
                <a:cubicBezTo>
                  <a:pt x="117901" y="111563"/>
                  <a:pt x="120508" y="116661"/>
                  <a:pt x="124786" y="120205"/>
                </a:cubicBezTo>
                <a:cubicBezTo>
                  <a:pt x="129063" y="123747"/>
                  <a:pt x="135043" y="125518"/>
                  <a:pt x="142723" y="125518"/>
                </a:cubicBezTo>
                <a:cubicBezTo>
                  <a:pt x="150467" y="125518"/>
                  <a:pt x="156212" y="123954"/>
                  <a:pt x="159959" y="120826"/>
                </a:cubicBezTo>
                <a:cubicBezTo>
                  <a:pt x="163706" y="117696"/>
                  <a:pt x="165579" y="114025"/>
                  <a:pt x="165579" y="109814"/>
                </a:cubicBezTo>
                <a:cubicBezTo>
                  <a:pt x="165579" y="106034"/>
                  <a:pt x="163924" y="103060"/>
                  <a:pt x="160614" y="100891"/>
                </a:cubicBezTo>
                <a:cubicBezTo>
                  <a:pt x="158304" y="99404"/>
                  <a:pt x="152559" y="97514"/>
                  <a:pt x="143379" y="95222"/>
                </a:cubicBezTo>
                <a:cubicBezTo>
                  <a:pt x="131015" y="92097"/>
                  <a:pt x="122444" y="89394"/>
                  <a:pt x="117667" y="87113"/>
                </a:cubicBezTo>
                <a:cubicBezTo>
                  <a:pt x="112890" y="84832"/>
                  <a:pt x="109268" y="81675"/>
                  <a:pt x="106801" y="77644"/>
                </a:cubicBezTo>
                <a:cubicBezTo>
                  <a:pt x="104334" y="73612"/>
                  <a:pt x="103101" y="69159"/>
                  <a:pt x="103101" y="64284"/>
                </a:cubicBezTo>
                <a:cubicBezTo>
                  <a:pt x="103101" y="59846"/>
                  <a:pt x="104116" y="55737"/>
                  <a:pt x="106145" y="51955"/>
                </a:cubicBezTo>
                <a:cubicBezTo>
                  <a:pt x="108175" y="48173"/>
                  <a:pt x="110938" y="45032"/>
                  <a:pt x="114435" y="42532"/>
                </a:cubicBezTo>
                <a:cubicBezTo>
                  <a:pt x="117058" y="40594"/>
                  <a:pt x="120633" y="38954"/>
                  <a:pt x="125160" y="37611"/>
                </a:cubicBezTo>
                <a:cubicBezTo>
                  <a:pt x="129688" y="36267"/>
                  <a:pt x="134543" y="35595"/>
                  <a:pt x="139726" y="35595"/>
                </a:cubicBezTo>
                <a:cubicBezTo>
                  <a:pt x="147532" y="35595"/>
                  <a:pt x="154385" y="36726"/>
                  <a:pt x="160287" y="38990"/>
                </a:cubicBezTo>
                <a:cubicBezTo>
                  <a:pt x="166188" y="41252"/>
                  <a:pt x="170544" y="44317"/>
                  <a:pt x="173354" y="48184"/>
                </a:cubicBezTo>
                <a:cubicBezTo>
                  <a:pt x="176164" y="52050"/>
                  <a:pt x="178100" y="57221"/>
                  <a:pt x="179161" y="63696"/>
                </a:cubicBezTo>
                <a:lnTo>
                  <a:pt x="162675" y="65944"/>
                </a:lnTo>
                <a:cubicBezTo>
                  <a:pt x="161926" y="60823"/>
                  <a:pt x="159756" y="56827"/>
                  <a:pt x="156165" y="53954"/>
                </a:cubicBezTo>
                <a:cubicBezTo>
                  <a:pt x="152574" y="51081"/>
                  <a:pt x="147501" y="49645"/>
                  <a:pt x="140944" y="49645"/>
                </a:cubicBezTo>
                <a:cubicBezTo>
                  <a:pt x="133200" y="49645"/>
                  <a:pt x="127674" y="50919"/>
                  <a:pt x="124364" y="53468"/>
                </a:cubicBezTo>
                <a:cubicBezTo>
                  <a:pt x="121054" y="56015"/>
                  <a:pt x="119400" y="58998"/>
                  <a:pt x="119400" y="62416"/>
                </a:cubicBezTo>
                <a:cubicBezTo>
                  <a:pt x="119400" y="64590"/>
                  <a:pt x="120087" y="66548"/>
                  <a:pt x="121460" y="68288"/>
                </a:cubicBezTo>
                <a:cubicBezTo>
                  <a:pt x="122834" y="70090"/>
                  <a:pt x="124989" y="71581"/>
                  <a:pt x="127924" y="72761"/>
                </a:cubicBezTo>
                <a:cubicBezTo>
                  <a:pt x="129610" y="73384"/>
                  <a:pt x="134574" y="74813"/>
                  <a:pt x="142817" y="77050"/>
                </a:cubicBezTo>
                <a:cubicBezTo>
                  <a:pt x="154744" y="80232"/>
                  <a:pt x="163066" y="82838"/>
                  <a:pt x="167780" y="84865"/>
                </a:cubicBezTo>
                <a:cubicBezTo>
                  <a:pt x="172495" y="86893"/>
                  <a:pt x="176195" y="89841"/>
                  <a:pt x="178880" y="93711"/>
                </a:cubicBezTo>
                <a:cubicBezTo>
                  <a:pt x="181565" y="97579"/>
                  <a:pt x="182908" y="102382"/>
                  <a:pt x="182908" y="108122"/>
                </a:cubicBezTo>
                <a:cubicBezTo>
                  <a:pt x="182908" y="113738"/>
                  <a:pt x="181269" y="119026"/>
                  <a:pt x="177990" y="123987"/>
                </a:cubicBezTo>
                <a:cubicBezTo>
                  <a:pt x="174712" y="128946"/>
                  <a:pt x="169982" y="132782"/>
                  <a:pt x="163799" y="135497"/>
                </a:cubicBezTo>
                <a:cubicBezTo>
                  <a:pt x="157617" y="138211"/>
                  <a:pt x="150623" y="139568"/>
                  <a:pt x="142817" y="139568"/>
                </a:cubicBezTo>
                <a:cubicBezTo>
                  <a:pt x="129891" y="139568"/>
                  <a:pt x="120040" y="136875"/>
                  <a:pt x="113264" y="131489"/>
                </a:cubicBezTo>
                <a:cubicBezTo>
                  <a:pt x="106489" y="126103"/>
                  <a:pt x="102164" y="118118"/>
                  <a:pt x="100291" y="107533"/>
                </a:cubicBezTo>
                <a:close/>
                <a:moveTo>
                  <a:pt x="271052" y="105285"/>
                </a:moveTo>
                <a:lnTo>
                  <a:pt x="288475" y="107440"/>
                </a:lnTo>
                <a:cubicBezTo>
                  <a:pt x="285727" y="117618"/>
                  <a:pt x="280638" y="125518"/>
                  <a:pt x="273207" y="131138"/>
                </a:cubicBezTo>
                <a:cubicBezTo>
                  <a:pt x="265775" y="136758"/>
                  <a:pt x="256284" y="139568"/>
                  <a:pt x="244731" y="139568"/>
                </a:cubicBezTo>
                <a:cubicBezTo>
                  <a:pt x="230181" y="139568"/>
                  <a:pt x="218644" y="135088"/>
                  <a:pt x="210120" y="126127"/>
                </a:cubicBezTo>
                <a:cubicBezTo>
                  <a:pt x="201596" y="117166"/>
                  <a:pt x="197334" y="104598"/>
                  <a:pt x="197334" y="88425"/>
                </a:cubicBezTo>
                <a:cubicBezTo>
                  <a:pt x="197334" y="71689"/>
                  <a:pt x="201643" y="58700"/>
                  <a:pt x="210260" y="49458"/>
                </a:cubicBezTo>
                <a:cubicBezTo>
                  <a:pt x="218878" y="40216"/>
                  <a:pt x="230056" y="35595"/>
                  <a:pt x="243794" y="35595"/>
                </a:cubicBezTo>
                <a:cubicBezTo>
                  <a:pt x="257095" y="35595"/>
                  <a:pt x="267961" y="40115"/>
                  <a:pt x="276391" y="49156"/>
                </a:cubicBezTo>
                <a:cubicBezTo>
                  <a:pt x="284822" y="58195"/>
                  <a:pt x="289037" y="70913"/>
                  <a:pt x="289037" y="87309"/>
                </a:cubicBezTo>
                <a:cubicBezTo>
                  <a:pt x="289037" y="88307"/>
                  <a:pt x="289006" y="89802"/>
                  <a:pt x="288943" y="91797"/>
                </a:cubicBezTo>
                <a:lnTo>
                  <a:pt x="214756" y="91797"/>
                </a:lnTo>
                <a:cubicBezTo>
                  <a:pt x="215381" y="102694"/>
                  <a:pt x="218472" y="111038"/>
                  <a:pt x="224030" y="116830"/>
                </a:cubicBezTo>
                <a:cubicBezTo>
                  <a:pt x="229588" y="122622"/>
                  <a:pt x="236519" y="125518"/>
                  <a:pt x="244825" y="125518"/>
                </a:cubicBezTo>
                <a:cubicBezTo>
                  <a:pt x="251007" y="125518"/>
                  <a:pt x="256284" y="123910"/>
                  <a:pt x="260655" y="120694"/>
                </a:cubicBezTo>
                <a:cubicBezTo>
                  <a:pt x="265026" y="117476"/>
                  <a:pt x="268492" y="112340"/>
                  <a:pt x="271052" y="105285"/>
                </a:cubicBezTo>
                <a:moveTo>
                  <a:pt x="215693" y="77746"/>
                </a:moveTo>
                <a:lnTo>
                  <a:pt x="271240" y="77746"/>
                </a:lnTo>
                <a:cubicBezTo>
                  <a:pt x="270490" y="69515"/>
                  <a:pt x="268367" y="63341"/>
                  <a:pt x="264870" y="59226"/>
                </a:cubicBezTo>
                <a:cubicBezTo>
                  <a:pt x="259500" y="52839"/>
                  <a:pt x="252537" y="49645"/>
                  <a:pt x="243982" y="49645"/>
                </a:cubicBezTo>
                <a:cubicBezTo>
                  <a:pt x="236238" y="49645"/>
                  <a:pt x="229728" y="52195"/>
                  <a:pt x="224451" y="57294"/>
                </a:cubicBezTo>
                <a:cubicBezTo>
                  <a:pt x="219175" y="62391"/>
                  <a:pt x="216255" y="69209"/>
                  <a:pt x="215693" y="77746"/>
                </a:cubicBezTo>
                <a:close/>
                <a:moveTo>
                  <a:pt x="309427" y="137320"/>
                </a:moveTo>
                <a:lnTo>
                  <a:pt x="309427" y="37843"/>
                </a:lnTo>
                <a:lnTo>
                  <a:pt x="324602" y="37843"/>
                </a:lnTo>
                <a:lnTo>
                  <a:pt x="324602" y="52830"/>
                </a:lnTo>
                <a:cubicBezTo>
                  <a:pt x="328474" y="45812"/>
                  <a:pt x="332049" y="41186"/>
                  <a:pt x="335327" y="38949"/>
                </a:cubicBezTo>
                <a:cubicBezTo>
                  <a:pt x="338606" y="36713"/>
                  <a:pt x="342212" y="35595"/>
                  <a:pt x="346146" y="35595"/>
                </a:cubicBezTo>
                <a:cubicBezTo>
                  <a:pt x="351829" y="35595"/>
                  <a:pt x="357605" y="37398"/>
                  <a:pt x="363475" y="41004"/>
                </a:cubicBezTo>
                <a:lnTo>
                  <a:pt x="357668" y="56577"/>
                </a:lnTo>
                <a:cubicBezTo>
                  <a:pt x="353546" y="54141"/>
                  <a:pt x="349425" y="52924"/>
                  <a:pt x="345303" y="52924"/>
                </a:cubicBezTo>
                <a:cubicBezTo>
                  <a:pt x="341619" y="52924"/>
                  <a:pt x="338309" y="54034"/>
                  <a:pt x="335374" y="56255"/>
                </a:cubicBezTo>
                <a:cubicBezTo>
                  <a:pt x="332439" y="58474"/>
                  <a:pt x="330347" y="61552"/>
                  <a:pt x="329098" y="65490"/>
                </a:cubicBezTo>
                <a:cubicBezTo>
                  <a:pt x="327225" y="71491"/>
                  <a:pt x="326288" y="78055"/>
                  <a:pt x="326288" y="85181"/>
                </a:cubicBezTo>
                <a:lnTo>
                  <a:pt x="326288" y="137320"/>
                </a:lnTo>
                <a:lnTo>
                  <a:pt x="309427" y="137320"/>
                </a:lnTo>
                <a:close/>
                <a:moveTo>
                  <a:pt x="420083" y="107533"/>
                </a:moveTo>
                <a:lnTo>
                  <a:pt x="436756" y="104911"/>
                </a:lnTo>
                <a:cubicBezTo>
                  <a:pt x="437693" y="111563"/>
                  <a:pt x="440300" y="116661"/>
                  <a:pt x="444578" y="120205"/>
                </a:cubicBezTo>
                <a:cubicBezTo>
                  <a:pt x="448855" y="123747"/>
                  <a:pt x="454835" y="125518"/>
                  <a:pt x="462515" y="125518"/>
                </a:cubicBezTo>
                <a:cubicBezTo>
                  <a:pt x="470259" y="125518"/>
                  <a:pt x="476004" y="123954"/>
                  <a:pt x="479751" y="120826"/>
                </a:cubicBezTo>
                <a:cubicBezTo>
                  <a:pt x="483498" y="117696"/>
                  <a:pt x="485371" y="114025"/>
                  <a:pt x="485371" y="109814"/>
                </a:cubicBezTo>
                <a:cubicBezTo>
                  <a:pt x="485371" y="106034"/>
                  <a:pt x="483716" y="103060"/>
                  <a:pt x="480406" y="100891"/>
                </a:cubicBezTo>
                <a:cubicBezTo>
                  <a:pt x="478096" y="99404"/>
                  <a:pt x="472351" y="97514"/>
                  <a:pt x="463171" y="95222"/>
                </a:cubicBezTo>
                <a:cubicBezTo>
                  <a:pt x="450807" y="92097"/>
                  <a:pt x="442236" y="89394"/>
                  <a:pt x="437459" y="87113"/>
                </a:cubicBezTo>
                <a:cubicBezTo>
                  <a:pt x="432682" y="84832"/>
                  <a:pt x="429060" y="81675"/>
                  <a:pt x="426593" y="77644"/>
                </a:cubicBezTo>
                <a:cubicBezTo>
                  <a:pt x="424126" y="73612"/>
                  <a:pt x="422893" y="69159"/>
                  <a:pt x="422893" y="64284"/>
                </a:cubicBezTo>
                <a:cubicBezTo>
                  <a:pt x="422893" y="59846"/>
                  <a:pt x="423908" y="55737"/>
                  <a:pt x="425937" y="51955"/>
                </a:cubicBezTo>
                <a:cubicBezTo>
                  <a:pt x="427967" y="48173"/>
                  <a:pt x="430730" y="45032"/>
                  <a:pt x="434227" y="42532"/>
                </a:cubicBezTo>
                <a:cubicBezTo>
                  <a:pt x="436850" y="40594"/>
                  <a:pt x="440425" y="38954"/>
                  <a:pt x="444952" y="37611"/>
                </a:cubicBezTo>
                <a:cubicBezTo>
                  <a:pt x="449480" y="36267"/>
                  <a:pt x="454335" y="35595"/>
                  <a:pt x="459518" y="35595"/>
                </a:cubicBezTo>
                <a:cubicBezTo>
                  <a:pt x="467324" y="35595"/>
                  <a:pt x="474177" y="36726"/>
                  <a:pt x="480079" y="38990"/>
                </a:cubicBezTo>
                <a:cubicBezTo>
                  <a:pt x="485980" y="41252"/>
                  <a:pt x="490335" y="44317"/>
                  <a:pt x="493146" y="48184"/>
                </a:cubicBezTo>
                <a:cubicBezTo>
                  <a:pt x="495956" y="52050"/>
                  <a:pt x="497892" y="57221"/>
                  <a:pt x="498953" y="63696"/>
                </a:cubicBezTo>
                <a:lnTo>
                  <a:pt x="482467" y="65944"/>
                </a:lnTo>
                <a:cubicBezTo>
                  <a:pt x="481718" y="60823"/>
                  <a:pt x="479548" y="56827"/>
                  <a:pt x="475957" y="53954"/>
                </a:cubicBezTo>
                <a:cubicBezTo>
                  <a:pt x="472366" y="51081"/>
                  <a:pt x="467293" y="49645"/>
                  <a:pt x="460736" y="49645"/>
                </a:cubicBezTo>
                <a:cubicBezTo>
                  <a:pt x="452992" y="49645"/>
                  <a:pt x="447466" y="50919"/>
                  <a:pt x="444156" y="53468"/>
                </a:cubicBezTo>
                <a:cubicBezTo>
                  <a:pt x="440846" y="56015"/>
                  <a:pt x="439192" y="58998"/>
                  <a:pt x="439192" y="62416"/>
                </a:cubicBezTo>
                <a:cubicBezTo>
                  <a:pt x="439192" y="64590"/>
                  <a:pt x="439879" y="66548"/>
                  <a:pt x="441252" y="68288"/>
                </a:cubicBezTo>
                <a:cubicBezTo>
                  <a:pt x="442626" y="70090"/>
                  <a:pt x="444781" y="71581"/>
                  <a:pt x="447716" y="72761"/>
                </a:cubicBezTo>
                <a:cubicBezTo>
                  <a:pt x="449402" y="73384"/>
                  <a:pt x="454366" y="74813"/>
                  <a:pt x="462609" y="77050"/>
                </a:cubicBezTo>
                <a:cubicBezTo>
                  <a:pt x="474536" y="80232"/>
                  <a:pt x="482857" y="82838"/>
                  <a:pt x="487572" y="84865"/>
                </a:cubicBezTo>
                <a:cubicBezTo>
                  <a:pt x="492287" y="86893"/>
                  <a:pt x="495987" y="89841"/>
                  <a:pt x="498672" y="93711"/>
                </a:cubicBezTo>
                <a:cubicBezTo>
                  <a:pt x="501357" y="97579"/>
                  <a:pt x="502700" y="102382"/>
                  <a:pt x="502700" y="108122"/>
                </a:cubicBezTo>
                <a:cubicBezTo>
                  <a:pt x="502700" y="113738"/>
                  <a:pt x="501061" y="119026"/>
                  <a:pt x="497782" y="123987"/>
                </a:cubicBezTo>
                <a:cubicBezTo>
                  <a:pt x="494504" y="128946"/>
                  <a:pt x="489773" y="132782"/>
                  <a:pt x="483591" y="135497"/>
                </a:cubicBezTo>
                <a:cubicBezTo>
                  <a:pt x="477409" y="138211"/>
                  <a:pt x="470415" y="139568"/>
                  <a:pt x="462609" y="139568"/>
                </a:cubicBezTo>
                <a:cubicBezTo>
                  <a:pt x="449683" y="139568"/>
                  <a:pt x="439832" y="136875"/>
                  <a:pt x="433056" y="131489"/>
                </a:cubicBezTo>
                <a:cubicBezTo>
                  <a:pt x="426281" y="126103"/>
                  <a:pt x="421956" y="118118"/>
                  <a:pt x="420083" y="107533"/>
                </a:cubicBezTo>
                <a:close/>
                <a:moveTo>
                  <a:pt x="559558" y="122427"/>
                </a:moveTo>
                <a:lnTo>
                  <a:pt x="561993" y="137320"/>
                </a:lnTo>
                <a:cubicBezTo>
                  <a:pt x="557247" y="138195"/>
                  <a:pt x="553001" y="138632"/>
                  <a:pt x="549254" y="138632"/>
                </a:cubicBezTo>
                <a:cubicBezTo>
                  <a:pt x="543134" y="138632"/>
                  <a:pt x="538388" y="137664"/>
                  <a:pt x="535016" y="135728"/>
                </a:cubicBezTo>
                <a:cubicBezTo>
                  <a:pt x="531644" y="133792"/>
                  <a:pt x="529271" y="131247"/>
                  <a:pt x="527897" y="128094"/>
                </a:cubicBezTo>
                <a:cubicBezTo>
                  <a:pt x="526523" y="124940"/>
                  <a:pt x="525837" y="118305"/>
                  <a:pt x="525837" y="108189"/>
                </a:cubicBezTo>
                <a:lnTo>
                  <a:pt x="525837" y="50957"/>
                </a:lnTo>
                <a:lnTo>
                  <a:pt x="513472" y="50957"/>
                </a:lnTo>
                <a:lnTo>
                  <a:pt x="513472" y="37843"/>
                </a:lnTo>
                <a:lnTo>
                  <a:pt x="525837" y="37843"/>
                </a:lnTo>
                <a:lnTo>
                  <a:pt x="525837" y="13140"/>
                </a:lnTo>
                <a:lnTo>
                  <a:pt x="542603" y="2997"/>
                </a:lnTo>
                <a:lnTo>
                  <a:pt x="542603" y="37843"/>
                </a:lnTo>
                <a:lnTo>
                  <a:pt x="559558" y="37843"/>
                </a:lnTo>
                <a:lnTo>
                  <a:pt x="559558" y="50957"/>
                </a:lnTo>
                <a:lnTo>
                  <a:pt x="542603" y="50957"/>
                </a:lnTo>
                <a:lnTo>
                  <a:pt x="542603" y="109126"/>
                </a:lnTo>
                <a:cubicBezTo>
                  <a:pt x="542603" y="113934"/>
                  <a:pt x="542900" y="117025"/>
                  <a:pt x="543493" y="118399"/>
                </a:cubicBezTo>
                <a:cubicBezTo>
                  <a:pt x="544087" y="119773"/>
                  <a:pt x="545055" y="120866"/>
                  <a:pt x="546397" y="121677"/>
                </a:cubicBezTo>
                <a:cubicBezTo>
                  <a:pt x="547740" y="122489"/>
                  <a:pt x="549660" y="122895"/>
                  <a:pt x="552158" y="122895"/>
                </a:cubicBezTo>
                <a:cubicBezTo>
                  <a:pt x="554031" y="122895"/>
                  <a:pt x="556498" y="122739"/>
                  <a:pt x="559558" y="122427"/>
                </a:cubicBezTo>
                <a:close/>
                <a:moveTo>
                  <a:pt x="569800" y="87582"/>
                </a:moveTo>
                <a:cubicBezTo>
                  <a:pt x="569800" y="69160"/>
                  <a:pt x="574921" y="55515"/>
                  <a:pt x="585162" y="46648"/>
                </a:cubicBezTo>
                <a:cubicBezTo>
                  <a:pt x="593718" y="39279"/>
                  <a:pt x="604146" y="35595"/>
                  <a:pt x="616448" y="35595"/>
                </a:cubicBezTo>
                <a:cubicBezTo>
                  <a:pt x="630124" y="35595"/>
                  <a:pt x="641302" y="40075"/>
                  <a:pt x="649982" y="49036"/>
                </a:cubicBezTo>
                <a:cubicBezTo>
                  <a:pt x="658662" y="57997"/>
                  <a:pt x="663002" y="70377"/>
                  <a:pt x="663002" y="86177"/>
                </a:cubicBezTo>
                <a:cubicBezTo>
                  <a:pt x="663002" y="98978"/>
                  <a:pt x="661082" y="109048"/>
                  <a:pt x="657242" y="116385"/>
                </a:cubicBezTo>
                <a:cubicBezTo>
                  <a:pt x="653401" y="123723"/>
                  <a:pt x="647812" y="129421"/>
                  <a:pt x="640475" y="133480"/>
                </a:cubicBezTo>
                <a:cubicBezTo>
                  <a:pt x="633137" y="137539"/>
                  <a:pt x="625128" y="139568"/>
                  <a:pt x="616448" y="139568"/>
                </a:cubicBezTo>
                <a:cubicBezTo>
                  <a:pt x="602523" y="139568"/>
                  <a:pt x="591267" y="135104"/>
                  <a:pt x="582680" y="126174"/>
                </a:cubicBezTo>
                <a:cubicBezTo>
                  <a:pt x="574094" y="117244"/>
                  <a:pt x="569800" y="104380"/>
                  <a:pt x="569800" y="87582"/>
                </a:cubicBezTo>
                <a:moveTo>
                  <a:pt x="587129" y="87535"/>
                </a:moveTo>
                <a:cubicBezTo>
                  <a:pt x="587129" y="100227"/>
                  <a:pt x="589908" y="109731"/>
                  <a:pt x="595466" y="116046"/>
                </a:cubicBezTo>
                <a:cubicBezTo>
                  <a:pt x="601024" y="122360"/>
                  <a:pt x="608018" y="125518"/>
                  <a:pt x="616448" y="125518"/>
                </a:cubicBezTo>
                <a:cubicBezTo>
                  <a:pt x="624816" y="125518"/>
                  <a:pt x="631779" y="122345"/>
                  <a:pt x="637337" y="115999"/>
                </a:cubicBezTo>
                <a:cubicBezTo>
                  <a:pt x="642894" y="109653"/>
                  <a:pt x="645673" y="99978"/>
                  <a:pt x="645673" y="86976"/>
                </a:cubicBezTo>
                <a:cubicBezTo>
                  <a:pt x="645673" y="74719"/>
                  <a:pt x="642879" y="65432"/>
                  <a:pt x="637290" y="59118"/>
                </a:cubicBezTo>
                <a:cubicBezTo>
                  <a:pt x="631701" y="52803"/>
                  <a:pt x="624754" y="49645"/>
                  <a:pt x="616448" y="49645"/>
                </a:cubicBezTo>
                <a:cubicBezTo>
                  <a:pt x="608018" y="49645"/>
                  <a:pt x="601024" y="52787"/>
                  <a:pt x="595466" y="59071"/>
                </a:cubicBezTo>
                <a:cubicBezTo>
                  <a:pt x="589908" y="65354"/>
                  <a:pt x="587129" y="74842"/>
                  <a:pt x="587129" y="87535"/>
                </a:cubicBezTo>
                <a:close/>
                <a:moveTo>
                  <a:pt x="682550" y="137320"/>
                </a:moveTo>
                <a:lnTo>
                  <a:pt x="682550" y="37843"/>
                </a:lnTo>
                <a:lnTo>
                  <a:pt x="697725" y="37843"/>
                </a:lnTo>
                <a:lnTo>
                  <a:pt x="697725" y="52830"/>
                </a:lnTo>
                <a:cubicBezTo>
                  <a:pt x="701596" y="45812"/>
                  <a:pt x="705171" y="41186"/>
                  <a:pt x="708450" y="38949"/>
                </a:cubicBezTo>
                <a:cubicBezTo>
                  <a:pt x="711728" y="36713"/>
                  <a:pt x="715335" y="35595"/>
                  <a:pt x="719269" y="35595"/>
                </a:cubicBezTo>
                <a:cubicBezTo>
                  <a:pt x="724951" y="35595"/>
                  <a:pt x="730728" y="37398"/>
                  <a:pt x="736598" y="41004"/>
                </a:cubicBezTo>
                <a:lnTo>
                  <a:pt x="730790" y="56577"/>
                </a:lnTo>
                <a:cubicBezTo>
                  <a:pt x="726669" y="54141"/>
                  <a:pt x="722547" y="52924"/>
                  <a:pt x="718426" y="52924"/>
                </a:cubicBezTo>
                <a:cubicBezTo>
                  <a:pt x="714741" y="52924"/>
                  <a:pt x="711432" y="54034"/>
                  <a:pt x="708497" y="56255"/>
                </a:cubicBezTo>
                <a:cubicBezTo>
                  <a:pt x="705562" y="58474"/>
                  <a:pt x="703470" y="61552"/>
                  <a:pt x="702221" y="65490"/>
                </a:cubicBezTo>
                <a:cubicBezTo>
                  <a:pt x="700347" y="71491"/>
                  <a:pt x="699411" y="78055"/>
                  <a:pt x="699411" y="85181"/>
                </a:cubicBezTo>
                <a:lnTo>
                  <a:pt x="699411" y="137320"/>
                </a:lnTo>
                <a:lnTo>
                  <a:pt x="682550" y="137320"/>
                </a:lnTo>
                <a:close/>
                <a:moveTo>
                  <a:pt x="746713" y="19483"/>
                </a:moveTo>
                <a:lnTo>
                  <a:pt x="746713" y="0"/>
                </a:lnTo>
                <a:lnTo>
                  <a:pt x="763573" y="0"/>
                </a:lnTo>
                <a:lnTo>
                  <a:pt x="763573" y="19483"/>
                </a:lnTo>
                <a:lnTo>
                  <a:pt x="746713" y="19483"/>
                </a:lnTo>
                <a:moveTo>
                  <a:pt x="746713" y="137320"/>
                </a:moveTo>
                <a:lnTo>
                  <a:pt x="746713" y="37843"/>
                </a:lnTo>
                <a:lnTo>
                  <a:pt x="763573" y="37843"/>
                </a:lnTo>
                <a:lnTo>
                  <a:pt x="763573" y="137320"/>
                </a:lnTo>
                <a:lnTo>
                  <a:pt x="746713" y="137320"/>
                </a:lnTo>
                <a:close/>
                <a:moveTo>
                  <a:pt x="857304" y="105285"/>
                </a:moveTo>
                <a:lnTo>
                  <a:pt x="874727" y="107440"/>
                </a:lnTo>
                <a:cubicBezTo>
                  <a:pt x="871979" y="117618"/>
                  <a:pt x="866890" y="125518"/>
                  <a:pt x="859459" y="131138"/>
                </a:cubicBezTo>
                <a:cubicBezTo>
                  <a:pt x="852028" y="136758"/>
                  <a:pt x="842536" y="139568"/>
                  <a:pt x="830983" y="139568"/>
                </a:cubicBezTo>
                <a:cubicBezTo>
                  <a:pt x="816433" y="139568"/>
                  <a:pt x="804896" y="135088"/>
                  <a:pt x="796372" y="126127"/>
                </a:cubicBezTo>
                <a:cubicBezTo>
                  <a:pt x="787848" y="117166"/>
                  <a:pt x="783586" y="104598"/>
                  <a:pt x="783586" y="88425"/>
                </a:cubicBezTo>
                <a:cubicBezTo>
                  <a:pt x="783586" y="71689"/>
                  <a:pt x="787895" y="58700"/>
                  <a:pt x="796512" y="49458"/>
                </a:cubicBezTo>
                <a:cubicBezTo>
                  <a:pt x="805130" y="40216"/>
                  <a:pt x="816308" y="35595"/>
                  <a:pt x="830046" y="35595"/>
                </a:cubicBezTo>
                <a:cubicBezTo>
                  <a:pt x="843347" y="35595"/>
                  <a:pt x="854213" y="40115"/>
                  <a:pt x="862644" y="49156"/>
                </a:cubicBezTo>
                <a:cubicBezTo>
                  <a:pt x="871074" y="58195"/>
                  <a:pt x="875289" y="70913"/>
                  <a:pt x="875289" y="87309"/>
                </a:cubicBezTo>
                <a:cubicBezTo>
                  <a:pt x="875289" y="88307"/>
                  <a:pt x="875258" y="89802"/>
                  <a:pt x="875195" y="91797"/>
                </a:cubicBezTo>
                <a:lnTo>
                  <a:pt x="801009" y="91797"/>
                </a:lnTo>
                <a:cubicBezTo>
                  <a:pt x="801633" y="102694"/>
                  <a:pt x="804724" y="111038"/>
                  <a:pt x="810282" y="116830"/>
                </a:cubicBezTo>
                <a:cubicBezTo>
                  <a:pt x="815840" y="122622"/>
                  <a:pt x="822771" y="125518"/>
                  <a:pt x="831077" y="125518"/>
                </a:cubicBezTo>
                <a:cubicBezTo>
                  <a:pt x="837259" y="125518"/>
                  <a:pt x="842536" y="123910"/>
                  <a:pt x="846907" y="120694"/>
                </a:cubicBezTo>
                <a:cubicBezTo>
                  <a:pt x="851278" y="117476"/>
                  <a:pt x="854744" y="112340"/>
                  <a:pt x="857304" y="105285"/>
                </a:cubicBezTo>
                <a:moveTo>
                  <a:pt x="801945" y="77746"/>
                </a:moveTo>
                <a:lnTo>
                  <a:pt x="857492" y="77746"/>
                </a:lnTo>
                <a:cubicBezTo>
                  <a:pt x="856742" y="69515"/>
                  <a:pt x="854619" y="63341"/>
                  <a:pt x="851122" y="59226"/>
                </a:cubicBezTo>
                <a:cubicBezTo>
                  <a:pt x="845752" y="52839"/>
                  <a:pt x="838789" y="49645"/>
                  <a:pt x="830234" y="49645"/>
                </a:cubicBezTo>
                <a:cubicBezTo>
                  <a:pt x="822490" y="49645"/>
                  <a:pt x="815980" y="52195"/>
                  <a:pt x="810703" y="57294"/>
                </a:cubicBezTo>
                <a:cubicBezTo>
                  <a:pt x="805427" y="62391"/>
                  <a:pt x="802507" y="69209"/>
                  <a:pt x="801945" y="77746"/>
                </a:cubicBezTo>
                <a:close/>
                <a:moveTo>
                  <a:pt x="889124" y="107533"/>
                </a:moveTo>
                <a:lnTo>
                  <a:pt x="905797" y="104911"/>
                </a:lnTo>
                <a:cubicBezTo>
                  <a:pt x="906734" y="111563"/>
                  <a:pt x="909341" y="116661"/>
                  <a:pt x="913618" y="120205"/>
                </a:cubicBezTo>
                <a:cubicBezTo>
                  <a:pt x="917896" y="123747"/>
                  <a:pt x="923875" y="125518"/>
                  <a:pt x="931556" y="125518"/>
                </a:cubicBezTo>
                <a:cubicBezTo>
                  <a:pt x="939299" y="125518"/>
                  <a:pt x="945045" y="123954"/>
                  <a:pt x="948791" y="120826"/>
                </a:cubicBezTo>
                <a:cubicBezTo>
                  <a:pt x="952538" y="117696"/>
                  <a:pt x="954412" y="114025"/>
                  <a:pt x="954412" y="109814"/>
                </a:cubicBezTo>
                <a:cubicBezTo>
                  <a:pt x="954412" y="106034"/>
                  <a:pt x="952757" y="103060"/>
                  <a:pt x="949447" y="100891"/>
                </a:cubicBezTo>
                <a:cubicBezTo>
                  <a:pt x="947137" y="99404"/>
                  <a:pt x="941391" y="97514"/>
                  <a:pt x="932212" y="95222"/>
                </a:cubicBezTo>
                <a:cubicBezTo>
                  <a:pt x="919847" y="92097"/>
                  <a:pt x="911277" y="89394"/>
                  <a:pt x="906499" y="87113"/>
                </a:cubicBezTo>
                <a:cubicBezTo>
                  <a:pt x="901722" y="84832"/>
                  <a:pt x="898100" y="81675"/>
                  <a:pt x="895634" y="77644"/>
                </a:cubicBezTo>
                <a:cubicBezTo>
                  <a:pt x="893167" y="73612"/>
                  <a:pt x="891934" y="69159"/>
                  <a:pt x="891934" y="64284"/>
                </a:cubicBezTo>
                <a:cubicBezTo>
                  <a:pt x="891934" y="59846"/>
                  <a:pt x="892948" y="55737"/>
                  <a:pt x="894978" y="51955"/>
                </a:cubicBezTo>
                <a:cubicBezTo>
                  <a:pt x="897007" y="48173"/>
                  <a:pt x="899771" y="45032"/>
                  <a:pt x="903268" y="42532"/>
                </a:cubicBezTo>
                <a:cubicBezTo>
                  <a:pt x="905890" y="40594"/>
                  <a:pt x="909466" y="38954"/>
                  <a:pt x="913993" y="37611"/>
                </a:cubicBezTo>
                <a:cubicBezTo>
                  <a:pt x="918520" y="36267"/>
                  <a:pt x="923376" y="35595"/>
                  <a:pt x="928559" y="35595"/>
                </a:cubicBezTo>
                <a:cubicBezTo>
                  <a:pt x="936364" y="35595"/>
                  <a:pt x="943218" y="36726"/>
                  <a:pt x="949119" y="38990"/>
                </a:cubicBezTo>
                <a:cubicBezTo>
                  <a:pt x="955020" y="41252"/>
                  <a:pt x="959376" y="44317"/>
                  <a:pt x="962186" y="48184"/>
                </a:cubicBezTo>
                <a:cubicBezTo>
                  <a:pt x="964996" y="52050"/>
                  <a:pt x="966932" y="57221"/>
                  <a:pt x="967994" y="63696"/>
                </a:cubicBezTo>
                <a:lnTo>
                  <a:pt x="951508" y="65944"/>
                </a:lnTo>
                <a:cubicBezTo>
                  <a:pt x="950758" y="60823"/>
                  <a:pt x="948588" y="56827"/>
                  <a:pt x="944998" y="53954"/>
                </a:cubicBezTo>
                <a:cubicBezTo>
                  <a:pt x="941407" y="51081"/>
                  <a:pt x="936333" y="49645"/>
                  <a:pt x="929776" y="49645"/>
                </a:cubicBezTo>
                <a:cubicBezTo>
                  <a:pt x="922033" y="49645"/>
                  <a:pt x="916506" y="50919"/>
                  <a:pt x="913197" y="53468"/>
                </a:cubicBezTo>
                <a:cubicBezTo>
                  <a:pt x="909887" y="56015"/>
                  <a:pt x="908232" y="58998"/>
                  <a:pt x="908232" y="62416"/>
                </a:cubicBezTo>
                <a:cubicBezTo>
                  <a:pt x="908232" y="64590"/>
                  <a:pt x="908919" y="66548"/>
                  <a:pt x="910293" y="68288"/>
                </a:cubicBezTo>
                <a:cubicBezTo>
                  <a:pt x="911667" y="70090"/>
                  <a:pt x="913821" y="71581"/>
                  <a:pt x="916756" y="72761"/>
                </a:cubicBezTo>
                <a:cubicBezTo>
                  <a:pt x="918442" y="73384"/>
                  <a:pt x="923407" y="74813"/>
                  <a:pt x="931650" y="77050"/>
                </a:cubicBezTo>
                <a:cubicBezTo>
                  <a:pt x="943577" y="80232"/>
                  <a:pt x="951898" y="82838"/>
                  <a:pt x="956613" y="84865"/>
                </a:cubicBezTo>
                <a:cubicBezTo>
                  <a:pt x="961328" y="86893"/>
                  <a:pt x="965028" y="89841"/>
                  <a:pt x="967713" y="93711"/>
                </a:cubicBezTo>
                <a:cubicBezTo>
                  <a:pt x="970398" y="97579"/>
                  <a:pt x="971741" y="102382"/>
                  <a:pt x="971741" y="108122"/>
                </a:cubicBezTo>
                <a:cubicBezTo>
                  <a:pt x="971741" y="113738"/>
                  <a:pt x="970101" y="119026"/>
                  <a:pt x="966823" y="123987"/>
                </a:cubicBezTo>
                <a:cubicBezTo>
                  <a:pt x="963544" y="128946"/>
                  <a:pt x="958814" y="132782"/>
                  <a:pt x="952632" y="135497"/>
                </a:cubicBezTo>
                <a:cubicBezTo>
                  <a:pt x="946450" y="138211"/>
                  <a:pt x="939456" y="139568"/>
                  <a:pt x="931650" y="139568"/>
                </a:cubicBezTo>
                <a:cubicBezTo>
                  <a:pt x="918723" y="139568"/>
                  <a:pt x="908872" y="136875"/>
                  <a:pt x="902097" y="131489"/>
                </a:cubicBezTo>
                <a:cubicBezTo>
                  <a:pt x="895321" y="126103"/>
                  <a:pt x="890997" y="118118"/>
                  <a:pt x="889124" y="1075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teams">
            <a:extLst xmlns:a="http://schemas.openxmlformats.org/drawingml/2006/main">
              <a:ext uri="{FF2B5EF4-FFF2-40B4-BE49-F238E27FC236}">
                <a16:creationId xmlns:a16="http://schemas.microsoft.com/office/drawing/2014/main" id="{EC9C2021-C6CB-4A79-AF2D-C4C87332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030" y="1922133"/>
            <a:ext cx="511598" cy="136571"/>
          </a:xfrm>
          <a:custGeom xmlns:a="http://schemas.openxmlformats.org/drawingml/2006/main">
            <a:pathLst>
              <a:path w="511598" h="136571">
                <a:moveTo>
                  <a:pt x="46086" y="119429"/>
                </a:moveTo>
                <a:lnTo>
                  <a:pt x="48521" y="134323"/>
                </a:lnTo>
                <a:cubicBezTo>
                  <a:pt x="43775" y="135197"/>
                  <a:pt x="39529" y="135634"/>
                  <a:pt x="35782" y="135634"/>
                </a:cubicBezTo>
                <a:cubicBezTo>
                  <a:pt x="29662" y="135634"/>
                  <a:pt x="24916" y="134666"/>
                  <a:pt x="21544" y="132731"/>
                </a:cubicBezTo>
                <a:cubicBezTo>
                  <a:pt x="18172" y="130795"/>
                  <a:pt x="15799" y="128250"/>
                  <a:pt x="14425" y="125096"/>
                </a:cubicBezTo>
                <a:cubicBezTo>
                  <a:pt x="13051" y="121943"/>
                  <a:pt x="12364" y="115308"/>
                  <a:pt x="12364" y="105192"/>
                </a:cubicBezTo>
                <a:lnTo>
                  <a:pt x="12364" y="47959"/>
                </a:lnTo>
                <a:lnTo>
                  <a:pt x="0" y="47959"/>
                </a:lnTo>
                <a:lnTo>
                  <a:pt x="0" y="34845"/>
                </a:lnTo>
                <a:lnTo>
                  <a:pt x="12364" y="34845"/>
                </a:lnTo>
                <a:lnTo>
                  <a:pt x="12364" y="10143"/>
                </a:lnTo>
                <a:lnTo>
                  <a:pt x="29131" y="0"/>
                </a:lnTo>
                <a:lnTo>
                  <a:pt x="29131" y="34845"/>
                </a:lnTo>
                <a:lnTo>
                  <a:pt x="46086" y="34845"/>
                </a:lnTo>
                <a:lnTo>
                  <a:pt x="46086" y="47959"/>
                </a:lnTo>
                <a:lnTo>
                  <a:pt x="29131" y="47959"/>
                </a:lnTo>
                <a:lnTo>
                  <a:pt x="29131" y="106128"/>
                </a:lnTo>
                <a:cubicBezTo>
                  <a:pt x="29131" y="110937"/>
                  <a:pt x="29428" y="114028"/>
                  <a:pt x="30021" y="115402"/>
                </a:cubicBezTo>
                <a:cubicBezTo>
                  <a:pt x="30615" y="116775"/>
                  <a:pt x="31582" y="117868"/>
                  <a:pt x="32925" y="118680"/>
                </a:cubicBezTo>
                <a:cubicBezTo>
                  <a:pt x="34268" y="119492"/>
                  <a:pt x="36188" y="119898"/>
                  <a:pt x="38686" y="119898"/>
                </a:cubicBezTo>
                <a:cubicBezTo>
                  <a:pt x="40559" y="119898"/>
                  <a:pt x="43026" y="119742"/>
                  <a:pt x="46086" y="119429"/>
                </a:cubicBezTo>
                <a:close/>
                <a:moveTo>
                  <a:pt x="130702" y="102288"/>
                </a:moveTo>
                <a:lnTo>
                  <a:pt x="148125" y="104442"/>
                </a:lnTo>
                <a:cubicBezTo>
                  <a:pt x="145377" y="114621"/>
                  <a:pt x="140288" y="122521"/>
                  <a:pt x="132857" y="128141"/>
                </a:cubicBezTo>
                <a:cubicBezTo>
                  <a:pt x="125425" y="133761"/>
                  <a:pt x="115934" y="136571"/>
                  <a:pt x="104381" y="136571"/>
                </a:cubicBezTo>
                <a:cubicBezTo>
                  <a:pt x="89831" y="136571"/>
                  <a:pt x="78294" y="132090"/>
                  <a:pt x="69770" y="123129"/>
                </a:cubicBezTo>
                <a:cubicBezTo>
                  <a:pt x="61246" y="114168"/>
                  <a:pt x="56984" y="101601"/>
                  <a:pt x="56984" y="85427"/>
                </a:cubicBezTo>
                <a:cubicBezTo>
                  <a:pt x="56984" y="68691"/>
                  <a:pt x="61293" y="55702"/>
                  <a:pt x="69910" y="46460"/>
                </a:cubicBezTo>
                <a:cubicBezTo>
                  <a:pt x="78528" y="37218"/>
                  <a:pt x="89706" y="32597"/>
                  <a:pt x="103444" y="32597"/>
                </a:cubicBezTo>
                <a:cubicBezTo>
                  <a:pt x="116745" y="32597"/>
                  <a:pt x="127611" y="37118"/>
                  <a:pt x="136041" y="46159"/>
                </a:cubicBezTo>
                <a:cubicBezTo>
                  <a:pt x="144472" y="55198"/>
                  <a:pt x="148687" y="67916"/>
                  <a:pt x="148687" y="84312"/>
                </a:cubicBezTo>
                <a:cubicBezTo>
                  <a:pt x="148687" y="85309"/>
                  <a:pt x="148656" y="86805"/>
                  <a:pt x="148593" y="88799"/>
                </a:cubicBezTo>
                <a:lnTo>
                  <a:pt x="74406" y="88799"/>
                </a:lnTo>
                <a:cubicBezTo>
                  <a:pt x="75031" y="99696"/>
                  <a:pt x="78122" y="108041"/>
                  <a:pt x="83680" y="113833"/>
                </a:cubicBezTo>
                <a:cubicBezTo>
                  <a:pt x="89238" y="119625"/>
                  <a:pt x="96169" y="122521"/>
                  <a:pt x="104475" y="122521"/>
                </a:cubicBezTo>
                <a:cubicBezTo>
                  <a:pt x="110657" y="122521"/>
                  <a:pt x="115934" y="120913"/>
                  <a:pt x="120305" y="117697"/>
                </a:cubicBezTo>
                <a:cubicBezTo>
                  <a:pt x="124676" y="114479"/>
                  <a:pt x="128142" y="109342"/>
                  <a:pt x="130702" y="102288"/>
                </a:cubicBezTo>
                <a:moveTo>
                  <a:pt x="75343" y="74749"/>
                </a:moveTo>
                <a:lnTo>
                  <a:pt x="130890" y="74749"/>
                </a:lnTo>
                <a:cubicBezTo>
                  <a:pt x="130140" y="66517"/>
                  <a:pt x="128017" y="60344"/>
                  <a:pt x="124520" y="56228"/>
                </a:cubicBezTo>
                <a:cubicBezTo>
                  <a:pt x="119150" y="49841"/>
                  <a:pt x="112187" y="46648"/>
                  <a:pt x="103632" y="46648"/>
                </a:cubicBezTo>
                <a:cubicBezTo>
                  <a:pt x="95888" y="46648"/>
                  <a:pt x="89378" y="49197"/>
                  <a:pt x="84101" y="54296"/>
                </a:cubicBezTo>
                <a:cubicBezTo>
                  <a:pt x="78825" y="59394"/>
                  <a:pt x="75905" y="66211"/>
                  <a:pt x="75343" y="74749"/>
                </a:cubicBezTo>
                <a:close/>
                <a:moveTo>
                  <a:pt x="234178" y="122040"/>
                </a:moveTo>
                <a:cubicBezTo>
                  <a:pt x="227934" y="127352"/>
                  <a:pt x="221923" y="131102"/>
                  <a:pt x="216147" y="133290"/>
                </a:cubicBezTo>
                <a:cubicBezTo>
                  <a:pt x="210370" y="135477"/>
                  <a:pt x="204173" y="136571"/>
                  <a:pt x="197553" y="136571"/>
                </a:cubicBezTo>
                <a:cubicBezTo>
                  <a:pt x="186625" y="136571"/>
                  <a:pt x="178226" y="133899"/>
                  <a:pt x="172356" y="128556"/>
                </a:cubicBezTo>
                <a:cubicBezTo>
                  <a:pt x="166486" y="123213"/>
                  <a:pt x="163551" y="116386"/>
                  <a:pt x="163551" y="108075"/>
                </a:cubicBezTo>
                <a:cubicBezTo>
                  <a:pt x="163551" y="103202"/>
                  <a:pt x="164659" y="98751"/>
                  <a:pt x="166876" y="94721"/>
                </a:cubicBezTo>
                <a:cubicBezTo>
                  <a:pt x="169093" y="90689"/>
                  <a:pt x="171997" y="87455"/>
                  <a:pt x="175588" y="85017"/>
                </a:cubicBezTo>
                <a:cubicBezTo>
                  <a:pt x="179178" y="82580"/>
                  <a:pt x="183222" y="80737"/>
                  <a:pt x="187718" y="79488"/>
                </a:cubicBezTo>
                <a:cubicBezTo>
                  <a:pt x="191027" y="78612"/>
                  <a:pt x="196023" y="77768"/>
                  <a:pt x="202705" y="76956"/>
                </a:cubicBezTo>
                <a:cubicBezTo>
                  <a:pt x="216318" y="75344"/>
                  <a:pt x="226341" y="73422"/>
                  <a:pt x="232773" y="71189"/>
                </a:cubicBezTo>
                <a:cubicBezTo>
                  <a:pt x="232836" y="68889"/>
                  <a:pt x="232867" y="67427"/>
                  <a:pt x="232867" y="66804"/>
                </a:cubicBezTo>
                <a:cubicBezTo>
                  <a:pt x="232867" y="59961"/>
                  <a:pt x="231274" y="55139"/>
                  <a:pt x="228090" y="52341"/>
                </a:cubicBezTo>
                <a:cubicBezTo>
                  <a:pt x="223781" y="48546"/>
                  <a:pt x="217380" y="46648"/>
                  <a:pt x="208887" y="46648"/>
                </a:cubicBezTo>
                <a:cubicBezTo>
                  <a:pt x="200957" y="46648"/>
                  <a:pt x="195102" y="48037"/>
                  <a:pt x="191324" y="50816"/>
                </a:cubicBezTo>
                <a:cubicBezTo>
                  <a:pt x="187546" y="53595"/>
                  <a:pt x="184752" y="58513"/>
                  <a:pt x="182941" y="65569"/>
                </a:cubicBezTo>
                <a:lnTo>
                  <a:pt x="166455" y="63321"/>
                </a:lnTo>
                <a:cubicBezTo>
                  <a:pt x="167953" y="56243"/>
                  <a:pt x="170420" y="50527"/>
                  <a:pt x="173855" y="46174"/>
                </a:cubicBezTo>
                <a:cubicBezTo>
                  <a:pt x="177289" y="41820"/>
                  <a:pt x="182254" y="38469"/>
                  <a:pt x="188748" y="36122"/>
                </a:cubicBezTo>
                <a:cubicBezTo>
                  <a:pt x="195243" y="33772"/>
                  <a:pt x="202767" y="32597"/>
                  <a:pt x="211323" y="32597"/>
                </a:cubicBezTo>
                <a:cubicBezTo>
                  <a:pt x="219815" y="32597"/>
                  <a:pt x="226716" y="33596"/>
                  <a:pt x="232024" y="35595"/>
                </a:cubicBezTo>
                <a:cubicBezTo>
                  <a:pt x="237332" y="37593"/>
                  <a:pt x="241235" y="40106"/>
                  <a:pt x="243733" y="43135"/>
                </a:cubicBezTo>
                <a:cubicBezTo>
                  <a:pt x="246230" y="46164"/>
                  <a:pt x="247979" y="49989"/>
                  <a:pt x="248978" y="54610"/>
                </a:cubicBezTo>
                <a:cubicBezTo>
                  <a:pt x="249540" y="57482"/>
                  <a:pt x="249821" y="62665"/>
                  <a:pt x="249821" y="70159"/>
                </a:cubicBezTo>
                <a:lnTo>
                  <a:pt x="249821" y="92640"/>
                </a:lnTo>
                <a:cubicBezTo>
                  <a:pt x="249821" y="108314"/>
                  <a:pt x="250180" y="118227"/>
                  <a:pt x="250898" y="122380"/>
                </a:cubicBezTo>
                <a:cubicBezTo>
                  <a:pt x="251616" y="126533"/>
                  <a:pt x="253037" y="130514"/>
                  <a:pt x="255160" y="134323"/>
                </a:cubicBezTo>
                <a:lnTo>
                  <a:pt x="237550" y="134323"/>
                </a:lnTo>
                <a:cubicBezTo>
                  <a:pt x="235802" y="130822"/>
                  <a:pt x="234678" y="126728"/>
                  <a:pt x="234178" y="122040"/>
                </a:cubicBezTo>
                <a:moveTo>
                  <a:pt x="232773" y="84303"/>
                </a:moveTo>
                <a:cubicBezTo>
                  <a:pt x="226653" y="86822"/>
                  <a:pt x="217474" y="88963"/>
                  <a:pt x="205234" y="90725"/>
                </a:cubicBezTo>
                <a:cubicBezTo>
                  <a:pt x="198303" y="91728"/>
                  <a:pt x="193400" y="92857"/>
                  <a:pt x="190528" y="94112"/>
                </a:cubicBezTo>
                <a:cubicBezTo>
                  <a:pt x="187655" y="95365"/>
                  <a:pt x="185439" y="97199"/>
                  <a:pt x="183877" y="99615"/>
                </a:cubicBezTo>
                <a:cubicBezTo>
                  <a:pt x="182316" y="102029"/>
                  <a:pt x="181536" y="104710"/>
                  <a:pt x="181536" y="107656"/>
                </a:cubicBezTo>
                <a:cubicBezTo>
                  <a:pt x="181536" y="112170"/>
                  <a:pt x="183237" y="115932"/>
                  <a:pt x="186641" y="118943"/>
                </a:cubicBezTo>
                <a:cubicBezTo>
                  <a:pt x="190044" y="121953"/>
                  <a:pt x="195024" y="123457"/>
                  <a:pt x="201581" y="123457"/>
                </a:cubicBezTo>
                <a:cubicBezTo>
                  <a:pt x="208075" y="123457"/>
                  <a:pt x="213852" y="122030"/>
                  <a:pt x="218910" y="119175"/>
                </a:cubicBezTo>
                <a:cubicBezTo>
                  <a:pt x="223968" y="116320"/>
                  <a:pt x="227684" y="112414"/>
                  <a:pt x="230057" y="107457"/>
                </a:cubicBezTo>
                <a:cubicBezTo>
                  <a:pt x="231868" y="103628"/>
                  <a:pt x="232773" y="97981"/>
                  <a:pt x="232773" y="90515"/>
                </a:cubicBezTo>
                <a:lnTo>
                  <a:pt x="232773" y="84303"/>
                </a:lnTo>
                <a:close/>
                <a:moveTo>
                  <a:pt x="275926" y="134323"/>
                </a:moveTo>
                <a:lnTo>
                  <a:pt x="275926" y="34845"/>
                </a:lnTo>
                <a:lnTo>
                  <a:pt x="291007" y="34845"/>
                </a:lnTo>
                <a:lnTo>
                  <a:pt x="291007" y="48708"/>
                </a:lnTo>
                <a:cubicBezTo>
                  <a:pt x="294129" y="43865"/>
                  <a:pt x="298282" y="39969"/>
                  <a:pt x="303465" y="37020"/>
                </a:cubicBezTo>
                <a:cubicBezTo>
                  <a:pt x="308648" y="34072"/>
                  <a:pt x="314549" y="32597"/>
                  <a:pt x="321169" y="32597"/>
                </a:cubicBezTo>
                <a:cubicBezTo>
                  <a:pt x="328537" y="32597"/>
                  <a:pt x="334579" y="34119"/>
                  <a:pt x="339294" y="37164"/>
                </a:cubicBezTo>
                <a:cubicBezTo>
                  <a:pt x="344008" y="40206"/>
                  <a:pt x="347334" y="44460"/>
                  <a:pt x="349270" y="49926"/>
                </a:cubicBezTo>
                <a:cubicBezTo>
                  <a:pt x="357138" y="38374"/>
                  <a:pt x="367379" y="32597"/>
                  <a:pt x="379993" y="32597"/>
                </a:cubicBezTo>
                <a:cubicBezTo>
                  <a:pt x="389860" y="32597"/>
                  <a:pt x="397447" y="35329"/>
                  <a:pt x="402755" y="40793"/>
                </a:cubicBezTo>
                <a:cubicBezTo>
                  <a:pt x="408063" y="46257"/>
                  <a:pt x="410717" y="54672"/>
                  <a:pt x="410717" y="66037"/>
                </a:cubicBezTo>
                <a:lnTo>
                  <a:pt x="410717" y="134323"/>
                </a:lnTo>
                <a:lnTo>
                  <a:pt x="393950" y="134323"/>
                </a:lnTo>
                <a:lnTo>
                  <a:pt x="393950" y="71590"/>
                </a:lnTo>
                <a:cubicBezTo>
                  <a:pt x="393950" y="64838"/>
                  <a:pt x="393404" y="59978"/>
                  <a:pt x="392311" y="57010"/>
                </a:cubicBezTo>
                <a:cubicBezTo>
                  <a:pt x="391218" y="54040"/>
                  <a:pt x="389235" y="51648"/>
                  <a:pt x="386363" y="49835"/>
                </a:cubicBezTo>
                <a:cubicBezTo>
                  <a:pt x="383490" y="48023"/>
                  <a:pt x="380118" y="47116"/>
                  <a:pt x="376247" y="47116"/>
                </a:cubicBezTo>
                <a:cubicBezTo>
                  <a:pt x="369253" y="47116"/>
                  <a:pt x="363445" y="49445"/>
                  <a:pt x="358824" y="54103"/>
                </a:cubicBezTo>
                <a:cubicBezTo>
                  <a:pt x="354203" y="58759"/>
                  <a:pt x="351892" y="66214"/>
                  <a:pt x="351892" y="76467"/>
                </a:cubicBezTo>
                <a:lnTo>
                  <a:pt x="351892" y="134323"/>
                </a:lnTo>
                <a:lnTo>
                  <a:pt x="335032" y="134323"/>
                </a:lnTo>
                <a:lnTo>
                  <a:pt x="335032" y="69620"/>
                </a:lnTo>
                <a:cubicBezTo>
                  <a:pt x="335032" y="62119"/>
                  <a:pt x="333658" y="56493"/>
                  <a:pt x="330910" y="52742"/>
                </a:cubicBezTo>
                <a:cubicBezTo>
                  <a:pt x="328163" y="48991"/>
                  <a:pt x="323666" y="47116"/>
                  <a:pt x="317422" y="47116"/>
                </a:cubicBezTo>
                <a:cubicBezTo>
                  <a:pt x="312676" y="47116"/>
                  <a:pt x="308289" y="48367"/>
                  <a:pt x="304261" y="50869"/>
                </a:cubicBezTo>
                <a:cubicBezTo>
                  <a:pt x="300233" y="53369"/>
                  <a:pt x="297314" y="57026"/>
                  <a:pt x="295503" y="61840"/>
                </a:cubicBezTo>
                <a:cubicBezTo>
                  <a:pt x="293692" y="66652"/>
                  <a:pt x="292786" y="73591"/>
                  <a:pt x="292786" y="82655"/>
                </a:cubicBezTo>
                <a:lnTo>
                  <a:pt x="292786" y="134323"/>
                </a:lnTo>
                <a:lnTo>
                  <a:pt x="275926" y="134323"/>
                </a:lnTo>
                <a:close/>
                <a:moveTo>
                  <a:pt x="428981" y="104536"/>
                </a:moveTo>
                <a:lnTo>
                  <a:pt x="445654" y="101913"/>
                </a:lnTo>
                <a:cubicBezTo>
                  <a:pt x="446591" y="108566"/>
                  <a:pt x="449198" y="113664"/>
                  <a:pt x="453476" y="117208"/>
                </a:cubicBezTo>
                <a:cubicBezTo>
                  <a:pt x="457753" y="120750"/>
                  <a:pt x="463733" y="122521"/>
                  <a:pt x="471414" y="122521"/>
                </a:cubicBezTo>
                <a:cubicBezTo>
                  <a:pt x="479157" y="122521"/>
                  <a:pt x="484902" y="120956"/>
                  <a:pt x="488649" y="117828"/>
                </a:cubicBezTo>
                <a:cubicBezTo>
                  <a:pt x="492396" y="114698"/>
                  <a:pt x="494269" y="111027"/>
                  <a:pt x="494269" y="106816"/>
                </a:cubicBezTo>
                <a:cubicBezTo>
                  <a:pt x="494269" y="103036"/>
                  <a:pt x="492614" y="100062"/>
                  <a:pt x="489305" y="97894"/>
                </a:cubicBezTo>
                <a:cubicBezTo>
                  <a:pt x="486994" y="96407"/>
                  <a:pt x="481249" y="94517"/>
                  <a:pt x="472069" y="92224"/>
                </a:cubicBezTo>
                <a:cubicBezTo>
                  <a:pt x="459705" y="89100"/>
                  <a:pt x="451134" y="86397"/>
                  <a:pt x="446357" y="84116"/>
                </a:cubicBezTo>
                <a:cubicBezTo>
                  <a:pt x="441580" y="81835"/>
                  <a:pt x="437958" y="78678"/>
                  <a:pt x="435491" y="74646"/>
                </a:cubicBezTo>
                <a:cubicBezTo>
                  <a:pt x="433024" y="70615"/>
                  <a:pt x="431791" y="66161"/>
                  <a:pt x="431791" y="61287"/>
                </a:cubicBezTo>
                <a:cubicBezTo>
                  <a:pt x="431791" y="56849"/>
                  <a:pt x="432806" y="52739"/>
                  <a:pt x="434835" y="48957"/>
                </a:cubicBezTo>
                <a:cubicBezTo>
                  <a:pt x="436865" y="45175"/>
                  <a:pt x="439628" y="42034"/>
                  <a:pt x="443125" y="39535"/>
                </a:cubicBezTo>
                <a:cubicBezTo>
                  <a:pt x="445748" y="37597"/>
                  <a:pt x="449323" y="35957"/>
                  <a:pt x="453850" y="34614"/>
                </a:cubicBezTo>
                <a:cubicBezTo>
                  <a:pt x="458378" y="33269"/>
                  <a:pt x="463233" y="32597"/>
                  <a:pt x="468416" y="32597"/>
                </a:cubicBezTo>
                <a:cubicBezTo>
                  <a:pt x="476222" y="32597"/>
                  <a:pt x="483075" y="33729"/>
                  <a:pt x="488977" y="35993"/>
                </a:cubicBezTo>
                <a:cubicBezTo>
                  <a:pt x="494878" y="38254"/>
                  <a:pt x="499234" y="41319"/>
                  <a:pt x="502044" y="45187"/>
                </a:cubicBezTo>
                <a:cubicBezTo>
                  <a:pt x="504854" y="49053"/>
                  <a:pt x="506790" y="54223"/>
                  <a:pt x="507851" y="60698"/>
                </a:cubicBezTo>
                <a:lnTo>
                  <a:pt x="491365" y="62946"/>
                </a:lnTo>
                <a:cubicBezTo>
                  <a:pt x="490616" y="57826"/>
                  <a:pt x="488446" y="53829"/>
                  <a:pt x="484855" y="50957"/>
                </a:cubicBezTo>
                <a:cubicBezTo>
                  <a:pt x="481265" y="48084"/>
                  <a:pt x="476191" y="46648"/>
                  <a:pt x="469634" y="46648"/>
                </a:cubicBezTo>
                <a:cubicBezTo>
                  <a:pt x="461890" y="46648"/>
                  <a:pt x="456364" y="47922"/>
                  <a:pt x="453054" y="50471"/>
                </a:cubicBezTo>
                <a:cubicBezTo>
                  <a:pt x="449745" y="53017"/>
                  <a:pt x="448090" y="56000"/>
                  <a:pt x="448090" y="59419"/>
                </a:cubicBezTo>
                <a:cubicBezTo>
                  <a:pt x="448090" y="61593"/>
                  <a:pt x="448777" y="63550"/>
                  <a:pt x="450150" y="65291"/>
                </a:cubicBezTo>
                <a:cubicBezTo>
                  <a:pt x="451524" y="67092"/>
                  <a:pt x="453679" y="68583"/>
                  <a:pt x="456614" y="69764"/>
                </a:cubicBezTo>
                <a:cubicBezTo>
                  <a:pt x="458300" y="70386"/>
                  <a:pt x="463264" y="71816"/>
                  <a:pt x="471507" y="74052"/>
                </a:cubicBezTo>
                <a:cubicBezTo>
                  <a:pt x="483435" y="77235"/>
                  <a:pt x="491756" y="79840"/>
                  <a:pt x="496470" y="81868"/>
                </a:cubicBezTo>
                <a:cubicBezTo>
                  <a:pt x="501185" y="83895"/>
                  <a:pt x="504885" y="86844"/>
                  <a:pt x="507570" y="90714"/>
                </a:cubicBezTo>
                <a:cubicBezTo>
                  <a:pt x="510255" y="94581"/>
                  <a:pt x="511598" y="99385"/>
                  <a:pt x="511598" y="105124"/>
                </a:cubicBezTo>
                <a:cubicBezTo>
                  <a:pt x="511598" y="110741"/>
                  <a:pt x="509959" y="116029"/>
                  <a:pt x="506680" y="120990"/>
                </a:cubicBezTo>
                <a:cubicBezTo>
                  <a:pt x="503402" y="125948"/>
                  <a:pt x="498672" y="129785"/>
                  <a:pt x="492489" y="132499"/>
                </a:cubicBezTo>
                <a:cubicBezTo>
                  <a:pt x="486307" y="135214"/>
                  <a:pt x="479313" y="136571"/>
                  <a:pt x="471507" y="136571"/>
                </a:cubicBezTo>
                <a:cubicBezTo>
                  <a:pt x="458581" y="136571"/>
                  <a:pt x="448730" y="133878"/>
                  <a:pt x="441954" y="128492"/>
                </a:cubicBezTo>
                <a:cubicBezTo>
                  <a:pt x="435179" y="123106"/>
                  <a:pt x="430854" y="115121"/>
                  <a:pt x="428981" y="1045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A9B431-6658-446F-B34D-6FBBDE16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765" y="949025"/>
            <a:ext cx="1744060" cy="697624"/>
          </a:xfrm>
          <a:custGeom xmlns:a="http://schemas.openxmlformats.org/drawingml/2006/main">
            <a:pathLst>
              <a:path w="1744060" h="697624">
                <a:moveTo>
                  <a:pt x="0" y="0"/>
                </a:moveTo>
                <a:lnTo>
                  <a:pt x="1744060" y="0"/>
                </a:lnTo>
                <a:lnTo>
                  <a:pt x="1744060" y="697624"/>
                </a:lnTo>
                <a:lnTo>
                  <a:pt x="0" y="6976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AC7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E6346B-8BF4-4724-963E-C7021202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765" y="949025"/>
            <a:ext cx="1744060" cy="697624"/>
          </a:xfrm>
          <a:custGeom xmlns:a="http://schemas.openxmlformats.org/drawingml/2006/main">
            <a:pathLst>
              <a:path w="1744060" h="697624" fill="none">
                <a:moveTo>
                  <a:pt x="0" y="0"/>
                </a:moveTo>
                <a:lnTo>
                  <a:pt x="1744060" y="0"/>
                </a:lnTo>
                <a:lnTo>
                  <a:pt x="1744060" y="697624"/>
                </a:lnTo>
                <a:lnTo>
                  <a:pt x="0" y="69762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441" cap="flat">
            <a:solidFill>
              <a:srgbClr val="000000"/>
            </a:solidFill>
            <a:miter/>
          </a:ln>
        </p:spPr>
      </p:sp>
      <p:sp>
        <p:nvSpPr>
          <p:cNvPr id="31" name="Text Estimatedelayrisk">
            <a:extLst xmlns:a="http://schemas.openxmlformats.org/drawingml/2006/main">
              <a:ext uri="{FF2B5EF4-FFF2-40B4-BE49-F238E27FC236}">
                <a16:creationId xmlns:a16="http://schemas.microsoft.com/office/drawing/2014/main" id="{450D490F-C999-45D6-8953-89847CB2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255" y="994831"/>
            <a:ext cx="1593777" cy="177786"/>
          </a:xfrm>
          <a:custGeom xmlns:a="http://schemas.openxmlformats.org/drawingml/2006/main">
            <a:pathLst>
              <a:path w="1593777" h="177786">
                <a:moveTo>
                  <a:pt x="0" y="137320"/>
                </a:moveTo>
                <a:lnTo>
                  <a:pt x="0" y="0"/>
                </a:lnTo>
                <a:lnTo>
                  <a:pt x="99290" y="0"/>
                </a:lnTo>
                <a:lnTo>
                  <a:pt x="99290" y="16205"/>
                </a:lnTo>
                <a:lnTo>
                  <a:pt x="18172" y="16205"/>
                </a:lnTo>
                <a:lnTo>
                  <a:pt x="18172" y="58263"/>
                </a:lnTo>
                <a:lnTo>
                  <a:pt x="94138" y="58263"/>
                </a:lnTo>
                <a:lnTo>
                  <a:pt x="94138" y="74187"/>
                </a:lnTo>
                <a:lnTo>
                  <a:pt x="18172" y="74187"/>
                </a:lnTo>
                <a:lnTo>
                  <a:pt x="18172" y="121115"/>
                </a:lnTo>
                <a:lnTo>
                  <a:pt x="102475" y="121115"/>
                </a:lnTo>
                <a:lnTo>
                  <a:pt x="102475" y="137320"/>
                </a:lnTo>
                <a:lnTo>
                  <a:pt x="0" y="137320"/>
                </a:lnTo>
                <a:close/>
                <a:moveTo>
                  <a:pt x="118682" y="107533"/>
                </a:moveTo>
                <a:lnTo>
                  <a:pt x="135355" y="104911"/>
                </a:lnTo>
                <a:cubicBezTo>
                  <a:pt x="136292" y="111563"/>
                  <a:pt x="138899" y="116661"/>
                  <a:pt x="143177" y="120205"/>
                </a:cubicBezTo>
                <a:cubicBezTo>
                  <a:pt x="147454" y="123747"/>
                  <a:pt x="153433" y="125518"/>
                  <a:pt x="161114" y="125518"/>
                </a:cubicBezTo>
                <a:cubicBezTo>
                  <a:pt x="168858" y="125518"/>
                  <a:pt x="174603" y="123954"/>
                  <a:pt x="178350" y="120826"/>
                </a:cubicBezTo>
                <a:cubicBezTo>
                  <a:pt x="182096" y="117696"/>
                  <a:pt x="183970" y="114025"/>
                  <a:pt x="183970" y="109814"/>
                </a:cubicBezTo>
                <a:cubicBezTo>
                  <a:pt x="183970" y="106034"/>
                  <a:pt x="182315" y="103060"/>
                  <a:pt x="179005" y="100891"/>
                </a:cubicBezTo>
                <a:cubicBezTo>
                  <a:pt x="176695" y="99404"/>
                  <a:pt x="170950" y="97514"/>
                  <a:pt x="161770" y="95222"/>
                </a:cubicBezTo>
                <a:cubicBezTo>
                  <a:pt x="149406" y="92097"/>
                  <a:pt x="140835" y="89394"/>
                  <a:pt x="136058" y="87113"/>
                </a:cubicBezTo>
                <a:cubicBezTo>
                  <a:pt x="131280" y="84832"/>
                  <a:pt x="127659" y="81675"/>
                  <a:pt x="125192" y="77644"/>
                </a:cubicBezTo>
                <a:cubicBezTo>
                  <a:pt x="122725" y="73612"/>
                  <a:pt x="121492" y="69159"/>
                  <a:pt x="121492" y="64284"/>
                </a:cubicBezTo>
                <a:cubicBezTo>
                  <a:pt x="121492" y="59846"/>
                  <a:pt x="122507" y="55737"/>
                  <a:pt x="124536" y="51955"/>
                </a:cubicBezTo>
                <a:cubicBezTo>
                  <a:pt x="126566" y="48173"/>
                  <a:pt x="129329" y="45032"/>
                  <a:pt x="132826" y="42532"/>
                </a:cubicBezTo>
                <a:cubicBezTo>
                  <a:pt x="135449" y="40594"/>
                  <a:pt x="139024" y="38954"/>
                  <a:pt x="143551" y="37611"/>
                </a:cubicBezTo>
                <a:cubicBezTo>
                  <a:pt x="148079" y="36267"/>
                  <a:pt x="152934" y="35595"/>
                  <a:pt x="158117" y="35595"/>
                </a:cubicBezTo>
                <a:cubicBezTo>
                  <a:pt x="165923" y="35595"/>
                  <a:pt x="172776" y="36726"/>
                  <a:pt x="178678" y="38990"/>
                </a:cubicBezTo>
                <a:cubicBezTo>
                  <a:pt x="184579" y="41252"/>
                  <a:pt x="188934" y="44317"/>
                  <a:pt x="191744" y="48184"/>
                </a:cubicBezTo>
                <a:cubicBezTo>
                  <a:pt x="194555" y="52050"/>
                  <a:pt x="196490" y="57221"/>
                  <a:pt x="197552" y="63696"/>
                </a:cubicBezTo>
                <a:lnTo>
                  <a:pt x="181066" y="65944"/>
                </a:lnTo>
                <a:cubicBezTo>
                  <a:pt x="180317" y="60823"/>
                  <a:pt x="178147" y="56827"/>
                  <a:pt x="174556" y="53954"/>
                </a:cubicBezTo>
                <a:cubicBezTo>
                  <a:pt x="170965" y="51081"/>
                  <a:pt x="165892" y="49645"/>
                  <a:pt x="159335" y="49645"/>
                </a:cubicBezTo>
                <a:cubicBezTo>
                  <a:pt x="151591" y="49645"/>
                  <a:pt x="146065" y="50919"/>
                  <a:pt x="142755" y="53468"/>
                </a:cubicBezTo>
                <a:cubicBezTo>
                  <a:pt x="139445" y="56015"/>
                  <a:pt x="137790" y="58998"/>
                  <a:pt x="137790" y="62416"/>
                </a:cubicBezTo>
                <a:cubicBezTo>
                  <a:pt x="137790" y="64590"/>
                  <a:pt x="138477" y="66548"/>
                  <a:pt x="139851" y="68288"/>
                </a:cubicBezTo>
                <a:cubicBezTo>
                  <a:pt x="141225" y="70090"/>
                  <a:pt x="143379" y="71581"/>
                  <a:pt x="146314" y="72761"/>
                </a:cubicBezTo>
                <a:cubicBezTo>
                  <a:pt x="148001" y="73384"/>
                  <a:pt x="152965" y="74813"/>
                  <a:pt x="161208" y="77050"/>
                </a:cubicBezTo>
                <a:cubicBezTo>
                  <a:pt x="173135" y="80232"/>
                  <a:pt x="181456" y="82838"/>
                  <a:pt x="186171" y="84865"/>
                </a:cubicBezTo>
                <a:cubicBezTo>
                  <a:pt x="190886" y="86893"/>
                  <a:pt x="194586" y="89841"/>
                  <a:pt x="197271" y="93711"/>
                </a:cubicBezTo>
                <a:cubicBezTo>
                  <a:pt x="199956" y="97579"/>
                  <a:pt x="201299" y="102382"/>
                  <a:pt x="201299" y="108122"/>
                </a:cubicBezTo>
                <a:cubicBezTo>
                  <a:pt x="201299" y="113738"/>
                  <a:pt x="199660" y="119026"/>
                  <a:pt x="196381" y="123987"/>
                </a:cubicBezTo>
                <a:cubicBezTo>
                  <a:pt x="193103" y="128946"/>
                  <a:pt x="188372" y="132782"/>
                  <a:pt x="182190" y="135497"/>
                </a:cubicBezTo>
                <a:cubicBezTo>
                  <a:pt x="176008" y="138211"/>
                  <a:pt x="169014" y="139568"/>
                  <a:pt x="161208" y="139568"/>
                </a:cubicBezTo>
                <a:cubicBezTo>
                  <a:pt x="148282" y="139568"/>
                  <a:pt x="138431" y="136875"/>
                  <a:pt x="131655" y="131489"/>
                </a:cubicBezTo>
                <a:cubicBezTo>
                  <a:pt x="124880" y="126103"/>
                  <a:pt x="120555" y="118118"/>
                  <a:pt x="118682" y="107533"/>
                </a:cubicBezTo>
                <a:close/>
                <a:moveTo>
                  <a:pt x="258157" y="122427"/>
                </a:moveTo>
                <a:lnTo>
                  <a:pt x="260592" y="137320"/>
                </a:lnTo>
                <a:cubicBezTo>
                  <a:pt x="255846" y="138195"/>
                  <a:pt x="251600" y="138632"/>
                  <a:pt x="247853" y="138632"/>
                </a:cubicBezTo>
                <a:cubicBezTo>
                  <a:pt x="241733" y="138632"/>
                  <a:pt x="236987" y="137664"/>
                  <a:pt x="233615" y="135728"/>
                </a:cubicBezTo>
                <a:cubicBezTo>
                  <a:pt x="230243" y="133792"/>
                  <a:pt x="227870" y="131247"/>
                  <a:pt x="226496" y="128094"/>
                </a:cubicBezTo>
                <a:cubicBezTo>
                  <a:pt x="225122" y="124940"/>
                  <a:pt x="224435" y="118305"/>
                  <a:pt x="224435" y="108189"/>
                </a:cubicBezTo>
                <a:lnTo>
                  <a:pt x="224435" y="50957"/>
                </a:lnTo>
                <a:lnTo>
                  <a:pt x="212071" y="50957"/>
                </a:lnTo>
                <a:lnTo>
                  <a:pt x="212071" y="37843"/>
                </a:lnTo>
                <a:lnTo>
                  <a:pt x="224435" y="37843"/>
                </a:lnTo>
                <a:lnTo>
                  <a:pt x="224435" y="13140"/>
                </a:lnTo>
                <a:lnTo>
                  <a:pt x="241202" y="2997"/>
                </a:lnTo>
                <a:lnTo>
                  <a:pt x="241202" y="37843"/>
                </a:lnTo>
                <a:lnTo>
                  <a:pt x="258157" y="37843"/>
                </a:lnTo>
                <a:lnTo>
                  <a:pt x="258157" y="50957"/>
                </a:lnTo>
                <a:lnTo>
                  <a:pt x="241202" y="50957"/>
                </a:lnTo>
                <a:lnTo>
                  <a:pt x="241202" y="109126"/>
                </a:lnTo>
                <a:cubicBezTo>
                  <a:pt x="241202" y="113934"/>
                  <a:pt x="241499" y="117025"/>
                  <a:pt x="242092" y="118399"/>
                </a:cubicBezTo>
                <a:cubicBezTo>
                  <a:pt x="242685" y="119773"/>
                  <a:pt x="243653" y="120866"/>
                  <a:pt x="244996" y="121677"/>
                </a:cubicBezTo>
                <a:cubicBezTo>
                  <a:pt x="246339" y="122489"/>
                  <a:pt x="248259" y="122895"/>
                  <a:pt x="250757" y="122895"/>
                </a:cubicBezTo>
                <a:cubicBezTo>
                  <a:pt x="252630" y="122895"/>
                  <a:pt x="255097" y="122739"/>
                  <a:pt x="258157" y="122427"/>
                </a:cubicBezTo>
                <a:close/>
                <a:moveTo>
                  <a:pt x="274768" y="19483"/>
                </a:moveTo>
                <a:lnTo>
                  <a:pt x="274768" y="0"/>
                </a:lnTo>
                <a:lnTo>
                  <a:pt x="291629" y="0"/>
                </a:lnTo>
                <a:lnTo>
                  <a:pt x="291629" y="19483"/>
                </a:lnTo>
                <a:lnTo>
                  <a:pt x="274768" y="19483"/>
                </a:lnTo>
                <a:moveTo>
                  <a:pt x="274768" y="137320"/>
                </a:moveTo>
                <a:lnTo>
                  <a:pt x="274768" y="37843"/>
                </a:lnTo>
                <a:lnTo>
                  <a:pt x="291629" y="37843"/>
                </a:lnTo>
                <a:lnTo>
                  <a:pt x="291629" y="137320"/>
                </a:lnTo>
                <a:lnTo>
                  <a:pt x="274768" y="137320"/>
                </a:lnTo>
                <a:close/>
                <a:moveTo>
                  <a:pt x="317263" y="137320"/>
                </a:moveTo>
                <a:lnTo>
                  <a:pt x="317263" y="37843"/>
                </a:lnTo>
                <a:lnTo>
                  <a:pt x="332343" y="37843"/>
                </a:lnTo>
                <a:lnTo>
                  <a:pt x="332343" y="51706"/>
                </a:lnTo>
                <a:cubicBezTo>
                  <a:pt x="335466" y="46862"/>
                  <a:pt x="339619" y="42966"/>
                  <a:pt x="344802" y="40018"/>
                </a:cubicBezTo>
                <a:cubicBezTo>
                  <a:pt x="349985" y="37069"/>
                  <a:pt x="355886" y="35595"/>
                  <a:pt x="362505" y="35595"/>
                </a:cubicBezTo>
                <a:cubicBezTo>
                  <a:pt x="369874" y="35595"/>
                  <a:pt x="375916" y="37117"/>
                  <a:pt x="380630" y="40161"/>
                </a:cubicBezTo>
                <a:cubicBezTo>
                  <a:pt x="385345" y="43203"/>
                  <a:pt x="388670" y="47458"/>
                  <a:pt x="390606" y="52924"/>
                </a:cubicBezTo>
                <a:cubicBezTo>
                  <a:pt x="398475" y="41371"/>
                  <a:pt x="408716" y="35595"/>
                  <a:pt x="421330" y="35595"/>
                </a:cubicBezTo>
                <a:cubicBezTo>
                  <a:pt x="431197" y="35595"/>
                  <a:pt x="438784" y="38327"/>
                  <a:pt x="444092" y="43791"/>
                </a:cubicBezTo>
                <a:cubicBezTo>
                  <a:pt x="449400" y="49255"/>
                  <a:pt x="452054" y="57670"/>
                  <a:pt x="452054" y="69035"/>
                </a:cubicBezTo>
                <a:lnTo>
                  <a:pt x="452054" y="137320"/>
                </a:lnTo>
                <a:lnTo>
                  <a:pt x="435287" y="137320"/>
                </a:lnTo>
                <a:lnTo>
                  <a:pt x="435287" y="74588"/>
                </a:lnTo>
                <a:cubicBezTo>
                  <a:pt x="435287" y="67836"/>
                  <a:pt x="434741" y="62976"/>
                  <a:pt x="433648" y="60007"/>
                </a:cubicBezTo>
                <a:cubicBezTo>
                  <a:pt x="432555" y="57037"/>
                  <a:pt x="430572" y="54646"/>
                  <a:pt x="427700" y="52833"/>
                </a:cubicBezTo>
                <a:cubicBezTo>
                  <a:pt x="424827" y="51020"/>
                  <a:pt x="421455" y="50114"/>
                  <a:pt x="417583" y="50114"/>
                </a:cubicBezTo>
                <a:cubicBezTo>
                  <a:pt x="410589" y="50114"/>
                  <a:pt x="404782" y="52443"/>
                  <a:pt x="400161" y="57101"/>
                </a:cubicBezTo>
                <a:cubicBezTo>
                  <a:pt x="395540" y="61757"/>
                  <a:pt x="393229" y="69211"/>
                  <a:pt x="393229" y="79464"/>
                </a:cubicBezTo>
                <a:lnTo>
                  <a:pt x="393229" y="137320"/>
                </a:lnTo>
                <a:lnTo>
                  <a:pt x="376368" y="137320"/>
                </a:lnTo>
                <a:lnTo>
                  <a:pt x="376368" y="72618"/>
                </a:lnTo>
                <a:cubicBezTo>
                  <a:pt x="376368" y="65116"/>
                  <a:pt x="374995" y="59490"/>
                  <a:pt x="372247" y="55740"/>
                </a:cubicBezTo>
                <a:cubicBezTo>
                  <a:pt x="369499" y="51989"/>
                  <a:pt x="365003" y="50114"/>
                  <a:pt x="358758" y="50114"/>
                </a:cubicBezTo>
                <a:cubicBezTo>
                  <a:pt x="354013" y="50114"/>
                  <a:pt x="349626" y="51364"/>
                  <a:pt x="345598" y="53866"/>
                </a:cubicBezTo>
                <a:cubicBezTo>
                  <a:pt x="341570" y="56366"/>
                  <a:pt x="338651" y="60023"/>
                  <a:pt x="336840" y="64837"/>
                </a:cubicBezTo>
                <a:cubicBezTo>
                  <a:pt x="335029" y="69650"/>
                  <a:pt x="334123" y="76588"/>
                  <a:pt x="334123" y="85653"/>
                </a:cubicBezTo>
                <a:lnTo>
                  <a:pt x="334123" y="137320"/>
                </a:lnTo>
                <a:lnTo>
                  <a:pt x="317263" y="137320"/>
                </a:lnTo>
                <a:close/>
                <a:moveTo>
                  <a:pt x="541976" y="125038"/>
                </a:moveTo>
                <a:cubicBezTo>
                  <a:pt x="535731" y="130350"/>
                  <a:pt x="529720" y="134100"/>
                  <a:pt x="523944" y="136287"/>
                </a:cubicBezTo>
                <a:cubicBezTo>
                  <a:pt x="518168" y="138475"/>
                  <a:pt x="511970" y="139568"/>
                  <a:pt x="505351" y="139568"/>
                </a:cubicBezTo>
                <a:cubicBezTo>
                  <a:pt x="494422" y="139568"/>
                  <a:pt x="486023" y="136897"/>
                  <a:pt x="480153" y="131554"/>
                </a:cubicBezTo>
                <a:cubicBezTo>
                  <a:pt x="474283" y="126211"/>
                  <a:pt x="471348" y="119384"/>
                  <a:pt x="471348" y="111072"/>
                </a:cubicBezTo>
                <a:cubicBezTo>
                  <a:pt x="471348" y="106199"/>
                  <a:pt x="472457" y="101748"/>
                  <a:pt x="474674" y="97718"/>
                </a:cubicBezTo>
                <a:cubicBezTo>
                  <a:pt x="476891" y="93687"/>
                  <a:pt x="479794" y="90452"/>
                  <a:pt x="483385" y="88015"/>
                </a:cubicBezTo>
                <a:cubicBezTo>
                  <a:pt x="486976" y="85577"/>
                  <a:pt x="491019" y="83734"/>
                  <a:pt x="495515" y="82485"/>
                </a:cubicBezTo>
                <a:cubicBezTo>
                  <a:pt x="498825" y="81609"/>
                  <a:pt x="503821" y="80765"/>
                  <a:pt x="510503" y="79953"/>
                </a:cubicBezTo>
                <a:cubicBezTo>
                  <a:pt x="524116" y="78341"/>
                  <a:pt x="534139" y="76419"/>
                  <a:pt x="540571" y="74187"/>
                </a:cubicBezTo>
                <a:cubicBezTo>
                  <a:pt x="540633" y="71886"/>
                  <a:pt x="540664" y="70424"/>
                  <a:pt x="540664" y="69802"/>
                </a:cubicBezTo>
                <a:cubicBezTo>
                  <a:pt x="540664" y="62958"/>
                  <a:pt x="539072" y="58137"/>
                  <a:pt x="535887" y="55339"/>
                </a:cubicBezTo>
                <a:cubicBezTo>
                  <a:pt x="531578" y="51543"/>
                  <a:pt x="525177" y="49645"/>
                  <a:pt x="516685" y="49645"/>
                </a:cubicBezTo>
                <a:cubicBezTo>
                  <a:pt x="508754" y="49645"/>
                  <a:pt x="502900" y="51035"/>
                  <a:pt x="499122" y="53813"/>
                </a:cubicBezTo>
                <a:cubicBezTo>
                  <a:pt x="495344" y="56592"/>
                  <a:pt x="492549" y="61510"/>
                  <a:pt x="490738" y="68567"/>
                </a:cubicBezTo>
                <a:lnTo>
                  <a:pt x="474252" y="66318"/>
                </a:lnTo>
                <a:cubicBezTo>
                  <a:pt x="475751" y="59240"/>
                  <a:pt x="478218" y="53525"/>
                  <a:pt x="481652" y="49171"/>
                </a:cubicBezTo>
                <a:cubicBezTo>
                  <a:pt x="485087" y="44817"/>
                  <a:pt x="490051" y="41467"/>
                  <a:pt x="496546" y="39119"/>
                </a:cubicBezTo>
                <a:cubicBezTo>
                  <a:pt x="503040" y="36769"/>
                  <a:pt x="510565" y="35595"/>
                  <a:pt x="519120" y="35595"/>
                </a:cubicBezTo>
                <a:cubicBezTo>
                  <a:pt x="527613" y="35595"/>
                  <a:pt x="534513" y="36594"/>
                  <a:pt x="539821" y="38592"/>
                </a:cubicBezTo>
                <a:cubicBezTo>
                  <a:pt x="545129" y="40590"/>
                  <a:pt x="549032" y="43104"/>
                  <a:pt x="551530" y="46133"/>
                </a:cubicBezTo>
                <a:cubicBezTo>
                  <a:pt x="554028" y="49161"/>
                  <a:pt x="555776" y="52986"/>
                  <a:pt x="556776" y="57607"/>
                </a:cubicBezTo>
                <a:cubicBezTo>
                  <a:pt x="557338" y="60480"/>
                  <a:pt x="557619" y="65663"/>
                  <a:pt x="557619" y="73156"/>
                </a:cubicBezTo>
                <a:lnTo>
                  <a:pt x="557619" y="95637"/>
                </a:lnTo>
                <a:cubicBezTo>
                  <a:pt x="557619" y="111311"/>
                  <a:pt x="557978" y="121225"/>
                  <a:pt x="558696" y="125377"/>
                </a:cubicBezTo>
                <a:cubicBezTo>
                  <a:pt x="559414" y="129530"/>
                  <a:pt x="560835" y="133511"/>
                  <a:pt x="562958" y="137320"/>
                </a:cubicBezTo>
                <a:lnTo>
                  <a:pt x="545348" y="137320"/>
                </a:lnTo>
                <a:cubicBezTo>
                  <a:pt x="543599" y="133819"/>
                  <a:pt x="542475" y="129725"/>
                  <a:pt x="541976" y="125038"/>
                </a:cubicBezTo>
                <a:moveTo>
                  <a:pt x="540571" y="87301"/>
                </a:moveTo>
                <a:cubicBezTo>
                  <a:pt x="534451" y="89820"/>
                  <a:pt x="525271" y="91961"/>
                  <a:pt x="513032" y="93723"/>
                </a:cubicBezTo>
                <a:cubicBezTo>
                  <a:pt x="506100" y="94726"/>
                  <a:pt x="501198" y="95855"/>
                  <a:pt x="498325" y="97110"/>
                </a:cubicBezTo>
                <a:cubicBezTo>
                  <a:pt x="495453" y="98362"/>
                  <a:pt x="493236" y="100197"/>
                  <a:pt x="491675" y="102613"/>
                </a:cubicBezTo>
                <a:cubicBezTo>
                  <a:pt x="490114" y="105027"/>
                  <a:pt x="489333" y="107707"/>
                  <a:pt x="489333" y="110654"/>
                </a:cubicBezTo>
                <a:cubicBezTo>
                  <a:pt x="489333" y="115167"/>
                  <a:pt x="491035" y="118930"/>
                  <a:pt x="494438" y="121941"/>
                </a:cubicBezTo>
                <a:cubicBezTo>
                  <a:pt x="497841" y="124950"/>
                  <a:pt x="502822" y="126455"/>
                  <a:pt x="509378" y="126455"/>
                </a:cubicBezTo>
                <a:cubicBezTo>
                  <a:pt x="515873" y="126455"/>
                  <a:pt x="521649" y="125027"/>
                  <a:pt x="526707" y="122172"/>
                </a:cubicBezTo>
                <a:cubicBezTo>
                  <a:pt x="531766" y="119317"/>
                  <a:pt x="535481" y="115411"/>
                  <a:pt x="537854" y="110455"/>
                </a:cubicBezTo>
                <a:cubicBezTo>
                  <a:pt x="539665" y="106626"/>
                  <a:pt x="540571" y="100978"/>
                  <a:pt x="540571" y="93512"/>
                </a:cubicBezTo>
                <a:lnTo>
                  <a:pt x="540571" y="87301"/>
                </a:lnTo>
                <a:close/>
                <a:moveTo>
                  <a:pt x="620535" y="122427"/>
                </a:moveTo>
                <a:lnTo>
                  <a:pt x="622971" y="137320"/>
                </a:lnTo>
                <a:cubicBezTo>
                  <a:pt x="618225" y="138195"/>
                  <a:pt x="613978" y="138632"/>
                  <a:pt x="610232" y="138632"/>
                </a:cubicBezTo>
                <a:cubicBezTo>
                  <a:pt x="604112" y="138632"/>
                  <a:pt x="599366" y="137664"/>
                  <a:pt x="595994" y="135728"/>
                </a:cubicBezTo>
                <a:cubicBezTo>
                  <a:pt x="592622" y="133792"/>
                  <a:pt x="590249" y="131247"/>
                  <a:pt x="588875" y="128094"/>
                </a:cubicBezTo>
                <a:cubicBezTo>
                  <a:pt x="587501" y="124940"/>
                  <a:pt x="586814" y="118305"/>
                  <a:pt x="586814" y="108189"/>
                </a:cubicBezTo>
                <a:lnTo>
                  <a:pt x="586814" y="50957"/>
                </a:lnTo>
                <a:lnTo>
                  <a:pt x="574450" y="50957"/>
                </a:lnTo>
                <a:lnTo>
                  <a:pt x="574450" y="37843"/>
                </a:lnTo>
                <a:lnTo>
                  <a:pt x="586814" y="37843"/>
                </a:lnTo>
                <a:lnTo>
                  <a:pt x="586814" y="13140"/>
                </a:lnTo>
                <a:lnTo>
                  <a:pt x="603581" y="2997"/>
                </a:lnTo>
                <a:lnTo>
                  <a:pt x="603581" y="37843"/>
                </a:lnTo>
                <a:lnTo>
                  <a:pt x="620535" y="37843"/>
                </a:lnTo>
                <a:lnTo>
                  <a:pt x="620535" y="50957"/>
                </a:lnTo>
                <a:lnTo>
                  <a:pt x="603581" y="50957"/>
                </a:lnTo>
                <a:lnTo>
                  <a:pt x="603581" y="109126"/>
                </a:lnTo>
                <a:cubicBezTo>
                  <a:pt x="603581" y="113934"/>
                  <a:pt x="603878" y="117025"/>
                  <a:pt x="604471" y="118399"/>
                </a:cubicBezTo>
                <a:cubicBezTo>
                  <a:pt x="605064" y="119773"/>
                  <a:pt x="606032" y="120866"/>
                  <a:pt x="607375" y="121677"/>
                </a:cubicBezTo>
                <a:cubicBezTo>
                  <a:pt x="608717" y="122489"/>
                  <a:pt x="610638" y="122895"/>
                  <a:pt x="613135" y="122895"/>
                </a:cubicBezTo>
                <a:cubicBezTo>
                  <a:pt x="615009" y="122895"/>
                  <a:pt x="617476" y="122739"/>
                  <a:pt x="620535" y="122427"/>
                </a:cubicBezTo>
                <a:close/>
                <a:moveTo>
                  <a:pt x="705152" y="105285"/>
                </a:moveTo>
                <a:lnTo>
                  <a:pt x="722575" y="107440"/>
                </a:lnTo>
                <a:cubicBezTo>
                  <a:pt x="719827" y="117618"/>
                  <a:pt x="714738" y="125518"/>
                  <a:pt x="707307" y="131138"/>
                </a:cubicBezTo>
                <a:cubicBezTo>
                  <a:pt x="699875" y="136758"/>
                  <a:pt x="690384" y="139568"/>
                  <a:pt x="678831" y="139568"/>
                </a:cubicBezTo>
                <a:cubicBezTo>
                  <a:pt x="664281" y="139568"/>
                  <a:pt x="652744" y="135088"/>
                  <a:pt x="644220" y="126127"/>
                </a:cubicBezTo>
                <a:cubicBezTo>
                  <a:pt x="635696" y="117166"/>
                  <a:pt x="631434" y="104598"/>
                  <a:pt x="631434" y="88425"/>
                </a:cubicBezTo>
                <a:cubicBezTo>
                  <a:pt x="631434" y="71689"/>
                  <a:pt x="635743" y="58700"/>
                  <a:pt x="644360" y="49458"/>
                </a:cubicBezTo>
                <a:cubicBezTo>
                  <a:pt x="652978" y="40216"/>
                  <a:pt x="664156" y="35595"/>
                  <a:pt x="677894" y="35595"/>
                </a:cubicBezTo>
                <a:cubicBezTo>
                  <a:pt x="691195" y="35595"/>
                  <a:pt x="702061" y="40115"/>
                  <a:pt x="710491" y="49156"/>
                </a:cubicBezTo>
                <a:cubicBezTo>
                  <a:pt x="718922" y="58195"/>
                  <a:pt x="723137" y="70913"/>
                  <a:pt x="723137" y="87309"/>
                </a:cubicBezTo>
                <a:cubicBezTo>
                  <a:pt x="723137" y="88307"/>
                  <a:pt x="723106" y="89802"/>
                  <a:pt x="723043" y="91797"/>
                </a:cubicBezTo>
                <a:lnTo>
                  <a:pt x="648856" y="91797"/>
                </a:lnTo>
                <a:cubicBezTo>
                  <a:pt x="649481" y="102694"/>
                  <a:pt x="652572" y="111038"/>
                  <a:pt x="658130" y="116830"/>
                </a:cubicBezTo>
                <a:cubicBezTo>
                  <a:pt x="663688" y="122622"/>
                  <a:pt x="670619" y="125518"/>
                  <a:pt x="678925" y="125518"/>
                </a:cubicBezTo>
                <a:cubicBezTo>
                  <a:pt x="685107" y="125518"/>
                  <a:pt x="690384" y="123910"/>
                  <a:pt x="694755" y="120694"/>
                </a:cubicBezTo>
                <a:cubicBezTo>
                  <a:pt x="699126" y="117476"/>
                  <a:pt x="702592" y="112340"/>
                  <a:pt x="705152" y="105285"/>
                </a:cubicBezTo>
                <a:moveTo>
                  <a:pt x="649793" y="77746"/>
                </a:moveTo>
                <a:lnTo>
                  <a:pt x="705340" y="77746"/>
                </a:lnTo>
                <a:cubicBezTo>
                  <a:pt x="704590" y="69515"/>
                  <a:pt x="702467" y="63341"/>
                  <a:pt x="698970" y="59226"/>
                </a:cubicBezTo>
                <a:cubicBezTo>
                  <a:pt x="693600" y="52839"/>
                  <a:pt x="686637" y="49645"/>
                  <a:pt x="678082" y="49645"/>
                </a:cubicBezTo>
                <a:cubicBezTo>
                  <a:pt x="670338" y="49645"/>
                  <a:pt x="663828" y="52195"/>
                  <a:pt x="658551" y="57294"/>
                </a:cubicBezTo>
                <a:cubicBezTo>
                  <a:pt x="653275" y="62391"/>
                  <a:pt x="650355" y="69209"/>
                  <a:pt x="649793" y="77746"/>
                </a:cubicBezTo>
                <a:close/>
                <a:moveTo>
                  <a:pt x="861584" y="137320"/>
                </a:moveTo>
                <a:lnTo>
                  <a:pt x="861584" y="124769"/>
                </a:lnTo>
                <a:cubicBezTo>
                  <a:pt x="855277" y="134635"/>
                  <a:pt x="846004" y="139568"/>
                  <a:pt x="833764" y="139568"/>
                </a:cubicBezTo>
                <a:cubicBezTo>
                  <a:pt x="825833" y="139568"/>
                  <a:pt x="818543" y="137383"/>
                  <a:pt x="811892" y="133012"/>
                </a:cubicBezTo>
                <a:cubicBezTo>
                  <a:pt x="805242" y="128640"/>
                  <a:pt x="800090" y="122536"/>
                  <a:pt x="796437" y="114699"/>
                </a:cubicBezTo>
                <a:cubicBezTo>
                  <a:pt x="792783" y="106862"/>
                  <a:pt x="790957" y="97854"/>
                  <a:pt x="790957" y="87675"/>
                </a:cubicBezTo>
                <a:cubicBezTo>
                  <a:pt x="790957" y="77746"/>
                  <a:pt x="792612" y="68738"/>
                  <a:pt x="795921" y="60651"/>
                </a:cubicBezTo>
                <a:cubicBezTo>
                  <a:pt x="799231" y="52565"/>
                  <a:pt x="804196" y="46367"/>
                  <a:pt x="810815" y="42058"/>
                </a:cubicBezTo>
                <a:cubicBezTo>
                  <a:pt x="817434" y="37749"/>
                  <a:pt x="824834" y="35595"/>
                  <a:pt x="833015" y="35595"/>
                </a:cubicBezTo>
                <a:cubicBezTo>
                  <a:pt x="839010" y="35595"/>
                  <a:pt x="844349" y="36859"/>
                  <a:pt x="849032" y="39388"/>
                </a:cubicBezTo>
                <a:cubicBezTo>
                  <a:pt x="853716" y="41917"/>
                  <a:pt x="857525" y="45211"/>
                  <a:pt x="860460" y="49270"/>
                </a:cubicBezTo>
                <a:lnTo>
                  <a:pt x="860460" y="0"/>
                </a:lnTo>
                <a:lnTo>
                  <a:pt x="877227" y="0"/>
                </a:lnTo>
                <a:lnTo>
                  <a:pt x="877227" y="137320"/>
                </a:lnTo>
                <a:lnTo>
                  <a:pt x="861584" y="137320"/>
                </a:lnTo>
                <a:moveTo>
                  <a:pt x="808286" y="87628"/>
                </a:moveTo>
                <a:cubicBezTo>
                  <a:pt x="808286" y="100321"/>
                  <a:pt x="810971" y="109809"/>
                  <a:pt x="816341" y="116092"/>
                </a:cubicBezTo>
                <a:cubicBezTo>
                  <a:pt x="821712" y="122376"/>
                  <a:pt x="828050" y="125518"/>
                  <a:pt x="835356" y="125518"/>
                </a:cubicBezTo>
                <a:cubicBezTo>
                  <a:pt x="842725" y="125518"/>
                  <a:pt x="848985" y="122517"/>
                  <a:pt x="854137" y="116514"/>
                </a:cubicBezTo>
                <a:cubicBezTo>
                  <a:pt x="859289" y="110509"/>
                  <a:pt x="861865" y="101347"/>
                  <a:pt x="861865" y="89028"/>
                </a:cubicBezTo>
                <a:cubicBezTo>
                  <a:pt x="861865" y="75465"/>
                  <a:pt x="859242" y="65511"/>
                  <a:pt x="853997" y="59164"/>
                </a:cubicBezTo>
                <a:cubicBezTo>
                  <a:pt x="848751" y="52818"/>
                  <a:pt x="842288" y="49645"/>
                  <a:pt x="834607" y="49645"/>
                </a:cubicBezTo>
                <a:cubicBezTo>
                  <a:pt x="827114" y="49645"/>
                  <a:pt x="820853" y="52694"/>
                  <a:pt x="815826" y="58793"/>
                </a:cubicBezTo>
                <a:cubicBezTo>
                  <a:pt x="810799" y="64889"/>
                  <a:pt x="808286" y="74501"/>
                  <a:pt x="808286" y="87628"/>
                </a:cubicBezTo>
                <a:close/>
                <a:moveTo>
                  <a:pt x="971805" y="105285"/>
                </a:moveTo>
                <a:lnTo>
                  <a:pt x="989228" y="107440"/>
                </a:lnTo>
                <a:cubicBezTo>
                  <a:pt x="986480" y="117618"/>
                  <a:pt x="981390" y="125518"/>
                  <a:pt x="973959" y="131138"/>
                </a:cubicBezTo>
                <a:cubicBezTo>
                  <a:pt x="966528" y="136758"/>
                  <a:pt x="957036" y="139568"/>
                  <a:pt x="945484" y="139568"/>
                </a:cubicBezTo>
                <a:cubicBezTo>
                  <a:pt x="930934" y="139568"/>
                  <a:pt x="919396" y="135088"/>
                  <a:pt x="910873" y="126127"/>
                </a:cubicBezTo>
                <a:cubicBezTo>
                  <a:pt x="902349" y="117166"/>
                  <a:pt x="898087" y="104598"/>
                  <a:pt x="898087" y="88425"/>
                </a:cubicBezTo>
                <a:cubicBezTo>
                  <a:pt x="898087" y="71689"/>
                  <a:pt x="902395" y="58700"/>
                  <a:pt x="911013" y="49458"/>
                </a:cubicBezTo>
                <a:cubicBezTo>
                  <a:pt x="919631" y="40216"/>
                  <a:pt x="930809" y="35595"/>
                  <a:pt x="944547" y="35595"/>
                </a:cubicBezTo>
                <a:cubicBezTo>
                  <a:pt x="957848" y="35595"/>
                  <a:pt x="968714" y="40115"/>
                  <a:pt x="977144" y="49156"/>
                </a:cubicBezTo>
                <a:cubicBezTo>
                  <a:pt x="985574" y="58195"/>
                  <a:pt x="989790" y="70913"/>
                  <a:pt x="989790" y="87309"/>
                </a:cubicBezTo>
                <a:cubicBezTo>
                  <a:pt x="989790" y="88307"/>
                  <a:pt x="989758" y="89802"/>
                  <a:pt x="989696" y="91797"/>
                </a:cubicBezTo>
                <a:lnTo>
                  <a:pt x="915509" y="91797"/>
                </a:lnTo>
                <a:cubicBezTo>
                  <a:pt x="916134" y="102694"/>
                  <a:pt x="919225" y="111038"/>
                  <a:pt x="924783" y="116830"/>
                </a:cubicBezTo>
                <a:cubicBezTo>
                  <a:pt x="930340" y="122622"/>
                  <a:pt x="937272" y="125518"/>
                  <a:pt x="945577" y="125518"/>
                </a:cubicBezTo>
                <a:cubicBezTo>
                  <a:pt x="951760" y="125518"/>
                  <a:pt x="957036" y="123910"/>
                  <a:pt x="961408" y="120694"/>
                </a:cubicBezTo>
                <a:cubicBezTo>
                  <a:pt x="965779" y="117476"/>
                  <a:pt x="969245" y="112340"/>
                  <a:pt x="971805" y="105285"/>
                </a:cubicBezTo>
                <a:moveTo>
                  <a:pt x="916446" y="77746"/>
                </a:moveTo>
                <a:lnTo>
                  <a:pt x="971992" y="77746"/>
                </a:lnTo>
                <a:cubicBezTo>
                  <a:pt x="971243" y="69515"/>
                  <a:pt x="969120" y="63341"/>
                  <a:pt x="965623" y="59226"/>
                </a:cubicBezTo>
                <a:cubicBezTo>
                  <a:pt x="960252" y="52839"/>
                  <a:pt x="953289" y="49645"/>
                  <a:pt x="944734" y="49645"/>
                </a:cubicBezTo>
                <a:cubicBezTo>
                  <a:pt x="936991" y="49645"/>
                  <a:pt x="930481" y="52195"/>
                  <a:pt x="925204" y="57294"/>
                </a:cubicBezTo>
                <a:cubicBezTo>
                  <a:pt x="919927" y="62391"/>
                  <a:pt x="917008" y="69209"/>
                  <a:pt x="916446" y="77746"/>
                </a:cubicBezTo>
                <a:close/>
                <a:moveTo>
                  <a:pt x="1009993" y="137320"/>
                </a:moveTo>
                <a:lnTo>
                  <a:pt x="1009993" y="0"/>
                </a:lnTo>
                <a:lnTo>
                  <a:pt x="1026854" y="0"/>
                </a:lnTo>
                <a:lnTo>
                  <a:pt x="1026854" y="137320"/>
                </a:lnTo>
                <a:lnTo>
                  <a:pt x="1009993" y="137320"/>
                </a:lnTo>
                <a:close/>
                <a:moveTo>
                  <a:pt x="1117869" y="125038"/>
                </a:moveTo>
                <a:cubicBezTo>
                  <a:pt x="1111625" y="130350"/>
                  <a:pt x="1105614" y="134100"/>
                  <a:pt x="1099838" y="136287"/>
                </a:cubicBezTo>
                <a:cubicBezTo>
                  <a:pt x="1094062" y="138475"/>
                  <a:pt x="1087864" y="139568"/>
                  <a:pt x="1081244" y="139568"/>
                </a:cubicBezTo>
                <a:cubicBezTo>
                  <a:pt x="1070316" y="139568"/>
                  <a:pt x="1061917" y="136897"/>
                  <a:pt x="1056047" y="131554"/>
                </a:cubicBezTo>
                <a:cubicBezTo>
                  <a:pt x="1050177" y="126211"/>
                  <a:pt x="1047242" y="119384"/>
                  <a:pt x="1047242" y="111072"/>
                </a:cubicBezTo>
                <a:cubicBezTo>
                  <a:pt x="1047242" y="106199"/>
                  <a:pt x="1048351" y="101748"/>
                  <a:pt x="1050567" y="97718"/>
                </a:cubicBezTo>
                <a:cubicBezTo>
                  <a:pt x="1052784" y="93687"/>
                  <a:pt x="1055688" y="90452"/>
                  <a:pt x="1059279" y="88015"/>
                </a:cubicBezTo>
                <a:cubicBezTo>
                  <a:pt x="1062869" y="85577"/>
                  <a:pt x="1066913" y="83734"/>
                  <a:pt x="1071409" y="82485"/>
                </a:cubicBezTo>
                <a:cubicBezTo>
                  <a:pt x="1074719" y="81609"/>
                  <a:pt x="1079714" y="80765"/>
                  <a:pt x="1086396" y="79953"/>
                </a:cubicBezTo>
                <a:cubicBezTo>
                  <a:pt x="1100010" y="78341"/>
                  <a:pt x="1110032" y="76419"/>
                  <a:pt x="1116464" y="74187"/>
                </a:cubicBezTo>
                <a:cubicBezTo>
                  <a:pt x="1116527" y="71886"/>
                  <a:pt x="1116558" y="70424"/>
                  <a:pt x="1116558" y="69802"/>
                </a:cubicBezTo>
                <a:cubicBezTo>
                  <a:pt x="1116558" y="62958"/>
                  <a:pt x="1114966" y="58137"/>
                  <a:pt x="1111781" y="55339"/>
                </a:cubicBezTo>
                <a:cubicBezTo>
                  <a:pt x="1107472" y="51543"/>
                  <a:pt x="1101071" y="49645"/>
                  <a:pt x="1092578" y="49645"/>
                </a:cubicBezTo>
                <a:cubicBezTo>
                  <a:pt x="1084648" y="49645"/>
                  <a:pt x="1078793" y="51035"/>
                  <a:pt x="1075015" y="53813"/>
                </a:cubicBezTo>
                <a:cubicBezTo>
                  <a:pt x="1071237" y="56592"/>
                  <a:pt x="1068443" y="61510"/>
                  <a:pt x="1066632" y="68567"/>
                </a:cubicBezTo>
                <a:lnTo>
                  <a:pt x="1050146" y="66318"/>
                </a:lnTo>
                <a:cubicBezTo>
                  <a:pt x="1051645" y="59240"/>
                  <a:pt x="1054111" y="53525"/>
                  <a:pt x="1057546" y="49171"/>
                </a:cubicBezTo>
                <a:cubicBezTo>
                  <a:pt x="1060980" y="44817"/>
                  <a:pt x="1065945" y="41467"/>
                  <a:pt x="1072439" y="39119"/>
                </a:cubicBezTo>
                <a:cubicBezTo>
                  <a:pt x="1078934" y="36769"/>
                  <a:pt x="1086459" y="35595"/>
                  <a:pt x="1095014" y="35595"/>
                </a:cubicBezTo>
                <a:cubicBezTo>
                  <a:pt x="1103507" y="35595"/>
                  <a:pt x="1110407" y="36594"/>
                  <a:pt x="1115715" y="38592"/>
                </a:cubicBezTo>
                <a:cubicBezTo>
                  <a:pt x="1121023" y="40590"/>
                  <a:pt x="1124926" y="43104"/>
                  <a:pt x="1127424" y="46133"/>
                </a:cubicBezTo>
                <a:cubicBezTo>
                  <a:pt x="1129922" y="49161"/>
                  <a:pt x="1131670" y="52986"/>
                  <a:pt x="1132669" y="57607"/>
                </a:cubicBezTo>
                <a:cubicBezTo>
                  <a:pt x="1133231" y="60480"/>
                  <a:pt x="1133512" y="65663"/>
                  <a:pt x="1133512" y="73156"/>
                </a:cubicBezTo>
                <a:lnTo>
                  <a:pt x="1133512" y="95637"/>
                </a:lnTo>
                <a:cubicBezTo>
                  <a:pt x="1133512" y="111311"/>
                  <a:pt x="1133871" y="121225"/>
                  <a:pt x="1134589" y="125377"/>
                </a:cubicBezTo>
                <a:cubicBezTo>
                  <a:pt x="1135308" y="129530"/>
                  <a:pt x="1136728" y="133511"/>
                  <a:pt x="1138851" y="137320"/>
                </a:cubicBezTo>
                <a:lnTo>
                  <a:pt x="1121241" y="137320"/>
                </a:lnTo>
                <a:cubicBezTo>
                  <a:pt x="1119493" y="133819"/>
                  <a:pt x="1118369" y="129725"/>
                  <a:pt x="1117869" y="125038"/>
                </a:cubicBezTo>
                <a:moveTo>
                  <a:pt x="1116464" y="87301"/>
                </a:moveTo>
                <a:cubicBezTo>
                  <a:pt x="1110345" y="89820"/>
                  <a:pt x="1101165" y="91961"/>
                  <a:pt x="1088925" y="93723"/>
                </a:cubicBezTo>
                <a:cubicBezTo>
                  <a:pt x="1081994" y="94726"/>
                  <a:pt x="1077092" y="95855"/>
                  <a:pt x="1074219" y="97110"/>
                </a:cubicBezTo>
                <a:cubicBezTo>
                  <a:pt x="1071347" y="98362"/>
                  <a:pt x="1069130" y="100197"/>
                  <a:pt x="1067569" y="102613"/>
                </a:cubicBezTo>
                <a:cubicBezTo>
                  <a:pt x="1066007" y="105027"/>
                  <a:pt x="1065227" y="107707"/>
                  <a:pt x="1065227" y="110654"/>
                </a:cubicBezTo>
                <a:cubicBezTo>
                  <a:pt x="1065227" y="115167"/>
                  <a:pt x="1066928" y="118930"/>
                  <a:pt x="1070332" y="121941"/>
                </a:cubicBezTo>
                <a:cubicBezTo>
                  <a:pt x="1073735" y="124950"/>
                  <a:pt x="1078715" y="126455"/>
                  <a:pt x="1085272" y="126455"/>
                </a:cubicBezTo>
                <a:cubicBezTo>
                  <a:pt x="1091767" y="126455"/>
                  <a:pt x="1097543" y="125027"/>
                  <a:pt x="1102601" y="122172"/>
                </a:cubicBezTo>
                <a:cubicBezTo>
                  <a:pt x="1107659" y="119317"/>
                  <a:pt x="1111375" y="115411"/>
                  <a:pt x="1113748" y="110455"/>
                </a:cubicBezTo>
                <a:cubicBezTo>
                  <a:pt x="1115559" y="106626"/>
                  <a:pt x="1116464" y="100978"/>
                  <a:pt x="1116464" y="93512"/>
                </a:cubicBezTo>
                <a:lnTo>
                  <a:pt x="1116464" y="87301"/>
                </a:lnTo>
                <a:close/>
                <a:moveTo>
                  <a:pt x="1158868" y="175725"/>
                </a:moveTo>
                <a:lnTo>
                  <a:pt x="1156995" y="159895"/>
                </a:lnTo>
                <a:cubicBezTo>
                  <a:pt x="1160679" y="160894"/>
                  <a:pt x="1163895" y="161394"/>
                  <a:pt x="1166643" y="161394"/>
                </a:cubicBezTo>
                <a:cubicBezTo>
                  <a:pt x="1170389" y="161394"/>
                  <a:pt x="1173387" y="160761"/>
                  <a:pt x="1175635" y="159497"/>
                </a:cubicBezTo>
                <a:cubicBezTo>
                  <a:pt x="1177883" y="158234"/>
                  <a:pt x="1179725" y="156465"/>
                  <a:pt x="1181161" y="154190"/>
                </a:cubicBezTo>
                <a:cubicBezTo>
                  <a:pt x="1182223" y="152484"/>
                  <a:pt x="1183940" y="148252"/>
                  <a:pt x="1186313" y="141492"/>
                </a:cubicBezTo>
                <a:cubicBezTo>
                  <a:pt x="1186626" y="140543"/>
                  <a:pt x="1187125" y="139153"/>
                  <a:pt x="1187812" y="137320"/>
                </a:cubicBezTo>
                <a:lnTo>
                  <a:pt x="1150063" y="37843"/>
                </a:lnTo>
                <a:lnTo>
                  <a:pt x="1168235" y="37843"/>
                </a:lnTo>
                <a:lnTo>
                  <a:pt x="1188936" y="95315"/>
                </a:lnTo>
                <a:cubicBezTo>
                  <a:pt x="1191621" y="102606"/>
                  <a:pt x="1194025" y="110269"/>
                  <a:pt x="1196149" y="118305"/>
                </a:cubicBezTo>
                <a:cubicBezTo>
                  <a:pt x="1198084" y="110580"/>
                  <a:pt x="1200395" y="103041"/>
                  <a:pt x="1203080" y="95690"/>
                </a:cubicBezTo>
                <a:lnTo>
                  <a:pt x="1224343" y="37843"/>
                </a:lnTo>
                <a:lnTo>
                  <a:pt x="1241204" y="37843"/>
                </a:lnTo>
                <a:lnTo>
                  <a:pt x="1203361" y="139074"/>
                </a:lnTo>
                <a:cubicBezTo>
                  <a:pt x="1199302" y="150010"/>
                  <a:pt x="1196149" y="157539"/>
                  <a:pt x="1193901" y="161663"/>
                </a:cubicBezTo>
                <a:cubicBezTo>
                  <a:pt x="1190903" y="167225"/>
                  <a:pt x="1187469" y="171302"/>
                  <a:pt x="1183597" y="173896"/>
                </a:cubicBezTo>
                <a:cubicBezTo>
                  <a:pt x="1179725" y="176489"/>
                  <a:pt x="1175104" y="177786"/>
                  <a:pt x="1169734" y="177786"/>
                </a:cubicBezTo>
                <a:cubicBezTo>
                  <a:pt x="1166486" y="177786"/>
                  <a:pt x="1162865" y="177099"/>
                  <a:pt x="1158868" y="175725"/>
                </a:cubicBezTo>
                <a:close/>
                <a:moveTo>
                  <a:pt x="1308679" y="137320"/>
                </a:moveTo>
                <a:lnTo>
                  <a:pt x="1308679" y="37843"/>
                </a:lnTo>
                <a:lnTo>
                  <a:pt x="1323853" y="37843"/>
                </a:lnTo>
                <a:lnTo>
                  <a:pt x="1323853" y="52830"/>
                </a:lnTo>
                <a:cubicBezTo>
                  <a:pt x="1327725" y="45812"/>
                  <a:pt x="1331300" y="41186"/>
                  <a:pt x="1334578" y="38949"/>
                </a:cubicBezTo>
                <a:cubicBezTo>
                  <a:pt x="1337857" y="36713"/>
                  <a:pt x="1341463" y="35595"/>
                  <a:pt x="1345397" y="35595"/>
                </a:cubicBezTo>
                <a:cubicBezTo>
                  <a:pt x="1351080" y="35595"/>
                  <a:pt x="1356856" y="37398"/>
                  <a:pt x="1362726" y="41004"/>
                </a:cubicBezTo>
                <a:lnTo>
                  <a:pt x="1356919" y="56577"/>
                </a:lnTo>
                <a:cubicBezTo>
                  <a:pt x="1352797" y="54141"/>
                  <a:pt x="1348676" y="52924"/>
                  <a:pt x="1344554" y="52924"/>
                </a:cubicBezTo>
                <a:cubicBezTo>
                  <a:pt x="1340870" y="52924"/>
                  <a:pt x="1337560" y="54034"/>
                  <a:pt x="1334625" y="56255"/>
                </a:cubicBezTo>
                <a:cubicBezTo>
                  <a:pt x="1331690" y="58474"/>
                  <a:pt x="1329598" y="61552"/>
                  <a:pt x="1328349" y="65490"/>
                </a:cubicBezTo>
                <a:cubicBezTo>
                  <a:pt x="1326476" y="71491"/>
                  <a:pt x="1325539" y="78055"/>
                  <a:pt x="1325539" y="85181"/>
                </a:cubicBezTo>
                <a:lnTo>
                  <a:pt x="1325539" y="137320"/>
                </a:lnTo>
                <a:lnTo>
                  <a:pt x="1308679" y="137320"/>
                </a:lnTo>
                <a:close/>
                <a:moveTo>
                  <a:pt x="1372841" y="19483"/>
                </a:moveTo>
                <a:lnTo>
                  <a:pt x="1372841" y="0"/>
                </a:lnTo>
                <a:lnTo>
                  <a:pt x="1389702" y="0"/>
                </a:lnTo>
                <a:lnTo>
                  <a:pt x="1389702" y="19483"/>
                </a:lnTo>
                <a:lnTo>
                  <a:pt x="1372841" y="19483"/>
                </a:lnTo>
                <a:moveTo>
                  <a:pt x="1372841" y="137320"/>
                </a:moveTo>
                <a:lnTo>
                  <a:pt x="1372841" y="37843"/>
                </a:lnTo>
                <a:lnTo>
                  <a:pt x="1389702" y="37843"/>
                </a:lnTo>
                <a:lnTo>
                  <a:pt x="1389702" y="137320"/>
                </a:lnTo>
                <a:lnTo>
                  <a:pt x="1372841" y="137320"/>
                </a:lnTo>
                <a:close/>
                <a:moveTo>
                  <a:pt x="1408591" y="107533"/>
                </a:moveTo>
                <a:lnTo>
                  <a:pt x="1425265" y="104911"/>
                </a:lnTo>
                <a:cubicBezTo>
                  <a:pt x="1426201" y="111563"/>
                  <a:pt x="1428808" y="116661"/>
                  <a:pt x="1433086" y="120205"/>
                </a:cubicBezTo>
                <a:cubicBezTo>
                  <a:pt x="1437364" y="123747"/>
                  <a:pt x="1443343" y="125518"/>
                  <a:pt x="1451024" y="125518"/>
                </a:cubicBezTo>
                <a:cubicBezTo>
                  <a:pt x="1458767" y="125518"/>
                  <a:pt x="1464512" y="123954"/>
                  <a:pt x="1468259" y="120826"/>
                </a:cubicBezTo>
                <a:cubicBezTo>
                  <a:pt x="1472006" y="117696"/>
                  <a:pt x="1473879" y="114025"/>
                  <a:pt x="1473879" y="109814"/>
                </a:cubicBezTo>
                <a:cubicBezTo>
                  <a:pt x="1473879" y="106034"/>
                  <a:pt x="1472225" y="103060"/>
                  <a:pt x="1468915" y="100891"/>
                </a:cubicBezTo>
                <a:cubicBezTo>
                  <a:pt x="1466604" y="99404"/>
                  <a:pt x="1460859" y="97514"/>
                  <a:pt x="1451680" y="95222"/>
                </a:cubicBezTo>
                <a:cubicBezTo>
                  <a:pt x="1439315" y="92097"/>
                  <a:pt x="1430744" y="89394"/>
                  <a:pt x="1425967" y="87113"/>
                </a:cubicBezTo>
                <a:cubicBezTo>
                  <a:pt x="1421190" y="84832"/>
                  <a:pt x="1417568" y="81675"/>
                  <a:pt x="1415101" y="77644"/>
                </a:cubicBezTo>
                <a:cubicBezTo>
                  <a:pt x="1412635" y="73612"/>
                  <a:pt x="1411401" y="69159"/>
                  <a:pt x="1411401" y="64284"/>
                </a:cubicBezTo>
                <a:cubicBezTo>
                  <a:pt x="1411401" y="59846"/>
                  <a:pt x="1412416" y="55737"/>
                  <a:pt x="1414446" y="51955"/>
                </a:cubicBezTo>
                <a:cubicBezTo>
                  <a:pt x="1416475" y="48173"/>
                  <a:pt x="1419238" y="45032"/>
                  <a:pt x="1422735" y="42532"/>
                </a:cubicBezTo>
                <a:cubicBezTo>
                  <a:pt x="1425358" y="40594"/>
                  <a:pt x="1428933" y="38954"/>
                  <a:pt x="1433461" y="37611"/>
                </a:cubicBezTo>
                <a:cubicBezTo>
                  <a:pt x="1437988" y="36267"/>
                  <a:pt x="1442843" y="35595"/>
                  <a:pt x="1448026" y="35595"/>
                </a:cubicBezTo>
                <a:cubicBezTo>
                  <a:pt x="1455832" y="35595"/>
                  <a:pt x="1462686" y="36726"/>
                  <a:pt x="1468587" y="38990"/>
                </a:cubicBezTo>
                <a:cubicBezTo>
                  <a:pt x="1474488" y="41252"/>
                  <a:pt x="1478844" y="44317"/>
                  <a:pt x="1481654" y="48184"/>
                </a:cubicBezTo>
                <a:cubicBezTo>
                  <a:pt x="1484464" y="52050"/>
                  <a:pt x="1486400" y="57221"/>
                  <a:pt x="1487462" y="63696"/>
                </a:cubicBezTo>
                <a:lnTo>
                  <a:pt x="1470976" y="65944"/>
                </a:lnTo>
                <a:cubicBezTo>
                  <a:pt x="1470226" y="60823"/>
                  <a:pt x="1468056" y="56827"/>
                  <a:pt x="1464466" y="53954"/>
                </a:cubicBezTo>
                <a:cubicBezTo>
                  <a:pt x="1460875" y="51081"/>
                  <a:pt x="1455801" y="49645"/>
                  <a:pt x="1449244" y="49645"/>
                </a:cubicBezTo>
                <a:cubicBezTo>
                  <a:pt x="1441501" y="49645"/>
                  <a:pt x="1435974" y="50919"/>
                  <a:pt x="1432665" y="53468"/>
                </a:cubicBezTo>
                <a:cubicBezTo>
                  <a:pt x="1429355" y="56015"/>
                  <a:pt x="1427700" y="58998"/>
                  <a:pt x="1427700" y="62416"/>
                </a:cubicBezTo>
                <a:cubicBezTo>
                  <a:pt x="1427700" y="64590"/>
                  <a:pt x="1428387" y="66548"/>
                  <a:pt x="1429761" y="68288"/>
                </a:cubicBezTo>
                <a:cubicBezTo>
                  <a:pt x="1431135" y="70090"/>
                  <a:pt x="1433289" y="71581"/>
                  <a:pt x="1436224" y="72761"/>
                </a:cubicBezTo>
                <a:cubicBezTo>
                  <a:pt x="1437910" y="73384"/>
                  <a:pt x="1442875" y="74813"/>
                  <a:pt x="1451118" y="77050"/>
                </a:cubicBezTo>
                <a:cubicBezTo>
                  <a:pt x="1463045" y="80232"/>
                  <a:pt x="1471366" y="82838"/>
                  <a:pt x="1476081" y="84865"/>
                </a:cubicBezTo>
                <a:cubicBezTo>
                  <a:pt x="1480795" y="86893"/>
                  <a:pt x="1484495" y="89841"/>
                  <a:pt x="1487181" y="93711"/>
                </a:cubicBezTo>
                <a:cubicBezTo>
                  <a:pt x="1489866" y="97579"/>
                  <a:pt x="1491208" y="102382"/>
                  <a:pt x="1491208" y="108122"/>
                </a:cubicBezTo>
                <a:cubicBezTo>
                  <a:pt x="1491208" y="113738"/>
                  <a:pt x="1489569" y="119026"/>
                  <a:pt x="1486291" y="123987"/>
                </a:cubicBezTo>
                <a:cubicBezTo>
                  <a:pt x="1483012" y="128946"/>
                  <a:pt x="1478282" y="132782"/>
                  <a:pt x="1472100" y="135497"/>
                </a:cubicBezTo>
                <a:cubicBezTo>
                  <a:pt x="1465917" y="138211"/>
                  <a:pt x="1458923" y="139568"/>
                  <a:pt x="1451118" y="139568"/>
                </a:cubicBezTo>
                <a:cubicBezTo>
                  <a:pt x="1438191" y="139568"/>
                  <a:pt x="1428340" y="136875"/>
                  <a:pt x="1421565" y="131489"/>
                </a:cubicBezTo>
                <a:cubicBezTo>
                  <a:pt x="1414789" y="126103"/>
                  <a:pt x="1410465" y="118118"/>
                  <a:pt x="1408591" y="107533"/>
                </a:cubicBezTo>
                <a:close/>
                <a:moveTo>
                  <a:pt x="1511347" y="137320"/>
                </a:moveTo>
                <a:lnTo>
                  <a:pt x="1511347" y="0"/>
                </a:lnTo>
                <a:lnTo>
                  <a:pt x="1528208" y="0"/>
                </a:lnTo>
                <a:lnTo>
                  <a:pt x="1528208" y="78308"/>
                </a:lnTo>
                <a:lnTo>
                  <a:pt x="1568112" y="37843"/>
                </a:lnTo>
                <a:lnTo>
                  <a:pt x="1589937" y="37843"/>
                </a:lnTo>
                <a:lnTo>
                  <a:pt x="1551907" y="74749"/>
                </a:lnTo>
                <a:lnTo>
                  <a:pt x="1593777" y="137320"/>
                </a:lnTo>
                <a:lnTo>
                  <a:pt x="1572982" y="137320"/>
                </a:lnTo>
                <a:lnTo>
                  <a:pt x="1540104" y="86458"/>
                </a:lnTo>
                <a:lnTo>
                  <a:pt x="1528208" y="97885"/>
                </a:lnTo>
                <a:lnTo>
                  <a:pt x="1528208" y="137320"/>
                </a:lnTo>
                <a:lnTo>
                  <a:pt x="1511347" y="1373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basedonpast">
            <a:extLst xmlns:a="http://schemas.openxmlformats.org/drawingml/2006/main">
              <a:ext uri="{FF2B5EF4-FFF2-40B4-BE49-F238E27FC236}">
                <a16:creationId xmlns:a16="http://schemas.microsoft.com/office/drawing/2014/main" id="{FF648368-8220-4F05-A12D-3BC198B8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828" y="1221546"/>
            <a:ext cx="1191129" cy="175538"/>
          </a:xfrm>
          <a:custGeom xmlns:a="http://schemas.openxmlformats.org/drawingml/2006/main">
            <a:pathLst>
              <a:path w="1191129" h="175538">
                <a:moveTo>
                  <a:pt x="15643" y="137320"/>
                </a:moveTo>
                <a:lnTo>
                  <a:pt x="0" y="137320"/>
                </a:lnTo>
                <a:lnTo>
                  <a:pt x="0" y="0"/>
                </a:lnTo>
                <a:lnTo>
                  <a:pt x="16861" y="0"/>
                </a:lnTo>
                <a:lnTo>
                  <a:pt x="16861" y="49171"/>
                </a:lnTo>
                <a:cubicBezTo>
                  <a:pt x="23980" y="40120"/>
                  <a:pt x="33066" y="35595"/>
                  <a:pt x="44119" y="35595"/>
                </a:cubicBezTo>
                <a:cubicBezTo>
                  <a:pt x="50238" y="35595"/>
                  <a:pt x="56030" y="36828"/>
                  <a:pt x="61494" y="39295"/>
                </a:cubicBezTo>
                <a:cubicBezTo>
                  <a:pt x="66959" y="41761"/>
                  <a:pt x="71455" y="45227"/>
                  <a:pt x="74983" y="49692"/>
                </a:cubicBezTo>
                <a:cubicBezTo>
                  <a:pt x="78511" y="54157"/>
                  <a:pt x="81274" y="59543"/>
                  <a:pt x="83273" y="65850"/>
                </a:cubicBezTo>
                <a:cubicBezTo>
                  <a:pt x="85271" y="72157"/>
                  <a:pt x="86270" y="78901"/>
                  <a:pt x="86270" y="86083"/>
                </a:cubicBezTo>
                <a:cubicBezTo>
                  <a:pt x="86270" y="103131"/>
                  <a:pt x="82055" y="116307"/>
                  <a:pt x="73625" y="125612"/>
                </a:cubicBezTo>
                <a:cubicBezTo>
                  <a:pt x="65194" y="134916"/>
                  <a:pt x="55078" y="139568"/>
                  <a:pt x="43276" y="139568"/>
                </a:cubicBezTo>
                <a:cubicBezTo>
                  <a:pt x="31536" y="139568"/>
                  <a:pt x="22325" y="134604"/>
                  <a:pt x="15643" y="124675"/>
                </a:cubicBezTo>
                <a:lnTo>
                  <a:pt x="15643" y="137320"/>
                </a:lnTo>
                <a:moveTo>
                  <a:pt x="15456" y="86835"/>
                </a:moveTo>
                <a:cubicBezTo>
                  <a:pt x="15456" y="98704"/>
                  <a:pt x="17079" y="107280"/>
                  <a:pt x="20326" y="112562"/>
                </a:cubicBezTo>
                <a:cubicBezTo>
                  <a:pt x="25634" y="121199"/>
                  <a:pt x="32816" y="125518"/>
                  <a:pt x="41871" y="125518"/>
                </a:cubicBezTo>
                <a:cubicBezTo>
                  <a:pt x="49239" y="125518"/>
                  <a:pt x="55609" y="122333"/>
                  <a:pt x="60979" y="115964"/>
                </a:cubicBezTo>
                <a:cubicBezTo>
                  <a:pt x="66350" y="109594"/>
                  <a:pt x="69035" y="100102"/>
                  <a:pt x="69035" y="87488"/>
                </a:cubicBezTo>
                <a:cubicBezTo>
                  <a:pt x="69035" y="74563"/>
                  <a:pt x="66459" y="65026"/>
                  <a:pt x="61307" y="58875"/>
                </a:cubicBezTo>
                <a:cubicBezTo>
                  <a:pt x="56155" y="52722"/>
                  <a:pt x="49926" y="49645"/>
                  <a:pt x="42620" y="49645"/>
                </a:cubicBezTo>
                <a:cubicBezTo>
                  <a:pt x="35251" y="49645"/>
                  <a:pt x="28882" y="52830"/>
                  <a:pt x="23511" y="59200"/>
                </a:cubicBezTo>
                <a:cubicBezTo>
                  <a:pt x="18141" y="65569"/>
                  <a:pt x="15456" y="74781"/>
                  <a:pt x="15456" y="86835"/>
                </a:cubicBezTo>
                <a:close/>
                <a:moveTo>
                  <a:pt x="171668" y="125038"/>
                </a:moveTo>
                <a:cubicBezTo>
                  <a:pt x="165423" y="130350"/>
                  <a:pt x="159413" y="134100"/>
                  <a:pt x="153636" y="136287"/>
                </a:cubicBezTo>
                <a:cubicBezTo>
                  <a:pt x="147860" y="138475"/>
                  <a:pt x="141662" y="139568"/>
                  <a:pt x="135043" y="139568"/>
                </a:cubicBezTo>
                <a:cubicBezTo>
                  <a:pt x="124115" y="139568"/>
                  <a:pt x="115716" y="136897"/>
                  <a:pt x="109846" y="131554"/>
                </a:cubicBezTo>
                <a:cubicBezTo>
                  <a:pt x="103976" y="126211"/>
                  <a:pt x="101041" y="119384"/>
                  <a:pt x="101041" y="111072"/>
                </a:cubicBezTo>
                <a:cubicBezTo>
                  <a:pt x="101041" y="106199"/>
                  <a:pt x="102149" y="101748"/>
                  <a:pt x="104366" y="97718"/>
                </a:cubicBezTo>
                <a:cubicBezTo>
                  <a:pt x="106583" y="93687"/>
                  <a:pt x="109486" y="90452"/>
                  <a:pt x="113077" y="88015"/>
                </a:cubicBezTo>
                <a:cubicBezTo>
                  <a:pt x="116668" y="85577"/>
                  <a:pt x="120711" y="83734"/>
                  <a:pt x="125207" y="82485"/>
                </a:cubicBezTo>
                <a:cubicBezTo>
                  <a:pt x="128517" y="81609"/>
                  <a:pt x="133513" y="80765"/>
                  <a:pt x="140195" y="79953"/>
                </a:cubicBezTo>
                <a:cubicBezTo>
                  <a:pt x="153808" y="78341"/>
                  <a:pt x="163831" y="76419"/>
                  <a:pt x="170263" y="74187"/>
                </a:cubicBezTo>
                <a:cubicBezTo>
                  <a:pt x="170325" y="71886"/>
                  <a:pt x="170356" y="70424"/>
                  <a:pt x="170356" y="69802"/>
                </a:cubicBezTo>
                <a:cubicBezTo>
                  <a:pt x="170356" y="62958"/>
                  <a:pt x="168764" y="58137"/>
                  <a:pt x="165579" y="55339"/>
                </a:cubicBezTo>
                <a:cubicBezTo>
                  <a:pt x="161270" y="51543"/>
                  <a:pt x="154870" y="49645"/>
                  <a:pt x="146377" y="49645"/>
                </a:cubicBezTo>
                <a:cubicBezTo>
                  <a:pt x="138446" y="49645"/>
                  <a:pt x="132592" y="51035"/>
                  <a:pt x="128814" y="53813"/>
                </a:cubicBezTo>
                <a:cubicBezTo>
                  <a:pt x="125036" y="56592"/>
                  <a:pt x="122241" y="61510"/>
                  <a:pt x="120430" y="68567"/>
                </a:cubicBezTo>
                <a:lnTo>
                  <a:pt x="103944" y="66318"/>
                </a:lnTo>
                <a:cubicBezTo>
                  <a:pt x="105443" y="59240"/>
                  <a:pt x="107910" y="53525"/>
                  <a:pt x="111344" y="49171"/>
                </a:cubicBezTo>
                <a:cubicBezTo>
                  <a:pt x="114779" y="44817"/>
                  <a:pt x="119743" y="41467"/>
                  <a:pt x="126238" y="39119"/>
                </a:cubicBezTo>
                <a:cubicBezTo>
                  <a:pt x="132732" y="36769"/>
                  <a:pt x="140257" y="35595"/>
                  <a:pt x="148812" y="35595"/>
                </a:cubicBezTo>
                <a:cubicBezTo>
                  <a:pt x="157305" y="35595"/>
                  <a:pt x="164205" y="36594"/>
                  <a:pt x="169513" y="38592"/>
                </a:cubicBezTo>
                <a:cubicBezTo>
                  <a:pt x="174821" y="40590"/>
                  <a:pt x="178724" y="43104"/>
                  <a:pt x="181222" y="46133"/>
                </a:cubicBezTo>
                <a:cubicBezTo>
                  <a:pt x="183720" y="49161"/>
                  <a:pt x="185469" y="52986"/>
                  <a:pt x="186468" y="57607"/>
                </a:cubicBezTo>
                <a:cubicBezTo>
                  <a:pt x="187030" y="60480"/>
                  <a:pt x="187311" y="65663"/>
                  <a:pt x="187311" y="73156"/>
                </a:cubicBezTo>
                <a:lnTo>
                  <a:pt x="187311" y="95637"/>
                </a:lnTo>
                <a:cubicBezTo>
                  <a:pt x="187311" y="111311"/>
                  <a:pt x="187670" y="121225"/>
                  <a:pt x="188388" y="125377"/>
                </a:cubicBezTo>
                <a:cubicBezTo>
                  <a:pt x="189106" y="129530"/>
                  <a:pt x="190527" y="133511"/>
                  <a:pt x="192650" y="137320"/>
                </a:cubicBezTo>
                <a:lnTo>
                  <a:pt x="175040" y="137320"/>
                </a:lnTo>
                <a:cubicBezTo>
                  <a:pt x="173291" y="133819"/>
                  <a:pt x="172167" y="129725"/>
                  <a:pt x="171668" y="125038"/>
                </a:cubicBezTo>
                <a:moveTo>
                  <a:pt x="170263" y="87301"/>
                </a:moveTo>
                <a:cubicBezTo>
                  <a:pt x="164143" y="89820"/>
                  <a:pt x="154963" y="91961"/>
                  <a:pt x="142724" y="93723"/>
                </a:cubicBezTo>
                <a:cubicBezTo>
                  <a:pt x="135792" y="94726"/>
                  <a:pt x="130890" y="95855"/>
                  <a:pt x="128018" y="97110"/>
                </a:cubicBezTo>
                <a:cubicBezTo>
                  <a:pt x="125145" y="98362"/>
                  <a:pt x="122928" y="100197"/>
                  <a:pt x="121367" y="102613"/>
                </a:cubicBezTo>
                <a:cubicBezTo>
                  <a:pt x="119806" y="105027"/>
                  <a:pt x="119025" y="107707"/>
                  <a:pt x="119025" y="110654"/>
                </a:cubicBezTo>
                <a:cubicBezTo>
                  <a:pt x="119025" y="115167"/>
                  <a:pt x="120727" y="118930"/>
                  <a:pt x="124130" y="121941"/>
                </a:cubicBezTo>
                <a:cubicBezTo>
                  <a:pt x="127534" y="124950"/>
                  <a:pt x="132514" y="126455"/>
                  <a:pt x="139071" y="126455"/>
                </a:cubicBezTo>
                <a:cubicBezTo>
                  <a:pt x="145565" y="126455"/>
                  <a:pt x="151341" y="125027"/>
                  <a:pt x="156400" y="122172"/>
                </a:cubicBezTo>
                <a:cubicBezTo>
                  <a:pt x="161458" y="119317"/>
                  <a:pt x="165173" y="115411"/>
                  <a:pt x="167546" y="110455"/>
                </a:cubicBezTo>
                <a:cubicBezTo>
                  <a:pt x="169357" y="106626"/>
                  <a:pt x="170263" y="100978"/>
                  <a:pt x="170263" y="93512"/>
                </a:cubicBezTo>
                <a:lnTo>
                  <a:pt x="170263" y="87301"/>
                </a:lnTo>
                <a:close/>
                <a:moveTo>
                  <a:pt x="206672" y="107533"/>
                </a:moveTo>
                <a:lnTo>
                  <a:pt x="223345" y="104911"/>
                </a:lnTo>
                <a:cubicBezTo>
                  <a:pt x="224281" y="111563"/>
                  <a:pt x="226889" y="116661"/>
                  <a:pt x="231166" y="120205"/>
                </a:cubicBezTo>
                <a:cubicBezTo>
                  <a:pt x="235444" y="123747"/>
                  <a:pt x="241423" y="125518"/>
                  <a:pt x="249104" y="125518"/>
                </a:cubicBezTo>
                <a:cubicBezTo>
                  <a:pt x="256847" y="125518"/>
                  <a:pt x="262593" y="123954"/>
                  <a:pt x="266339" y="120826"/>
                </a:cubicBezTo>
                <a:cubicBezTo>
                  <a:pt x="270086" y="117696"/>
                  <a:pt x="271960" y="114025"/>
                  <a:pt x="271960" y="109814"/>
                </a:cubicBezTo>
                <a:cubicBezTo>
                  <a:pt x="271960" y="106034"/>
                  <a:pt x="270305" y="103060"/>
                  <a:pt x="266995" y="100891"/>
                </a:cubicBezTo>
                <a:cubicBezTo>
                  <a:pt x="264685" y="99404"/>
                  <a:pt x="258939" y="97514"/>
                  <a:pt x="249760" y="95222"/>
                </a:cubicBezTo>
                <a:cubicBezTo>
                  <a:pt x="237395" y="92097"/>
                  <a:pt x="228824" y="89394"/>
                  <a:pt x="224047" y="87113"/>
                </a:cubicBezTo>
                <a:cubicBezTo>
                  <a:pt x="219270" y="84832"/>
                  <a:pt x="215648" y="81675"/>
                  <a:pt x="213182" y="77644"/>
                </a:cubicBezTo>
                <a:cubicBezTo>
                  <a:pt x="210715" y="73612"/>
                  <a:pt x="209482" y="69159"/>
                  <a:pt x="209482" y="64284"/>
                </a:cubicBezTo>
                <a:cubicBezTo>
                  <a:pt x="209482" y="59846"/>
                  <a:pt x="210496" y="55737"/>
                  <a:pt x="212526" y="51955"/>
                </a:cubicBezTo>
                <a:cubicBezTo>
                  <a:pt x="214555" y="48173"/>
                  <a:pt x="217319" y="45032"/>
                  <a:pt x="220816" y="42532"/>
                </a:cubicBezTo>
                <a:cubicBezTo>
                  <a:pt x="223438" y="40594"/>
                  <a:pt x="227014" y="38954"/>
                  <a:pt x="231541" y="37611"/>
                </a:cubicBezTo>
                <a:cubicBezTo>
                  <a:pt x="236068" y="36267"/>
                  <a:pt x="240924" y="35595"/>
                  <a:pt x="246107" y="35595"/>
                </a:cubicBezTo>
                <a:cubicBezTo>
                  <a:pt x="253912" y="35595"/>
                  <a:pt x="260766" y="36726"/>
                  <a:pt x="266667" y="38990"/>
                </a:cubicBezTo>
                <a:cubicBezTo>
                  <a:pt x="272568" y="41252"/>
                  <a:pt x="276924" y="44317"/>
                  <a:pt x="279734" y="48184"/>
                </a:cubicBezTo>
                <a:cubicBezTo>
                  <a:pt x="282544" y="52050"/>
                  <a:pt x="284480" y="57221"/>
                  <a:pt x="285542" y="63696"/>
                </a:cubicBezTo>
                <a:lnTo>
                  <a:pt x="269056" y="65944"/>
                </a:lnTo>
                <a:cubicBezTo>
                  <a:pt x="268306" y="60823"/>
                  <a:pt x="266136" y="56827"/>
                  <a:pt x="262546" y="53954"/>
                </a:cubicBezTo>
                <a:cubicBezTo>
                  <a:pt x="258955" y="51081"/>
                  <a:pt x="253881" y="49645"/>
                  <a:pt x="247324" y="49645"/>
                </a:cubicBezTo>
                <a:cubicBezTo>
                  <a:pt x="239581" y="49645"/>
                  <a:pt x="234054" y="50919"/>
                  <a:pt x="230745" y="53468"/>
                </a:cubicBezTo>
                <a:cubicBezTo>
                  <a:pt x="227435" y="56015"/>
                  <a:pt x="225780" y="58998"/>
                  <a:pt x="225780" y="62416"/>
                </a:cubicBezTo>
                <a:cubicBezTo>
                  <a:pt x="225780" y="64590"/>
                  <a:pt x="226467" y="66548"/>
                  <a:pt x="227841" y="68288"/>
                </a:cubicBezTo>
                <a:cubicBezTo>
                  <a:pt x="229215" y="70090"/>
                  <a:pt x="231369" y="71581"/>
                  <a:pt x="234304" y="72761"/>
                </a:cubicBezTo>
                <a:cubicBezTo>
                  <a:pt x="235990" y="73384"/>
                  <a:pt x="240955" y="74813"/>
                  <a:pt x="249198" y="77050"/>
                </a:cubicBezTo>
                <a:cubicBezTo>
                  <a:pt x="261125" y="80232"/>
                  <a:pt x="269446" y="82838"/>
                  <a:pt x="274161" y="84865"/>
                </a:cubicBezTo>
                <a:cubicBezTo>
                  <a:pt x="278876" y="86893"/>
                  <a:pt x="282576" y="89841"/>
                  <a:pt x="285261" y="93711"/>
                </a:cubicBezTo>
                <a:cubicBezTo>
                  <a:pt x="287946" y="97579"/>
                  <a:pt x="289289" y="102382"/>
                  <a:pt x="289289" y="108122"/>
                </a:cubicBezTo>
                <a:cubicBezTo>
                  <a:pt x="289289" y="113738"/>
                  <a:pt x="287649" y="119026"/>
                  <a:pt x="284371" y="123987"/>
                </a:cubicBezTo>
                <a:cubicBezTo>
                  <a:pt x="281092" y="128946"/>
                  <a:pt x="276362" y="132782"/>
                  <a:pt x="270180" y="135497"/>
                </a:cubicBezTo>
                <a:cubicBezTo>
                  <a:pt x="263998" y="138211"/>
                  <a:pt x="257004" y="139568"/>
                  <a:pt x="249198" y="139568"/>
                </a:cubicBezTo>
                <a:cubicBezTo>
                  <a:pt x="236271" y="139568"/>
                  <a:pt x="226420" y="136875"/>
                  <a:pt x="219645" y="131489"/>
                </a:cubicBezTo>
                <a:cubicBezTo>
                  <a:pt x="212869" y="126103"/>
                  <a:pt x="208545" y="118118"/>
                  <a:pt x="206672" y="107533"/>
                </a:cubicBezTo>
                <a:close/>
                <a:moveTo>
                  <a:pt x="377432" y="105285"/>
                </a:moveTo>
                <a:lnTo>
                  <a:pt x="394855" y="107440"/>
                </a:lnTo>
                <a:cubicBezTo>
                  <a:pt x="392107" y="117618"/>
                  <a:pt x="387018" y="125518"/>
                  <a:pt x="379587" y="131138"/>
                </a:cubicBezTo>
                <a:cubicBezTo>
                  <a:pt x="372155" y="136758"/>
                  <a:pt x="362664" y="139568"/>
                  <a:pt x="351111" y="139568"/>
                </a:cubicBezTo>
                <a:cubicBezTo>
                  <a:pt x="336561" y="139568"/>
                  <a:pt x="325024" y="135088"/>
                  <a:pt x="316500" y="126127"/>
                </a:cubicBezTo>
                <a:cubicBezTo>
                  <a:pt x="307976" y="117166"/>
                  <a:pt x="303714" y="104598"/>
                  <a:pt x="303714" y="88425"/>
                </a:cubicBezTo>
                <a:cubicBezTo>
                  <a:pt x="303714" y="71689"/>
                  <a:pt x="308023" y="58700"/>
                  <a:pt x="316640" y="49458"/>
                </a:cubicBezTo>
                <a:cubicBezTo>
                  <a:pt x="325258" y="40216"/>
                  <a:pt x="336436" y="35595"/>
                  <a:pt x="350174" y="35595"/>
                </a:cubicBezTo>
                <a:cubicBezTo>
                  <a:pt x="363475" y="35595"/>
                  <a:pt x="374341" y="40115"/>
                  <a:pt x="382771" y="49156"/>
                </a:cubicBezTo>
                <a:cubicBezTo>
                  <a:pt x="391202" y="58195"/>
                  <a:pt x="395417" y="70913"/>
                  <a:pt x="395417" y="87309"/>
                </a:cubicBezTo>
                <a:cubicBezTo>
                  <a:pt x="395417" y="88307"/>
                  <a:pt x="395386" y="89802"/>
                  <a:pt x="395323" y="91797"/>
                </a:cubicBezTo>
                <a:lnTo>
                  <a:pt x="321136" y="91797"/>
                </a:lnTo>
                <a:cubicBezTo>
                  <a:pt x="321761" y="102694"/>
                  <a:pt x="324852" y="111038"/>
                  <a:pt x="330410" y="116830"/>
                </a:cubicBezTo>
                <a:cubicBezTo>
                  <a:pt x="335968" y="122622"/>
                  <a:pt x="342899" y="125518"/>
                  <a:pt x="351205" y="125518"/>
                </a:cubicBezTo>
                <a:cubicBezTo>
                  <a:pt x="357387" y="125518"/>
                  <a:pt x="362664" y="123910"/>
                  <a:pt x="367035" y="120694"/>
                </a:cubicBezTo>
                <a:cubicBezTo>
                  <a:pt x="371406" y="117476"/>
                  <a:pt x="374872" y="112340"/>
                  <a:pt x="377432" y="105285"/>
                </a:cubicBezTo>
                <a:moveTo>
                  <a:pt x="322073" y="77746"/>
                </a:moveTo>
                <a:lnTo>
                  <a:pt x="377620" y="77746"/>
                </a:lnTo>
                <a:cubicBezTo>
                  <a:pt x="376870" y="69515"/>
                  <a:pt x="374747" y="63341"/>
                  <a:pt x="371250" y="59226"/>
                </a:cubicBezTo>
                <a:cubicBezTo>
                  <a:pt x="365880" y="52839"/>
                  <a:pt x="358917" y="49645"/>
                  <a:pt x="350362" y="49645"/>
                </a:cubicBezTo>
                <a:cubicBezTo>
                  <a:pt x="342618" y="49645"/>
                  <a:pt x="336108" y="52195"/>
                  <a:pt x="330831" y="57294"/>
                </a:cubicBezTo>
                <a:cubicBezTo>
                  <a:pt x="325555" y="62391"/>
                  <a:pt x="322635" y="69209"/>
                  <a:pt x="322073" y="77746"/>
                </a:cubicBezTo>
                <a:close/>
                <a:moveTo>
                  <a:pt x="480534" y="137320"/>
                </a:moveTo>
                <a:lnTo>
                  <a:pt x="480534" y="124769"/>
                </a:lnTo>
                <a:cubicBezTo>
                  <a:pt x="474227" y="134635"/>
                  <a:pt x="464953" y="139568"/>
                  <a:pt x="452714" y="139568"/>
                </a:cubicBezTo>
                <a:cubicBezTo>
                  <a:pt x="444783" y="139568"/>
                  <a:pt x="437492" y="137383"/>
                  <a:pt x="430842" y="133012"/>
                </a:cubicBezTo>
                <a:cubicBezTo>
                  <a:pt x="424191" y="128640"/>
                  <a:pt x="419039" y="122536"/>
                  <a:pt x="415386" y="114699"/>
                </a:cubicBezTo>
                <a:cubicBezTo>
                  <a:pt x="411733" y="106862"/>
                  <a:pt x="409907" y="97854"/>
                  <a:pt x="409907" y="87675"/>
                </a:cubicBezTo>
                <a:cubicBezTo>
                  <a:pt x="409907" y="77746"/>
                  <a:pt x="411561" y="68738"/>
                  <a:pt x="414871" y="60651"/>
                </a:cubicBezTo>
                <a:cubicBezTo>
                  <a:pt x="418181" y="52565"/>
                  <a:pt x="423145" y="46367"/>
                  <a:pt x="429765" y="42058"/>
                </a:cubicBezTo>
                <a:cubicBezTo>
                  <a:pt x="436384" y="37749"/>
                  <a:pt x="443784" y="35595"/>
                  <a:pt x="451964" y="35595"/>
                </a:cubicBezTo>
                <a:cubicBezTo>
                  <a:pt x="457959" y="35595"/>
                  <a:pt x="463298" y="36859"/>
                  <a:pt x="467982" y="39388"/>
                </a:cubicBezTo>
                <a:cubicBezTo>
                  <a:pt x="472666" y="41917"/>
                  <a:pt x="476475" y="45211"/>
                  <a:pt x="479410" y="49270"/>
                </a:cubicBezTo>
                <a:lnTo>
                  <a:pt x="479410" y="0"/>
                </a:lnTo>
                <a:lnTo>
                  <a:pt x="496177" y="0"/>
                </a:lnTo>
                <a:lnTo>
                  <a:pt x="496177" y="137320"/>
                </a:lnTo>
                <a:lnTo>
                  <a:pt x="480534" y="137320"/>
                </a:lnTo>
                <a:moveTo>
                  <a:pt x="427235" y="87628"/>
                </a:moveTo>
                <a:cubicBezTo>
                  <a:pt x="427235" y="100321"/>
                  <a:pt x="429921" y="109809"/>
                  <a:pt x="435291" y="116092"/>
                </a:cubicBezTo>
                <a:cubicBezTo>
                  <a:pt x="440662" y="122376"/>
                  <a:pt x="447000" y="125518"/>
                  <a:pt x="454306" y="125518"/>
                </a:cubicBezTo>
                <a:cubicBezTo>
                  <a:pt x="461675" y="125518"/>
                  <a:pt x="467935" y="122517"/>
                  <a:pt x="473087" y="116514"/>
                </a:cubicBezTo>
                <a:cubicBezTo>
                  <a:pt x="478239" y="110509"/>
                  <a:pt x="480815" y="101347"/>
                  <a:pt x="480815" y="89028"/>
                </a:cubicBezTo>
                <a:cubicBezTo>
                  <a:pt x="480815" y="75465"/>
                  <a:pt x="478192" y="65511"/>
                  <a:pt x="472947" y="59164"/>
                </a:cubicBezTo>
                <a:cubicBezTo>
                  <a:pt x="467701" y="52818"/>
                  <a:pt x="461238" y="49645"/>
                  <a:pt x="453557" y="49645"/>
                </a:cubicBezTo>
                <a:cubicBezTo>
                  <a:pt x="446063" y="49645"/>
                  <a:pt x="439803" y="52694"/>
                  <a:pt x="434776" y="58793"/>
                </a:cubicBezTo>
                <a:cubicBezTo>
                  <a:pt x="429749" y="64889"/>
                  <a:pt x="427235" y="74501"/>
                  <a:pt x="427235" y="87628"/>
                </a:cubicBezTo>
                <a:close/>
                <a:moveTo>
                  <a:pt x="569711" y="87582"/>
                </a:moveTo>
                <a:cubicBezTo>
                  <a:pt x="569711" y="69160"/>
                  <a:pt x="574832" y="55515"/>
                  <a:pt x="585073" y="46648"/>
                </a:cubicBezTo>
                <a:cubicBezTo>
                  <a:pt x="593628" y="39279"/>
                  <a:pt x="604057" y="35595"/>
                  <a:pt x="616359" y="35595"/>
                </a:cubicBezTo>
                <a:cubicBezTo>
                  <a:pt x="630034" y="35595"/>
                  <a:pt x="641212" y="40075"/>
                  <a:pt x="649893" y="49036"/>
                </a:cubicBezTo>
                <a:cubicBezTo>
                  <a:pt x="658573" y="57997"/>
                  <a:pt x="662913" y="70377"/>
                  <a:pt x="662913" y="86177"/>
                </a:cubicBezTo>
                <a:cubicBezTo>
                  <a:pt x="662913" y="98978"/>
                  <a:pt x="660992" y="109048"/>
                  <a:pt x="657152" y="116385"/>
                </a:cubicBezTo>
                <a:cubicBezTo>
                  <a:pt x="653311" y="123723"/>
                  <a:pt x="647722" y="129421"/>
                  <a:pt x="640385" y="133480"/>
                </a:cubicBezTo>
                <a:cubicBezTo>
                  <a:pt x="633048" y="137539"/>
                  <a:pt x="625039" y="139568"/>
                  <a:pt x="616359" y="139568"/>
                </a:cubicBezTo>
                <a:cubicBezTo>
                  <a:pt x="602433" y="139568"/>
                  <a:pt x="591177" y="135104"/>
                  <a:pt x="582591" y="126174"/>
                </a:cubicBezTo>
                <a:cubicBezTo>
                  <a:pt x="574004" y="117244"/>
                  <a:pt x="569711" y="104380"/>
                  <a:pt x="569711" y="87582"/>
                </a:cubicBezTo>
                <a:moveTo>
                  <a:pt x="587040" y="87535"/>
                </a:moveTo>
                <a:cubicBezTo>
                  <a:pt x="587040" y="100227"/>
                  <a:pt x="589819" y="109731"/>
                  <a:pt x="595377" y="116046"/>
                </a:cubicBezTo>
                <a:cubicBezTo>
                  <a:pt x="600934" y="122360"/>
                  <a:pt x="607928" y="125518"/>
                  <a:pt x="616359" y="125518"/>
                </a:cubicBezTo>
                <a:cubicBezTo>
                  <a:pt x="624726" y="125518"/>
                  <a:pt x="631689" y="122345"/>
                  <a:pt x="637247" y="115999"/>
                </a:cubicBezTo>
                <a:cubicBezTo>
                  <a:pt x="642805" y="109653"/>
                  <a:pt x="645584" y="99978"/>
                  <a:pt x="645584" y="86976"/>
                </a:cubicBezTo>
                <a:cubicBezTo>
                  <a:pt x="645584" y="74719"/>
                  <a:pt x="642789" y="65432"/>
                  <a:pt x="637200" y="59118"/>
                </a:cubicBezTo>
                <a:cubicBezTo>
                  <a:pt x="631611" y="52803"/>
                  <a:pt x="624664" y="49645"/>
                  <a:pt x="616359" y="49645"/>
                </a:cubicBezTo>
                <a:cubicBezTo>
                  <a:pt x="607928" y="49645"/>
                  <a:pt x="600934" y="52787"/>
                  <a:pt x="595377" y="59071"/>
                </a:cubicBezTo>
                <a:cubicBezTo>
                  <a:pt x="589819" y="65354"/>
                  <a:pt x="587040" y="74842"/>
                  <a:pt x="587040" y="87535"/>
                </a:cubicBezTo>
                <a:close/>
                <a:moveTo>
                  <a:pt x="682648" y="137320"/>
                </a:moveTo>
                <a:lnTo>
                  <a:pt x="682648" y="37843"/>
                </a:lnTo>
                <a:lnTo>
                  <a:pt x="697822" y="37843"/>
                </a:lnTo>
                <a:lnTo>
                  <a:pt x="697822" y="51893"/>
                </a:lnTo>
                <a:cubicBezTo>
                  <a:pt x="705129" y="41028"/>
                  <a:pt x="715682" y="35595"/>
                  <a:pt x="729483" y="35595"/>
                </a:cubicBezTo>
                <a:cubicBezTo>
                  <a:pt x="735478" y="35595"/>
                  <a:pt x="740989" y="36672"/>
                  <a:pt x="746016" y="38826"/>
                </a:cubicBezTo>
                <a:cubicBezTo>
                  <a:pt x="751043" y="40981"/>
                  <a:pt x="754805" y="43806"/>
                  <a:pt x="757303" y="47303"/>
                </a:cubicBezTo>
                <a:cubicBezTo>
                  <a:pt x="759801" y="50800"/>
                  <a:pt x="761549" y="54953"/>
                  <a:pt x="762548" y="59762"/>
                </a:cubicBezTo>
                <a:cubicBezTo>
                  <a:pt x="763173" y="62884"/>
                  <a:pt x="763485" y="68348"/>
                  <a:pt x="763485" y="76154"/>
                </a:cubicBezTo>
                <a:lnTo>
                  <a:pt x="763485" y="137320"/>
                </a:lnTo>
                <a:lnTo>
                  <a:pt x="746625" y="137320"/>
                </a:lnTo>
                <a:lnTo>
                  <a:pt x="746625" y="76745"/>
                </a:lnTo>
                <a:cubicBezTo>
                  <a:pt x="746625" y="69868"/>
                  <a:pt x="745969" y="64726"/>
                  <a:pt x="744657" y="61319"/>
                </a:cubicBezTo>
                <a:cubicBezTo>
                  <a:pt x="743346" y="57912"/>
                  <a:pt x="741020" y="55192"/>
                  <a:pt x="737679" y="53161"/>
                </a:cubicBezTo>
                <a:cubicBezTo>
                  <a:pt x="734338" y="51129"/>
                  <a:pt x="730420" y="50114"/>
                  <a:pt x="725923" y="50114"/>
                </a:cubicBezTo>
                <a:cubicBezTo>
                  <a:pt x="718742" y="50114"/>
                  <a:pt x="712544" y="52396"/>
                  <a:pt x="707330" y="56960"/>
                </a:cubicBezTo>
                <a:cubicBezTo>
                  <a:pt x="702116" y="61523"/>
                  <a:pt x="699508" y="70180"/>
                  <a:pt x="699508" y="82933"/>
                </a:cubicBezTo>
                <a:lnTo>
                  <a:pt x="699508" y="137320"/>
                </a:lnTo>
                <a:lnTo>
                  <a:pt x="682648" y="137320"/>
                </a:lnTo>
                <a:close/>
                <a:moveTo>
                  <a:pt x="842640" y="175538"/>
                </a:moveTo>
                <a:lnTo>
                  <a:pt x="842640" y="37843"/>
                </a:lnTo>
                <a:lnTo>
                  <a:pt x="858001" y="37843"/>
                </a:lnTo>
                <a:lnTo>
                  <a:pt x="858001" y="50676"/>
                </a:lnTo>
                <a:cubicBezTo>
                  <a:pt x="861623" y="45649"/>
                  <a:pt x="865714" y="41878"/>
                  <a:pt x="870272" y="39365"/>
                </a:cubicBezTo>
                <a:cubicBezTo>
                  <a:pt x="874831" y="36851"/>
                  <a:pt x="880357" y="35595"/>
                  <a:pt x="886852" y="35595"/>
                </a:cubicBezTo>
                <a:cubicBezTo>
                  <a:pt x="895345" y="35595"/>
                  <a:pt x="902838" y="37780"/>
                  <a:pt x="909333" y="42152"/>
                </a:cubicBezTo>
                <a:cubicBezTo>
                  <a:pt x="915827" y="46523"/>
                  <a:pt x="920729" y="52689"/>
                  <a:pt x="924039" y="60651"/>
                </a:cubicBezTo>
                <a:cubicBezTo>
                  <a:pt x="927349" y="68613"/>
                  <a:pt x="929003" y="77340"/>
                  <a:pt x="929003" y="86832"/>
                </a:cubicBezTo>
                <a:cubicBezTo>
                  <a:pt x="929003" y="97011"/>
                  <a:pt x="927177" y="106175"/>
                  <a:pt x="923524" y="114324"/>
                </a:cubicBezTo>
                <a:cubicBezTo>
                  <a:pt x="919871" y="122474"/>
                  <a:pt x="914563" y="128718"/>
                  <a:pt x="907600" y="133058"/>
                </a:cubicBezTo>
                <a:cubicBezTo>
                  <a:pt x="900637" y="137398"/>
                  <a:pt x="893315" y="139568"/>
                  <a:pt x="885634" y="139568"/>
                </a:cubicBezTo>
                <a:cubicBezTo>
                  <a:pt x="880014" y="139568"/>
                  <a:pt x="874971" y="138366"/>
                  <a:pt x="870506" y="135962"/>
                </a:cubicBezTo>
                <a:cubicBezTo>
                  <a:pt x="866041" y="133556"/>
                  <a:pt x="862373" y="130518"/>
                  <a:pt x="859500" y="126847"/>
                </a:cubicBezTo>
                <a:lnTo>
                  <a:pt x="859500" y="175538"/>
                </a:lnTo>
                <a:lnTo>
                  <a:pt x="842640" y="175538"/>
                </a:lnTo>
                <a:moveTo>
                  <a:pt x="857908" y="88003"/>
                </a:moveTo>
                <a:cubicBezTo>
                  <a:pt x="857908" y="100789"/>
                  <a:pt x="860499" y="110238"/>
                  <a:pt x="865682" y="116350"/>
                </a:cubicBezTo>
                <a:cubicBezTo>
                  <a:pt x="870865" y="122462"/>
                  <a:pt x="877141" y="125518"/>
                  <a:pt x="884510" y="125518"/>
                </a:cubicBezTo>
                <a:cubicBezTo>
                  <a:pt x="892004" y="125518"/>
                  <a:pt x="898420" y="122353"/>
                  <a:pt x="903759" y="116022"/>
                </a:cubicBezTo>
                <a:cubicBezTo>
                  <a:pt x="909098" y="109692"/>
                  <a:pt x="911768" y="99884"/>
                  <a:pt x="911768" y="86598"/>
                </a:cubicBezTo>
                <a:cubicBezTo>
                  <a:pt x="911768" y="73937"/>
                  <a:pt x="909161" y="64457"/>
                  <a:pt x="903947" y="58157"/>
                </a:cubicBezTo>
                <a:cubicBezTo>
                  <a:pt x="898732" y="51858"/>
                  <a:pt x="892503" y="48708"/>
                  <a:pt x="885259" y="48708"/>
                </a:cubicBezTo>
                <a:cubicBezTo>
                  <a:pt x="878078" y="48708"/>
                  <a:pt x="871724" y="52061"/>
                  <a:pt x="866198" y="58766"/>
                </a:cubicBezTo>
                <a:cubicBezTo>
                  <a:pt x="860671" y="65472"/>
                  <a:pt x="857908" y="75217"/>
                  <a:pt x="857908" y="88003"/>
                </a:cubicBezTo>
                <a:close/>
                <a:moveTo>
                  <a:pt x="1014214" y="125038"/>
                </a:moveTo>
                <a:cubicBezTo>
                  <a:pt x="1007970" y="130350"/>
                  <a:pt x="1001959" y="134100"/>
                  <a:pt x="996183" y="136287"/>
                </a:cubicBezTo>
                <a:cubicBezTo>
                  <a:pt x="990406" y="138475"/>
                  <a:pt x="984209" y="139568"/>
                  <a:pt x="977589" y="139568"/>
                </a:cubicBezTo>
                <a:cubicBezTo>
                  <a:pt x="966661" y="139568"/>
                  <a:pt x="958262" y="136897"/>
                  <a:pt x="952392" y="131554"/>
                </a:cubicBezTo>
                <a:cubicBezTo>
                  <a:pt x="946522" y="126211"/>
                  <a:pt x="943587" y="119384"/>
                  <a:pt x="943587" y="111072"/>
                </a:cubicBezTo>
                <a:cubicBezTo>
                  <a:pt x="943587" y="106199"/>
                  <a:pt x="944695" y="101748"/>
                  <a:pt x="946912" y="97718"/>
                </a:cubicBezTo>
                <a:cubicBezTo>
                  <a:pt x="949129" y="93687"/>
                  <a:pt x="952033" y="90452"/>
                  <a:pt x="955624" y="88015"/>
                </a:cubicBezTo>
                <a:cubicBezTo>
                  <a:pt x="959214" y="85577"/>
                  <a:pt x="963258" y="83734"/>
                  <a:pt x="967754" y="82485"/>
                </a:cubicBezTo>
                <a:cubicBezTo>
                  <a:pt x="971064" y="81609"/>
                  <a:pt x="976059" y="80765"/>
                  <a:pt x="982741" y="79953"/>
                </a:cubicBezTo>
                <a:cubicBezTo>
                  <a:pt x="996354" y="78341"/>
                  <a:pt x="1006377" y="76419"/>
                  <a:pt x="1012809" y="74187"/>
                </a:cubicBezTo>
                <a:cubicBezTo>
                  <a:pt x="1012872" y="71886"/>
                  <a:pt x="1012903" y="70424"/>
                  <a:pt x="1012903" y="69802"/>
                </a:cubicBezTo>
                <a:cubicBezTo>
                  <a:pt x="1012903" y="62958"/>
                  <a:pt x="1011310" y="58137"/>
                  <a:pt x="1008126" y="55339"/>
                </a:cubicBezTo>
                <a:cubicBezTo>
                  <a:pt x="1003817" y="51543"/>
                  <a:pt x="997416" y="49645"/>
                  <a:pt x="988923" y="49645"/>
                </a:cubicBezTo>
                <a:cubicBezTo>
                  <a:pt x="980993" y="49645"/>
                  <a:pt x="975138" y="51035"/>
                  <a:pt x="971360" y="53813"/>
                </a:cubicBezTo>
                <a:cubicBezTo>
                  <a:pt x="967582" y="56592"/>
                  <a:pt x="964788" y="61510"/>
                  <a:pt x="962977" y="68567"/>
                </a:cubicBezTo>
                <a:lnTo>
                  <a:pt x="946491" y="66318"/>
                </a:lnTo>
                <a:cubicBezTo>
                  <a:pt x="947989" y="59240"/>
                  <a:pt x="950456" y="53525"/>
                  <a:pt x="953891" y="49171"/>
                </a:cubicBezTo>
                <a:cubicBezTo>
                  <a:pt x="957325" y="44817"/>
                  <a:pt x="962290" y="41467"/>
                  <a:pt x="968784" y="39119"/>
                </a:cubicBezTo>
                <a:cubicBezTo>
                  <a:pt x="975279" y="36769"/>
                  <a:pt x="982804" y="35595"/>
                  <a:pt x="991359" y="35595"/>
                </a:cubicBezTo>
                <a:cubicBezTo>
                  <a:pt x="999852" y="35595"/>
                  <a:pt x="1006752" y="36594"/>
                  <a:pt x="1012060" y="38592"/>
                </a:cubicBezTo>
                <a:cubicBezTo>
                  <a:pt x="1017368" y="40590"/>
                  <a:pt x="1021271" y="43104"/>
                  <a:pt x="1023769" y="46133"/>
                </a:cubicBezTo>
                <a:cubicBezTo>
                  <a:pt x="1026266" y="49161"/>
                  <a:pt x="1028015" y="52986"/>
                  <a:pt x="1029014" y="57607"/>
                </a:cubicBezTo>
                <a:cubicBezTo>
                  <a:pt x="1029576" y="60480"/>
                  <a:pt x="1029857" y="65663"/>
                  <a:pt x="1029857" y="73156"/>
                </a:cubicBezTo>
                <a:lnTo>
                  <a:pt x="1029857" y="95637"/>
                </a:lnTo>
                <a:cubicBezTo>
                  <a:pt x="1029857" y="111311"/>
                  <a:pt x="1030216" y="121225"/>
                  <a:pt x="1030934" y="125377"/>
                </a:cubicBezTo>
                <a:cubicBezTo>
                  <a:pt x="1031653" y="129530"/>
                  <a:pt x="1033073" y="133511"/>
                  <a:pt x="1035196" y="137320"/>
                </a:cubicBezTo>
                <a:lnTo>
                  <a:pt x="1017586" y="137320"/>
                </a:lnTo>
                <a:cubicBezTo>
                  <a:pt x="1015838" y="133819"/>
                  <a:pt x="1014714" y="129725"/>
                  <a:pt x="1014214" y="125038"/>
                </a:cubicBezTo>
                <a:moveTo>
                  <a:pt x="1012809" y="87301"/>
                </a:moveTo>
                <a:cubicBezTo>
                  <a:pt x="1006689" y="89820"/>
                  <a:pt x="997510" y="91961"/>
                  <a:pt x="985270" y="93723"/>
                </a:cubicBezTo>
                <a:cubicBezTo>
                  <a:pt x="978339" y="94726"/>
                  <a:pt x="973437" y="95855"/>
                  <a:pt x="970564" y="97110"/>
                </a:cubicBezTo>
                <a:cubicBezTo>
                  <a:pt x="967691" y="98362"/>
                  <a:pt x="965475" y="100197"/>
                  <a:pt x="963913" y="102613"/>
                </a:cubicBezTo>
                <a:cubicBezTo>
                  <a:pt x="962352" y="105027"/>
                  <a:pt x="961572" y="107707"/>
                  <a:pt x="961572" y="110654"/>
                </a:cubicBezTo>
                <a:cubicBezTo>
                  <a:pt x="961572" y="115167"/>
                  <a:pt x="963273" y="118930"/>
                  <a:pt x="966677" y="121941"/>
                </a:cubicBezTo>
                <a:cubicBezTo>
                  <a:pt x="970080" y="124950"/>
                  <a:pt x="975060" y="126455"/>
                  <a:pt x="981617" y="126455"/>
                </a:cubicBezTo>
                <a:cubicBezTo>
                  <a:pt x="988112" y="126455"/>
                  <a:pt x="993888" y="125027"/>
                  <a:pt x="998946" y="122172"/>
                </a:cubicBezTo>
                <a:cubicBezTo>
                  <a:pt x="1004004" y="119317"/>
                  <a:pt x="1007720" y="115411"/>
                  <a:pt x="1010093" y="110455"/>
                </a:cubicBezTo>
                <a:cubicBezTo>
                  <a:pt x="1011904" y="106626"/>
                  <a:pt x="1012809" y="100978"/>
                  <a:pt x="1012809" y="93512"/>
                </a:cubicBezTo>
                <a:lnTo>
                  <a:pt x="1012809" y="87301"/>
                </a:lnTo>
                <a:close/>
                <a:moveTo>
                  <a:pt x="1049218" y="107533"/>
                </a:moveTo>
                <a:lnTo>
                  <a:pt x="1065892" y="104911"/>
                </a:lnTo>
                <a:cubicBezTo>
                  <a:pt x="1066828" y="111563"/>
                  <a:pt x="1069435" y="116661"/>
                  <a:pt x="1073713" y="120205"/>
                </a:cubicBezTo>
                <a:cubicBezTo>
                  <a:pt x="1077991" y="123747"/>
                  <a:pt x="1083970" y="125518"/>
                  <a:pt x="1091651" y="125518"/>
                </a:cubicBezTo>
                <a:cubicBezTo>
                  <a:pt x="1099394" y="125518"/>
                  <a:pt x="1105139" y="123954"/>
                  <a:pt x="1108886" y="120826"/>
                </a:cubicBezTo>
                <a:cubicBezTo>
                  <a:pt x="1112633" y="117696"/>
                  <a:pt x="1114506" y="114025"/>
                  <a:pt x="1114506" y="109814"/>
                </a:cubicBezTo>
                <a:cubicBezTo>
                  <a:pt x="1114506" y="106034"/>
                  <a:pt x="1112851" y="103060"/>
                  <a:pt x="1109542" y="100891"/>
                </a:cubicBezTo>
                <a:cubicBezTo>
                  <a:pt x="1107231" y="99404"/>
                  <a:pt x="1101486" y="97514"/>
                  <a:pt x="1092307" y="95222"/>
                </a:cubicBezTo>
                <a:cubicBezTo>
                  <a:pt x="1079942" y="92097"/>
                  <a:pt x="1071371" y="89394"/>
                  <a:pt x="1066594" y="87113"/>
                </a:cubicBezTo>
                <a:cubicBezTo>
                  <a:pt x="1061817" y="84832"/>
                  <a:pt x="1058195" y="81675"/>
                  <a:pt x="1055728" y="77644"/>
                </a:cubicBezTo>
                <a:cubicBezTo>
                  <a:pt x="1053262" y="73612"/>
                  <a:pt x="1052028" y="69159"/>
                  <a:pt x="1052028" y="64284"/>
                </a:cubicBezTo>
                <a:cubicBezTo>
                  <a:pt x="1052028" y="59846"/>
                  <a:pt x="1053043" y="55737"/>
                  <a:pt x="1055073" y="51955"/>
                </a:cubicBezTo>
                <a:cubicBezTo>
                  <a:pt x="1057102" y="48173"/>
                  <a:pt x="1059865" y="45032"/>
                  <a:pt x="1063362" y="42532"/>
                </a:cubicBezTo>
                <a:cubicBezTo>
                  <a:pt x="1065985" y="40594"/>
                  <a:pt x="1069560" y="38954"/>
                  <a:pt x="1074088" y="37611"/>
                </a:cubicBezTo>
                <a:cubicBezTo>
                  <a:pt x="1078615" y="36267"/>
                  <a:pt x="1083470" y="35595"/>
                  <a:pt x="1088653" y="35595"/>
                </a:cubicBezTo>
                <a:cubicBezTo>
                  <a:pt x="1096459" y="35595"/>
                  <a:pt x="1103313" y="36726"/>
                  <a:pt x="1109214" y="38990"/>
                </a:cubicBezTo>
                <a:cubicBezTo>
                  <a:pt x="1115115" y="41252"/>
                  <a:pt x="1119471" y="44317"/>
                  <a:pt x="1122281" y="48184"/>
                </a:cubicBezTo>
                <a:cubicBezTo>
                  <a:pt x="1125091" y="52050"/>
                  <a:pt x="1127027" y="57221"/>
                  <a:pt x="1128088" y="63696"/>
                </a:cubicBezTo>
                <a:lnTo>
                  <a:pt x="1111603" y="65944"/>
                </a:lnTo>
                <a:cubicBezTo>
                  <a:pt x="1110853" y="60823"/>
                  <a:pt x="1108683" y="56827"/>
                  <a:pt x="1105092" y="53954"/>
                </a:cubicBezTo>
                <a:cubicBezTo>
                  <a:pt x="1101502" y="51081"/>
                  <a:pt x="1096428" y="49645"/>
                  <a:pt x="1089871" y="49645"/>
                </a:cubicBezTo>
                <a:cubicBezTo>
                  <a:pt x="1082128" y="49645"/>
                  <a:pt x="1076601" y="50919"/>
                  <a:pt x="1073291" y="53468"/>
                </a:cubicBezTo>
                <a:cubicBezTo>
                  <a:pt x="1069982" y="56015"/>
                  <a:pt x="1068327" y="58998"/>
                  <a:pt x="1068327" y="62416"/>
                </a:cubicBezTo>
                <a:cubicBezTo>
                  <a:pt x="1068327" y="64590"/>
                  <a:pt x="1069014" y="66548"/>
                  <a:pt x="1070388" y="68288"/>
                </a:cubicBezTo>
                <a:cubicBezTo>
                  <a:pt x="1071762" y="70090"/>
                  <a:pt x="1073916" y="71581"/>
                  <a:pt x="1076851" y="72761"/>
                </a:cubicBezTo>
                <a:cubicBezTo>
                  <a:pt x="1078537" y="73384"/>
                  <a:pt x="1083502" y="74813"/>
                  <a:pt x="1091744" y="77050"/>
                </a:cubicBezTo>
                <a:cubicBezTo>
                  <a:pt x="1103672" y="80232"/>
                  <a:pt x="1111993" y="82838"/>
                  <a:pt x="1116708" y="84865"/>
                </a:cubicBezTo>
                <a:cubicBezTo>
                  <a:pt x="1121422" y="86893"/>
                  <a:pt x="1125122" y="89841"/>
                  <a:pt x="1127807" y="93711"/>
                </a:cubicBezTo>
                <a:cubicBezTo>
                  <a:pt x="1130493" y="97579"/>
                  <a:pt x="1131835" y="102382"/>
                  <a:pt x="1131835" y="108122"/>
                </a:cubicBezTo>
                <a:cubicBezTo>
                  <a:pt x="1131835" y="113738"/>
                  <a:pt x="1130196" y="119026"/>
                  <a:pt x="1126918" y="123987"/>
                </a:cubicBezTo>
                <a:cubicBezTo>
                  <a:pt x="1123639" y="128946"/>
                  <a:pt x="1118909" y="132782"/>
                  <a:pt x="1112727" y="135497"/>
                </a:cubicBezTo>
                <a:cubicBezTo>
                  <a:pt x="1106544" y="138211"/>
                  <a:pt x="1099550" y="139568"/>
                  <a:pt x="1091744" y="139568"/>
                </a:cubicBezTo>
                <a:cubicBezTo>
                  <a:pt x="1078818" y="139568"/>
                  <a:pt x="1068967" y="136875"/>
                  <a:pt x="1062192" y="131489"/>
                </a:cubicBezTo>
                <a:cubicBezTo>
                  <a:pt x="1055416" y="126103"/>
                  <a:pt x="1051092" y="118118"/>
                  <a:pt x="1049218" y="107533"/>
                </a:cubicBezTo>
                <a:close/>
                <a:moveTo>
                  <a:pt x="1188693" y="122427"/>
                </a:moveTo>
                <a:lnTo>
                  <a:pt x="1191129" y="137320"/>
                </a:lnTo>
                <a:cubicBezTo>
                  <a:pt x="1186383" y="138195"/>
                  <a:pt x="1182136" y="138632"/>
                  <a:pt x="1178389" y="138632"/>
                </a:cubicBezTo>
                <a:cubicBezTo>
                  <a:pt x="1172270" y="138632"/>
                  <a:pt x="1167524" y="137664"/>
                  <a:pt x="1164152" y="135728"/>
                </a:cubicBezTo>
                <a:cubicBezTo>
                  <a:pt x="1160779" y="133792"/>
                  <a:pt x="1158406" y="131247"/>
                  <a:pt x="1157033" y="128094"/>
                </a:cubicBezTo>
                <a:cubicBezTo>
                  <a:pt x="1155659" y="124940"/>
                  <a:pt x="1154972" y="118305"/>
                  <a:pt x="1154972" y="108189"/>
                </a:cubicBezTo>
                <a:lnTo>
                  <a:pt x="1154972" y="50957"/>
                </a:lnTo>
                <a:lnTo>
                  <a:pt x="1142607" y="50957"/>
                </a:lnTo>
                <a:lnTo>
                  <a:pt x="1142607" y="37843"/>
                </a:lnTo>
                <a:lnTo>
                  <a:pt x="1154972" y="37843"/>
                </a:lnTo>
                <a:lnTo>
                  <a:pt x="1154972" y="13140"/>
                </a:lnTo>
                <a:lnTo>
                  <a:pt x="1171739" y="2997"/>
                </a:lnTo>
                <a:lnTo>
                  <a:pt x="1171739" y="37843"/>
                </a:lnTo>
                <a:lnTo>
                  <a:pt x="1188693" y="37843"/>
                </a:lnTo>
                <a:lnTo>
                  <a:pt x="1188693" y="50957"/>
                </a:lnTo>
                <a:lnTo>
                  <a:pt x="1171739" y="50957"/>
                </a:lnTo>
                <a:lnTo>
                  <a:pt x="1171739" y="109126"/>
                </a:lnTo>
                <a:cubicBezTo>
                  <a:pt x="1171739" y="113934"/>
                  <a:pt x="1172035" y="117025"/>
                  <a:pt x="1172629" y="118399"/>
                </a:cubicBezTo>
                <a:cubicBezTo>
                  <a:pt x="1173222" y="119773"/>
                  <a:pt x="1174190" y="120866"/>
                  <a:pt x="1175532" y="121677"/>
                </a:cubicBezTo>
                <a:cubicBezTo>
                  <a:pt x="1176875" y="122489"/>
                  <a:pt x="1178795" y="122895"/>
                  <a:pt x="1181293" y="122895"/>
                </a:cubicBezTo>
                <a:cubicBezTo>
                  <a:pt x="1183167" y="122895"/>
                  <a:pt x="1185633" y="122739"/>
                  <a:pt x="1188693" y="1224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performance">
            <a:extLst xmlns:a="http://schemas.openxmlformats.org/drawingml/2006/main">
              <a:ext uri="{FF2B5EF4-FFF2-40B4-BE49-F238E27FC236}">
                <a16:creationId xmlns:a16="http://schemas.microsoft.com/office/drawing/2014/main" id="{A01CB969-F9A5-4C9B-AD32-15A084D0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3960" y="1446014"/>
            <a:ext cx="1056200" cy="177786"/>
          </a:xfrm>
          <a:custGeom xmlns:a="http://schemas.openxmlformats.org/drawingml/2006/main">
            <a:pathLst>
              <a:path w="1056200" h="177786">
                <a:moveTo>
                  <a:pt x="281232" y="139568"/>
                </a:moveTo>
                <a:lnTo>
                  <a:pt x="297999" y="139568"/>
                </a:lnTo>
                <a:lnTo>
                  <a:pt x="297999" y="53205"/>
                </a:lnTo>
                <a:lnTo>
                  <a:pt x="317388" y="53205"/>
                </a:lnTo>
                <a:lnTo>
                  <a:pt x="317388" y="40091"/>
                </a:lnTo>
                <a:lnTo>
                  <a:pt x="297999" y="40091"/>
                </a:lnTo>
                <a:lnTo>
                  <a:pt x="297999" y="30946"/>
                </a:lnTo>
                <a:lnTo>
                  <a:pt x="298004" y="30210"/>
                </a:lnTo>
                <a:lnTo>
                  <a:pt x="298021" y="29493"/>
                </a:lnTo>
                <a:lnTo>
                  <a:pt x="298048" y="28796"/>
                </a:lnTo>
                <a:lnTo>
                  <a:pt x="298087" y="28119"/>
                </a:lnTo>
                <a:lnTo>
                  <a:pt x="298137" y="27461"/>
                </a:lnTo>
                <a:lnTo>
                  <a:pt x="298198" y="26823"/>
                </a:lnTo>
                <a:lnTo>
                  <a:pt x="298269" y="26205"/>
                </a:lnTo>
                <a:lnTo>
                  <a:pt x="298352" y="25607"/>
                </a:lnTo>
                <a:lnTo>
                  <a:pt x="298446" y="25029"/>
                </a:lnTo>
                <a:lnTo>
                  <a:pt x="298551" y="24470"/>
                </a:lnTo>
                <a:lnTo>
                  <a:pt x="298668" y="23931"/>
                </a:lnTo>
                <a:lnTo>
                  <a:pt x="298795" y="23412"/>
                </a:lnTo>
                <a:lnTo>
                  <a:pt x="298933" y="22912"/>
                </a:lnTo>
                <a:lnTo>
                  <a:pt x="299082" y="22433"/>
                </a:lnTo>
                <a:lnTo>
                  <a:pt x="299243" y="21973"/>
                </a:lnTo>
                <a:lnTo>
                  <a:pt x="299414" y="21532"/>
                </a:lnTo>
                <a:lnTo>
                  <a:pt x="299596" y="21112"/>
                </a:lnTo>
                <a:lnTo>
                  <a:pt x="299790" y="20711"/>
                </a:lnTo>
                <a:lnTo>
                  <a:pt x="299995" y="20330"/>
                </a:lnTo>
                <a:lnTo>
                  <a:pt x="300210" y="19969"/>
                </a:lnTo>
                <a:lnTo>
                  <a:pt x="300437" y="19628"/>
                </a:lnTo>
                <a:lnTo>
                  <a:pt x="300675" y="19306"/>
                </a:lnTo>
                <a:lnTo>
                  <a:pt x="300923" y="19004"/>
                </a:lnTo>
                <a:lnTo>
                  <a:pt x="301183" y="18722"/>
                </a:lnTo>
                <a:lnTo>
                  <a:pt x="301457" y="18456"/>
                </a:lnTo>
                <a:lnTo>
                  <a:pt x="301745" y="18201"/>
                </a:lnTo>
                <a:lnTo>
                  <a:pt x="302050" y="17957"/>
                </a:lnTo>
                <a:lnTo>
                  <a:pt x="302370" y="17724"/>
                </a:lnTo>
                <a:lnTo>
                  <a:pt x="302705" y="17503"/>
                </a:lnTo>
                <a:lnTo>
                  <a:pt x="303057" y="17293"/>
                </a:lnTo>
                <a:lnTo>
                  <a:pt x="303424" y="17095"/>
                </a:lnTo>
                <a:lnTo>
                  <a:pt x="303806" y="16907"/>
                </a:lnTo>
                <a:lnTo>
                  <a:pt x="304204" y="16732"/>
                </a:lnTo>
                <a:lnTo>
                  <a:pt x="304618" y="16567"/>
                </a:lnTo>
                <a:lnTo>
                  <a:pt x="305047" y="16414"/>
                </a:lnTo>
                <a:lnTo>
                  <a:pt x="305492" y="16272"/>
                </a:lnTo>
                <a:lnTo>
                  <a:pt x="305953" y="16142"/>
                </a:lnTo>
                <a:lnTo>
                  <a:pt x="306429" y="16023"/>
                </a:lnTo>
                <a:lnTo>
                  <a:pt x="306921" y="15915"/>
                </a:lnTo>
                <a:lnTo>
                  <a:pt x="307428" y="15819"/>
                </a:lnTo>
                <a:lnTo>
                  <a:pt x="307951" y="15733"/>
                </a:lnTo>
                <a:lnTo>
                  <a:pt x="308490" y="15660"/>
                </a:lnTo>
                <a:lnTo>
                  <a:pt x="309044" y="15597"/>
                </a:lnTo>
                <a:lnTo>
                  <a:pt x="309614" y="15546"/>
                </a:lnTo>
                <a:lnTo>
                  <a:pt x="310199" y="15507"/>
                </a:lnTo>
                <a:lnTo>
                  <a:pt x="310800" y="15478"/>
                </a:lnTo>
                <a:lnTo>
                  <a:pt x="311417" y="15461"/>
                </a:lnTo>
                <a:lnTo>
                  <a:pt x="312049" y="15456"/>
                </a:lnTo>
                <a:lnTo>
                  <a:pt x="312440" y="15457"/>
                </a:lnTo>
                <a:lnTo>
                  <a:pt x="312834" y="15462"/>
                </a:lnTo>
                <a:lnTo>
                  <a:pt x="313229" y="15470"/>
                </a:lnTo>
                <a:lnTo>
                  <a:pt x="313626" y="15482"/>
                </a:lnTo>
                <a:lnTo>
                  <a:pt x="314025" y="15496"/>
                </a:lnTo>
                <a:lnTo>
                  <a:pt x="314426" y="15514"/>
                </a:lnTo>
                <a:lnTo>
                  <a:pt x="314829" y="15535"/>
                </a:lnTo>
                <a:lnTo>
                  <a:pt x="315234" y="15560"/>
                </a:lnTo>
                <a:lnTo>
                  <a:pt x="315641" y="15587"/>
                </a:lnTo>
                <a:lnTo>
                  <a:pt x="316050" y="15618"/>
                </a:lnTo>
                <a:lnTo>
                  <a:pt x="316460" y="15652"/>
                </a:lnTo>
                <a:lnTo>
                  <a:pt x="316873" y="15690"/>
                </a:lnTo>
                <a:lnTo>
                  <a:pt x="317288" y="15730"/>
                </a:lnTo>
                <a:lnTo>
                  <a:pt x="317704" y="15774"/>
                </a:lnTo>
                <a:lnTo>
                  <a:pt x="318123" y="15821"/>
                </a:lnTo>
                <a:lnTo>
                  <a:pt x="318544" y="15872"/>
                </a:lnTo>
                <a:lnTo>
                  <a:pt x="318966" y="15926"/>
                </a:lnTo>
                <a:lnTo>
                  <a:pt x="319390" y="15982"/>
                </a:lnTo>
                <a:lnTo>
                  <a:pt x="319817" y="16043"/>
                </a:lnTo>
                <a:lnTo>
                  <a:pt x="320245" y="16106"/>
                </a:lnTo>
                <a:lnTo>
                  <a:pt x="320676" y="16173"/>
                </a:lnTo>
                <a:lnTo>
                  <a:pt x="321108" y="16243"/>
                </a:lnTo>
                <a:lnTo>
                  <a:pt x="321542" y="16316"/>
                </a:lnTo>
                <a:lnTo>
                  <a:pt x="321978" y="16392"/>
                </a:lnTo>
                <a:lnTo>
                  <a:pt x="324507" y="1686"/>
                </a:lnTo>
                <a:lnTo>
                  <a:pt x="323792" y="1548"/>
                </a:lnTo>
                <a:lnTo>
                  <a:pt x="323081" y="1417"/>
                </a:lnTo>
                <a:lnTo>
                  <a:pt x="322376" y="1291"/>
                </a:lnTo>
                <a:lnTo>
                  <a:pt x="321676" y="1171"/>
                </a:lnTo>
                <a:lnTo>
                  <a:pt x="320982" y="1057"/>
                </a:lnTo>
                <a:lnTo>
                  <a:pt x="320292" y="948"/>
                </a:lnTo>
                <a:lnTo>
                  <a:pt x="319608" y="846"/>
                </a:lnTo>
                <a:lnTo>
                  <a:pt x="318929" y="749"/>
                </a:lnTo>
                <a:lnTo>
                  <a:pt x="318255" y="659"/>
                </a:lnTo>
                <a:lnTo>
                  <a:pt x="317586" y="574"/>
                </a:lnTo>
                <a:lnTo>
                  <a:pt x="316923" y="495"/>
                </a:lnTo>
                <a:lnTo>
                  <a:pt x="316264" y="422"/>
                </a:lnTo>
                <a:lnTo>
                  <a:pt x="315611" y="354"/>
                </a:lnTo>
                <a:lnTo>
                  <a:pt x="314963" y="293"/>
                </a:lnTo>
                <a:lnTo>
                  <a:pt x="314321" y="237"/>
                </a:lnTo>
                <a:lnTo>
                  <a:pt x="313683" y="187"/>
                </a:lnTo>
                <a:lnTo>
                  <a:pt x="313051" y="143"/>
                </a:lnTo>
                <a:lnTo>
                  <a:pt x="312424" y="105"/>
                </a:lnTo>
                <a:lnTo>
                  <a:pt x="311802" y="73"/>
                </a:lnTo>
                <a:lnTo>
                  <a:pt x="311185" y="47"/>
                </a:lnTo>
                <a:lnTo>
                  <a:pt x="310574" y="26"/>
                </a:lnTo>
                <a:lnTo>
                  <a:pt x="309968" y="12"/>
                </a:lnTo>
                <a:lnTo>
                  <a:pt x="309366" y="3"/>
                </a:lnTo>
                <a:lnTo>
                  <a:pt x="308771" y="0"/>
                </a:lnTo>
                <a:lnTo>
                  <a:pt x="307858" y="7"/>
                </a:lnTo>
                <a:lnTo>
                  <a:pt x="306963" y="28"/>
                </a:lnTo>
                <a:lnTo>
                  <a:pt x="306084" y="64"/>
                </a:lnTo>
                <a:lnTo>
                  <a:pt x="305223" y="113"/>
                </a:lnTo>
                <a:lnTo>
                  <a:pt x="304379" y="176"/>
                </a:lnTo>
                <a:lnTo>
                  <a:pt x="303551" y="254"/>
                </a:lnTo>
                <a:lnTo>
                  <a:pt x="302741" y="346"/>
                </a:lnTo>
                <a:lnTo>
                  <a:pt x="301948" y="452"/>
                </a:lnTo>
                <a:lnTo>
                  <a:pt x="301172" y="572"/>
                </a:lnTo>
                <a:lnTo>
                  <a:pt x="300413" y="706"/>
                </a:lnTo>
                <a:lnTo>
                  <a:pt x="299672" y="854"/>
                </a:lnTo>
                <a:lnTo>
                  <a:pt x="298947" y="1016"/>
                </a:lnTo>
                <a:lnTo>
                  <a:pt x="298239" y="1193"/>
                </a:lnTo>
                <a:lnTo>
                  <a:pt x="297549" y="1384"/>
                </a:lnTo>
                <a:lnTo>
                  <a:pt x="296875" y="1588"/>
                </a:lnTo>
                <a:lnTo>
                  <a:pt x="296219" y="1807"/>
                </a:lnTo>
                <a:lnTo>
                  <a:pt x="295579" y="2040"/>
                </a:lnTo>
                <a:lnTo>
                  <a:pt x="294957" y="2287"/>
                </a:lnTo>
                <a:lnTo>
                  <a:pt x="294352" y="2548"/>
                </a:lnTo>
                <a:lnTo>
                  <a:pt x="293764" y="2824"/>
                </a:lnTo>
                <a:lnTo>
                  <a:pt x="293193" y="3113"/>
                </a:lnTo>
                <a:lnTo>
                  <a:pt x="292639" y="3416"/>
                </a:lnTo>
                <a:lnTo>
                  <a:pt x="292102" y="3734"/>
                </a:lnTo>
                <a:lnTo>
                  <a:pt x="291582" y="4066"/>
                </a:lnTo>
                <a:lnTo>
                  <a:pt x="291077" y="4409"/>
                </a:lnTo>
                <a:lnTo>
                  <a:pt x="290585" y="4761"/>
                </a:lnTo>
                <a:lnTo>
                  <a:pt x="290106" y="5121"/>
                </a:lnTo>
                <a:lnTo>
                  <a:pt x="289640" y="5490"/>
                </a:lnTo>
                <a:lnTo>
                  <a:pt x="289186" y="5867"/>
                </a:lnTo>
                <a:lnTo>
                  <a:pt x="288746" y="6253"/>
                </a:lnTo>
                <a:lnTo>
                  <a:pt x="288318" y="6648"/>
                </a:lnTo>
                <a:lnTo>
                  <a:pt x="287903" y="7051"/>
                </a:lnTo>
                <a:lnTo>
                  <a:pt x="287501" y="7463"/>
                </a:lnTo>
                <a:lnTo>
                  <a:pt x="287112" y="7884"/>
                </a:lnTo>
                <a:lnTo>
                  <a:pt x="286735" y="8313"/>
                </a:lnTo>
                <a:lnTo>
                  <a:pt x="286372" y="8750"/>
                </a:lnTo>
                <a:lnTo>
                  <a:pt x="286021" y="9196"/>
                </a:lnTo>
                <a:lnTo>
                  <a:pt x="285683" y="9651"/>
                </a:lnTo>
                <a:lnTo>
                  <a:pt x="285358" y="10114"/>
                </a:lnTo>
                <a:lnTo>
                  <a:pt x="285046" y="10586"/>
                </a:lnTo>
                <a:lnTo>
                  <a:pt x="284747" y="11067"/>
                </a:lnTo>
                <a:lnTo>
                  <a:pt x="284460" y="11556"/>
                </a:lnTo>
                <a:lnTo>
                  <a:pt x="284187" y="12054"/>
                </a:lnTo>
                <a:lnTo>
                  <a:pt x="283926" y="12560"/>
                </a:lnTo>
                <a:lnTo>
                  <a:pt x="283678" y="13075"/>
                </a:lnTo>
                <a:lnTo>
                  <a:pt x="283443" y="13598"/>
                </a:lnTo>
                <a:lnTo>
                  <a:pt x="283221" y="14130"/>
                </a:lnTo>
                <a:lnTo>
                  <a:pt x="283011" y="14671"/>
                </a:lnTo>
                <a:lnTo>
                  <a:pt x="282866" y="15085"/>
                </a:lnTo>
                <a:lnTo>
                  <a:pt x="282727" y="15517"/>
                </a:lnTo>
                <a:lnTo>
                  <a:pt x="282594" y="15966"/>
                </a:lnTo>
                <a:lnTo>
                  <a:pt x="282468" y="16434"/>
                </a:lnTo>
                <a:lnTo>
                  <a:pt x="282347" y="16919"/>
                </a:lnTo>
                <a:lnTo>
                  <a:pt x="282233" y="17422"/>
                </a:lnTo>
                <a:lnTo>
                  <a:pt x="282125" y="17943"/>
                </a:lnTo>
                <a:lnTo>
                  <a:pt x="282023" y="18482"/>
                </a:lnTo>
                <a:lnTo>
                  <a:pt x="281927" y="19038"/>
                </a:lnTo>
                <a:lnTo>
                  <a:pt x="281837" y="19613"/>
                </a:lnTo>
                <a:lnTo>
                  <a:pt x="281754" y="20205"/>
                </a:lnTo>
                <a:lnTo>
                  <a:pt x="281677" y="20815"/>
                </a:lnTo>
                <a:lnTo>
                  <a:pt x="281605" y="21443"/>
                </a:lnTo>
                <a:lnTo>
                  <a:pt x="281541" y="22089"/>
                </a:lnTo>
                <a:lnTo>
                  <a:pt x="281482" y="22753"/>
                </a:lnTo>
                <a:lnTo>
                  <a:pt x="281429" y="23434"/>
                </a:lnTo>
                <a:lnTo>
                  <a:pt x="281383" y="24134"/>
                </a:lnTo>
                <a:lnTo>
                  <a:pt x="281343" y="24851"/>
                </a:lnTo>
                <a:lnTo>
                  <a:pt x="281309" y="25586"/>
                </a:lnTo>
                <a:lnTo>
                  <a:pt x="281281" y="26339"/>
                </a:lnTo>
                <a:lnTo>
                  <a:pt x="281259" y="27110"/>
                </a:lnTo>
                <a:lnTo>
                  <a:pt x="281244" y="27899"/>
                </a:lnTo>
                <a:lnTo>
                  <a:pt x="281235" y="28705"/>
                </a:lnTo>
                <a:lnTo>
                  <a:pt x="281232" y="29530"/>
                </a:lnTo>
                <a:lnTo>
                  <a:pt x="281232" y="40091"/>
                </a:lnTo>
                <a:lnTo>
                  <a:pt x="266338" y="40091"/>
                </a:lnTo>
                <a:lnTo>
                  <a:pt x="266338" y="42747"/>
                </a:lnTo>
                <a:lnTo>
                  <a:pt x="265717" y="42388"/>
                </a:lnTo>
                <a:lnTo>
                  <a:pt x="264986" y="41984"/>
                </a:lnTo>
                <a:lnTo>
                  <a:pt x="264255" y="41599"/>
                </a:lnTo>
                <a:lnTo>
                  <a:pt x="263526" y="41233"/>
                </a:lnTo>
                <a:lnTo>
                  <a:pt x="262797" y="40886"/>
                </a:lnTo>
                <a:lnTo>
                  <a:pt x="262070" y="40557"/>
                </a:lnTo>
                <a:lnTo>
                  <a:pt x="261344" y="40247"/>
                </a:lnTo>
                <a:lnTo>
                  <a:pt x="260618" y="39956"/>
                </a:lnTo>
                <a:lnTo>
                  <a:pt x="259894" y="39683"/>
                </a:lnTo>
                <a:lnTo>
                  <a:pt x="259170" y="39430"/>
                </a:lnTo>
                <a:lnTo>
                  <a:pt x="258448" y="39195"/>
                </a:lnTo>
                <a:lnTo>
                  <a:pt x="257726" y="38979"/>
                </a:lnTo>
                <a:lnTo>
                  <a:pt x="257006" y="38782"/>
                </a:lnTo>
                <a:lnTo>
                  <a:pt x="256286" y="38603"/>
                </a:lnTo>
                <a:lnTo>
                  <a:pt x="255567" y="38444"/>
                </a:lnTo>
                <a:lnTo>
                  <a:pt x="254850" y="38303"/>
                </a:lnTo>
                <a:lnTo>
                  <a:pt x="254133" y="38181"/>
                </a:lnTo>
                <a:lnTo>
                  <a:pt x="253417" y="38078"/>
                </a:lnTo>
                <a:lnTo>
                  <a:pt x="252703" y="37993"/>
                </a:lnTo>
                <a:lnTo>
                  <a:pt x="251989" y="37927"/>
                </a:lnTo>
                <a:lnTo>
                  <a:pt x="251276" y="37880"/>
                </a:lnTo>
                <a:lnTo>
                  <a:pt x="250564" y="37852"/>
                </a:lnTo>
                <a:lnTo>
                  <a:pt x="249853" y="37843"/>
                </a:lnTo>
                <a:lnTo>
                  <a:pt x="249363" y="37849"/>
                </a:lnTo>
                <a:lnTo>
                  <a:pt x="248877" y="37866"/>
                </a:lnTo>
                <a:lnTo>
                  <a:pt x="248394" y="37895"/>
                </a:lnTo>
                <a:lnTo>
                  <a:pt x="247914" y="37936"/>
                </a:lnTo>
                <a:lnTo>
                  <a:pt x="247437" y="37988"/>
                </a:lnTo>
                <a:lnTo>
                  <a:pt x="246964" y="38052"/>
                </a:lnTo>
                <a:lnTo>
                  <a:pt x="246495" y="38128"/>
                </a:lnTo>
                <a:lnTo>
                  <a:pt x="246029" y="38215"/>
                </a:lnTo>
                <a:lnTo>
                  <a:pt x="245566" y="38314"/>
                </a:lnTo>
                <a:lnTo>
                  <a:pt x="245107" y="38425"/>
                </a:lnTo>
                <a:lnTo>
                  <a:pt x="244651" y="38547"/>
                </a:lnTo>
                <a:lnTo>
                  <a:pt x="244198" y="38681"/>
                </a:lnTo>
                <a:lnTo>
                  <a:pt x="243749" y="38827"/>
                </a:lnTo>
                <a:lnTo>
                  <a:pt x="243303" y="38984"/>
                </a:lnTo>
                <a:lnTo>
                  <a:pt x="242861" y="39153"/>
                </a:lnTo>
                <a:lnTo>
                  <a:pt x="242422" y="39334"/>
                </a:lnTo>
                <a:lnTo>
                  <a:pt x="241987" y="39526"/>
                </a:lnTo>
                <a:lnTo>
                  <a:pt x="241555" y="39730"/>
                </a:lnTo>
                <a:lnTo>
                  <a:pt x="241126" y="39945"/>
                </a:lnTo>
                <a:lnTo>
                  <a:pt x="240701" y="40172"/>
                </a:lnTo>
                <a:lnTo>
                  <a:pt x="240279" y="40411"/>
                </a:lnTo>
                <a:lnTo>
                  <a:pt x="239861" y="40661"/>
                </a:lnTo>
                <a:lnTo>
                  <a:pt x="239446" y="40924"/>
                </a:lnTo>
                <a:lnTo>
                  <a:pt x="239035" y="41197"/>
                </a:lnTo>
                <a:lnTo>
                  <a:pt x="238623" y="41489"/>
                </a:lnTo>
                <a:lnTo>
                  <a:pt x="238209" y="41806"/>
                </a:lnTo>
                <a:lnTo>
                  <a:pt x="237791" y="42148"/>
                </a:lnTo>
                <a:lnTo>
                  <a:pt x="237371" y="42515"/>
                </a:lnTo>
                <a:lnTo>
                  <a:pt x="236947" y="42906"/>
                </a:lnTo>
                <a:lnTo>
                  <a:pt x="236520" y="43323"/>
                </a:lnTo>
                <a:lnTo>
                  <a:pt x="236090" y="43764"/>
                </a:lnTo>
                <a:lnTo>
                  <a:pt x="235657" y="44231"/>
                </a:lnTo>
                <a:lnTo>
                  <a:pt x="235221" y="44722"/>
                </a:lnTo>
                <a:lnTo>
                  <a:pt x="234782" y="45238"/>
                </a:lnTo>
                <a:lnTo>
                  <a:pt x="234340" y="45779"/>
                </a:lnTo>
                <a:lnTo>
                  <a:pt x="233894" y="46345"/>
                </a:lnTo>
                <a:lnTo>
                  <a:pt x="233446" y="46936"/>
                </a:lnTo>
                <a:lnTo>
                  <a:pt x="232994" y="47551"/>
                </a:lnTo>
                <a:lnTo>
                  <a:pt x="232540" y="48192"/>
                </a:lnTo>
                <a:lnTo>
                  <a:pt x="232082" y="48857"/>
                </a:lnTo>
                <a:lnTo>
                  <a:pt x="231621" y="49548"/>
                </a:lnTo>
                <a:lnTo>
                  <a:pt x="231157" y="50263"/>
                </a:lnTo>
                <a:lnTo>
                  <a:pt x="230690" y="51003"/>
                </a:lnTo>
                <a:lnTo>
                  <a:pt x="230220" y="51769"/>
                </a:lnTo>
                <a:lnTo>
                  <a:pt x="229747" y="52559"/>
                </a:lnTo>
                <a:lnTo>
                  <a:pt x="229271" y="53373"/>
                </a:lnTo>
                <a:lnTo>
                  <a:pt x="228792" y="54213"/>
                </a:lnTo>
                <a:lnTo>
                  <a:pt x="228309" y="55078"/>
                </a:lnTo>
                <a:lnTo>
                  <a:pt x="228309" y="40091"/>
                </a:lnTo>
                <a:lnTo>
                  <a:pt x="213135" y="40091"/>
                </a:lnTo>
                <a:lnTo>
                  <a:pt x="213135" y="139568"/>
                </a:lnTo>
                <a:lnTo>
                  <a:pt x="229995" y="139568"/>
                </a:lnTo>
                <a:lnTo>
                  <a:pt x="229995" y="87429"/>
                </a:lnTo>
                <a:lnTo>
                  <a:pt x="230000" y="86541"/>
                </a:lnTo>
                <a:lnTo>
                  <a:pt x="230015" y="85659"/>
                </a:lnTo>
                <a:lnTo>
                  <a:pt x="230039" y="84783"/>
                </a:lnTo>
                <a:lnTo>
                  <a:pt x="230073" y="83913"/>
                </a:lnTo>
                <a:lnTo>
                  <a:pt x="230117" y="83048"/>
                </a:lnTo>
                <a:lnTo>
                  <a:pt x="230171" y="82190"/>
                </a:lnTo>
                <a:lnTo>
                  <a:pt x="230234" y="81337"/>
                </a:lnTo>
                <a:lnTo>
                  <a:pt x="230308" y="80490"/>
                </a:lnTo>
                <a:lnTo>
                  <a:pt x="230391" y="79649"/>
                </a:lnTo>
                <a:lnTo>
                  <a:pt x="230483" y="78814"/>
                </a:lnTo>
                <a:lnTo>
                  <a:pt x="230586" y="77985"/>
                </a:lnTo>
                <a:lnTo>
                  <a:pt x="230698" y="77161"/>
                </a:lnTo>
                <a:lnTo>
                  <a:pt x="230820" y="76344"/>
                </a:lnTo>
                <a:lnTo>
                  <a:pt x="230952" y="75532"/>
                </a:lnTo>
                <a:lnTo>
                  <a:pt x="231093" y="74726"/>
                </a:lnTo>
                <a:lnTo>
                  <a:pt x="231244" y="73927"/>
                </a:lnTo>
                <a:lnTo>
                  <a:pt x="231405" y="73132"/>
                </a:lnTo>
                <a:lnTo>
                  <a:pt x="231576" y="72344"/>
                </a:lnTo>
                <a:lnTo>
                  <a:pt x="231757" y="71562"/>
                </a:lnTo>
                <a:lnTo>
                  <a:pt x="231947" y="70785"/>
                </a:lnTo>
                <a:lnTo>
                  <a:pt x="232147" y="70015"/>
                </a:lnTo>
                <a:lnTo>
                  <a:pt x="232357" y="69250"/>
                </a:lnTo>
                <a:lnTo>
                  <a:pt x="232576" y="68491"/>
                </a:lnTo>
                <a:lnTo>
                  <a:pt x="232805" y="67738"/>
                </a:lnTo>
                <a:lnTo>
                  <a:pt x="232966" y="67250"/>
                </a:lnTo>
                <a:lnTo>
                  <a:pt x="233135" y="66772"/>
                </a:lnTo>
                <a:lnTo>
                  <a:pt x="233313" y="66302"/>
                </a:lnTo>
                <a:lnTo>
                  <a:pt x="233500" y="65841"/>
                </a:lnTo>
                <a:lnTo>
                  <a:pt x="233696" y="65389"/>
                </a:lnTo>
                <a:lnTo>
                  <a:pt x="233900" y="64946"/>
                </a:lnTo>
                <a:lnTo>
                  <a:pt x="234113" y="64512"/>
                </a:lnTo>
                <a:lnTo>
                  <a:pt x="234335" y="64087"/>
                </a:lnTo>
                <a:lnTo>
                  <a:pt x="234566" y="63670"/>
                </a:lnTo>
                <a:lnTo>
                  <a:pt x="234806" y="63263"/>
                </a:lnTo>
                <a:lnTo>
                  <a:pt x="235054" y="62865"/>
                </a:lnTo>
                <a:lnTo>
                  <a:pt x="235311" y="62476"/>
                </a:lnTo>
                <a:lnTo>
                  <a:pt x="235577" y="62095"/>
                </a:lnTo>
                <a:lnTo>
                  <a:pt x="235852" y="61724"/>
                </a:lnTo>
                <a:lnTo>
                  <a:pt x="236135" y="61362"/>
                </a:lnTo>
                <a:lnTo>
                  <a:pt x="236427" y="61008"/>
                </a:lnTo>
                <a:lnTo>
                  <a:pt x="236728" y="60664"/>
                </a:lnTo>
                <a:lnTo>
                  <a:pt x="237038" y="60328"/>
                </a:lnTo>
                <a:lnTo>
                  <a:pt x="237357" y="60002"/>
                </a:lnTo>
                <a:lnTo>
                  <a:pt x="237684" y="59684"/>
                </a:lnTo>
                <a:lnTo>
                  <a:pt x="238020" y="59375"/>
                </a:lnTo>
                <a:lnTo>
                  <a:pt x="238365" y="59075"/>
                </a:lnTo>
                <a:lnTo>
                  <a:pt x="238719" y="58785"/>
                </a:lnTo>
                <a:lnTo>
                  <a:pt x="239081" y="58503"/>
                </a:lnTo>
                <a:lnTo>
                  <a:pt x="239450" y="58231"/>
                </a:lnTo>
                <a:lnTo>
                  <a:pt x="239823" y="57971"/>
                </a:lnTo>
                <a:lnTo>
                  <a:pt x="240200" y="57722"/>
                </a:lnTo>
                <a:lnTo>
                  <a:pt x="240580" y="57485"/>
                </a:lnTo>
                <a:lnTo>
                  <a:pt x="240965" y="57259"/>
                </a:lnTo>
                <a:lnTo>
                  <a:pt x="241353" y="57045"/>
                </a:lnTo>
                <a:lnTo>
                  <a:pt x="241745" y="56843"/>
                </a:lnTo>
                <a:lnTo>
                  <a:pt x="242141" y="56652"/>
                </a:lnTo>
                <a:lnTo>
                  <a:pt x="242541" y="56473"/>
                </a:lnTo>
                <a:lnTo>
                  <a:pt x="242945" y="56305"/>
                </a:lnTo>
                <a:lnTo>
                  <a:pt x="243353" y="56149"/>
                </a:lnTo>
                <a:lnTo>
                  <a:pt x="243765" y="56004"/>
                </a:lnTo>
                <a:lnTo>
                  <a:pt x="244181" y="55871"/>
                </a:lnTo>
                <a:lnTo>
                  <a:pt x="244600" y="55750"/>
                </a:lnTo>
                <a:lnTo>
                  <a:pt x="245024" y="55640"/>
                </a:lnTo>
                <a:lnTo>
                  <a:pt x="245451" y="55542"/>
                </a:lnTo>
                <a:lnTo>
                  <a:pt x="245882" y="55455"/>
                </a:lnTo>
                <a:lnTo>
                  <a:pt x="246317" y="55380"/>
                </a:lnTo>
                <a:lnTo>
                  <a:pt x="246756" y="55316"/>
                </a:lnTo>
                <a:lnTo>
                  <a:pt x="247199" y="55264"/>
                </a:lnTo>
                <a:lnTo>
                  <a:pt x="247646" y="55224"/>
                </a:lnTo>
                <a:lnTo>
                  <a:pt x="248097" y="55195"/>
                </a:lnTo>
                <a:lnTo>
                  <a:pt x="248552" y="55177"/>
                </a:lnTo>
                <a:lnTo>
                  <a:pt x="249010" y="55172"/>
                </a:lnTo>
                <a:lnTo>
                  <a:pt x="249526" y="55178"/>
                </a:lnTo>
                <a:lnTo>
                  <a:pt x="250041" y="55197"/>
                </a:lnTo>
                <a:lnTo>
                  <a:pt x="250556" y="55229"/>
                </a:lnTo>
                <a:lnTo>
                  <a:pt x="251071" y="55273"/>
                </a:lnTo>
                <a:lnTo>
                  <a:pt x="251586" y="55330"/>
                </a:lnTo>
                <a:lnTo>
                  <a:pt x="252102" y="55400"/>
                </a:lnTo>
                <a:lnTo>
                  <a:pt x="252617" y="55482"/>
                </a:lnTo>
                <a:lnTo>
                  <a:pt x="253132" y="55578"/>
                </a:lnTo>
                <a:lnTo>
                  <a:pt x="253647" y="55685"/>
                </a:lnTo>
                <a:lnTo>
                  <a:pt x="254162" y="55806"/>
                </a:lnTo>
                <a:lnTo>
                  <a:pt x="254677" y="55939"/>
                </a:lnTo>
                <a:lnTo>
                  <a:pt x="255193" y="56085"/>
                </a:lnTo>
                <a:lnTo>
                  <a:pt x="255708" y="56244"/>
                </a:lnTo>
                <a:lnTo>
                  <a:pt x="256223" y="56415"/>
                </a:lnTo>
                <a:lnTo>
                  <a:pt x="256738" y="56599"/>
                </a:lnTo>
                <a:lnTo>
                  <a:pt x="257253" y="56795"/>
                </a:lnTo>
                <a:lnTo>
                  <a:pt x="257769" y="57005"/>
                </a:lnTo>
                <a:lnTo>
                  <a:pt x="258284" y="57227"/>
                </a:lnTo>
                <a:lnTo>
                  <a:pt x="258799" y="57461"/>
                </a:lnTo>
                <a:lnTo>
                  <a:pt x="259314" y="57709"/>
                </a:lnTo>
                <a:lnTo>
                  <a:pt x="259829" y="57969"/>
                </a:lnTo>
                <a:lnTo>
                  <a:pt x="260344" y="58241"/>
                </a:lnTo>
                <a:lnTo>
                  <a:pt x="260860" y="58527"/>
                </a:lnTo>
                <a:lnTo>
                  <a:pt x="261375" y="58825"/>
                </a:lnTo>
                <a:lnTo>
                  <a:pt x="266338" y="45516"/>
                </a:lnTo>
                <a:lnTo>
                  <a:pt x="266338" y="53205"/>
                </a:lnTo>
                <a:lnTo>
                  <a:pt x="281232" y="53205"/>
                </a:lnTo>
                <a:lnTo>
                  <a:pt x="281232" y="139568"/>
                </a:lnTo>
                <a:close/>
                <a:moveTo>
                  <a:pt x="173757" y="110089"/>
                </a:moveTo>
                <a:lnTo>
                  <a:pt x="173404" y="110901"/>
                </a:lnTo>
                <a:lnTo>
                  <a:pt x="173041" y="111693"/>
                </a:lnTo>
                <a:lnTo>
                  <a:pt x="172669" y="112465"/>
                </a:lnTo>
                <a:lnTo>
                  <a:pt x="172288" y="113216"/>
                </a:lnTo>
                <a:lnTo>
                  <a:pt x="171897" y="113948"/>
                </a:lnTo>
                <a:lnTo>
                  <a:pt x="171497" y="114660"/>
                </a:lnTo>
                <a:lnTo>
                  <a:pt x="171088" y="115352"/>
                </a:lnTo>
                <a:lnTo>
                  <a:pt x="170668" y="116024"/>
                </a:lnTo>
                <a:lnTo>
                  <a:pt x="170240" y="116676"/>
                </a:lnTo>
                <a:lnTo>
                  <a:pt x="169802" y="117308"/>
                </a:lnTo>
                <a:lnTo>
                  <a:pt x="169355" y="117920"/>
                </a:lnTo>
                <a:lnTo>
                  <a:pt x="168898" y="118513"/>
                </a:lnTo>
                <a:lnTo>
                  <a:pt x="168432" y="119085"/>
                </a:lnTo>
                <a:lnTo>
                  <a:pt x="167956" y="119637"/>
                </a:lnTo>
                <a:lnTo>
                  <a:pt x="167471" y="120169"/>
                </a:lnTo>
                <a:lnTo>
                  <a:pt x="166976" y="120681"/>
                </a:lnTo>
                <a:lnTo>
                  <a:pt x="166472" y="121173"/>
                </a:lnTo>
                <a:lnTo>
                  <a:pt x="165959" y="121645"/>
                </a:lnTo>
                <a:lnTo>
                  <a:pt x="165436" y="122098"/>
                </a:lnTo>
                <a:lnTo>
                  <a:pt x="164904" y="122530"/>
                </a:lnTo>
                <a:lnTo>
                  <a:pt x="164362" y="122942"/>
                </a:lnTo>
                <a:lnTo>
                  <a:pt x="163811" y="123336"/>
                </a:lnTo>
                <a:lnTo>
                  <a:pt x="163250" y="123713"/>
                </a:lnTo>
                <a:lnTo>
                  <a:pt x="162680" y="124073"/>
                </a:lnTo>
                <a:lnTo>
                  <a:pt x="162101" y="124416"/>
                </a:lnTo>
                <a:lnTo>
                  <a:pt x="161512" y="124743"/>
                </a:lnTo>
                <a:lnTo>
                  <a:pt x="160914" y="125053"/>
                </a:lnTo>
                <a:lnTo>
                  <a:pt x="160306" y="125346"/>
                </a:lnTo>
                <a:lnTo>
                  <a:pt x="159689" y="125622"/>
                </a:lnTo>
                <a:lnTo>
                  <a:pt x="159062" y="125882"/>
                </a:lnTo>
                <a:lnTo>
                  <a:pt x="158426" y="126125"/>
                </a:lnTo>
                <a:lnTo>
                  <a:pt x="157781" y="126351"/>
                </a:lnTo>
                <a:lnTo>
                  <a:pt x="157126" y="126560"/>
                </a:lnTo>
                <a:lnTo>
                  <a:pt x="156462" y="126753"/>
                </a:lnTo>
                <a:lnTo>
                  <a:pt x="155788" y="126929"/>
                </a:lnTo>
                <a:lnTo>
                  <a:pt x="155105" y="127088"/>
                </a:lnTo>
                <a:lnTo>
                  <a:pt x="154412" y="127230"/>
                </a:lnTo>
                <a:lnTo>
                  <a:pt x="153710" y="127356"/>
                </a:lnTo>
                <a:lnTo>
                  <a:pt x="152999" y="127465"/>
                </a:lnTo>
                <a:lnTo>
                  <a:pt x="152278" y="127557"/>
                </a:lnTo>
                <a:lnTo>
                  <a:pt x="151548" y="127632"/>
                </a:lnTo>
                <a:lnTo>
                  <a:pt x="150808" y="127691"/>
                </a:lnTo>
                <a:lnTo>
                  <a:pt x="150059" y="127733"/>
                </a:lnTo>
                <a:lnTo>
                  <a:pt x="149300" y="127758"/>
                </a:lnTo>
                <a:lnTo>
                  <a:pt x="148532" y="127766"/>
                </a:lnTo>
                <a:lnTo>
                  <a:pt x="147501" y="127751"/>
                </a:lnTo>
                <a:lnTo>
                  <a:pt x="146484" y="127706"/>
                </a:lnTo>
                <a:lnTo>
                  <a:pt x="145482" y="127630"/>
                </a:lnTo>
                <a:lnTo>
                  <a:pt x="144494" y="127525"/>
                </a:lnTo>
                <a:lnTo>
                  <a:pt x="143520" y="127389"/>
                </a:lnTo>
                <a:lnTo>
                  <a:pt x="142560" y="127223"/>
                </a:lnTo>
                <a:lnTo>
                  <a:pt x="141615" y="127027"/>
                </a:lnTo>
                <a:lnTo>
                  <a:pt x="140684" y="126801"/>
                </a:lnTo>
                <a:lnTo>
                  <a:pt x="139768" y="126544"/>
                </a:lnTo>
                <a:lnTo>
                  <a:pt x="138866" y="126258"/>
                </a:lnTo>
                <a:lnTo>
                  <a:pt x="137978" y="125941"/>
                </a:lnTo>
                <a:lnTo>
                  <a:pt x="137104" y="125594"/>
                </a:lnTo>
                <a:lnTo>
                  <a:pt x="136245" y="125217"/>
                </a:lnTo>
                <a:lnTo>
                  <a:pt x="135400" y="124810"/>
                </a:lnTo>
                <a:lnTo>
                  <a:pt x="134569" y="124372"/>
                </a:lnTo>
                <a:lnTo>
                  <a:pt x="133753" y="123905"/>
                </a:lnTo>
                <a:lnTo>
                  <a:pt x="132951" y="123407"/>
                </a:lnTo>
                <a:lnTo>
                  <a:pt x="132163" y="122879"/>
                </a:lnTo>
                <a:lnTo>
                  <a:pt x="131390" y="122321"/>
                </a:lnTo>
                <a:lnTo>
                  <a:pt x="130630" y="121733"/>
                </a:lnTo>
                <a:lnTo>
                  <a:pt x="129886" y="121114"/>
                </a:lnTo>
                <a:lnTo>
                  <a:pt x="129155" y="120466"/>
                </a:lnTo>
                <a:lnTo>
                  <a:pt x="128439" y="119787"/>
                </a:lnTo>
                <a:lnTo>
                  <a:pt x="127737" y="119078"/>
                </a:lnTo>
                <a:lnTo>
                  <a:pt x="127055" y="118341"/>
                </a:lnTo>
                <a:lnTo>
                  <a:pt x="126399" y="117577"/>
                </a:lnTo>
                <a:lnTo>
                  <a:pt x="125769" y="116787"/>
                </a:lnTo>
                <a:lnTo>
                  <a:pt x="125164" y="115969"/>
                </a:lnTo>
                <a:lnTo>
                  <a:pt x="124585" y="115126"/>
                </a:lnTo>
                <a:lnTo>
                  <a:pt x="124031" y="114256"/>
                </a:lnTo>
                <a:lnTo>
                  <a:pt x="123504" y="113359"/>
                </a:lnTo>
                <a:lnTo>
                  <a:pt x="123002" y="112435"/>
                </a:lnTo>
                <a:lnTo>
                  <a:pt x="122525" y="111485"/>
                </a:lnTo>
                <a:lnTo>
                  <a:pt x="122075" y="110509"/>
                </a:lnTo>
                <a:lnTo>
                  <a:pt x="121650" y="109506"/>
                </a:lnTo>
                <a:lnTo>
                  <a:pt x="121250" y="108476"/>
                </a:lnTo>
                <a:lnTo>
                  <a:pt x="120877" y="107420"/>
                </a:lnTo>
                <a:lnTo>
                  <a:pt x="120529" y="106337"/>
                </a:lnTo>
                <a:lnTo>
                  <a:pt x="120207" y="105227"/>
                </a:lnTo>
                <a:lnTo>
                  <a:pt x="119910" y="104091"/>
                </a:lnTo>
                <a:lnTo>
                  <a:pt x="119640" y="102928"/>
                </a:lnTo>
                <a:lnTo>
                  <a:pt x="119395" y="101739"/>
                </a:lnTo>
                <a:lnTo>
                  <a:pt x="119175" y="100523"/>
                </a:lnTo>
                <a:lnTo>
                  <a:pt x="118982" y="99281"/>
                </a:lnTo>
                <a:lnTo>
                  <a:pt x="118814" y="98012"/>
                </a:lnTo>
                <a:lnTo>
                  <a:pt x="118671" y="96716"/>
                </a:lnTo>
                <a:lnTo>
                  <a:pt x="118555" y="95394"/>
                </a:lnTo>
                <a:lnTo>
                  <a:pt x="118464" y="94045"/>
                </a:lnTo>
                <a:lnTo>
                  <a:pt x="192651" y="94045"/>
                </a:lnTo>
                <a:lnTo>
                  <a:pt x="192658" y="93798"/>
                </a:lnTo>
                <a:lnTo>
                  <a:pt x="192665" y="93557"/>
                </a:lnTo>
                <a:lnTo>
                  <a:pt x="192672" y="93320"/>
                </a:lnTo>
                <a:lnTo>
                  <a:pt x="192679" y="93089"/>
                </a:lnTo>
                <a:lnTo>
                  <a:pt x="192685" y="92863"/>
                </a:lnTo>
                <a:lnTo>
                  <a:pt x="192691" y="92642"/>
                </a:lnTo>
                <a:lnTo>
                  <a:pt x="192697" y="92427"/>
                </a:lnTo>
                <a:lnTo>
                  <a:pt x="192703" y="92217"/>
                </a:lnTo>
                <a:lnTo>
                  <a:pt x="192708" y="92011"/>
                </a:lnTo>
                <a:lnTo>
                  <a:pt x="192712" y="91812"/>
                </a:lnTo>
                <a:lnTo>
                  <a:pt x="192717" y="91617"/>
                </a:lnTo>
                <a:lnTo>
                  <a:pt x="192721" y="91427"/>
                </a:lnTo>
                <a:lnTo>
                  <a:pt x="192724" y="91243"/>
                </a:lnTo>
                <a:lnTo>
                  <a:pt x="192728" y="91064"/>
                </a:lnTo>
                <a:lnTo>
                  <a:pt x="192731" y="90890"/>
                </a:lnTo>
                <a:lnTo>
                  <a:pt x="192734" y="90721"/>
                </a:lnTo>
                <a:lnTo>
                  <a:pt x="192736" y="90557"/>
                </a:lnTo>
                <a:lnTo>
                  <a:pt x="192738" y="90399"/>
                </a:lnTo>
                <a:lnTo>
                  <a:pt x="192740" y="90246"/>
                </a:lnTo>
                <a:lnTo>
                  <a:pt x="192742" y="90098"/>
                </a:lnTo>
                <a:lnTo>
                  <a:pt x="192743" y="89955"/>
                </a:lnTo>
                <a:lnTo>
                  <a:pt x="192744" y="89817"/>
                </a:lnTo>
                <a:lnTo>
                  <a:pt x="192744" y="89685"/>
                </a:lnTo>
                <a:lnTo>
                  <a:pt x="192744" y="89557"/>
                </a:lnTo>
                <a:lnTo>
                  <a:pt x="192722" y="87527"/>
                </a:lnTo>
                <a:lnTo>
                  <a:pt x="192656" y="85535"/>
                </a:lnTo>
                <a:lnTo>
                  <a:pt x="192547" y="83581"/>
                </a:lnTo>
                <a:lnTo>
                  <a:pt x="192393" y="81666"/>
                </a:lnTo>
                <a:lnTo>
                  <a:pt x="192195" y="79789"/>
                </a:lnTo>
                <a:lnTo>
                  <a:pt x="191954" y="77950"/>
                </a:lnTo>
                <a:lnTo>
                  <a:pt x="191668" y="76150"/>
                </a:lnTo>
                <a:lnTo>
                  <a:pt x="191339" y="74387"/>
                </a:lnTo>
                <a:lnTo>
                  <a:pt x="190966" y="72664"/>
                </a:lnTo>
                <a:lnTo>
                  <a:pt x="190549" y="70978"/>
                </a:lnTo>
                <a:lnTo>
                  <a:pt x="190088" y="69331"/>
                </a:lnTo>
                <a:lnTo>
                  <a:pt x="189583" y="67722"/>
                </a:lnTo>
                <a:lnTo>
                  <a:pt x="189034" y="66151"/>
                </a:lnTo>
                <a:lnTo>
                  <a:pt x="188441" y="64619"/>
                </a:lnTo>
                <a:lnTo>
                  <a:pt x="187805" y="63125"/>
                </a:lnTo>
                <a:lnTo>
                  <a:pt x="187124" y="61670"/>
                </a:lnTo>
                <a:lnTo>
                  <a:pt x="186399" y="60252"/>
                </a:lnTo>
                <a:lnTo>
                  <a:pt x="185631" y="58874"/>
                </a:lnTo>
                <a:lnTo>
                  <a:pt x="184819" y="57533"/>
                </a:lnTo>
                <a:lnTo>
                  <a:pt x="183963" y="56231"/>
                </a:lnTo>
                <a:lnTo>
                  <a:pt x="183062" y="54967"/>
                </a:lnTo>
                <a:lnTo>
                  <a:pt x="182118" y="53741"/>
                </a:lnTo>
                <a:lnTo>
                  <a:pt x="181131" y="52553"/>
                </a:lnTo>
                <a:lnTo>
                  <a:pt x="180099" y="51404"/>
                </a:lnTo>
                <a:lnTo>
                  <a:pt x="179032" y="50298"/>
                </a:lnTo>
                <a:lnTo>
                  <a:pt x="177940" y="49238"/>
                </a:lnTo>
                <a:lnTo>
                  <a:pt x="176823" y="48226"/>
                </a:lnTo>
                <a:lnTo>
                  <a:pt x="175681" y="47261"/>
                </a:lnTo>
                <a:lnTo>
                  <a:pt x="174513" y="46342"/>
                </a:lnTo>
                <a:lnTo>
                  <a:pt x="173319" y="45471"/>
                </a:lnTo>
                <a:lnTo>
                  <a:pt x="172101" y="44647"/>
                </a:lnTo>
                <a:lnTo>
                  <a:pt x="170857" y="43870"/>
                </a:lnTo>
                <a:lnTo>
                  <a:pt x="169587" y="43140"/>
                </a:lnTo>
                <a:lnTo>
                  <a:pt x="168292" y="42457"/>
                </a:lnTo>
                <a:lnTo>
                  <a:pt x="166972" y="41822"/>
                </a:lnTo>
                <a:lnTo>
                  <a:pt x="165627" y="41233"/>
                </a:lnTo>
                <a:lnTo>
                  <a:pt x="164256" y="40692"/>
                </a:lnTo>
                <a:lnTo>
                  <a:pt x="162860" y="40197"/>
                </a:lnTo>
                <a:lnTo>
                  <a:pt x="161438" y="39750"/>
                </a:lnTo>
                <a:lnTo>
                  <a:pt x="159991" y="39350"/>
                </a:lnTo>
                <a:lnTo>
                  <a:pt x="158518" y="38996"/>
                </a:lnTo>
                <a:lnTo>
                  <a:pt x="157021" y="38690"/>
                </a:lnTo>
                <a:lnTo>
                  <a:pt x="155498" y="38431"/>
                </a:lnTo>
                <a:lnTo>
                  <a:pt x="153949" y="38219"/>
                </a:lnTo>
                <a:lnTo>
                  <a:pt x="152375" y="38055"/>
                </a:lnTo>
                <a:lnTo>
                  <a:pt x="150776" y="37937"/>
                </a:lnTo>
                <a:lnTo>
                  <a:pt x="149151" y="37866"/>
                </a:lnTo>
                <a:lnTo>
                  <a:pt x="147502" y="37843"/>
                </a:lnTo>
                <a:lnTo>
                  <a:pt x="145798" y="37867"/>
                </a:lnTo>
                <a:lnTo>
                  <a:pt x="144120" y="37939"/>
                </a:lnTo>
                <a:lnTo>
                  <a:pt x="142470" y="38059"/>
                </a:lnTo>
                <a:lnTo>
                  <a:pt x="140846" y="38228"/>
                </a:lnTo>
                <a:lnTo>
                  <a:pt x="139248" y="38444"/>
                </a:lnTo>
                <a:lnTo>
                  <a:pt x="137678" y="38709"/>
                </a:lnTo>
                <a:lnTo>
                  <a:pt x="136134" y="39022"/>
                </a:lnTo>
                <a:lnTo>
                  <a:pt x="134617" y="39383"/>
                </a:lnTo>
                <a:lnTo>
                  <a:pt x="133126" y="39792"/>
                </a:lnTo>
                <a:lnTo>
                  <a:pt x="131662" y="40250"/>
                </a:lnTo>
                <a:lnTo>
                  <a:pt x="130225" y="40755"/>
                </a:lnTo>
                <a:lnTo>
                  <a:pt x="128814" y="41309"/>
                </a:lnTo>
                <a:lnTo>
                  <a:pt x="127430" y="41910"/>
                </a:lnTo>
                <a:lnTo>
                  <a:pt x="126073" y="42560"/>
                </a:lnTo>
                <a:lnTo>
                  <a:pt x="124743" y="43258"/>
                </a:lnTo>
                <a:lnTo>
                  <a:pt x="123439" y="44004"/>
                </a:lnTo>
                <a:lnTo>
                  <a:pt x="122161" y="44798"/>
                </a:lnTo>
                <a:lnTo>
                  <a:pt x="120911" y="45641"/>
                </a:lnTo>
                <a:lnTo>
                  <a:pt x="119687" y="46531"/>
                </a:lnTo>
                <a:lnTo>
                  <a:pt x="118490" y="47470"/>
                </a:lnTo>
                <a:lnTo>
                  <a:pt x="117319" y="48457"/>
                </a:lnTo>
                <a:lnTo>
                  <a:pt x="116175" y="49492"/>
                </a:lnTo>
                <a:lnTo>
                  <a:pt x="115058" y="50575"/>
                </a:lnTo>
                <a:lnTo>
                  <a:pt x="113968" y="51706"/>
                </a:lnTo>
                <a:lnTo>
                  <a:pt x="112913" y="52881"/>
                </a:lnTo>
                <a:lnTo>
                  <a:pt x="111903" y="54095"/>
                </a:lnTo>
                <a:lnTo>
                  <a:pt x="110938" y="55347"/>
                </a:lnTo>
                <a:lnTo>
                  <a:pt x="110018" y="56639"/>
                </a:lnTo>
                <a:lnTo>
                  <a:pt x="109143" y="57970"/>
                </a:lnTo>
                <a:lnTo>
                  <a:pt x="108312" y="59340"/>
                </a:lnTo>
                <a:lnTo>
                  <a:pt x="107527" y="60749"/>
                </a:lnTo>
                <a:lnTo>
                  <a:pt x="106786" y="62197"/>
                </a:lnTo>
                <a:lnTo>
                  <a:pt x="106091" y="63684"/>
                </a:lnTo>
                <a:lnTo>
                  <a:pt x="105440" y="65210"/>
                </a:lnTo>
                <a:lnTo>
                  <a:pt x="104834" y="66775"/>
                </a:lnTo>
                <a:lnTo>
                  <a:pt x="104273" y="68379"/>
                </a:lnTo>
                <a:lnTo>
                  <a:pt x="103757" y="70022"/>
                </a:lnTo>
                <a:lnTo>
                  <a:pt x="103285" y="71704"/>
                </a:lnTo>
                <a:lnTo>
                  <a:pt x="102859" y="73426"/>
                </a:lnTo>
                <a:lnTo>
                  <a:pt x="102477" y="75186"/>
                </a:lnTo>
                <a:lnTo>
                  <a:pt x="102141" y="76985"/>
                </a:lnTo>
                <a:lnTo>
                  <a:pt x="101849" y="78823"/>
                </a:lnTo>
                <a:lnTo>
                  <a:pt x="101602" y="80701"/>
                </a:lnTo>
                <a:lnTo>
                  <a:pt x="101400" y="82617"/>
                </a:lnTo>
                <a:lnTo>
                  <a:pt x="101243" y="84572"/>
                </a:lnTo>
                <a:lnTo>
                  <a:pt x="101131" y="86567"/>
                </a:lnTo>
                <a:lnTo>
                  <a:pt x="101064" y="88600"/>
                </a:lnTo>
                <a:lnTo>
                  <a:pt x="101041" y="90673"/>
                </a:lnTo>
                <a:lnTo>
                  <a:pt x="101063" y="92676"/>
                </a:lnTo>
                <a:lnTo>
                  <a:pt x="101130" y="94641"/>
                </a:lnTo>
                <a:lnTo>
                  <a:pt x="101241" y="96569"/>
                </a:lnTo>
                <a:lnTo>
                  <a:pt x="101396" y="98459"/>
                </a:lnTo>
                <a:lnTo>
                  <a:pt x="101596" y="100312"/>
                </a:lnTo>
                <a:lnTo>
                  <a:pt x="101840" y="102127"/>
                </a:lnTo>
                <a:lnTo>
                  <a:pt x="102129" y="103904"/>
                </a:lnTo>
                <a:lnTo>
                  <a:pt x="102462" y="105644"/>
                </a:lnTo>
                <a:lnTo>
                  <a:pt x="102839" y="107347"/>
                </a:lnTo>
                <a:lnTo>
                  <a:pt x="103261" y="109012"/>
                </a:lnTo>
                <a:lnTo>
                  <a:pt x="103727" y="110639"/>
                </a:lnTo>
                <a:lnTo>
                  <a:pt x="104238" y="112229"/>
                </a:lnTo>
                <a:lnTo>
                  <a:pt x="104793" y="113781"/>
                </a:lnTo>
                <a:lnTo>
                  <a:pt x="105392" y="115295"/>
                </a:lnTo>
                <a:lnTo>
                  <a:pt x="106036" y="116772"/>
                </a:lnTo>
                <a:lnTo>
                  <a:pt x="106724" y="118212"/>
                </a:lnTo>
                <a:lnTo>
                  <a:pt x="107456" y="119614"/>
                </a:lnTo>
                <a:lnTo>
                  <a:pt x="108233" y="120978"/>
                </a:lnTo>
                <a:lnTo>
                  <a:pt x="109055" y="122305"/>
                </a:lnTo>
                <a:lnTo>
                  <a:pt x="109920" y="123594"/>
                </a:lnTo>
                <a:lnTo>
                  <a:pt x="110830" y="124845"/>
                </a:lnTo>
                <a:lnTo>
                  <a:pt x="111785" y="126059"/>
                </a:lnTo>
                <a:lnTo>
                  <a:pt x="112784" y="127236"/>
                </a:lnTo>
                <a:lnTo>
                  <a:pt x="113827" y="128375"/>
                </a:lnTo>
                <a:lnTo>
                  <a:pt x="114908" y="129472"/>
                </a:lnTo>
                <a:lnTo>
                  <a:pt x="116021" y="130522"/>
                </a:lnTo>
                <a:lnTo>
                  <a:pt x="117165" y="131525"/>
                </a:lnTo>
                <a:lnTo>
                  <a:pt x="118340" y="132482"/>
                </a:lnTo>
                <a:lnTo>
                  <a:pt x="119547" y="133392"/>
                </a:lnTo>
                <a:lnTo>
                  <a:pt x="120785" y="134256"/>
                </a:lnTo>
                <a:lnTo>
                  <a:pt x="122055" y="135072"/>
                </a:lnTo>
                <a:lnTo>
                  <a:pt x="123355" y="135842"/>
                </a:lnTo>
                <a:lnTo>
                  <a:pt x="124688" y="136566"/>
                </a:lnTo>
                <a:lnTo>
                  <a:pt x="126051" y="137243"/>
                </a:lnTo>
                <a:lnTo>
                  <a:pt x="127446" y="137873"/>
                </a:lnTo>
                <a:lnTo>
                  <a:pt x="128873" y="138456"/>
                </a:lnTo>
                <a:lnTo>
                  <a:pt x="130331" y="138993"/>
                </a:lnTo>
                <a:lnTo>
                  <a:pt x="131820" y="139483"/>
                </a:lnTo>
                <a:lnTo>
                  <a:pt x="133340" y="139926"/>
                </a:lnTo>
                <a:lnTo>
                  <a:pt x="134892" y="140323"/>
                </a:lnTo>
                <a:lnTo>
                  <a:pt x="136476" y="140673"/>
                </a:lnTo>
                <a:lnTo>
                  <a:pt x="138091" y="140976"/>
                </a:lnTo>
                <a:lnTo>
                  <a:pt x="139737" y="141233"/>
                </a:lnTo>
                <a:lnTo>
                  <a:pt x="141414" y="141443"/>
                </a:lnTo>
                <a:lnTo>
                  <a:pt x="143123" y="141607"/>
                </a:lnTo>
                <a:lnTo>
                  <a:pt x="144863" y="141723"/>
                </a:lnTo>
                <a:lnTo>
                  <a:pt x="146635" y="141793"/>
                </a:lnTo>
                <a:lnTo>
                  <a:pt x="148438" y="141817"/>
                </a:lnTo>
                <a:lnTo>
                  <a:pt x="149872" y="141802"/>
                </a:lnTo>
                <a:lnTo>
                  <a:pt x="151283" y="141758"/>
                </a:lnTo>
                <a:lnTo>
                  <a:pt x="152674" y="141685"/>
                </a:lnTo>
                <a:lnTo>
                  <a:pt x="154043" y="141582"/>
                </a:lnTo>
                <a:lnTo>
                  <a:pt x="155390" y="141451"/>
                </a:lnTo>
                <a:lnTo>
                  <a:pt x="156716" y="141290"/>
                </a:lnTo>
                <a:lnTo>
                  <a:pt x="158021" y="141099"/>
                </a:lnTo>
                <a:lnTo>
                  <a:pt x="159304" y="140880"/>
                </a:lnTo>
                <a:lnTo>
                  <a:pt x="160566" y="140631"/>
                </a:lnTo>
                <a:lnTo>
                  <a:pt x="161806" y="140353"/>
                </a:lnTo>
                <a:lnTo>
                  <a:pt x="163024" y="140046"/>
                </a:lnTo>
                <a:lnTo>
                  <a:pt x="164222" y="139709"/>
                </a:lnTo>
                <a:lnTo>
                  <a:pt x="165397" y="139343"/>
                </a:lnTo>
                <a:lnTo>
                  <a:pt x="166552" y="138948"/>
                </a:lnTo>
                <a:lnTo>
                  <a:pt x="167684" y="138523"/>
                </a:lnTo>
                <a:lnTo>
                  <a:pt x="168796" y="138070"/>
                </a:lnTo>
                <a:lnTo>
                  <a:pt x="169886" y="137587"/>
                </a:lnTo>
                <a:lnTo>
                  <a:pt x="170954" y="137075"/>
                </a:lnTo>
                <a:lnTo>
                  <a:pt x="172001" y="136533"/>
                </a:lnTo>
                <a:lnTo>
                  <a:pt x="173027" y="135962"/>
                </a:lnTo>
                <a:lnTo>
                  <a:pt x="174031" y="135362"/>
                </a:lnTo>
                <a:lnTo>
                  <a:pt x="175013" y="134733"/>
                </a:lnTo>
                <a:lnTo>
                  <a:pt x="175974" y="134074"/>
                </a:lnTo>
                <a:lnTo>
                  <a:pt x="176914" y="133386"/>
                </a:lnTo>
                <a:lnTo>
                  <a:pt x="177831" y="132672"/>
                </a:lnTo>
                <a:lnTo>
                  <a:pt x="178723" y="131934"/>
                </a:lnTo>
                <a:lnTo>
                  <a:pt x="179591" y="131172"/>
                </a:lnTo>
                <a:lnTo>
                  <a:pt x="180434" y="130386"/>
                </a:lnTo>
                <a:lnTo>
                  <a:pt x="181253" y="129577"/>
                </a:lnTo>
                <a:lnTo>
                  <a:pt x="182048" y="128744"/>
                </a:lnTo>
                <a:lnTo>
                  <a:pt x="182819" y="127887"/>
                </a:lnTo>
                <a:lnTo>
                  <a:pt x="183564" y="127006"/>
                </a:lnTo>
                <a:lnTo>
                  <a:pt x="184286" y="126102"/>
                </a:lnTo>
                <a:lnTo>
                  <a:pt x="184983" y="125174"/>
                </a:lnTo>
                <a:lnTo>
                  <a:pt x="185656" y="124222"/>
                </a:lnTo>
                <a:lnTo>
                  <a:pt x="186304" y="123246"/>
                </a:lnTo>
                <a:lnTo>
                  <a:pt x="186928" y="122247"/>
                </a:lnTo>
                <a:lnTo>
                  <a:pt x="187528" y="121224"/>
                </a:lnTo>
                <a:lnTo>
                  <a:pt x="188103" y="120177"/>
                </a:lnTo>
                <a:lnTo>
                  <a:pt x="188654" y="119107"/>
                </a:lnTo>
                <a:lnTo>
                  <a:pt x="189180" y="118012"/>
                </a:lnTo>
                <a:lnTo>
                  <a:pt x="189682" y="116894"/>
                </a:lnTo>
                <a:lnTo>
                  <a:pt x="190160" y="115753"/>
                </a:lnTo>
                <a:lnTo>
                  <a:pt x="190613" y="114587"/>
                </a:lnTo>
                <a:lnTo>
                  <a:pt x="191042" y="113398"/>
                </a:lnTo>
                <a:lnTo>
                  <a:pt x="191446" y="112185"/>
                </a:lnTo>
                <a:lnTo>
                  <a:pt x="191827" y="110948"/>
                </a:lnTo>
                <a:lnTo>
                  <a:pt x="192182" y="109688"/>
                </a:lnTo>
                <a:lnTo>
                  <a:pt x="174760" y="107533"/>
                </a:lnTo>
                <a:lnTo>
                  <a:pt x="174435" y="108405"/>
                </a:lnTo>
                <a:lnTo>
                  <a:pt x="174101" y="109257"/>
                </a:lnTo>
                <a:lnTo>
                  <a:pt x="173757" y="110089"/>
                </a:lnTo>
                <a:close/>
                <a:moveTo>
                  <a:pt x="119722" y="76873"/>
                </a:moveTo>
                <a:lnTo>
                  <a:pt x="119878" y="75869"/>
                </a:lnTo>
                <a:lnTo>
                  <a:pt x="120059" y="74882"/>
                </a:lnTo>
                <a:lnTo>
                  <a:pt x="120264" y="73914"/>
                </a:lnTo>
                <a:lnTo>
                  <a:pt x="120494" y="72963"/>
                </a:lnTo>
                <a:lnTo>
                  <a:pt x="120748" y="72030"/>
                </a:lnTo>
                <a:lnTo>
                  <a:pt x="121027" y="71115"/>
                </a:lnTo>
                <a:lnTo>
                  <a:pt x="121331" y="70218"/>
                </a:lnTo>
                <a:lnTo>
                  <a:pt x="121659" y="69339"/>
                </a:lnTo>
                <a:lnTo>
                  <a:pt x="122012" y="68478"/>
                </a:lnTo>
                <a:lnTo>
                  <a:pt x="122389" y="67635"/>
                </a:lnTo>
                <a:lnTo>
                  <a:pt x="122790" y="66809"/>
                </a:lnTo>
                <a:lnTo>
                  <a:pt x="123217" y="66002"/>
                </a:lnTo>
                <a:lnTo>
                  <a:pt x="123668" y="65213"/>
                </a:lnTo>
                <a:lnTo>
                  <a:pt x="124143" y="64441"/>
                </a:lnTo>
                <a:lnTo>
                  <a:pt x="124643" y="63687"/>
                </a:lnTo>
                <a:lnTo>
                  <a:pt x="125168" y="62952"/>
                </a:lnTo>
                <a:lnTo>
                  <a:pt x="125717" y="62234"/>
                </a:lnTo>
                <a:lnTo>
                  <a:pt x="126290" y="61534"/>
                </a:lnTo>
                <a:lnTo>
                  <a:pt x="126889" y="60852"/>
                </a:lnTo>
                <a:lnTo>
                  <a:pt x="127511" y="60188"/>
                </a:lnTo>
                <a:lnTo>
                  <a:pt x="128159" y="59542"/>
                </a:lnTo>
                <a:lnTo>
                  <a:pt x="128825" y="58918"/>
                </a:lnTo>
                <a:lnTo>
                  <a:pt x="129504" y="58320"/>
                </a:lnTo>
                <a:lnTo>
                  <a:pt x="130195" y="57749"/>
                </a:lnTo>
                <a:lnTo>
                  <a:pt x="130900" y="57205"/>
                </a:lnTo>
                <a:lnTo>
                  <a:pt x="131617" y="56687"/>
                </a:lnTo>
                <a:lnTo>
                  <a:pt x="132347" y="56196"/>
                </a:lnTo>
                <a:lnTo>
                  <a:pt x="133091" y="55731"/>
                </a:lnTo>
                <a:lnTo>
                  <a:pt x="133846" y="55293"/>
                </a:lnTo>
                <a:lnTo>
                  <a:pt x="134615" y="54881"/>
                </a:lnTo>
                <a:lnTo>
                  <a:pt x="135397" y="54496"/>
                </a:lnTo>
                <a:lnTo>
                  <a:pt x="136191" y="54137"/>
                </a:lnTo>
                <a:lnTo>
                  <a:pt x="136999" y="53805"/>
                </a:lnTo>
                <a:lnTo>
                  <a:pt x="137819" y="53500"/>
                </a:lnTo>
                <a:lnTo>
                  <a:pt x="138652" y="53221"/>
                </a:lnTo>
                <a:lnTo>
                  <a:pt x="139498" y="52969"/>
                </a:lnTo>
                <a:lnTo>
                  <a:pt x="140357" y="52743"/>
                </a:lnTo>
                <a:lnTo>
                  <a:pt x="141228" y="52544"/>
                </a:lnTo>
                <a:lnTo>
                  <a:pt x="142113" y="52371"/>
                </a:lnTo>
                <a:lnTo>
                  <a:pt x="143010" y="52225"/>
                </a:lnTo>
                <a:lnTo>
                  <a:pt x="143920" y="52106"/>
                </a:lnTo>
                <a:lnTo>
                  <a:pt x="144843" y="52013"/>
                </a:lnTo>
                <a:lnTo>
                  <a:pt x="145779" y="51946"/>
                </a:lnTo>
                <a:lnTo>
                  <a:pt x="146727" y="51907"/>
                </a:lnTo>
                <a:lnTo>
                  <a:pt x="147689" y="51893"/>
                </a:lnTo>
                <a:lnTo>
                  <a:pt x="148750" y="51910"/>
                </a:lnTo>
                <a:lnTo>
                  <a:pt x="149794" y="51960"/>
                </a:lnTo>
                <a:lnTo>
                  <a:pt x="150822" y="52043"/>
                </a:lnTo>
                <a:lnTo>
                  <a:pt x="151834" y="52159"/>
                </a:lnTo>
                <a:lnTo>
                  <a:pt x="152829" y="52309"/>
                </a:lnTo>
                <a:lnTo>
                  <a:pt x="153807" y="52492"/>
                </a:lnTo>
                <a:lnTo>
                  <a:pt x="154768" y="52708"/>
                </a:lnTo>
                <a:lnTo>
                  <a:pt x="155713" y="52958"/>
                </a:lnTo>
                <a:lnTo>
                  <a:pt x="156642" y="53241"/>
                </a:lnTo>
                <a:lnTo>
                  <a:pt x="157553" y="53557"/>
                </a:lnTo>
                <a:lnTo>
                  <a:pt x="158449" y="53906"/>
                </a:lnTo>
                <a:lnTo>
                  <a:pt x="159327" y="54288"/>
                </a:lnTo>
                <a:lnTo>
                  <a:pt x="160189" y="54704"/>
                </a:lnTo>
                <a:lnTo>
                  <a:pt x="161035" y="55153"/>
                </a:lnTo>
                <a:lnTo>
                  <a:pt x="161864" y="55636"/>
                </a:lnTo>
                <a:lnTo>
                  <a:pt x="162676" y="56151"/>
                </a:lnTo>
                <a:lnTo>
                  <a:pt x="163472" y="56700"/>
                </a:lnTo>
                <a:lnTo>
                  <a:pt x="164251" y="57282"/>
                </a:lnTo>
                <a:lnTo>
                  <a:pt x="165013" y="57898"/>
                </a:lnTo>
                <a:lnTo>
                  <a:pt x="165759" y="58547"/>
                </a:lnTo>
                <a:lnTo>
                  <a:pt x="166489" y="59228"/>
                </a:lnTo>
                <a:lnTo>
                  <a:pt x="167202" y="59944"/>
                </a:lnTo>
                <a:lnTo>
                  <a:pt x="167898" y="60692"/>
                </a:lnTo>
                <a:lnTo>
                  <a:pt x="168577" y="61474"/>
                </a:lnTo>
                <a:lnTo>
                  <a:pt x="169007" y="61999"/>
                </a:lnTo>
                <a:lnTo>
                  <a:pt x="169423" y="62546"/>
                </a:lnTo>
                <a:lnTo>
                  <a:pt x="169824" y="63114"/>
                </a:lnTo>
                <a:lnTo>
                  <a:pt x="170211" y="63703"/>
                </a:lnTo>
                <a:lnTo>
                  <a:pt x="170584" y="64314"/>
                </a:lnTo>
                <a:lnTo>
                  <a:pt x="170942" y="64947"/>
                </a:lnTo>
                <a:lnTo>
                  <a:pt x="171287" y="65600"/>
                </a:lnTo>
                <a:lnTo>
                  <a:pt x="171616" y="66276"/>
                </a:lnTo>
                <a:lnTo>
                  <a:pt x="171932" y="66972"/>
                </a:lnTo>
                <a:lnTo>
                  <a:pt x="172233" y="67690"/>
                </a:lnTo>
                <a:lnTo>
                  <a:pt x="172520" y="68430"/>
                </a:lnTo>
                <a:lnTo>
                  <a:pt x="172792" y="69191"/>
                </a:lnTo>
                <a:lnTo>
                  <a:pt x="173051" y="69973"/>
                </a:lnTo>
                <a:lnTo>
                  <a:pt x="173295" y="70777"/>
                </a:lnTo>
                <a:lnTo>
                  <a:pt x="173524" y="71602"/>
                </a:lnTo>
                <a:lnTo>
                  <a:pt x="173740" y="72449"/>
                </a:lnTo>
                <a:lnTo>
                  <a:pt x="173941" y="73317"/>
                </a:lnTo>
                <a:lnTo>
                  <a:pt x="174127" y="74207"/>
                </a:lnTo>
                <a:lnTo>
                  <a:pt x="174300" y="75118"/>
                </a:lnTo>
                <a:lnTo>
                  <a:pt x="174458" y="76050"/>
                </a:lnTo>
                <a:lnTo>
                  <a:pt x="174601" y="77004"/>
                </a:lnTo>
                <a:lnTo>
                  <a:pt x="174731" y="77979"/>
                </a:lnTo>
                <a:lnTo>
                  <a:pt x="174846" y="78976"/>
                </a:lnTo>
                <a:lnTo>
                  <a:pt x="174947" y="79994"/>
                </a:lnTo>
                <a:lnTo>
                  <a:pt x="119400" y="79994"/>
                </a:lnTo>
                <a:lnTo>
                  <a:pt x="119483" y="78936"/>
                </a:lnTo>
                <a:lnTo>
                  <a:pt x="119590" y="77896"/>
                </a:lnTo>
                <a:lnTo>
                  <a:pt x="119722" y="76873"/>
                </a:lnTo>
                <a:close/>
                <a:moveTo>
                  <a:pt x="324617" y="97901"/>
                </a:moveTo>
                <a:lnTo>
                  <a:pt x="324818" y="99816"/>
                </a:lnTo>
                <a:lnTo>
                  <a:pt x="325064" y="101691"/>
                </a:lnTo>
                <a:lnTo>
                  <a:pt x="325355" y="103524"/>
                </a:lnTo>
                <a:lnTo>
                  <a:pt x="325690" y="105316"/>
                </a:lnTo>
                <a:lnTo>
                  <a:pt x="326070" y="107068"/>
                </a:lnTo>
                <a:lnTo>
                  <a:pt x="326495" y="108778"/>
                </a:lnTo>
                <a:lnTo>
                  <a:pt x="326964" y="110448"/>
                </a:lnTo>
                <a:lnTo>
                  <a:pt x="327479" y="112076"/>
                </a:lnTo>
                <a:lnTo>
                  <a:pt x="328038" y="113664"/>
                </a:lnTo>
                <a:lnTo>
                  <a:pt x="328641" y="115210"/>
                </a:lnTo>
                <a:lnTo>
                  <a:pt x="329290" y="116716"/>
                </a:lnTo>
                <a:lnTo>
                  <a:pt x="329983" y="118180"/>
                </a:lnTo>
                <a:lnTo>
                  <a:pt x="330721" y="119604"/>
                </a:lnTo>
                <a:lnTo>
                  <a:pt x="331504" y="120987"/>
                </a:lnTo>
                <a:lnTo>
                  <a:pt x="332331" y="122328"/>
                </a:lnTo>
                <a:lnTo>
                  <a:pt x="333203" y="123629"/>
                </a:lnTo>
                <a:lnTo>
                  <a:pt x="334120" y="124889"/>
                </a:lnTo>
                <a:lnTo>
                  <a:pt x="335081" y="126107"/>
                </a:lnTo>
                <a:lnTo>
                  <a:pt x="336088" y="127285"/>
                </a:lnTo>
                <a:lnTo>
                  <a:pt x="337138" y="128422"/>
                </a:lnTo>
                <a:lnTo>
                  <a:pt x="338226" y="129515"/>
                </a:lnTo>
                <a:lnTo>
                  <a:pt x="339341" y="130561"/>
                </a:lnTo>
                <a:lnTo>
                  <a:pt x="340484" y="131561"/>
                </a:lnTo>
                <a:lnTo>
                  <a:pt x="341654" y="132515"/>
                </a:lnTo>
                <a:lnTo>
                  <a:pt x="342853" y="133422"/>
                </a:lnTo>
                <a:lnTo>
                  <a:pt x="344079" y="134282"/>
                </a:lnTo>
                <a:lnTo>
                  <a:pt x="345333" y="135096"/>
                </a:lnTo>
                <a:lnTo>
                  <a:pt x="346615" y="135863"/>
                </a:lnTo>
                <a:lnTo>
                  <a:pt x="347924" y="136584"/>
                </a:lnTo>
                <a:lnTo>
                  <a:pt x="349262" y="137259"/>
                </a:lnTo>
                <a:lnTo>
                  <a:pt x="350627" y="137886"/>
                </a:lnTo>
                <a:lnTo>
                  <a:pt x="352020" y="138468"/>
                </a:lnTo>
                <a:lnTo>
                  <a:pt x="353441" y="139003"/>
                </a:lnTo>
                <a:lnTo>
                  <a:pt x="354890" y="139491"/>
                </a:lnTo>
                <a:lnTo>
                  <a:pt x="356366" y="139933"/>
                </a:lnTo>
                <a:lnTo>
                  <a:pt x="357871" y="140328"/>
                </a:lnTo>
                <a:lnTo>
                  <a:pt x="359403" y="140677"/>
                </a:lnTo>
                <a:lnTo>
                  <a:pt x="360963" y="140979"/>
                </a:lnTo>
                <a:lnTo>
                  <a:pt x="362551" y="141235"/>
                </a:lnTo>
                <a:lnTo>
                  <a:pt x="364166" y="141444"/>
                </a:lnTo>
                <a:lnTo>
                  <a:pt x="365810" y="141607"/>
                </a:lnTo>
                <a:lnTo>
                  <a:pt x="367481" y="141724"/>
                </a:lnTo>
                <a:lnTo>
                  <a:pt x="369180" y="141793"/>
                </a:lnTo>
                <a:lnTo>
                  <a:pt x="370907" y="141817"/>
                </a:lnTo>
                <a:lnTo>
                  <a:pt x="371988" y="141806"/>
                </a:lnTo>
                <a:lnTo>
                  <a:pt x="373063" y="141774"/>
                </a:lnTo>
                <a:lnTo>
                  <a:pt x="374130" y="141721"/>
                </a:lnTo>
                <a:lnTo>
                  <a:pt x="375191" y="141647"/>
                </a:lnTo>
                <a:lnTo>
                  <a:pt x="376244" y="141552"/>
                </a:lnTo>
                <a:lnTo>
                  <a:pt x="377291" y="141436"/>
                </a:lnTo>
                <a:lnTo>
                  <a:pt x="378330" y="141299"/>
                </a:lnTo>
                <a:lnTo>
                  <a:pt x="379363" y="141140"/>
                </a:lnTo>
                <a:lnTo>
                  <a:pt x="380388" y="140960"/>
                </a:lnTo>
                <a:lnTo>
                  <a:pt x="381407" y="140760"/>
                </a:lnTo>
                <a:lnTo>
                  <a:pt x="382419" y="140538"/>
                </a:lnTo>
                <a:lnTo>
                  <a:pt x="383423" y="140294"/>
                </a:lnTo>
                <a:lnTo>
                  <a:pt x="384421" y="140030"/>
                </a:lnTo>
                <a:lnTo>
                  <a:pt x="385411" y="139745"/>
                </a:lnTo>
                <a:lnTo>
                  <a:pt x="386395" y="139438"/>
                </a:lnTo>
                <a:lnTo>
                  <a:pt x="387372" y="139111"/>
                </a:lnTo>
                <a:lnTo>
                  <a:pt x="388341" y="138762"/>
                </a:lnTo>
                <a:lnTo>
                  <a:pt x="389304" y="138392"/>
                </a:lnTo>
                <a:lnTo>
                  <a:pt x="390260" y="138001"/>
                </a:lnTo>
                <a:lnTo>
                  <a:pt x="391208" y="137588"/>
                </a:lnTo>
                <a:lnTo>
                  <a:pt x="392150" y="137155"/>
                </a:lnTo>
                <a:lnTo>
                  <a:pt x="393085" y="136700"/>
                </a:lnTo>
                <a:lnTo>
                  <a:pt x="394012" y="136225"/>
                </a:lnTo>
                <a:lnTo>
                  <a:pt x="394933" y="135728"/>
                </a:lnTo>
                <a:lnTo>
                  <a:pt x="395841" y="135212"/>
                </a:lnTo>
                <a:lnTo>
                  <a:pt x="396731" y="134679"/>
                </a:lnTo>
                <a:lnTo>
                  <a:pt x="397603" y="134129"/>
                </a:lnTo>
                <a:lnTo>
                  <a:pt x="398456" y="133562"/>
                </a:lnTo>
                <a:lnTo>
                  <a:pt x="399291" y="132978"/>
                </a:lnTo>
                <a:lnTo>
                  <a:pt x="400108" y="132376"/>
                </a:lnTo>
                <a:lnTo>
                  <a:pt x="400907" y="131758"/>
                </a:lnTo>
                <a:lnTo>
                  <a:pt x="401688" y="131123"/>
                </a:lnTo>
                <a:lnTo>
                  <a:pt x="402450" y="130470"/>
                </a:lnTo>
                <a:lnTo>
                  <a:pt x="403194" y="129800"/>
                </a:lnTo>
                <a:lnTo>
                  <a:pt x="403920" y="129114"/>
                </a:lnTo>
                <a:lnTo>
                  <a:pt x="404628" y="128410"/>
                </a:lnTo>
                <a:lnTo>
                  <a:pt x="405317" y="127689"/>
                </a:lnTo>
                <a:lnTo>
                  <a:pt x="405989" y="126951"/>
                </a:lnTo>
                <a:lnTo>
                  <a:pt x="406642" y="126196"/>
                </a:lnTo>
                <a:lnTo>
                  <a:pt x="407277" y="125424"/>
                </a:lnTo>
                <a:lnTo>
                  <a:pt x="407893" y="124635"/>
                </a:lnTo>
                <a:lnTo>
                  <a:pt x="408492" y="123829"/>
                </a:lnTo>
                <a:lnTo>
                  <a:pt x="409072" y="123006"/>
                </a:lnTo>
                <a:lnTo>
                  <a:pt x="409634" y="122165"/>
                </a:lnTo>
                <a:lnTo>
                  <a:pt x="410178" y="121308"/>
                </a:lnTo>
                <a:lnTo>
                  <a:pt x="410703" y="120433"/>
                </a:lnTo>
                <a:lnTo>
                  <a:pt x="411211" y="119542"/>
                </a:lnTo>
                <a:lnTo>
                  <a:pt x="411700" y="118633"/>
                </a:lnTo>
                <a:lnTo>
                  <a:pt x="412170" y="117702"/>
                </a:lnTo>
                <a:lnTo>
                  <a:pt x="412620" y="116742"/>
                </a:lnTo>
                <a:lnTo>
                  <a:pt x="413050" y="115754"/>
                </a:lnTo>
                <a:lnTo>
                  <a:pt x="413460" y="114737"/>
                </a:lnTo>
                <a:lnTo>
                  <a:pt x="413850" y="113692"/>
                </a:lnTo>
                <a:lnTo>
                  <a:pt x="414220" y="112618"/>
                </a:lnTo>
                <a:lnTo>
                  <a:pt x="414570" y="111516"/>
                </a:lnTo>
                <a:lnTo>
                  <a:pt x="414900" y="110385"/>
                </a:lnTo>
                <a:lnTo>
                  <a:pt x="415210" y="109226"/>
                </a:lnTo>
                <a:lnTo>
                  <a:pt x="415500" y="108038"/>
                </a:lnTo>
                <a:lnTo>
                  <a:pt x="415770" y="106822"/>
                </a:lnTo>
                <a:lnTo>
                  <a:pt x="416020" y="105578"/>
                </a:lnTo>
                <a:lnTo>
                  <a:pt x="416250" y="104305"/>
                </a:lnTo>
                <a:lnTo>
                  <a:pt x="416460" y="103004"/>
                </a:lnTo>
                <a:lnTo>
                  <a:pt x="416651" y="101674"/>
                </a:lnTo>
                <a:lnTo>
                  <a:pt x="416821" y="100315"/>
                </a:lnTo>
                <a:lnTo>
                  <a:pt x="416971" y="98929"/>
                </a:lnTo>
                <a:lnTo>
                  <a:pt x="417101" y="97514"/>
                </a:lnTo>
                <a:lnTo>
                  <a:pt x="417211" y="96070"/>
                </a:lnTo>
                <a:lnTo>
                  <a:pt x="417301" y="94598"/>
                </a:lnTo>
                <a:lnTo>
                  <a:pt x="417371" y="93097"/>
                </a:lnTo>
                <a:lnTo>
                  <a:pt x="417421" y="91568"/>
                </a:lnTo>
                <a:lnTo>
                  <a:pt x="417451" y="90011"/>
                </a:lnTo>
                <a:lnTo>
                  <a:pt x="417461" y="88425"/>
                </a:lnTo>
                <a:lnTo>
                  <a:pt x="417438" y="86468"/>
                </a:lnTo>
                <a:lnTo>
                  <a:pt x="417370" y="84546"/>
                </a:lnTo>
                <a:lnTo>
                  <a:pt x="417257" y="82660"/>
                </a:lnTo>
                <a:lnTo>
                  <a:pt x="417099" y="80810"/>
                </a:lnTo>
                <a:lnTo>
                  <a:pt x="416896" y="78995"/>
                </a:lnTo>
                <a:lnTo>
                  <a:pt x="416647" y="77216"/>
                </a:lnTo>
                <a:lnTo>
                  <a:pt x="416353" y="75473"/>
                </a:lnTo>
                <a:lnTo>
                  <a:pt x="416014" y="73765"/>
                </a:lnTo>
                <a:lnTo>
                  <a:pt x="415630" y="72093"/>
                </a:lnTo>
                <a:lnTo>
                  <a:pt x="415200" y="70457"/>
                </a:lnTo>
                <a:lnTo>
                  <a:pt x="414725" y="68856"/>
                </a:lnTo>
                <a:lnTo>
                  <a:pt x="414206" y="67290"/>
                </a:lnTo>
                <a:lnTo>
                  <a:pt x="413640" y="65761"/>
                </a:lnTo>
                <a:lnTo>
                  <a:pt x="413030" y="64266"/>
                </a:lnTo>
                <a:lnTo>
                  <a:pt x="412375" y="62808"/>
                </a:lnTo>
                <a:lnTo>
                  <a:pt x="411674" y="61385"/>
                </a:lnTo>
                <a:lnTo>
                  <a:pt x="410928" y="59998"/>
                </a:lnTo>
                <a:lnTo>
                  <a:pt x="410137" y="58646"/>
                </a:lnTo>
                <a:lnTo>
                  <a:pt x="409300" y="57330"/>
                </a:lnTo>
                <a:lnTo>
                  <a:pt x="408419" y="56050"/>
                </a:lnTo>
                <a:lnTo>
                  <a:pt x="407492" y="54805"/>
                </a:lnTo>
                <a:lnTo>
                  <a:pt x="406520" y="53596"/>
                </a:lnTo>
                <a:lnTo>
                  <a:pt x="405503" y="52422"/>
                </a:lnTo>
                <a:lnTo>
                  <a:pt x="404440" y="51284"/>
                </a:lnTo>
                <a:lnTo>
                  <a:pt x="403342" y="50188"/>
                </a:lnTo>
                <a:lnTo>
                  <a:pt x="402218" y="49137"/>
                </a:lnTo>
                <a:lnTo>
                  <a:pt x="401068" y="48134"/>
                </a:lnTo>
                <a:lnTo>
                  <a:pt x="399892" y="47177"/>
                </a:lnTo>
                <a:lnTo>
                  <a:pt x="398690" y="46267"/>
                </a:lnTo>
                <a:lnTo>
                  <a:pt x="397462" y="45404"/>
                </a:lnTo>
                <a:lnTo>
                  <a:pt x="396208" y="44587"/>
                </a:lnTo>
                <a:lnTo>
                  <a:pt x="394928" y="43817"/>
                </a:lnTo>
                <a:lnTo>
                  <a:pt x="393622" y="43093"/>
                </a:lnTo>
                <a:lnTo>
                  <a:pt x="392289" y="42417"/>
                </a:lnTo>
                <a:lnTo>
                  <a:pt x="390931" y="41787"/>
                </a:lnTo>
                <a:lnTo>
                  <a:pt x="389547" y="41203"/>
                </a:lnTo>
                <a:lnTo>
                  <a:pt x="388137" y="40666"/>
                </a:lnTo>
                <a:lnTo>
                  <a:pt x="386700" y="40176"/>
                </a:lnTo>
                <a:lnTo>
                  <a:pt x="385238" y="39733"/>
                </a:lnTo>
                <a:lnTo>
                  <a:pt x="383750" y="39336"/>
                </a:lnTo>
                <a:lnTo>
                  <a:pt x="382235" y="38986"/>
                </a:lnTo>
                <a:lnTo>
                  <a:pt x="380695" y="38683"/>
                </a:lnTo>
                <a:lnTo>
                  <a:pt x="379129" y="38426"/>
                </a:lnTo>
                <a:lnTo>
                  <a:pt x="377536" y="38216"/>
                </a:lnTo>
                <a:lnTo>
                  <a:pt x="375918" y="38053"/>
                </a:lnTo>
                <a:lnTo>
                  <a:pt x="374273" y="37936"/>
                </a:lnTo>
                <a:lnTo>
                  <a:pt x="372603" y="37866"/>
                </a:lnTo>
                <a:lnTo>
                  <a:pt x="370907" y="37843"/>
                </a:lnTo>
                <a:lnTo>
                  <a:pt x="369379" y="37862"/>
                </a:lnTo>
                <a:lnTo>
                  <a:pt x="367870" y="37919"/>
                </a:lnTo>
                <a:lnTo>
                  <a:pt x="366381" y="38015"/>
                </a:lnTo>
                <a:lnTo>
                  <a:pt x="364912" y="38150"/>
                </a:lnTo>
                <a:lnTo>
                  <a:pt x="363462" y="38322"/>
                </a:lnTo>
                <a:lnTo>
                  <a:pt x="362031" y="38534"/>
                </a:lnTo>
                <a:lnTo>
                  <a:pt x="360620" y="38783"/>
                </a:lnTo>
                <a:lnTo>
                  <a:pt x="359229" y="39071"/>
                </a:lnTo>
                <a:lnTo>
                  <a:pt x="357857" y="39397"/>
                </a:lnTo>
                <a:lnTo>
                  <a:pt x="356505" y="39762"/>
                </a:lnTo>
                <a:lnTo>
                  <a:pt x="355172" y="40165"/>
                </a:lnTo>
                <a:lnTo>
                  <a:pt x="353859" y="40606"/>
                </a:lnTo>
                <a:lnTo>
                  <a:pt x="352565" y="41086"/>
                </a:lnTo>
                <a:lnTo>
                  <a:pt x="351290" y="41604"/>
                </a:lnTo>
                <a:lnTo>
                  <a:pt x="350036" y="42160"/>
                </a:lnTo>
                <a:lnTo>
                  <a:pt x="348800" y="42755"/>
                </a:lnTo>
                <a:lnTo>
                  <a:pt x="347585" y="43388"/>
                </a:lnTo>
                <a:lnTo>
                  <a:pt x="346388" y="44060"/>
                </a:lnTo>
                <a:lnTo>
                  <a:pt x="345212" y="44770"/>
                </a:lnTo>
                <a:lnTo>
                  <a:pt x="344054" y="45518"/>
                </a:lnTo>
                <a:lnTo>
                  <a:pt x="342917" y="46305"/>
                </a:lnTo>
                <a:lnTo>
                  <a:pt x="341799" y="47130"/>
                </a:lnTo>
                <a:lnTo>
                  <a:pt x="340700" y="47994"/>
                </a:lnTo>
                <a:lnTo>
                  <a:pt x="339621" y="48896"/>
                </a:lnTo>
                <a:lnTo>
                  <a:pt x="338367" y="50029"/>
                </a:lnTo>
                <a:lnTo>
                  <a:pt x="337167" y="51212"/>
                </a:lnTo>
                <a:lnTo>
                  <a:pt x="336020" y="52445"/>
                </a:lnTo>
                <a:lnTo>
                  <a:pt x="334927" y="53728"/>
                </a:lnTo>
                <a:lnTo>
                  <a:pt x="333887" y="55060"/>
                </a:lnTo>
                <a:lnTo>
                  <a:pt x="332900" y="56442"/>
                </a:lnTo>
                <a:lnTo>
                  <a:pt x="331966" y="57874"/>
                </a:lnTo>
                <a:lnTo>
                  <a:pt x="331086" y="59356"/>
                </a:lnTo>
                <a:lnTo>
                  <a:pt x="330260" y="60887"/>
                </a:lnTo>
                <a:lnTo>
                  <a:pt x="329486" y="62468"/>
                </a:lnTo>
                <a:lnTo>
                  <a:pt x="328766" y="64099"/>
                </a:lnTo>
                <a:lnTo>
                  <a:pt x="328099" y="65780"/>
                </a:lnTo>
                <a:lnTo>
                  <a:pt x="327486" y="67510"/>
                </a:lnTo>
                <a:lnTo>
                  <a:pt x="326926" y="69291"/>
                </a:lnTo>
                <a:lnTo>
                  <a:pt x="326419" y="71121"/>
                </a:lnTo>
                <a:lnTo>
                  <a:pt x="325966" y="73000"/>
                </a:lnTo>
                <a:lnTo>
                  <a:pt x="325566" y="74930"/>
                </a:lnTo>
                <a:lnTo>
                  <a:pt x="325219" y="76909"/>
                </a:lnTo>
                <a:lnTo>
                  <a:pt x="324926" y="78938"/>
                </a:lnTo>
                <a:lnTo>
                  <a:pt x="324686" y="81017"/>
                </a:lnTo>
                <a:lnTo>
                  <a:pt x="324499" y="83145"/>
                </a:lnTo>
                <a:lnTo>
                  <a:pt x="324366" y="85324"/>
                </a:lnTo>
                <a:lnTo>
                  <a:pt x="324286" y="87552"/>
                </a:lnTo>
                <a:lnTo>
                  <a:pt x="324259" y="89830"/>
                </a:lnTo>
                <a:lnTo>
                  <a:pt x="324281" y="91909"/>
                </a:lnTo>
                <a:lnTo>
                  <a:pt x="324348" y="93947"/>
                </a:lnTo>
                <a:lnTo>
                  <a:pt x="324460" y="95945"/>
                </a:lnTo>
                <a:lnTo>
                  <a:pt x="324617" y="97901"/>
                </a:lnTo>
                <a:close/>
                <a:moveTo>
                  <a:pt x="341819" y="83704"/>
                </a:moveTo>
                <a:lnTo>
                  <a:pt x="341950" y="82267"/>
                </a:lnTo>
                <a:lnTo>
                  <a:pt x="342109" y="80864"/>
                </a:lnTo>
                <a:lnTo>
                  <a:pt x="342297" y="79495"/>
                </a:lnTo>
                <a:lnTo>
                  <a:pt x="342514" y="78159"/>
                </a:lnTo>
                <a:lnTo>
                  <a:pt x="342760" y="76856"/>
                </a:lnTo>
                <a:lnTo>
                  <a:pt x="343035" y="75586"/>
                </a:lnTo>
                <a:lnTo>
                  <a:pt x="343339" y="74350"/>
                </a:lnTo>
                <a:lnTo>
                  <a:pt x="343672" y="73148"/>
                </a:lnTo>
                <a:lnTo>
                  <a:pt x="344034" y="71978"/>
                </a:lnTo>
                <a:lnTo>
                  <a:pt x="344425" y="70842"/>
                </a:lnTo>
                <a:lnTo>
                  <a:pt x="344844" y="69740"/>
                </a:lnTo>
                <a:lnTo>
                  <a:pt x="345293" y="68671"/>
                </a:lnTo>
                <a:lnTo>
                  <a:pt x="345771" y="67635"/>
                </a:lnTo>
                <a:lnTo>
                  <a:pt x="346277" y="66632"/>
                </a:lnTo>
                <a:lnTo>
                  <a:pt x="346813" y="65663"/>
                </a:lnTo>
                <a:lnTo>
                  <a:pt x="347377" y="64728"/>
                </a:lnTo>
                <a:lnTo>
                  <a:pt x="347971" y="63825"/>
                </a:lnTo>
                <a:lnTo>
                  <a:pt x="348593" y="62956"/>
                </a:lnTo>
                <a:lnTo>
                  <a:pt x="349244" y="62121"/>
                </a:lnTo>
                <a:lnTo>
                  <a:pt x="349924" y="61319"/>
                </a:lnTo>
                <a:lnTo>
                  <a:pt x="350627" y="60550"/>
                </a:lnTo>
                <a:lnTo>
                  <a:pt x="351344" y="59813"/>
                </a:lnTo>
                <a:lnTo>
                  <a:pt x="352076" y="59110"/>
                </a:lnTo>
                <a:lnTo>
                  <a:pt x="352823" y="58439"/>
                </a:lnTo>
                <a:lnTo>
                  <a:pt x="353585" y="57801"/>
                </a:lnTo>
                <a:lnTo>
                  <a:pt x="354362" y="57195"/>
                </a:lnTo>
                <a:lnTo>
                  <a:pt x="355154" y="56622"/>
                </a:lnTo>
                <a:lnTo>
                  <a:pt x="355961" y="56082"/>
                </a:lnTo>
                <a:lnTo>
                  <a:pt x="356783" y="55575"/>
                </a:lnTo>
                <a:lnTo>
                  <a:pt x="357620" y="55101"/>
                </a:lnTo>
                <a:lnTo>
                  <a:pt x="358472" y="54659"/>
                </a:lnTo>
                <a:lnTo>
                  <a:pt x="359338" y="54250"/>
                </a:lnTo>
                <a:lnTo>
                  <a:pt x="360220" y="53873"/>
                </a:lnTo>
                <a:lnTo>
                  <a:pt x="361117" y="53530"/>
                </a:lnTo>
                <a:lnTo>
                  <a:pt x="362028" y="53219"/>
                </a:lnTo>
                <a:lnTo>
                  <a:pt x="362955" y="52941"/>
                </a:lnTo>
                <a:lnTo>
                  <a:pt x="363897" y="52695"/>
                </a:lnTo>
                <a:lnTo>
                  <a:pt x="364853" y="52482"/>
                </a:lnTo>
                <a:lnTo>
                  <a:pt x="365825" y="52302"/>
                </a:lnTo>
                <a:lnTo>
                  <a:pt x="366811" y="52155"/>
                </a:lnTo>
                <a:lnTo>
                  <a:pt x="367813" y="52041"/>
                </a:lnTo>
                <a:lnTo>
                  <a:pt x="368829" y="51959"/>
                </a:lnTo>
                <a:lnTo>
                  <a:pt x="369860" y="51910"/>
                </a:lnTo>
                <a:lnTo>
                  <a:pt x="370907" y="51893"/>
                </a:lnTo>
                <a:lnTo>
                  <a:pt x="371938" y="51910"/>
                </a:lnTo>
                <a:lnTo>
                  <a:pt x="372955" y="51959"/>
                </a:lnTo>
                <a:lnTo>
                  <a:pt x="373957" y="52041"/>
                </a:lnTo>
                <a:lnTo>
                  <a:pt x="374946" y="52156"/>
                </a:lnTo>
                <a:lnTo>
                  <a:pt x="375921" y="52304"/>
                </a:lnTo>
                <a:lnTo>
                  <a:pt x="376881" y="52485"/>
                </a:lnTo>
                <a:lnTo>
                  <a:pt x="377827" y="52699"/>
                </a:lnTo>
                <a:lnTo>
                  <a:pt x="378759" y="52946"/>
                </a:lnTo>
                <a:lnTo>
                  <a:pt x="379677" y="53225"/>
                </a:lnTo>
                <a:lnTo>
                  <a:pt x="380581" y="53538"/>
                </a:lnTo>
                <a:lnTo>
                  <a:pt x="381471" y="53883"/>
                </a:lnTo>
                <a:lnTo>
                  <a:pt x="382346" y="54261"/>
                </a:lnTo>
                <a:lnTo>
                  <a:pt x="383207" y="54672"/>
                </a:lnTo>
                <a:lnTo>
                  <a:pt x="384055" y="55116"/>
                </a:lnTo>
                <a:lnTo>
                  <a:pt x="384888" y="55593"/>
                </a:lnTo>
                <a:lnTo>
                  <a:pt x="385706" y="56103"/>
                </a:lnTo>
                <a:lnTo>
                  <a:pt x="386511" y="56646"/>
                </a:lnTo>
                <a:lnTo>
                  <a:pt x="387302" y="57221"/>
                </a:lnTo>
                <a:lnTo>
                  <a:pt x="388078" y="57830"/>
                </a:lnTo>
                <a:lnTo>
                  <a:pt x="388840" y="58471"/>
                </a:lnTo>
                <a:lnTo>
                  <a:pt x="389589" y="59146"/>
                </a:lnTo>
                <a:lnTo>
                  <a:pt x="390323" y="59853"/>
                </a:lnTo>
                <a:lnTo>
                  <a:pt x="391042" y="60593"/>
                </a:lnTo>
                <a:lnTo>
                  <a:pt x="391748" y="61366"/>
                </a:lnTo>
                <a:lnTo>
                  <a:pt x="392432" y="62170"/>
                </a:lnTo>
                <a:lnTo>
                  <a:pt x="393087" y="63006"/>
                </a:lnTo>
                <a:lnTo>
                  <a:pt x="393713" y="63873"/>
                </a:lnTo>
                <a:lnTo>
                  <a:pt x="394310" y="64771"/>
                </a:lnTo>
                <a:lnTo>
                  <a:pt x="394877" y="65699"/>
                </a:lnTo>
                <a:lnTo>
                  <a:pt x="395416" y="66659"/>
                </a:lnTo>
                <a:lnTo>
                  <a:pt x="395925" y="67649"/>
                </a:lnTo>
                <a:lnTo>
                  <a:pt x="396406" y="68671"/>
                </a:lnTo>
                <a:lnTo>
                  <a:pt x="396857" y="69723"/>
                </a:lnTo>
                <a:lnTo>
                  <a:pt x="397279" y="70807"/>
                </a:lnTo>
                <a:lnTo>
                  <a:pt x="397672" y="71921"/>
                </a:lnTo>
                <a:lnTo>
                  <a:pt x="398036" y="73066"/>
                </a:lnTo>
                <a:lnTo>
                  <a:pt x="398371" y="74243"/>
                </a:lnTo>
                <a:lnTo>
                  <a:pt x="398676" y="75450"/>
                </a:lnTo>
                <a:lnTo>
                  <a:pt x="398953" y="76688"/>
                </a:lnTo>
                <a:lnTo>
                  <a:pt x="399200" y="77957"/>
                </a:lnTo>
                <a:lnTo>
                  <a:pt x="399418" y="79257"/>
                </a:lnTo>
                <a:lnTo>
                  <a:pt x="399608" y="80588"/>
                </a:lnTo>
                <a:lnTo>
                  <a:pt x="399768" y="81950"/>
                </a:lnTo>
                <a:lnTo>
                  <a:pt x="399899" y="83343"/>
                </a:lnTo>
                <a:lnTo>
                  <a:pt x="400001" y="84767"/>
                </a:lnTo>
                <a:lnTo>
                  <a:pt x="400073" y="86221"/>
                </a:lnTo>
                <a:lnTo>
                  <a:pt x="400117" y="87707"/>
                </a:lnTo>
                <a:lnTo>
                  <a:pt x="400132" y="89224"/>
                </a:lnTo>
                <a:lnTo>
                  <a:pt x="400117" y="90832"/>
                </a:lnTo>
                <a:lnTo>
                  <a:pt x="400074" y="92405"/>
                </a:lnTo>
                <a:lnTo>
                  <a:pt x="400001" y="93944"/>
                </a:lnTo>
                <a:lnTo>
                  <a:pt x="399900" y="95448"/>
                </a:lnTo>
                <a:lnTo>
                  <a:pt x="399770" y="96917"/>
                </a:lnTo>
                <a:lnTo>
                  <a:pt x="399611" y="98352"/>
                </a:lnTo>
                <a:lnTo>
                  <a:pt x="399422" y="99752"/>
                </a:lnTo>
                <a:lnTo>
                  <a:pt x="399205" y="101117"/>
                </a:lnTo>
                <a:lnTo>
                  <a:pt x="398959" y="102448"/>
                </a:lnTo>
                <a:lnTo>
                  <a:pt x="398684" y="103744"/>
                </a:lnTo>
                <a:lnTo>
                  <a:pt x="398380" y="105005"/>
                </a:lnTo>
                <a:lnTo>
                  <a:pt x="398047" y="106231"/>
                </a:lnTo>
                <a:lnTo>
                  <a:pt x="397686" y="107423"/>
                </a:lnTo>
                <a:lnTo>
                  <a:pt x="397295" y="108581"/>
                </a:lnTo>
                <a:lnTo>
                  <a:pt x="396875" y="109703"/>
                </a:lnTo>
                <a:lnTo>
                  <a:pt x="396426" y="110791"/>
                </a:lnTo>
                <a:lnTo>
                  <a:pt x="395949" y="111845"/>
                </a:lnTo>
                <a:lnTo>
                  <a:pt x="395442" y="112863"/>
                </a:lnTo>
                <a:lnTo>
                  <a:pt x="394907" y="113847"/>
                </a:lnTo>
                <a:lnTo>
                  <a:pt x="394342" y="114796"/>
                </a:lnTo>
                <a:lnTo>
                  <a:pt x="393749" y="115711"/>
                </a:lnTo>
                <a:lnTo>
                  <a:pt x="393127" y="116591"/>
                </a:lnTo>
                <a:lnTo>
                  <a:pt x="392475" y="117436"/>
                </a:lnTo>
                <a:lnTo>
                  <a:pt x="391795" y="118247"/>
                </a:lnTo>
                <a:lnTo>
                  <a:pt x="391093" y="119024"/>
                </a:lnTo>
                <a:lnTo>
                  <a:pt x="390376" y="119767"/>
                </a:lnTo>
                <a:lnTo>
                  <a:pt x="389645" y="120478"/>
                </a:lnTo>
                <a:lnTo>
                  <a:pt x="388899" y="121155"/>
                </a:lnTo>
                <a:lnTo>
                  <a:pt x="388138" y="121800"/>
                </a:lnTo>
                <a:lnTo>
                  <a:pt x="387363" y="122411"/>
                </a:lnTo>
                <a:lnTo>
                  <a:pt x="386573" y="122990"/>
                </a:lnTo>
                <a:lnTo>
                  <a:pt x="385769" y="123535"/>
                </a:lnTo>
                <a:lnTo>
                  <a:pt x="384950" y="124048"/>
                </a:lnTo>
                <a:lnTo>
                  <a:pt x="384116" y="124527"/>
                </a:lnTo>
                <a:lnTo>
                  <a:pt x="383268" y="124973"/>
                </a:lnTo>
                <a:lnTo>
                  <a:pt x="382405" y="125386"/>
                </a:lnTo>
                <a:lnTo>
                  <a:pt x="381527" y="125766"/>
                </a:lnTo>
                <a:lnTo>
                  <a:pt x="380635" y="126113"/>
                </a:lnTo>
                <a:lnTo>
                  <a:pt x="379728" y="126427"/>
                </a:lnTo>
                <a:lnTo>
                  <a:pt x="378806" y="126708"/>
                </a:lnTo>
                <a:lnTo>
                  <a:pt x="377870" y="126956"/>
                </a:lnTo>
                <a:lnTo>
                  <a:pt x="376919" y="127171"/>
                </a:lnTo>
                <a:lnTo>
                  <a:pt x="375954" y="127353"/>
                </a:lnTo>
                <a:lnTo>
                  <a:pt x="374973" y="127502"/>
                </a:lnTo>
                <a:lnTo>
                  <a:pt x="373979" y="127617"/>
                </a:lnTo>
                <a:lnTo>
                  <a:pt x="372969" y="127700"/>
                </a:lnTo>
                <a:lnTo>
                  <a:pt x="371945" y="127750"/>
                </a:lnTo>
                <a:lnTo>
                  <a:pt x="370907" y="127766"/>
                </a:lnTo>
                <a:lnTo>
                  <a:pt x="369860" y="127750"/>
                </a:lnTo>
                <a:lnTo>
                  <a:pt x="368829" y="127700"/>
                </a:lnTo>
                <a:lnTo>
                  <a:pt x="367813" y="127618"/>
                </a:lnTo>
                <a:lnTo>
                  <a:pt x="366811" y="127503"/>
                </a:lnTo>
                <a:lnTo>
                  <a:pt x="365825" y="127355"/>
                </a:lnTo>
                <a:lnTo>
                  <a:pt x="364853" y="127174"/>
                </a:lnTo>
                <a:lnTo>
                  <a:pt x="363897" y="126960"/>
                </a:lnTo>
                <a:lnTo>
                  <a:pt x="362955" y="126714"/>
                </a:lnTo>
                <a:lnTo>
                  <a:pt x="362028" y="126434"/>
                </a:lnTo>
                <a:lnTo>
                  <a:pt x="361117" y="126122"/>
                </a:lnTo>
                <a:lnTo>
                  <a:pt x="360220" y="125776"/>
                </a:lnTo>
                <a:lnTo>
                  <a:pt x="359338" y="125398"/>
                </a:lnTo>
                <a:lnTo>
                  <a:pt x="358472" y="124987"/>
                </a:lnTo>
                <a:lnTo>
                  <a:pt x="357620" y="124543"/>
                </a:lnTo>
                <a:lnTo>
                  <a:pt x="356783" y="124066"/>
                </a:lnTo>
                <a:lnTo>
                  <a:pt x="355961" y="123556"/>
                </a:lnTo>
                <a:lnTo>
                  <a:pt x="355154" y="123013"/>
                </a:lnTo>
                <a:lnTo>
                  <a:pt x="354362" y="122438"/>
                </a:lnTo>
                <a:lnTo>
                  <a:pt x="353585" y="121829"/>
                </a:lnTo>
                <a:lnTo>
                  <a:pt x="352823" y="121188"/>
                </a:lnTo>
                <a:lnTo>
                  <a:pt x="352076" y="120514"/>
                </a:lnTo>
                <a:lnTo>
                  <a:pt x="351344" y="119807"/>
                </a:lnTo>
                <a:lnTo>
                  <a:pt x="350627" y="119067"/>
                </a:lnTo>
                <a:lnTo>
                  <a:pt x="349924" y="118294"/>
                </a:lnTo>
                <a:lnTo>
                  <a:pt x="349244" y="117488"/>
                </a:lnTo>
                <a:lnTo>
                  <a:pt x="348593" y="116648"/>
                </a:lnTo>
                <a:lnTo>
                  <a:pt x="347971" y="115776"/>
                </a:lnTo>
                <a:lnTo>
                  <a:pt x="347377" y="114870"/>
                </a:lnTo>
                <a:lnTo>
                  <a:pt x="346813" y="113932"/>
                </a:lnTo>
                <a:lnTo>
                  <a:pt x="346277" y="112960"/>
                </a:lnTo>
                <a:lnTo>
                  <a:pt x="345771" y="111954"/>
                </a:lnTo>
                <a:lnTo>
                  <a:pt x="345293" y="110916"/>
                </a:lnTo>
                <a:lnTo>
                  <a:pt x="344844" y="109844"/>
                </a:lnTo>
                <a:lnTo>
                  <a:pt x="344425" y="108739"/>
                </a:lnTo>
                <a:lnTo>
                  <a:pt x="344034" y="107601"/>
                </a:lnTo>
                <a:lnTo>
                  <a:pt x="343672" y="106430"/>
                </a:lnTo>
                <a:lnTo>
                  <a:pt x="343339" y="105225"/>
                </a:lnTo>
                <a:lnTo>
                  <a:pt x="343035" y="103987"/>
                </a:lnTo>
                <a:lnTo>
                  <a:pt x="342760" y="102716"/>
                </a:lnTo>
                <a:lnTo>
                  <a:pt x="342514" y="101412"/>
                </a:lnTo>
                <a:lnTo>
                  <a:pt x="342297" y="100075"/>
                </a:lnTo>
                <a:lnTo>
                  <a:pt x="342109" y="98704"/>
                </a:lnTo>
                <a:lnTo>
                  <a:pt x="341950" y="97300"/>
                </a:lnTo>
                <a:lnTo>
                  <a:pt x="341819" y="95863"/>
                </a:lnTo>
                <a:lnTo>
                  <a:pt x="341718" y="94393"/>
                </a:lnTo>
                <a:lnTo>
                  <a:pt x="341646" y="92889"/>
                </a:lnTo>
                <a:lnTo>
                  <a:pt x="341602" y="91353"/>
                </a:lnTo>
                <a:lnTo>
                  <a:pt x="341588" y="89783"/>
                </a:lnTo>
                <a:lnTo>
                  <a:pt x="341602" y="88213"/>
                </a:lnTo>
                <a:lnTo>
                  <a:pt x="341646" y="86676"/>
                </a:lnTo>
                <a:lnTo>
                  <a:pt x="341718" y="85173"/>
                </a:lnTo>
                <a:lnTo>
                  <a:pt x="341819" y="83704"/>
                </a:lnTo>
                <a:close/>
                <a:moveTo>
                  <a:pt x="17595" y="129999"/>
                </a:moveTo>
                <a:lnTo>
                  <a:pt x="17975" y="130442"/>
                </a:lnTo>
                <a:lnTo>
                  <a:pt x="18363" y="130878"/>
                </a:lnTo>
                <a:lnTo>
                  <a:pt x="18760" y="131307"/>
                </a:lnTo>
                <a:lnTo>
                  <a:pt x="19164" y="131729"/>
                </a:lnTo>
                <a:lnTo>
                  <a:pt x="19577" y="132145"/>
                </a:lnTo>
                <a:lnTo>
                  <a:pt x="19999" y="132555"/>
                </a:lnTo>
                <a:lnTo>
                  <a:pt x="20428" y="132958"/>
                </a:lnTo>
                <a:lnTo>
                  <a:pt x="20866" y="133354"/>
                </a:lnTo>
                <a:lnTo>
                  <a:pt x="21312" y="133744"/>
                </a:lnTo>
                <a:lnTo>
                  <a:pt x="21767" y="134127"/>
                </a:lnTo>
                <a:lnTo>
                  <a:pt x="22229" y="134503"/>
                </a:lnTo>
                <a:lnTo>
                  <a:pt x="22700" y="134873"/>
                </a:lnTo>
                <a:lnTo>
                  <a:pt x="23180" y="135237"/>
                </a:lnTo>
                <a:lnTo>
                  <a:pt x="23667" y="135593"/>
                </a:lnTo>
                <a:lnTo>
                  <a:pt x="24163" y="135944"/>
                </a:lnTo>
                <a:lnTo>
                  <a:pt x="24667" y="136287"/>
                </a:lnTo>
                <a:lnTo>
                  <a:pt x="25180" y="136624"/>
                </a:lnTo>
                <a:lnTo>
                  <a:pt x="25701" y="136955"/>
                </a:lnTo>
                <a:lnTo>
                  <a:pt x="26230" y="137278"/>
                </a:lnTo>
                <a:lnTo>
                  <a:pt x="26767" y="137596"/>
                </a:lnTo>
                <a:lnTo>
                  <a:pt x="27313" y="137906"/>
                </a:lnTo>
                <a:lnTo>
                  <a:pt x="27867" y="138210"/>
                </a:lnTo>
                <a:lnTo>
                  <a:pt x="28428" y="138505"/>
                </a:lnTo>
                <a:lnTo>
                  <a:pt x="28995" y="138786"/>
                </a:lnTo>
                <a:lnTo>
                  <a:pt x="29568" y="139055"/>
                </a:lnTo>
                <a:lnTo>
                  <a:pt x="30147" y="139312"/>
                </a:lnTo>
                <a:lnTo>
                  <a:pt x="30733" y="139556"/>
                </a:lnTo>
                <a:lnTo>
                  <a:pt x="31324" y="139788"/>
                </a:lnTo>
                <a:lnTo>
                  <a:pt x="31921" y="140007"/>
                </a:lnTo>
                <a:lnTo>
                  <a:pt x="32524" y="140214"/>
                </a:lnTo>
                <a:lnTo>
                  <a:pt x="33134" y="140408"/>
                </a:lnTo>
                <a:lnTo>
                  <a:pt x="33749" y="140589"/>
                </a:lnTo>
                <a:lnTo>
                  <a:pt x="34370" y="140758"/>
                </a:lnTo>
                <a:lnTo>
                  <a:pt x="34997" y="140915"/>
                </a:lnTo>
                <a:lnTo>
                  <a:pt x="35631" y="141059"/>
                </a:lnTo>
                <a:lnTo>
                  <a:pt x="36270" y="141190"/>
                </a:lnTo>
                <a:lnTo>
                  <a:pt x="36916" y="141309"/>
                </a:lnTo>
                <a:lnTo>
                  <a:pt x="37567" y="141416"/>
                </a:lnTo>
                <a:lnTo>
                  <a:pt x="38224" y="141510"/>
                </a:lnTo>
                <a:lnTo>
                  <a:pt x="38888" y="141591"/>
                </a:lnTo>
                <a:lnTo>
                  <a:pt x="39557" y="141660"/>
                </a:lnTo>
                <a:lnTo>
                  <a:pt x="40233" y="141716"/>
                </a:lnTo>
                <a:lnTo>
                  <a:pt x="40914" y="141760"/>
                </a:lnTo>
                <a:lnTo>
                  <a:pt x="41602" y="141792"/>
                </a:lnTo>
                <a:lnTo>
                  <a:pt x="42295" y="141810"/>
                </a:lnTo>
                <a:lnTo>
                  <a:pt x="42995" y="141817"/>
                </a:lnTo>
                <a:lnTo>
                  <a:pt x="43953" y="141805"/>
                </a:lnTo>
                <a:lnTo>
                  <a:pt x="44907" y="141771"/>
                </a:lnTo>
                <a:lnTo>
                  <a:pt x="45858" y="141715"/>
                </a:lnTo>
                <a:lnTo>
                  <a:pt x="46805" y="141636"/>
                </a:lnTo>
                <a:lnTo>
                  <a:pt x="47748" y="141534"/>
                </a:lnTo>
                <a:lnTo>
                  <a:pt x="48688" y="141410"/>
                </a:lnTo>
                <a:lnTo>
                  <a:pt x="49624" y="141263"/>
                </a:lnTo>
                <a:lnTo>
                  <a:pt x="50556" y="141093"/>
                </a:lnTo>
                <a:lnTo>
                  <a:pt x="51484" y="140901"/>
                </a:lnTo>
                <a:lnTo>
                  <a:pt x="52409" y="140686"/>
                </a:lnTo>
                <a:lnTo>
                  <a:pt x="53330" y="140449"/>
                </a:lnTo>
                <a:lnTo>
                  <a:pt x="54247" y="140189"/>
                </a:lnTo>
                <a:lnTo>
                  <a:pt x="55160" y="139906"/>
                </a:lnTo>
                <a:lnTo>
                  <a:pt x="56070" y="139601"/>
                </a:lnTo>
                <a:lnTo>
                  <a:pt x="56976" y="139274"/>
                </a:lnTo>
                <a:lnTo>
                  <a:pt x="57878" y="138923"/>
                </a:lnTo>
                <a:lnTo>
                  <a:pt x="58776" y="138550"/>
                </a:lnTo>
                <a:lnTo>
                  <a:pt x="59671" y="138155"/>
                </a:lnTo>
                <a:lnTo>
                  <a:pt x="60562" y="137736"/>
                </a:lnTo>
                <a:lnTo>
                  <a:pt x="61449" y="137296"/>
                </a:lnTo>
                <a:lnTo>
                  <a:pt x="62332" y="136832"/>
                </a:lnTo>
                <a:lnTo>
                  <a:pt x="63212" y="136346"/>
                </a:lnTo>
                <a:lnTo>
                  <a:pt x="64088" y="135838"/>
                </a:lnTo>
                <a:lnTo>
                  <a:pt x="64960" y="135306"/>
                </a:lnTo>
                <a:lnTo>
                  <a:pt x="65822" y="134754"/>
                </a:lnTo>
                <a:lnTo>
                  <a:pt x="66666" y="134182"/>
                </a:lnTo>
                <a:lnTo>
                  <a:pt x="67494" y="133590"/>
                </a:lnTo>
                <a:lnTo>
                  <a:pt x="68304" y="132978"/>
                </a:lnTo>
                <a:lnTo>
                  <a:pt x="69097" y="132346"/>
                </a:lnTo>
                <a:lnTo>
                  <a:pt x="69872" y="131694"/>
                </a:lnTo>
                <a:lnTo>
                  <a:pt x="70630" y="131023"/>
                </a:lnTo>
                <a:lnTo>
                  <a:pt x="71371" y="130332"/>
                </a:lnTo>
                <a:lnTo>
                  <a:pt x="72095" y="129620"/>
                </a:lnTo>
                <a:lnTo>
                  <a:pt x="72802" y="128889"/>
                </a:lnTo>
                <a:lnTo>
                  <a:pt x="73491" y="128139"/>
                </a:lnTo>
                <a:lnTo>
                  <a:pt x="74163" y="127368"/>
                </a:lnTo>
                <a:lnTo>
                  <a:pt x="74818" y="126577"/>
                </a:lnTo>
                <a:lnTo>
                  <a:pt x="75456" y="125767"/>
                </a:lnTo>
                <a:lnTo>
                  <a:pt x="76076" y="124937"/>
                </a:lnTo>
                <a:lnTo>
                  <a:pt x="76679" y="124087"/>
                </a:lnTo>
                <a:lnTo>
                  <a:pt x="77265" y="123217"/>
                </a:lnTo>
                <a:lnTo>
                  <a:pt x="77834" y="122327"/>
                </a:lnTo>
                <a:lnTo>
                  <a:pt x="78385" y="121418"/>
                </a:lnTo>
                <a:lnTo>
                  <a:pt x="78920" y="120488"/>
                </a:lnTo>
                <a:lnTo>
                  <a:pt x="79437" y="119539"/>
                </a:lnTo>
                <a:lnTo>
                  <a:pt x="79936" y="118570"/>
                </a:lnTo>
                <a:lnTo>
                  <a:pt x="80419" y="117581"/>
                </a:lnTo>
                <a:lnTo>
                  <a:pt x="80884" y="116572"/>
                </a:lnTo>
                <a:lnTo>
                  <a:pt x="81331" y="115549"/>
                </a:lnTo>
                <a:lnTo>
                  <a:pt x="81759" y="114514"/>
                </a:lnTo>
                <a:lnTo>
                  <a:pt x="82168" y="113469"/>
                </a:lnTo>
                <a:lnTo>
                  <a:pt x="82559" y="112413"/>
                </a:lnTo>
                <a:lnTo>
                  <a:pt x="82930" y="111347"/>
                </a:lnTo>
                <a:lnTo>
                  <a:pt x="83282" y="110270"/>
                </a:lnTo>
                <a:lnTo>
                  <a:pt x="83614" y="109183"/>
                </a:lnTo>
                <a:lnTo>
                  <a:pt x="83928" y="108085"/>
                </a:lnTo>
                <a:lnTo>
                  <a:pt x="84223" y="106976"/>
                </a:lnTo>
                <a:lnTo>
                  <a:pt x="84499" y="105857"/>
                </a:lnTo>
                <a:lnTo>
                  <a:pt x="84756" y="104728"/>
                </a:lnTo>
                <a:lnTo>
                  <a:pt x="84994" y="103587"/>
                </a:lnTo>
                <a:lnTo>
                  <a:pt x="85213" y="102437"/>
                </a:lnTo>
                <a:lnTo>
                  <a:pt x="85413" y="101275"/>
                </a:lnTo>
                <a:lnTo>
                  <a:pt x="85593" y="100103"/>
                </a:lnTo>
                <a:lnTo>
                  <a:pt x="85755" y="98921"/>
                </a:lnTo>
                <a:lnTo>
                  <a:pt x="85898" y="97728"/>
                </a:lnTo>
                <a:lnTo>
                  <a:pt x="86021" y="96524"/>
                </a:lnTo>
                <a:lnTo>
                  <a:pt x="86126" y="95310"/>
                </a:lnTo>
                <a:lnTo>
                  <a:pt x="86212" y="94085"/>
                </a:lnTo>
                <a:lnTo>
                  <a:pt x="86278" y="92850"/>
                </a:lnTo>
                <a:lnTo>
                  <a:pt x="86326" y="91604"/>
                </a:lnTo>
                <a:lnTo>
                  <a:pt x="86354" y="90347"/>
                </a:lnTo>
                <a:lnTo>
                  <a:pt x="86364" y="89080"/>
                </a:lnTo>
                <a:lnTo>
                  <a:pt x="86355" y="87898"/>
                </a:lnTo>
                <a:lnTo>
                  <a:pt x="86329" y="86723"/>
                </a:lnTo>
                <a:lnTo>
                  <a:pt x="86286" y="85557"/>
                </a:lnTo>
                <a:lnTo>
                  <a:pt x="86226" y="84398"/>
                </a:lnTo>
                <a:lnTo>
                  <a:pt x="86148" y="83247"/>
                </a:lnTo>
                <a:lnTo>
                  <a:pt x="86054" y="82105"/>
                </a:lnTo>
                <a:lnTo>
                  <a:pt x="85942" y="80970"/>
                </a:lnTo>
                <a:lnTo>
                  <a:pt x="85812" y="79843"/>
                </a:lnTo>
                <a:lnTo>
                  <a:pt x="85666" y="78725"/>
                </a:lnTo>
                <a:lnTo>
                  <a:pt x="85502" y="77614"/>
                </a:lnTo>
                <a:lnTo>
                  <a:pt x="85321" y="76511"/>
                </a:lnTo>
                <a:lnTo>
                  <a:pt x="85123" y="75416"/>
                </a:lnTo>
                <a:lnTo>
                  <a:pt x="84907" y="74329"/>
                </a:lnTo>
                <a:lnTo>
                  <a:pt x="84675" y="73250"/>
                </a:lnTo>
                <a:lnTo>
                  <a:pt x="84425" y="72179"/>
                </a:lnTo>
                <a:lnTo>
                  <a:pt x="84157" y="71116"/>
                </a:lnTo>
                <a:lnTo>
                  <a:pt x="83873" y="70061"/>
                </a:lnTo>
                <a:lnTo>
                  <a:pt x="83571" y="69014"/>
                </a:lnTo>
                <a:lnTo>
                  <a:pt x="83252" y="67975"/>
                </a:lnTo>
                <a:lnTo>
                  <a:pt x="82916" y="66944"/>
                </a:lnTo>
                <a:lnTo>
                  <a:pt x="82563" y="65921"/>
                </a:lnTo>
                <a:lnTo>
                  <a:pt x="82192" y="64906"/>
                </a:lnTo>
                <a:lnTo>
                  <a:pt x="81804" y="63899"/>
                </a:lnTo>
                <a:lnTo>
                  <a:pt x="81399" y="62899"/>
                </a:lnTo>
                <a:lnTo>
                  <a:pt x="80977" y="61914"/>
                </a:lnTo>
                <a:lnTo>
                  <a:pt x="80539" y="60946"/>
                </a:lnTo>
                <a:lnTo>
                  <a:pt x="80084" y="59998"/>
                </a:lnTo>
                <a:lnTo>
                  <a:pt x="79612" y="59068"/>
                </a:lnTo>
                <a:lnTo>
                  <a:pt x="79123" y="58157"/>
                </a:lnTo>
                <a:lnTo>
                  <a:pt x="78619" y="57265"/>
                </a:lnTo>
                <a:lnTo>
                  <a:pt x="78097" y="56391"/>
                </a:lnTo>
                <a:lnTo>
                  <a:pt x="77559" y="55536"/>
                </a:lnTo>
                <a:lnTo>
                  <a:pt x="77004" y="54700"/>
                </a:lnTo>
                <a:lnTo>
                  <a:pt x="76433" y="53882"/>
                </a:lnTo>
                <a:lnTo>
                  <a:pt x="75845" y="53083"/>
                </a:lnTo>
                <a:lnTo>
                  <a:pt x="75241" y="52303"/>
                </a:lnTo>
                <a:lnTo>
                  <a:pt x="74619" y="51542"/>
                </a:lnTo>
                <a:lnTo>
                  <a:pt x="73982" y="50799"/>
                </a:lnTo>
                <a:lnTo>
                  <a:pt x="73328" y="50075"/>
                </a:lnTo>
                <a:lnTo>
                  <a:pt x="72657" y="49369"/>
                </a:lnTo>
                <a:lnTo>
                  <a:pt x="71969" y="48683"/>
                </a:lnTo>
                <a:lnTo>
                  <a:pt x="71265" y="48015"/>
                </a:lnTo>
                <a:lnTo>
                  <a:pt x="70545" y="47365"/>
                </a:lnTo>
                <a:lnTo>
                  <a:pt x="69808" y="46735"/>
                </a:lnTo>
                <a:lnTo>
                  <a:pt x="69054" y="46123"/>
                </a:lnTo>
                <a:lnTo>
                  <a:pt x="68284" y="45530"/>
                </a:lnTo>
                <a:lnTo>
                  <a:pt x="67497" y="44955"/>
                </a:lnTo>
                <a:lnTo>
                  <a:pt x="66693" y="44400"/>
                </a:lnTo>
                <a:lnTo>
                  <a:pt x="65876" y="43865"/>
                </a:lnTo>
                <a:lnTo>
                  <a:pt x="65049" y="43352"/>
                </a:lnTo>
                <a:lnTo>
                  <a:pt x="64211" y="42863"/>
                </a:lnTo>
                <a:lnTo>
                  <a:pt x="63363" y="42396"/>
                </a:lnTo>
                <a:lnTo>
                  <a:pt x="62504" y="41952"/>
                </a:lnTo>
                <a:lnTo>
                  <a:pt x="61635" y="41531"/>
                </a:lnTo>
                <a:lnTo>
                  <a:pt x="60755" y="41133"/>
                </a:lnTo>
                <a:lnTo>
                  <a:pt x="59866" y="40757"/>
                </a:lnTo>
                <a:lnTo>
                  <a:pt x="58965" y="40404"/>
                </a:lnTo>
                <a:lnTo>
                  <a:pt x="58055" y="40074"/>
                </a:lnTo>
                <a:lnTo>
                  <a:pt x="57134" y="39767"/>
                </a:lnTo>
                <a:lnTo>
                  <a:pt x="56202" y="39482"/>
                </a:lnTo>
                <a:lnTo>
                  <a:pt x="55260" y="39220"/>
                </a:lnTo>
                <a:lnTo>
                  <a:pt x="54308" y="38981"/>
                </a:lnTo>
                <a:lnTo>
                  <a:pt x="53345" y="38765"/>
                </a:lnTo>
                <a:lnTo>
                  <a:pt x="52372" y="38571"/>
                </a:lnTo>
                <a:lnTo>
                  <a:pt x="51388" y="38401"/>
                </a:lnTo>
                <a:lnTo>
                  <a:pt x="50395" y="38253"/>
                </a:lnTo>
                <a:lnTo>
                  <a:pt x="49390" y="38127"/>
                </a:lnTo>
                <a:lnTo>
                  <a:pt x="48375" y="38025"/>
                </a:lnTo>
                <a:lnTo>
                  <a:pt x="47350" y="37945"/>
                </a:lnTo>
                <a:lnTo>
                  <a:pt x="46315" y="37888"/>
                </a:lnTo>
                <a:lnTo>
                  <a:pt x="45269" y="37854"/>
                </a:lnTo>
                <a:lnTo>
                  <a:pt x="44212" y="37843"/>
                </a:lnTo>
                <a:lnTo>
                  <a:pt x="43406" y="37849"/>
                </a:lnTo>
                <a:lnTo>
                  <a:pt x="42609" y="37869"/>
                </a:lnTo>
                <a:lnTo>
                  <a:pt x="41822" y="37902"/>
                </a:lnTo>
                <a:lnTo>
                  <a:pt x="41046" y="37947"/>
                </a:lnTo>
                <a:lnTo>
                  <a:pt x="40279" y="38006"/>
                </a:lnTo>
                <a:lnTo>
                  <a:pt x="39523" y="38078"/>
                </a:lnTo>
                <a:lnTo>
                  <a:pt x="38777" y="38163"/>
                </a:lnTo>
                <a:lnTo>
                  <a:pt x="38040" y="38262"/>
                </a:lnTo>
                <a:lnTo>
                  <a:pt x="37314" y="38373"/>
                </a:lnTo>
                <a:lnTo>
                  <a:pt x="36598" y="38497"/>
                </a:lnTo>
                <a:lnTo>
                  <a:pt x="35892" y="38635"/>
                </a:lnTo>
                <a:lnTo>
                  <a:pt x="35197" y="38785"/>
                </a:lnTo>
                <a:lnTo>
                  <a:pt x="34511" y="38949"/>
                </a:lnTo>
                <a:lnTo>
                  <a:pt x="33835" y="39126"/>
                </a:lnTo>
                <a:lnTo>
                  <a:pt x="33169" y="39315"/>
                </a:lnTo>
                <a:lnTo>
                  <a:pt x="32514" y="39518"/>
                </a:lnTo>
                <a:lnTo>
                  <a:pt x="31868" y="39734"/>
                </a:lnTo>
                <a:lnTo>
                  <a:pt x="31233" y="39963"/>
                </a:lnTo>
                <a:lnTo>
                  <a:pt x="30608" y="40206"/>
                </a:lnTo>
                <a:lnTo>
                  <a:pt x="29993" y="40461"/>
                </a:lnTo>
                <a:lnTo>
                  <a:pt x="29388" y="40729"/>
                </a:lnTo>
                <a:lnTo>
                  <a:pt x="28793" y="41011"/>
                </a:lnTo>
                <a:lnTo>
                  <a:pt x="28208" y="41305"/>
                </a:lnTo>
                <a:lnTo>
                  <a:pt x="27633" y="41613"/>
                </a:lnTo>
                <a:lnTo>
                  <a:pt x="27065" y="41934"/>
                </a:lnTo>
                <a:lnTo>
                  <a:pt x="26503" y="42268"/>
                </a:lnTo>
                <a:lnTo>
                  <a:pt x="25945" y="42614"/>
                </a:lnTo>
                <a:lnTo>
                  <a:pt x="25392" y="42974"/>
                </a:lnTo>
                <a:lnTo>
                  <a:pt x="24845" y="43348"/>
                </a:lnTo>
                <a:lnTo>
                  <a:pt x="24302" y="43734"/>
                </a:lnTo>
                <a:lnTo>
                  <a:pt x="23763" y="44133"/>
                </a:lnTo>
                <a:lnTo>
                  <a:pt x="23230" y="44545"/>
                </a:lnTo>
                <a:lnTo>
                  <a:pt x="22702" y="44971"/>
                </a:lnTo>
                <a:lnTo>
                  <a:pt x="22178" y="45409"/>
                </a:lnTo>
                <a:lnTo>
                  <a:pt x="21660" y="45861"/>
                </a:lnTo>
                <a:lnTo>
                  <a:pt x="21146" y="46326"/>
                </a:lnTo>
                <a:lnTo>
                  <a:pt x="20637" y="46804"/>
                </a:lnTo>
                <a:lnTo>
                  <a:pt x="20133" y="47294"/>
                </a:lnTo>
                <a:lnTo>
                  <a:pt x="19634" y="47798"/>
                </a:lnTo>
                <a:lnTo>
                  <a:pt x="19140" y="48316"/>
                </a:lnTo>
                <a:lnTo>
                  <a:pt x="18651" y="48846"/>
                </a:lnTo>
                <a:lnTo>
                  <a:pt x="18166" y="49389"/>
                </a:lnTo>
                <a:lnTo>
                  <a:pt x="17687" y="49945"/>
                </a:lnTo>
                <a:lnTo>
                  <a:pt x="17212" y="50515"/>
                </a:lnTo>
                <a:lnTo>
                  <a:pt x="16742" y="51097"/>
                </a:lnTo>
                <a:lnTo>
                  <a:pt x="16277" y="51693"/>
                </a:lnTo>
                <a:lnTo>
                  <a:pt x="15817" y="52302"/>
                </a:lnTo>
                <a:lnTo>
                  <a:pt x="15362" y="52924"/>
                </a:lnTo>
                <a:lnTo>
                  <a:pt x="15362" y="40091"/>
                </a:lnTo>
                <a:lnTo>
                  <a:pt x="0" y="40091"/>
                </a:lnTo>
                <a:lnTo>
                  <a:pt x="0" y="177786"/>
                </a:lnTo>
                <a:lnTo>
                  <a:pt x="16861" y="177786"/>
                </a:lnTo>
                <a:lnTo>
                  <a:pt x="16861" y="129095"/>
                </a:lnTo>
                <a:lnTo>
                  <a:pt x="17224" y="129551"/>
                </a:lnTo>
                <a:lnTo>
                  <a:pt x="17595" y="129999"/>
                </a:lnTo>
                <a:close/>
                <a:moveTo>
                  <a:pt x="15499" y="84112"/>
                </a:moveTo>
                <a:lnTo>
                  <a:pt x="15628" y="82656"/>
                </a:lnTo>
                <a:lnTo>
                  <a:pt x="15786" y="81232"/>
                </a:lnTo>
                <a:lnTo>
                  <a:pt x="15973" y="79839"/>
                </a:lnTo>
                <a:lnTo>
                  <a:pt x="16189" y="78479"/>
                </a:lnTo>
                <a:lnTo>
                  <a:pt x="16434" y="77150"/>
                </a:lnTo>
                <a:lnTo>
                  <a:pt x="16707" y="75852"/>
                </a:lnTo>
                <a:lnTo>
                  <a:pt x="17010" y="74587"/>
                </a:lnTo>
                <a:lnTo>
                  <a:pt x="17341" y="73352"/>
                </a:lnTo>
                <a:lnTo>
                  <a:pt x="17700" y="72150"/>
                </a:lnTo>
                <a:lnTo>
                  <a:pt x="18089" y="70979"/>
                </a:lnTo>
                <a:lnTo>
                  <a:pt x="18506" y="69840"/>
                </a:lnTo>
                <a:lnTo>
                  <a:pt x="18953" y="68733"/>
                </a:lnTo>
                <a:lnTo>
                  <a:pt x="19428" y="67657"/>
                </a:lnTo>
                <a:lnTo>
                  <a:pt x="19931" y="66613"/>
                </a:lnTo>
                <a:lnTo>
                  <a:pt x="20464" y="65601"/>
                </a:lnTo>
                <a:lnTo>
                  <a:pt x="21025" y="64620"/>
                </a:lnTo>
                <a:lnTo>
                  <a:pt x="21615" y="63671"/>
                </a:lnTo>
                <a:lnTo>
                  <a:pt x="22234" y="62754"/>
                </a:lnTo>
                <a:lnTo>
                  <a:pt x="22882" y="61868"/>
                </a:lnTo>
                <a:lnTo>
                  <a:pt x="23558" y="61014"/>
                </a:lnTo>
                <a:lnTo>
                  <a:pt x="24253" y="60194"/>
                </a:lnTo>
                <a:lnTo>
                  <a:pt x="24957" y="59408"/>
                </a:lnTo>
                <a:lnTo>
                  <a:pt x="25669" y="58657"/>
                </a:lnTo>
                <a:lnTo>
                  <a:pt x="26390" y="57941"/>
                </a:lnTo>
                <a:lnTo>
                  <a:pt x="27120" y="57260"/>
                </a:lnTo>
                <a:lnTo>
                  <a:pt x="27858" y="56614"/>
                </a:lnTo>
                <a:lnTo>
                  <a:pt x="28605" y="56003"/>
                </a:lnTo>
                <a:lnTo>
                  <a:pt x="29360" y="55427"/>
                </a:lnTo>
                <a:lnTo>
                  <a:pt x="30124" y="54885"/>
                </a:lnTo>
                <a:lnTo>
                  <a:pt x="30897" y="54379"/>
                </a:lnTo>
                <a:lnTo>
                  <a:pt x="31678" y="53908"/>
                </a:lnTo>
                <a:lnTo>
                  <a:pt x="32468" y="53471"/>
                </a:lnTo>
                <a:lnTo>
                  <a:pt x="33267" y="53069"/>
                </a:lnTo>
                <a:lnTo>
                  <a:pt x="34074" y="52703"/>
                </a:lnTo>
                <a:lnTo>
                  <a:pt x="34890" y="52371"/>
                </a:lnTo>
                <a:lnTo>
                  <a:pt x="35714" y="52074"/>
                </a:lnTo>
                <a:lnTo>
                  <a:pt x="36547" y="51812"/>
                </a:lnTo>
                <a:lnTo>
                  <a:pt x="37389" y="51585"/>
                </a:lnTo>
                <a:lnTo>
                  <a:pt x="38239" y="51393"/>
                </a:lnTo>
                <a:lnTo>
                  <a:pt x="39098" y="51236"/>
                </a:lnTo>
                <a:lnTo>
                  <a:pt x="39966" y="51114"/>
                </a:lnTo>
                <a:lnTo>
                  <a:pt x="40842" y="51026"/>
                </a:lnTo>
                <a:lnTo>
                  <a:pt x="41727" y="50974"/>
                </a:lnTo>
                <a:lnTo>
                  <a:pt x="42620" y="50957"/>
                </a:lnTo>
                <a:lnTo>
                  <a:pt x="43520" y="50973"/>
                </a:lnTo>
                <a:lnTo>
                  <a:pt x="44410" y="51022"/>
                </a:lnTo>
                <a:lnTo>
                  <a:pt x="45289" y="51104"/>
                </a:lnTo>
                <a:lnTo>
                  <a:pt x="46157" y="51219"/>
                </a:lnTo>
                <a:lnTo>
                  <a:pt x="47015" y="51367"/>
                </a:lnTo>
                <a:lnTo>
                  <a:pt x="47863" y="51547"/>
                </a:lnTo>
                <a:lnTo>
                  <a:pt x="48699" y="51760"/>
                </a:lnTo>
                <a:lnTo>
                  <a:pt x="49525" y="52006"/>
                </a:lnTo>
                <a:lnTo>
                  <a:pt x="50341" y="52285"/>
                </a:lnTo>
                <a:lnTo>
                  <a:pt x="51146" y="52597"/>
                </a:lnTo>
                <a:lnTo>
                  <a:pt x="51941" y="52941"/>
                </a:lnTo>
                <a:lnTo>
                  <a:pt x="52725" y="53319"/>
                </a:lnTo>
                <a:lnTo>
                  <a:pt x="53498" y="53729"/>
                </a:lnTo>
                <a:lnTo>
                  <a:pt x="54261" y="54172"/>
                </a:lnTo>
                <a:lnTo>
                  <a:pt x="55013" y="54648"/>
                </a:lnTo>
                <a:lnTo>
                  <a:pt x="55755" y="55156"/>
                </a:lnTo>
                <a:lnTo>
                  <a:pt x="56486" y="55697"/>
                </a:lnTo>
                <a:lnTo>
                  <a:pt x="57206" y="56272"/>
                </a:lnTo>
                <a:lnTo>
                  <a:pt x="57916" y="56879"/>
                </a:lnTo>
                <a:lnTo>
                  <a:pt x="58615" y="57518"/>
                </a:lnTo>
                <a:lnTo>
                  <a:pt x="59304" y="58191"/>
                </a:lnTo>
                <a:lnTo>
                  <a:pt x="59982" y="58896"/>
                </a:lnTo>
                <a:lnTo>
                  <a:pt x="60650" y="59635"/>
                </a:lnTo>
                <a:lnTo>
                  <a:pt x="61307" y="60406"/>
                </a:lnTo>
                <a:lnTo>
                  <a:pt x="61945" y="61210"/>
                </a:lnTo>
                <a:lnTo>
                  <a:pt x="62556" y="62047"/>
                </a:lnTo>
                <a:lnTo>
                  <a:pt x="63140" y="62917"/>
                </a:lnTo>
                <a:lnTo>
                  <a:pt x="63697" y="63820"/>
                </a:lnTo>
                <a:lnTo>
                  <a:pt x="64227" y="64757"/>
                </a:lnTo>
                <a:lnTo>
                  <a:pt x="64729" y="65726"/>
                </a:lnTo>
                <a:lnTo>
                  <a:pt x="65204" y="66729"/>
                </a:lnTo>
                <a:lnTo>
                  <a:pt x="65652" y="67765"/>
                </a:lnTo>
                <a:lnTo>
                  <a:pt x="66073" y="68834"/>
                </a:lnTo>
                <a:lnTo>
                  <a:pt x="66467" y="69936"/>
                </a:lnTo>
                <a:lnTo>
                  <a:pt x="66834" y="71072"/>
                </a:lnTo>
                <a:lnTo>
                  <a:pt x="67173" y="72240"/>
                </a:lnTo>
                <a:lnTo>
                  <a:pt x="67486" y="73442"/>
                </a:lnTo>
                <a:lnTo>
                  <a:pt x="67771" y="74676"/>
                </a:lnTo>
                <a:lnTo>
                  <a:pt x="68029" y="75944"/>
                </a:lnTo>
                <a:lnTo>
                  <a:pt x="68259" y="77245"/>
                </a:lnTo>
                <a:lnTo>
                  <a:pt x="68463" y="78579"/>
                </a:lnTo>
                <a:lnTo>
                  <a:pt x="68640" y="79947"/>
                </a:lnTo>
                <a:lnTo>
                  <a:pt x="68789" y="81347"/>
                </a:lnTo>
                <a:lnTo>
                  <a:pt x="68911" y="82781"/>
                </a:lnTo>
                <a:lnTo>
                  <a:pt x="69006" y="84247"/>
                </a:lnTo>
                <a:lnTo>
                  <a:pt x="69074" y="85747"/>
                </a:lnTo>
                <a:lnTo>
                  <a:pt x="69115" y="87280"/>
                </a:lnTo>
                <a:lnTo>
                  <a:pt x="69129" y="88846"/>
                </a:lnTo>
                <a:lnTo>
                  <a:pt x="69115" y="90489"/>
                </a:lnTo>
                <a:lnTo>
                  <a:pt x="69073" y="92095"/>
                </a:lnTo>
                <a:lnTo>
                  <a:pt x="69003" y="93665"/>
                </a:lnTo>
                <a:lnTo>
                  <a:pt x="68906" y="95199"/>
                </a:lnTo>
                <a:lnTo>
                  <a:pt x="68781" y="96697"/>
                </a:lnTo>
                <a:lnTo>
                  <a:pt x="68628" y="98158"/>
                </a:lnTo>
                <a:lnTo>
                  <a:pt x="68447" y="99583"/>
                </a:lnTo>
                <a:lnTo>
                  <a:pt x="68239" y="100972"/>
                </a:lnTo>
                <a:lnTo>
                  <a:pt x="68002" y="102325"/>
                </a:lnTo>
                <a:lnTo>
                  <a:pt x="67738" y="103642"/>
                </a:lnTo>
                <a:lnTo>
                  <a:pt x="67446" y="104922"/>
                </a:lnTo>
                <a:lnTo>
                  <a:pt x="67126" y="106166"/>
                </a:lnTo>
                <a:lnTo>
                  <a:pt x="66779" y="107374"/>
                </a:lnTo>
                <a:lnTo>
                  <a:pt x="66403" y="108546"/>
                </a:lnTo>
                <a:lnTo>
                  <a:pt x="66000" y="109681"/>
                </a:lnTo>
                <a:lnTo>
                  <a:pt x="65569" y="110781"/>
                </a:lnTo>
                <a:lnTo>
                  <a:pt x="65110" y="111844"/>
                </a:lnTo>
                <a:lnTo>
                  <a:pt x="64624" y="112870"/>
                </a:lnTo>
                <a:lnTo>
                  <a:pt x="64109" y="113861"/>
                </a:lnTo>
                <a:lnTo>
                  <a:pt x="63567" y="114815"/>
                </a:lnTo>
                <a:lnTo>
                  <a:pt x="62997" y="115733"/>
                </a:lnTo>
                <a:lnTo>
                  <a:pt x="62399" y="116615"/>
                </a:lnTo>
                <a:lnTo>
                  <a:pt x="61773" y="117461"/>
                </a:lnTo>
                <a:lnTo>
                  <a:pt x="61120" y="118270"/>
                </a:lnTo>
                <a:lnTo>
                  <a:pt x="60447" y="119045"/>
                </a:lnTo>
                <a:lnTo>
                  <a:pt x="59763" y="119787"/>
                </a:lnTo>
                <a:lnTo>
                  <a:pt x="59067" y="120496"/>
                </a:lnTo>
                <a:lnTo>
                  <a:pt x="58360" y="121172"/>
                </a:lnTo>
                <a:lnTo>
                  <a:pt x="57642" y="121815"/>
                </a:lnTo>
                <a:lnTo>
                  <a:pt x="56913" y="122425"/>
                </a:lnTo>
                <a:lnTo>
                  <a:pt x="56173" y="123002"/>
                </a:lnTo>
                <a:lnTo>
                  <a:pt x="55421" y="123546"/>
                </a:lnTo>
                <a:lnTo>
                  <a:pt x="54659" y="124057"/>
                </a:lnTo>
                <a:lnTo>
                  <a:pt x="53885" y="124535"/>
                </a:lnTo>
                <a:lnTo>
                  <a:pt x="53099" y="124980"/>
                </a:lnTo>
                <a:lnTo>
                  <a:pt x="52303" y="125392"/>
                </a:lnTo>
                <a:lnTo>
                  <a:pt x="51495" y="125771"/>
                </a:lnTo>
                <a:lnTo>
                  <a:pt x="50677" y="126117"/>
                </a:lnTo>
                <a:lnTo>
                  <a:pt x="49846" y="126431"/>
                </a:lnTo>
                <a:lnTo>
                  <a:pt x="49005" y="126711"/>
                </a:lnTo>
                <a:lnTo>
                  <a:pt x="48153" y="126958"/>
                </a:lnTo>
                <a:lnTo>
                  <a:pt x="47289" y="127173"/>
                </a:lnTo>
                <a:lnTo>
                  <a:pt x="46414" y="127354"/>
                </a:lnTo>
                <a:lnTo>
                  <a:pt x="45528" y="127502"/>
                </a:lnTo>
                <a:lnTo>
                  <a:pt x="44630" y="127618"/>
                </a:lnTo>
                <a:lnTo>
                  <a:pt x="43722" y="127700"/>
                </a:lnTo>
                <a:lnTo>
                  <a:pt x="42802" y="127750"/>
                </a:lnTo>
                <a:lnTo>
                  <a:pt x="41871" y="127766"/>
                </a:lnTo>
                <a:lnTo>
                  <a:pt x="40955" y="127750"/>
                </a:lnTo>
                <a:lnTo>
                  <a:pt x="40051" y="127702"/>
                </a:lnTo>
                <a:lnTo>
                  <a:pt x="39159" y="127623"/>
                </a:lnTo>
                <a:lnTo>
                  <a:pt x="38277" y="127511"/>
                </a:lnTo>
                <a:lnTo>
                  <a:pt x="37407" y="127368"/>
                </a:lnTo>
                <a:lnTo>
                  <a:pt x="36549" y="127193"/>
                </a:lnTo>
                <a:lnTo>
                  <a:pt x="35702" y="126986"/>
                </a:lnTo>
                <a:lnTo>
                  <a:pt x="34866" y="126747"/>
                </a:lnTo>
                <a:lnTo>
                  <a:pt x="34042" y="126477"/>
                </a:lnTo>
                <a:lnTo>
                  <a:pt x="33229" y="126174"/>
                </a:lnTo>
                <a:lnTo>
                  <a:pt x="32427" y="125840"/>
                </a:lnTo>
                <a:lnTo>
                  <a:pt x="31637" y="125474"/>
                </a:lnTo>
                <a:lnTo>
                  <a:pt x="30858" y="125076"/>
                </a:lnTo>
                <a:lnTo>
                  <a:pt x="30091" y="124646"/>
                </a:lnTo>
                <a:lnTo>
                  <a:pt x="29335" y="124185"/>
                </a:lnTo>
                <a:lnTo>
                  <a:pt x="28590" y="123691"/>
                </a:lnTo>
                <a:lnTo>
                  <a:pt x="27857" y="123166"/>
                </a:lnTo>
                <a:lnTo>
                  <a:pt x="27135" y="122609"/>
                </a:lnTo>
                <a:lnTo>
                  <a:pt x="26425" y="122020"/>
                </a:lnTo>
                <a:lnTo>
                  <a:pt x="25725" y="121399"/>
                </a:lnTo>
                <a:lnTo>
                  <a:pt x="25038" y="120747"/>
                </a:lnTo>
                <a:lnTo>
                  <a:pt x="24361" y="120062"/>
                </a:lnTo>
                <a:lnTo>
                  <a:pt x="23696" y="119346"/>
                </a:lnTo>
                <a:lnTo>
                  <a:pt x="23043" y="118598"/>
                </a:lnTo>
                <a:lnTo>
                  <a:pt x="22408" y="117817"/>
                </a:lnTo>
                <a:lnTo>
                  <a:pt x="21801" y="117001"/>
                </a:lnTo>
                <a:lnTo>
                  <a:pt x="21221" y="116150"/>
                </a:lnTo>
                <a:lnTo>
                  <a:pt x="20667" y="115264"/>
                </a:lnTo>
                <a:lnTo>
                  <a:pt x="20141" y="114344"/>
                </a:lnTo>
                <a:lnTo>
                  <a:pt x="19641" y="113388"/>
                </a:lnTo>
                <a:lnTo>
                  <a:pt x="19169" y="112398"/>
                </a:lnTo>
                <a:lnTo>
                  <a:pt x="18724" y="111374"/>
                </a:lnTo>
                <a:lnTo>
                  <a:pt x="18305" y="110314"/>
                </a:lnTo>
                <a:lnTo>
                  <a:pt x="17914" y="109220"/>
                </a:lnTo>
                <a:lnTo>
                  <a:pt x="17549" y="108091"/>
                </a:lnTo>
                <a:lnTo>
                  <a:pt x="17212" y="106927"/>
                </a:lnTo>
                <a:lnTo>
                  <a:pt x="16901" y="105729"/>
                </a:lnTo>
                <a:lnTo>
                  <a:pt x="16618" y="104496"/>
                </a:lnTo>
                <a:lnTo>
                  <a:pt x="16362" y="103228"/>
                </a:lnTo>
                <a:lnTo>
                  <a:pt x="16132" y="101925"/>
                </a:lnTo>
                <a:lnTo>
                  <a:pt x="15930" y="100587"/>
                </a:lnTo>
                <a:lnTo>
                  <a:pt x="15754" y="99215"/>
                </a:lnTo>
                <a:lnTo>
                  <a:pt x="15606" y="97808"/>
                </a:lnTo>
                <a:lnTo>
                  <a:pt x="15484" y="96366"/>
                </a:lnTo>
                <a:lnTo>
                  <a:pt x="15390" y="94889"/>
                </a:lnTo>
                <a:lnTo>
                  <a:pt x="15322" y="93378"/>
                </a:lnTo>
                <a:lnTo>
                  <a:pt x="15282" y="91832"/>
                </a:lnTo>
                <a:lnTo>
                  <a:pt x="15268" y="90251"/>
                </a:lnTo>
                <a:lnTo>
                  <a:pt x="15283" y="88669"/>
                </a:lnTo>
                <a:lnTo>
                  <a:pt x="15326" y="87118"/>
                </a:lnTo>
                <a:lnTo>
                  <a:pt x="15398" y="85599"/>
                </a:lnTo>
                <a:lnTo>
                  <a:pt x="15499" y="84112"/>
                </a:lnTo>
                <a:close/>
                <a:moveTo>
                  <a:pt x="453874" y="86541"/>
                </a:moveTo>
                <a:lnTo>
                  <a:pt x="453889" y="85659"/>
                </a:lnTo>
                <a:lnTo>
                  <a:pt x="453913" y="84783"/>
                </a:lnTo>
                <a:lnTo>
                  <a:pt x="453947" y="83913"/>
                </a:lnTo>
                <a:lnTo>
                  <a:pt x="453991" y="83048"/>
                </a:lnTo>
                <a:lnTo>
                  <a:pt x="454045" y="82190"/>
                </a:lnTo>
                <a:lnTo>
                  <a:pt x="454108" y="81337"/>
                </a:lnTo>
                <a:lnTo>
                  <a:pt x="454181" y="80490"/>
                </a:lnTo>
                <a:lnTo>
                  <a:pt x="454264" y="79649"/>
                </a:lnTo>
                <a:lnTo>
                  <a:pt x="454357" y="78814"/>
                </a:lnTo>
                <a:lnTo>
                  <a:pt x="454459" y="77985"/>
                </a:lnTo>
                <a:lnTo>
                  <a:pt x="454572" y="77161"/>
                </a:lnTo>
                <a:lnTo>
                  <a:pt x="454694" y="76344"/>
                </a:lnTo>
                <a:lnTo>
                  <a:pt x="454825" y="75532"/>
                </a:lnTo>
                <a:lnTo>
                  <a:pt x="454967" y="74726"/>
                </a:lnTo>
                <a:lnTo>
                  <a:pt x="455118" y="73927"/>
                </a:lnTo>
                <a:lnTo>
                  <a:pt x="455279" y="73132"/>
                </a:lnTo>
                <a:lnTo>
                  <a:pt x="455450" y="72344"/>
                </a:lnTo>
                <a:lnTo>
                  <a:pt x="455630" y="71562"/>
                </a:lnTo>
                <a:lnTo>
                  <a:pt x="455821" y="70785"/>
                </a:lnTo>
                <a:lnTo>
                  <a:pt x="456021" y="70015"/>
                </a:lnTo>
                <a:lnTo>
                  <a:pt x="456230" y="69250"/>
                </a:lnTo>
                <a:lnTo>
                  <a:pt x="456450" y="68491"/>
                </a:lnTo>
                <a:lnTo>
                  <a:pt x="456679" y="67738"/>
                </a:lnTo>
                <a:lnTo>
                  <a:pt x="456840" y="67250"/>
                </a:lnTo>
                <a:lnTo>
                  <a:pt x="457009" y="66772"/>
                </a:lnTo>
                <a:lnTo>
                  <a:pt x="457187" y="66302"/>
                </a:lnTo>
                <a:lnTo>
                  <a:pt x="457374" y="65841"/>
                </a:lnTo>
                <a:lnTo>
                  <a:pt x="457570" y="65389"/>
                </a:lnTo>
                <a:lnTo>
                  <a:pt x="457774" y="64946"/>
                </a:lnTo>
                <a:lnTo>
                  <a:pt x="457987" y="64512"/>
                </a:lnTo>
                <a:lnTo>
                  <a:pt x="458209" y="64087"/>
                </a:lnTo>
                <a:lnTo>
                  <a:pt x="458440" y="63670"/>
                </a:lnTo>
                <a:lnTo>
                  <a:pt x="458679" y="63263"/>
                </a:lnTo>
                <a:lnTo>
                  <a:pt x="458928" y="62865"/>
                </a:lnTo>
                <a:lnTo>
                  <a:pt x="459185" y="62476"/>
                </a:lnTo>
                <a:lnTo>
                  <a:pt x="459451" y="62095"/>
                </a:lnTo>
                <a:lnTo>
                  <a:pt x="459725" y="61724"/>
                </a:lnTo>
                <a:lnTo>
                  <a:pt x="460009" y="61362"/>
                </a:lnTo>
                <a:lnTo>
                  <a:pt x="460301" y="61008"/>
                </a:lnTo>
                <a:lnTo>
                  <a:pt x="460602" y="60664"/>
                </a:lnTo>
                <a:lnTo>
                  <a:pt x="460912" y="60328"/>
                </a:lnTo>
                <a:lnTo>
                  <a:pt x="461230" y="60002"/>
                </a:lnTo>
                <a:lnTo>
                  <a:pt x="461558" y="59684"/>
                </a:lnTo>
                <a:lnTo>
                  <a:pt x="461894" y="59375"/>
                </a:lnTo>
                <a:lnTo>
                  <a:pt x="462239" y="59075"/>
                </a:lnTo>
                <a:lnTo>
                  <a:pt x="462593" y="58785"/>
                </a:lnTo>
                <a:lnTo>
                  <a:pt x="462955" y="58503"/>
                </a:lnTo>
                <a:lnTo>
                  <a:pt x="463324" y="58231"/>
                </a:lnTo>
                <a:lnTo>
                  <a:pt x="463697" y="57971"/>
                </a:lnTo>
                <a:lnTo>
                  <a:pt x="464073" y="57722"/>
                </a:lnTo>
                <a:lnTo>
                  <a:pt x="464454" y="57485"/>
                </a:lnTo>
                <a:lnTo>
                  <a:pt x="464838" y="57259"/>
                </a:lnTo>
                <a:lnTo>
                  <a:pt x="465227" y="57045"/>
                </a:lnTo>
                <a:lnTo>
                  <a:pt x="465619" y="56843"/>
                </a:lnTo>
                <a:lnTo>
                  <a:pt x="466015" y="56652"/>
                </a:lnTo>
                <a:lnTo>
                  <a:pt x="466415" y="56473"/>
                </a:lnTo>
                <a:lnTo>
                  <a:pt x="466819" y="56305"/>
                </a:lnTo>
                <a:lnTo>
                  <a:pt x="467227" y="56149"/>
                </a:lnTo>
                <a:lnTo>
                  <a:pt x="467639" y="56004"/>
                </a:lnTo>
                <a:lnTo>
                  <a:pt x="468054" y="55871"/>
                </a:lnTo>
                <a:lnTo>
                  <a:pt x="468474" y="55750"/>
                </a:lnTo>
                <a:lnTo>
                  <a:pt x="468897" y="55640"/>
                </a:lnTo>
                <a:lnTo>
                  <a:pt x="469325" y="55542"/>
                </a:lnTo>
                <a:lnTo>
                  <a:pt x="469756" y="55455"/>
                </a:lnTo>
                <a:lnTo>
                  <a:pt x="470191" y="55380"/>
                </a:lnTo>
                <a:lnTo>
                  <a:pt x="470630" y="55316"/>
                </a:lnTo>
                <a:lnTo>
                  <a:pt x="471073" y="55264"/>
                </a:lnTo>
                <a:lnTo>
                  <a:pt x="471520" y="55224"/>
                </a:lnTo>
                <a:lnTo>
                  <a:pt x="471971" y="55195"/>
                </a:lnTo>
                <a:lnTo>
                  <a:pt x="472426" y="55177"/>
                </a:lnTo>
                <a:lnTo>
                  <a:pt x="472884" y="55172"/>
                </a:lnTo>
                <a:lnTo>
                  <a:pt x="473399" y="55178"/>
                </a:lnTo>
                <a:lnTo>
                  <a:pt x="473914" y="55197"/>
                </a:lnTo>
                <a:lnTo>
                  <a:pt x="474430" y="55229"/>
                </a:lnTo>
                <a:lnTo>
                  <a:pt x="474945" y="55273"/>
                </a:lnTo>
                <a:lnTo>
                  <a:pt x="475460" y="55330"/>
                </a:lnTo>
                <a:lnTo>
                  <a:pt x="475975" y="55400"/>
                </a:lnTo>
                <a:lnTo>
                  <a:pt x="476490" y="55482"/>
                </a:lnTo>
                <a:lnTo>
                  <a:pt x="477006" y="55578"/>
                </a:lnTo>
                <a:lnTo>
                  <a:pt x="477521" y="55685"/>
                </a:lnTo>
                <a:lnTo>
                  <a:pt x="478036" y="55806"/>
                </a:lnTo>
                <a:lnTo>
                  <a:pt x="478551" y="55939"/>
                </a:lnTo>
                <a:lnTo>
                  <a:pt x="479066" y="56085"/>
                </a:lnTo>
                <a:lnTo>
                  <a:pt x="479582" y="56244"/>
                </a:lnTo>
                <a:lnTo>
                  <a:pt x="480097" y="56415"/>
                </a:lnTo>
                <a:lnTo>
                  <a:pt x="480612" y="56599"/>
                </a:lnTo>
                <a:lnTo>
                  <a:pt x="481127" y="56795"/>
                </a:lnTo>
                <a:lnTo>
                  <a:pt x="481642" y="57005"/>
                </a:lnTo>
                <a:lnTo>
                  <a:pt x="482157" y="57227"/>
                </a:lnTo>
                <a:lnTo>
                  <a:pt x="482673" y="57461"/>
                </a:lnTo>
                <a:lnTo>
                  <a:pt x="483188" y="57709"/>
                </a:lnTo>
                <a:lnTo>
                  <a:pt x="483703" y="57969"/>
                </a:lnTo>
                <a:lnTo>
                  <a:pt x="484218" y="58241"/>
                </a:lnTo>
                <a:lnTo>
                  <a:pt x="484733" y="58527"/>
                </a:lnTo>
                <a:lnTo>
                  <a:pt x="485249" y="58825"/>
                </a:lnTo>
                <a:lnTo>
                  <a:pt x="491056" y="43252"/>
                </a:lnTo>
                <a:lnTo>
                  <a:pt x="490323" y="42811"/>
                </a:lnTo>
                <a:lnTo>
                  <a:pt x="489591" y="42388"/>
                </a:lnTo>
                <a:lnTo>
                  <a:pt x="488859" y="41984"/>
                </a:lnTo>
                <a:lnTo>
                  <a:pt x="488129" y="41599"/>
                </a:lnTo>
                <a:lnTo>
                  <a:pt x="487400" y="41233"/>
                </a:lnTo>
                <a:lnTo>
                  <a:pt x="486671" y="40886"/>
                </a:lnTo>
                <a:lnTo>
                  <a:pt x="485944" y="40557"/>
                </a:lnTo>
                <a:lnTo>
                  <a:pt x="485217" y="40247"/>
                </a:lnTo>
                <a:lnTo>
                  <a:pt x="484492" y="39956"/>
                </a:lnTo>
                <a:lnTo>
                  <a:pt x="483767" y="39683"/>
                </a:lnTo>
                <a:lnTo>
                  <a:pt x="483044" y="39430"/>
                </a:lnTo>
                <a:lnTo>
                  <a:pt x="482321" y="39195"/>
                </a:lnTo>
                <a:lnTo>
                  <a:pt x="481600" y="38979"/>
                </a:lnTo>
                <a:lnTo>
                  <a:pt x="480879" y="38782"/>
                </a:lnTo>
                <a:lnTo>
                  <a:pt x="480160" y="38603"/>
                </a:lnTo>
                <a:lnTo>
                  <a:pt x="479441" y="38444"/>
                </a:lnTo>
                <a:lnTo>
                  <a:pt x="478723" y="38303"/>
                </a:lnTo>
                <a:lnTo>
                  <a:pt x="478007" y="38181"/>
                </a:lnTo>
                <a:lnTo>
                  <a:pt x="477291" y="38078"/>
                </a:lnTo>
                <a:lnTo>
                  <a:pt x="476576" y="37993"/>
                </a:lnTo>
                <a:lnTo>
                  <a:pt x="475863" y="37927"/>
                </a:lnTo>
                <a:lnTo>
                  <a:pt x="475150" y="37880"/>
                </a:lnTo>
                <a:lnTo>
                  <a:pt x="474438" y="37852"/>
                </a:lnTo>
                <a:lnTo>
                  <a:pt x="473727" y="37843"/>
                </a:lnTo>
                <a:lnTo>
                  <a:pt x="473237" y="37849"/>
                </a:lnTo>
                <a:lnTo>
                  <a:pt x="472750" y="37866"/>
                </a:lnTo>
                <a:lnTo>
                  <a:pt x="472267" y="37895"/>
                </a:lnTo>
                <a:lnTo>
                  <a:pt x="471787" y="37936"/>
                </a:lnTo>
                <a:lnTo>
                  <a:pt x="471311" y="37988"/>
                </a:lnTo>
                <a:lnTo>
                  <a:pt x="470838" y="38052"/>
                </a:lnTo>
                <a:lnTo>
                  <a:pt x="470368" y="38128"/>
                </a:lnTo>
                <a:lnTo>
                  <a:pt x="469902" y="38215"/>
                </a:lnTo>
                <a:lnTo>
                  <a:pt x="469440" y="38314"/>
                </a:lnTo>
                <a:lnTo>
                  <a:pt x="468980" y="38425"/>
                </a:lnTo>
                <a:lnTo>
                  <a:pt x="468524" y="38547"/>
                </a:lnTo>
                <a:lnTo>
                  <a:pt x="468072" y="38681"/>
                </a:lnTo>
                <a:lnTo>
                  <a:pt x="467623" y="38827"/>
                </a:lnTo>
                <a:lnTo>
                  <a:pt x="467177" y="38984"/>
                </a:lnTo>
                <a:lnTo>
                  <a:pt x="466735" y="39153"/>
                </a:lnTo>
                <a:lnTo>
                  <a:pt x="466296" y="39334"/>
                </a:lnTo>
                <a:lnTo>
                  <a:pt x="465861" y="39526"/>
                </a:lnTo>
                <a:lnTo>
                  <a:pt x="465429" y="39730"/>
                </a:lnTo>
                <a:lnTo>
                  <a:pt x="465000" y="39945"/>
                </a:lnTo>
                <a:lnTo>
                  <a:pt x="464575" y="40172"/>
                </a:lnTo>
                <a:lnTo>
                  <a:pt x="464153" y="40411"/>
                </a:lnTo>
                <a:lnTo>
                  <a:pt x="463735" y="40661"/>
                </a:lnTo>
                <a:lnTo>
                  <a:pt x="463320" y="40924"/>
                </a:lnTo>
                <a:lnTo>
                  <a:pt x="462908" y="41197"/>
                </a:lnTo>
                <a:lnTo>
                  <a:pt x="462497" y="41489"/>
                </a:lnTo>
                <a:lnTo>
                  <a:pt x="462082" y="41806"/>
                </a:lnTo>
                <a:lnTo>
                  <a:pt x="461665" y="42148"/>
                </a:lnTo>
                <a:lnTo>
                  <a:pt x="461244" y="42515"/>
                </a:lnTo>
                <a:lnTo>
                  <a:pt x="460821" y="42906"/>
                </a:lnTo>
                <a:lnTo>
                  <a:pt x="460394" y="43323"/>
                </a:lnTo>
                <a:lnTo>
                  <a:pt x="459964" y="43764"/>
                </a:lnTo>
                <a:lnTo>
                  <a:pt x="459531" y="44231"/>
                </a:lnTo>
                <a:lnTo>
                  <a:pt x="459095" y="44722"/>
                </a:lnTo>
                <a:lnTo>
                  <a:pt x="458656" y="45238"/>
                </a:lnTo>
                <a:lnTo>
                  <a:pt x="458213" y="45779"/>
                </a:lnTo>
                <a:lnTo>
                  <a:pt x="457768" y="46345"/>
                </a:lnTo>
                <a:lnTo>
                  <a:pt x="457320" y="46936"/>
                </a:lnTo>
                <a:lnTo>
                  <a:pt x="456868" y="47551"/>
                </a:lnTo>
                <a:lnTo>
                  <a:pt x="456414" y="48192"/>
                </a:lnTo>
                <a:lnTo>
                  <a:pt x="455956" y="48857"/>
                </a:lnTo>
                <a:lnTo>
                  <a:pt x="455495" y="49548"/>
                </a:lnTo>
                <a:lnTo>
                  <a:pt x="455031" y="50263"/>
                </a:lnTo>
                <a:lnTo>
                  <a:pt x="454564" y="51003"/>
                </a:lnTo>
                <a:lnTo>
                  <a:pt x="454094" y="51769"/>
                </a:lnTo>
                <a:lnTo>
                  <a:pt x="453621" y="52559"/>
                </a:lnTo>
                <a:lnTo>
                  <a:pt x="453145" y="53373"/>
                </a:lnTo>
                <a:lnTo>
                  <a:pt x="452665" y="54213"/>
                </a:lnTo>
                <a:lnTo>
                  <a:pt x="452183" y="55078"/>
                </a:lnTo>
                <a:lnTo>
                  <a:pt x="452183" y="40091"/>
                </a:lnTo>
                <a:lnTo>
                  <a:pt x="437008" y="40091"/>
                </a:lnTo>
                <a:lnTo>
                  <a:pt x="437008" y="139568"/>
                </a:lnTo>
                <a:lnTo>
                  <a:pt x="453869" y="139568"/>
                </a:lnTo>
                <a:lnTo>
                  <a:pt x="453869" y="87429"/>
                </a:lnTo>
                <a:lnTo>
                  <a:pt x="453874" y="86541"/>
                </a:lnTo>
                <a:close/>
                <a:moveTo>
                  <a:pt x="517957" y="85679"/>
                </a:moveTo>
                <a:lnTo>
                  <a:pt x="517981" y="84601"/>
                </a:lnTo>
                <a:lnTo>
                  <a:pt x="518014" y="83546"/>
                </a:lnTo>
                <a:lnTo>
                  <a:pt x="518056" y="82512"/>
                </a:lnTo>
                <a:lnTo>
                  <a:pt x="518108" y="81501"/>
                </a:lnTo>
                <a:lnTo>
                  <a:pt x="518169" y="80512"/>
                </a:lnTo>
                <a:lnTo>
                  <a:pt x="518240" y="79545"/>
                </a:lnTo>
                <a:lnTo>
                  <a:pt x="518320" y="78600"/>
                </a:lnTo>
                <a:lnTo>
                  <a:pt x="518410" y="77677"/>
                </a:lnTo>
                <a:lnTo>
                  <a:pt x="518509" y="76777"/>
                </a:lnTo>
                <a:lnTo>
                  <a:pt x="518617" y="75898"/>
                </a:lnTo>
                <a:lnTo>
                  <a:pt x="518735" y="75042"/>
                </a:lnTo>
                <a:lnTo>
                  <a:pt x="518862" y="74208"/>
                </a:lnTo>
                <a:lnTo>
                  <a:pt x="518999" y="73396"/>
                </a:lnTo>
                <a:lnTo>
                  <a:pt x="519145" y="72606"/>
                </a:lnTo>
                <a:lnTo>
                  <a:pt x="519301" y="71839"/>
                </a:lnTo>
                <a:lnTo>
                  <a:pt x="519466" y="71093"/>
                </a:lnTo>
                <a:lnTo>
                  <a:pt x="519641" y="70370"/>
                </a:lnTo>
                <a:lnTo>
                  <a:pt x="519825" y="69669"/>
                </a:lnTo>
                <a:lnTo>
                  <a:pt x="520018" y="68990"/>
                </a:lnTo>
                <a:lnTo>
                  <a:pt x="520221" y="68333"/>
                </a:lnTo>
                <a:lnTo>
                  <a:pt x="520433" y="67698"/>
                </a:lnTo>
                <a:lnTo>
                  <a:pt x="520655" y="67085"/>
                </a:lnTo>
                <a:lnTo>
                  <a:pt x="520887" y="66490"/>
                </a:lnTo>
                <a:lnTo>
                  <a:pt x="521130" y="65906"/>
                </a:lnTo>
                <a:lnTo>
                  <a:pt x="521386" y="65334"/>
                </a:lnTo>
                <a:lnTo>
                  <a:pt x="521652" y="64775"/>
                </a:lnTo>
                <a:lnTo>
                  <a:pt x="521931" y="64227"/>
                </a:lnTo>
                <a:lnTo>
                  <a:pt x="522221" y="63692"/>
                </a:lnTo>
                <a:lnTo>
                  <a:pt x="522522" y="63168"/>
                </a:lnTo>
                <a:lnTo>
                  <a:pt x="522835" y="62657"/>
                </a:lnTo>
                <a:lnTo>
                  <a:pt x="523159" y="62158"/>
                </a:lnTo>
                <a:lnTo>
                  <a:pt x="523496" y="61670"/>
                </a:lnTo>
                <a:lnTo>
                  <a:pt x="523843" y="61195"/>
                </a:lnTo>
                <a:lnTo>
                  <a:pt x="524202" y="60732"/>
                </a:lnTo>
                <a:lnTo>
                  <a:pt x="524573" y="60281"/>
                </a:lnTo>
                <a:lnTo>
                  <a:pt x="524955" y="59842"/>
                </a:lnTo>
                <a:lnTo>
                  <a:pt x="525349" y="59415"/>
                </a:lnTo>
                <a:lnTo>
                  <a:pt x="525754" y="59000"/>
                </a:lnTo>
                <a:lnTo>
                  <a:pt x="526171" y="58597"/>
                </a:lnTo>
                <a:lnTo>
                  <a:pt x="526600" y="58206"/>
                </a:lnTo>
                <a:lnTo>
                  <a:pt x="527040" y="57827"/>
                </a:lnTo>
                <a:lnTo>
                  <a:pt x="527491" y="57461"/>
                </a:lnTo>
                <a:lnTo>
                  <a:pt x="527954" y="57106"/>
                </a:lnTo>
                <a:lnTo>
                  <a:pt x="528429" y="56763"/>
                </a:lnTo>
                <a:lnTo>
                  <a:pt x="528915" y="56433"/>
                </a:lnTo>
                <a:lnTo>
                  <a:pt x="529413" y="56114"/>
                </a:lnTo>
                <a:lnTo>
                  <a:pt x="529918" y="55808"/>
                </a:lnTo>
                <a:lnTo>
                  <a:pt x="530427" y="55515"/>
                </a:lnTo>
                <a:lnTo>
                  <a:pt x="530940" y="55235"/>
                </a:lnTo>
                <a:lnTo>
                  <a:pt x="531457" y="54968"/>
                </a:lnTo>
                <a:lnTo>
                  <a:pt x="531977" y="54714"/>
                </a:lnTo>
                <a:lnTo>
                  <a:pt x="532501" y="54472"/>
                </a:lnTo>
                <a:lnTo>
                  <a:pt x="533029" y="54244"/>
                </a:lnTo>
                <a:lnTo>
                  <a:pt x="533560" y="54029"/>
                </a:lnTo>
                <a:lnTo>
                  <a:pt x="534095" y="53827"/>
                </a:lnTo>
                <a:lnTo>
                  <a:pt x="534634" y="53639"/>
                </a:lnTo>
                <a:lnTo>
                  <a:pt x="535177" y="53463"/>
                </a:lnTo>
                <a:lnTo>
                  <a:pt x="535724" y="53300"/>
                </a:lnTo>
                <a:lnTo>
                  <a:pt x="536274" y="53150"/>
                </a:lnTo>
                <a:lnTo>
                  <a:pt x="536828" y="53013"/>
                </a:lnTo>
                <a:lnTo>
                  <a:pt x="537386" y="52889"/>
                </a:lnTo>
                <a:lnTo>
                  <a:pt x="537947" y="52779"/>
                </a:lnTo>
                <a:lnTo>
                  <a:pt x="538512" y="52681"/>
                </a:lnTo>
                <a:lnTo>
                  <a:pt x="539081" y="52596"/>
                </a:lnTo>
                <a:lnTo>
                  <a:pt x="539654" y="52524"/>
                </a:lnTo>
                <a:lnTo>
                  <a:pt x="540230" y="52466"/>
                </a:lnTo>
                <a:lnTo>
                  <a:pt x="540810" y="52420"/>
                </a:lnTo>
                <a:lnTo>
                  <a:pt x="541394" y="52388"/>
                </a:lnTo>
                <a:lnTo>
                  <a:pt x="541982" y="52368"/>
                </a:lnTo>
                <a:lnTo>
                  <a:pt x="542573" y="52362"/>
                </a:lnTo>
                <a:lnTo>
                  <a:pt x="543345" y="52371"/>
                </a:lnTo>
                <a:lnTo>
                  <a:pt x="544098" y="52401"/>
                </a:lnTo>
                <a:lnTo>
                  <a:pt x="544833" y="52450"/>
                </a:lnTo>
                <a:lnTo>
                  <a:pt x="545550" y="52518"/>
                </a:lnTo>
                <a:lnTo>
                  <a:pt x="546249" y="52606"/>
                </a:lnTo>
                <a:lnTo>
                  <a:pt x="546929" y="52713"/>
                </a:lnTo>
                <a:lnTo>
                  <a:pt x="547591" y="52840"/>
                </a:lnTo>
                <a:lnTo>
                  <a:pt x="548235" y="52987"/>
                </a:lnTo>
                <a:lnTo>
                  <a:pt x="548861" y="53153"/>
                </a:lnTo>
                <a:lnTo>
                  <a:pt x="549469" y="53338"/>
                </a:lnTo>
                <a:lnTo>
                  <a:pt x="550058" y="53543"/>
                </a:lnTo>
                <a:lnTo>
                  <a:pt x="550629" y="53768"/>
                </a:lnTo>
                <a:lnTo>
                  <a:pt x="551182" y="54012"/>
                </a:lnTo>
                <a:lnTo>
                  <a:pt x="551717" y="54276"/>
                </a:lnTo>
                <a:lnTo>
                  <a:pt x="552233" y="54559"/>
                </a:lnTo>
                <a:lnTo>
                  <a:pt x="552731" y="54862"/>
                </a:lnTo>
                <a:lnTo>
                  <a:pt x="553211" y="55184"/>
                </a:lnTo>
                <a:lnTo>
                  <a:pt x="553673" y="55526"/>
                </a:lnTo>
                <a:lnTo>
                  <a:pt x="554117" y="55888"/>
                </a:lnTo>
                <a:lnTo>
                  <a:pt x="554542" y="56269"/>
                </a:lnTo>
                <a:lnTo>
                  <a:pt x="554950" y="56669"/>
                </a:lnTo>
                <a:lnTo>
                  <a:pt x="555339" y="57089"/>
                </a:lnTo>
                <a:lnTo>
                  <a:pt x="555709" y="57529"/>
                </a:lnTo>
                <a:lnTo>
                  <a:pt x="556062" y="57988"/>
                </a:lnTo>
                <a:lnTo>
                  <a:pt x="556398" y="58466"/>
                </a:lnTo>
                <a:lnTo>
                  <a:pt x="556720" y="58964"/>
                </a:lnTo>
                <a:lnTo>
                  <a:pt x="557028" y="59482"/>
                </a:lnTo>
                <a:lnTo>
                  <a:pt x="557321" y="60019"/>
                </a:lnTo>
                <a:lnTo>
                  <a:pt x="557600" y="60576"/>
                </a:lnTo>
                <a:lnTo>
                  <a:pt x="557865" y="61152"/>
                </a:lnTo>
                <a:lnTo>
                  <a:pt x="558115" y="61748"/>
                </a:lnTo>
                <a:lnTo>
                  <a:pt x="558352" y="62363"/>
                </a:lnTo>
                <a:lnTo>
                  <a:pt x="558573" y="62998"/>
                </a:lnTo>
                <a:lnTo>
                  <a:pt x="558781" y="63653"/>
                </a:lnTo>
                <a:lnTo>
                  <a:pt x="558974" y="64327"/>
                </a:lnTo>
                <a:lnTo>
                  <a:pt x="559153" y="65020"/>
                </a:lnTo>
                <a:lnTo>
                  <a:pt x="559318" y="65733"/>
                </a:lnTo>
                <a:lnTo>
                  <a:pt x="559468" y="66466"/>
                </a:lnTo>
                <a:lnTo>
                  <a:pt x="559604" y="67218"/>
                </a:lnTo>
                <a:lnTo>
                  <a:pt x="559725" y="67990"/>
                </a:lnTo>
                <a:lnTo>
                  <a:pt x="559833" y="68781"/>
                </a:lnTo>
                <a:lnTo>
                  <a:pt x="559926" y="69591"/>
                </a:lnTo>
                <a:lnTo>
                  <a:pt x="560004" y="70422"/>
                </a:lnTo>
                <a:lnTo>
                  <a:pt x="560069" y="71271"/>
                </a:lnTo>
                <a:lnTo>
                  <a:pt x="560119" y="72141"/>
                </a:lnTo>
                <a:lnTo>
                  <a:pt x="560155" y="73030"/>
                </a:lnTo>
                <a:lnTo>
                  <a:pt x="560176" y="73938"/>
                </a:lnTo>
                <a:lnTo>
                  <a:pt x="560183" y="74866"/>
                </a:lnTo>
                <a:lnTo>
                  <a:pt x="560183" y="139568"/>
                </a:lnTo>
                <a:lnTo>
                  <a:pt x="577044" y="139568"/>
                </a:lnTo>
                <a:lnTo>
                  <a:pt x="577044" y="81713"/>
                </a:lnTo>
                <a:lnTo>
                  <a:pt x="577056" y="80445"/>
                </a:lnTo>
                <a:lnTo>
                  <a:pt x="577092" y="79208"/>
                </a:lnTo>
                <a:lnTo>
                  <a:pt x="577152" y="77999"/>
                </a:lnTo>
                <a:lnTo>
                  <a:pt x="577236" y="76819"/>
                </a:lnTo>
                <a:lnTo>
                  <a:pt x="577345" y="75669"/>
                </a:lnTo>
                <a:lnTo>
                  <a:pt x="577477" y="74548"/>
                </a:lnTo>
                <a:lnTo>
                  <a:pt x="577634" y="73455"/>
                </a:lnTo>
                <a:lnTo>
                  <a:pt x="577814" y="72392"/>
                </a:lnTo>
                <a:lnTo>
                  <a:pt x="578019" y="71359"/>
                </a:lnTo>
                <a:lnTo>
                  <a:pt x="578247" y="70354"/>
                </a:lnTo>
                <a:lnTo>
                  <a:pt x="578500" y="69378"/>
                </a:lnTo>
                <a:lnTo>
                  <a:pt x="578777" y="68432"/>
                </a:lnTo>
                <a:lnTo>
                  <a:pt x="579078" y="67515"/>
                </a:lnTo>
                <a:lnTo>
                  <a:pt x="579403" y="66627"/>
                </a:lnTo>
                <a:lnTo>
                  <a:pt x="579752" y="65768"/>
                </a:lnTo>
                <a:lnTo>
                  <a:pt x="580125" y="64938"/>
                </a:lnTo>
                <a:lnTo>
                  <a:pt x="580522" y="64137"/>
                </a:lnTo>
                <a:lnTo>
                  <a:pt x="580943" y="63366"/>
                </a:lnTo>
                <a:lnTo>
                  <a:pt x="581388" y="62623"/>
                </a:lnTo>
                <a:lnTo>
                  <a:pt x="581858" y="61910"/>
                </a:lnTo>
                <a:lnTo>
                  <a:pt x="582351" y="61226"/>
                </a:lnTo>
                <a:lnTo>
                  <a:pt x="582868" y="60571"/>
                </a:lnTo>
                <a:lnTo>
                  <a:pt x="583410" y="59945"/>
                </a:lnTo>
                <a:lnTo>
                  <a:pt x="583976" y="59349"/>
                </a:lnTo>
                <a:lnTo>
                  <a:pt x="584559" y="58779"/>
                </a:lnTo>
                <a:lnTo>
                  <a:pt x="585156" y="58233"/>
                </a:lnTo>
                <a:lnTo>
                  <a:pt x="585764" y="57711"/>
                </a:lnTo>
                <a:lnTo>
                  <a:pt x="586385" y="57214"/>
                </a:lnTo>
                <a:lnTo>
                  <a:pt x="587018" y="56741"/>
                </a:lnTo>
                <a:lnTo>
                  <a:pt x="587664" y="56292"/>
                </a:lnTo>
                <a:lnTo>
                  <a:pt x="588322" y="55867"/>
                </a:lnTo>
                <a:lnTo>
                  <a:pt x="588992" y="55467"/>
                </a:lnTo>
                <a:lnTo>
                  <a:pt x="589675" y="55091"/>
                </a:lnTo>
                <a:lnTo>
                  <a:pt x="590370" y="54739"/>
                </a:lnTo>
                <a:lnTo>
                  <a:pt x="591077" y="54412"/>
                </a:lnTo>
                <a:lnTo>
                  <a:pt x="591797" y="54108"/>
                </a:lnTo>
                <a:lnTo>
                  <a:pt x="592529" y="53829"/>
                </a:lnTo>
                <a:lnTo>
                  <a:pt x="593274" y="53575"/>
                </a:lnTo>
                <a:lnTo>
                  <a:pt x="594030" y="53344"/>
                </a:lnTo>
                <a:lnTo>
                  <a:pt x="594800" y="53138"/>
                </a:lnTo>
                <a:lnTo>
                  <a:pt x="595581" y="52956"/>
                </a:lnTo>
                <a:lnTo>
                  <a:pt x="596375" y="52798"/>
                </a:lnTo>
                <a:lnTo>
                  <a:pt x="597181" y="52665"/>
                </a:lnTo>
                <a:lnTo>
                  <a:pt x="598000" y="52556"/>
                </a:lnTo>
                <a:lnTo>
                  <a:pt x="598831" y="52471"/>
                </a:lnTo>
                <a:lnTo>
                  <a:pt x="599674" y="52410"/>
                </a:lnTo>
                <a:lnTo>
                  <a:pt x="600530" y="52374"/>
                </a:lnTo>
                <a:lnTo>
                  <a:pt x="601398" y="52362"/>
                </a:lnTo>
                <a:lnTo>
                  <a:pt x="601880" y="52366"/>
                </a:lnTo>
                <a:lnTo>
                  <a:pt x="602356" y="52380"/>
                </a:lnTo>
                <a:lnTo>
                  <a:pt x="602827" y="52404"/>
                </a:lnTo>
                <a:lnTo>
                  <a:pt x="603292" y="52437"/>
                </a:lnTo>
                <a:lnTo>
                  <a:pt x="603753" y="52480"/>
                </a:lnTo>
                <a:lnTo>
                  <a:pt x="604208" y="52532"/>
                </a:lnTo>
                <a:lnTo>
                  <a:pt x="604658" y="52593"/>
                </a:lnTo>
                <a:lnTo>
                  <a:pt x="605103" y="52664"/>
                </a:lnTo>
                <a:lnTo>
                  <a:pt x="605543" y="52744"/>
                </a:lnTo>
                <a:lnTo>
                  <a:pt x="605978" y="52834"/>
                </a:lnTo>
                <a:lnTo>
                  <a:pt x="606407" y="52933"/>
                </a:lnTo>
                <a:lnTo>
                  <a:pt x="606831" y="53041"/>
                </a:lnTo>
                <a:lnTo>
                  <a:pt x="607250" y="53159"/>
                </a:lnTo>
                <a:lnTo>
                  <a:pt x="607664" y="53287"/>
                </a:lnTo>
                <a:lnTo>
                  <a:pt x="608072" y="53424"/>
                </a:lnTo>
                <a:lnTo>
                  <a:pt x="608475" y="53570"/>
                </a:lnTo>
                <a:lnTo>
                  <a:pt x="608874" y="53726"/>
                </a:lnTo>
                <a:lnTo>
                  <a:pt x="609266" y="53891"/>
                </a:lnTo>
                <a:lnTo>
                  <a:pt x="609654" y="54066"/>
                </a:lnTo>
                <a:lnTo>
                  <a:pt x="610037" y="54250"/>
                </a:lnTo>
                <a:lnTo>
                  <a:pt x="610414" y="54444"/>
                </a:lnTo>
                <a:lnTo>
                  <a:pt x="610786" y="54647"/>
                </a:lnTo>
                <a:lnTo>
                  <a:pt x="611153" y="54859"/>
                </a:lnTo>
                <a:lnTo>
                  <a:pt x="611515" y="55081"/>
                </a:lnTo>
                <a:lnTo>
                  <a:pt x="611869" y="55311"/>
                </a:lnTo>
                <a:lnTo>
                  <a:pt x="612214" y="55546"/>
                </a:lnTo>
                <a:lnTo>
                  <a:pt x="612550" y="55788"/>
                </a:lnTo>
                <a:lnTo>
                  <a:pt x="612877" y="56036"/>
                </a:lnTo>
                <a:lnTo>
                  <a:pt x="613194" y="56289"/>
                </a:lnTo>
                <a:lnTo>
                  <a:pt x="613502" y="56549"/>
                </a:lnTo>
                <a:lnTo>
                  <a:pt x="613801" y="56815"/>
                </a:lnTo>
                <a:lnTo>
                  <a:pt x="614090" y="57087"/>
                </a:lnTo>
                <a:lnTo>
                  <a:pt x="614371" y="57365"/>
                </a:lnTo>
                <a:lnTo>
                  <a:pt x="614642" y="57648"/>
                </a:lnTo>
                <a:lnTo>
                  <a:pt x="614904" y="57938"/>
                </a:lnTo>
                <a:lnTo>
                  <a:pt x="615156" y="58234"/>
                </a:lnTo>
                <a:lnTo>
                  <a:pt x="615399" y="58536"/>
                </a:lnTo>
                <a:lnTo>
                  <a:pt x="615633" y="58844"/>
                </a:lnTo>
                <a:lnTo>
                  <a:pt x="615858" y="59158"/>
                </a:lnTo>
                <a:lnTo>
                  <a:pt x="616073" y="59478"/>
                </a:lnTo>
                <a:lnTo>
                  <a:pt x="616279" y="59804"/>
                </a:lnTo>
                <a:lnTo>
                  <a:pt x="616476" y="60136"/>
                </a:lnTo>
                <a:lnTo>
                  <a:pt x="616664" y="60475"/>
                </a:lnTo>
                <a:lnTo>
                  <a:pt x="616842" y="60819"/>
                </a:lnTo>
                <a:lnTo>
                  <a:pt x="617011" y="61169"/>
                </a:lnTo>
                <a:lnTo>
                  <a:pt x="617171" y="61525"/>
                </a:lnTo>
                <a:lnTo>
                  <a:pt x="617321" y="61887"/>
                </a:lnTo>
                <a:lnTo>
                  <a:pt x="617463" y="62256"/>
                </a:lnTo>
                <a:lnTo>
                  <a:pt x="617596" y="62636"/>
                </a:lnTo>
                <a:lnTo>
                  <a:pt x="617724" y="63037"/>
                </a:lnTo>
                <a:lnTo>
                  <a:pt x="617847" y="63457"/>
                </a:lnTo>
                <a:lnTo>
                  <a:pt x="617963" y="63897"/>
                </a:lnTo>
                <a:lnTo>
                  <a:pt x="618074" y="64357"/>
                </a:lnTo>
                <a:lnTo>
                  <a:pt x="618180" y="64836"/>
                </a:lnTo>
                <a:lnTo>
                  <a:pt x="618279" y="65335"/>
                </a:lnTo>
                <a:lnTo>
                  <a:pt x="618373" y="65854"/>
                </a:lnTo>
                <a:lnTo>
                  <a:pt x="618462" y="66393"/>
                </a:lnTo>
                <a:lnTo>
                  <a:pt x="618544" y="66951"/>
                </a:lnTo>
                <a:lnTo>
                  <a:pt x="618621" y="67529"/>
                </a:lnTo>
                <a:lnTo>
                  <a:pt x="618692" y="68127"/>
                </a:lnTo>
                <a:lnTo>
                  <a:pt x="618757" y="68744"/>
                </a:lnTo>
                <a:lnTo>
                  <a:pt x="618817" y="69381"/>
                </a:lnTo>
                <a:lnTo>
                  <a:pt x="618871" y="70038"/>
                </a:lnTo>
                <a:lnTo>
                  <a:pt x="618920" y="70714"/>
                </a:lnTo>
                <a:lnTo>
                  <a:pt x="618962" y="71411"/>
                </a:lnTo>
                <a:lnTo>
                  <a:pt x="618999" y="72127"/>
                </a:lnTo>
                <a:lnTo>
                  <a:pt x="619031" y="72862"/>
                </a:lnTo>
                <a:lnTo>
                  <a:pt x="619056" y="73617"/>
                </a:lnTo>
                <a:lnTo>
                  <a:pt x="619076" y="74393"/>
                </a:lnTo>
                <a:lnTo>
                  <a:pt x="619090" y="75187"/>
                </a:lnTo>
                <a:lnTo>
                  <a:pt x="619099" y="76002"/>
                </a:lnTo>
                <a:lnTo>
                  <a:pt x="619102" y="76836"/>
                </a:lnTo>
                <a:lnTo>
                  <a:pt x="619102" y="139568"/>
                </a:lnTo>
                <a:lnTo>
                  <a:pt x="635869" y="139568"/>
                </a:lnTo>
                <a:lnTo>
                  <a:pt x="635869" y="71283"/>
                </a:lnTo>
                <a:lnTo>
                  <a:pt x="635855" y="69878"/>
                </a:lnTo>
                <a:lnTo>
                  <a:pt x="635813" y="68503"/>
                </a:lnTo>
                <a:lnTo>
                  <a:pt x="635744" y="67159"/>
                </a:lnTo>
                <a:lnTo>
                  <a:pt x="635648" y="65846"/>
                </a:lnTo>
                <a:lnTo>
                  <a:pt x="635523" y="64564"/>
                </a:lnTo>
                <a:lnTo>
                  <a:pt x="635371" y="63312"/>
                </a:lnTo>
                <a:lnTo>
                  <a:pt x="635191" y="62091"/>
                </a:lnTo>
                <a:lnTo>
                  <a:pt x="634984" y="60901"/>
                </a:lnTo>
                <a:lnTo>
                  <a:pt x="634749" y="59742"/>
                </a:lnTo>
                <a:lnTo>
                  <a:pt x="634487" y="58613"/>
                </a:lnTo>
                <a:lnTo>
                  <a:pt x="634196" y="57515"/>
                </a:lnTo>
                <a:lnTo>
                  <a:pt x="633878" y="56448"/>
                </a:lnTo>
                <a:lnTo>
                  <a:pt x="633533" y="55411"/>
                </a:lnTo>
                <a:lnTo>
                  <a:pt x="633160" y="54406"/>
                </a:lnTo>
                <a:lnTo>
                  <a:pt x="632759" y="53431"/>
                </a:lnTo>
                <a:lnTo>
                  <a:pt x="632330" y="52486"/>
                </a:lnTo>
                <a:lnTo>
                  <a:pt x="631874" y="51573"/>
                </a:lnTo>
                <a:lnTo>
                  <a:pt x="631390" y="50690"/>
                </a:lnTo>
                <a:lnTo>
                  <a:pt x="630879" y="49838"/>
                </a:lnTo>
                <a:lnTo>
                  <a:pt x="630340" y="49017"/>
                </a:lnTo>
                <a:lnTo>
                  <a:pt x="629773" y="48226"/>
                </a:lnTo>
                <a:lnTo>
                  <a:pt x="629179" y="47466"/>
                </a:lnTo>
                <a:lnTo>
                  <a:pt x="628557" y="46737"/>
                </a:lnTo>
                <a:lnTo>
                  <a:pt x="627907" y="46039"/>
                </a:lnTo>
                <a:lnTo>
                  <a:pt x="627231" y="45370"/>
                </a:lnTo>
                <a:lnTo>
                  <a:pt x="626532" y="44730"/>
                </a:lnTo>
                <a:lnTo>
                  <a:pt x="625809" y="44118"/>
                </a:lnTo>
                <a:lnTo>
                  <a:pt x="625063" y="43534"/>
                </a:lnTo>
                <a:lnTo>
                  <a:pt x="624293" y="42980"/>
                </a:lnTo>
                <a:lnTo>
                  <a:pt x="623498" y="42453"/>
                </a:lnTo>
                <a:lnTo>
                  <a:pt x="622681" y="41955"/>
                </a:lnTo>
                <a:lnTo>
                  <a:pt x="621839" y="41485"/>
                </a:lnTo>
                <a:lnTo>
                  <a:pt x="620974" y="41044"/>
                </a:lnTo>
                <a:lnTo>
                  <a:pt x="620085" y="40632"/>
                </a:lnTo>
                <a:lnTo>
                  <a:pt x="619172" y="40248"/>
                </a:lnTo>
                <a:lnTo>
                  <a:pt x="618235" y="39892"/>
                </a:lnTo>
                <a:lnTo>
                  <a:pt x="617275" y="39564"/>
                </a:lnTo>
                <a:lnTo>
                  <a:pt x="616291" y="39266"/>
                </a:lnTo>
                <a:lnTo>
                  <a:pt x="615283" y="38995"/>
                </a:lnTo>
                <a:lnTo>
                  <a:pt x="614252" y="38753"/>
                </a:lnTo>
                <a:lnTo>
                  <a:pt x="613197" y="38540"/>
                </a:lnTo>
                <a:lnTo>
                  <a:pt x="612118" y="38355"/>
                </a:lnTo>
                <a:lnTo>
                  <a:pt x="611015" y="38198"/>
                </a:lnTo>
                <a:lnTo>
                  <a:pt x="609888" y="38070"/>
                </a:lnTo>
                <a:lnTo>
                  <a:pt x="608738" y="37971"/>
                </a:lnTo>
                <a:lnTo>
                  <a:pt x="607564" y="37900"/>
                </a:lnTo>
                <a:lnTo>
                  <a:pt x="606366" y="37857"/>
                </a:lnTo>
                <a:lnTo>
                  <a:pt x="605145" y="37843"/>
                </a:lnTo>
                <a:lnTo>
                  <a:pt x="603581" y="37873"/>
                </a:lnTo>
                <a:lnTo>
                  <a:pt x="602041" y="37963"/>
                </a:lnTo>
                <a:lnTo>
                  <a:pt x="600526" y="38113"/>
                </a:lnTo>
                <a:lnTo>
                  <a:pt x="599036" y="38324"/>
                </a:lnTo>
                <a:lnTo>
                  <a:pt x="597570" y="38595"/>
                </a:lnTo>
                <a:lnTo>
                  <a:pt x="596129" y="38926"/>
                </a:lnTo>
                <a:lnTo>
                  <a:pt x="594713" y="39317"/>
                </a:lnTo>
                <a:lnTo>
                  <a:pt x="593322" y="39768"/>
                </a:lnTo>
                <a:lnTo>
                  <a:pt x="591955" y="40280"/>
                </a:lnTo>
                <a:lnTo>
                  <a:pt x="590613" y="40851"/>
                </a:lnTo>
                <a:lnTo>
                  <a:pt x="589296" y="41483"/>
                </a:lnTo>
                <a:lnTo>
                  <a:pt x="588003" y="42175"/>
                </a:lnTo>
                <a:lnTo>
                  <a:pt x="586736" y="42927"/>
                </a:lnTo>
                <a:lnTo>
                  <a:pt x="585492" y="43739"/>
                </a:lnTo>
                <a:lnTo>
                  <a:pt x="584274" y="44612"/>
                </a:lnTo>
                <a:lnTo>
                  <a:pt x="583080" y="45544"/>
                </a:lnTo>
                <a:lnTo>
                  <a:pt x="581912" y="46537"/>
                </a:lnTo>
                <a:lnTo>
                  <a:pt x="580767" y="47590"/>
                </a:lnTo>
                <a:lnTo>
                  <a:pt x="579648" y="48703"/>
                </a:lnTo>
                <a:lnTo>
                  <a:pt x="578553" y="49877"/>
                </a:lnTo>
                <a:lnTo>
                  <a:pt x="577483" y="51110"/>
                </a:lnTo>
                <a:lnTo>
                  <a:pt x="576438" y="52404"/>
                </a:lnTo>
                <a:lnTo>
                  <a:pt x="575417" y="53758"/>
                </a:lnTo>
                <a:lnTo>
                  <a:pt x="574421" y="55172"/>
                </a:lnTo>
                <a:lnTo>
                  <a:pt x="574172" y="54495"/>
                </a:lnTo>
                <a:lnTo>
                  <a:pt x="573908" y="53830"/>
                </a:lnTo>
                <a:lnTo>
                  <a:pt x="573630" y="53179"/>
                </a:lnTo>
                <a:lnTo>
                  <a:pt x="573337" y="52540"/>
                </a:lnTo>
                <a:lnTo>
                  <a:pt x="573030" y="51913"/>
                </a:lnTo>
                <a:lnTo>
                  <a:pt x="572709" y="51299"/>
                </a:lnTo>
                <a:lnTo>
                  <a:pt x="572373" y="50698"/>
                </a:lnTo>
                <a:lnTo>
                  <a:pt x="572022" y="50110"/>
                </a:lnTo>
                <a:lnTo>
                  <a:pt x="571657" y="49534"/>
                </a:lnTo>
                <a:lnTo>
                  <a:pt x="571278" y="48970"/>
                </a:lnTo>
                <a:lnTo>
                  <a:pt x="570884" y="48420"/>
                </a:lnTo>
                <a:lnTo>
                  <a:pt x="570475" y="47882"/>
                </a:lnTo>
                <a:lnTo>
                  <a:pt x="570052" y="47356"/>
                </a:lnTo>
                <a:lnTo>
                  <a:pt x="569615" y="46843"/>
                </a:lnTo>
                <a:lnTo>
                  <a:pt x="569163" y="46343"/>
                </a:lnTo>
                <a:lnTo>
                  <a:pt x="568697" y="45855"/>
                </a:lnTo>
                <a:lnTo>
                  <a:pt x="568216" y="45380"/>
                </a:lnTo>
                <a:lnTo>
                  <a:pt x="567721" y="44918"/>
                </a:lnTo>
                <a:lnTo>
                  <a:pt x="567211" y="44468"/>
                </a:lnTo>
                <a:lnTo>
                  <a:pt x="566687" y="44031"/>
                </a:lnTo>
                <a:lnTo>
                  <a:pt x="566148" y="43607"/>
                </a:lnTo>
                <a:lnTo>
                  <a:pt x="565595" y="43195"/>
                </a:lnTo>
                <a:lnTo>
                  <a:pt x="565027" y="42796"/>
                </a:lnTo>
                <a:lnTo>
                  <a:pt x="564445" y="42409"/>
                </a:lnTo>
                <a:lnTo>
                  <a:pt x="563849" y="42037"/>
                </a:lnTo>
                <a:lnTo>
                  <a:pt x="563239" y="41680"/>
                </a:lnTo>
                <a:lnTo>
                  <a:pt x="562615" y="41339"/>
                </a:lnTo>
                <a:lnTo>
                  <a:pt x="561977" y="41014"/>
                </a:lnTo>
                <a:lnTo>
                  <a:pt x="561326" y="40705"/>
                </a:lnTo>
                <a:lnTo>
                  <a:pt x="560660" y="40411"/>
                </a:lnTo>
                <a:lnTo>
                  <a:pt x="559981" y="40134"/>
                </a:lnTo>
                <a:lnTo>
                  <a:pt x="559288" y="39872"/>
                </a:lnTo>
                <a:lnTo>
                  <a:pt x="558581" y="39626"/>
                </a:lnTo>
                <a:lnTo>
                  <a:pt x="557861" y="39397"/>
                </a:lnTo>
                <a:lnTo>
                  <a:pt x="557126" y="39183"/>
                </a:lnTo>
                <a:lnTo>
                  <a:pt x="556378" y="38984"/>
                </a:lnTo>
                <a:lnTo>
                  <a:pt x="555616" y="38802"/>
                </a:lnTo>
                <a:lnTo>
                  <a:pt x="554840" y="38636"/>
                </a:lnTo>
                <a:lnTo>
                  <a:pt x="554050" y="38485"/>
                </a:lnTo>
                <a:lnTo>
                  <a:pt x="553247" y="38350"/>
                </a:lnTo>
                <a:lnTo>
                  <a:pt x="552429" y="38231"/>
                </a:lnTo>
                <a:lnTo>
                  <a:pt x="551598" y="38128"/>
                </a:lnTo>
                <a:lnTo>
                  <a:pt x="550753" y="38041"/>
                </a:lnTo>
                <a:lnTo>
                  <a:pt x="549894" y="37970"/>
                </a:lnTo>
                <a:lnTo>
                  <a:pt x="549021" y="37914"/>
                </a:lnTo>
                <a:lnTo>
                  <a:pt x="548135" y="37874"/>
                </a:lnTo>
                <a:lnTo>
                  <a:pt x="547234" y="37851"/>
                </a:lnTo>
                <a:lnTo>
                  <a:pt x="546320" y="37843"/>
                </a:lnTo>
                <a:lnTo>
                  <a:pt x="545496" y="37850"/>
                </a:lnTo>
                <a:lnTo>
                  <a:pt x="544680" y="37873"/>
                </a:lnTo>
                <a:lnTo>
                  <a:pt x="543872" y="37912"/>
                </a:lnTo>
                <a:lnTo>
                  <a:pt x="543070" y="37966"/>
                </a:lnTo>
                <a:lnTo>
                  <a:pt x="542277" y="38035"/>
                </a:lnTo>
                <a:lnTo>
                  <a:pt x="541490" y="38119"/>
                </a:lnTo>
                <a:lnTo>
                  <a:pt x="540711" y="38219"/>
                </a:lnTo>
                <a:lnTo>
                  <a:pt x="539940" y="38334"/>
                </a:lnTo>
                <a:lnTo>
                  <a:pt x="539176" y="38465"/>
                </a:lnTo>
                <a:lnTo>
                  <a:pt x="538420" y="38611"/>
                </a:lnTo>
                <a:lnTo>
                  <a:pt x="537671" y="38772"/>
                </a:lnTo>
                <a:lnTo>
                  <a:pt x="536930" y="38948"/>
                </a:lnTo>
                <a:lnTo>
                  <a:pt x="536196" y="39140"/>
                </a:lnTo>
                <a:lnTo>
                  <a:pt x="535469" y="39348"/>
                </a:lnTo>
                <a:lnTo>
                  <a:pt x="534750" y="39570"/>
                </a:lnTo>
                <a:lnTo>
                  <a:pt x="534039" y="39809"/>
                </a:lnTo>
                <a:lnTo>
                  <a:pt x="533335" y="40062"/>
                </a:lnTo>
                <a:lnTo>
                  <a:pt x="532638" y="40331"/>
                </a:lnTo>
                <a:lnTo>
                  <a:pt x="531949" y="40615"/>
                </a:lnTo>
                <a:lnTo>
                  <a:pt x="531268" y="40914"/>
                </a:lnTo>
                <a:lnTo>
                  <a:pt x="530594" y="41229"/>
                </a:lnTo>
                <a:lnTo>
                  <a:pt x="529927" y="41559"/>
                </a:lnTo>
                <a:lnTo>
                  <a:pt x="529268" y="41905"/>
                </a:lnTo>
                <a:lnTo>
                  <a:pt x="528616" y="42266"/>
                </a:lnTo>
                <a:lnTo>
                  <a:pt x="527974" y="42639"/>
                </a:lnTo>
                <a:lnTo>
                  <a:pt x="527342" y="43023"/>
                </a:lnTo>
                <a:lnTo>
                  <a:pt x="526721" y="43416"/>
                </a:lnTo>
                <a:lnTo>
                  <a:pt x="526111" y="43819"/>
                </a:lnTo>
                <a:lnTo>
                  <a:pt x="525511" y="44232"/>
                </a:lnTo>
                <a:lnTo>
                  <a:pt x="524922" y="44655"/>
                </a:lnTo>
                <a:lnTo>
                  <a:pt x="524344" y="45088"/>
                </a:lnTo>
                <a:lnTo>
                  <a:pt x="523777" y="45530"/>
                </a:lnTo>
                <a:lnTo>
                  <a:pt x="523220" y="45983"/>
                </a:lnTo>
                <a:lnTo>
                  <a:pt x="522674" y="46445"/>
                </a:lnTo>
                <a:lnTo>
                  <a:pt x="522139" y="46917"/>
                </a:lnTo>
                <a:lnTo>
                  <a:pt x="521615" y="47399"/>
                </a:lnTo>
                <a:lnTo>
                  <a:pt x="521101" y="47891"/>
                </a:lnTo>
                <a:lnTo>
                  <a:pt x="520598" y="48393"/>
                </a:lnTo>
                <a:lnTo>
                  <a:pt x="520106" y="48905"/>
                </a:lnTo>
                <a:lnTo>
                  <a:pt x="519624" y="49426"/>
                </a:lnTo>
                <a:lnTo>
                  <a:pt x="519153" y="49958"/>
                </a:lnTo>
                <a:lnTo>
                  <a:pt x="518693" y="50499"/>
                </a:lnTo>
                <a:lnTo>
                  <a:pt x="518244" y="51050"/>
                </a:lnTo>
                <a:lnTo>
                  <a:pt x="517805" y="51611"/>
                </a:lnTo>
                <a:lnTo>
                  <a:pt x="517378" y="52182"/>
                </a:lnTo>
                <a:lnTo>
                  <a:pt x="516960" y="52763"/>
                </a:lnTo>
                <a:lnTo>
                  <a:pt x="516554" y="53353"/>
                </a:lnTo>
                <a:lnTo>
                  <a:pt x="516158" y="53954"/>
                </a:lnTo>
                <a:lnTo>
                  <a:pt x="516158" y="40091"/>
                </a:lnTo>
                <a:lnTo>
                  <a:pt x="501077" y="40091"/>
                </a:lnTo>
                <a:lnTo>
                  <a:pt x="501077" y="139568"/>
                </a:lnTo>
                <a:lnTo>
                  <a:pt x="517938" y="139568"/>
                </a:lnTo>
                <a:lnTo>
                  <a:pt x="517938" y="87901"/>
                </a:lnTo>
                <a:lnTo>
                  <a:pt x="517943" y="86779"/>
                </a:lnTo>
                <a:lnTo>
                  <a:pt x="517957" y="85679"/>
                </a:lnTo>
                <a:close/>
                <a:moveTo>
                  <a:pt x="784453" y="82078"/>
                </a:moveTo>
                <a:lnTo>
                  <a:pt x="784521" y="80591"/>
                </a:lnTo>
                <a:lnTo>
                  <a:pt x="784616" y="79146"/>
                </a:lnTo>
                <a:lnTo>
                  <a:pt x="784738" y="77744"/>
                </a:lnTo>
                <a:lnTo>
                  <a:pt x="784887" y="76385"/>
                </a:lnTo>
                <a:lnTo>
                  <a:pt x="785064" y="75068"/>
                </a:lnTo>
                <a:lnTo>
                  <a:pt x="785268" y="73794"/>
                </a:lnTo>
                <a:lnTo>
                  <a:pt x="785498" y="72562"/>
                </a:lnTo>
                <a:lnTo>
                  <a:pt x="785756" y="71373"/>
                </a:lnTo>
                <a:lnTo>
                  <a:pt x="786042" y="70227"/>
                </a:lnTo>
                <a:lnTo>
                  <a:pt x="786354" y="69123"/>
                </a:lnTo>
                <a:lnTo>
                  <a:pt x="786693" y="68063"/>
                </a:lnTo>
                <a:lnTo>
                  <a:pt x="787060" y="67044"/>
                </a:lnTo>
                <a:lnTo>
                  <a:pt x="787454" y="66069"/>
                </a:lnTo>
                <a:lnTo>
                  <a:pt x="787875" y="65136"/>
                </a:lnTo>
                <a:lnTo>
                  <a:pt x="788323" y="64246"/>
                </a:lnTo>
                <a:lnTo>
                  <a:pt x="788798" y="63398"/>
                </a:lnTo>
                <a:lnTo>
                  <a:pt x="789301" y="62593"/>
                </a:lnTo>
                <a:lnTo>
                  <a:pt x="789830" y="61831"/>
                </a:lnTo>
                <a:lnTo>
                  <a:pt x="790387" y="61111"/>
                </a:lnTo>
                <a:lnTo>
                  <a:pt x="790971" y="60434"/>
                </a:lnTo>
                <a:lnTo>
                  <a:pt x="791582" y="59800"/>
                </a:lnTo>
                <a:lnTo>
                  <a:pt x="792220" y="59208"/>
                </a:lnTo>
                <a:lnTo>
                  <a:pt x="792877" y="58650"/>
                </a:lnTo>
                <a:lnTo>
                  <a:pt x="793544" y="58115"/>
                </a:lnTo>
                <a:lnTo>
                  <a:pt x="794221" y="57604"/>
                </a:lnTo>
                <a:lnTo>
                  <a:pt x="794909" y="57116"/>
                </a:lnTo>
                <a:lnTo>
                  <a:pt x="795607" y="56653"/>
                </a:lnTo>
                <a:lnTo>
                  <a:pt x="796315" y="56213"/>
                </a:lnTo>
                <a:lnTo>
                  <a:pt x="797034" y="55797"/>
                </a:lnTo>
                <a:lnTo>
                  <a:pt x="797762" y="55405"/>
                </a:lnTo>
                <a:lnTo>
                  <a:pt x="798501" y="55036"/>
                </a:lnTo>
                <a:lnTo>
                  <a:pt x="799250" y="54691"/>
                </a:lnTo>
                <a:lnTo>
                  <a:pt x="800010" y="54370"/>
                </a:lnTo>
                <a:lnTo>
                  <a:pt x="800779" y="54073"/>
                </a:lnTo>
                <a:lnTo>
                  <a:pt x="801559" y="53800"/>
                </a:lnTo>
                <a:lnTo>
                  <a:pt x="802349" y="53550"/>
                </a:lnTo>
                <a:lnTo>
                  <a:pt x="803149" y="53324"/>
                </a:lnTo>
                <a:lnTo>
                  <a:pt x="803960" y="53122"/>
                </a:lnTo>
                <a:lnTo>
                  <a:pt x="804781" y="52944"/>
                </a:lnTo>
                <a:lnTo>
                  <a:pt x="805612" y="52790"/>
                </a:lnTo>
                <a:lnTo>
                  <a:pt x="806453" y="52659"/>
                </a:lnTo>
                <a:lnTo>
                  <a:pt x="807305" y="52552"/>
                </a:lnTo>
                <a:lnTo>
                  <a:pt x="808167" y="52469"/>
                </a:lnTo>
                <a:lnTo>
                  <a:pt x="809039" y="52409"/>
                </a:lnTo>
                <a:lnTo>
                  <a:pt x="809921" y="52373"/>
                </a:lnTo>
                <a:lnTo>
                  <a:pt x="810814" y="52362"/>
                </a:lnTo>
                <a:lnTo>
                  <a:pt x="811373" y="52367"/>
                </a:lnTo>
                <a:lnTo>
                  <a:pt x="811926" y="52383"/>
                </a:lnTo>
                <a:lnTo>
                  <a:pt x="812473" y="52409"/>
                </a:lnTo>
                <a:lnTo>
                  <a:pt x="813013" y="52446"/>
                </a:lnTo>
                <a:lnTo>
                  <a:pt x="813548" y="52494"/>
                </a:lnTo>
                <a:lnTo>
                  <a:pt x="814077" y="52552"/>
                </a:lnTo>
                <a:lnTo>
                  <a:pt x="814600" y="52621"/>
                </a:lnTo>
                <a:lnTo>
                  <a:pt x="815117" y="52700"/>
                </a:lnTo>
                <a:lnTo>
                  <a:pt x="815628" y="52790"/>
                </a:lnTo>
                <a:lnTo>
                  <a:pt x="816133" y="52891"/>
                </a:lnTo>
                <a:lnTo>
                  <a:pt x="816632" y="53002"/>
                </a:lnTo>
                <a:lnTo>
                  <a:pt x="817125" y="53123"/>
                </a:lnTo>
                <a:lnTo>
                  <a:pt x="817611" y="53256"/>
                </a:lnTo>
                <a:lnTo>
                  <a:pt x="818092" y="53398"/>
                </a:lnTo>
                <a:lnTo>
                  <a:pt x="818567" y="53552"/>
                </a:lnTo>
                <a:lnTo>
                  <a:pt x="819036" y="53716"/>
                </a:lnTo>
                <a:lnTo>
                  <a:pt x="819498" y="53890"/>
                </a:lnTo>
                <a:lnTo>
                  <a:pt x="819955" y="54076"/>
                </a:lnTo>
                <a:lnTo>
                  <a:pt x="820406" y="54271"/>
                </a:lnTo>
                <a:lnTo>
                  <a:pt x="820851" y="54478"/>
                </a:lnTo>
                <a:lnTo>
                  <a:pt x="821289" y="54695"/>
                </a:lnTo>
                <a:lnTo>
                  <a:pt x="821722" y="54922"/>
                </a:lnTo>
                <a:lnTo>
                  <a:pt x="822149" y="55160"/>
                </a:lnTo>
                <a:lnTo>
                  <a:pt x="822569" y="55409"/>
                </a:lnTo>
                <a:lnTo>
                  <a:pt x="822981" y="55666"/>
                </a:lnTo>
                <a:lnTo>
                  <a:pt x="823383" y="55931"/>
                </a:lnTo>
                <a:lnTo>
                  <a:pt x="823774" y="56203"/>
                </a:lnTo>
                <a:lnTo>
                  <a:pt x="824155" y="56482"/>
                </a:lnTo>
                <a:lnTo>
                  <a:pt x="824525" y="56768"/>
                </a:lnTo>
                <a:lnTo>
                  <a:pt x="824885" y="57061"/>
                </a:lnTo>
                <a:lnTo>
                  <a:pt x="825233" y="57362"/>
                </a:lnTo>
                <a:lnTo>
                  <a:pt x="825572" y="57670"/>
                </a:lnTo>
                <a:lnTo>
                  <a:pt x="825900" y="57984"/>
                </a:lnTo>
                <a:lnTo>
                  <a:pt x="826217" y="58306"/>
                </a:lnTo>
                <a:lnTo>
                  <a:pt x="826523" y="58636"/>
                </a:lnTo>
                <a:lnTo>
                  <a:pt x="826819" y="58972"/>
                </a:lnTo>
                <a:lnTo>
                  <a:pt x="827105" y="59315"/>
                </a:lnTo>
                <a:lnTo>
                  <a:pt x="827380" y="59666"/>
                </a:lnTo>
                <a:lnTo>
                  <a:pt x="827644" y="60024"/>
                </a:lnTo>
                <a:lnTo>
                  <a:pt x="827898" y="60389"/>
                </a:lnTo>
                <a:lnTo>
                  <a:pt x="828141" y="60761"/>
                </a:lnTo>
                <a:lnTo>
                  <a:pt x="828374" y="61140"/>
                </a:lnTo>
                <a:lnTo>
                  <a:pt x="828596" y="61527"/>
                </a:lnTo>
                <a:lnTo>
                  <a:pt x="828807" y="61921"/>
                </a:lnTo>
                <a:lnTo>
                  <a:pt x="829008" y="62321"/>
                </a:lnTo>
                <a:lnTo>
                  <a:pt x="829199" y="62729"/>
                </a:lnTo>
                <a:lnTo>
                  <a:pt x="829378" y="63145"/>
                </a:lnTo>
                <a:lnTo>
                  <a:pt x="829548" y="63567"/>
                </a:lnTo>
                <a:lnTo>
                  <a:pt x="829708" y="64002"/>
                </a:lnTo>
                <a:lnTo>
                  <a:pt x="829862" y="64455"/>
                </a:lnTo>
                <a:lnTo>
                  <a:pt x="830009" y="64926"/>
                </a:lnTo>
                <a:lnTo>
                  <a:pt x="830149" y="65415"/>
                </a:lnTo>
                <a:lnTo>
                  <a:pt x="830282" y="65922"/>
                </a:lnTo>
                <a:lnTo>
                  <a:pt x="830408" y="66448"/>
                </a:lnTo>
                <a:lnTo>
                  <a:pt x="830528" y="66991"/>
                </a:lnTo>
                <a:lnTo>
                  <a:pt x="830640" y="67552"/>
                </a:lnTo>
                <a:lnTo>
                  <a:pt x="830746" y="68132"/>
                </a:lnTo>
                <a:lnTo>
                  <a:pt x="830845" y="68730"/>
                </a:lnTo>
                <a:lnTo>
                  <a:pt x="830937" y="69345"/>
                </a:lnTo>
                <a:lnTo>
                  <a:pt x="831023" y="69979"/>
                </a:lnTo>
                <a:lnTo>
                  <a:pt x="831101" y="70631"/>
                </a:lnTo>
                <a:lnTo>
                  <a:pt x="831173" y="71301"/>
                </a:lnTo>
                <a:lnTo>
                  <a:pt x="831238" y="71989"/>
                </a:lnTo>
                <a:lnTo>
                  <a:pt x="831296" y="72695"/>
                </a:lnTo>
                <a:lnTo>
                  <a:pt x="831347" y="73419"/>
                </a:lnTo>
                <a:lnTo>
                  <a:pt x="831392" y="74161"/>
                </a:lnTo>
                <a:lnTo>
                  <a:pt x="831429" y="74921"/>
                </a:lnTo>
                <a:lnTo>
                  <a:pt x="831460" y="75699"/>
                </a:lnTo>
                <a:lnTo>
                  <a:pt x="831484" y="76496"/>
                </a:lnTo>
                <a:lnTo>
                  <a:pt x="831501" y="77310"/>
                </a:lnTo>
                <a:lnTo>
                  <a:pt x="831511" y="78143"/>
                </a:lnTo>
                <a:lnTo>
                  <a:pt x="831515" y="78993"/>
                </a:lnTo>
                <a:lnTo>
                  <a:pt x="831515" y="139568"/>
                </a:lnTo>
                <a:lnTo>
                  <a:pt x="848375" y="139568"/>
                </a:lnTo>
                <a:lnTo>
                  <a:pt x="848375" y="78402"/>
                </a:lnTo>
                <a:lnTo>
                  <a:pt x="848374" y="77438"/>
                </a:lnTo>
                <a:lnTo>
                  <a:pt x="848369" y="76499"/>
                </a:lnTo>
                <a:lnTo>
                  <a:pt x="848361" y="75584"/>
                </a:lnTo>
                <a:lnTo>
                  <a:pt x="848349" y="74694"/>
                </a:lnTo>
                <a:lnTo>
                  <a:pt x="848335" y="73828"/>
                </a:lnTo>
                <a:lnTo>
                  <a:pt x="848317" y="72987"/>
                </a:lnTo>
                <a:lnTo>
                  <a:pt x="848296" y="72169"/>
                </a:lnTo>
                <a:lnTo>
                  <a:pt x="848271" y="71377"/>
                </a:lnTo>
                <a:lnTo>
                  <a:pt x="848244" y="70608"/>
                </a:lnTo>
                <a:lnTo>
                  <a:pt x="848213" y="69864"/>
                </a:lnTo>
                <a:lnTo>
                  <a:pt x="848178" y="69145"/>
                </a:lnTo>
                <a:lnTo>
                  <a:pt x="848141" y="68449"/>
                </a:lnTo>
                <a:lnTo>
                  <a:pt x="848100" y="67779"/>
                </a:lnTo>
                <a:lnTo>
                  <a:pt x="848057" y="67132"/>
                </a:lnTo>
                <a:lnTo>
                  <a:pt x="848009" y="66510"/>
                </a:lnTo>
                <a:lnTo>
                  <a:pt x="847959" y="65913"/>
                </a:lnTo>
                <a:lnTo>
                  <a:pt x="847905" y="65339"/>
                </a:lnTo>
                <a:lnTo>
                  <a:pt x="847848" y="64790"/>
                </a:lnTo>
                <a:lnTo>
                  <a:pt x="847788" y="64266"/>
                </a:lnTo>
                <a:lnTo>
                  <a:pt x="847725" y="63766"/>
                </a:lnTo>
                <a:lnTo>
                  <a:pt x="847658" y="63290"/>
                </a:lnTo>
                <a:lnTo>
                  <a:pt x="847588" y="62839"/>
                </a:lnTo>
                <a:lnTo>
                  <a:pt x="847515" y="62412"/>
                </a:lnTo>
                <a:lnTo>
                  <a:pt x="847439" y="62010"/>
                </a:lnTo>
                <a:lnTo>
                  <a:pt x="847310" y="61412"/>
                </a:lnTo>
                <a:lnTo>
                  <a:pt x="847173" y="60821"/>
                </a:lnTo>
                <a:lnTo>
                  <a:pt x="847029" y="60237"/>
                </a:lnTo>
                <a:lnTo>
                  <a:pt x="846877" y="59660"/>
                </a:lnTo>
                <a:lnTo>
                  <a:pt x="846717" y="59090"/>
                </a:lnTo>
                <a:lnTo>
                  <a:pt x="846549" y="58526"/>
                </a:lnTo>
                <a:lnTo>
                  <a:pt x="846373" y="57970"/>
                </a:lnTo>
                <a:lnTo>
                  <a:pt x="846190" y="57420"/>
                </a:lnTo>
                <a:lnTo>
                  <a:pt x="845998" y="56877"/>
                </a:lnTo>
                <a:lnTo>
                  <a:pt x="845799" y="56341"/>
                </a:lnTo>
                <a:lnTo>
                  <a:pt x="845592" y="55811"/>
                </a:lnTo>
                <a:lnTo>
                  <a:pt x="845378" y="55289"/>
                </a:lnTo>
                <a:lnTo>
                  <a:pt x="845155" y="54773"/>
                </a:lnTo>
                <a:lnTo>
                  <a:pt x="844925" y="54264"/>
                </a:lnTo>
                <a:lnTo>
                  <a:pt x="844687" y="53762"/>
                </a:lnTo>
                <a:lnTo>
                  <a:pt x="844441" y="53267"/>
                </a:lnTo>
                <a:lnTo>
                  <a:pt x="844187" y="52779"/>
                </a:lnTo>
                <a:lnTo>
                  <a:pt x="843926" y="52297"/>
                </a:lnTo>
                <a:lnTo>
                  <a:pt x="843657" y="51823"/>
                </a:lnTo>
                <a:lnTo>
                  <a:pt x="843380" y="51355"/>
                </a:lnTo>
                <a:lnTo>
                  <a:pt x="843095" y="50894"/>
                </a:lnTo>
                <a:lnTo>
                  <a:pt x="842802" y="50439"/>
                </a:lnTo>
                <a:lnTo>
                  <a:pt x="842501" y="49992"/>
                </a:lnTo>
                <a:lnTo>
                  <a:pt x="842193" y="49551"/>
                </a:lnTo>
                <a:lnTo>
                  <a:pt x="841874" y="49118"/>
                </a:lnTo>
                <a:lnTo>
                  <a:pt x="841542" y="48691"/>
                </a:lnTo>
                <a:lnTo>
                  <a:pt x="841197" y="48272"/>
                </a:lnTo>
                <a:lnTo>
                  <a:pt x="840839" y="47859"/>
                </a:lnTo>
                <a:lnTo>
                  <a:pt x="840467" y="47453"/>
                </a:lnTo>
                <a:lnTo>
                  <a:pt x="840083" y="47055"/>
                </a:lnTo>
                <a:lnTo>
                  <a:pt x="839685" y="46663"/>
                </a:lnTo>
                <a:lnTo>
                  <a:pt x="839274" y="46278"/>
                </a:lnTo>
                <a:lnTo>
                  <a:pt x="838849" y="45901"/>
                </a:lnTo>
                <a:lnTo>
                  <a:pt x="838412" y="45530"/>
                </a:lnTo>
                <a:lnTo>
                  <a:pt x="837962" y="45166"/>
                </a:lnTo>
                <a:lnTo>
                  <a:pt x="837498" y="44809"/>
                </a:lnTo>
                <a:lnTo>
                  <a:pt x="837021" y="44460"/>
                </a:lnTo>
                <a:lnTo>
                  <a:pt x="836531" y="44117"/>
                </a:lnTo>
                <a:lnTo>
                  <a:pt x="836028" y="43781"/>
                </a:lnTo>
                <a:lnTo>
                  <a:pt x="835511" y="43453"/>
                </a:lnTo>
                <a:lnTo>
                  <a:pt x="834982" y="43131"/>
                </a:lnTo>
                <a:lnTo>
                  <a:pt x="834439" y="42816"/>
                </a:lnTo>
                <a:lnTo>
                  <a:pt x="833883" y="42508"/>
                </a:lnTo>
                <a:lnTo>
                  <a:pt x="833314" y="42207"/>
                </a:lnTo>
                <a:lnTo>
                  <a:pt x="832732" y="41914"/>
                </a:lnTo>
                <a:lnTo>
                  <a:pt x="832136" y="41627"/>
                </a:lnTo>
                <a:lnTo>
                  <a:pt x="831528" y="41347"/>
                </a:lnTo>
                <a:lnTo>
                  <a:pt x="830906" y="41074"/>
                </a:lnTo>
                <a:lnTo>
                  <a:pt x="830275" y="40811"/>
                </a:lnTo>
                <a:lnTo>
                  <a:pt x="829639" y="40558"/>
                </a:lnTo>
                <a:lnTo>
                  <a:pt x="828998" y="40317"/>
                </a:lnTo>
                <a:lnTo>
                  <a:pt x="828352" y="40087"/>
                </a:lnTo>
                <a:lnTo>
                  <a:pt x="827701" y="39868"/>
                </a:lnTo>
                <a:lnTo>
                  <a:pt x="827045" y="39661"/>
                </a:lnTo>
                <a:lnTo>
                  <a:pt x="826384" y="39464"/>
                </a:lnTo>
                <a:lnTo>
                  <a:pt x="825717" y="39279"/>
                </a:lnTo>
                <a:lnTo>
                  <a:pt x="825046" y="39105"/>
                </a:lnTo>
                <a:lnTo>
                  <a:pt x="824370" y="38942"/>
                </a:lnTo>
                <a:lnTo>
                  <a:pt x="823689" y="38791"/>
                </a:lnTo>
                <a:lnTo>
                  <a:pt x="823002" y="38651"/>
                </a:lnTo>
                <a:lnTo>
                  <a:pt x="822311" y="38522"/>
                </a:lnTo>
                <a:lnTo>
                  <a:pt x="821615" y="38404"/>
                </a:lnTo>
                <a:lnTo>
                  <a:pt x="820913" y="38297"/>
                </a:lnTo>
                <a:lnTo>
                  <a:pt x="820207" y="38202"/>
                </a:lnTo>
                <a:lnTo>
                  <a:pt x="819495" y="38118"/>
                </a:lnTo>
                <a:lnTo>
                  <a:pt x="818778" y="38045"/>
                </a:lnTo>
                <a:lnTo>
                  <a:pt x="818057" y="37983"/>
                </a:lnTo>
                <a:lnTo>
                  <a:pt x="817330" y="37932"/>
                </a:lnTo>
                <a:lnTo>
                  <a:pt x="816598" y="37893"/>
                </a:lnTo>
                <a:lnTo>
                  <a:pt x="815862" y="37865"/>
                </a:lnTo>
                <a:lnTo>
                  <a:pt x="815120" y="37848"/>
                </a:lnTo>
                <a:lnTo>
                  <a:pt x="814373" y="37843"/>
                </a:lnTo>
                <a:lnTo>
                  <a:pt x="812665" y="37871"/>
                </a:lnTo>
                <a:lnTo>
                  <a:pt x="810990" y="37956"/>
                </a:lnTo>
                <a:lnTo>
                  <a:pt x="809350" y="38097"/>
                </a:lnTo>
                <a:lnTo>
                  <a:pt x="807743" y="38295"/>
                </a:lnTo>
                <a:lnTo>
                  <a:pt x="806170" y="38550"/>
                </a:lnTo>
                <a:lnTo>
                  <a:pt x="804631" y="38861"/>
                </a:lnTo>
                <a:lnTo>
                  <a:pt x="803126" y="39229"/>
                </a:lnTo>
                <a:lnTo>
                  <a:pt x="801655" y="39654"/>
                </a:lnTo>
                <a:lnTo>
                  <a:pt x="800217" y="40135"/>
                </a:lnTo>
                <a:lnTo>
                  <a:pt x="798813" y="40672"/>
                </a:lnTo>
                <a:lnTo>
                  <a:pt x="797443" y="41267"/>
                </a:lnTo>
                <a:lnTo>
                  <a:pt x="796107" y="41917"/>
                </a:lnTo>
                <a:lnTo>
                  <a:pt x="794805" y="42625"/>
                </a:lnTo>
                <a:lnTo>
                  <a:pt x="793537" y="43389"/>
                </a:lnTo>
                <a:lnTo>
                  <a:pt x="792302" y="44209"/>
                </a:lnTo>
                <a:lnTo>
                  <a:pt x="791101" y="45087"/>
                </a:lnTo>
                <a:lnTo>
                  <a:pt x="789934" y="46020"/>
                </a:lnTo>
                <a:lnTo>
                  <a:pt x="788801" y="47011"/>
                </a:lnTo>
                <a:lnTo>
                  <a:pt x="787702" y="48058"/>
                </a:lnTo>
                <a:lnTo>
                  <a:pt x="786636" y="49161"/>
                </a:lnTo>
                <a:lnTo>
                  <a:pt x="785605" y="50321"/>
                </a:lnTo>
                <a:lnTo>
                  <a:pt x="784607" y="51538"/>
                </a:lnTo>
                <a:lnTo>
                  <a:pt x="783643" y="52811"/>
                </a:lnTo>
                <a:lnTo>
                  <a:pt x="782712" y="54141"/>
                </a:lnTo>
                <a:lnTo>
                  <a:pt x="782712" y="40091"/>
                </a:lnTo>
                <a:lnTo>
                  <a:pt x="767538" y="40091"/>
                </a:lnTo>
                <a:lnTo>
                  <a:pt x="767538" y="139568"/>
                </a:lnTo>
                <a:lnTo>
                  <a:pt x="784399" y="139568"/>
                </a:lnTo>
                <a:lnTo>
                  <a:pt x="784399" y="85181"/>
                </a:lnTo>
                <a:lnTo>
                  <a:pt x="784412" y="83608"/>
                </a:lnTo>
                <a:lnTo>
                  <a:pt x="784453" y="82078"/>
                </a:lnTo>
                <a:close/>
                <a:moveTo>
                  <a:pt x="726007" y="129016"/>
                </a:moveTo>
                <a:lnTo>
                  <a:pt x="726092" y="129580"/>
                </a:lnTo>
                <a:lnTo>
                  <a:pt x="726184" y="130138"/>
                </a:lnTo>
                <a:lnTo>
                  <a:pt x="726282" y="130690"/>
                </a:lnTo>
                <a:lnTo>
                  <a:pt x="726387" y="131236"/>
                </a:lnTo>
                <a:lnTo>
                  <a:pt x="726498" y="131776"/>
                </a:lnTo>
                <a:lnTo>
                  <a:pt x="726616" y="132309"/>
                </a:lnTo>
                <a:lnTo>
                  <a:pt x="726740" y="132836"/>
                </a:lnTo>
                <a:lnTo>
                  <a:pt x="726871" y="133357"/>
                </a:lnTo>
                <a:lnTo>
                  <a:pt x="727008" y="133872"/>
                </a:lnTo>
                <a:lnTo>
                  <a:pt x="727152" y="134381"/>
                </a:lnTo>
                <a:lnTo>
                  <a:pt x="727302" y="134883"/>
                </a:lnTo>
                <a:lnTo>
                  <a:pt x="727459" y="135380"/>
                </a:lnTo>
                <a:lnTo>
                  <a:pt x="727622" y="135870"/>
                </a:lnTo>
                <a:lnTo>
                  <a:pt x="727792" y="136354"/>
                </a:lnTo>
                <a:lnTo>
                  <a:pt x="727968" y="136832"/>
                </a:lnTo>
                <a:lnTo>
                  <a:pt x="728151" y="137303"/>
                </a:lnTo>
                <a:lnTo>
                  <a:pt x="728340" y="137769"/>
                </a:lnTo>
                <a:lnTo>
                  <a:pt x="728536" y="138228"/>
                </a:lnTo>
                <a:lnTo>
                  <a:pt x="728738" y="138681"/>
                </a:lnTo>
                <a:lnTo>
                  <a:pt x="728947" y="139128"/>
                </a:lnTo>
                <a:lnTo>
                  <a:pt x="729162" y="139568"/>
                </a:lnTo>
                <a:lnTo>
                  <a:pt x="746772" y="139568"/>
                </a:lnTo>
                <a:lnTo>
                  <a:pt x="746511" y="139091"/>
                </a:lnTo>
                <a:lnTo>
                  <a:pt x="746256" y="138613"/>
                </a:lnTo>
                <a:lnTo>
                  <a:pt x="746009" y="138132"/>
                </a:lnTo>
                <a:lnTo>
                  <a:pt x="745769" y="137650"/>
                </a:lnTo>
                <a:lnTo>
                  <a:pt x="745537" y="137165"/>
                </a:lnTo>
                <a:lnTo>
                  <a:pt x="745312" y="136679"/>
                </a:lnTo>
                <a:lnTo>
                  <a:pt x="745094" y="136192"/>
                </a:lnTo>
                <a:lnTo>
                  <a:pt x="744883" y="135702"/>
                </a:lnTo>
                <a:lnTo>
                  <a:pt x="744680" y="135211"/>
                </a:lnTo>
                <a:lnTo>
                  <a:pt x="744484" y="134717"/>
                </a:lnTo>
                <a:lnTo>
                  <a:pt x="744296" y="134223"/>
                </a:lnTo>
                <a:lnTo>
                  <a:pt x="744114" y="133726"/>
                </a:lnTo>
                <a:lnTo>
                  <a:pt x="743941" y="133227"/>
                </a:lnTo>
                <a:lnTo>
                  <a:pt x="743774" y="132727"/>
                </a:lnTo>
                <a:lnTo>
                  <a:pt x="743615" y="132225"/>
                </a:lnTo>
                <a:lnTo>
                  <a:pt x="743463" y="131721"/>
                </a:lnTo>
                <a:lnTo>
                  <a:pt x="743318" y="131215"/>
                </a:lnTo>
                <a:lnTo>
                  <a:pt x="743181" y="130708"/>
                </a:lnTo>
                <a:lnTo>
                  <a:pt x="743051" y="130199"/>
                </a:lnTo>
                <a:lnTo>
                  <a:pt x="742928" y="129688"/>
                </a:lnTo>
                <a:lnTo>
                  <a:pt x="742813" y="129175"/>
                </a:lnTo>
                <a:lnTo>
                  <a:pt x="742705" y="128660"/>
                </a:lnTo>
                <a:lnTo>
                  <a:pt x="742604" y="128144"/>
                </a:lnTo>
                <a:lnTo>
                  <a:pt x="742510" y="127626"/>
                </a:lnTo>
                <a:lnTo>
                  <a:pt x="742422" y="127076"/>
                </a:lnTo>
                <a:lnTo>
                  <a:pt x="742338" y="126467"/>
                </a:lnTo>
                <a:lnTo>
                  <a:pt x="742258" y="125798"/>
                </a:lnTo>
                <a:lnTo>
                  <a:pt x="742181" y="125069"/>
                </a:lnTo>
                <a:lnTo>
                  <a:pt x="742108" y="124280"/>
                </a:lnTo>
                <a:lnTo>
                  <a:pt x="742039" y="123431"/>
                </a:lnTo>
                <a:lnTo>
                  <a:pt x="741974" y="122522"/>
                </a:lnTo>
                <a:lnTo>
                  <a:pt x="741912" y="121553"/>
                </a:lnTo>
                <a:lnTo>
                  <a:pt x="741854" y="120523"/>
                </a:lnTo>
                <a:lnTo>
                  <a:pt x="741800" y="119434"/>
                </a:lnTo>
                <a:lnTo>
                  <a:pt x="741749" y="118285"/>
                </a:lnTo>
                <a:lnTo>
                  <a:pt x="741702" y="117076"/>
                </a:lnTo>
                <a:lnTo>
                  <a:pt x="741659" y="115807"/>
                </a:lnTo>
                <a:lnTo>
                  <a:pt x="741620" y="114478"/>
                </a:lnTo>
                <a:lnTo>
                  <a:pt x="741585" y="113088"/>
                </a:lnTo>
                <a:lnTo>
                  <a:pt x="741553" y="111639"/>
                </a:lnTo>
                <a:lnTo>
                  <a:pt x="741525" y="110130"/>
                </a:lnTo>
                <a:lnTo>
                  <a:pt x="741501" y="108561"/>
                </a:lnTo>
                <a:lnTo>
                  <a:pt x="741480" y="106932"/>
                </a:lnTo>
                <a:lnTo>
                  <a:pt x="741463" y="105242"/>
                </a:lnTo>
                <a:lnTo>
                  <a:pt x="741450" y="103493"/>
                </a:lnTo>
                <a:lnTo>
                  <a:pt x="741441" y="101684"/>
                </a:lnTo>
                <a:lnTo>
                  <a:pt x="741435" y="99815"/>
                </a:lnTo>
                <a:lnTo>
                  <a:pt x="741433" y="97885"/>
                </a:lnTo>
                <a:lnTo>
                  <a:pt x="741433" y="75404"/>
                </a:lnTo>
                <a:lnTo>
                  <a:pt x="741432" y="74480"/>
                </a:lnTo>
                <a:lnTo>
                  <a:pt x="741427" y="73579"/>
                </a:lnTo>
                <a:lnTo>
                  <a:pt x="741420" y="72703"/>
                </a:lnTo>
                <a:lnTo>
                  <a:pt x="741410" y="71850"/>
                </a:lnTo>
                <a:lnTo>
                  <a:pt x="741397" y="71022"/>
                </a:lnTo>
                <a:lnTo>
                  <a:pt x="741380" y="70217"/>
                </a:lnTo>
                <a:lnTo>
                  <a:pt x="741361" y="69437"/>
                </a:lnTo>
                <a:lnTo>
                  <a:pt x="741340" y="68681"/>
                </a:lnTo>
                <a:lnTo>
                  <a:pt x="741315" y="67949"/>
                </a:lnTo>
                <a:lnTo>
                  <a:pt x="741287" y="67241"/>
                </a:lnTo>
                <a:lnTo>
                  <a:pt x="741256" y="66557"/>
                </a:lnTo>
                <a:lnTo>
                  <a:pt x="741222" y="65897"/>
                </a:lnTo>
                <a:lnTo>
                  <a:pt x="741186" y="65261"/>
                </a:lnTo>
                <a:lnTo>
                  <a:pt x="741146" y="64649"/>
                </a:lnTo>
                <a:lnTo>
                  <a:pt x="741104" y="64062"/>
                </a:lnTo>
                <a:lnTo>
                  <a:pt x="741059" y="63498"/>
                </a:lnTo>
                <a:lnTo>
                  <a:pt x="741010" y="62958"/>
                </a:lnTo>
                <a:lnTo>
                  <a:pt x="740959" y="62443"/>
                </a:lnTo>
                <a:lnTo>
                  <a:pt x="740905" y="61951"/>
                </a:lnTo>
                <a:lnTo>
                  <a:pt x="740848" y="61484"/>
                </a:lnTo>
                <a:lnTo>
                  <a:pt x="740788" y="61041"/>
                </a:lnTo>
                <a:lnTo>
                  <a:pt x="740725" y="60621"/>
                </a:lnTo>
                <a:lnTo>
                  <a:pt x="740659" y="60226"/>
                </a:lnTo>
                <a:lnTo>
                  <a:pt x="740590" y="59855"/>
                </a:lnTo>
                <a:lnTo>
                  <a:pt x="740461" y="59282"/>
                </a:lnTo>
                <a:lnTo>
                  <a:pt x="740325" y="58717"/>
                </a:lnTo>
                <a:lnTo>
                  <a:pt x="740180" y="58160"/>
                </a:lnTo>
                <a:lnTo>
                  <a:pt x="740028" y="57611"/>
                </a:lnTo>
                <a:lnTo>
                  <a:pt x="739868" y="57071"/>
                </a:lnTo>
                <a:lnTo>
                  <a:pt x="739700" y="56539"/>
                </a:lnTo>
                <a:lnTo>
                  <a:pt x="739525" y="56015"/>
                </a:lnTo>
                <a:lnTo>
                  <a:pt x="739341" y="55500"/>
                </a:lnTo>
                <a:lnTo>
                  <a:pt x="739150" y="54992"/>
                </a:lnTo>
                <a:lnTo>
                  <a:pt x="738951" y="54494"/>
                </a:lnTo>
                <a:lnTo>
                  <a:pt x="738744" y="54003"/>
                </a:lnTo>
                <a:lnTo>
                  <a:pt x="738529" y="53521"/>
                </a:lnTo>
                <a:lnTo>
                  <a:pt x="738307" y="53047"/>
                </a:lnTo>
                <a:lnTo>
                  <a:pt x="738077" y="52581"/>
                </a:lnTo>
                <a:lnTo>
                  <a:pt x="737839" y="52124"/>
                </a:lnTo>
                <a:lnTo>
                  <a:pt x="737593" y="51675"/>
                </a:lnTo>
                <a:lnTo>
                  <a:pt x="737339" y="51234"/>
                </a:lnTo>
                <a:lnTo>
                  <a:pt x="737078" y="50801"/>
                </a:lnTo>
                <a:lnTo>
                  <a:pt x="736808" y="50377"/>
                </a:lnTo>
                <a:lnTo>
                  <a:pt x="736531" y="49961"/>
                </a:lnTo>
                <a:lnTo>
                  <a:pt x="736246" y="49554"/>
                </a:lnTo>
                <a:lnTo>
                  <a:pt x="735953" y="49154"/>
                </a:lnTo>
                <a:lnTo>
                  <a:pt x="735653" y="48763"/>
                </a:lnTo>
                <a:lnTo>
                  <a:pt x="735345" y="48381"/>
                </a:lnTo>
                <a:lnTo>
                  <a:pt x="735025" y="48005"/>
                </a:lnTo>
                <a:lnTo>
                  <a:pt x="734691" y="47634"/>
                </a:lnTo>
                <a:lnTo>
                  <a:pt x="734342" y="47269"/>
                </a:lnTo>
                <a:lnTo>
                  <a:pt x="733979" y="46909"/>
                </a:lnTo>
                <a:lnTo>
                  <a:pt x="733601" y="46555"/>
                </a:lnTo>
                <a:lnTo>
                  <a:pt x="733208" y="46206"/>
                </a:lnTo>
                <a:lnTo>
                  <a:pt x="732800" y="45862"/>
                </a:lnTo>
                <a:lnTo>
                  <a:pt x="732378" y="45524"/>
                </a:lnTo>
                <a:lnTo>
                  <a:pt x="731942" y="45191"/>
                </a:lnTo>
                <a:lnTo>
                  <a:pt x="731490" y="44863"/>
                </a:lnTo>
                <a:lnTo>
                  <a:pt x="731025" y="44541"/>
                </a:lnTo>
                <a:lnTo>
                  <a:pt x="730544" y="44224"/>
                </a:lnTo>
                <a:lnTo>
                  <a:pt x="730049" y="43913"/>
                </a:lnTo>
                <a:lnTo>
                  <a:pt x="729539" y="43606"/>
                </a:lnTo>
                <a:lnTo>
                  <a:pt x="729015" y="43306"/>
                </a:lnTo>
                <a:lnTo>
                  <a:pt x="728475" y="43010"/>
                </a:lnTo>
                <a:lnTo>
                  <a:pt x="727922" y="42720"/>
                </a:lnTo>
                <a:lnTo>
                  <a:pt x="727353" y="42435"/>
                </a:lnTo>
                <a:lnTo>
                  <a:pt x="726770" y="42156"/>
                </a:lnTo>
                <a:lnTo>
                  <a:pt x="726173" y="41882"/>
                </a:lnTo>
                <a:lnTo>
                  <a:pt x="725560" y="41614"/>
                </a:lnTo>
                <a:lnTo>
                  <a:pt x="724934" y="41350"/>
                </a:lnTo>
                <a:lnTo>
                  <a:pt x="724292" y="41093"/>
                </a:lnTo>
                <a:lnTo>
                  <a:pt x="723636" y="40840"/>
                </a:lnTo>
                <a:lnTo>
                  <a:pt x="722964" y="40596"/>
                </a:lnTo>
                <a:lnTo>
                  <a:pt x="722276" y="40361"/>
                </a:lnTo>
                <a:lnTo>
                  <a:pt x="721571" y="40138"/>
                </a:lnTo>
                <a:lnTo>
                  <a:pt x="720849" y="39924"/>
                </a:lnTo>
                <a:lnTo>
                  <a:pt x="720111" y="39721"/>
                </a:lnTo>
                <a:lnTo>
                  <a:pt x="719356" y="39529"/>
                </a:lnTo>
                <a:lnTo>
                  <a:pt x="718585" y="39347"/>
                </a:lnTo>
                <a:lnTo>
                  <a:pt x="717797" y="39175"/>
                </a:lnTo>
                <a:lnTo>
                  <a:pt x="716993" y="39014"/>
                </a:lnTo>
                <a:lnTo>
                  <a:pt x="716172" y="38863"/>
                </a:lnTo>
                <a:lnTo>
                  <a:pt x="715334" y="38722"/>
                </a:lnTo>
                <a:lnTo>
                  <a:pt x="714480" y="38592"/>
                </a:lnTo>
                <a:lnTo>
                  <a:pt x="713609" y="38472"/>
                </a:lnTo>
                <a:lnTo>
                  <a:pt x="712721" y="38363"/>
                </a:lnTo>
                <a:lnTo>
                  <a:pt x="711817" y="38264"/>
                </a:lnTo>
                <a:lnTo>
                  <a:pt x="710897" y="38176"/>
                </a:lnTo>
                <a:lnTo>
                  <a:pt x="709960" y="38098"/>
                </a:lnTo>
                <a:lnTo>
                  <a:pt x="709006" y="38030"/>
                </a:lnTo>
                <a:lnTo>
                  <a:pt x="708035" y="37973"/>
                </a:lnTo>
                <a:lnTo>
                  <a:pt x="707048" y="37926"/>
                </a:lnTo>
                <a:lnTo>
                  <a:pt x="706045" y="37890"/>
                </a:lnTo>
                <a:lnTo>
                  <a:pt x="705025" y="37864"/>
                </a:lnTo>
                <a:lnTo>
                  <a:pt x="703988" y="37848"/>
                </a:lnTo>
                <a:lnTo>
                  <a:pt x="702935" y="37843"/>
                </a:lnTo>
                <a:lnTo>
                  <a:pt x="701871" y="37849"/>
                </a:lnTo>
                <a:lnTo>
                  <a:pt x="700817" y="37867"/>
                </a:lnTo>
                <a:lnTo>
                  <a:pt x="699775" y="37898"/>
                </a:lnTo>
                <a:lnTo>
                  <a:pt x="698743" y="37941"/>
                </a:lnTo>
                <a:lnTo>
                  <a:pt x="697722" y="37996"/>
                </a:lnTo>
                <a:lnTo>
                  <a:pt x="696712" y="38063"/>
                </a:lnTo>
                <a:lnTo>
                  <a:pt x="695712" y="38143"/>
                </a:lnTo>
                <a:lnTo>
                  <a:pt x="694723" y="38234"/>
                </a:lnTo>
                <a:lnTo>
                  <a:pt x="693745" y="38338"/>
                </a:lnTo>
                <a:lnTo>
                  <a:pt x="692777" y="38455"/>
                </a:lnTo>
                <a:lnTo>
                  <a:pt x="691821" y="38583"/>
                </a:lnTo>
                <a:lnTo>
                  <a:pt x="690875" y="38724"/>
                </a:lnTo>
                <a:lnTo>
                  <a:pt x="689940" y="38877"/>
                </a:lnTo>
                <a:lnTo>
                  <a:pt x="689015" y="39042"/>
                </a:lnTo>
                <a:lnTo>
                  <a:pt x="688101" y="39219"/>
                </a:lnTo>
                <a:lnTo>
                  <a:pt x="687198" y="39409"/>
                </a:lnTo>
                <a:lnTo>
                  <a:pt x="686306" y="39611"/>
                </a:lnTo>
                <a:lnTo>
                  <a:pt x="685424" y="39825"/>
                </a:lnTo>
                <a:lnTo>
                  <a:pt x="684553" y="40052"/>
                </a:lnTo>
                <a:lnTo>
                  <a:pt x="683693" y="40290"/>
                </a:lnTo>
                <a:lnTo>
                  <a:pt x="682844" y="40541"/>
                </a:lnTo>
                <a:lnTo>
                  <a:pt x="682005" y="40804"/>
                </a:lnTo>
                <a:lnTo>
                  <a:pt x="681177" y="41079"/>
                </a:lnTo>
                <a:lnTo>
                  <a:pt x="680360" y="41367"/>
                </a:lnTo>
                <a:lnTo>
                  <a:pt x="679556" y="41666"/>
                </a:lnTo>
                <a:lnTo>
                  <a:pt x="678769" y="41975"/>
                </a:lnTo>
                <a:lnTo>
                  <a:pt x="677997" y="42294"/>
                </a:lnTo>
                <a:lnTo>
                  <a:pt x="677241" y="42624"/>
                </a:lnTo>
                <a:lnTo>
                  <a:pt x="676500" y="42965"/>
                </a:lnTo>
                <a:lnTo>
                  <a:pt x="675776" y="43316"/>
                </a:lnTo>
                <a:lnTo>
                  <a:pt x="675068" y="43677"/>
                </a:lnTo>
                <a:lnTo>
                  <a:pt x="674376" y="44049"/>
                </a:lnTo>
                <a:lnTo>
                  <a:pt x="673699" y="44431"/>
                </a:lnTo>
                <a:lnTo>
                  <a:pt x="673039" y="44824"/>
                </a:lnTo>
                <a:lnTo>
                  <a:pt x="672395" y="45227"/>
                </a:lnTo>
                <a:lnTo>
                  <a:pt x="671766" y="45641"/>
                </a:lnTo>
                <a:lnTo>
                  <a:pt x="671153" y="46065"/>
                </a:lnTo>
                <a:lnTo>
                  <a:pt x="670557" y="46499"/>
                </a:lnTo>
                <a:lnTo>
                  <a:pt x="669976" y="46944"/>
                </a:lnTo>
                <a:lnTo>
                  <a:pt x="669411" y="47400"/>
                </a:lnTo>
                <a:lnTo>
                  <a:pt x="668862" y="47866"/>
                </a:lnTo>
                <a:lnTo>
                  <a:pt x="668330" y="48342"/>
                </a:lnTo>
                <a:lnTo>
                  <a:pt x="667813" y="48829"/>
                </a:lnTo>
                <a:lnTo>
                  <a:pt x="667312" y="49326"/>
                </a:lnTo>
                <a:lnTo>
                  <a:pt x="666826" y="49833"/>
                </a:lnTo>
                <a:lnTo>
                  <a:pt x="666357" y="50352"/>
                </a:lnTo>
                <a:lnTo>
                  <a:pt x="665904" y="50880"/>
                </a:lnTo>
                <a:lnTo>
                  <a:pt x="665467" y="51419"/>
                </a:lnTo>
                <a:lnTo>
                  <a:pt x="665042" y="51970"/>
                </a:lnTo>
                <a:lnTo>
                  <a:pt x="664628" y="52536"/>
                </a:lnTo>
                <a:lnTo>
                  <a:pt x="664224" y="53116"/>
                </a:lnTo>
                <a:lnTo>
                  <a:pt x="663830" y="53709"/>
                </a:lnTo>
                <a:lnTo>
                  <a:pt x="663446" y="54317"/>
                </a:lnTo>
                <a:lnTo>
                  <a:pt x="663072" y="54940"/>
                </a:lnTo>
                <a:lnTo>
                  <a:pt x="662708" y="55576"/>
                </a:lnTo>
                <a:lnTo>
                  <a:pt x="662355" y="56227"/>
                </a:lnTo>
                <a:lnTo>
                  <a:pt x="662011" y="56892"/>
                </a:lnTo>
                <a:lnTo>
                  <a:pt x="661678" y="57571"/>
                </a:lnTo>
                <a:lnTo>
                  <a:pt x="661354" y="58264"/>
                </a:lnTo>
                <a:lnTo>
                  <a:pt x="661041" y="58971"/>
                </a:lnTo>
                <a:lnTo>
                  <a:pt x="660738" y="59693"/>
                </a:lnTo>
                <a:lnTo>
                  <a:pt x="660444" y="60429"/>
                </a:lnTo>
                <a:lnTo>
                  <a:pt x="660161" y="61178"/>
                </a:lnTo>
                <a:lnTo>
                  <a:pt x="659888" y="61943"/>
                </a:lnTo>
                <a:lnTo>
                  <a:pt x="659625" y="62721"/>
                </a:lnTo>
                <a:lnTo>
                  <a:pt x="659372" y="63513"/>
                </a:lnTo>
                <a:lnTo>
                  <a:pt x="659130" y="64320"/>
                </a:lnTo>
                <a:lnTo>
                  <a:pt x="658897" y="65141"/>
                </a:lnTo>
                <a:lnTo>
                  <a:pt x="658674" y="65976"/>
                </a:lnTo>
                <a:lnTo>
                  <a:pt x="658462" y="66825"/>
                </a:lnTo>
                <a:lnTo>
                  <a:pt x="658259" y="67689"/>
                </a:lnTo>
                <a:lnTo>
                  <a:pt x="658067" y="68567"/>
                </a:lnTo>
                <a:lnTo>
                  <a:pt x="674553" y="70815"/>
                </a:lnTo>
                <a:lnTo>
                  <a:pt x="674784" y="69944"/>
                </a:lnTo>
                <a:lnTo>
                  <a:pt x="675026" y="69095"/>
                </a:lnTo>
                <a:lnTo>
                  <a:pt x="675278" y="68269"/>
                </a:lnTo>
                <a:lnTo>
                  <a:pt x="675540" y="67465"/>
                </a:lnTo>
                <a:lnTo>
                  <a:pt x="675813" y="66683"/>
                </a:lnTo>
                <a:lnTo>
                  <a:pt x="676095" y="65923"/>
                </a:lnTo>
                <a:lnTo>
                  <a:pt x="676388" y="65186"/>
                </a:lnTo>
                <a:lnTo>
                  <a:pt x="676692" y="64471"/>
                </a:lnTo>
                <a:lnTo>
                  <a:pt x="677005" y="63778"/>
                </a:lnTo>
                <a:lnTo>
                  <a:pt x="677329" y="63108"/>
                </a:lnTo>
                <a:lnTo>
                  <a:pt x="677663" y="62460"/>
                </a:lnTo>
                <a:lnTo>
                  <a:pt x="678007" y="61834"/>
                </a:lnTo>
                <a:lnTo>
                  <a:pt x="678361" y="61230"/>
                </a:lnTo>
                <a:lnTo>
                  <a:pt x="678726" y="60649"/>
                </a:lnTo>
                <a:lnTo>
                  <a:pt x="679101" y="60090"/>
                </a:lnTo>
                <a:lnTo>
                  <a:pt x="679486" y="59553"/>
                </a:lnTo>
                <a:lnTo>
                  <a:pt x="679881" y="59039"/>
                </a:lnTo>
                <a:lnTo>
                  <a:pt x="680287" y="58547"/>
                </a:lnTo>
                <a:lnTo>
                  <a:pt x="680703" y="58077"/>
                </a:lnTo>
                <a:lnTo>
                  <a:pt x="681129" y="57629"/>
                </a:lnTo>
                <a:lnTo>
                  <a:pt x="681566" y="57204"/>
                </a:lnTo>
                <a:lnTo>
                  <a:pt x="682012" y="56801"/>
                </a:lnTo>
                <a:lnTo>
                  <a:pt x="682469" y="56420"/>
                </a:lnTo>
                <a:lnTo>
                  <a:pt x="682936" y="56062"/>
                </a:lnTo>
                <a:lnTo>
                  <a:pt x="683419" y="55721"/>
                </a:lnTo>
                <a:lnTo>
                  <a:pt x="683924" y="55396"/>
                </a:lnTo>
                <a:lnTo>
                  <a:pt x="684450" y="55085"/>
                </a:lnTo>
                <a:lnTo>
                  <a:pt x="684998" y="54788"/>
                </a:lnTo>
                <a:lnTo>
                  <a:pt x="685568" y="54506"/>
                </a:lnTo>
                <a:lnTo>
                  <a:pt x="686159" y="54238"/>
                </a:lnTo>
                <a:lnTo>
                  <a:pt x="686772" y="53985"/>
                </a:lnTo>
                <a:lnTo>
                  <a:pt x="687406" y="53746"/>
                </a:lnTo>
                <a:lnTo>
                  <a:pt x="688062" y="53521"/>
                </a:lnTo>
                <a:lnTo>
                  <a:pt x="688740" y="53312"/>
                </a:lnTo>
                <a:lnTo>
                  <a:pt x="689440" y="53116"/>
                </a:lnTo>
                <a:lnTo>
                  <a:pt x="690161" y="52935"/>
                </a:lnTo>
                <a:lnTo>
                  <a:pt x="690903" y="52769"/>
                </a:lnTo>
                <a:lnTo>
                  <a:pt x="691667" y="52617"/>
                </a:lnTo>
                <a:lnTo>
                  <a:pt x="692453" y="52479"/>
                </a:lnTo>
                <a:lnTo>
                  <a:pt x="693261" y="52356"/>
                </a:lnTo>
                <a:lnTo>
                  <a:pt x="694090" y="52248"/>
                </a:lnTo>
                <a:lnTo>
                  <a:pt x="694941" y="52154"/>
                </a:lnTo>
                <a:lnTo>
                  <a:pt x="695813" y="52074"/>
                </a:lnTo>
                <a:lnTo>
                  <a:pt x="696707" y="52009"/>
                </a:lnTo>
                <a:lnTo>
                  <a:pt x="697623" y="51958"/>
                </a:lnTo>
                <a:lnTo>
                  <a:pt x="698560" y="51922"/>
                </a:lnTo>
                <a:lnTo>
                  <a:pt x="699519" y="51900"/>
                </a:lnTo>
                <a:lnTo>
                  <a:pt x="700499" y="51893"/>
                </a:lnTo>
                <a:lnTo>
                  <a:pt x="701550" y="51903"/>
                </a:lnTo>
                <a:lnTo>
                  <a:pt x="702579" y="51933"/>
                </a:lnTo>
                <a:lnTo>
                  <a:pt x="703586" y="51982"/>
                </a:lnTo>
                <a:lnTo>
                  <a:pt x="704571" y="52051"/>
                </a:lnTo>
                <a:lnTo>
                  <a:pt x="705535" y="52140"/>
                </a:lnTo>
                <a:lnTo>
                  <a:pt x="706477" y="52249"/>
                </a:lnTo>
                <a:lnTo>
                  <a:pt x="707397" y="52378"/>
                </a:lnTo>
                <a:lnTo>
                  <a:pt x="708295" y="52526"/>
                </a:lnTo>
                <a:lnTo>
                  <a:pt x="709171" y="52694"/>
                </a:lnTo>
                <a:lnTo>
                  <a:pt x="710026" y="52882"/>
                </a:lnTo>
                <a:lnTo>
                  <a:pt x="710859" y="53089"/>
                </a:lnTo>
                <a:lnTo>
                  <a:pt x="711670" y="53317"/>
                </a:lnTo>
                <a:lnTo>
                  <a:pt x="712459" y="53564"/>
                </a:lnTo>
                <a:lnTo>
                  <a:pt x="713226" y="53831"/>
                </a:lnTo>
                <a:lnTo>
                  <a:pt x="713972" y="54117"/>
                </a:lnTo>
                <a:lnTo>
                  <a:pt x="714696" y="54424"/>
                </a:lnTo>
                <a:lnTo>
                  <a:pt x="715398" y="54750"/>
                </a:lnTo>
                <a:lnTo>
                  <a:pt x="716078" y="55096"/>
                </a:lnTo>
                <a:lnTo>
                  <a:pt x="716736" y="55462"/>
                </a:lnTo>
                <a:lnTo>
                  <a:pt x="717373" y="55847"/>
                </a:lnTo>
                <a:lnTo>
                  <a:pt x="717988" y="56252"/>
                </a:lnTo>
                <a:lnTo>
                  <a:pt x="718581" y="56677"/>
                </a:lnTo>
                <a:lnTo>
                  <a:pt x="719152" y="57122"/>
                </a:lnTo>
                <a:lnTo>
                  <a:pt x="719702" y="57587"/>
                </a:lnTo>
                <a:lnTo>
                  <a:pt x="720092" y="57947"/>
                </a:lnTo>
                <a:lnTo>
                  <a:pt x="720465" y="58328"/>
                </a:lnTo>
                <a:lnTo>
                  <a:pt x="720821" y="58731"/>
                </a:lnTo>
                <a:lnTo>
                  <a:pt x="721161" y="59154"/>
                </a:lnTo>
                <a:lnTo>
                  <a:pt x="721485" y="59599"/>
                </a:lnTo>
                <a:lnTo>
                  <a:pt x="721792" y="60065"/>
                </a:lnTo>
                <a:lnTo>
                  <a:pt x="722082" y="60551"/>
                </a:lnTo>
                <a:lnTo>
                  <a:pt x="722356" y="61059"/>
                </a:lnTo>
                <a:lnTo>
                  <a:pt x="722613" y="61588"/>
                </a:lnTo>
                <a:lnTo>
                  <a:pt x="722853" y="62138"/>
                </a:lnTo>
                <a:lnTo>
                  <a:pt x="723077" y="62709"/>
                </a:lnTo>
                <a:lnTo>
                  <a:pt x="723285" y="63301"/>
                </a:lnTo>
                <a:lnTo>
                  <a:pt x="723475" y="63914"/>
                </a:lnTo>
                <a:lnTo>
                  <a:pt x="723650" y="64549"/>
                </a:lnTo>
                <a:lnTo>
                  <a:pt x="723807" y="65204"/>
                </a:lnTo>
                <a:lnTo>
                  <a:pt x="723948" y="65880"/>
                </a:lnTo>
                <a:lnTo>
                  <a:pt x="724073" y="66578"/>
                </a:lnTo>
                <a:lnTo>
                  <a:pt x="724180" y="67296"/>
                </a:lnTo>
                <a:lnTo>
                  <a:pt x="724272" y="68036"/>
                </a:lnTo>
                <a:lnTo>
                  <a:pt x="724346" y="68797"/>
                </a:lnTo>
                <a:lnTo>
                  <a:pt x="724404" y="69578"/>
                </a:lnTo>
                <a:lnTo>
                  <a:pt x="724446" y="70381"/>
                </a:lnTo>
                <a:lnTo>
                  <a:pt x="724471" y="71205"/>
                </a:lnTo>
                <a:lnTo>
                  <a:pt x="724479" y="72050"/>
                </a:lnTo>
                <a:lnTo>
                  <a:pt x="724479" y="72132"/>
                </a:lnTo>
                <a:lnTo>
                  <a:pt x="724478" y="72223"/>
                </a:lnTo>
                <a:lnTo>
                  <a:pt x="724477" y="72323"/>
                </a:lnTo>
                <a:lnTo>
                  <a:pt x="724476" y="72431"/>
                </a:lnTo>
                <a:lnTo>
                  <a:pt x="724475" y="72548"/>
                </a:lnTo>
                <a:lnTo>
                  <a:pt x="724473" y="72674"/>
                </a:lnTo>
                <a:lnTo>
                  <a:pt x="724471" y="72809"/>
                </a:lnTo>
                <a:lnTo>
                  <a:pt x="724468" y="72952"/>
                </a:lnTo>
                <a:lnTo>
                  <a:pt x="724466" y="73104"/>
                </a:lnTo>
                <a:lnTo>
                  <a:pt x="724463" y="73265"/>
                </a:lnTo>
                <a:lnTo>
                  <a:pt x="724459" y="73435"/>
                </a:lnTo>
                <a:lnTo>
                  <a:pt x="724455" y="73613"/>
                </a:lnTo>
                <a:lnTo>
                  <a:pt x="724451" y="73800"/>
                </a:lnTo>
                <a:lnTo>
                  <a:pt x="724447" y="73996"/>
                </a:lnTo>
                <a:lnTo>
                  <a:pt x="724442" y="74200"/>
                </a:lnTo>
                <a:lnTo>
                  <a:pt x="724437" y="74414"/>
                </a:lnTo>
                <a:lnTo>
                  <a:pt x="724432" y="74636"/>
                </a:lnTo>
                <a:lnTo>
                  <a:pt x="724426" y="74867"/>
                </a:lnTo>
                <a:lnTo>
                  <a:pt x="724420" y="75106"/>
                </a:lnTo>
                <a:lnTo>
                  <a:pt x="724414" y="75354"/>
                </a:lnTo>
                <a:lnTo>
                  <a:pt x="724407" y="75611"/>
                </a:lnTo>
                <a:lnTo>
                  <a:pt x="724400" y="75877"/>
                </a:lnTo>
                <a:lnTo>
                  <a:pt x="724393" y="76152"/>
                </a:lnTo>
                <a:lnTo>
                  <a:pt x="724385" y="76435"/>
                </a:lnTo>
                <a:lnTo>
                  <a:pt x="723563" y="76712"/>
                </a:lnTo>
                <a:lnTo>
                  <a:pt x="722702" y="76986"/>
                </a:lnTo>
                <a:lnTo>
                  <a:pt x="721805" y="77257"/>
                </a:lnTo>
                <a:lnTo>
                  <a:pt x="720870" y="77525"/>
                </a:lnTo>
                <a:lnTo>
                  <a:pt x="719898" y="77790"/>
                </a:lnTo>
                <a:lnTo>
                  <a:pt x="718888" y="78051"/>
                </a:lnTo>
                <a:lnTo>
                  <a:pt x="717841" y="78309"/>
                </a:lnTo>
                <a:lnTo>
                  <a:pt x="716756" y="78564"/>
                </a:lnTo>
                <a:lnTo>
                  <a:pt x="715634" y="78815"/>
                </a:lnTo>
                <a:lnTo>
                  <a:pt x="714475" y="79064"/>
                </a:lnTo>
                <a:lnTo>
                  <a:pt x="713278" y="79309"/>
                </a:lnTo>
                <a:lnTo>
                  <a:pt x="712044" y="79551"/>
                </a:lnTo>
                <a:lnTo>
                  <a:pt x="710773" y="79789"/>
                </a:lnTo>
                <a:lnTo>
                  <a:pt x="709464" y="80025"/>
                </a:lnTo>
                <a:lnTo>
                  <a:pt x="708117" y="80257"/>
                </a:lnTo>
                <a:lnTo>
                  <a:pt x="706734" y="80486"/>
                </a:lnTo>
                <a:lnTo>
                  <a:pt x="705312" y="80712"/>
                </a:lnTo>
                <a:lnTo>
                  <a:pt x="703854" y="80934"/>
                </a:lnTo>
                <a:lnTo>
                  <a:pt x="702358" y="81154"/>
                </a:lnTo>
                <a:lnTo>
                  <a:pt x="700825" y="81370"/>
                </a:lnTo>
                <a:lnTo>
                  <a:pt x="699254" y="81582"/>
                </a:lnTo>
                <a:lnTo>
                  <a:pt x="697646" y="81792"/>
                </a:lnTo>
                <a:lnTo>
                  <a:pt x="696000" y="81998"/>
                </a:lnTo>
                <a:lnTo>
                  <a:pt x="694317" y="82201"/>
                </a:lnTo>
                <a:lnTo>
                  <a:pt x="693491" y="82303"/>
                </a:lnTo>
                <a:lnTo>
                  <a:pt x="692682" y="82405"/>
                </a:lnTo>
                <a:lnTo>
                  <a:pt x="691890" y="82507"/>
                </a:lnTo>
                <a:lnTo>
                  <a:pt x="691117" y="82610"/>
                </a:lnTo>
                <a:lnTo>
                  <a:pt x="690361" y="82713"/>
                </a:lnTo>
                <a:lnTo>
                  <a:pt x="689622" y="82816"/>
                </a:lnTo>
                <a:lnTo>
                  <a:pt x="688901" y="82920"/>
                </a:lnTo>
                <a:lnTo>
                  <a:pt x="688197" y="83024"/>
                </a:lnTo>
                <a:lnTo>
                  <a:pt x="687511" y="83128"/>
                </a:lnTo>
                <a:lnTo>
                  <a:pt x="686843" y="83233"/>
                </a:lnTo>
                <a:lnTo>
                  <a:pt x="686192" y="83338"/>
                </a:lnTo>
                <a:lnTo>
                  <a:pt x="685559" y="83443"/>
                </a:lnTo>
                <a:lnTo>
                  <a:pt x="684943" y="83549"/>
                </a:lnTo>
                <a:lnTo>
                  <a:pt x="684345" y="83655"/>
                </a:lnTo>
                <a:lnTo>
                  <a:pt x="683765" y="83761"/>
                </a:lnTo>
                <a:lnTo>
                  <a:pt x="683202" y="83868"/>
                </a:lnTo>
                <a:lnTo>
                  <a:pt x="682656" y="83975"/>
                </a:lnTo>
                <a:lnTo>
                  <a:pt x="682128" y="84082"/>
                </a:lnTo>
                <a:lnTo>
                  <a:pt x="681618" y="84190"/>
                </a:lnTo>
                <a:lnTo>
                  <a:pt x="681125" y="84298"/>
                </a:lnTo>
                <a:lnTo>
                  <a:pt x="680650" y="84406"/>
                </a:lnTo>
                <a:lnTo>
                  <a:pt x="680192" y="84515"/>
                </a:lnTo>
                <a:lnTo>
                  <a:pt x="679752" y="84624"/>
                </a:lnTo>
                <a:lnTo>
                  <a:pt x="679330" y="84733"/>
                </a:lnTo>
                <a:lnTo>
                  <a:pt x="678770" y="84893"/>
                </a:lnTo>
                <a:lnTo>
                  <a:pt x="678215" y="85058"/>
                </a:lnTo>
                <a:lnTo>
                  <a:pt x="677665" y="85230"/>
                </a:lnTo>
                <a:lnTo>
                  <a:pt x="677120" y="85407"/>
                </a:lnTo>
                <a:lnTo>
                  <a:pt x="676579" y="85591"/>
                </a:lnTo>
                <a:lnTo>
                  <a:pt x="676043" y="85782"/>
                </a:lnTo>
                <a:lnTo>
                  <a:pt x="675511" y="85978"/>
                </a:lnTo>
                <a:lnTo>
                  <a:pt x="674985" y="86180"/>
                </a:lnTo>
                <a:lnTo>
                  <a:pt x="674463" y="86389"/>
                </a:lnTo>
                <a:lnTo>
                  <a:pt x="673945" y="86604"/>
                </a:lnTo>
                <a:lnTo>
                  <a:pt x="673433" y="86825"/>
                </a:lnTo>
                <a:lnTo>
                  <a:pt x="672925" y="87052"/>
                </a:lnTo>
                <a:lnTo>
                  <a:pt x="672422" y="87286"/>
                </a:lnTo>
                <a:lnTo>
                  <a:pt x="671924" y="87526"/>
                </a:lnTo>
                <a:lnTo>
                  <a:pt x="671430" y="87772"/>
                </a:lnTo>
                <a:lnTo>
                  <a:pt x="670941" y="88024"/>
                </a:lnTo>
                <a:lnTo>
                  <a:pt x="670457" y="88282"/>
                </a:lnTo>
                <a:lnTo>
                  <a:pt x="669978" y="88546"/>
                </a:lnTo>
                <a:lnTo>
                  <a:pt x="669503" y="88817"/>
                </a:lnTo>
                <a:lnTo>
                  <a:pt x="669033" y="89094"/>
                </a:lnTo>
                <a:lnTo>
                  <a:pt x="668567" y="89377"/>
                </a:lnTo>
                <a:lnTo>
                  <a:pt x="668107" y="89666"/>
                </a:lnTo>
                <a:lnTo>
                  <a:pt x="667651" y="89961"/>
                </a:lnTo>
                <a:lnTo>
                  <a:pt x="667200" y="90263"/>
                </a:lnTo>
                <a:lnTo>
                  <a:pt x="666754" y="90572"/>
                </a:lnTo>
                <a:lnTo>
                  <a:pt x="666316" y="90889"/>
                </a:lnTo>
                <a:lnTo>
                  <a:pt x="665885" y="91214"/>
                </a:lnTo>
                <a:lnTo>
                  <a:pt x="665462" y="91548"/>
                </a:lnTo>
                <a:lnTo>
                  <a:pt x="665045" y="91890"/>
                </a:lnTo>
                <a:lnTo>
                  <a:pt x="664635" y="92240"/>
                </a:lnTo>
                <a:lnTo>
                  <a:pt x="664233" y="92599"/>
                </a:lnTo>
                <a:lnTo>
                  <a:pt x="663838" y="92966"/>
                </a:lnTo>
                <a:lnTo>
                  <a:pt x="663450" y="93341"/>
                </a:lnTo>
                <a:lnTo>
                  <a:pt x="663069" y="93725"/>
                </a:lnTo>
                <a:lnTo>
                  <a:pt x="662695" y="94117"/>
                </a:lnTo>
                <a:lnTo>
                  <a:pt x="662329" y="94517"/>
                </a:lnTo>
                <a:lnTo>
                  <a:pt x="661969" y="94925"/>
                </a:lnTo>
                <a:lnTo>
                  <a:pt x="661617" y="95342"/>
                </a:lnTo>
                <a:lnTo>
                  <a:pt x="661272" y="95767"/>
                </a:lnTo>
                <a:lnTo>
                  <a:pt x="660934" y="96201"/>
                </a:lnTo>
                <a:lnTo>
                  <a:pt x="660603" y="96642"/>
                </a:lnTo>
                <a:lnTo>
                  <a:pt x="660280" y="97092"/>
                </a:lnTo>
                <a:lnTo>
                  <a:pt x="659963" y="97550"/>
                </a:lnTo>
                <a:lnTo>
                  <a:pt x="659654" y="98017"/>
                </a:lnTo>
                <a:lnTo>
                  <a:pt x="659352" y="98492"/>
                </a:lnTo>
                <a:lnTo>
                  <a:pt x="659057" y="98975"/>
                </a:lnTo>
                <a:lnTo>
                  <a:pt x="658769" y="99467"/>
                </a:lnTo>
                <a:lnTo>
                  <a:pt x="658488" y="99967"/>
                </a:lnTo>
                <a:lnTo>
                  <a:pt x="658217" y="100472"/>
                </a:lnTo>
                <a:lnTo>
                  <a:pt x="657957" y="100983"/>
                </a:lnTo>
                <a:lnTo>
                  <a:pt x="657709" y="101497"/>
                </a:lnTo>
                <a:lnTo>
                  <a:pt x="657472" y="102017"/>
                </a:lnTo>
                <a:lnTo>
                  <a:pt x="657247" y="102540"/>
                </a:lnTo>
                <a:lnTo>
                  <a:pt x="657033" y="103068"/>
                </a:lnTo>
                <a:lnTo>
                  <a:pt x="656831" y="103600"/>
                </a:lnTo>
                <a:lnTo>
                  <a:pt x="656641" y="104137"/>
                </a:lnTo>
                <a:lnTo>
                  <a:pt x="656462" y="104678"/>
                </a:lnTo>
                <a:lnTo>
                  <a:pt x="656295" y="105223"/>
                </a:lnTo>
                <a:lnTo>
                  <a:pt x="656139" y="105773"/>
                </a:lnTo>
                <a:lnTo>
                  <a:pt x="655994" y="106327"/>
                </a:lnTo>
                <a:lnTo>
                  <a:pt x="655862" y="106886"/>
                </a:lnTo>
                <a:lnTo>
                  <a:pt x="655740" y="107449"/>
                </a:lnTo>
                <a:lnTo>
                  <a:pt x="655631" y="108016"/>
                </a:lnTo>
                <a:lnTo>
                  <a:pt x="655532" y="108588"/>
                </a:lnTo>
                <a:lnTo>
                  <a:pt x="655446" y="109164"/>
                </a:lnTo>
                <a:lnTo>
                  <a:pt x="655371" y="109745"/>
                </a:lnTo>
                <a:lnTo>
                  <a:pt x="655307" y="110330"/>
                </a:lnTo>
                <a:lnTo>
                  <a:pt x="655255" y="110919"/>
                </a:lnTo>
                <a:lnTo>
                  <a:pt x="655215" y="111513"/>
                </a:lnTo>
                <a:lnTo>
                  <a:pt x="655186" y="112111"/>
                </a:lnTo>
                <a:lnTo>
                  <a:pt x="655169" y="112713"/>
                </a:lnTo>
                <a:lnTo>
                  <a:pt x="655163" y="113320"/>
                </a:lnTo>
                <a:lnTo>
                  <a:pt x="655178" y="114352"/>
                </a:lnTo>
                <a:lnTo>
                  <a:pt x="655224" y="115367"/>
                </a:lnTo>
                <a:lnTo>
                  <a:pt x="655301" y="116368"/>
                </a:lnTo>
                <a:lnTo>
                  <a:pt x="655408" y="117352"/>
                </a:lnTo>
                <a:lnTo>
                  <a:pt x="655545" y="118322"/>
                </a:lnTo>
                <a:lnTo>
                  <a:pt x="655713" y="119276"/>
                </a:lnTo>
                <a:lnTo>
                  <a:pt x="655912" y="120214"/>
                </a:lnTo>
                <a:lnTo>
                  <a:pt x="656141" y="121137"/>
                </a:lnTo>
                <a:lnTo>
                  <a:pt x="656401" y="122044"/>
                </a:lnTo>
                <a:lnTo>
                  <a:pt x="656692" y="122936"/>
                </a:lnTo>
                <a:lnTo>
                  <a:pt x="657013" y="123813"/>
                </a:lnTo>
                <a:lnTo>
                  <a:pt x="657364" y="124674"/>
                </a:lnTo>
                <a:lnTo>
                  <a:pt x="657746" y="125520"/>
                </a:lnTo>
                <a:lnTo>
                  <a:pt x="658159" y="126350"/>
                </a:lnTo>
                <a:lnTo>
                  <a:pt x="658602" y="127165"/>
                </a:lnTo>
                <a:lnTo>
                  <a:pt x="659076" y="127964"/>
                </a:lnTo>
                <a:lnTo>
                  <a:pt x="659581" y="128748"/>
                </a:lnTo>
                <a:lnTo>
                  <a:pt x="660116" y="129516"/>
                </a:lnTo>
                <a:lnTo>
                  <a:pt x="660681" y="130269"/>
                </a:lnTo>
                <a:lnTo>
                  <a:pt x="661278" y="131007"/>
                </a:lnTo>
                <a:lnTo>
                  <a:pt x="661904" y="131729"/>
                </a:lnTo>
                <a:lnTo>
                  <a:pt x="662562" y="132435"/>
                </a:lnTo>
                <a:lnTo>
                  <a:pt x="663250" y="133126"/>
                </a:lnTo>
                <a:lnTo>
                  <a:pt x="663968" y="133802"/>
                </a:lnTo>
                <a:lnTo>
                  <a:pt x="664715" y="134456"/>
                </a:lnTo>
                <a:lnTo>
                  <a:pt x="665488" y="135082"/>
                </a:lnTo>
                <a:lnTo>
                  <a:pt x="666288" y="135680"/>
                </a:lnTo>
                <a:lnTo>
                  <a:pt x="667114" y="136251"/>
                </a:lnTo>
                <a:lnTo>
                  <a:pt x="667966" y="136793"/>
                </a:lnTo>
                <a:lnTo>
                  <a:pt x="668845" y="137308"/>
                </a:lnTo>
                <a:lnTo>
                  <a:pt x="669750" y="137795"/>
                </a:lnTo>
                <a:lnTo>
                  <a:pt x="670681" y="138254"/>
                </a:lnTo>
                <a:lnTo>
                  <a:pt x="671639" y="138686"/>
                </a:lnTo>
                <a:lnTo>
                  <a:pt x="672623" y="139089"/>
                </a:lnTo>
                <a:lnTo>
                  <a:pt x="673633" y="139465"/>
                </a:lnTo>
                <a:lnTo>
                  <a:pt x="674670" y="139813"/>
                </a:lnTo>
                <a:lnTo>
                  <a:pt x="675733" y="140133"/>
                </a:lnTo>
                <a:lnTo>
                  <a:pt x="676822" y="140425"/>
                </a:lnTo>
                <a:lnTo>
                  <a:pt x="677938" y="140690"/>
                </a:lnTo>
                <a:lnTo>
                  <a:pt x="679080" y="140926"/>
                </a:lnTo>
                <a:lnTo>
                  <a:pt x="680249" y="141135"/>
                </a:lnTo>
                <a:lnTo>
                  <a:pt x="681443" y="141316"/>
                </a:lnTo>
                <a:lnTo>
                  <a:pt x="682664" y="141469"/>
                </a:lnTo>
                <a:lnTo>
                  <a:pt x="683912" y="141594"/>
                </a:lnTo>
                <a:lnTo>
                  <a:pt x="685186" y="141691"/>
                </a:lnTo>
                <a:lnTo>
                  <a:pt x="686486" y="141761"/>
                </a:lnTo>
                <a:lnTo>
                  <a:pt x="687812" y="141803"/>
                </a:lnTo>
                <a:lnTo>
                  <a:pt x="689165" y="141817"/>
                </a:lnTo>
                <a:lnTo>
                  <a:pt x="689990" y="141811"/>
                </a:lnTo>
                <a:lnTo>
                  <a:pt x="690811" y="141794"/>
                </a:lnTo>
                <a:lnTo>
                  <a:pt x="691628" y="141765"/>
                </a:lnTo>
                <a:lnTo>
                  <a:pt x="692440" y="141725"/>
                </a:lnTo>
                <a:lnTo>
                  <a:pt x="693247" y="141674"/>
                </a:lnTo>
                <a:lnTo>
                  <a:pt x="694051" y="141611"/>
                </a:lnTo>
                <a:lnTo>
                  <a:pt x="694850" y="141537"/>
                </a:lnTo>
                <a:lnTo>
                  <a:pt x="695644" y="141452"/>
                </a:lnTo>
                <a:lnTo>
                  <a:pt x="696434" y="141355"/>
                </a:lnTo>
                <a:lnTo>
                  <a:pt x="697220" y="141247"/>
                </a:lnTo>
                <a:lnTo>
                  <a:pt x="698001" y="141127"/>
                </a:lnTo>
                <a:lnTo>
                  <a:pt x="698778" y="140996"/>
                </a:lnTo>
                <a:lnTo>
                  <a:pt x="699551" y="140854"/>
                </a:lnTo>
                <a:lnTo>
                  <a:pt x="700319" y="140700"/>
                </a:lnTo>
                <a:lnTo>
                  <a:pt x="701083" y="140535"/>
                </a:lnTo>
                <a:lnTo>
                  <a:pt x="701842" y="140358"/>
                </a:lnTo>
                <a:lnTo>
                  <a:pt x="702597" y="140170"/>
                </a:lnTo>
                <a:lnTo>
                  <a:pt x="703348" y="139971"/>
                </a:lnTo>
                <a:lnTo>
                  <a:pt x="704094" y="139760"/>
                </a:lnTo>
                <a:lnTo>
                  <a:pt x="704835" y="139538"/>
                </a:lnTo>
                <a:lnTo>
                  <a:pt x="705573" y="139304"/>
                </a:lnTo>
                <a:lnTo>
                  <a:pt x="706306" y="139059"/>
                </a:lnTo>
                <a:lnTo>
                  <a:pt x="707035" y="138803"/>
                </a:lnTo>
                <a:lnTo>
                  <a:pt x="707759" y="138535"/>
                </a:lnTo>
                <a:lnTo>
                  <a:pt x="708482" y="138254"/>
                </a:lnTo>
                <a:lnTo>
                  <a:pt x="709208" y="137956"/>
                </a:lnTo>
                <a:lnTo>
                  <a:pt x="709936" y="137642"/>
                </a:lnTo>
                <a:lnTo>
                  <a:pt x="710666" y="137311"/>
                </a:lnTo>
                <a:lnTo>
                  <a:pt x="711399" y="136965"/>
                </a:lnTo>
                <a:lnTo>
                  <a:pt x="712135" y="136602"/>
                </a:lnTo>
                <a:lnTo>
                  <a:pt x="712873" y="136222"/>
                </a:lnTo>
                <a:lnTo>
                  <a:pt x="713613" y="135827"/>
                </a:lnTo>
                <a:lnTo>
                  <a:pt x="714356" y="135415"/>
                </a:lnTo>
                <a:lnTo>
                  <a:pt x="715101" y="134987"/>
                </a:lnTo>
                <a:lnTo>
                  <a:pt x="715849" y="134543"/>
                </a:lnTo>
                <a:lnTo>
                  <a:pt x="716599" y="134082"/>
                </a:lnTo>
                <a:lnTo>
                  <a:pt x="717351" y="133605"/>
                </a:lnTo>
                <a:lnTo>
                  <a:pt x="718106" y="133112"/>
                </a:lnTo>
                <a:lnTo>
                  <a:pt x="718864" y="132603"/>
                </a:lnTo>
                <a:lnTo>
                  <a:pt x="719624" y="132077"/>
                </a:lnTo>
                <a:lnTo>
                  <a:pt x="720386" y="131535"/>
                </a:lnTo>
                <a:lnTo>
                  <a:pt x="721151" y="130977"/>
                </a:lnTo>
                <a:lnTo>
                  <a:pt x="721918" y="130403"/>
                </a:lnTo>
                <a:lnTo>
                  <a:pt x="722687" y="129812"/>
                </a:lnTo>
                <a:lnTo>
                  <a:pt x="723460" y="129205"/>
                </a:lnTo>
                <a:lnTo>
                  <a:pt x="724234" y="128581"/>
                </a:lnTo>
                <a:lnTo>
                  <a:pt x="725011" y="127942"/>
                </a:lnTo>
                <a:lnTo>
                  <a:pt x="725790" y="127286"/>
                </a:lnTo>
                <a:lnTo>
                  <a:pt x="725856" y="127869"/>
                </a:lnTo>
                <a:lnTo>
                  <a:pt x="725928" y="128445"/>
                </a:lnTo>
                <a:lnTo>
                  <a:pt x="726007" y="129016"/>
                </a:lnTo>
                <a:close/>
                <a:moveTo>
                  <a:pt x="724366" y="97589"/>
                </a:moveTo>
                <a:lnTo>
                  <a:pt x="724343" y="98475"/>
                </a:lnTo>
                <a:lnTo>
                  <a:pt x="724310" y="99342"/>
                </a:lnTo>
                <a:lnTo>
                  <a:pt x="724267" y="100190"/>
                </a:lnTo>
                <a:lnTo>
                  <a:pt x="724215" y="101019"/>
                </a:lnTo>
                <a:lnTo>
                  <a:pt x="724154" y="101829"/>
                </a:lnTo>
                <a:lnTo>
                  <a:pt x="724083" y="102620"/>
                </a:lnTo>
                <a:lnTo>
                  <a:pt x="724003" y="103392"/>
                </a:lnTo>
                <a:lnTo>
                  <a:pt x="723914" y="104146"/>
                </a:lnTo>
                <a:lnTo>
                  <a:pt x="723815" y="104880"/>
                </a:lnTo>
                <a:lnTo>
                  <a:pt x="723706" y="105596"/>
                </a:lnTo>
                <a:lnTo>
                  <a:pt x="723588" y="106292"/>
                </a:lnTo>
                <a:lnTo>
                  <a:pt x="723461" y="106969"/>
                </a:lnTo>
                <a:lnTo>
                  <a:pt x="723324" y="107628"/>
                </a:lnTo>
                <a:lnTo>
                  <a:pt x="723178" y="108268"/>
                </a:lnTo>
                <a:lnTo>
                  <a:pt x="723022" y="108888"/>
                </a:lnTo>
                <a:lnTo>
                  <a:pt x="722857" y="109490"/>
                </a:lnTo>
                <a:lnTo>
                  <a:pt x="722683" y="110073"/>
                </a:lnTo>
                <a:lnTo>
                  <a:pt x="722499" y="110637"/>
                </a:lnTo>
                <a:lnTo>
                  <a:pt x="722305" y="111182"/>
                </a:lnTo>
                <a:lnTo>
                  <a:pt x="722103" y="111708"/>
                </a:lnTo>
                <a:lnTo>
                  <a:pt x="721890" y="112215"/>
                </a:lnTo>
                <a:lnTo>
                  <a:pt x="721669" y="112703"/>
                </a:lnTo>
                <a:lnTo>
                  <a:pt x="721365" y="113317"/>
                </a:lnTo>
                <a:lnTo>
                  <a:pt x="721048" y="113920"/>
                </a:lnTo>
                <a:lnTo>
                  <a:pt x="720716" y="114512"/>
                </a:lnTo>
                <a:lnTo>
                  <a:pt x="720370" y="115094"/>
                </a:lnTo>
                <a:lnTo>
                  <a:pt x="720011" y="115664"/>
                </a:lnTo>
                <a:lnTo>
                  <a:pt x="719637" y="116223"/>
                </a:lnTo>
                <a:lnTo>
                  <a:pt x="719250" y="116772"/>
                </a:lnTo>
                <a:lnTo>
                  <a:pt x="718848" y="117309"/>
                </a:lnTo>
                <a:lnTo>
                  <a:pt x="718433" y="117836"/>
                </a:lnTo>
                <a:lnTo>
                  <a:pt x="718003" y="118351"/>
                </a:lnTo>
                <a:lnTo>
                  <a:pt x="717560" y="118856"/>
                </a:lnTo>
                <a:lnTo>
                  <a:pt x="717102" y="119350"/>
                </a:lnTo>
                <a:lnTo>
                  <a:pt x="716631" y="119832"/>
                </a:lnTo>
                <a:lnTo>
                  <a:pt x="716146" y="120304"/>
                </a:lnTo>
                <a:lnTo>
                  <a:pt x="715646" y="120765"/>
                </a:lnTo>
                <a:lnTo>
                  <a:pt x="715133" y="121215"/>
                </a:lnTo>
                <a:lnTo>
                  <a:pt x="714605" y="121654"/>
                </a:lnTo>
                <a:lnTo>
                  <a:pt x="714064" y="122082"/>
                </a:lnTo>
                <a:lnTo>
                  <a:pt x="713509" y="122499"/>
                </a:lnTo>
                <a:lnTo>
                  <a:pt x="712939" y="122905"/>
                </a:lnTo>
                <a:lnTo>
                  <a:pt x="712356" y="123300"/>
                </a:lnTo>
                <a:lnTo>
                  <a:pt x="711759" y="123685"/>
                </a:lnTo>
                <a:lnTo>
                  <a:pt x="711147" y="124058"/>
                </a:lnTo>
                <a:lnTo>
                  <a:pt x="710522" y="124420"/>
                </a:lnTo>
                <a:lnTo>
                  <a:pt x="709886" y="124770"/>
                </a:lnTo>
                <a:lnTo>
                  <a:pt x="709243" y="125104"/>
                </a:lnTo>
                <a:lnTo>
                  <a:pt x="708592" y="125424"/>
                </a:lnTo>
                <a:lnTo>
                  <a:pt x="707933" y="125729"/>
                </a:lnTo>
                <a:lnTo>
                  <a:pt x="707267" y="126019"/>
                </a:lnTo>
                <a:lnTo>
                  <a:pt x="706594" y="126294"/>
                </a:lnTo>
                <a:lnTo>
                  <a:pt x="705913" y="126554"/>
                </a:lnTo>
                <a:lnTo>
                  <a:pt x="705224" y="126799"/>
                </a:lnTo>
                <a:lnTo>
                  <a:pt x="704529" y="127030"/>
                </a:lnTo>
                <a:lnTo>
                  <a:pt x="703825" y="127246"/>
                </a:lnTo>
                <a:lnTo>
                  <a:pt x="703114" y="127446"/>
                </a:lnTo>
                <a:lnTo>
                  <a:pt x="702396" y="127632"/>
                </a:lnTo>
                <a:lnTo>
                  <a:pt x="701670" y="127803"/>
                </a:lnTo>
                <a:lnTo>
                  <a:pt x="700937" y="127959"/>
                </a:lnTo>
                <a:lnTo>
                  <a:pt x="700196" y="128101"/>
                </a:lnTo>
                <a:lnTo>
                  <a:pt x="699448" y="128227"/>
                </a:lnTo>
                <a:lnTo>
                  <a:pt x="698692" y="128338"/>
                </a:lnTo>
                <a:lnTo>
                  <a:pt x="697929" y="128435"/>
                </a:lnTo>
                <a:lnTo>
                  <a:pt x="697159" y="128517"/>
                </a:lnTo>
                <a:lnTo>
                  <a:pt x="696380" y="128584"/>
                </a:lnTo>
                <a:lnTo>
                  <a:pt x="695595" y="128636"/>
                </a:lnTo>
                <a:lnTo>
                  <a:pt x="694802" y="128673"/>
                </a:lnTo>
                <a:lnTo>
                  <a:pt x="694001" y="128695"/>
                </a:lnTo>
                <a:lnTo>
                  <a:pt x="693193" y="128703"/>
                </a:lnTo>
                <a:lnTo>
                  <a:pt x="692382" y="128695"/>
                </a:lnTo>
                <a:lnTo>
                  <a:pt x="691587" y="128671"/>
                </a:lnTo>
                <a:lnTo>
                  <a:pt x="690808" y="128632"/>
                </a:lnTo>
                <a:lnTo>
                  <a:pt x="690046" y="128577"/>
                </a:lnTo>
                <a:lnTo>
                  <a:pt x="689300" y="128507"/>
                </a:lnTo>
                <a:lnTo>
                  <a:pt x="688571" y="128421"/>
                </a:lnTo>
                <a:lnTo>
                  <a:pt x="687858" y="128319"/>
                </a:lnTo>
                <a:lnTo>
                  <a:pt x="687162" y="128201"/>
                </a:lnTo>
                <a:lnTo>
                  <a:pt x="686482" y="128068"/>
                </a:lnTo>
                <a:lnTo>
                  <a:pt x="685818" y="127919"/>
                </a:lnTo>
                <a:lnTo>
                  <a:pt x="685171" y="127755"/>
                </a:lnTo>
                <a:lnTo>
                  <a:pt x="684540" y="127574"/>
                </a:lnTo>
                <a:lnTo>
                  <a:pt x="683926" y="127378"/>
                </a:lnTo>
                <a:lnTo>
                  <a:pt x="683328" y="127167"/>
                </a:lnTo>
                <a:lnTo>
                  <a:pt x="682747" y="126940"/>
                </a:lnTo>
                <a:lnTo>
                  <a:pt x="682182" y="126697"/>
                </a:lnTo>
                <a:lnTo>
                  <a:pt x="681633" y="126438"/>
                </a:lnTo>
                <a:lnTo>
                  <a:pt x="681101" y="126164"/>
                </a:lnTo>
                <a:lnTo>
                  <a:pt x="680585" y="125874"/>
                </a:lnTo>
                <a:lnTo>
                  <a:pt x="680086" y="125568"/>
                </a:lnTo>
                <a:lnTo>
                  <a:pt x="679603" y="125247"/>
                </a:lnTo>
                <a:lnTo>
                  <a:pt x="679136" y="124910"/>
                </a:lnTo>
                <a:lnTo>
                  <a:pt x="678686" y="124557"/>
                </a:lnTo>
                <a:lnTo>
                  <a:pt x="678253" y="124189"/>
                </a:lnTo>
                <a:lnTo>
                  <a:pt x="677836" y="123809"/>
                </a:lnTo>
                <a:lnTo>
                  <a:pt x="677437" y="123421"/>
                </a:lnTo>
                <a:lnTo>
                  <a:pt x="677056" y="123025"/>
                </a:lnTo>
                <a:lnTo>
                  <a:pt x="676693" y="122621"/>
                </a:lnTo>
                <a:lnTo>
                  <a:pt x="676347" y="122209"/>
                </a:lnTo>
                <a:lnTo>
                  <a:pt x="676019" y="121790"/>
                </a:lnTo>
                <a:lnTo>
                  <a:pt x="675709" y="121363"/>
                </a:lnTo>
                <a:lnTo>
                  <a:pt x="675417" y="120927"/>
                </a:lnTo>
                <a:lnTo>
                  <a:pt x="675142" y="120485"/>
                </a:lnTo>
                <a:lnTo>
                  <a:pt x="674885" y="120034"/>
                </a:lnTo>
                <a:lnTo>
                  <a:pt x="674645" y="119575"/>
                </a:lnTo>
                <a:lnTo>
                  <a:pt x="674424" y="119109"/>
                </a:lnTo>
                <a:lnTo>
                  <a:pt x="674220" y="118635"/>
                </a:lnTo>
                <a:lnTo>
                  <a:pt x="674034" y="118153"/>
                </a:lnTo>
                <a:lnTo>
                  <a:pt x="673866" y="117663"/>
                </a:lnTo>
                <a:lnTo>
                  <a:pt x="673715" y="117165"/>
                </a:lnTo>
                <a:lnTo>
                  <a:pt x="673582" y="116660"/>
                </a:lnTo>
                <a:lnTo>
                  <a:pt x="673467" y="116146"/>
                </a:lnTo>
                <a:lnTo>
                  <a:pt x="673369" y="115625"/>
                </a:lnTo>
                <a:lnTo>
                  <a:pt x="673289" y="115096"/>
                </a:lnTo>
                <a:lnTo>
                  <a:pt x="673227" y="114559"/>
                </a:lnTo>
                <a:lnTo>
                  <a:pt x="673183" y="114015"/>
                </a:lnTo>
                <a:lnTo>
                  <a:pt x="673157" y="113462"/>
                </a:lnTo>
                <a:lnTo>
                  <a:pt x="673148" y="112902"/>
                </a:lnTo>
                <a:lnTo>
                  <a:pt x="673152" y="112535"/>
                </a:lnTo>
                <a:lnTo>
                  <a:pt x="673164" y="112171"/>
                </a:lnTo>
                <a:lnTo>
                  <a:pt x="673184" y="111809"/>
                </a:lnTo>
                <a:lnTo>
                  <a:pt x="673213" y="111451"/>
                </a:lnTo>
                <a:lnTo>
                  <a:pt x="673249" y="111095"/>
                </a:lnTo>
                <a:lnTo>
                  <a:pt x="673294" y="110742"/>
                </a:lnTo>
                <a:lnTo>
                  <a:pt x="673347" y="110391"/>
                </a:lnTo>
                <a:lnTo>
                  <a:pt x="673408" y="110044"/>
                </a:lnTo>
                <a:lnTo>
                  <a:pt x="673477" y="109699"/>
                </a:lnTo>
                <a:lnTo>
                  <a:pt x="673554" y="109357"/>
                </a:lnTo>
                <a:lnTo>
                  <a:pt x="673640" y="109018"/>
                </a:lnTo>
                <a:lnTo>
                  <a:pt x="673733" y="108681"/>
                </a:lnTo>
                <a:lnTo>
                  <a:pt x="673835" y="108348"/>
                </a:lnTo>
                <a:lnTo>
                  <a:pt x="673945" y="108017"/>
                </a:lnTo>
                <a:lnTo>
                  <a:pt x="674062" y="107689"/>
                </a:lnTo>
                <a:lnTo>
                  <a:pt x="674188" y="107364"/>
                </a:lnTo>
                <a:lnTo>
                  <a:pt x="674323" y="107041"/>
                </a:lnTo>
                <a:lnTo>
                  <a:pt x="674465" y="106721"/>
                </a:lnTo>
                <a:lnTo>
                  <a:pt x="674615" y="106404"/>
                </a:lnTo>
                <a:lnTo>
                  <a:pt x="674774" y="106090"/>
                </a:lnTo>
                <a:lnTo>
                  <a:pt x="674941" y="105778"/>
                </a:lnTo>
                <a:lnTo>
                  <a:pt x="675115" y="105470"/>
                </a:lnTo>
                <a:lnTo>
                  <a:pt x="675298" y="105164"/>
                </a:lnTo>
                <a:lnTo>
                  <a:pt x="675489" y="104861"/>
                </a:lnTo>
                <a:lnTo>
                  <a:pt x="675688" y="104562"/>
                </a:lnTo>
                <a:lnTo>
                  <a:pt x="675893" y="104269"/>
                </a:lnTo>
                <a:lnTo>
                  <a:pt x="676106" y="103982"/>
                </a:lnTo>
                <a:lnTo>
                  <a:pt x="676325" y="103701"/>
                </a:lnTo>
                <a:lnTo>
                  <a:pt x="676551" y="103427"/>
                </a:lnTo>
                <a:lnTo>
                  <a:pt x="676783" y="103158"/>
                </a:lnTo>
                <a:lnTo>
                  <a:pt x="677023" y="102895"/>
                </a:lnTo>
                <a:lnTo>
                  <a:pt x="677269" y="102639"/>
                </a:lnTo>
                <a:lnTo>
                  <a:pt x="677522" y="102388"/>
                </a:lnTo>
                <a:lnTo>
                  <a:pt x="677782" y="102144"/>
                </a:lnTo>
                <a:lnTo>
                  <a:pt x="678049" y="101905"/>
                </a:lnTo>
                <a:lnTo>
                  <a:pt x="678323" y="101673"/>
                </a:lnTo>
                <a:lnTo>
                  <a:pt x="678603" y="101447"/>
                </a:lnTo>
                <a:lnTo>
                  <a:pt x="678891" y="101227"/>
                </a:lnTo>
                <a:lnTo>
                  <a:pt x="679185" y="101012"/>
                </a:lnTo>
                <a:lnTo>
                  <a:pt x="679486" y="100804"/>
                </a:lnTo>
                <a:lnTo>
                  <a:pt x="679794" y="100602"/>
                </a:lnTo>
                <a:lnTo>
                  <a:pt x="680109" y="100406"/>
                </a:lnTo>
                <a:lnTo>
                  <a:pt x="680430" y="100216"/>
                </a:lnTo>
                <a:lnTo>
                  <a:pt x="680758" y="100033"/>
                </a:lnTo>
                <a:lnTo>
                  <a:pt x="681094" y="99855"/>
                </a:lnTo>
                <a:lnTo>
                  <a:pt x="681436" y="99683"/>
                </a:lnTo>
                <a:lnTo>
                  <a:pt x="681784" y="99517"/>
                </a:lnTo>
                <a:lnTo>
                  <a:pt x="682140" y="99358"/>
                </a:lnTo>
                <a:lnTo>
                  <a:pt x="682510" y="99201"/>
                </a:lnTo>
                <a:lnTo>
                  <a:pt x="682900" y="99047"/>
                </a:lnTo>
                <a:lnTo>
                  <a:pt x="683312" y="98893"/>
                </a:lnTo>
                <a:lnTo>
                  <a:pt x="683745" y="98741"/>
                </a:lnTo>
                <a:lnTo>
                  <a:pt x="684200" y="98590"/>
                </a:lnTo>
                <a:lnTo>
                  <a:pt x="684675" y="98440"/>
                </a:lnTo>
                <a:lnTo>
                  <a:pt x="685171" y="98292"/>
                </a:lnTo>
                <a:lnTo>
                  <a:pt x="685689" y="98145"/>
                </a:lnTo>
                <a:lnTo>
                  <a:pt x="686228" y="97999"/>
                </a:lnTo>
                <a:lnTo>
                  <a:pt x="686788" y="97855"/>
                </a:lnTo>
                <a:lnTo>
                  <a:pt x="687369" y="97712"/>
                </a:lnTo>
                <a:lnTo>
                  <a:pt x="687971" y="97570"/>
                </a:lnTo>
                <a:lnTo>
                  <a:pt x="688594" y="97429"/>
                </a:lnTo>
                <a:lnTo>
                  <a:pt x="689239" y="97290"/>
                </a:lnTo>
                <a:lnTo>
                  <a:pt x="689904" y="97152"/>
                </a:lnTo>
                <a:lnTo>
                  <a:pt x="690591" y="97016"/>
                </a:lnTo>
                <a:lnTo>
                  <a:pt x="691299" y="96881"/>
                </a:lnTo>
                <a:lnTo>
                  <a:pt x="692028" y="96747"/>
                </a:lnTo>
                <a:lnTo>
                  <a:pt x="692778" y="96614"/>
                </a:lnTo>
                <a:lnTo>
                  <a:pt x="693550" y="96483"/>
                </a:lnTo>
                <a:lnTo>
                  <a:pt x="694342" y="96353"/>
                </a:lnTo>
                <a:lnTo>
                  <a:pt x="695156" y="96224"/>
                </a:lnTo>
                <a:lnTo>
                  <a:pt x="695990" y="96097"/>
                </a:lnTo>
                <a:lnTo>
                  <a:pt x="696846" y="95971"/>
                </a:lnTo>
                <a:lnTo>
                  <a:pt x="698360" y="95749"/>
                </a:lnTo>
                <a:lnTo>
                  <a:pt x="699842" y="95522"/>
                </a:lnTo>
                <a:lnTo>
                  <a:pt x="701293" y="95292"/>
                </a:lnTo>
                <a:lnTo>
                  <a:pt x="702711" y="95058"/>
                </a:lnTo>
                <a:lnTo>
                  <a:pt x="704098" y="94820"/>
                </a:lnTo>
                <a:lnTo>
                  <a:pt x="705452" y="94578"/>
                </a:lnTo>
                <a:lnTo>
                  <a:pt x="706775" y="94332"/>
                </a:lnTo>
                <a:lnTo>
                  <a:pt x="708066" y="94083"/>
                </a:lnTo>
                <a:lnTo>
                  <a:pt x="709325" y="93829"/>
                </a:lnTo>
                <a:lnTo>
                  <a:pt x="710552" y="93571"/>
                </a:lnTo>
                <a:lnTo>
                  <a:pt x="711747" y="93309"/>
                </a:lnTo>
                <a:lnTo>
                  <a:pt x="712911" y="93044"/>
                </a:lnTo>
                <a:lnTo>
                  <a:pt x="714042" y="92774"/>
                </a:lnTo>
                <a:lnTo>
                  <a:pt x="715142" y="92501"/>
                </a:lnTo>
                <a:lnTo>
                  <a:pt x="716210" y="92223"/>
                </a:lnTo>
                <a:lnTo>
                  <a:pt x="717245" y="91942"/>
                </a:lnTo>
                <a:lnTo>
                  <a:pt x="718250" y="91656"/>
                </a:lnTo>
                <a:lnTo>
                  <a:pt x="719222" y="91367"/>
                </a:lnTo>
                <a:lnTo>
                  <a:pt x="720162" y="91074"/>
                </a:lnTo>
                <a:lnTo>
                  <a:pt x="721070" y="90777"/>
                </a:lnTo>
                <a:lnTo>
                  <a:pt x="721947" y="90476"/>
                </a:lnTo>
                <a:lnTo>
                  <a:pt x="722792" y="90171"/>
                </a:lnTo>
                <a:lnTo>
                  <a:pt x="723604" y="89862"/>
                </a:lnTo>
                <a:lnTo>
                  <a:pt x="724385" y="89549"/>
                </a:lnTo>
                <a:lnTo>
                  <a:pt x="724385" y="95760"/>
                </a:lnTo>
                <a:lnTo>
                  <a:pt x="724381" y="96684"/>
                </a:lnTo>
                <a:lnTo>
                  <a:pt x="724366" y="97589"/>
                </a:lnTo>
                <a:close/>
                <a:moveTo>
                  <a:pt x="938384" y="107055"/>
                </a:moveTo>
                <a:lnTo>
                  <a:pt x="938160" y="108003"/>
                </a:lnTo>
                <a:lnTo>
                  <a:pt x="937918" y="108928"/>
                </a:lnTo>
                <a:lnTo>
                  <a:pt x="937660" y="109831"/>
                </a:lnTo>
                <a:lnTo>
                  <a:pt x="937385" y="110710"/>
                </a:lnTo>
                <a:lnTo>
                  <a:pt x="937093" y="111567"/>
                </a:lnTo>
                <a:lnTo>
                  <a:pt x="936784" y="112402"/>
                </a:lnTo>
                <a:lnTo>
                  <a:pt x="936458" y="113213"/>
                </a:lnTo>
                <a:lnTo>
                  <a:pt x="936115" y="114002"/>
                </a:lnTo>
                <a:lnTo>
                  <a:pt x="935755" y="114769"/>
                </a:lnTo>
                <a:lnTo>
                  <a:pt x="935379" y="115512"/>
                </a:lnTo>
                <a:lnTo>
                  <a:pt x="934985" y="116233"/>
                </a:lnTo>
                <a:lnTo>
                  <a:pt x="934575" y="116932"/>
                </a:lnTo>
                <a:lnTo>
                  <a:pt x="934147" y="117607"/>
                </a:lnTo>
                <a:lnTo>
                  <a:pt x="933703" y="118260"/>
                </a:lnTo>
                <a:lnTo>
                  <a:pt x="933242" y="118890"/>
                </a:lnTo>
                <a:lnTo>
                  <a:pt x="932764" y="119498"/>
                </a:lnTo>
                <a:lnTo>
                  <a:pt x="932269" y="120083"/>
                </a:lnTo>
                <a:lnTo>
                  <a:pt x="931757" y="120645"/>
                </a:lnTo>
                <a:lnTo>
                  <a:pt x="931228" y="121184"/>
                </a:lnTo>
                <a:lnTo>
                  <a:pt x="930682" y="121701"/>
                </a:lnTo>
                <a:lnTo>
                  <a:pt x="930122" y="122196"/>
                </a:lnTo>
                <a:lnTo>
                  <a:pt x="929551" y="122670"/>
                </a:lnTo>
                <a:lnTo>
                  <a:pt x="928968" y="123122"/>
                </a:lnTo>
                <a:lnTo>
                  <a:pt x="928374" y="123554"/>
                </a:lnTo>
                <a:lnTo>
                  <a:pt x="927769" y="123965"/>
                </a:lnTo>
                <a:lnTo>
                  <a:pt x="927152" y="124354"/>
                </a:lnTo>
                <a:lnTo>
                  <a:pt x="926524" y="124723"/>
                </a:lnTo>
                <a:lnTo>
                  <a:pt x="925884" y="125070"/>
                </a:lnTo>
                <a:lnTo>
                  <a:pt x="925233" y="125397"/>
                </a:lnTo>
                <a:lnTo>
                  <a:pt x="924571" y="125702"/>
                </a:lnTo>
                <a:lnTo>
                  <a:pt x="923897" y="125987"/>
                </a:lnTo>
                <a:lnTo>
                  <a:pt x="923212" y="126250"/>
                </a:lnTo>
                <a:lnTo>
                  <a:pt x="922516" y="126492"/>
                </a:lnTo>
                <a:lnTo>
                  <a:pt x="921808" y="126713"/>
                </a:lnTo>
                <a:lnTo>
                  <a:pt x="921088" y="126913"/>
                </a:lnTo>
                <a:lnTo>
                  <a:pt x="920358" y="127092"/>
                </a:lnTo>
                <a:lnTo>
                  <a:pt x="919616" y="127250"/>
                </a:lnTo>
                <a:lnTo>
                  <a:pt x="918862" y="127387"/>
                </a:lnTo>
                <a:lnTo>
                  <a:pt x="918098" y="127503"/>
                </a:lnTo>
                <a:lnTo>
                  <a:pt x="917321" y="127598"/>
                </a:lnTo>
                <a:lnTo>
                  <a:pt x="916534" y="127671"/>
                </a:lnTo>
                <a:lnTo>
                  <a:pt x="915735" y="127724"/>
                </a:lnTo>
                <a:lnTo>
                  <a:pt x="914924" y="127756"/>
                </a:lnTo>
                <a:lnTo>
                  <a:pt x="914103" y="127766"/>
                </a:lnTo>
                <a:lnTo>
                  <a:pt x="913080" y="127750"/>
                </a:lnTo>
                <a:lnTo>
                  <a:pt x="912075" y="127703"/>
                </a:lnTo>
                <a:lnTo>
                  <a:pt x="911085" y="127625"/>
                </a:lnTo>
                <a:lnTo>
                  <a:pt x="910111" y="127515"/>
                </a:lnTo>
                <a:lnTo>
                  <a:pt x="909154" y="127374"/>
                </a:lnTo>
                <a:lnTo>
                  <a:pt x="908213" y="127201"/>
                </a:lnTo>
                <a:lnTo>
                  <a:pt x="907289" y="126997"/>
                </a:lnTo>
                <a:lnTo>
                  <a:pt x="906380" y="126762"/>
                </a:lnTo>
                <a:lnTo>
                  <a:pt x="905488" y="126495"/>
                </a:lnTo>
                <a:lnTo>
                  <a:pt x="904612" y="126197"/>
                </a:lnTo>
                <a:lnTo>
                  <a:pt x="903753" y="125867"/>
                </a:lnTo>
                <a:lnTo>
                  <a:pt x="902909" y="125506"/>
                </a:lnTo>
                <a:lnTo>
                  <a:pt x="902082" y="125114"/>
                </a:lnTo>
                <a:lnTo>
                  <a:pt x="901271" y="124690"/>
                </a:lnTo>
                <a:lnTo>
                  <a:pt x="900477" y="124235"/>
                </a:lnTo>
                <a:lnTo>
                  <a:pt x="899698" y="123749"/>
                </a:lnTo>
                <a:lnTo>
                  <a:pt x="898936" y="123231"/>
                </a:lnTo>
                <a:lnTo>
                  <a:pt x="898191" y="122682"/>
                </a:lnTo>
                <a:lnTo>
                  <a:pt x="897461" y="122101"/>
                </a:lnTo>
                <a:lnTo>
                  <a:pt x="896748" y="121489"/>
                </a:lnTo>
                <a:lnTo>
                  <a:pt x="896051" y="120845"/>
                </a:lnTo>
                <a:lnTo>
                  <a:pt x="895370" y="120171"/>
                </a:lnTo>
                <a:lnTo>
                  <a:pt x="894706" y="119464"/>
                </a:lnTo>
                <a:lnTo>
                  <a:pt x="894057" y="118727"/>
                </a:lnTo>
                <a:lnTo>
                  <a:pt x="893431" y="117954"/>
                </a:lnTo>
                <a:lnTo>
                  <a:pt x="892831" y="117144"/>
                </a:lnTo>
                <a:lnTo>
                  <a:pt x="892257" y="116296"/>
                </a:lnTo>
                <a:lnTo>
                  <a:pt x="891710" y="115410"/>
                </a:lnTo>
                <a:lnTo>
                  <a:pt x="891190" y="114486"/>
                </a:lnTo>
                <a:lnTo>
                  <a:pt x="890697" y="113524"/>
                </a:lnTo>
                <a:lnTo>
                  <a:pt x="890230" y="112524"/>
                </a:lnTo>
                <a:lnTo>
                  <a:pt x="889790" y="111487"/>
                </a:lnTo>
                <a:lnTo>
                  <a:pt x="889377" y="110412"/>
                </a:lnTo>
                <a:lnTo>
                  <a:pt x="888990" y="109298"/>
                </a:lnTo>
                <a:lnTo>
                  <a:pt x="888630" y="108147"/>
                </a:lnTo>
                <a:lnTo>
                  <a:pt x="888297" y="106958"/>
                </a:lnTo>
                <a:lnTo>
                  <a:pt x="887990" y="105731"/>
                </a:lnTo>
                <a:lnTo>
                  <a:pt x="887710" y="104466"/>
                </a:lnTo>
                <a:lnTo>
                  <a:pt x="887457" y="103164"/>
                </a:lnTo>
                <a:lnTo>
                  <a:pt x="887230" y="101823"/>
                </a:lnTo>
                <a:lnTo>
                  <a:pt x="887030" y="100445"/>
                </a:lnTo>
                <a:lnTo>
                  <a:pt x="886856" y="99029"/>
                </a:lnTo>
                <a:lnTo>
                  <a:pt x="886710" y="97575"/>
                </a:lnTo>
                <a:lnTo>
                  <a:pt x="886590" y="96083"/>
                </a:lnTo>
                <a:lnTo>
                  <a:pt x="886496" y="94553"/>
                </a:lnTo>
                <a:lnTo>
                  <a:pt x="886430" y="92985"/>
                </a:lnTo>
                <a:lnTo>
                  <a:pt x="886390" y="91379"/>
                </a:lnTo>
                <a:lnTo>
                  <a:pt x="886376" y="89736"/>
                </a:lnTo>
                <a:lnTo>
                  <a:pt x="886390" y="88115"/>
                </a:lnTo>
                <a:lnTo>
                  <a:pt x="886432" y="86531"/>
                </a:lnTo>
                <a:lnTo>
                  <a:pt x="886501" y="84984"/>
                </a:lnTo>
                <a:lnTo>
                  <a:pt x="886598" y="83474"/>
                </a:lnTo>
                <a:lnTo>
                  <a:pt x="886722" y="82000"/>
                </a:lnTo>
                <a:lnTo>
                  <a:pt x="886874" y="80563"/>
                </a:lnTo>
                <a:lnTo>
                  <a:pt x="887054" y="79163"/>
                </a:lnTo>
                <a:lnTo>
                  <a:pt x="887261" y="77800"/>
                </a:lnTo>
                <a:lnTo>
                  <a:pt x="887496" y="76473"/>
                </a:lnTo>
                <a:lnTo>
                  <a:pt x="887759" y="75183"/>
                </a:lnTo>
                <a:lnTo>
                  <a:pt x="888049" y="73930"/>
                </a:lnTo>
                <a:lnTo>
                  <a:pt x="888367" y="72714"/>
                </a:lnTo>
                <a:lnTo>
                  <a:pt x="888712" y="71534"/>
                </a:lnTo>
                <a:lnTo>
                  <a:pt x="889086" y="70391"/>
                </a:lnTo>
                <a:lnTo>
                  <a:pt x="889487" y="69285"/>
                </a:lnTo>
                <a:lnTo>
                  <a:pt x="889915" y="68215"/>
                </a:lnTo>
                <a:lnTo>
                  <a:pt x="890371" y="67183"/>
                </a:lnTo>
                <a:lnTo>
                  <a:pt x="890855" y="66187"/>
                </a:lnTo>
                <a:lnTo>
                  <a:pt x="891366" y="65227"/>
                </a:lnTo>
                <a:lnTo>
                  <a:pt x="891906" y="64305"/>
                </a:lnTo>
                <a:lnTo>
                  <a:pt x="892472" y="63419"/>
                </a:lnTo>
                <a:lnTo>
                  <a:pt x="893067" y="62570"/>
                </a:lnTo>
                <a:lnTo>
                  <a:pt x="893689" y="61758"/>
                </a:lnTo>
                <a:lnTo>
                  <a:pt x="894338" y="60982"/>
                </a:lnTo>
                <a:lnTo>
                  <a:pt x="895010" y="60241"/>
                </a:lnTo>
                <a:lnTo>
                  <a:pt x="895699" y="59530"/>
                </a:lnTo>
                <a:lnTo>
                  <a:pt x="896403" y="58852"/>
                </a:lnTo>
                <a:lnTo>
                  <a:pt x="897125" y="58205"/>
                </a:lnTo>
                <a:lnTo>
                  <a:pt x="897863" y="57590"/>
                </a:lnTo>
                <a:lnTo>
                  <a:pt x="898618" y="57006"/>
                </a:lnTo>
                <a:lnTo>
                  <a:pt x="899389" y="56453"/>
                </a:lnTo>
                <a:lnTo>
                  <a:pt x="900177" y="55933"/>
                </a:lnTo>
                <a:lnTo>
                  <a:pt x="900982" y="55444"/>
                </a:lnTo>
                <a:lnTo>
                  <a:pt x="901803" y="54986"/>
                </a:lnTo>
                <a:lnTo>
                  <a:pt x="902640" y="54560"/>
                </a:lnTo>
                <a:lnTo>
                  <a:pt x="903495" y="54165"/>
                </a:lnTo>
                <a:lnTo>
                  <a:pt x="904365" y="53803"/>
                </a:lnTo>
                <a:lnTo>
                  <a:pt x="905253" y="53471"/>
                </a:lnTo>
                <a:lnTo>
                  <a:pt x="906157" y="53171"/>
                </a:lnTo>
                <a:lnTo>
                  <a:pt x="907077" y="52903"/>
                </a:lnTo>
                <a:lnTo>
                  <a:pt x="908015" y="52666"/>
                </a:lnTo>
                <a:lnTo>
                  <a:pt x="908968" y="52461"/>
                </a:lnTo>
                <a:lnTo>
                  <a:pt x="909939" y="52288"/>
                </a:lnTo>
                <a:lnTo>
                  <a:pt x="910926" y="52146"/>
                </a:lnTo>
                <a:lnTo>
                  <a:pt x="911929" y="52035"/>
                </a:lnTo>
                <a:lnTo>
                  <a:pt x="912949" y="51956"/>
                </a:lnTo>
                <a:lnTo>
                  <a:pt x="913986" y="51909"/>
                </a:lnTo>
                <a:lnTo>
                  <a:pt x="915039" y="51893"/>
                </a:lnTo>
                <a:lnTo>
                  <a:pt x="915738" y="51902"/>
                </a:lnTo>
                <a:lnTo>
                  <a:pt x="916427" y="51928"/>
                </a:lnTo>
                <a:lnTo>
                  <a:pt x="917108" y="51972"/>
                </a:lnTo>
                <a:lnTo>
                  <a:pt x="917781" y="52033"/>
                </a:lnTo>
                <a:lnTo>
                  <a:pt x="918444" y="52112"/>
                </a:lnTo>
                <a:lnTo>
                  <a:pt x="919099" y="52208"/>
                </a:lnTo>
                <a:lnTo>
                  <a:pt x="919746" y="52322"/>
                </a:lnTo>
                <a:lnTo>
                  <a:pt x="920384" y="52453"/>
                </a:lnTo>
                <a:lnTo>
                  <a:pt x="921013" y="52601"/>
                </a:lnTo>
                <a:lnTo>
                  <a:pt x="921634" y="52767"/>
                </a:lnTo>
                <a:lnTo>
                  <a:pt x="922246" y="52951"/>
                </a:lnTo>
                <a:lnTo>
                  <a:pt x="922849" y="53152"/>
                </a:lnTo>
                <a:lnTo>
                  <a:pt x="923444" y="53370"/>
                </a:lnTo>
                <a:lnTo>
                  <a:pt x="924030" y="53606"/>
                </a:lnTo>
                <a:lnTo>
                  <a:pt x="924608" y="53860"/>
                </a:lnTo>
                <a:lnTo>
                  <a:pt x="925177" y="54131"/>
                </a:lnTo>
                <a:lnTo>
                  <a:pt x="925737" y="54419"/>
                </a:lnTo>
                <a:lnTo>
                  <a:pt x="926289" y="54725"/>
                </a:lnTo>
                <a:lnTo>
                  <a:pt x="926832" y="55049"/>
                </a:lnTo>
                <a:lnTo>
                  <a:pt x="927366" y="55390"/>
                </a:lnTo>
                <a:lnTo>
                  <a:pt x="927892" y="55748"/>
                </a:lnTo>
                <a:lnTo>
                  <a:pt x="928409" y="56124"/>
                </a:lnTo>
                <a:lnTo>
                  <a:pt x="928918" y="56517"/>
                </a:lnTo>
                <a:lnTo>
                  <a:pt x="929418" y="56928"/>
                </a:lnTo>
                <a:lnTo>
                  <a:pt x="929907" y="57356"/>
                </a:lnTo>
                <a:lnTo>
                  <a:pt x="930384" y="57801"/>
                </a:lnTo>
                <a:lnTo>
                  <a:pt x="930848" y="58264"/>
                </a:lnTo>
                <a:lnTo>
                  <a:pt x="931300" y="58744"/>
                </a:lnTo>
                <a:lnTo>
                  <a:pt x="931740" y="59240"/>
                </a:lnTo>
                <a:lnTo>
                  <a:pt x="932166" y="59754"/>
                </a:lnTo>
                <a:lnTo>
                  <a:pt x="932581" y="60285"/>
                </a:lnTo>
                <a:lnTo>
                  <a:pt x="932982" y="60834"/>
                </a:lnTo>
                <a:lnTo>
                  <a:pt x="933372" y="61399"/>
                </a:lnTo>
                <a:lnTo>
                  <a:pt x="933748" y="61981"/>
                </a:lnTo>
                <a:lnTo>
                  <a:pt x="934113" y="62581"/>
                </a:lnTo>
                <a:lnTo>
                  <a:pt x="934464" y="63198"/>
                </a:lnTo>
                <a:lnTo>
                  <a:pt x="934803" y="63832"/>
                </a:lnTo>
                <a:lnTo>
                  <a:pt x="935130" y="64483"/>
                </a:lnTo>
                <a:lnTo>
                  <a:pt x="935444" y="65152"/>
                </a:lnTo>
                <a:lnTo>
                  <a:pt x="935746" y="65837"/>
                </a:lnTo>
                <a:lnTo>
                  <a:pt x="936035" y="66540"/>
                </a:lnTo>
                <a:lnTo>
                  <a:pt x="936311" y="67260"/>
                </a:lnTo>
                <a:lnTo>
                  <a:pt x="936575" y="67997"/>
                </a:lnTo>
                <a:lnTo>
                  <a:pt x="936827" y="68751"/>
                </a:lnTo>
                <a:lnTo>
                  <a:pt x="937066" y="69522"/>
                </a:lnTo>
                <a:lnTo>
                  <a:pt x="937292" y="70310"/>
                </a:lnTo>
                <a:lnTo>
                  <a:pt x="937506" y="71116"/>
                </a:lnTo>
                <a:lnTo>
                  <a:pt x="937708" y="71939"/>
                </a:lnTo>
                <a:lnTo>
                  <a:pt x="954100" y="69410"/>
                </a:lnTo>
                <a:lnTo>
                  <a:pt x="953845" y="68161"/>
                </a:lnTo>
                <a:lnTo>
                  <a:pt x="953565" y="66937"/>
                </a:lnTo>
                <a:lnTo>
                  <a:pt x="953258" y="65736"/>
                </a:lnTo>
                <a:lnTo>
                  <a:pt x="952926" y="64560"/>
                </a:lnTo>
                <a:lnTo>
                  <a:pt x="952569" y="63407"/>
                </a:lnTo>
                <a:lnTo>
                  <a:pt x="952185" y="62279"/>
                </a:lnTo>
                <a:lnTo>
                  <a:pt x="951776" y="61174"/>
                </a:lnTo>
                <a:lnTo>
                  <a:pt x="951342" y="60094"/>
                </a:lnTo>
                <a:lnTo>
                  <a:pt x="950881" y="59037"/>
                </a:lnTo>
                <a:lnTo>
                  <a:pt x="950395" y="58004"/>
                </a:lnTo>
                <a:lnTo>
                  <a:pt x="949884" y="56996"/>
                </a:lnTo>
                <a:lnTo>
                  <a:pt x="949346" y="56011"/>
                </a:lnTo>
                <a:lnTo>
                  <a:pt x="948783" y="55050"/>
                </a:lnTo>
                <a:lnTo>
                  <a:pt x="948194" y="54114"/>
                </a:lnTo>
                <a:lnTo>
                  <a:pt x="947580" y="53201"/>
                </a:lnTo>
                <a:lnTo>
                  <a:pt x="946939" y="52312"/>
                </a:lnTo>
                <a:lnTo>
                  <a:pt x="946273" y="51447"/>
                </a:lnTo>
                <a:lnTo>
                  <a:pt x="945582" y="50607"/>
                </a:lnTo>
                <a:lnTo>
                  <a:pt x="944864" y="49790"/>
                </a:lnTo>
                <a:lnTo>
                  <a:pt x="944121" y="48997"/>
                </a:lnTo>
                <a:lnTo>
                  <a:pt x="943353" y="48228"/>
                </a:lnTo>
                <a:lnTo>
                  <a:pt x="942558" y="47483"/>
                </a:lnTo>
                <a:lnTo>
                  <a:pt x="941738" y="46762"/>
                </a:lnTo>
                <a:lnTo>
                  <a:pt x="940892" y="46065"/>
                </a:lnTo>
                <a:lnTo>
                  <a:pt x="940024" y="45394"/>
                </a:lnTo>
                <a:lnTo>
                  <a:pt x="939134" y="44752"/>
                </a:lnTo>
                <a:lnTo>
                  <a:pt x="938224" y="44138"/>
                </a:lnTo>
                <a:lnTo>
                  <a:pt x="937294" y="43553"/>
                </a:lnTo>
                <a:lnTo>
                  <a:pt x="936343" y="42996"/>
                </a:lnTo>
                <a:lnTo>
                  <a:pt x="935372" y="42468"/>
                </a:lnTo>
                <a:lnTo>
                  <a:pt x="934380" y="41968"/>
                </a:lnTo>
                <a:lnTo>
                  <a:pt x="933368" y="41497"/>
                </a:lnTo>
                <a:lnTo>
                  <a:pt x="932335" y="41055"/>
                </a:lnTo>
                <a:lnTo>
                  <a:pt x="931281" y="40641"/>
                </a:lnTo>
                <a:lnTo>
                  <a:pt x="930208" y="40255"/>
                </a:lnTo>
                <a:lnTo>
                  <a:pt x="929113" y="39898"/>
                </a:lnTo>
                <a:lnTo>
                  <a:pt x="927999" y="39570"/>
                </a:lnTo>
                <a:lnTo>
                  <a:pt x="926863" y="39270"/>
                </a:lnTo>
                <a:lnTo>
                  <a:pt x="925708" y="38999"/>
                </a:lnTo>
                <a:lnTo>
                  <a:pt x="924531" y="38756"/>
                </a:lnTo>
                <a:lnTo>
                  <a:pt x="923335" y="38542"/>
                </a:lnTo>
                <a:lnTo>
                  <a:pt x="922117" y="38357"/>
                </a:lnTo>
                <a:lnTo>
                  <a:pt x="920880" y="38200"/>
                </a:lnTo>
                <a:lnTo>
                  <a:pt x="919621" y="38071"/>
                </a:lnTo>
                <a:lnTo>
                  <a:pt x="918343" y="37971"/>
                </a:lnTo>
                <a:lnTo>
                  <a:pt x="917044" y="37900"/>
                </a:lnTo>
                <a:lnTo>
                  <a:pt x="915724" y="37857"/>
                </a:lnTo>
                <a:lnTo>
                  <a:pt x="914384" y="37843"/>
                </a:lnTo>
                <a:lnTo>
                  <a:pt x="913318" y="37853"/>
                </a:lnTo>
                <a:lnTo>
                  <a:pt x="912258" y="37885"/>
                </a:lnTo>
                <a:lnTo>
                  <a:pt x="911206" y="37937"/>
                </a:lnTo>
                <a:lnTo>
                  <a:pt x="910159" y="38011"/>
                </a:lnTo>
                <a:lnTo>
                  <a:pt x="909120" y="38105"/>
                </a:lnTo>
                <a:lnTo>
                  <a:pt x="908087" y="38220"/>
                </a:lnTo>
                <a:lnTo>
                  <a:pt x="907061" y="38357"/>
                </a:lnTo>
                <a:lnTo>
                  <a:pt x="906042" y="38514"/>
                </a:lnTo>
                <a:lnTo>
                  <a:pt x="905029" y="38692"/>
                </a:lnTo>
                <a:lnTo>
                  <a:pt x="904023" y="38892"/>
                </a:lnTo>
                <a:lnTo>
                  <a:pt x="903024" y="39112"/>
                </a:lnTo>
                <a:lnTo>
                  <a:pt x="902031" y="39353"/>
                </a:lnTo>
                <a:lnTo>
                  <a:pt x="901045" y="39615"/>
                </a:lnTo>
                <a:lnTo>
                  <a:pt x="900066" y="39899"/>
                </a:lnTo>
                <a:lnTo>
                  <a:pt x="899093" y="40203"/>
                </a:lnTo>
                <a:lnTo>
                  <a:pt x="898127" y="40528"/>
                </a:lnTo>
                <a:lnTo>
                  <a:pt x="897167" y="40874"/>
                </a:lnTo>
                <a:lnTo>
                  <a:pt x="896215" y="41241"/>
                </a:lnTo>
                <a:lnTo>
                  <a:pt x="895269" y="41629"/>
                </a:lnTo>
                <a:lnTo>
                  <a:pt x="894329" y="42038"/>
                </a:lnTo>
                <a:lnTo>
                  <a:pt x="893397" y="42468"/>
                </a:lnTo>
                <a:lnTo>
                  <a:pt x="892470" y="42919"/>
                </a:lnTo>
                <a:lnTo>
                  <a:pt x="891551" y="43391"/>
                </a:lnTo>
                <a:lnTo>
                  <a:pt x="890638" y="43884"/>
                </a:lnTo>
                <a:lnTo>
                  <a:pt x="889739" y="44398"/>
                </a:lnTo>
                <a:lnTo>
                  <a:pt x="888858" y="44933"/>
                </a:lnTo>
                <a:lnTo>
                  <a:pt x="887997" y="45489"/>
                </a:lnTo>
                <a:lnTo>
                  <a:pt x="887156" y="46066"/>
                </a:lnTo>
                <a:lnTo>
                  <a:pt x="886333" y="46664"/>
                </a:lnTo>
                <a:lnTo>
                  <a:pt x="885530" y="47283"/>
                </a:lnTo>
                <a:lnTo>
                  <a:pt x="884747" y="47923"/>
                </a:lnTo>
                <a:lnTo>
                  <a:pt x="883983" y="48584"/>
                </a:lnTo>
                <a:lnTo>
                  <a:pt x="883238" y="49265"/>
                </a:lnTo>
                <a:lnTo>
                  <a:pt x="882512" y="49968"/>
                </a:lnTo>
                <a:lnTo>
                  <a:pt x="881806" y="50692"/>
                </a:lnTo>
                <a:lnTo>
                  <a:pt x="881119" y="51437"/>
                </a:lnTo>
                <a:lnTo>
                  <a:pt x="880452" y="52202"/>
                </a:lnTo>
                <a:lnTo>
                  <a:pt x="879804" y="52989"/>
                </a:lnTo>
                <a:lnTo>
                  <a:pt x="879175" y="53797"/>
                </a:lnTo>
                <a:lnTo>
                  <a:pt x="878565" y="54625"/>
                </a:lnTo>
                <a:lnTo>
                  <a:pt x="877975" y="55475"/>
                </a:lnTo>
                <a:lnTo>
                  <a:pt x="877405" y="56346"/>
                </a:lnTo>
                <a:lnTo>
                  <a:pt x="876853" y="57237"/>
                </a:lnTo>
                <a:lnTo>
                  <a:pt x="876321" y="58150"/>
                </a:lnTo>
                <a:lnTo>
                  <a:pt x="875808" y="59083"/>
                </a:lnTo>
                <a:lnTo>
                  <a:pt x="875315" y="60038"/>
                </a:lnTo>
                <a:lnTo>
                  <a:pt x="874841" y="61013"/>
                </a:lnTo>
                <a:lnTo>
                  <a:pt x="874387" y="62010"/>
                </a:lnTo>
                <a:lnTo>
                  <a:pt x="873951" y="63024"/>
                </a:lnTo>
                <a:lnTo>
                  <a:pt x="873534" y="64052"/>
                </a:lnTo>
                <a:lnTo>
                  <a:pt x="873135" y="65093"/>
                </a:lnTo>
                <a:lnTo>
                  <a:pt x="872755" y="66149"/>
                </a:lnTo>
                <a:lnTo>
                  <a:pt x="872394" y="67219"/>
                </a:lnTo>
                <a:lnTo>
                  <a:pt x="872051" y="68303"/>
                </a:lnTo>
                <a:lnTo>
                  <a:pt x="871726" y="69401"/>
                </a:lnTo>
                <a:lnTo>
                  <a:pt x="871420" y="70513"/>
                </a:lnTo>
                <a:lnTo>
                  <a:pt x="871133" y="71639"/>
                </a:lnTo>
                <a:lnTo>
                  <a:pt x="870864" y="72778"/>
                </a:lnTo>
                <a:lnTo>
                  <a:pt x="870614" y="73932"/>
                </a:lnTo>
                <a:lnTo>
                  <a:pt x="870382" y="75100"/>
                </a:lnTo>
                <a:lnTo>
                  <a:pt x="870169" y="76282"/>
                </a:lnTo>
                <a:lnTo>
                  <a:pt x="869974" y="77478"/>
                </a:lnTo>
                <a:lnTo>
                  <a:pt x="869798" y="78687"/>
                </a:lnTo>
                <a:lnTo>
                  <a:pt x="869641" y="79911"/>
                </a:lnTo>
                <a:lnTo>
                  <a:pt x="869502" y="81149"/>
                </a:lnTo>
                <a:lnTo>
                  <a:pt x="869381" y="82400"/>
                </a:lnTo>
                <a:lnTo>
                  <a:pt x="869279" y="83666"/>
                </a:lnTo>
                <a:lnTo>
                  <a:pt x="869196" y="84946"/>
                </a:lnTo>
                <a:lnTo>
                  <a:pt x="869131" y="86239"/>
                </a:lnTo>
                <a:lnTo>
                  <a:pt x="869084" y="87547"/>
                </a:lnTo>
                <a:lnTo>
                  <a:pt x="869057" y="88869"/>
                </a:lnTo>
                <a:lnTo>
                  <a:pt x="869047" y="90204"/>
                </a:lnTo>
                <a:lnTo>
                  <a:pt x="869069" y="92261"/>
                </a:lnTo>
                <a:lnTo>
                  <a:pt x="869134" y="94277"/>
                </a:lnTo>
                <a:lnTo>
                  <a:pt x="869241" y="96253"/>
                </a:lnTo>
                <a:lnTo>
                  <a:pt x="869392" y="98188"/>
                </a:lnTo>
                <a:lnTo>
                  <a:pt x="869586" y="100084"/>
                </a:lnTo>
                <a:lnTo>
                  <a:pt x="869823" y="101939"/>
                </a:lnTo>
                <a:lnTo>
                  <a:pt x="870103" y="103755"/>
                </a:lnTo>
                <a:lnTo>
                  <a:pt x="870426" y="105530"/>
                </a:lnTo>
                <a:lnTo>
                  <a:pt x="870793" y="107265"/>
                </a:lnTo>
                <a:lnTo>
                  <a:pt x="871202" y="108959"/>
                </a:lnTo>
                <a:lnTo>
                  <a:pt x="871655" y="110614"/>
                </a:lnTo>
                <a:lnTo>
                  <a:pt x="872150" y="112229"/>
                </a:lnTo>
                <a:lnTo>
                  <a:pt x="872689" y="113803"/>
                </a:lnTo>
                <a:lnTo>
                  <a:pt x="873271" y="115337"/>
                </a:lnTo>
                <a:lnTo>
                  <a:pt x="873896" y="116831"/>
                </a:lnTo>
                <a:lnTo>
                  <a:pt x="874564" y="118285"/>
                </a:lnTo>
                <a:lnTo>
                  <a:pt x="875275" y="119698"/>
                </a:lnTo>
                <a:lnTo>
                  <a:pt x="876029" y="121072"/>
                </a:lnTo>
                <a:lnTo>
                  <a:pt x="876826" y="122405"/>
                </a:lnTo>
                <a:lnTo>
                  <a:pt x="877666" y="123698"/>
                </a:lnTo>
                <a:lnTo>
                  <a:pt x="878550" y="124951"/>
                </a:lnTo>
                <a:lnTo>
                  <a:pt x="879476" y="126164"/>
                </a:lnTo>
                <a:lnTo>
                  <a:pt x="880446" y="127336"/>
                </a:lnTo>
                <a:lnTo>
                  <a:pt x="881459" y="128469"/>
                </a:lnTo>
                <a:lnTo>
                  <a:pt x="882507" y="129558"/>
                </a:lnTo>
                <a:lnTo>
                  <a:pt x="883583" y="130601"/>
                </a:lnTo>
                <a:lnTo>
                  <a:pt x="884687" y="131597"/>
                </a:lnTo>
                <a:lnTo>
                  <a:pt x="885818" y="132547"/>
                </a:lnTo>
                <a:lnTo>
                  <a:pt x="886978" y="133451"/>
                </a:lnTo>
                <a:lnTo>
                  <a:pt x="888165" y="134308"/>
                </a:lnTo>
                <a:lnTo>
                  <a:pt x="889380" y="135119"/>
                </a:lnTo>
                <a:lnTo>
                  <a:pt x="890623" y="135884"/>
                </a:lnTo>
                <a:lnTo>
                  <a:pt x="891893" y="136603"/>
                </a:lnTo>
                <a:lnTo>
                  <a:pt x="893192" y="137275"/>
                </a:lnTo>
                <a:lnTo>
                  <a:pt x="894518" y="137900"/>
                </a:lnTo>
                <a:lnTo>
                  <a:pt x="895872" y="138480"/>
                </a:lnTo>
                <a:lnTo>
                  <a:pt x="897254" y="139013"/>
                </a:lnTo>
                <a:lnTo>
                  <a:pt x="898664" y="139499"/>
                </a:lnTo>
                <a:lnTo>
                  <a:pt x="900101" y="139940"/>
                </a:lnTo>
                <a:lnTo>
                  <a:pt x="901567" y="140333"/>
                </a:lnTo>
                <a:lnTo>
                  <a:pt x="903060" y="140681"/>
                </a:lnTo>
                <a:lnTo>
                  <a:pt x="904581" y="140982"/>
                </a:lnTo>
                <a:lnTo>
                  <a:pt x="906129" y="141237"/>
                </a:lnTo>
                <a:lnTo>
                  <a:pt x="907706" y="141446"/>
                </a:lnTo>
                <a:lnTo>
                  <a:pt x="909310" y="141608"/>
                </a:lnTo>
                <a:lnTo>
                  <a:pt x="910942" y="141724"/>
                </a:lnTo>
                <a:lnTo>
                  <a:pt x="912602" y="141793"/>
                </a:lnTo>
                <a:lnTo>
                  <a:pt x="914290" y="141817"/>
                </a:lnTo>
                <a:lnTo>
                  <a:pt x="915639" y="141800"/>
                </a:lnTo>
                <a:lnTo>
                  <a:pt x="916971" y="141749"/>
                </a:lnTo>
                <a:lnTo>
                  <a:pt x="918285" y="141665"/>
                </a:lnTo>
                <a:lnTo>
                  <a:pt x="919581" y="141547"/>
                </a:lnTo>
                <a:lnTo>
                  <a:pt x="920860" y="141395"/>
                </a:lnTo>
                <a:lnTo>
                  <a:pt x="922120" y="141209"/>
                </a:lnTo>
                <a:lnTo>
                  <a:pt x="923363" y="140990"/>
                </a:lnTo>
                <a:lnTo>
                  <a:pt x="924589" y="140737"/>
                </a:lnTo>
                <a:lnTo>
                  <a:pt x="925796" y="140450"/>
                </a:lnTo>
                <a:lnTo>
                  <a:pt x="926986" y="140129"/>
                </a:lnTo>
                <a:lnTo>
                  <a:pt x="928158" y="139775"/>
                </a:lnTo>
                <a:lnTo>
                  <a:pt x="929312" y="139387"/>
                </a:lnTo>
                <a:lnTo>
                  <a:pt x="930449" y="138965"/>
                </a:lnTo>
                <a:lnTo>
                  <a:pt x="931568" y="138510"/>
                </a:lnTo>
                <a:lnTo>
                  <a:pt x="932669" y="138020"/>
                </a:lnTo>
                <a:lnTo>
                  <a:pt x="933753" y="137497"/>
                </a:lnTo>
                <a:lnTo>
                  <a:pt x="934818" y="136941"/>
                </a:lnTo>
                <a:lnTo>
                  <a:pt x="935866" y="136350"/>
                </a:lnTo>
                <a:lnTo>
                  <a:pt x="936897" y="135726"/>
                </a:lnTo>
                <a:lnTo>
                  <a:pt x="937909" y="135068"/>
                </a:lnTo>
                <a:lnTo>
                  <a:pt x="938904" y="134376"/>
                </a:lnTo>
                <a:lnTo>
                  <a:pt x="939881" y="133651"/>
                </a:lnTo>
                <a:lnTo>
                  <a:pt x="940841" y="132891"/>
                </a:lnTo>
                <a:lnTo>
                  <a:pt x="941782" y="132098"/>
                </a:lnTo>
                <a:lnTo>
                  <a:pt x="942700" y="131275"/>
                </a:lnTo>
                <a:lnTo>
                  <a:pt x="943589" y="130426"/>
                </a:lnTo>
                <a:lnTo>
                  <a:pt x="944448" y="129551"/>
                </a:lnTo>
                <a:lnTo>
                  <a:pt x="945278" y="128651"/>
                </a:lnTo>
                <a:lnTo>
                  <a:pt x="946078" y="127724"/>
                </a:lnTo>
                <a:lnTo>
                  <a:pt x="946849" y="126771"/>
                </a:lnTo>
                <a:lnTo>
                  <a:pt x="947591" y="125793"/>
                </a:lnTo>
                <a:lnTo>
                  <a:pt x="948303" y="124788"/>
                </a:lnTo>
                <a:lnTo>
                  <a:pt x="948985" y="123758"/>
                </a:lnTo>
                <a:lnTo>
                  <a:pt x="949639" y="122701"/>
                </a:lnTo>
                <a:lnTo>
                  <a:pt x="950262" y="121619"/>
                </a:lnTo>
                <a:lnTo>
                  <a:pt x="950857" y="120511"/>
                </a:lnTo>
                <a:lnTo>
                  <a:pt x="951421" y="119377"/>
                </a:lnTo>
                <a:lnTo>
                  <a:pt x="951957" y="118217"/>
                </a:lnTo>
                <a:lnTo>
                  <a:pt x="952463" y="117031"/>
                </a:lnTo>
                <a:lnTo>
                  <a:pt x="952939" y="115819"/>
                </a:lnTo>
                <a:lnTo>
                  <a:pt x="953387" y="114581"/>
                </a:lnTo>
                <a:lnTo>
                  <a:pt x="953804" y="113318"/>
                </a:lnTo>
                <a:lnTo>
                  <a:pt x="954192" y="112028"/>
                </a:lnTo>
                <a:lnTo>
                  <a:pt x="954551" y="110713"/>
                </a:lnTo>
                <a:lnTo>
                  <a:pt x="954881" y="109371"/>
                </a:lnTo>
                <a:lnTo>
                  <a:pt x="955181" y="108004"/>
                </a:lnTo>
                <a:lnTo>
                  <a:pt x="955451" y="106611"/>
                </a:lnTo>
                <a:lnTo>
                  <a:pt x="955692" y="105192"/>
                </a:lnTo>
                <a:lnTo>
                  <a:pt x="939113" y="103037"/>
                </a:lnTo>
                <a:lnTo>
                  <a:pt x="938956" y="104076"/>
                </a:lnTo>
                <a:lnTo>
                  <a:pt x="938782" y="105092"/>
                </a:lnTo>
                <a:lnTo>
                  <a:pt x="938592" y="106085"/>
                </a:lnTo>
                <a:lnTo>
                  <a:pt x="938384" y="107055"/>
                </a:lnTo>
                <a:close/>
                <a:moveTo>
                  <a:pt x="1036860" y="110901"/>
                </a:moveTo>
                <a:lnTo>
                  <a:pt x="1036498" y="111693"/>
                </a:lnTo>
                <a:lnTo>
                  <a:pt x="1036126" y="112465"/>
                </a:lnTo>
                <a:lnTo>
                  <a:pt x="1035744" y="113216"/>
                </a:lnTo>
                <a:lnTo>
                  <a:pt x="1035354" y="113948"/>
                </a:lnTo>
                <a:lnTo>
                  <a:pt x="1034953" y="114660"/>
                </a:lnTo>
                <a:lnTo>
                  <a:pt x="1034544" y="115352"/>
                </a:lnTo>
                <a:lnTo>
                  <a:pt x="1034125" y="116024"/>
                </a:lnTo>
                <a:lnTo>
                  <a:pt x="1033696" y="116676"/>
                </a:lnTo>
                <a:lnTo>
                  <a:pt x="1033258" y="117308"/>
                </a:lnTo>
                <a:lnTo>
                  <a:pt x="1032811" y="117920"/>
                </a:lnTo>
                <a:lnTo>
                  <a:pt x="1032354" y="118513"/>
                </a:lnTo>
                <a:lnTo>
                  <a:pt x="1031888" y="119085"/>
                </a:lnTo>
                <a:lnTo>
                  <a:pt x="1031412" y="119637"/>
                </a:lnTo>
                <a:lnTo>
                  <a:pt x="1030927" y="120169"/>
                </a:lnTo>
                <a:lnTo>
                  <a:pt x="1030432" y="120681"/>
                </a:lnTo>
                <a:lnTo>
                  <a:pt x="1029929" y="121173"/>
                </a:lnTo>
                <a:lnTo>
                  <a:pt x="1029415" y="121645"/>
                </a:lnTo>
                <a:lnTo>
                  <a:pt x="1028892" y="122098"/>
                </a:lnTo>
                <a:lnTo>
                  <a:pt x="1028360" y="122530"/>
                </a:lnTo>
                <a:lnTo>
                  <a:pt x="1027818" y="122942"/>
                </a:lnTo>
                <a:lnTo>
                  <a:pt x="1027267" y="123336"/>
                </a:lnTo>
                <a:lnTo>
                  <a:pt x="1026707" y="123713"/>
                </a:lnTo>
                <a:lnTo>
                  <a:pt x="1026137" y="124073"/>
                </a:lnTo>
                <a:lnTo>
                  <a:pt x="1025557" y="124416"/>
                </a:lnTo>
                <a:lnTo>
                  <a:pt x="1024968" y="124743"/>
                </a:lnTo>
                <a:lnTo>
                  <a:pt x="1024370" y="125053"/>
                </a:lnTo>
                <a:lnTo>
                  <a:pt x="1023762" y="125346"/>
                </a:lnTo>
                <a:lnTo>
                  <a:pt x="1023145" y="125622"/>
                </a:lnTo>
                <a:lnTo>
                  <a:pt x="1022519" y="125882"/>
                </a:lnTo>
                <a:lnTo>
                  <a:pt x="1021883" y="126125"/>
                </a:lnTo>
                <a:lnTo>
                  <a:pt x="1021237" y="126351"/>
                </a:lnTo>
                <a:lnTo>
                  <a:pt x="1020582" y="126560"/>
                </a:lnTo>
                <a:lnTo>
                  <a:pt x="1019918" y="126753"/>
                </a:lnTo>
                <a:lnTo>
                  <a:pt x="1019244" y="126929"/>
                </a:lnTo>
                <a:lnTo>
                  <a:pt x="1018561" y="127088"/>
                </a:lnTo>
                <a:lnTo>
                  <a:pt x="1017868" y="127230"/>
                </a:lnTo>
                <a:lnTo>
                  <a:pt x="1017166" y="127356"/>
                </a:lnTo>
                <a:lnTo>
                  <a:pt x="1016455" y="127465"/>
                </a:lnTo>
                <a:lnTo>
                  <a:pt x="1015734" y="127557"/>
                </a:lnTo>
                <a:lnTo>
                  <a:pt x="1015004" y="127632"/>
                </a:lnTo>
                <a:lnTo>
                  <a:pt x="1014264" y="127691"/>
                </a:lnTo>
                <a:lnTo>
                  <a:pt x="1013515" y="127733"/>
                </a:lnTo>
                <a:lnTo>
                  <a:pt x="1012756" y="127758"/>
                </a:lnTo>
                <a:lnTo>
                  <a:pt x="1011988" y="127766"/>
                </a:lnTo>
                <a:lnTo>
                  <a:pt x="1010957" y="127751"/>
                </a:lnTo>
                <a:lnTo>
                  <a:pt x="1009940" y="127706"/>
                </a:lnTo>
                <a:lnTo>
                  <a:pt x="1008938" y="127630"/>
                </a:lnTo>
                <a:lnTo>
                  <a:pt x="1007950" y="127525"/>
                </a:lnTo>
                <a:lnTo>
                  <a:pt x="1006976" y="127389"/>
                </a:lnTo>
                <a:lnTo>
                  <a:pt x="1006017" y="127223"/>
                </a:lnTo>
                <a:lnTo>
                  <a:pt x="1005071" y="127027"/>
                </a:lnTo>
                <a:lnTo>
                  <a:pt x="1004141" y="126801"/>
                </a:lnTo>
                <a:lnTo>
                  <a:pt x="1003224" y="126544"/>
                </a:lnTo>
                <a:lnTo>
                  <a:pt x="1002322" y="126258"/>
                </a:lnTo>
                <a:lnTo>
                  <a:pt x="1001434" y="125941"/>
                </a:lnTo>
                <a:lnTo>
                  <a:pt x="1000560" y="125594"/>
                </a:lnTo>
                <a:lnTo>
                  <a:pt x="999701" y="125217"/>
                </a:lnTo>
                <a:lnTo>
                  <a:pt x="998856" y="124810"/>
                </a:lnTo>
                <a:lnTo>
                  <a:pt x="998025" y="124372"/>
                </a:lnTo>
                <a:lnTo>
                  <a:pt x="997209" y="123905"/>
                </a:lnTo>
                <a:lnTo>
                  <a:pt x="996407" y="123407"/>
                </a:lnTo>
                <a:lnTo>
                  <a:pt x="995619" y="122879"/>
                </a:lnTo>
                <a:lnTo>
                  <a:pt x="994846" y="122321"/>
                </a:lnTo>
                <a:lnTo>
                  <a:pt x="994087" y="121733"/>
                </a:lnTo>
                <a:lnTo>
                  <a:pt x="993342" y="121114"/>
                </a:lnTo>
                <a:lnTo>
                  <a:pt x="992611" y="120466"/>
                </a:lnTo>
                <a:lnTo>
                  <a:pt x="991895" y="119787"/>
                </a:lnTo>
                <a:lnTo>
                  <a:pt x="991193" y="119078"/>
                </a:lnTo>
                <a:lnTo>
                  <a:pt x="990511" y="118341"/>
                </a:lnTo>
                <a:lnTo>
                  <a:pt x="989855" y="117577"/>
                </a:lnTo>
                <a:lnTo>
                  <a:pt x="989225" y="116787"/>
                </a:lnTo>
                <a:lnTo>
                  <a:pt x="988620" y="115969"/>
                </a:lnTo>
                <a:lnTo>
                  <a:pt x="988041" y="115126"/>
                </a:lnTo>
                <a:lnTo>
                  <a:pt x="987487" y="114256"/>
                </a:lnTo>
                <a:lnTo>
                  <a:pt x="986960" y="113359"/>
                </a:lnTo>
                <a:lnTo>
                  <a:pt x="986458" y="112435"/>
                </a:lnTo>
                <a:lnTo>
                  <a:pt x="985981" y="111485"/>
                </a:lnTo>
                <a:lnTo>
                  <a:pt x="985531" y="110509"/>
                </a:lnTo>
                <a:lnTo>
                  <a:pt x="985106" y="109506"/>
                </a:lnTo>
                <a:lnTo>
                  <a:pt x="984707" y="108476"/>
                </a:lnTo>
                <a:lnTo>
                  <a:pt x="984333" y="107420"/>
                </a:lnTo>
                <a:lnTo>
                  <a:pt x="983985" y="106337"/>
                </a:lnTo>
                <a:lnTo>
                  <a:pt x="983663" y="105227"/>
                </a:lnTo>
                <a:lnTo>
                  <a:pt x="983367" y="104091"/>
                </a:lnTo>
                <a:lnTo>
                  <a:pt x="983096" y="102928"/>
                </a:lnTo>
                <a:lnTo>
                  <a:pt x="982851" y="101739"/>
                </a:lnTo>
                <a:lnTo>
                  <a:pt x="982631" y="100523"/>
                </a:lnTo>
                <a:lnTo>
                  <a:pt x="982438" y="99281"/>
                </a:lnTo>
                <a:lnTo>
                  <a:pt x="982270" y="98012"/>
                </a:lnTo>
                <a:lnTo>
                  <a:pt x="982127" y="96716"/>
                </a:lnTo>
                <a:lnTo>
                  <a:pt x="982011" y="95394"/>
                </a:lnTo>
                <a:lnTo>
                  <a:pt x="981920" y="94045"/>
                </a:lnTo>
                <a:lnTo>
                  <a:pt x="1056107" y="94045"/>
                </a:lnTo>
                <a:lnTo>
                  <a:pt x="1056114" y="93798"/>
                </a:lnTo>
                <a:lnTo>
                  <a:pt x="1056122" y="93557"/>
                </a:lnTo>
                <a:lnTo>
                  <a:pt x="1056129" y="93320"/>
                </a:lnTo>
                <a:lnTo>
                  <a:pt x="1056135" y="93089"/>
                </a:lnTo>
                <a:lnTo>
                  <a:pt x="1056142" y="92863"/>
                </a:lnTo>
                <a:lnTo>
                  <a:pt x="1056148" y="92642"/>
                </a:lnTo>
                <a:lnTo>
                  <a:pt x="1056153" y="92427"/>
                </a:lnTo>
                <a:lnTo>
                  <a:pt x="1056159" y="92217"/>
                </a:lnTo>
                <a:lnTo>
                  <a:pt x="1056164" y="92011"/>
                </a:lnTo>
                <a:lnTo>
                  <a:pt x="1056169" y="91812"/>
                </a:lnTo>
                <a:lnTo>
                  <a:pt x="1056173" y="91617"/>
                </a:lnTo>
                <a:lnTo>
                  <a:pt x="1056177" y="91427"/>
                </a:lnTo>
                <a:lnTo>
                  <a:pt x="1056181" y="91243"/>
                </a:lnTo>
                <a:lnTo>
                  <a:pt x="1056184" y="91064"/>
                </a:lnTo>
                <a:lnTo>
                  <a:pt x="1056187" y="90890"/>
                </a:lnTo>
                <a:lnTo>
                  <a:pt x="1056190" y="90721"/>
                </a:lnTo>
                <a:lnTo>
                  <a:pt x="1056192" y="90557"/>
                </a:lnTo>
                <a:lnTo>
                  <a:pt x="1056195" y="90399"/>
                </a:lnTo>
                <a:lnTo>
                  <a:pt x="1056196" y="90246"/>
                </a:lnTo>
                <a:lnTo>
                  <a:pt x="1056198" y="90098"/>
                </a:lnTo>
                <a:lnTo>
                  <a:pt x="1056199" y="89955"/>
                </a:lnTo>
                <a:lnTo>
                  <a:pt x="1056200" y="89817"/>
                </a:lnTo>
                <a:lnTo>
                  <a:pt x="1056200" y="89685"/>
                </a:lnTo>
                <a:lnTo>
                  <a:pt x="1056200" y="89557"/>
                </a:lnTo>
                <a:lnTo>
                  <a:pt x="1056178" y="87527"/>
                </a:lnTo>
                <a:lnTo>
                  <a:pt x="1056113" y="85535"/>
                </a:lnTo>
                <a:lnTo>
                  <a:pt x="1056003" y="83581"/>
                </a:lnTo>
                <a:lnTo>
                  <a:pt x="1055849" y="81666"/>
                </a:lnTo>
                <a:lnTo>
                  <a:pt x="1055652" y="79789"/>
                </a:lnTo>
                <a:lnTo>
                  <a:pt x="1055410" y="77950"/>
                </a:lnTo>
                <a:lnTo>
                  <a:pt x="1055125" y="76150"/>
                </a:lnTo>
                <a:lnTo>
                  <a:pt x="1054795" y="74387"/>
                </a:lnTo>
                <a:lnTo>
                  <a:pt x="1054422" y="72664"/>
                </a:lnTo>
                <a:lnTo>
                  <a:pt x="1054005" y="70978"/>
                </a:lnTo>
                <a:lnTo>
                  <a:pt x="1053544" y="69331"/>
                </a:lnTo>
                <a:lnTo>
                  <a:pt x="1053039" y="67722"/>
                </a:lnTo>
                <a:lnTo>
                  <a:pt x="1052490" y="66151"/>
                </a:lnTo>
                <a:lnTo>
                  <a:pt x="1051897" y="64619"/>
                </a:lnTo>
                <a:lnTo>
                  <a:pt x="1051261" y="63125"/>
                </a:lnTo>
                <a:lnTo>
                  <a:pt x="1050580" y="61670"/>
                </a:lnTo>
                <a:lnTo>
                  <a:pt x="1049856" y="60252"/>
                </a:lnTo>
                <a:lnTo>
                  <a:pt x="1049087" y="58874"/>
                </a:lnTo>
                <a:lnTo>
                  <a:pt x="1048275" y="57533"/>
                </a:lnTo>
                <a:lnTo>
                  <a:pt x="1047419" y="56231"/>
                </a:lnTo>
                <a:lnTo>
                  <a:pt x="1046519" y="54967"/>
                </a:lnTo>
                <a:lnTo>
                  <a:pt x="1045575" y="53741"/>
                </a:lnTo>
                <a:lnTo>
                  <a:pt x="1044587" y="52553"/>
                </a:lnTo>
                <a:lnTo>
                  <a:pt x="1043555" y="51404"/>
                </a:lnTo>
                <a:lnTo>
                  <a:pt x="1042488" y="50298"/>
                </a:lnTo>
                <a:lnTo>
                  <a:pt x="1041397" y="49238"/>
                </a:lnTo>
                <a:lnTo>
                  <a:pt x="1040279" y="48226"/>
                </a:lnTo>
                <a:lnTo>
                  <a:pt x="1039137" y="47261"/>
                </a:lnTo>
                <a:lnTo>
                  <a:pt x="1037969" y="46342"/>
                </a:lnTo>
                <a:lnTo>
                  <a:pt x="1036776" y="45471"/>
                </a:lnTo>
                <a:lnTo>
                  <a:pt x="1035557" y="44647"/>
                </a:lnTo>
                <a:lnTo>
                  <a:pt x="1034313" y="43870"/>
                </a:lnTo>
                <a:lnTo>
                  <a:pt x="1033043" y="43140"/>
                </a:lnTo>
                <a:lnTo>
                  <a:pt x="1031749" y="42457"/>
                </a:lnTo>
                <a:lnTo>
                  <a:pt x="1030428" y="41822"/>
                </a:lnTo>
                <a:lnTo>
                  <a:pt x="1029083" y="41233"/>
                </a:lnTo>
                <a:lnTo>
                  <a:pt x="1027712" y="40692"/>
                </a:lnTo>
                <a:lnTo>
                  <a:pt x="1026316" y="40197"/>
                </a:lnTo>
                <a:lnTo>
                  <a:pt x="1024894" y="39750"/>
                </a:lnTo>
                <a:lnTo>
                  <a:pt x="1023447" y="39350"/>
                </a:lnTo>
                <a:lnTo>
                  <a:pt x="1021975" y="38996"/>
                </a:lnTo>
                <a:lnTo>
                  <a:pt x="1020477" y="38690"/>
                </a:lnTo>
                <a:lnTo>
                  <a:pt x="1018954" y="38431"/>
                </a:lnTo>
                <a:lnTo>
                  <a:pt x="1017405" y="38219"/>
                </a:lnTo>
                <a:lnTo>
                  <a:pt x="1015831" y="38055"/>
                </a:lnTo>
                <a:lnTo>
                  <a:pt x="1014232" y="37937"/>
                </a:lnTo>
                <a:lnTo>
                  <a:pt x="1012608" y="37866"/>
                </a:lnTo>
                <a:lnTo>
                  <a:pt x="1010958" y="37843"/>
                </a:lnTo>
                <a:lnTo>
                  <a:pt x="1009254" y="37867"/>
                </a:lnTo>
                <a:lnTo>
                  <a:pt x="1007576" y="37939"/>
                </a:lnTo>
                <a:lnTo>
                  <a:pt x="1005926" y="38059"/>
                </a:lnTo>
                <a:lnTo>
                  <a:pt x="1004302" y="38228"/>
                </a:lnTo>
                <a:lnTo>
                  <a:pt x="1002705" y="38444"/>
                </a:lnTo>
                <a:lnTo>
                  <a:pt x="1001134" y="38709"/>
                </a:lnTo>
                <a:lnTo>
                  <a:pt x="999590" y="39022"/>
                </a:lnTo>
                <a:lnTo>
                  <a:pt x="998073" y="39383"/>
                </a:lnTo>
                <a:lnTo>
                  <a:pt x="996582" y="39792"/>
                </a:lnTo>
                <a:lnTo>
                  <a:pt x="995118" y="40250"/>
                </a:lnTo>
                <a:lnTo>
                  <a:pt x="993681" y="40755"/>
                </a:lnTo>
                <a:lnTo>
                  <a:pt x="992271" y="41309"/>
                </a:lnTo>
                <a:lnTo>
                  <a:pt x="990887" y="41910"/>
                </a:lnTo>
                <a:lnTo>
                  <a:pt x="989529" y="42560"/>
                </a:lnTo>
                <a:lnTo>
                  <a:pt x="988199" y="43258"/>
                </a:lnTo>
                <a:lnTo>
                  <a:pt x="986895" y="44004"/>
                </a:lnTo>
                <a:lnTo>
                  <a:pt x="985618" y="44798"/>
                </a:lnTo>
                <a:lnTo>
                  <a:pt x="984367" y="45641"/>
                </a:lnTo>
                <a:lnTo>
                  <a:pt x="983143" y="46531"/>
                </a:lnTo>
                <a:lnTo>
                  <a:pt x="981946" y="47470"/>
                </a:lnTo>
                <a:lnTo>
                  <a:pt x="980775" y="48457"/>
                </a:lnTo>
                <a:lnTo>
                  <a:pt x="979632" y="49492"/>
                </a:lnTo>
                <a:lnTo>
                  <a:pt x="978514" y="50575"/>
                </a:lnTo>
                <a:lnTo>
                  <a:pt x="977424" y="51706"/>
                </a:lnTo>
                <a:lnTo>
                  <a:pt x="976369" y="52881"/>
                </a:lnTo>
                <a:lnTo>
                  <a:pt x="975359" y="54095"/>
                </a:lnTo>
                <a:lnTo>
                  <a:pt x="974394" y="55347"/>
                </a:lnTo>
                <a:lnTo>
                  <a:pt x="973474" y="56639"/>
                </a:lnTo>
                <a:lnTo>
                  <a:pt x="972599" y="57970"/>
                </a:lnTo>
                <a:lnTo>
                  <a:pt x="971768" y="59340"/>
                </a:lnTo>
                <a:lnTo>
                  <a:pt x="970983" y="60749"/>
                </a:lnTo>
                <a:lnTo>
                  <a:pt x="970242" y="62197"/>
                </a:lnTo>
                <a:lnTo>
                  <a:pt x="969547" y="63684"/>
                </a:lnTo>
                <a:lnTo>
                  <a:pt x="968896" y="65210"/>
                </a:lnTo>
                <a:lnTo>
                  <a:pt x="968290" y="66775"/>
                </a:lnTo>
                <a:lnTo>
                  <a:pt x="967729" y="68379"/>
                </a:lnTo>
                <a:lnTo>
                  <a:pt x="967213" y="70022"/>
                </a:lnTo>
                <a:lnTo>
                  <a:pt x="966742" y="71704"/>
                </a:lnTo>
                <a:lnTo>
                  <a:pt x="966315" y="73426"/>
                </a:lnTo>
                <a:lnTo>
                  <a:pt x="965934" y="75186"/>
                </a:lnTo>
                <a:lnTo>
                  <a:pt x="965597" y="76985"/>
                </a:lnTo>
                <a:lnTo>
                  <a:pt x="965305" y="78823"/>
                </a:lnTo>
                <a:lnTo>
                  <a:pt x="965058" y="80701"/>
                </a:lnTo>
                <a:lnTo>
                  <a:pt x="964856" y="82617"/>
                </a:lnTo>
                <a:lnTo>
                  <a:pt x="964699" y="84572"/>
                </a:lnTo>
                <a:lnTo>
                  <a:pt x="964587" y="86567"/>
                </a:lnTo>
                <a:lnTo>
                  <a:pt x="964520" y="88600"/>
                </a:lnTo>
                <a:lnTo>
                  <a:pt x="964497" y="90673"/>
                </a:lnTo>
                <a:lnTo>
                  <a:pt x="964520" y="92676"/>
                </a:lnTo>
                <a:lnTo>
                  <a:pt x="964586" y="94641"/>
                </a:lnTo>
                <a:lnTo>
                  <a:pt x="964697" y="96569"/>
                </a:lnTo>
                <a:lnTo>
                  <a:pt x="964852" y="98459"/>
                </a:lnTo>
                <a:lnTo>
                  <a:pt x="965052" y="100312"/>
                </a:lnTo>
                <a:lnTo>
                  <a:pt x="965296" y="102127"/>
                </a:lnTo>
                <a:lnTo>
                  <a:pt x="965585" y="103904"/>
                </a:lnTo>
                <a:lnTo>
                  <a:pt x="965918" y="105644"/>
                </a:lnTo>
                <a:lnTo>
                  <a:pt x="966295" y="107347"/>
                </a:lnTo>
                <a:lnTo>
                  <a:pt x="966717" y="109012"/>
                </a:lnTo>
                <a:lnTo>
                  <a:pt x="967183" y="110639"/>
                </a:lnTo>
                <a:lnTo>
                  <a:pt x="967694" y="112229"/>
                </a:lnTo>
                <a:lnTo>
                  <a:pt x="968249" y="113781"/>
                </a:lnTo>
                <a:lnTo>
                  <a:pt x="968848" y="115295"/>
                </a:lnTo>
                <a:lnTo>
                  <a:pt x="969492" y="116772"/>
                </a:lnTo>
                <a:lnTo>
                  <a:pt x="970180" y="118212"/>
                </a:lnTo>
                <a:lnTo>
                  <a:pt x="970913" y="119614"/>
                </a:lnTo>
                <a:lnTo>
                  <a:pt x="971689" y="120978"/>
                </a:lnTo>
                <a:lnTo>
                  <a:pt x="972511" y="122305"/>
                </a:lnTo>
                <a:lnTo>
                  <a:pt x="973376" y="123594"/>
                </a:lnTo>
                <a:lnTo>
                  <a:pt x="974287" y="124845"/>
                </a:lnTo>
                <a:lnTo>
                  <a:pt x="975241" y="126059"/>
                </a:lnTo>
                <a:lnTo>
                  <a:pt x="976240" y="127236"/>
                </a:lnTo>
                <a:lnTo>
                  <a:pt x="977283" y="128375"/>
                </a:lnTo>
                <a:lnTo>
                  <a:pt x="978364" y="129472"/>
                </a:lnTo>
                <a:lnTo>
                  <a:pt x="979477" y="130522"/>
                </a:lnTo>
                <a:lnTo>
                  <a:pt x="980621" y="131525"/>
                </a:lnTo>
                <a:lnTo>
                  <a:pt x="981796" y="132482"/>
                </a:lnTo>
                <a:lnTo>
                  <a:pt x="983003" y="133392"/>
                </a:lnTo>
                <a:lnTo>
                  <a:pt x="984241" y="134256"/>
                </a:lnTo>
                <a:lnTo>
                  <a:pt x="985511" y="135072"/>
                </a:lnTo>
                <a:lnTo>
                  <a:pt x="986812" y="135842"/>
                </a:lnTo>
                <a:lnTo>
                  <a:pt x="988144" y="136566"/>
                </a:lnTo>
                <a:lnTo>
                  <a:pt x="989508" y="137243"/>
                </a:lnTo>
                <a:lnTo>
                  <a:pt x="990903" y="137873"/>
                </a:lnTo>
                <a:lnTo>
                  <a:pt x="992329" y="138456"/>
                </a:lnTo>
                <a:lnTo>
                  <a:pt x="993787" y="138993"/>
                </a:lnTo>
                <a:lnTo>
                  <a:pt x="995276" y="139483"/>
                </a:lnTo>
                <a:lnTo>
                  <a:pt x="996797" y="139926"/>
                </a:lnTo>
                <a:lnTo>
                  <a:pt x="998349" y="140323"/>
                </a:lnTo>
                <a:lnTo>
                  <a:pt x="999932" y="140673"/>
                </a:lnTo>
                <a:lnTo>
                  <a:pt x="1001547" y="140976"/>
                </a:lnTo>
                <a:lnTo>
                  <a:pt x="1003193" y="141233"/>
                </a:lnTo>
                <a:lnTo>
                  <a:pt x="1004870" y="141443"/>
                </a:lnTo>
                <a:lnTo>
                  <a:pt x="1006579" y="141607"/>
                </a:lnTo>
                <a:lnTo>
                  <a:pt x="1008320" y="141723"/>
                </a:lnTo>
                <a:lnTo>
                  <a:pt x="1010091" y="141793"/>
                </a:lnTo>
                <a:lnTo>
                  <a:pt x="1011894" y="141817"/>
                </a:lnTo>
                <a:lnTo>
                  <a:pt x="1013328" y="141802"/>
                </a:lnTo>
                <a:lnTo>
                  <a:pt x="1014740" y="141758"/>
                </a:lnTo>
                <a:lnTo>
                  <a:pt x="1016130" y="141685"/>
                </a:lnTo>
                <a:lnTo>
                  <a:pt x="1017499" y="141582"/>
                </a:lnTo>
                <a:lnTo>
                  <a:pt x="1018846" y="141451"/>
                </a:lnTo>
                <a:lnTo>
                  <a:pt x="1020173" y="141290"/>
                </a:lnTo>
                <a:lnTo>
                  <a:pt x="1021477" y="141099"/>
                </a:lnTo>
                <a:lnTo>
                  <a:pt x="1022760" y="140880"/>
                </a:lnTo>
                <a:lnTo>
                  <a:pt x="1024022" y="140631"/>
                </a:lnTo>
                <a:lnTo>
                  <a:pt x="1025262" y="140353"/>
                </a:lnTo>
                <a:lnTo>
                  <a:pt x="1026481" y="140046"/>
                </a:lnTo>
                <a:lnTo>
                  <a:pt x="1027678" y="139709"/>
                </a:lnTo>
                <a:lnTo>
                  <a:pt x="1028854" y="139343"/>
                </a:lnTo>
                <a:lnTo>
                  <a:pt x="1030008" y="138948"/>
                </a:lnTo>
                <a:lnTo>
                  <a:pt x="1031141" y="138523"/>
                </a:lnTo>
                <a:lnTo>
                  <a:pt x="1032252" y="138070"/>
                </a:lnTo>
                <a:lnTo>
                  <a:pt x="1033342" y="137587"/>
                </a:lnTo>
                <a:lnTo>
                  <a:pt x="1034410" y="137075"/>
                </a:lnTo>
                <a:lnTo>
                  <a:pt x="1035457" y="136533"/>
                </a:lnTo>
                <a:lnTo>
                  <a:pt x="1036483" y="135962"/>
                </a:lnTo>
                <a:lnTo>
                  <a:pt x="1037487" y="135362"/>
                </a:lnTo>
                <a:lnTo>
                  <a:pt x="1038469" y="134733"/>
                </a:lnTo>
                <a:lnTo>
                  <a:pt x="1039430" y="134074"/>
                </a:lnTo>
                <a:lnTo>
                  <a:pt x="1040370" y="133386"/>
                </a:lnTo>
                <a:lnTo>
                  <a:pt x="1041287" y="132672"/>
                </a:lnTo>
                <a:lnTo>
                  <a:pt x="1042179" y="131934"/>
                </a:lnTo>
                <a:lnTo>
                  <a:pt x="1043047" y="131172"/>
                </a:lnTo>
                <a:lnTo>
                  <a:pt x="1043891" y="130386"/>
                </a:lnTo>
                <a:lnTo>
                  <a:pt x="1044710" y="129577"/>
                </a:lnTo>
                <a:lnTo>
                  <a:pt x="1045504" y="128744"/>
                </a:lnTo>
                <a:lnTo>
                  <a:pt x="1046275" y="127887"/>
                </a:lnTo>
                <a:lnTo>
                  <a:pt x="1047021" y="127006"/>
                </a:lnTo>
                <a:lnTo>
                  <a:pt x="1047742" y="126102"/>
                </a:lnTo>
                <a:lnTo>
                  <a:pt x="1048439" y="125174"/>
                </a:lnTo>
                <a:lnTo>
                  <a:pt x="1049112" y="124222"/>
                </a:lnTo>
                <a:lnTo>
                  <a:pt x="1049761" y="123246"/>
                </a:lnTo>
                <a:lnTo>
                  <a:pt x="1050385" y="122247"/>
                </a:lnTo>
                <a:lnTo>
                  <a:pt x="1050984" y="121224"/>
                </a:lnTo>
                <a:lnTo>
                  <a:pt x="1051559" y="120177"/>
                </a:lnTo>
                <a:lnTo>
                  <a:pt x="1052110" y="119107"/>
                </a:lnTo>
                <a:lnTo>
                  <a:pt x="1052637" y="118012"/>
                </a:lnTo>
                <a:lnTo>
                  <a:pt x="1053139" y="116894"/>
                </a:lnTo>
                <a:lnTo>
                  <a:pt x="1053616" y="115753"/>
                </a:lnTo>
                <a:lnTo>
                  <a:pt x="1054069" y="114587"/>
                </a:lnTo>
                <a:lnTo>
                  <a:pt x="1054498" y="113398"/>
                </a:lnTo>
                <a:lnTo>
                  <a:pt x="1054903" y="112185"/>
                </a:lnTo>
                <a:lnTo>
                  <a:pt x="1055283" y="110948"/>
                </a:lnTo>
                <a:lnTo>
                  <a:pt x="1055638" y="109688"/>
                </a:lnTo>
                <a:lnTo>
                  <a:pt x="1038216" y="107533"/>
                </a:lnTo>
                <a:lnTo>
                  <a:pt x="1037891" y="108405"/>
                </a:lnTo>
                <a:lnTo>
                  <a:pt x="1037557" y="109257"/>
                </a:lnTo>
                <a:lnTo>
                  <a:pt x="1037213" y="110089"/>
                </a:lnTo>
                <a:lnTo>
                  <a:pt x="1036860" y="110901"/>
                </a:lnTo>
                <a:close/>
                <a:moveTo>
                  <a:pt x="983334" y="75869"/>
                </a:moveTo>
                <a:lnTo>
                  <a:pt x="983515" y="74882"/>
                </a:lnTo>
                <a:lnTo>
                  <a:pt x="983720" y="73914"/>
                </a:lnTo>
                <a:lnTo>
                  <a:pt x="983950" y="72963"/>
                </a:lnTo>
                <a:lnTo>
                  <a:pt x="984204" y="72030"/>
                </a:lnTo>
                <a:lnTo>
                  <a:pt x="984483" y="71115"/>
                </a:lnTo>
                <a:lnTo>
                  <a:pt x="984787" y="70218"/>
                </a:lnTo>
                <a:lnTo>
                  <a:pt x="985115" y="69339"/>
                </a:lnTo>
                <a:lnTo>
                  <a:pt x="985468" y="68478"/>
                </a:lnTo>
                <a:lnTo>
                  <a:pt x="985845" y="67635"/>
                </a:lnTo>
                <a:lnTo>
                  <a:pt x="986247" y="66809"/>
                </a:lnTo>
                <a:lnTo>
                  <a:pt x="986673" y="66002"/>
                </a:lnTo>
                <a:lnTo>
                  <a:pt x="987124" y="65213"/>
                </a:lnTo>
                <a:lnTo>
                  <a:pt x="987599" y="64441"/>
                </a:lnTo>
                <a:lnTo>
                  <a:pt x="988099" y="63687"/>
                </a:lnTo>
                <a:lnTo>
                  <a:pt x="988624" y="62952"/>
                </a:lnTo>
                <a:lnTo>
                  <a:pt x="989173" y="62234"/>
                </a:lnTo>
                <a:lnTo>
                  <a:pt x="989747" y="61534"/>
                </a:lnTo>
                <a:lnTo>
                  <a:pt x="990345" y="60852"/>
                </a:lnTo>
                <a:lnTo>
                  <a:pt x="990968" y="60188"/>
                </a:lnTo>
                <a:lnTo>
                  <a:pt x="991615" y="59542"/>
                </a:lnTo>
                <a:lnTo>
                  <a:pt x="992281" y="58918"/>
                </a:lnTo>
                <a:lnTo>
                  <a:pt x="992960" y="58320"/>
                </a:lnTo>
                <a:lnTo>
                  <a:pt x="993651" y="57749"/>
                </a:lnTo>
                <a:lnTo>
                  <a:pt x="994356" y="57205"/>
                </a:lnTo>
                <a:lnTo>
                  <a:pt x="995073" y="56687"/>
                </a:lnTo>
                <a:lnTo>
                  <a:pt x="995804" y="56196"/>
                </a:lnTo>
                <a:lnTo>
                  <a:pt x="996547" y="55731"/>
                </a:lnTo>
                <a:lnTo>
                  <a:pt x="997303" y="55293"/>
                </a:lnTo>
                <a:lnTo>
                  <a:pt x="998071" y="54881"/>
                </a:lnTo>
                <a:lnTo>
                  <a:pt x="998853" y="54496"/>
                </a:lnTo>
                <a:lnTo>
                  <a:pt x="999648" y="54137"/>
                </a:lnTo>
                <a:lnTo>
                  <a:pt x="1000455" y="53805"/>
                </a:lnTo>
                <a:lnTo>
                  <a:pt x="1001275" y="53500"/>
                </a:lnTo>
                <a:lnTo>
                  <a:pt x="1002108" y="53221"/>
                </a:lnTo>
                <a:lnTo>
                  <a:pt x="1002954" y="52969"/>
                </a:lnTo>
                <a:lnTo>
                  <a:pt x="1003813" y="52743"/>
                </a:lnTo>
                <a:lnTo>
                  <a:pt x="1004684" y="52544"/>
                </a:lnTo>
                <a:lnTo>
                  <a:pt x="1005569" y="52371"/>
                </a:lnTo>
                <a:lnTo>
                  <a:pt x="1006466" y="52225"/>
                </a:lnTo>
                <a:lnTo>
                  <a:pt x="1007376" y="52106"/>
                </a:lnTo>
                <a:lnTo>
                  <a:pt x="1008299" y="52013"/>
                </a:lnTo>
                <a:lnTo>
                  <a:pt x="1009235" y="51946"/>
                </a:lnTo>
                <a:lnTo>
                  <a:pt x="1010184" y="51907"/>
                </a:lnTo>
                <a:lnTo>
                  <a:pt x="1011145" y="51893"/>
                </a:lnTo>
                <a:lnTo>
                  <a:pt x="1012206" y="51910"/>
                </a:lnTo>
                <a:lnTo>
                  <a:pt x="1013251" y="51960"/>
                </a:lnTo>
                <a:lnTo>
                  <a:pt x="1014279" y="52043"/>
                </a:lnTo>
                <a:lnTo>
                  <a:pt x="1015290" y="52159"/>
                </a:lnTo>
                <a:lnTo>
                  <a:pt x="1016285" y="52309"/>
                </a:lnTo>
                <a:lnTo>
                  <a:pt x="1017263" y="52492"/>
                </a:lnTo>
                <a:lnTo>
                  <a:pt x="1018224" y="52708"/>
                </a:lnTo>
                <a:lnTo>
                  <a:pt x="1019169" y="52958"/>
                </a:lnTo>
                <a:lnTo>
                  <a:pt x="1020098" y="53241"/>
                </a:lnTo>
                <a:lnTo>
                  <a:pt x="1021010" y="53557"/>
                </a:lnTo>
                <a:lnTo>
                  <a:pt x="1021905" y="53906"/>
                </a:lnTo>
                <a:lnTo>
                  <a:pt x="1022784" y="54288"/>
                </a:lnTo>
                <a:lnTo>
                  <a:pt x="1023646" y="54704"/>
                </a:lnTo>
                <a:lnTo>
                  <a:pt x="1024491" y="55153"/>
                </a:lnTo>
                <a:lnTo>
                  <a:pt x="1025320" y="55636"/>
                </a:lnTo>
                <a:lnTo>
                  <a:pt x="1026132" y="56151"/>
                </a:lnTo>
                <a:lnTo>
                  <a:pt x="1026928" y="56700"/>
                </a:lnTo>
                <a:lnTo>
                  <a:pt x="1027707" y="57282"/>
                </a:lnTo>
                <a:lnTo>
                  <a:pt x="1028470" y="57898"/>
                </a:lnTo>
                <a:lnTo>
                  <a:pt x="1029216" y="58547"/>
                </a:lnTo>
                <a:lnTo>
                  <a:pt x="1029945" y="59228"/>
                </a:lnTo>
                <a:lnTo>
                  <a:pt x="1030658" y="59944"/>
                </a:lnTo>
                <a:lnTo>
                  <a:pt x="1031354" y="60692"/>
                </a:lnTo>
                <a:lnTo>
                  <a:pt x="1032033" y="61474"/>
                </a:lnTo>
                <a:lnTo>
                  <a:pt x="1032463" y="61999"/>
                </a:lnTo>
                <a:lnTo>
                  <a:pt x="1032879" y="62546"/>
                </a:lnTo>
                <a:lnTo>
                  <a:pt x="1033280" y="63114"/>
                </a:lnTo>
                <a:lnTo>
                  <a:pt x="1033668" y="63703"/>
                </a:lnTo>
                <a:lnTo>
                  <a:pt x="1034040" y="64314"/>
                </a:lnTo>
                <a:lnTo>
                  <a:pt x="1034399" y="64947"/>
                </a:lnTo>
                <a:lnTo>
                  <a:pt x="1034743" y="65600"/>
                </a:lnTo>
                <a:lnTo>
                  <a:pt x="1035073" y="66276"/>
                </a:lnTo>
                <a:lnTo>
                  <a:pt x="1035388" y="66972"/>
                </a:lnTo>
                <a:lnTo>
                  <a:pt x="1035689" y="67690"/>
                </a:lnTo>
                <a:lnTo>
                  <a:pt x="1035976" y="68430"/>
                </a:lnTo>
                <a:lnTo>
                  <a:pt x="1036249" y="69191"/>
                </a:lnTo>
                <a:lnTo>
                  <a:pt x="1036507" y="69973"/>
                </a:lnTo>
                <a:lnTo>
                  <a:pt x="1036751" y="70777"/>
                </a:lnTo>
                <a:lnTo>
                  <a:pt x="1036980" y="71602"/>
                </a:lnTo>
                <a:lnTo>
                  <a:pt x="1037196" y="72449"/>
                </a:lnTo>
                <a:lnTo>
                  <a:pt x="1037397" y="73317"/>
                </a:lnTo>
                <a:lnTo>
                  <a:pt x="1037583" y="74207"/>
                </a:lnTo>
                <a:lnTo>
                  <a:pt x="1037756" y="75118"/>
                </a:lnTo>
                <a:lnTo>
                  <a:pt x="1037914" y="76050"/>
                </a:lnTo>
                <a:lnTo>
                  <a:pt x="1038058" y="77004"/>
                </a:lnTo>
                <a:lnTo>
                  <a:pt x="1038187" y="77979"/>
                </a:lnTo>
                <a:lnTo>
                  <a:pt x="1038302" y="78976"/>
                </a:lnTo>
                <a:lnTo>
                  <a:pt x="1038403" y="79994"/>
                </a:lnTo>
                <a:lnTo>
                  <a:pt x="982857" y="79994"/>
                </a:lnTo>
                <a:lnTo>
                  <a:pt x="982939" y="78936"/>
                </a:lnTo>
                <a:lnTo>
                  <a:pt x="983046" y="77896"/>
                </a:lnTo>
                <a:lnTo>
                  <a:pt x="983178" y="76873"/>
                </a:lnTo>
                <a:lnTo>
                  <a:pt x="983334" y="758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F81C1E-B709-4FA3-A83D-23DFB7FB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765" y="1733852"/>
            <a:ext cx="1744060" cy="959233"/>
          </a:xfrm>
          <a:custGeom xmlns:a="http://schemas.openxmlformats.org/drawingml/2006/main">
            <a:pathLst>
              <a:path w="1744060" h="959233">
                <a:moveTo>
                  <a:pt x="0" y="0"/>
                </a:moveTo>
                <a:lnTo>
                  <a:pt x="1744060" y="0"/>
                </a:lnTo>
                <a:lnTo>
                  <a:pt x="1744060" y="959233"/>
                </a:lnTo>
                <a:lnTo>
                  <a:pt x="0" y="9592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AC7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0033D4-5537-4046-B12E-44C06AA0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765" y="1733852"/>
            <a:ext cx="1744060" cy="959233"/>
          </a:xfrm>
          <a:custGeom xmlns:a="http://schemas.openxmlformats.org/drawingml/2006/main">
            <a:pathLst>
              <a:path w="1744060" h="959233" fill="none">
                <a:moveTo>
                  <a:pt x="0" y="0"/>
                </a:moveTo>
                <a:lnTo>
                  <a:pt x="1744060" y="0"/>
                </a:lnTo>
                <a:lnTo>
                  <a:pt x="1744060" y="959233"/>
                </a:lnTo>
                <a:lnTo>
                  <a:pt x="0" y="9592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441" cap="flat">
            <a:solidFill>
              <a:srgbClr val="000000"/>
            </a:solidFill>
            <a:miter/>
          </a:ln>
        </p:spPr>
      </p:sp>
      <p:sp>
        <p:nvSpPr>
          <p:cNvPr id="36" name="Text Estimategoal">
            <a:extLst xmlns:a="http://schemas.openxmlformats.org/drawingml/2006/main">
              <a:ext uri="{FF2B5EF4-FFF2-40B4-BE49-F238E27FC236}">
                <a16:creationId xmlns:a16="http://schemas.microsoft.com/office/drawing/2014/main" id="{0231C15B-8875-4FBD-9977-B7FC00F9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987" y="1797098"/>
            <a:ext cx="1133515" cy="177786"/>
          </a:xfrm>
          <a:custGeom xmlns:a="http://schemas.openxmlformats.org/drawingml/2006/main">
            <a:pathLst>
              <a:path w="1133515" h="177786">
                <a:moveTo>
                  <a:pt x="0" y="137320"/>
                </a:moveTo>
                <a:lnTo>
                  <a:pt x="0" y="0"/>
                </a:lnTo>
                <a:lnTo>
                  <a:pt x="99290" y="0"/>
                </a:lnTo>
                <a:lnTo>
                  <a:pt x="99290" y="16205"/>
                </a:lnTo>
                <a:lnTo>
                  <a:pt x="18172" y="16205"/>
                </a:lnTo>
                <a:lnTo>
                  <a:pt x="18172" y="58263"/>
                </a:lnTo>
                <a:lnTo>
                  <a:pt x="94138" y="58263"/>
                </a:lnTo>
                <a:lnTo>
                  <a:pt x="94138" y="74187"/>
                </a:lnTo>
                <a:lnTo>
                  <a:pt x="18172" y="74187"/>
                </a:lnTo>
                <a:lnTo>
                  <a:pt x="18172" y="121115"/>
                </a:lnTo>
                <a:lnTo>
                  <a:pt x="102475" y="121115"/>
                </a:lnTo>
                <a:lnTo>
                  <a:pt x="102475" y="137320"/>
                </a:lnTo>
                <a:lnTo>
                  <a:pt x="0" y="137320"/>
                </a:lnTo>
                <a:close/>
                <a:moveTo>
                  <a:pt x="118682" y="107533"/>
                </a:moveTo>
                <a:lnTo>
                  <a:pt x="135355" y="104911"/>
                </a:lnTo>
                <a:cubicBezTo>
                  <a:pt x="136291" y="111563"/>
                  <a:pt x="138899" y="116661"/>
                  <a:pt x="143176" y="120205"/>
                </a:cubicBezTo>
                <a:cubicBezTo>
                  <a:pt x="147454" y="123747"/>
                  <a:pt x="153433" y="125518"/>
                  <a:pt x="161114" y="125518"/>
                </a:cubicBezTo>
                <a:cubicBezTo>
                  <a:pt x="168857" y="125518"/>
                  <a:pt x="174603" y="123954"/>
                  <a:pt x="178349" y="120826"/>
                </a:cubicBezTo>
                <a:cubicBezTo>
                  <a:pt x="182096" y="117696"/>
                  <a:pt x="183970" y="114025"/>
                  <a:pt x="183970" y="109814"/>
                </a:cubicBezTo>
                <a:cubicBezTo>
                  <a:pt x="183970" y="106034"/>
                  <a:pt x="182315" y="103060"/>
                  <a:pt x="179005" y="100891"/>
                </a:cubicBezTo>
                <a:cubicBezTo>
                  <a:pt x="176695" y="99404"/>
                  <a:pt x="170949" y="97514"/>
                  <a:pt x="161770" y="95222"/>
                </a:cubicBezTo>
                <a:cubicBezTo>
                  <a:pt x="149405" y="92097"/>
                  <a:pt x="140834" y="89394"/>
                  <a:pt x="136057" y="87113"/>
                </a:cubicBezTo>
                <a:cubicBezTo>
                  <a:pt x="131280" y="84832"/>
                  <a:pt x="127658" y="81675"/>
                  <a:pt x="125192" y="77644"/>
                </a:cubicBezTo>
                <a:cubicBezTo>
                  <a:pt x="122725" y="73612"/>
                  <a:pt x="121492" y="69159"/>
                  <a:pt x="121492" y="64284"/>
                </a:cubicBezTo>
                <a:cubicBezTo>
                  <a:pt x="121492" y="59846"/>
                  <a:pt x="122506" y="55737"/>
                  <a:pt x="124536" y="51955"/>
                </a:cubicBezTo>
                <a:cubicBezTo>
                  <a:pt x="126565" y="48173"/>
                  <a:pt x="129329" y="45032"/>
                  <a:pt x="132826" y="42532"/>
                </a:cubicBezTo>
                <a:cubicBezTo>
                  <a:pt x="135448" y="40594"/>
                  <a:pt x="139024" y="38954"/>
                  <a:pt x="143551" y="37611"/>
                </a:cubicBezTo>
                <a:cubicBezTo>
                  <a:pt x="148078" y="36267"/>
                  <a:pt x="152934" y="35595"/>
                  <a:pt x="158117" y="35595"/>
                </a:cubicBezTo>
                <a:cubicBezTo>
                  <a:pt x="165922" y="35595"/>
                  <a:pt x="172776" y="36726"/>
                  <a:pt x="178677" y="38990"/>
                </a:cubicBezTo>
                <a:cubicBezTo>
                  <a:pt x="184578" y="41252"/>
                  <a:pt x="188934" y="44317"/>
                  <a:pt x="191744" y="48184"/>
                </a:cubicBezTo>
                <a:cubicBezTo>
                  <a:pt x="194554" y="52050"/>
                  <a:pt x="196490" y="57221"/>
                  <a:pt x="197552" y="63696"/>
                </a:cubicBezTo>
                <a:lnTo>
                  <a:pt x="181066" y="65944"/>
                </a:lnTo>
                <a:cubicBezTo>
                  <a:pt x="180316" y="60823"/>
                  <a:pt x="178146" y="56827"/>
                  <a:pt x="174556" y="53954"/>
                </a:cubicBezTo>
                <a:cubicBezTo>
                  <a:pt x="170965" y="51081"/>
                  <a:pt x="165891" y="49645"/>
                  <a:pt x="159334" y="49645"/>
                </a:cubicBezTo>
                <a:cubicBezTo>
                  <a:pt x="151591" y="49645"/>
                  <a:pt x="146064" y="50919"/>
                  <a:pt x="142755" y="53468"/>
                </a:cubicBezTo>
                <a:cubicBezTo>
                  <a:pt x="139445" y="56015"/>
                  <a:pt x="137790" y="58998"/>
                  <a:pt x="137790" y="62416"/>
                </a:cubicBezTo>
                <a:cubicBezTo>
                  <a:pt x="137790" y="64590"/>
                  <a:pt x="138477" y="66548"/>
                  <a:pt x="139851" y="68288"/>
                </a:cubicBezTo>
                <a:cubicBezTo>
                  <a:pt x="141225" y="70090"/>
                  <a:pt x="143379" y="71581"/>
                  <a:pt x="146314" y="72761"/>
                </a:cubicBezTo>
                <a:cubicBezTo>
                  <a:pt x="148000" y="73384"/>
                  <a:pt x="152965" y="74813"/>
                  <a:pt x="161208" y="77050"/>
                </a:cubicBezTo>
                <a:cubicBezTo>
                  <a:pt x="173135" y="80232"/>
                  <a:pt x="181456" y="82838"/>
                  <a:pt x="186171" y="84865"/>
                </a:cubicBezTo>
                <a:cubicBezTo>
                  <a:pt x="190886" y="86893"/>
                  <a:pt x="194586" y="89841"/>
                  <a:pt x="197271" y="93711"/>
                </a:cubicBezTo>
                <a:cubicBezTo>
                  <a:pt x="199956" y="97579"/>
                  <a:pt x="201299" y="102382"/>
                  <a:pt x="201299" y="108122"/>
                </a:cubicBezTo>
                <a:cubicBezTo>
                  <a:pt x="201299" y="113738"/>
                  <a:pt x="199659" y="119026"/>
                  <a:pt x="196381" y="123987"/>
                </a:cubicBezTo>
                <a:cubicBezTo>
                  <a:pt x="193102" y="128946"/>
                  <a:pt x="188372" y="132782"/>
                  <a:pt x="182190" y="135497"/>
                </a:cubicBezTo>
                <a:cubicBezTo>
                  <a:pt x="176008" y="138211"/>
                  <a:pt x="169014" y="139568"/>
                  <a:pt x="161208" y="139568"/>
                </a:cubicBezTo>
                <a:cubicBezTo>
                  <a:pt x="148281" y="139568"/>
                  <a:pt x="138430" y="136875"/>
                  <a:pt x="131655" y="131489"/>
                </a:cubicBezTo>
                <a:cubicBezTo>
                  <a:pt x="124879" y="126103"/>
                  <a:pt x="120555" y="118118"/>
                  <a:pt x="118682" y="107533"/>
                </a:cubicBezTo>
                <a:close/>
                <a:moveTo>
                  <a:pt x="258156" y="122427"/>
                </a:moveTo>
                <a:lnTo>
                  <a:pt x="260592" y="137320"/>
                </a:lnTo>
                <a:cubicBezTo>
                  <a:pt x="255846" y="138195"/>
                  <a:pt x="251599" y="138632"/>
                  <a:pt x="247852" y="138632"/>
                </a:cubicBezTo>
                <a:cubicBezTo>
                  <a:pt x="241733" y="138632"/>
                  <a:pt x="236987" y="137664"/>
                  <a:pt x="233615" y="135728"/>
                </a:cubicBezTo>
                <a:cubicBezTo>
                  <a:pt x="230242" y="133792"/>
                  <a:pt x="227869" y="131247"/>
                  <a:pt x="226496" y="128094"/>
                </a:cubicBezTo>
                <a:cubicBezTo>
                  <a:pt x="225122" y="124940"/>
                  <a:pt x="224435" y="118305"/>
                  <a:pt x="224435" y="108189"/>
                </a:cubicBezTo>
                <a:lnTo>
                  <a:pt x="224435" y="50957"/>
                </a:lnTo>
                <a:lnTo>
                  <a:pt x="212070" y="50957"/>
                </a:lnTo>
                <a:lnTo>
                  <a:pt x="212070" y="37843"/>
                </a:lnTo>
                <a:lnTo>
                  <a:pt x="224435" y="37843"/>
                </a:lnTo>
                <a:lnTo>
                  <a:pt x="224435" y="13140"/>
                </a:lnTo>
                <a:lnTo>
                  <a:pt x="241202" y="2997"/>
                </a:lnTo>
                <a:lnTo>
                  <a:pt x="241202" y="37843"/>
                </a:lnTo>
                <a:lnTo>
                  <a:pt x="258156" y="37843"/>
                </a:lnTo>
                <a:lnTo>
                  <a:pt x="258156" y="50957"/>
                </a:lnTo>
                <a:lnTo>
                  <a:pt x="241202" y="50957"/>
                </a:lnTo>
                <a:lnTo>
                  <a:pt x="241202" y="109126"/>
                </a:lnTo>
                <a:cubicBezTo>
                  <a:pt x="241202" y="113934"/>
                  <a:pt x="241498" y="117025"/>
                  <a:pt x="242092" y="118399"/>
                </a:cubicBezTo>
                <a:cubicBezTo>
                  <a:pt x="242685" y="119773"/>
                  <a:pt x="243653" y="120866"/>
                  <a:pt x="244995" y="121677"/>
                </a:cubicBezTo>
                <a:cubicBezTo>
                  <a:pt x="246338" y="122489"/>
                  <a:pt x="248258" y="122895"/>
                  <a:pt x="250756" y="122895"/>
                </a:cubicBezTo>
                <a:cubicBezTo>
                  <a:pt x="252630" y="122895"/>
                  <a:pt x="255096" y="122739"/>
                  <a:pt x="258156" y="122427"/>
                </a:cubicBezTo>
                <a:close/>
                <a:moveTo>
                  <a:pt x="274769" y="19483"/>
                </a:moveTo>
                <a:lnTo>
                  <a:pt x="274769" y="0"/>
                </a:lnTo>
                <a:lnTo>
                  <a:pt x="291629" y="0"/>
                </a:lnTo>
                <a:lnTo>
                  <a:pt x="291629" y="19483"/>
                </a:lnTo>
                <a:lnTo>
                  <a:pt x="274769" y="19483"/>
                </a:lnTo>
                <a:moveTo>
                  <a:pt x="274769" y="137320"/>
                </a:moveTo>
                <a:lnTo>
                  <a:pt x="274769" y="37843"/>
                </a:lnTo>
                <a:lnTo>
                  <a:pt x="291629" y="37843"/>
                </a:lnTo>
                <a:lnTo>
                  <a:pt x="291629" y="137320"/>
                </a:lnTo>
                <a:lnTo>
                  <a:pt x="274769" y="137320"/>
                </a:lnTo>
                <a:close/>
                <a:moveTo>
                  <a:pt x="317262" y="137320"/>
                </a:moveTo>
                <a:lnTo>
                  <a:pt x="317262" y="37843"/>
                </a:lnTo>
                <a:lnTo>
                  <a:pt x="332343" y="37843"/>
                </a:lnTo>
                <a:lnTo>
                  <a:pt x="332343" y="51706"/>
                </a:lnTo>
                <a:cubicBezTo>
                  <a:pt x="335466" y="46862"/>
                  <a:pt x="339618" y="42966"/>
                  <a:pt x="344801" y="40018"/>
                </a:cubicBezTo>
                <a:cubicBezTo>
                  <a:pt x="349984" y="37069"/>
                  <a:pt x="355886" y="35595"/>
                  <a:pt x="362505" y="35595"/>
                </a:cubicBezTo>
                <a:cubicBezTo>
                  <a:pt x="369874" y="35595"/>
                  <a:pt x="375915" y="37117"/>
                  <a:pt x="380630" y="40161"/>
                </a:cubicBezTo>
                <a:cubicBezTo>
                  <a:pt x="385345" y="43203"/>
                  <a:pt x="388670" y="47458"/>
                  <a:pt x="390606" y="52924"/>
                </a:cubicBezTo>
                <a:cubicBezTo>
                  <a:pt x="398474" y="41371"/>
                  <a:pt x="408716" y="35595"/>
                  <a:pt x="421330" y="35595"/>
                </a:cubicBezTo>
                <a:cubicBezTo>
                  <a:pt x="431196" y="35595"/>
                  <a:pt x="438784" y="38327"/>
                  <a:pt x="444092" y="43791"/>
                </a:cubicBezTo>
                <a:cubicBezTo>
                  <a:pt x="449400" y="49255"/>
                  <a:pt x="452054" y="57670"/>
                  <a:pt x="452054" y="69035"/>
                </a:cubicBezTo>
                <a:lnTo>
                  <a:pt x="452054" y="137320"/>
                </a:lnTo>
                <a:lnTo>
                  <a:pt x="435287" y="137320"/>
                </a:lnTo>
                <a:lnTo>
                  <a:pt x="435287" y="74588"/>
                </a:lnTo>
                <a:cubicBezTo>
                  <a:pt x="435287" y="67836"/>
                  <a:pt x="434740" y="62976"/>
                  <a:pt x="433647" y="60007"/>
                </a:cubicBezTo>
                <a:cubicBezTo>
                  <a:pt x="432555" y="57037"/>
                  <a:pt x="430572" y="54646"/>
                  <a:pt x="427699" y="52833"/>
                </a:cubicBezTo>
                <a:cubicBezTo>
                  <a:pt x="424827" y="51020"/>
                  <a:pt x="421455" y="50114"/>
                  <a:pt x="417583" y="50114"/>
                </a:cubicBezTo>
                <a:cubicBezTo>
                  <a:pt x="410589" y="50114"/>
                  <a:pt x="404781" y="52443"/>
                  <a:pt x="400160" y="57101"/>
                </a:cubicBezTo>
                <a:cubicBezTo>
                  <a:pt x="395539" y="61757"/>
                  <a:pt x="393229" y="69211"/>
                  <a:pt x="393229" y="79464"/>
                </a:cubicBezTo>
                <a:lnTo>
                  <a:pt x="393229" y="137320"/>
                </a:lnTo>
                <a:lnTo>
                  <a:pt x="376368" y="137320"/>
                </a:lnTo>
                <a:lnTo>
                  <a:pt x="376368" y="72618"/>
                </a:lnTo>
                <a:cubicBezTo>
                  <a:pt x="376368" y="65116"/>
                  <a:pt x="374994" y="59490"/>
                  <a:pt x="372247" y="55740"/>
                </a:cubicBezTo>
                <a:cubicBezTo>
                  <a:pt x="369499" y="51989"/>
                  <a:pt x="365003" y="50114"/>
                  <a:pt x="358758" y="50114"/>
                </a:cubicBezTo>
                <a:cubicBezTo>
                  <a:pt x="354012" y="50114"/>
                  <a:pt x="349625" y="51364"/>
                  <a:pt x="345598" y="53866"/>
                </a:cubicBezTo>
                <a:cubicBezTo>
                  <a:pt x="341570" y="56366"/>
                  <a:pt x="338650" y="60023"/>
                  <a:pt x="336839" y="64837"/>
                </a:cubicBezTo>
                <a:cubicBezTo>
                  <a:pt x="335028" y="69650"/>
                  <a:pt x="334123" y="76588"/>
                  <a:pt x="334123" y="85653"/>
                </a:cubicBezTo>
                <a:lnTo>
                  <a:pt x="334123" y="137320"/>
                </a:lnTo>
                <a:lnTo>
                  <a:pt x="317262" y="137320"/>
                </a:lnTo>
                <a:close/>
                <a:moveTo>
                  <a:pt x="541975" y="125038"/>
                </a:moveTo>
                <a:cubicBezTo>
                  <a:pt x="535730" y="130350"/>
                  <a:pt x="529720" y="134100"/>
                  <a:pt x="523944" y="136287"/>
                </a:cubicBezTo>
                <a:cubicBezTo>
                  <a:pt x="518167" y="138475"/>
                  <a:pt x="511969" y="139568"/>
                  <a:pt x="505350" y="139568"/>
                </a:cubicBezTo>
                <a:cubicBezTo>
                  <a:pt x="494422" y="139568"/>
                  <a:pt x="486023" y="136897"/>
                  <a:pt x="480153" y="131554"/>
                </a:cubicBezTo>
                <a:cubicBezTo>
                  <a:pt x="474283" y="126211"/>
                  <a:pt x="471348" y="119384"/>
                  <a:pt x="471348" y="111072"/>
                </a:cubicBezTo>
                <a:cubicBezTo>
                  <a:pt x="471348" y="106199"/>
                  <a:pt x="472456" y="101748"/>
                  <a:pt x="474673" y="97718"/>
                </a:cubicBezTo>
                <a:cubicBezTo>
                  <a:pt x="476890" y="93687"/>
                  <a:pt x="479794" y="90452"/>
                  <a:pt x="483384" y="88015"/>
                </a:cubicBezTo>
                <a:cubicBezTo>
                  <a:pt x="486975" y="85577"/>
                  <a:pt x="491019" y="83734"/>
                  <a:pt x="495515" y="82485"/>
                </a:cubicBezTo>
                <a:cubicBezTo>
                  <a:pt x="498824" y="81609"/>
                  <a:pt x="503820" y="80765"/>
                  <a:pt x="510502" y="79953"/>
                </a:cubicBezTo>
                <a:cubicBezTo>
                  <a:pt x="524115" y="78341"/>
                  <a:pt x="534138" y="76419"/>
                  <a:pt x="540570" y="74187"/>
                </a:cubicBezTo>
                <a:cubicBezTo>
                  <a:pt x="540632" y="71886"/>
                  <a:pt x="540664" y="70424"/>
                  <a:pt x="540664" y="69802"/>
                </a:cubicBezTo>
                <a:cubicBezTo>
                  <a:pt x="540664" y="62958"/>
                  <a:pt x="539071" y="58137"/>
                  <a:pt x="535887" y="55339"/>
                </a:cubicBezTo>
                <a:cubicBezTo>
                  <a:pt x="531578" y="51543"/>
                  <a:pt x="525177" y="49645"/>
                  <a:pt x="516684" y="49645"/>
                </a:cubicBezTo>
                <a:cubicBezTo>
                  <a:pt x="508753" y="49645"/>
                  <a:pt x="502899" y="51035"/>
                  <a:pt x="499121" y="53813"/>
                </a:cubicBezTo>
                <a:cubicBezTo>
                  <a:pt x="495343" y="56592"/>
                  <a:pt x="492548" y="61510"/>
                  <a:pt x="490738" y="68567"/>
                </a:cubicBezTo>
                <a:lnTo>
                  <a:pt x="474252" y="66318"/>
                </a:lnTo>
                <a:cubicBezTo>
                  <a:pt x="475750" y="59240"/>
                  <a:pt x="478217" y="53525"/>
                  <a:pt x="481652" y="49171"/>
                </a:cubicBezTo>
                <a:cubicBezTo>
                  <a:pt x="485086" y="44817"/>
                  <a:pt x="490051" y="41467"/>
                  <a:pt x="496545" y="39119"/>
                </a:cubicBezTo>
                <a:cubicBezTo>
                  <a:pt x="503040" y="36769"/>
                  <a:pt x="510564" y="35595"/>
                  <a:pt x="519120" y="35595"/>
                </a:cubicBezTo>
                <a:cubicBezTo>
                  <a:pt x="527612" y="35595"/>
                  <a:pt x="534513" y="36594"/>
                  <a:pt x="539821" y="38592"/>
                </a:cubicBezTo>
                <a:cubicBezTo>
                  <a:pt x="545129" y="40590"/>
                  <a:pt x="549032" y="43104"/>
                  <a:pt x="551529" y="46133"/>
                </a:cubicBezTo>
                <a:cubicBezTo>
                  <a:pt x="554027" y="49161"/>
                  <a:pt x="555776" y="52986"/>
                  <a:pt x="556775" y="57607"/>
                </a:cubicBezTo>
                <a:cubicBezTo>
                  <a:pt x="557337" y="60480"/>
                  <a:pt x="557618" y="65663"/>
                  <a:pt x="557618" y="73156"/>
                </a:cubicBezTo>
                <a:lnTo>
                  <a:pt x="557618" y="95637"/>
                </a:lnTo>
                <a:cubicBezTo>
                  <a:pt x="557618" y="111311"/>
                  <a:pt x="557977" y="121225"/>
                  <a:pt x="558695" y="125377"/>
                </a:cubicBezTo>
                <a:cubicBezTo>
                  <a:pt x="559413" y="129530"/>
                  <a:pt x="560834" y="133511"/>
                  <a:pt x="562957" y="137320"/>
                </a:cubicBezTo>
                <a:lnTo>
                  <a:pt x="545347" y="137320"/>
                </a:lnTo>
                <a:cubicBezTo>
                  <a:pt x="543599" y="133819"/>
                  <a:pt x="542475" y="129725"/>
                  <a:pt x="541975" y="125038"/>
                </a:cubicBezTo>
                <a:moveTo>
                  <a:pt x="540570" y="87301"/>
                </a:moveTo>
                <a:cubicBezTo>
                  <a:pt x="534450" y="89820"/>
                  <a:pt x="525271" y="91961"/>
                  <a:pt x="513031" y="93723"/>
                </a:cubicBezTo>
                <a:cubicBezTo>
                  <a:pt x="506099" y="94726"/>
                  <a:pt x="501197" y="95855"/>
                  <a:pt x="498325" y="97110"/>
                </a:cubicBezTo>
                <a:cubicBezTo>
                  <a:pt x="495452" y="98362"/>
                  <a:pt x="493235" y="100197"/>
                  <a:pt x="491674" y="102613"/>
                </a:cubicBezTo>
                <a:cubicBezTo>
                  <a:pt x="490113" y="105027"/>
                  <a:pt x="489332" y="107707"/>
                  <a:pt x="489332" y="110654"/>
                </a:cubicBezTo>
                <a:cubicBezTo>
                  <a:pt x="489332" y="115167"/>
                  <a:pt x="491034" y="118930"/>
                  <a:pt x="494438" y="121941"/>
                </a:cubicBezTo>
                <a:cubicBezTo>
                  <a:pt x="497841" y="124950"/>
                  <a:pt x="502821" y="126455"/>
                  <a:pt x="509378" y="126455"/>
                </a:cubicBezTo>
                <a:cubicBezTo>
                  <a:pt x="515872" y="126455"/>
                  <a:pt x="521649" y="125027"/>
                  <a:pt x="526707" y="122172"/>
                </a:cubicBezTo>
                <a:cubicBezTo>
                  <a:pt x="531765" y="119317"/>
                  <a:pt x="535481" y="115411"/>
                  <a:pt x="537854" y="110455"/>
                </a:cubicBezTo>
                <a:cubicBezTo>
                  <a:pt x="539665" y="106626"/>
                  <a:pt x="540570" y="100978"/>
                  <a:pt x="540570" y="93512"/>
                </a:cubicBezTo>
                <a:lnTo>
                  <a:pt x="540570" y="87301"/>
                </a:lnTo>
                <a:close/>
                <a:moveTo>
                  <a:pt x="620535" y="122427"/>
                </a:moveTo>
                <a:lnTo>
                  <a:pt x="622971" y="137320"/>
                </a:lnTo>
                <a:cubicBezTo>
                  <a:pt x="618225" y="138195"/>
                  <a:pt x="613978" y="138632"/>
                  <a:pt x="610232" y="138632"/>
                </a:cubicBezTo>
                <a:cubicBezTo>
                  <a:pt x="604112" y="138632"/>
                  <a:pt x="599366" y="137664"/>
                  <a:pt x="595994" y="135728"/>
                </a:cubicBezTo>
                <a:cubicBezTo>
                  <a:pt x="592622" y="133792"/>
                  <a:pt x="590249" y="131247"/>
                  <a:pt x="588875" y="128094"/>
                </a:cubicBezTo>
                <a:cubicBezTo>
                  <a:pt x="587501" y="124940"/>
                  <a:pt x="586814" y="118305"/>
                  <a:pt x="586814" y="108189"/>
                </a:cubicBezTo>
                <a:lnTo>
                  <a:pt x="586814" y="50957"/>
                </a:lnTo>
                <a:lnTo>
                  <a:pt x="574450" y="50957"/>
                </a:lnTo>
                <a:lnTo>
                  <a:pt x="574450" y="37843"/>
                </a:lnTo>
                <a:lnTo>
                  <a:pt x="586814" y="37843"/>
                </a:lnTo>
                <a:lnTo>
                  <a:pt x="586814" y="13140"/>
                </a:lnTo>
                <a:lnTo>
                  <a:pt x="603581" y="2997"/>
                </a:lnTo>
                <a:lnTo>
                  <a:pt x="603581" y="37843"/>
                </a:lnTo>
                <a:lnTo>
                  <a:pt x="620535" y="37843"/>
                </a:lnTo>
                <a:lnTo>
                  <a:pt x="620535" y="50957"/>
                </a:lnTo>
                <a:lnTo>
                  <a:pt x="603581" y="50957"/>
                </a:lnTo>
                <a:lnTo>
                  <a:pt x="603581" y="109126"/>
                </a:lnTo>
                <a:cubicBezTo>
                  <a:pt x="603581" y="113934"/>
                  <a:pt x="603878" y="117025"/>
                  <a:pt x="604471" y="118399"/>
                </a:cubicBezTo>
                <a:cubicBezTo>
                  <a:pt x="605064" y="119773"/>
                  <a:pt x="606032" y="120866"/>
                  <a:pt x="607375" y="121677"/>
                </a:cubicBezTo>
                <a:cubicBezTo>
                  <a:pt x="608717" y="122489"/>
                  <a:pt x="610638" y="122895"/>
                  <a:pt x="613135" y="122895"/>
                </a:cubicBezTo>
                <a:cubicBezTo>
                  <a:pt x="615009" y="122895"/>
                  <a:pt x="617476" y="122739"/>
                  <a:pt x="620535" y="122427"/>
                </a:cubicBezTo>
                <a:close/>
                <a:moveTo>
                  <a:pt x="705152" y="105285"/>
                </a:moveTo>
                <a:lnTo>
                  <a:pt x="722575" y="107440"/>
                </a:lnTo>
                <a:cubicBezTo>
                  <a:pt x="719827" y="117618"/>
                  <a:pt x="714737" y="125518"/>
                  <a:pt x="707306" y="131138"/>
                </a:cubicBezTo>
                <a:cubicBezTo>
                  <a:pt x="699875" y="136758"/>
                  <a:pt x="690383" y="139568"/>
                  <a:pt x="678831" y="139568"/>
                </a:cubicBezTo>
                <a:cubicBezTo>
                  <a:pt x="664280" y="139568"/>
                  <a:pt x="652743" y="135088"/>
                  <a:pt x="644219" y="126127"/>
                </a:cubicBezTo>
                <a:cubicBezTo>
                  <a:pt x="635695" y="117166"/>
                  <a:pt x="631433" y="104598"/>
                  <a:pt x="631433" y="88425"/>
                </a:cubicBezTo>
                <a:cubicBezTo>
                  <a:pt x="631433" y="71689"/>
                  <a:pt x="635742" y="58700"/>
                  <a:pt x="644360" y="49458"/>
                </a:cubicBezTo>
                <a:cubicBezTo>
                  <a:pt x="652978" y="40216"/>
                  <a:pt x="664156" y="35595"/>
                  <a:pt x="677894" y="35595"/>
                </a:cubicBezTo>
                <a:cubicBezTo>
                  <a:pt x="691195" y="35595"/>
                  <a:pt x="702061" y="40115"/>
                  <a:pt x="710491" y="49156"/>
                </a:cubicBezTo>
                <a:cubicBezTo>
                  <a:pt x="718921" y="58195"/>
                  <a:pt x="723137" y="70913"/>
                  <a:pt x="723137" y="87309"/>
                </a:cubicBezTo>
                <a:cubicBezTo>
                  <a:pt x="723137" y="88307"/>
                  <a:pt x="723105" y="89802"/>
                  <a:pt x="723043" y="91797"/>
                </a:cubicBezTo>
                <a:lnTo>
                  <a:pt x="648856" y="91797"/>
                </a:lnTo>
                <a:cubicBezTo>
                  <a:pt x="649481" y="102694"/>
                  <a:pt x="652572" y="111038"/>
                  <a:pt x="658129" y="116830"/>
                </a:cubicBezTo>
                <a:cubicBezTo>
                  <a:pt x="663687" y="122622"/>
                  <a:pt x="670619" y="125518"/>
                  <a:pt x="678924" y="125518"/>
                </a:cubicBezTo>
                <a:cubicBezTo>
                  <a:pt x="685106" y="125518"/>
                  <a:pt x="690383" y="123910"/>
                  <a:pt x="694754" y="120694"/>
                </a:cubicBezTo>
                <a:cubicBezTo>
                  <a:pt x="699126" y="117476"/>
                  <a:pt x="702592" y="112340"/>
                  <a:pt x="705152" y="105285"/>
                </a:cubicBezTo>
                <a:moveTo>
                  <a:pt x="649793" y="77746"/>
                </a:moveTo>
                <a:lnTo>
                  <a:pt x="705339" y="77746"/>
                </a:lnTo>
                <a:cubicBezTo>
                  <a:pt x="704590" y="69515"/>
                  <a:pt x="702467" y="63341"/>
                  <a:pt x="698970" y="59226"/>
                </a:cubicBezTo>
                <a:cubicBezTo>
                  <a:pt x="693599" y="52839"/>
                  <a:pt x="686636" y="49645"/>
                  <a:pt x="678081" y="49645"/>
                </a:cubicBezTo>
                <a:cubicBezTo>
                  <a:pt x="670338" y="49645"/>
                  <a:pt x="663828" y="52195"/>
                  <a:pt x="658551" y="57294"/>
                </a:cubicBezTo>
                <a:cubicBezTo>
                  <a:pt x="653274" y="62391"/>
                  <a:pt x="650355" y="69209"/>
                  <a:pt x="649793" y="77746"/>
                </a:cubicBezTo>
                <a:close/>
                <a:moveTo>
                  <a:pt x="793954" y="145563"/>
                </a:moveTo>
                <a:lnTo>
                  <a:pt x="810346" y="147999"/>
                </a:lnTo>
                <a:cubicBezTo>
                  <a:pt x="811033" y="153057"/>
                  <a:pt x="812938" y="156741"/>
                  <a:pt x="816060" y="159052"/>
                </a:cubicBezTo>
                <a:cubicBezTo>
                  <a:pt x="820244" y="162174"/>
                  <a:pt x="825958" y="163735"/>
                  <a:pt x="833202" y="163735"/>
                </a:cubicBezTo>
                <a:cubicBezTo>
                  <a:pt x="841008" y="163735"/>
                  <a:pt x="847034" y="162170"/>
                  <a:pt x="851280" y="159040"/>
                </a:cubicBezTo>
                <a:cubicBezTo>
                  <a:pt x="855527" y="155912"/>
                  <a:pt x="858399" y="151531"/>
                  <a:pt x="859898" y="145897"/>
                </a:cubicBezTo>
                <a:cubicBezTo>
                  <a:pt x="860772" y="142457"/>
                  <a:pt x="861178" y="135228"/>
                  <a:pt x="861115" y="124212"/>
                </a:cubicBezTo>
                <a:cubicBezTo>
                  <a:pt x="853747" y="132951"/>
                  <a:pt x="844567" y="137320"/>
                  <a:pt x="833576" y="137320"/>
                </a:cubicBezTo>
                <a:cubicBezTo>
                  <a:pt x="819901" y="137320"/>
                  <a:pt x="809316" y="132387"/>
                  <a:pt x="801822" y="122521"/>
                </a:cubicBezTo>
                <a:cubicBezTo>
                  <a:pt x="794329" y="112654"/>
                  <a:pt x="790582" y="100820"/>
                  <a:pt x="790582" y="87020"/>
                </a:cubicBezTo>
                <a:cubicBezTo>
                  <a:pt x="790582" y="77528"/>
                  <a:pt x="792299" y="68769"/>
                  <a:pt x="795734" y="60745"/>
                </a:cubicBezTo>
                <a:cubicBezTo>
                  <a:pt x="799168" y="52721"/>
                  <a:pt x="804148" y="46523"/>
                  <a:pt x="810674" y="42152"/>
                </a:cubicBezTo>
                <a:cubicBezTo>
                  <a:pt x="817200" y="37780"/>
                  <a:pt x="824865" y="35595"/>
                  <a:pt x="833670" y="35595"/>
                </a:cubicBezTo>
                <a:cubicBezTo>
                  <a:pt x="845410" y="35595"/>
                  <a:pt x="855089" y="40372"/>
                  <a:pt x="862708" y="49926"/>
                </a:cubicBezTo>
                <a:lnTo>
                  <a:pt x="862708" y="37843"/>
                </a:lnTo>
                <a:lnTo>
                  <a:pt x="878257" y="37843"/>
                </a:lnTo>
                <a:lnTo>
                  <a:pt x="878257" y="123890"/>
                </a:lnTo>
                <a:cubicBezTo>
                  <a:pt x="878257" y="139387"/>
                  <a:pt x="876680" y="150369"/>
                  <a:pt x="873527" y="156836"/>
                </a:cubicBezTo>
                <a:cubicBezTo>
                  <a:pt x="870373" y="163303"/>
                  <a:pt x="865377" y="168411"/>
                  <a:pt x="858540" y="172160"/>
                </a:cubicBezTo>
                <a:cubicBezTo>
                  <a:pt x="851702" y="175911"/>
                  <a:pt x="843287" y="177786"/>
                  <a:pt x="833295" y="177786"/>
                </a:cubicBezTo>
                <a:cubicBezTo>
                  <a:pt x="821431" y="177786"/>
                  <a:pt x="811845" y="175108"/>
                  <a:pt x="804539" y="169754"/>
                </a:cubicBezTo>
                <a:cubicBezTo>
                  <a:pt x="797232" y="164399"/>
                  <a:pt x="793704" y="156335"/>
                  <a:pt x="793954" y="145563"/>
                </a:cubicBezTo>
                <a:moveTo>
                  <a:pt x="807911" y="85805"/>
                </a:moveTo>
                <a:cubicBezTo>
                  <a:pt x="807911" y="98823"/>
                  <a:pt x="810502" y="108322"/>
                  <a:pt x="815685" y="114301"/>
                </a:cubicBezTo>
                <a:cubicBezTo>
                  <a:pt x="820869" y="120280"/>
                  <a:pt x="827363" y="123270"/>
                  <a:pt x="835169" y="123270"/>
                </a:cubicBezTo>
                <a:cubicBezTo>
                  <a:pt x="842912" y="123270"/>
                  <a:pt x="849407" y="120296"/>
                  <a:pt x="854652" y="114348"/>
                </a:cubicBezTo>
                <a:cubicBezTo>
                  <a:pt x="859898" y="108400"/>
                  <a:pt x="862521" y="99072"/>
                  <a:pt x="862521" y="86364"/>
                </a:cubicBezTo>
                <a:cubicBezTo>
                  <a:pt x="862521" y="74218"/>
                  <a:pt x="859820" y="65062"/>
                  <a:pt x="854418" y="58895"/>
                </a:cubicBezTo>
                <a:cubicBezTo>
                  <a:pt x="849016" y="52728"/>
                  <a:pt x="842506" y="49645"/>
                  <a:pt x="834888" y="49645"/>
                </a:cubicBezTo>
                <a:cubicBezTo>
                  <a:pt x="827394" y="49645"/>
                  <a:pt x="821025" y="52682"/>
                  <a:pt x="815779" y="58755"/>
                </a:cubicBezTo>
                <a:cubicBezTo>
                  <a:pt x="810534" y="64828"/>
                  <a:pt x="807911" y="73844"/>
                  <a:pt x="807911" y="85805"/>
                </a:cubicBezTo>
                <a:close/>
                <a:moveTo>
                  <a:pt x="897430" y="87582"/>
                </a:moveTo>
                <a:cubicBezTo>
                  <a:pt x="897430" y="69160"/>
                  <a:pt x="902551" y="55515"/>
                  <a:pt x="912792" y="46648"/>
                </a:cubicBezTo>
                <a:cubicBezTo>
                  <a:pt x="921347" y="39279"/>
                  <a:pt x="931776" y="35595"/>
                  <a:pt x="944078" y="35595"/>
                </a:cubicBezTo>
                <a:cubicBezTo>
                  <a:pt x="957754" y="35595"/>
                  <a:pt x="968932" y="40075"/>
                  <a:pt x="977612" y="49036"/>
                </a:cubicBezTo>
                <a:cubicBezTo>
                  <a:pt x="986292" y="57997"/>
                  <a:pt x="990632" y="70377"/>
                  <a:pt x="990632" y="86177"/>
                </a:cubicBezTo>
                <a:cubicBezTo>
                  <a:pt x="990632" y="98978"/>
                  <a:pt x="988712" y="109048"/>
                  <a:pt x="984871" y="116385"/>
                </a:cubicBezTo>
                <a:cubicBezTo>
                  <a:pt x="981031" y="123723"/>
                  <a:pt x="975442" y="129421"/>
                  <a:pt x="968104" y="133480"/>
                </a:cubicBezTo>
                <a:cubicBezTo>
                  <a:pt x="960767" y="137539"/>
                  <a:pt x="952758" y="139568"/>
                  <a:pt x="944078" y="139568"/>
                </a:cubicBezTo>
                <a:cubicBezTo>
                  <a:pt x="930152" y="139568"/>
                  <a:pt x="918896" y="135104"/>
                  <a:pt x="910310" y="126174"/>
                </a:cubicBezTo>
                <a:cubicBezTo>
                  <a:pt x="901723" y="117244"/>
                  <a:pt x="897430" y="104380"/>
                  <a:pt x="897430" y="87582"/>
                </a:cubicBezTo>
                <a:moveTo>
                  <a:pt x="914759" y="87535"/>
                </a:moveTo>
                <a:cubicBezTo>
                  <a:pt x="914759" y="100227"/>
                  <a:pt x="917538" y="109731"/>
                  <a:pt x="923096" y="116046"/>
                </a:cubicBezTo>
                <a:cubicBezTo>
                  <a:pt x="928654" y="122360"/>
                  <a:pt x="935648" y="125518"/>
                  <a:pt x="944078" y="125518"/>
                </a:cubicBezTo>
                <a:cubicBezTo>
                  <a:pt x="952446" y="125518"/>
                  <a:pt x="959409" y="122345"/>
                  <a:pt x="964966" y="115999"/>
                </a:cubicBezTo>
                <a:cubicBezTo>
                  <a:pt x="970524" y="109653"/>
                  <a:pt x="973303" y="99978"/>
                  <a:pt x="973303" y="86976"/>
                </a:cubicBezTo>
                <a:cubicBezTo>
                  <a:pt x="973303" y="74719"/>
                  <a:pt x="970509" y="65432"/>
                  <a:pt x="964920" y="59118"/>
                </a:cubicBezTo>
                <a:cubicBezTo>
                  <a:pt x="959331" y="52803"/>
                  <a:pt x="952383" y="49645"/>
                  <a:pt x="944078" y="49645"/>
                </a:cubicBezTo>
                <a:cubicBezTo>
                  <a:pt x="935648" y="49645"/>
                  <a:pt x="928654" y="52787"/>
                  <a:pt x="923096" y="59071"/>
                </a:cubicBezTo>
                <a:cubicBezTo>
                  <a:pt x="917538" y="65354"/>
                  <a:pt x="914759" y="74842"/>
                  <a:pt x="914759" y="87535"/>
                </a:cubicBezTo>
                <a:close/>
                <a:moveTo>
                  <a:pt x="1075281" y="125038"/>
                </a:moveTo>
                <a:cubicBezTo>
                  <a:pt x="1069037" y="130350"/>
                  <a:pt x="1063026" y="134100"/>
                  <a:pt x="1057250" y="136287"/>
                </a:cubicBezTo>
                <a:cubicBezTo>
                  <a:pt x="1051473" y="138475"/>
                  <a:pt x="1045276" y="139568"/>
                  <a:pt x="1038656" y="139568"/>
                </a:cubicBezTo>
                <a:cubicBezTo>
                  <a:pt x="1027728" y="139568"/>
                  <a:pt x="1019329" y="136897"/>
                  <a:pt x="1013459" y="131554"/>
                </a:cubicBezTo>
                <a:cubicBezTo>
                  <a:pt x="1007589" y="126211"/>
                  <a:pt x="1004654" y="119384"/>
                  <a:pt x="1004654" y="111072"/>
                </a:cubicBezTo>
                <a:cubicBezTo>
                  <a:pt x="1004654" y="106199"/>
                  <a:pt x="1005762" y="101748"/>
                  <a:pt x="1007979" y="97718"/>
                </a:cubicBezTo>
                <a:cubicBezTo>
                  <a:pt x="1010196" y="93687"/>
                  <a:pt x="1013100" y="90452"/>
                  <a:pt x="1016691" y="88015"/>
                </a:cubicBezTo>
                <a:cubicBezTo>
                  <a:pt x="1020281" y="85577"/>
                  <a:pt x="1024325" y="83734"/>
                  <a:pt x="1028821" y="82485"/>
                </a:cubicBezTo>
                <a:cubicBezTo>
                  <a:pt x="1032130" y="81609"/>
                  <a:pt x="1037126" y="80765"/>
                  <a:pt x="1043808" y="79953"/>
                </a:cubicBezTo>
                <a:cubicBezTo>
                  <a:pt x="1057421" y="78341"/>
                  <a:pt x="1067444" y="76419"/>
                  <a:pt x="1073876" y="74187"/>
                </a:cubicBezTo>
                <a:cubicBezTo>
                  <a:pt x="1073939" y="71886"/>
                  <a:pt x="1073970" y="70424"/>
                  <a:pt x="1073970" y="69802"/>
                </a:cubicBezTo>
                <a:cubicBezTo>
                  <a:pt x="1073970" y="62958"/>
                  <a:pt x="1072377" y="58137"/>
                  <a:pt x="1069193" y="55339"/>
                </a:cubicBezTo>
                <a:cubicBezTo>
                  <a:pt x="1064884" y="51543"/>
                  <a:pt x="1058483" y="49645"/>
                  <a:pt x="1049990" y="49645"/>
                </a:cubicBezTo>
                <a:cubicBezTo>
                  <a:pt x="1042060" y="49645"/>
                  <a:pt x="1036205" y="51035"/>
                  <a:pt x="1032427" y="53813"/>
                </a:cubicBezTo>
                <a:cubicBezTo>
                  <a:pt x="1028649" y="56592"/>
                  <a:pt x="1025855" y="61510"/>
                  <a:pt x="1024044" y="68567"/>
                </a:cubicBezTo>
                <a:lnTo>
                  <a:pt x="1007558" y="66318"/>
                </a:lnTo>
                <a:cubicBezTo>
                  <a:pt x="1009056" y="59240"/>
                  <a:pt x="1011523" y="53525"/>
                  <a:pt x="1014958" y="49171"/>
                </a:cubicBezTo>
                <a:cubicBezTo>
                  <a:pt x="1018392" y="44817"/>
                  <a:pt x="1023357" y="41467"/>
                  <a:pt x="1029851" y="39119"/>
                </a:cubicBezTo>
                <a:cubicBezTo>
                  <a:pt x="1036346" y="36769"/>
                  <a:pt x="1043870" y="35595"/>
                  <a:pt x="1052426" y="35595"/>
                </a:cubicBezTo>
                <a:cubicBezTo>
                  <a:pt x="1060918" y="35595"/>
                  <a:pt x="1067819" y="36594"/>
                  <a:pt x="1073127" y="38592"/>
                </a:cubicBezTo>
                <a:cubicBezTo>
                  <a:pt x="1078435" y="40590"/>
                  <a:pt x="1082338" y="43104"/>
                  <a:pt x="1084836" y="46133"/>
                </a:cubicBezTo>
                <a:cubicBezTo>
                  <a:pt x="1087333" y="49161"/>
                  <a:pt x="1089082" y="52986"/>
                  <a:pt x="1090081" y="57607"/>
                </a:cubicBezTo>
                <a:cubicBezTo>
                  <a:pt x="1090643" y="60480"/>
                  <a:pt x="1090924" y="65663"/>
                  <a:pt x="1090924" y="73156"/>
                </a:cubicBezTo>
                <a:lnTo>
                  <a:pt x="1090924" y="95637"/>
                </a:lnTo>
                <a:cubicBezTo>
                  <a:pt x="1090924" y="111311"/>
                  <a:pt x="1091283" y="121225"/>
                  <a:pt x="1092001" y="125377"/>
                </a:cubicBezTo>
                <a:cubicBezTo>
                  <a:pt x="1092719" y="129530"/>
                  <a:pt x="1094140" y="133511"/>
                  <a:pt x="1096263" y="137320"/>
                </a:cubicBezTo>
                <a:lnTo>
                  <a:pt x="1078653" y="137320"/>
                </a:lnTo>
                <a:cubicBezTo>
                  <a:pt x="1076905" y="133819"/>
                  <a:pt x="1075781" y="129725"/>
                  <a:pt x="1075281" y="125038"/>
                </a:cubicBezTo>
                <a:moveTo>
                  <a:pt x="1073876" y="87301"/>
                </a:moveTo>
                <a:cubicBezTo>
                  <a:pt x="1067756" y="89820"/>
                  <a:pt x="1058577" y="91961"/>
                  <a:pt x="1046337" y="93723"/>
                </a:cubicBezTo>
                <a:cubicBezTo>
                  <a:pt x="1039406" y="94726"/>
                  <a:pt x="1034503" y="95855"/>
                  <a:pt x="1031631" y="97110"/>
                </a:cubicBezTo>
                <a:cubicBezTo>
                  <a:pt x="1028758" y="98362"/>
                  <a:pt x="1026541" y="100197"/>
                  <a:pt x="1024980" y="102613"/>
                </a:cubicBezTo>
                <a:cubicBezTo>
                  <a:pt x="1023419" y="105027"/>
                  <a:pt x="1022639" y="107707"/>
                  <a:pt x="1022639" y="110654"/>
                </a:cubicBezTo>
                <a:cubicBezTo>
                  <a:pt x="1022639" y="115167"/>
                  <a:pt x="1024340" y="118930"/>
                  <a:pt x="1027744" y="121941"/>
                </a:cubicBezTo>
                <a:cubicBezTo>
                  <a:pt x="1031147" y="124950"/>
                  <a:pt x="1036127" y="126455"/>
                  <a:pt x="1042684" y="126455"/>
                </a:cubicBezTo>
                <a:cubicBezTo>
                  <a:pt x="1049178" y="126455"/>
                  <a:pt x="1054955" y="125027"/>
                  <a:pt x="1060013" y="122172"/>
                </a:cubicBezTo>
                <a:cubicBezTo>
                  <a:pt x="1065071" y="119317"/>
                  <a:pt x="1068787" y="115411"/>
                  <a:pt x="1071160" y="110455"/>
                </a:cubicBezTo>
                <a:cubicBezTo>
                  <a:pt x="1072971" y="106626"/>
                  <a:pt x="1073876" y="100978"/>
                  <a:pt x="1073876" y="93512"/>
                </a:cubicBezTo>
                <a:lnTo>
                  <a:pt x="1073876" y="87301"/>
                </a:lnTo>
                <a:close/>
                <a:moveTo>
                  <a:pt x="1116654" y="137320"/>
                </a:moveTo>
                <a:lnTo>
                  <a:pt x="1116654" y="0"/>
                </a:lnTo>
                <a:lnTo>
                  <a:pt x="1133515" y="0"/>
                </a:lnTo>
                <a:lnTo>
                  <a:pt x="1133515" y="137320"/>
                </a:lnTo>
                <a:lnTo>
                  <a:pt x="1116654" y="1373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alignmentand">
            <a:extLst xmlns:a="http://schemas.openxmlformats.org/drawingml/2006/main">
              <a:ext uri="{FF2B5EF4-FFF2-40B4-BE49-F238E27FC236}">
                <a16:creationId xmlns:a16="http://schemas.microsoft.com/office/drawing/2014/main" id="{A4EEE7B0-99AB-4F13-BF7E-A572734B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4224" y="2023813"/>
            <a:ext cx="1184159" cy="177786"/>
          </a:xfrm>
          <a:custGeom xmlns:a="http://schemas.openxmlformats.org/drawingml/2006/main">
            <a:pathLst>
              <a:path w="1184159" h="177786">
                <a:moveTo>
                  <a:pt x="70627" y="125038"/>
                </a:moveTo>
                <a:cubicBezTo>
                  <a:pt x="64383" y="130350"/>
                  <a:pt x="58372" y="134100"/>
                  <a:pt x="52596" y="136287"/>
                </a:cubicBezTo>
                <a:cubicBezTo>
                  <a:pt x="46819" y="138475"/>
                  <a:pt x="40622" y="139568"/>
                  <a:pt x="34002" y="139568"/>
                </a:cubicBezTo>
                <a:cubicBezTo>
                  <a:pt x="23074" y="139568"/>
                  <a:pt x="14675" y="136897"/>
                  <a:pt x="8805" y="131554"/>
                </a:cubicBezTo>
                <a:cubicBezTo>
                  <a:pt x="2935" y="126211"/>
                  <a:pt x="0" y="119384"/>
                  <a:pt x="0" y="111072"/>
                </a:cubicBezTo>
                <a:cubicBezTo>
                  <a:pt x="0" y="106199"/>
                  <a:pt x="1108" y="101748"/>
                  <a:pt x="3325" y="97718"/>
                </a:cubicBezTo>
                <a:cubicBezTo>
                  <a:pt x="5542" y="93687"/>
                  <a:pt x="8446" y="90452"/>
                  <a:pt x="12037" y="88015"/>
                </a:cubicBezTo>
                <a:cubicBezTo>
                  <a:pt x="15627" y="85577"/>
                  <a:pt x="19671" y="83734"/>
                  <a:pt x="24167" y="82485"/>
                </a:cubicBezTo>
                <a:cubicBezTo>
                  <a:pt x="27477" y="81609"/>
                  <a:pt x="32472" y="80765"/>
                  <a:pt x="39154" y="79953"/>
                </a:cubicBezTo>
                <a:cubicBezTo>
                  <a:pt x="52767" y="78341"/>
                  <a:pt x="62790" y="76419"/>
                  <a:pt x="69222" y="74187"/>
                </a:cubicBezTo>
                <a:cubicBezTo>
                  <a:pt x="69285" y="71886"/>
                  <a:pt x="69316" y="70424"/>
                  <a:pt x="69316" y="69802"/>
                </a:cubicBezTo>
                <a:cubicBezTo>
                  <a:pt x="69316" y="62958"/>
                  <a:pt x="67723" y="58137"/>
                  <a:pt x="64539" y="55339"/>
                </a:cubicBezTo>
                <a:cubicBezTo>
                  <a:pt x="60230" y="51543"/>
                  <a:pt x="53829" y="49645"/>
                  <a:pt x="45336" y="49645"/>
                </a:cubicBezTo>
                <a:cubicBezTo>
                  <a:pt x="37406" y="49645"/>
                  <a:pt x="31551" y="51035"/>
                  <a:pt x="27773" y="53813"/>
                </a:cubicBezTo>
                <a:cubicBezTo>
                  <a:pt x="23995" y="56592"/>
                  <a:pt x="21201" y="61510"/>
                  <a:pt x="19390" y="68567"/>
                </a:cubicBezTo>
                <a:lnTo>
                  <a:pt x="2904" y="66318"/>
                </a:lnTo>
                <a:cubicBezTo>
                  <a:pt x="4402" y="59240"/>
                  <a:pt x="6869" y="53525"/>
                  <a:pt x="10304" y="49171"/>
                </a:cubicBezTo>
                <a:cubicBezTo>
                  <a:pt x="13738" y="44817"/>
                  <a:pt x="18703" y="41467"/>
                  <a:pt x="25197" y="39119"/>
                </a:cubicBezTo>
                <a:cubicBezTo>
                  <a:pt x="31692" y="36769"/>
                  <a:pt x="39217" y="35595"/>
                  <a:pt x="47772" y="35595"/>
                </a:cubicBezTo>
                <a:cubicBezTo>
                  <a:pt x="56265" y="35595"/>
                  <a:pt x="63165" y="36594"/>
                  <a:pt x="68473" y="38592"/>
                </a:cubicBezTo>
                <a:cubicBezTo>
                  <a:pt x="73781" y="40590"/>
                  <a:pt x="77684" y="43104"/>
                  <a:pt x="80182" y="46133"/>
                </a:cubicBezTo>
                <a:cubicBezTo>
                  <a:pt x="82679" y="49161"/>
                  <a:pt x="84428" y="52986"/>
                  <a:pt x="85427" y="57607"/>
                </a:cubicBezTo>
                <a:cubicBezTo>
                  <a:pt x="85989" y="60480"/>
                  <a:pt x="86270" y="65663"/>
                  <a:pt x="86270" y="73156"/>
                </a:cubicBezTo>
                <a:lnTo>
                  <a:pt x="86270" y="95637"/>
                </a:lnTo>
                <a:cubicBezTo>
                  <a:pt x="86270" y="111311"/>
                  <a:pt x="86629" y="121225"/>
                  <a:pt x="87347" y="125377"/>
                </a:cubicBezTo>
                <a:cubicBezTo>
                  <a:pt x="88066" y="129530"/>
                  <a:pt x="89486" y="133511"/>
                  <a:pt x="91609" y="137320"/>
                </a:cubicBezTo>
                <a:lnTo>
                  <a:pt x="73999" y="137320"/>
                </a:lnTo>
                <a:cubicBezTo>
                  <a:pt x="72251" y="133819"/>
                  <a:pt x="71127" y="129725"/>
                  <a:pt x="70627" y="125038"/>
                </a:cubicBezTo>
                <a:moveTo>
                  <a:pt x="69222" y="87301"/>
                </a:moveTo>
                <a:cubicBezTo>
                  <a:pt x="63102" y="89820"/>
                  <a:pt x="53923" y="91961"/>
                  <a:pt x="41683" y="93723"/>
                </a:cubicBezTo>
                <a:cubicBezTo>
                  <a:pt x="34752" y="94726"/>
                  <a:pt x="29850" y="95855"/>
                  <a:pt x="26977" y="97110"/>
                </a:cubicBezTo>
                <a:cubicBezTo>
                  <a:pt x="24104" y="98362"/>
                  <a:pt x="21888" y="100197"/>
                  <a:pt x="20326" y="102613"/>
                </a:cubicBezTo>
                <a:cubicBezTo>
                  <a:pt x="18765" y="105027"/>
                  <a:pt x="17985" y="107707"/>
                  <a:pt x="17985" y="110654"/>
                </a:cubicBezTo>
                <a:cubicBezTo>
                  <a:pt x="17985" y="115167"/>
                  <a:pt x="19686" y="118930"/>
                  <a:pt x="23090" y="121941"/>
                </a:cubicBezTo>
                <a:cubicBezTo>
                  <a:pt x="26493" y="124950"/>
                  <a:pt x="31473" y="126455"/>
                  <a:pt x="38030" y="126455"/>
                </a:cubicBezTo>
                <a:cubicBezTo>
                  <a:pt x="44525" y="126455"/>
                  <a:pt x="50301" y="125027"/>
                  <a:pt x="55359" y="122172"/>
                </a:cubicBezTo>
                <a:cubicBezTo>
                  <a:pt x="60417" y="119317"/>
                  <a:pt x="64133" y="115411"/>
                  <a:pt x="66506" y="110455"/>
                </a:cubicBezTo>
                <a:cubicBezTo>
                  <a:pt x="68317" y="106626"/>
                  <a:pt x="69222" y="100978"/>
                  <a:pt x="69222" y="93512"/>
                </a:cubicBezTo>
                <a:lnTo>
                  <a:pt x="69222" y="87301"/>
                </a:lnTo>
                <a:close/>
                <a:moveTo>
                  <a:pt x="112000" y="137320"/>
                </a:moveTo>
                <a:lnTo>
                  <a:pt x="112000" y="0"/>
                </a:lnTo>
                <a:lnTo>
                  <a:pt x="128861" y="0"/>
                </a:lnTo>
                <a:lnTo>
                  <a:pt x="128861" y="137320"/>
                </a:lnTo>
                <a:lnTo>
                  <a:pt x="112000" y="137320"/>
                </a:lnTo>
                <a:close/>
                <a:moveTo>
                  <a:pt x="155056" y="19483"/>
                </a:moveTo>
                <a:lnTo>
                  <a:pt x="155056" y="0"/>
                </a:lnTo>
                <a:lnTo>
                  <a:pt x="171917" y="0"/>
                </a:lnTo>
                <a:lnTo>
                  <a:pt x="171917" y="19483"/>
                </a:lnTo>
                <a:lnTo>
                  <a:pt x="155056" y="19483"/>
                </a:lnTo>
                <a:moveTo>
                  <a:pt x="155056" y="137320"/>
                </a:moveTo>
                <a:lnTo>
                  <a:pt x="155056" y="37843"/>
                </a:lnTo>
                <a:lnTo>
                  <a:pt x="171917" y="37843"/>
                </a:lnTo>
                <a:lnTo>
                  <a:pt x="171917" y="137320"/>
                </a:lnTo>
                <a:lnTo>
                  <a:pt x="155056" y="137320"/>
                </a:lnTo>
                <a:close/>
                <a:moveTo>
                  <a:pt x="194459" y="145563"/>
                </a:moveTo>
                <a:lnTo>
                  <a:pt x="210851" y="147999"/>
                </a:lnTo>
                <a:cubicBezTo>
                  <a:pt x="211538" y="153057"/>
                  <a:pt x="213443" y="156741"/>
                  <a:pt x="216565" y="159052"/>
                </a:cubicBezTo>
                <a:cubicBezTo>
                  <a:pt x="220749" y="162174"/>
                  <a:pt x="226463" y="163735"/>
                  <a:pt x="233707" y="163735"/>
                </a:cubicBezTo>
                <a:cubicBezTo>
                  <a:pt x="241512" y="163735"/>
                  <a:pt x="247538" y="162170"/>
                  <a:pt x="251785" y="159040"/>
                </a:cubicBezTo>
                <a:cubicBezTo>
                  <a:pt x="256031" y="155912"/>
                  <a:pt x="258904" y="151531"/>
                  <a:pt x="260403" y="145897"/>
                </a:cubicBezTo>
                <a:cubicBezTo>
                  <a:pt x="261277" y="142457"/>
                  <a:pt x="261683" y="135228"/>
                  <a:pt x="261620" y="124212"/>
                </a:cubicBezTo>
                <a:cubicBezTo>
                  <a:pt x="254252" y="132951"/>
                  <a:pt x="245072" y="137320"/>
                  <a:pt x="234081" y="137320"/>
                </a:cubicBezTo>
                <a:cubicBezTo>
                  <a:pt x="220405" y="137320"/>
                  <a:pt x="209821" y="132387"/>
                  <a:pt x="202327" y="122521"/>
                </a:cubicBezTo>
                <a:cubicBezTo>
                  <a:pt x="194833" y="112654"/>
                  <a:pt x="191087" y="100820"/>
                  <a:pt x="191087" y="87020"/>
                </a:cubicBezTo>
                <a:cubicBezTo>
                  <a:pt x="191087" y="77528"/>
                  <a:pt x="192804" y="68769"/>
                  <a:pt x="196238" y="60745"/>
                </a:cubicBezTo>
                <a:cubicBezTo>
                  <a:pt x="199673" y="52721"/>
                  <a:pt x="204653" y="46523"/>
                  <a:pt x="211179" y="42152"/>
                </a:cubicBezTo>
                <a:cubicBezTo>
                  <a:pt x="217705" y="37780"/>
                  <a:pt x="225370" y="35595"/>
                  <a:pt x="234175" y="35595"/>
                </a:cubicBezTo>
                <a:cubicBezTo>
                  <a:pt x="245915" y="35595"/>
                  <a:pt x="255594" y="40372"/>
                  <a:pt x="263213" y="49926"/>
                </a:cubicBezTo>
                <a:lnTo>
                  <a:pt x="263213" y="37843"/>
                </a:lnTo>
                <a:lnTo>
                  <a:pt x="278762" y="37843"/>
                </a:lnTo>
                <a:lnTo>
                  <a:pt x="278762" y="123890"/>
                </a:lnTo>
                <a:cubicBezTo>
                  <a:pt x="278762" y="139387"/>
                  <a:pt x="277185" y="150369"/>
                  <a:pt x="274032" y="156836"/>
                </a:cubicBezTo>
                <a:cubicBezTo>
                  <a:pt x="270878" y="163303"/>
                  <a:pt x="265882" y="168411"/>
                  <a:pt x="259044" y="172160"/>
                </a:cubicBezTo>
                <a:cubicBezTo>
                  <a:pt x="252206" y="175911"/>
                  <a:pt x="243792" y="177786"/>
                  <a:pt x="233800" y="177786"/>
                </a:cubicBezTo>
                <a:cubicBezTo>
                  <a:pt x="221935" y="177786"/>
                  <a:pt x="212350" y="175108"/>
                  <a:pt x="205043" y="169754"/>
                </a:cubicBezTo>
                <a:cubicBezTo>
                  <a:pt x="197737" y="164399"/>
                  <a:pt x="194209" y="156335"/>
                  <a:pt x="194459" y="145563"/>
                </a:cubicBezTo>
                <a:moveTo>
                  <a:pt x="208416" y="85805"/>
                </a:moveTo>
                <a:cubicBezTo>
                  <a:pt x="208416" y="98823"/>
                  <a:pt x="211007" y="108322"/>
                  <a:pt x="216190" y="114301"/>
                </a:cubicBezTo>
                <a:cubicBezTo>
                  <a:pt x="221373" y="120280"/>
                  <a:pt x="227868" y="123270"/>
                  <a:pt x="235674" y="123270"/>
                </a:cubicBezTo>
                <a:cubicBezTo>
                  <a:pt x="243417" y="123270"/>
                  <a:pt x="249911" y="120296"/>
                  <a:pt x="255157" y="114348"/>
                </a:cubicBezTo>
                <a:cubicBezTo>
                  <a:pt x="260403" y="108400"/>
                  <a:pt x="263025" y="99072"/>
                  <a:pt x="263025" y="86364"/>
                </a:cubicBezTo>
                <a:cubicBezTo>
                  <a:pt x="263025" y="74218"/>
                  <a:pt x="260324" y="65062"/>
                  <a:pt x="254923" y="58895"/>
                </a:cubicBezTo>
                <a:cubicBezTo>
                  <a:pt x="249521" y="52728"/>
                  <a:pt x="243011" y="49645"/>
                  <a:pt x="235393" y="49645"/>
                </a:cubicBezTo>
                <a:cubicBezTo>
                  <a:pt x="227899" y="49645"/>
                  <a:pt x="221529" y="52682"/>
                  <a:pt x="216284" y="58755"/>
                </a:cubicBezTo>
                <a:cubicBezTo>
                  <a:pt x="211038" y="64828"/>
                  <a:pt x="208416" y="73844"/>
                  <a:pt x="208416" y="85805"/>
                </a:cubicBezTo>
                <a:close/>
                <a:moveTo>
                  <a:pt x="304211" y="137320"/>
                </a:moveTo>
                <a:lnTo>
                  <a:pt x="304211" y="37843"/>
                </a:lnTo>
                <a:lnTo>
                  <a:pt x="319385" y="37843"/>
                </a:lnTo>
                <a:lnTo>
                  <a:pt x="319385" y="51893"/>
                </a:lnTo>
                <a:cubicBezTo>
                  <a:pt x="326692" y="41028"/>
                  <a:pt x="337245" y="35595"/>
                  <a:pt x="351046" y="35595"/>
                </a:cubicBezTo>
                <a:cubicBezTo>
                  <a:pt x="357041" y="35595"/>
                  <a:pt x="362552" y="36672"/>
                  <a:pt x="367579" y="38826"/>
                </a:cubicBezTo>
                <a:cubicBezTo>
                  <a:pt x="372606" y="40981"/>
                  <a:pt x="376368" y="43806"/>
                  <a:pt x="378866" y="47303"/>
                </a:cubicBezTo>
                <a:cubicBezTo>
                  <a:pt x="381364" y="50800"/>
                  <a:pt x="383112" y="54953"/>
                  <a:pt x="384112" y="59762"/>
                </a:cubicBezTo>
                <a:cubicBezTo>
                  <a:pt x="384736" y="62884"/>
                  <a:pt x="385048" y="68348"/>
                  <a:pt x="385048" y="76154"/>
                </a:cubicBezTo>
                <a:lnTo>
                  <a:pt x="385048" y="137320"/>
                </a:lnTo>
                <a:lnTo>
                  <a:pt x="368188" y="137320"/>
                </a:lnTo>
                <a:lnTo>
                  <a:pt x="368188" y="76745"/>
                </a:lnTo>
                <a:cubicBezTo>
                  <a:pt x="368188" y="69868"/>
                  <a:pt x="367532" y="64726"/>
                  <a:pt x="366221" y="61319"/>
                </a:cubicBezTo>
                <a:cubicBezTo>
                  <a:pt x="364909" y="57912"/>
                  <a:pt x="362583" y="55192"/>
                  <a:pt x="359242" y="53161"/>
                </a:cubicBezTo>
                <a:cubicBezTo>
                  <a:pt x="355901" y="51129"/>
                  <a:pt x="351983" y="50114"/>
                  <a:pt x="347486" y="50114"/>
                </a:cubicBezTo>
                <a:cubicBezTo>
                  <a:pt x="340305" y="50114"/>
                  <a:pt x="334107" y="52396"/>
                  <a:pt x="328893" y="56960"/>
                </a:cubicBezTo>
                <a:cubicBezTo>
                  <a:pt x="323679" y="61523"/>
                  <a:pt x="321072" y="70180"/>
                  <a:pt x="321072" y="82933"/>
                </a:cubicBezTo>
                <a:lnTo>
                  <a:pt x="321072" y="137320"/>
                </a:lnTo>
                <a:lnTo>
                  <a:pt x="304211" y="137320"/>
                </a:lnTo>
                <a:close/>
                <a:moveTo>
                  <a:pt x="410872" y="137320"/>
                </a:moveTo>
                <a:lnTo>
                  <a:pt x="410872" y="37843"/>
                </a:lnTo>
                <a:lnTo>
                  <a:pt x="425953" y="37843"/>
                </a:lnTo>
                <a:lnTo>
                  <a:pt x="425953" y="51706"/>
                </a:lnTo>
                <a:cubicBezTo>
                  <a:pt x="429075" y="46862"/>
                  <a:pt x="433228" y="42966"/>
                  <a:pt x="438411" y="40018"/>
                </a:cubicBezTo>
                <a:cubicBezTo>
                  <a:pt x="443594" y="37069"/>
                  <a:pt x="449496" y="35595"/>
                  <a:pt x="456115" y="35595"/>
                </a:cubicBezTo>
                <a:cubicBezTo>
                  <a:pt x="463484" y="35595"/>
                  <a:pt x="469525" y="37117"/>
                  <a:pt x="474240" y="40161"/>
                </a:cubicBezTo>
                <a:cubicBezTo>
                  <a:pt x="478955" y="43203"/>
                  <a:pt x="482280" y="47458"/>
                  <a:pt x="484216" y="52924"/>
                </a:cubicBezTo>
                <a:cubicBezTo>
                  <a:pt x="492084" y="41371"/>
                  <a:pt x="502325" y="35595"/>
                  <a:pt x="514940" y="35595"/>
                </a:cubicBezTo>
                <a:cubicBezTo>
                  <a:pt x="524806" y="35595"/>
                  <a:pt x="532394" y="38327"/>
                  <a:pt x="537702" y="43791"/>
                </a:cubicBezTo>
                <a:cubicBezTo>
                  <a:pt x="543010" y="49255"/>
                  <a:pt x="545664" y="57670"/>
                  <a:pt x="545664" y="69035"/>
                </a:cubicBezTo>
                <a:lnTo>
                  <a:pt x="545664" y="137320"/>
                </a:lnTo>
                <a:lnTo>
                  <a:pt x="528897" y="137320"/>
                </a:lnTo>
                <a:lnTo>
                  <a:pt x="528897" y="74588"/>
                </a:lnTo>
                <a:cubicBezTo>
                  <a:pt x="528897" y="67836"/>
                  <a:pt x="528350" y="62976"/>
                  <a:pt x="527257" y="60007"/>
                </a:cubicBezTo>
                <a:cubicBezTo>
                  <a:pt x="526165" y="57037"/>
                  <a:pt x="524182" y="54646"/>
                  <a:pt x="521309" y="52833"/>
                </a:cubicBezTo>
                <a:cubicBezTo>
                  <a:pt x="518437" y="51020"/>
                  <a:pt x="515065" y="50114"/>
                  <a:pt x="511193" y="50114"/>
                </a:cubicBezTo>
                <a:cubicBezTo>
                  <a:pt x="504199" y="50114"/>
                  <a:pt x="498391" y="52443"/>
                  <a:pt x="493770" y="57101"/>
                </a:cubicBezTo>
                <a:cubicBezTo>
                  <a:pt x="489149" y="61757"/>
                  <a:pt x="486839" y="69211"/>
                  <a:pt x="486839" y="79464"/>
                </a:cubicBezTo>
                <a:lnTo>
                  <a:pt x="486839" y="137320"/>
                </a:lnTo>
                <a:lnTo>
                  <a:pt x="469978" y="137320"/>
                </a:lnTo>
                <a:lnTo>
                  <a:pt x="469978" y="72618"/>
                </a:lnTo>
                <a:cubicBezTo>
                  <a:pt x="469978" y="65116"/>
                  <a:pt x="468604" y="59490"/>
                  <a:pt x="465857" y="55740"/>
                </a:cubicBezTo>
                <a:cubicBezTo>
                  <a:pt x="463109" y="51989"/>
                  <a:pt x="458613" y="50114"/>
                  <a:pt x="452368" y="50114"/>
                </a:cubicBezTo>
                <a:cubicBezTo>
                  <a:pt x="447622" y="50114"/>
                  <a:pt x="443235" y="51364"/>
                  <a:pt x="439207" y="53866"/>
                </a:cubicBezTo>
                <a:cubicBezTo>
                  <a:pt x="435180" y="56366"/>
                  <a:pt x="432260" y="60023"/>
                  <a:pt x="430449" y="64837"/>
                </a:cubicBezTo>
                <a:cubicBezTo>
                  <a:pt x="428638" y="69650"/>
                  <a:pt x="427733" y="76588"/>
                  <a:pt x="427733" y="85653"/>
                </a:cubicBezTo>
                <a:lnTo>
                  <a:pt x="427733" y="137320"/>
                </a:lnTo>
                <a:lnTo>
                  <a:pt x="410872" y="137320"/>
                </a:lnTo>
                <a:close/>
                <a:moveTo>
                  <a:pt x="638770" y="105285"/>
                </a:moveTo>
                <a:lnTo>
                  <a:pt x="656193" y="107440"/>
                </a:lnTo>
                <a:cubicBezTo>
                  <a:pt x="653445" y="117618"/>
                  <a:pt x="648356" y="125518"/>
                  <a:pt x="640925" y="131138"/>
                </a:cubicBezTo>
                <a:cubicBezTo>
                  <a:pt x="633493" y="136758"/>
                  <a:pt x="624001" y="139568"/>
                  <a:pt x="612449" y="139568"/>
                </a:cubicBezTo>
                <a:cubicBezTo>
                  <a:pt x="597899" y="139568"/>
                  <a:pt x="586362" y="135088"/>
                  <a:pt x="577838" y="126127"/>
                </a:cubicBezTo>
                <a:cubicBezTo>
                  <a:pt x="569314" y="117166"/>
                  <a:pt x="565052" y="104598"/>
                  <a:pt x="565052" y="88425"/>
                </a:cubicBezTo>
                <a:cubicBezTo>
                  <a:pt x="565052" y="71689"/>
                  <a:pt x="569361" y="58700"/>
                  <a:pt x="577978" y="49458"/>
                </a:cubicBezTo>
                <a:cubicBezTo>
                  <a:pt x="586596" y="40216"/>
                  <a:pt x="597774" y="35595"/>
                  <a:pt x="611512" y="35595"/>
                </a:cubicBezTo>
                <a:cubicBezTo>
                  <a:pt x="624813" y="35595"/>
                  <a:pt x="635679" y="40115"/>
                  <a:pt x="644109" y="49156"/>
                </a:cubicBezTo>
                <a:cubicBezTo>
                  <a:pt x="652540" y="58195"/>
                  <a:pt x="656755" y="70913"/>
                  <a:pt x="656755" y="87309"/>
                </a:cubicBezTo>
                <a:cubicBezTo>
                  <a:pt x="656755" y="88307"/>
                  <a:pt x="656724" y="89802"/>
                  <a:pt x="656661" y="91797"/>
                </a:cubicBezTo>
                <a:lnTo>
                  <a:pt x="582474" y="91797"/>
                </a:lnTo>
                <a:cubicBezTo>
                  <a:pt x="583099" y="102694"/>
                  <a:pt x="586190" y="111038"/>
                  <a:pt x="591748" y="116830"/>
                </a:cubicBezTo>
                <a:cubicBezTo>
                  <a:pt x="597305" y="122622"/>
                  <a:pt x="604237" y="125518"/>
                  <a:pt x="612542" y="125518"/>
                </a:cubicBezTo>
                <a:cubicBezTo>
                  <a:pt x="618725" y="125518"/>
                  <a:pt x="624001" y="123910"/>
                  <a:pt x="628373" y="120694"/>
                </a:cubicBezTo>
                <a:cubicBezTo>
                  <a:pt x="632744" y="117476"/>
                  <a:pt x="636210" y="112340"/>
                  <a:pt x="638770" y="105285"/>
                </a:cubicBezTo>
                <a:moveTo>
                  <a:pt x="583411" y="77746"/>
                </a:moveTo>
                <a:lnTo>
                  <a:pt x="638957" y="77746"/>
                </a:lnTo>
                <a:cubicBezTo>
                  <a:pt x="638208" y="69515"/>
                  <a:pt x="636085" y="63341"/>
                  <a:pt x="632588" y="59226"/>
                </a:cubicBezTo>
                <a:cubicBezTo>
                  <a:pt x="627217" y="52839"/>
                  <a:pt x="620255" y="49645"/>
                  <a:pt x="611699" y="49645"/>
                </a:cubicBezTo>
                <a:cubicBezTo>
                  <a:pt x="603956" y="49645"/>
                  <a:pt x="597446" y="52195"/>
                  <a:pt x="592169" y="57294"/>
                </a:cubicBezTo>
                <a:cubicBezTo>
                  <a:pt x="586892" y="62391"/>
                  <a:pt x="583973" y="69209"/>
                  <a:pt x="583411" y="77746"/>
                </a:cubicBezTo>
                <a:close/>
                <a:moveTo>
                  <a:pt x="677333" y="137320"/>
                </a:moveTo>
                <a:lnTo>
                  <a:pt x="677333" y="37843"/>
                </a:lnTo>
                <a:lnTo>
                  <a:pt x="692507" y="37843"/>
                </a:lnTo>
                <a:lnTo>
                  <a:pt x="692507" y="51893"/>
                </a:lnTo>
                <a:cubicBezTo>
                  <a:pt x="699814" y="41028"/>
                  <a:pt x="710367" y="35595"/>
                  <a:pt x="724168" y="35595"/>
                </a:cubicBezTo>
                <a:cubicBezTo>
                  <a:pt x="730163" y="35595"/>
                  <a:pt x="735674" y="36672"/>
                  <a:pt x="740701" y="38826"/>
                </a:cubicBezTo>
                <a:cubicBezTo>
                  <a:pt x="745727" y="40981"/>
                  <a:pt x="749490" y="43806"/>
                  <a:pt x="751988" y="47303"/>
                </a:cubicBezTo>
                <a:cubicBezTo>
                  <a:pt x="754486" y="50800"/>
                  <a:pt x="756234" y="54953"/>
                  <a:pt x="757233" y="59762"/>
                </a:cubicBezTo>
                <a:cubicBezTo>
                  <a:pt x="757858" y="62884"/>
                  <a:pt x="758170" y="68348"/>
                  <a:pt x="758170" y="76154"/>
                </a:cubicBezTo>
                <a:lnTo>
                  <a:pt x="758170" y="137320"/>
                </a:lnTo>
                <a:lnTo>
                  <a:pt x="741309" y="137320"/>
                </a:lnTo>
                <a:lnTo>
                  <a:pt x="741309" y="76745"/>
                </a:lnTo>
                <a:cubicBezTo>
                  <a:pt x="741309" y="69868"/>
                  <a:pt x="740654" y="64726"/>
                  <a:pt x="739342" y="61319"/>
                </a:cubicBezTo>
                <a:cubicBezTo>
                  <a:pt x="738031" y="57912"/>
                  <a:pt x="735705" y="55192"/>
                  <a:pt x="732364" y="53161"/>
                </a:cubicBezTo>
                <a:cubicBezTo>
                  <a:pt x="729023" y="51129"/>
                  <a:pt x="725104" y="50114"/>
                  <a:pt x="720608" y="50114"/>
                </a:cubicBezTo>
                <a:cubicBezTo>
                  <a:pt x="713427" y="50114"/>
                  <a:pt x="707229" y="52396"/>
                  <a:pt x="702015" y="56960"/>
                </a:cubicBezTo>
                <a:cubicBezTo>
                  <a:pt x="696800" y="61523"/>
                  <a:pt x="694193" y="70180"/>
                  <a:pt x="694193" y="82933"/>
                </a:cubicBezTo>
                <a:lnTo>
                  <a:pt x="694193" y="137320"/>
                </a:lnTo>
                <a:lnTo>
                  <a:pt x="677333" y="137320"/>
                </a:lnTo>
                <a:close/>
                <a:moveTo>
                  <a:pt x="820806" y="122427"/>
                </a:moveTo>
                <a:lnTo>
                  <a:pt x="823241" y="137320"/>
                </a:lnTo>
                <a:cubicBezTo>
                  <a:pt x="818496" y="138195"/>
                  <a:pt x="814249" y="138632"/>
                  <a:pt x="810502" y="138632"/>
                </a:cubicBezTo>
                <a:cubicBezTo>
                  <a:pt x="804383" y="138632"/>
                  <a:pt x="799637" y="137664"/>
                  <a:pt x="796265" y="135728"/>
                </a:cubicBezTo>
                <a:cubicBezTo>
                  <a:pt x="792892" y="133792"/>
                  <a:pt x="790519" y="131247"/>
                  <a:pt x="789146" y="128094"/>
                </a:cubicBezTo>
                <a:cubicBezTo>
                  <a:pt x="787772" y="124940"/>
                  <a:pt x="787085" y="118305"/>
                  <a:pt x="787085" y="108189"/>
                </a:cubicBezTo>
                <a:lnTo>
                  <a:pt x="787085" y="50957"/>
                </a:lnTo>
                <a:lnTo>
                  <a:pt x="774720" y="50957"/>
                </a:lnTo>
                <a:lnTo>
                  <a:pt x="774720" y="37843"/>
                </a:lnTo>
                <a:lnTo>
                  <a:pt x="787085" y="37843"/>
                </a:lnTo>
                <a:lnTo>
                  <a:pt x="787085" y="13140"/>
                </a:lnTo>
                <a:lnTo>
                  <a:pt x="803852" y="2997"/>
                </a:lnTo>
                <a:lnTo>
                  <a:pt x="803852" y="37843"/>
                </a:lnTo>
                <a:lnTo>
                  <a:pt x="820806" y="37843"/>
                </a:lnTo>
                <a:lnTo>
                  <a:pt x="820806" y="50957"/>
                </a:lnTo>
                <a:lnTo>
                  <a:pt x="803852" y="50957"/>
                </a:lnTo>
                <a:lnTo>
                  <a:pt x="803852" y="109126"/>
                </a:lnTo>
                <a:cubicBezTo>
                  <a:pt x="803852" y="113934"/>
                  <a:pt x="804148" y="117025"/>
                  <a:pt x="804742" y="118399"/>
                </a:cubicBezTo>
                <a:cubicBezTo>
                  <a:pt x="805335" y="119773"/>
                  <a:pt x="806303" y="120866"/>
                  <a:pt x="807645" y="121677"/>
                </a:cubicBezTo>
                <a:cubicBezTo>
                  <a:pt x="808988" y="122489"/>
                  <a:pt x="810908" y="122895"/>
                  <a:pt x="813406" y="122895"/>
                </a:cubicBezTo>
                <a:cubicBezTo>
                  <a:pt x="815280" y="122895"/>
                  <a:pt x="817746" y="122739"/>
                  <a:pt x="820806" y="122427"/>
                </a:cubicBezTo>
                <a:close/>
                <a:moveTo>
                  <a:pt x="955568" y="125038"/>
                </a:moveTo>
                <a:cubicBezTo>
                  <a:pt x="949323" y="130350"/>
                  <a:pt x="943313" y="134100"/>
                  <a:pt x="937537" y="136287"/>
                </a:cubicBezTo>
                <a:cubicBezTo>
                  <a:pt x="931760" y="138475"/>
                  <a:pt x="925562" y="139568"/>
                  <a:pt x="918943" y="139568"/>
                </a:cubicBezTo>
                <a:cubicBezTo>
                  <a:pt x="908015" y="139568"/>
                  <a:pt x="899616" y="136897"/>
                  <a:pt x="893746" y="131554"/>
                </a:cubicBezTo>
                <a:cubicBezTo>
                  <a:pt x="887876" y="126211"/>
                  <a:pt x="884941" y="119384"/>
                  <a:pt x="884941" y="111072"/>
                </a:cubicBezTo>
                <a:cubicBezTo>
                  <a:pt x="884941" y="106199"/>
                  <a:pt x="886049" y="101748"/>
                  <a:pt x="888266" y="97718"/>
                </a:cubicBezTo>
                <a:cubicBezTo>
                  <a:pt x="890483" y="93687"/>
                  <a:pt x="893387" y="90452"/>
                  <a:pt x="896977" y="88015"/>
                </a:cubicBezTo>
                <a:cubicBezTo>
                  <a:pt x="900568" y="85577"/>
                  <a:pt x="904612" y="83734"/>
                  <a:pt x="909108" y="82485"/>
                </a:cubicBezTo>
                <a:cubicBezTo>
                  <a:pt x="912417" y="81609"/>
                  <a:pt x="917413" y="80765"/>
                  <a:pt x="924095" y="79953"/>
                </a:cubicBezTo>
                <a:cubicBezTo>
                  <a:pt x="937708" y="78341"/>
                  <a:pt x="947731" y="76419"/>
                  <a:pt x="954163" y="74187"/>
                </a:cubicBezTo>
                <a:cubicBezTo>
                  <a:pt x="954226" y="71886"/>
                  <a:pt x="954257" y="70424"/>
                  <a:pt x="954257" y="69802"/>
                </a:cubicBezTo>
                <a:cubicBezTo>
                  <a:pt x="954257" y="62958"/>
                  <a:pt x="952664" y="58137"/>
                  <a:pt x="949480" y="55339"/>
                </a:cubicBezTo>
                <a:cubicBezTo>
                  <a:pt x="945171" y="51543"/>
                  <a:pt x="938770" y="49645"/>
                  <a:pt x="930277" y="49645"/>
                </a:cubicBezTo>
                <a:cubicBezTo>
                  <a:pt x="922346" y="49645"/>
                  <a:pt x="916492" y="51035"/>
                  <a:pt x="912714" y="53813"/>
                </a:cubicBezTo>
                <a:cubicBezTo>
                  <a:pt x="908936" y="56592"/>
                  <a:pt x="906142" y="61510"/>
                  <a:pt x="904331" y="68567"/>
                </a:cubicBezTo>
                <a:lnTo>
                  <a:pt x="887845" y="66318"/>
                </a:lnTo>
                <a:cubicBezTo>
                  <a:pt x="889343" y="59240"/>
                  <a:pt x="891810" y="53525"/>
                  <a:pt x="895245" y="49171"/>
                </a:cubicBezTo>
                <a:cubicBezTo>
                  <a:pt x="898679" y="44817"/>
                  <a:pt x="903644" y="41467"/>
                  <a:pt x="910138" y="39119"/>
                </a:cubicBezTo>
                <a:cubicBezTo>
                  <a:pt x="916633" y="36769"/>
                  <a:pt x="924157" y="35595"/>
                  <a:pt x="932713" y="35595"/>
                </a:cubicBezTo>
                <a:cubicBezTo>
                  <a:pt x="941205" y="35595"/>
                  <a:pt x="948106" y="36594"/>
                  <a:pt x="953414" y="38592"/>
                </a:cubicBezTo>
                <a:cubicBezTo>
                  <a:pt x="958722" y="40590"/>
                  <a:pt x="962625" y="43104"/>
                  <a:pt x="965123" y="46133"/>
                </a:cubicBezTo>
                <a:cubicBezTo>
                  <a:pt x="967620" y="49161"/>
                  <a:pt x="969369" y="52986"/>
                  <a:pt x="970368" y="57607"/>
                </a:cubicBezTo>
                <a:cubicBezTo>
                  <a:pt x="970930" y="60480"/>
                  <a:pt x="971211" y="65663"/>
                  <a:pt x="971211" y="73156"/>
                </a:cubicBezTo>
                <a:lnTo>
                  <a:pt x="971211" y="95637"/>
                </a:lnTo>
                <a:cubicBezTo>
                  <a:pt x="971211" y="111311"/>
                  <a:pt x="971570" y="121225"/>
                  <a:pt x="972288" y="125377"/>
                </a:cubicBezTo>
                <a:cubicBezTo>
                  <a:pt x="973006" y="129530"/>
                  <a:pt x="974427" y="133511"/>
                  <a:pt x="976550" y="137320"/>
                </a:cubicBezTo>
                <a:lnTo>
                  <a:pt x="958940" y="137320"/>
                </a:lnTo>
                <a:cubicBezTo>
                  <a:pt x="957192" y="133819"/>
                  <a:pt x="956068" y="129725"/>
                  <a:pt x="955568" y="125038"/>
                </a:cubicBezTo>
                <a:moveTo>
                  <a:pt x="954163" y="87301"/>
                </a:moveTo>
                <a:cubicBezTo>
                  <a:pt x="948043" y="89820"/>
                  <a:pt x="938864" y="91961"/>
                  <a:pt x="926624" y="93723"/>
                </a:cubicBezTo>
                <a:cubicBezTo>
                  <a:pt x="919693" y="94726"/>
                  <a:pt x="914790" y="95855"/>
                  <a:pt x="911918" y="97110"/>
                </a:cubicBezTo>
                <a:cubicBezTo>
                  <a:pt x="909045" y="98362"/>
                  <a:pt x="906828" y="100197"/>
                  <a:pt x="905267" y="102613"/>
                </a:cubicBezTo>
                <a:cubicBezTo>
                  <a:pt x="903706" y="105027"/>
                  <a:pt x="902926" y="107707"/>
                  <a:pt x="902926" y="110654"/>
                </a:cubicBezTo>
                <a:cubicBezTo>
                  <a:pt x="902926" y="115167"/>
                  <a:pt x="904627" y="118930"/>
                  <a:pt x="908031" y="121941"/>
                </a:cubicBezTo>
                <a:cubicBezTo>
                  <a:pt x="911434" y="124950"/>
                  <a:pt x="916414" y="126455"/>
                  <a:pt x="922971" y="126455"/>
                </a:cubicBezTo>
                <a:cubicBezTo>
                  <a:pt x="929465" y="126455"/>
                  <a:pt x="935242" y="125027"/>
                  <a:pt x="940300" y="122172"/>
                </a:cubicBezTo>
                <a:cubicBezTo>
                  <a:pt x="945358" y="119317"/>
                  <a:pt x="949074" y="115411"/>
                  <a:pt x="951447" y="110455"/>
                </a:cubicBezTo>
                <a:cubicBezTo>
                  <a:pt x="953258" y="106626"/>
                  <a:pt x="954163" y="100978"/>
                  <a:pt x="954163" y="93512"/>
                </a:cubicBezTo>
                <a:lnTo>
                  <a:pt x="954163" y="87301"/>
                </a:lnTo>
                <a:close/>
                <a:moveTo>
                  <a:pt x="997316" y="137320"/>
                </a:moveTo>
                <a:lnTo>
                  <a:pt x="997316" y="37843"/>
                </a:lnTo>
                <a:lnTo>
                  <a:pt x="1012491" y="37843"/>
                </a:lnTo>
                <a:lnTo>
                  <a:pt x="1012491" y="51893"/>
                </a:lnTo>
                <a:cubicBezTo>
                  <a:pt x="1019797" y="41028"/>
                  <a:pt x="1030350" y="35595"/>
                  <a:pt x="1044151" y="35595"/>
                </a:cubicBezTo>
                <a:cubicBezTo>
                  <a:pt x="1050146" y="35595"/>
                  <a:pt x="1055657" y="36672"/>
                  <a:pt x="1060684" y="38826"/>
                </a:cubicBezTo>
                <a:cubicBezTo>
                  <a:pt x="1065711" y="40981"/>
                  <a:pt x="1069473" y="43806"/>
                  <a:pt x="1071971" y="47303"/>
                </a:cubicBezTo>
                <a:cubicBezTo>
                  <a:pt x="1074469" y="50800"/>
                  <a:pt x="1076218" y="54953"/>
                  <a:pt x="1077217" y="59762"/>
                </a:cubicBezTo>
                <a:cubicBezTo>
                  <a:pt x="1077841" y="62884"/>
                  <a:pt x="1078153" y="68348"/>
                  <a:pt x="1078153" y="76154"/>
                </a:cubicBezTo>
                <a:lnTo>
                  <a:pt x="1078153" y="137320"/>
                </a:lnTo>
                <a:lnTo>
                  <a:pt x="1061293" y="137320"/>
                </a:lnTo>
                <a:lnTo>
                  <a:pt x="1061293" y="76745"/>
                </a:lnTo>
                <a:cubicBezTo>
                  <a:pt x="1061293" y="69868"/>
                  <a:pt x="1060637" y="64726"/>
                  <a:pt x="1059326" y="61319"/>
                </a:cubicBezTo>
                <a:cubicBezTo>
                  <a:pt x="1058014" y="57912"/>
                  <a:pt x="1055688" y="55192"/>
                  <a:pt x="1052347" y="53161"/>
                </a:cubicBezTo>
                <a:cubicBezTo>
                  <a:pt x="1049006" y="51129"/>
                  <a:pt x="1045088" y="50114"/>
                  <a:pt x="1040592" y="50114"/>
                </a:cubicBezTo>
                <a:cubicBezTo>
                  <a:pt x="1033410" y="50114"/>
                  <a:pt x="1027212" y="52396"/>
                  <a:pt x="1021998" y="56960"/>
                </a:cubicBezTo>
                <a:cubicBezTo>
                  <a:pt x="1016784" y="61523"/>
                  <a:pt x="1014177" y="70180"/>
                  <a:pt x="1014177" y="82933"/>
                </a:cubicBezTo>
                <a:lnTo>
                  <a:pt x="1014177" y="137320"/>
                </a:lnTo>
                <a:lnTo>
                  <a:pt x="997316" y="137320"/>
                </a:lnTo>
                <a:close/>
                <a:moveTo>
                  <a:pt x="1168516" y="137320"/>
                </a:moveTo>
                <a:lnTo>
                  <a:pt x="1168516" y="124769"/>
                </a:lnTo>
                <a:cubicBezTo>
                  <a:pt x="1162209" y="134635"/>
                  <a:pt x="1152936" y="139568"/>
                  <a:pt x="1140696" y="139568"/>
                </a:cubicBezTo>
                <a:cubicBezTo>
                  <a:pt x="1132765" y="139568"/>
                  <a:pt x="1125475" y="137383"/>
                  <a:pt x="1118824" y="133012"/>
                </a:cubicBezTo>
                <a:cubicBezTo>
                  <a:pt x="1112174" y="128640"/>
                  <a:pt x="1107022" y="122536"/>
                  <a:pt x="1103369" y="114699"/>
                </a:cubicBezTo>
                <a:cubicBezTo>
                  <a:pt x="1099715" y="106862"/>
                  <a:pt x="1097889" y="97854"/>
                  <a:pt x="1097889" y="87675"/>
                </a:cubicBezTo>
                <a:cubicBezTo>
                  <a:pt x="1097889" y="77746"/>
                  <a:pt x="1099544" y="68738"/>
                  <a:pt x="1102853" y="60651"/>
                </a:cubicBezTo>
                <a:cubicBezTo>
                  <a:pt x="1106163" y="52565"/>
                  <a:pt x="1111128" y="46367"/>
                  <a:pt x="1117747" y="42058"/>
                </a:cubicBezTo>
                <a:cubicBezTo>
                  <a:pt x="1124366" y="37749"/>
                  <a:pt x="1131766" y="35595"/>
                  <a:pt x="1139947" y="35595"/>
                </a:cubicBezTo>
                <a:cubicBezTo>
                  <a:pt x="1145942" y="35595"/>
                  <a:pt x="1151281" y="36859"/>
                  <a:pt x="1155964" y="39388"/>
                </a:cubicBezTo>
                <a:cubicBezTo>
                  <a:pt x="1160648" y="41917"/>
                  <a:pt x="1164457" y="45211"/>
                  <a:pt x="1167392" y="49270"/>
                </a:cubicBezTo>
                <a:lnTo>
                  <a:pt x="1167392" y="0"/>
                </a:lnTo>
                <a:lnTo>
                  <a:pt x="1184159" y="0"/>
                </a:lnTo>
                <a:lnTo>
                  <a:pt x="1184159" y="137320"/>
                </a:lnTo>
                <a:lnTo>
                  <a:pt x="1168516" y="137320"/>
                </a:lnTo>
                <a:moveTo>
                  <a:pt x="1115218" y="87628"/>
                </a:moveTo>
                <a:cubicBezTo>
                  <a:pt x="1115218" y="100321"/>
                  <a:pt x="1117903" y="109809"/>
                  <a:pt x="1123273" y="116092"/>
                </a:cubicBezTo>
                <a:cubicBezTo>
                  <a:pt x="1128644" y="122376"/>
                  <a:pt x="1134982" y="125518"/>
                  <a:pt x="1142289" y="125518"/>
                </a:cubicBezTo>
                <a:cubicBezTo>
                  <a:pt x="1149657" y="125518"/>
                  <a:pt x="1155918" y="122517"/>
                  <a:pt x="1161069" y="116514"/>
                </a:cubicBezTo>
                <a:cubicBezTo>
                  <a:pt x="1166221" y="110509"/>
                  <a:pt x="1168797" y="101347"/>
                  <a:pt x="1168797" y="89028"/>
                </a:cubicBezTo>
                <a:cubicBezTo>
                  <a:pt x="1168797" y="75465"/>
                  <a:pt x="1166174" y="65511"/>
                  <a:pt x="1160929" y="59164"/>
                </a:cubicBezTo>
                <a:cubicBezTo>
                  <a:pt x="1155683" y="52818"/>
                  <a:pt x="1149220" y="49645"/>
                  <a:pt x="1141539" y="49645"/>
                </a:cubicBezTo>
                <a:cubicBezTo>
                  <a:pt x="1134046" y="49645"/>
                  <a:pt x="1127785" y="52694"/>
                  <a:pt x="1122758" y="58793"/>
                </a:cubicBezTo>
                <a:cubicBezTo>
                  <a:pt x="1117731" y="64889"/>
                  <a:pt x="1115218" y="74501"/>
                  <a:pt x="1115218" y="876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af">
            <a:extLst xmlns:a="http://schemas.openxmlformats.org/drawingml/2006/main">
              <a:ext uri="{FF2B5EF4-FFF2-40B4-BE49-F238E27FC236}">
                <a16:creationId xmlns:a16="http://schemas.microsoft.com/office/drawing/2014/main" id="{8174AF74-8004-4E48-A3BE-80FE57F2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944" y="2265720"/>
            <a:ext cx="159679" cy="141817"/>
          </a:xfrm>
          <a:custGeom xmlns:a="http://schemas.openxmlformats.org/drawingml/2006/main">
            <a:pathLst>
              <a:path w="159679" h="141817">
                <a:moveTo>
                  <a:pt x="70627" y="127286"/>
                </a:moveTo>
                <a:cubicBezTo>
                  <a:pt x="64383" y="132598"/>
                  <a:pt x="58372" y="136348"/>
                  <a:pt x="52596" y="138535"/>
                </a:cubicBezTo>
                <a:cubicBezTo>
                  <a:pt x="46819" y="140723"/>
                  <a:pt x="40622" y="141817"/>
                  <a:pt x="34002" y="141817"/>
                </a:cubicBezTo>
                <a:cubicBezTo>
                  <a:pt x="23074" y="141817"/>
                  <a:pt x="14675" y="139145"/>
                  <a:pt x="8805" y="133802"/>
                </a:cubicBezTo>
                <a:cubicBezTo>
                  <a:pt x="2935" y="128459"/>
                  <a:pt x="0" y="121632"/>
                  <a:pt x="0" y="113320"/>
                </a:cubicBezTo>
                <a:cubicBezTo>
                  <a:pt x="0" y="108448"/>
                  <a:pt x="1108" y="103996"/>
                  <a:pt x="3325" y="99967"/>
                </a:cubicBezTo>
                <a:cubicBezTo>
                  <a:pt x="5542" y="95935"/>
                  <a:pt x="8446" y="92700"/>
                  <a:pt x="12037" y="90263"/>
                </a:cubicBezTo>
                <a:cubicBezTo>
                  <a:pt x="15627" y="87825"/>
                  <a:pt x="19671" y="85982"/>
                  <a:pt x="24167" y="84733"/>
                </a:cubicBezTo>
                <a:cubicBezTo>
                  <a:pt x="27477" y="83857"/>
                  <a:pt x="32472" y="83013"/>
                  <a:pt x="39154" y="82201"/>
                </a:cubicBezTo>
                <a:cubicBezTo>
                  <a:pt x="52767" y="80589"/>
                  <a:pt x="62790" y="78667"/>
                  <a:pt x="69222" y="76435"/>
                </a:cubicBezTo>
                <a:cubicBezTo>
                  <a:pt x="69285" y="74134"/>
                  <a:pt x="69316" y="72672"/>
                  <a:pt x="69316" y="72050"/>
                </a:cubicBezTo>
                <a:cubicBezTo>
                  <a:pt x="69316" y="65206"/>
                  <a:pt x="67723" y="60385"/>
                  <a:pt x="64539" y="57587"/>
                </a:cubicBezTo>
                <a:cubicBezTo>
                  <a:pt x="60230" y="53791"/>
                  <a:pt x="53829" y="51893"/>
                  <a:pt x="45336" y="51893"/>
                </a:cubicBezTo>
                <a:cubicBezTo>
                  <a:pt x="37406" y="51893"/>
                  <a:pt x="31551" y="53283"/>
                  <a:pt x="27773" y="56062"/>
                </a:cubicBezTo>
                <a:cubicBezTo>
                  <a:pt x="23995" y="58840"/>
                  <a:pt x="21201" y="63758"/>
                  <a:pt x="19390" y="70815"/>
                </a:cubicBezTo>
                <a:lnTo>
                  <a:pt x="2904" y="68567"/>
                </a:lnTo>
                <a:cubicBezTo>
                  <a:pt x="4402" y="61489"/>
                  <a:pt x="6869" y="55773"/>
                  <a:pt x="10304" y="51419"/>
                </a:cubicBezTo>
                <a:cubicBezTo>
                  <a:pt x="13738" y="47065"/>
                  <a:pt x="18703" y="43715"/>
                  <a:pt x="25197" y="41367"/>
                </a:cubicBezTo>
                <a:cubicBezTo>
                  <a:pt x="31692" y="39018"/>
                  <a:pt x="39217" y="37843"/>
                  <a:pt x="47772" y="37843"/>
                </a:cubicBezTo>
                <a:cubicBezTo>
                  <a:pt x="56265" y="37843"/>
                  <a:pt x="63165" y="38842"/>
                  <a:pt x="68473" y="40840"/>
                </a:cubicBezTo>
                <a:cubicBezTo>
                  <a:pt x="73781" y="42838"/>
                  <a:pt x="77684" y="45352"/>
                  <a:pt x="80182" y="48381"/>
                </a:cubicBezTo>
                <a:cubicBezTo>
                  <a:pt x="82679" y="51409"/>
                  <a:pt x="84428" y="55234"/>
                  <a:pt x="85427" y="59855"/>
                </a:cubicBezTo>
                <a:cubicBezTo>
                  <a:pt x="85989" y="62728"/>
                  <a:pt x="86270" y="67911"/>
                  <a:pt x="86270" y="75404"/>
                </a:cubicBezTo>
                <a:lnTo>
                  <a:pt x="86270" y="97885"/>
                </a:lnTo>
                <a:cubicBezTo>
                  <a:pt x="86270" y="113559"/>
                  <a:pt x="86629" y="123473"/>
                  <a:pt x="87347" y="127626"/>
                </a:cubicBezTo>
                <a:cubicBezTo>
                  <a:pt x="88066" y="131778"/>
                  <a:pt x="89486" y="135759"/>
                  <a:pt x="91609" y="139568"/>
                </a:cubicBezTo>
                <a:lnTo>
                  <a:pt x="73999" y="139568"/>
                </a:lnTo>
                <a:cubicBezTo>
                  <a:pt x="72251" y="136068"/>
                  <a:pt x="71127" y="131973"/>
                  <a:pt x="70627" y="127286"/>
                </a:cubicBezTo>
                <a:moveTo>
                  <a:pt x="69222" y="89549"/>
                </a:moveTo>
                <a:cubicBezTo>
                  <a:pt x="63102" y="92068"/>
                  <a:pt x="53923" y="94209"/>
                  <a:pt x="41683" y="95971"/>
                </a:cubicBezTo>
                <a:cubicBezTo>
                  <a:pt x="34752" y="96974"/>
                  <a:pt x="29850" y="98103"/>
                  <a:pt x="26977" y="99358"/>
                </a:cubicBezTo>
                <a:cubicBezTo>
                  <a:pt x="24104" y="100610"/>
                  <a:pt x="21888" y="102445"/>
                  <a:pt x="20326" y="104861"/>
                </a:cubicBezTo>
                <a:cubicBezTo>
                  <a:pt x="18765" y="107275"/>
                  <a:pt x="17985" y="109955"/>
                  <a:pt x="17985" y="112902"/>
                </a:cubicBezTo>
                <a:cubicBezTo>
                  <a:pt x="17985" y="117415"/>
                  <a:pt x="19686" y="121178"/>
                  <a:pt x="23090" y="124189"/>
                </a:cubicBezTo>
                <a:cubicBezTo>
                  <a:pt x="26493" y="127198"/>
                  <a:pt x="31473" y="128703"/>
                  <a:pt x="38030" y="128703"/>
                </a:cubicBezTo>
                <a:cubicBezTo>
                  <a:pt x="44525" y="128703"/>
                  <a:pt x="50301" y="127275"/>
                  <a:pt x="55359" y="124420"/>
                </a:cubicBezTo>
                <a:cubicBezTo>
                  <a:pt x="60417" y="121565"/>
                  <a:pt x="64133" y="117659"/>
                  <a:pt x="66506" y="112703"/>
                </a:cubicBezTo>
                <a:cubicBezTo>
                  <a:pt x="68317" y="108874"/>
                  <a:pt x="69222" y="103226"/>
                  <a:pt x="69222" y="95760"/>
                </a:cubicBezTo>
                <a:lnTo>
                  <a:pt x="69222" y="89549"/>
                </a:lnTo>
                <a:close/>
                <a:moveTo>
                  <a:pt x="116403" y="139568"/>
                </a:moveTo>
                <a:lnTo>
                  <a:pt x="116403" y="53205"/>
                </a:lnTo>
                <a:lnTo>
                  <a:pt x="101509" y="53205"/>
                </a:lnTo>
                <a:lnTo>
                  <a:pt x="101509" y="40091"/>
                </a:lnTo>
                <a:lnTo>
                  <a:pt x="116403" y="40091"/>
                </a:lnTo>
                <a:lnTo>
                  <a:pt x="116403" y="29530"/>
                </a:lnTo>
                <a:cubicBezTo>
                  <a:pt x="116403" y="22863"/>
                  <a:pt x="116996" y="17911"/>
                  <a:pt x="118183" y="14671"/>
                </a:cubicBezTo>
                <a:cubicBezTo>
                  <a:pt x="119806" y="10312"/>
                  <a:pt x="122663" y="6776"/>
                  <a:pt x="126754" y="4066"/>
                </a:cubicBezTo>
                <a:cubicBezTo>
                  <a:pt x="130844" y="1355"/>
                  <a:pt x="136573" y="0"/>
                  <a:pt x="143942" y="0"/>
                </a:cubicBezTo>
                <a:cubicBezTo>
                  <a:pt x="148688" y="0"/>
                  <a:pt x="153934" y="562"/>
                  <a:pt x="159679" y="1686"/>
                </a:cubicBezTo>
                <a:lnTo>
                  <a:pt x="157150" y="16392"/>
                </a:lnTo>
                <a:cubicBezTo>
                  <a:pt x="153653" y="15768"/>
                  <a:pt x="150343" y="15456"/>
                  <a:pt x="147220" y="15456"/>
                </a:cubicBezTo>
                <a:cubicBezTo>
                  <a:pt x="142100" y="15456"/>
                  <a:pt x="138478" y="16544"/>
                  <a:pt x="136355" y="18722"/>
                </a:cubicBezTo>
                <a:cubicBezTo>
                  <a:pt x="134232" y="20900"/>
                  <a:pt x="133170" y="24975"/>
                  <a:pt x="133170" y="30946"/>
                </a:cubicBezTo>
                <a:lnTo>
                  <a:pt x="133170" y="40091"/>
                </a:lnTo>
                <a:lnTo>
                  <a:pt x="152560" y="40091"/>
                </a:lnTo>
                <a:lnTo>
                  <a:pt x="152560" y="53205"/>
                </a:lnTo>
                <a:lnTo>
                  <a:pt x="133170" y="53205"/>
                </a:lnTo>
                <a:lnTo>
                  <a:pt x="133170" y="139568"/>
                </a:lnTo>
                <a:lnTo>
                  <a:pt x="116403" y="1395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finitybasedon">
            <a:extLst xmlns:a="http://schemas.openxmlformats.org/drawingml/2006/main">
              <a:ext uri="{FF2B5EF4-FFF2-40B4-BE49-F238E27FC236}">
                <a16:creationId xmlns:a16="http://schemas.microsoft.com/office/drawing/2014/main" id="{F4EDA394-BAC2-446C-8814-6C30136F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1316" y="2265720"/>
            <a:ext cx="1222004" cy="180034"/>
          </a:xfrm>
          <a:custGeom xmlns:a="http://schemas.openxmlformats.org/drawingml/2006/main">
            <a:pathLst>
              <a:path w="1222004" h="180034">
                <a:moveTo>
                  <a:pt x="14894" y="139568"/>
                </a:moveTo>
                <a:lnTo>
                  <a:pt x="14894" y="53205"/>
                </a:lnTo>
                <a:lnTo>
                  <a:pt x="0" y="53205"/>
                </a:lnTo>
                <a:lnTo>
                  <a:pt x="0" y="40091"/>
                </a:lnTo>
                <a:lnTo>
                  <a:pt x="14894" y="40091"/>
                </a:lnTo>
                <a:lnTo>
                  <a:pt x="14894" y="29530"/>
                </a:lnTo>
                <a:cubicBezTo>
                  <a:pt x="14894" y="22863"/>
                  <a:pt x="15487" y="17911"/>
                  <a:pt x="16673" y="14671"/>
                </a:cubicBezTo>
                <a:cubicBezTo>
                  <a:pt x="18297" y="10312"/>
                  <a:pt x="21154" y="6776"/>
                  <a:pt x="25244" y="4066"/>
                </a:cubicBezTo>
                <a:cubicBezTo>
                  <a:pt x="29334" y="1355"/>
                  <a:pt x="35064" y="0"/>
                  <a:pt x="42433" y="0"/>
                </a:cubicBezTo>
                <a:cubicBezTo>
                  <a:pt x="47179" y="0"/>
                  <a:pt x="52424" y="562"/>
                  <a:pt x="58169" y="1686"/>
                </a:cubicBezTo>
                <a:lnTo>
                  <a:pt x="55640" y="16392"/>
                </a:lnTo>
                <a:cubicBezTo>
                  <a:pt x="52143" y="15768"/>
                  <a:pt x="48833" y="15456"/>
                  <a:pt x="45711" y="15456"/>
                </a:cubicBezTo>
                <a:cubicBezTo>
                  <a:pt x="40590" y="15456"/>
                  <a:pt x="36968" y="16544"/>
                  <a:pt x="34845" y="18722"/>
                </a:cubicBezTo>
                <a:cubicBezTo>
                  <a:pt x="32722" y="20900"/>
                  <a:pt x="31660" y="24975"/>
                  <a:pt x="31660" y="30946"/>
                </a:cubicBezTo>
                <a:lnTo>
                  <a:pt x="31660" y="40091"/>
                </a:lnTo>
                <a:lnTo>
                  <a:pt x="51050" y="40091"/>
                </a:lnTo>
                <a:lnTo>
                  <a:pt x="51050" y="53205"/>
                </a:lnTo>
                <a:lnTo>
                  <a:pt x="31660" y="53205"/>
                </a:lnTo>
                <a:lnTo>
                  <a:pt x="31660" y="139568"/>
                </a:lnTo>
                <a:lnTo>
                  <a:pt x="14894" y="139568"/>
                </a:lnTo>
                <a:close/>
                <a:moveTo>
                  <a:pt x="64290" y="21731"/>
                </a:moveTo>
                <a:lnTo>
                  <a:pt x="64290" y="2248"/>
                </a:lnTo>
                <a:lnTo>
                  <a:pt x="81150" y="2248"/>
                </a:lnTo>
                <a:lnTo>
                  <a:pt x="81150" y="21731"/>
                </a:lnTo>
                <a:lnTo>
                  <a:pt x="64290" y="21731"/>
                </a:lnTo>
                <a:moveTo>
                  <a:pt x="64290" y="139568"/>
                </a:moveTo>
                <a:lnTo>
                  <a:pt x="64290" y="40091"/>
                </a:lnTo>
                <a:lnTo>
                  <a:pt x="81150" y="40091"/>
                </a:lnTo>
                <a:lnTo>
                  <a:pt x="81150" y="139568"/>
                </a:lnTo>
                <a:lnTo>
                  <a:pt x="64290" y="139568"/>
                </a:lnTo>
                <a:close/>
                <a:moveTo>
                  <a:pt x="106784" y="139568"/>
                </a:moveTo>
                <a:lnTo>
                  <a:pt x="106784" y="40091"/>
                </a:lnTo>
                <a:lnTo>
                  <a:pt x="121959" y="40091"/>
                </a:lnTo>
                <a:lnTo>
                  <a:pt x="121959" y="54141"/>
                </a:lnTo>
                <a:cubicBezTo>
                  <a:pt x="129265" y="43276"/>
                  <a:pt x="139818" y="37843"/>
                  <a:pt x="153619" y="37843"/>
                </a:cubicBezTo>
                <a:cubicBezTo>
                  <a:pt x="159614" y="37843"/>
                  <a:pt x="165125" y="38920"/>
                  <a:pt x="170152" y="41074"/>
                </a:cubicBezTo>
                <a:cubicBezTo>
                  <a:pt x="175179" y="43229"/>
                  <a:pt x="178941" y="46054"/>
                  <a:pt x="181439" y="49551"/>
                </a:cubicBezTo>
                <a:cubicBezTo>
                  <a:pt x="183937" y="53049"/>
                  <a:pt x="185685" y="57201"/>
                  <a:pt x="186685" y="62010"/>
                </a:cubicBezTo>
                <a:cubicBezTo>
                  <a:pt x="187309" y="65132"/>
                  <a:pt x="187621" y="70596"/>
                  <a:pt x="187621" y="78402"/>
                </a:cubicBezTo>
                <a:lnTo>
                  <a:pt x="187621" y="139568"/>
                </a:lnTo>
                <a:lnTo>
                  <a:pt x="170761" y="139568"/>
                </a:lnTo>
                <a:lnTo>
                  <a:pt x="170761" y="78993"/>
                </a:lnTo>
                <a:cubicBezTo>
                  <a:pt x="170761" y="72116"/>
                  <a:pt x="170105" y="66974"/>
                  <a:pt x="168794" y="63567"/>
                </a:cubicBezTo>
                <a:cubicBezTo>
                  <a:pt x="167482" y="60160"/>
                  <a:pt x="165156" y="57440"/>
                  <a:pt x="161815" y="55409"/>
                </a:cubicBezTo>
                <a:cubicBezTo>
                  <a:pt x="158474" y="53377"/>
                  <a:pt x="154556" y="52362"/>
                  <a:pt x="150060" y="52362"/>
                </a:cubicBezTo>
                <a:cubicBezTo>
                  <a:pt x="142878" y="52362"/>
                  <a:pt x="136680" y="54644"/>
                  <a:pt x="131466" y="59208"/>
                </a:cubicBezTo>
                <a:cubicBezTo>
                  <a:pt x="126252" y="63771"/>
                  <a:pt x="123645" y="72428"/>
                  <a:pt x="123645" y="85181"/>
                </a:cubicBezTo>
                <a:lnTo>
                  <a:pt x="123645" y="139568"/>
                </a:lnTo>
                <a:lnTo>
                  <a:pt x="106784" y="139568"/>
                </a:lnTo>
                <a:close/>
                <a:moveTo>
                  <a:pt x="213538" y="21731"/>
                </a:moveTo>
                <a:lnTo>
                  <a:pt x="213538" y="2248"/>
                </a:lnTo>
                <a:lnTo>
                  <a:pt x="230399" y="2248"/>
                </a:lnTo>
                <a:lnTo>
                  <a:pt x="230399" y="21731"/>
                </a:lnTo>
                <a:lnTo>
                  <a:pt x="213538" y="21731"/>
                </a:lnTo>
                <a:moveTo>
                  <a:pt x="213538" y="139568"/>
                </a:moveTo>
                <a:lnTo>
                  <a:pt x="213538" y="40091"/>
                </a:lnTo>
                <a:lnTo>
                  <a:pt x="230399" y="40091"/>
                </a:lnTo>
                <a:lnTo>
                  <a:pt x="230399" y="139568"/>
                </a:lnTo>
                <a:lnTo>
                  <a:pt x="213538" y="139568"/>
                </a:lnTo>
                <a:close/>
                <a:moveTo>
                  <a:pt x="292845" y="124675"/>
                </a:moveTo>
                <a:lnTo>
                  <a:pt x="295280" y="139568"/>
                </a:lnTo>
                <a:cubicBezTo>
                  <a:pt x="290534" y="140443"/>
                  <a:pt x="286288" y="140880"/>
                  <a:pt x="282541" y="140880"/>
                </a:cubicBezTo>
                <a:cubicBezTo>
                  <a:pt x="276422" y="140880"/>
                  <a:pt x="271676" y="139912"/>
                  <a:pt x="268303" y="137976"/>
                </a:cubicBezTo>
                <a:cubicBezTo>
                  <a:pt x="264931" y="136040"/>
                  <a:pt x="262558" y="133496"/>
                  <a:pt x="261185" y="130342"/>
                </a:cubicBezTo>
                <a:cubicBezTo>
                  <a:pt x="259811" y="127188"/>
                  <a:pt x="259124" y="120553"/>
                  <a:pt x="259124" y="110437"/>
                </a:cubicBezTo>
                <a:lnTo>
                  <a:pt x="259124" y="53205"/>
                </a:lnTo>
                <a:lnTo>
                  <a:pt x="246759" y="53205"/>
                </a:lnTo>
                <a:lnTo>
                  <a:pt x="246759" y="40091"/>
                </a:lnTo>
                <a:lnTo>
                  <a:pt x="259124" y="40091"/>
                </a:lnTo>
                <a:lnTo>
                  <a:pt x="259124" y="15388"/>
                </a:lnTo>
                <a:lnTo>
                  <a:pt x="275891" y="5246"/>
                </a:lnTo>
                <a:lnTo>
                  <a:pt x="275891" y="40091"/>
                </a:lnTo>
                <a:lnTo>
                  <a:pt x="292845" y="40091"/>
                </a:lnTo>
                <a:lnTo>
                  <a:pt x="292845" y="53205"/>
                </a:lnTo>
                <a:lnTo>
                  <a:pt x="275891" y="53205"/>
                </a:lnTo>
                <a:lnTo>
                  <a:pt x="275891" y="111374"/>
                </a:lnTo>
                <a:cubicBezTo>
                  <a:pt x="275891" y="116182"/>
                  <a:pt x="276187" y="119273"/>
                  <a:pt x="276781" y="120647"/>
                </a:cubicBezTo>
                <a:cubicBezTo>
                  <a:pt x="277374" y="122021"/>
                  <a:pt x="278342" y="123114"/>
                  <a:pt x="279684" y="123926"/>
                </a:cubicBezTo>
                <a:cubicBezTo>
                  <a:pt x="281027" y="124737"/>
                  <a:pt x="282947" y="125143"/>
                  <a:pt x="285445" y="125143"/>
                </a:cubicBezTo>
                <a:cubicBezTo>
                  <a:pt x="287318" y="125143"/>
                  <a:pt x="289785" y="124987"/>
                  <a:pt x="292845" y="124675"/>
                </a:cubicBezTo>
                <a:close/>
                <a:moveTo>
                  <a:pt x="308614" y="177973"/>
                </a:moveTo>
                <a:lnTo>
                  <a:pt x="306740" y="162143"/>
                </a:lnTo>
                <a:cubicBezTo>
                  <a:pt x="310425" y="163142"/>
                  <a:pt x="313641" y="163642"/>
                  <a:pt x="316388" y="163642"/>
                </a:cubicBezTo>
                <a:cubicBezTo>
                  <a:pt x="320135" y="163642"/>
                  <a:pt x="323133" y="163009"/>
                  <a:pt x="325381" y="161745"/>
                </a:cubicBezTo>
                <a:cubicBezTo>
                  <a:pt x="327629" y="160482"/>
                  <a:pt x="329471" y="158713"/>
                  <a:pt x="330907" y="156438"/>
                </a:cubicBezTo>
                <a:cubicBezTo>
                  <a:pt x="331969" y="154732"/>
                  <a:pt x="333686" y="150500"/>
                  <a:pt x="336059" y="143740"/>
                </a:cubicBezTo>
                <a:cubicBezTo>
                  <a:pt x="336371" y="142791"/>
                  <a:pt x="336871" y="141401"/>
                  <a:pt x="337558" y="139568"/>
                </a:cubicBezTo>
                <a:lnTo>
                  <a:pt x="299809" y="40091"/>
                </a:lnTo>
                <a:lnTo>
                  <a:pt x="317981" y="40091"/>
                </a:lnTo>
                <a:lnTo>
                  <a:pt x="338682" y="97563"/>
                </a:lnTo>
                <a:cubicBezTo>
                  <a:pt x="341367" y="104854"/>
                  <a:pt x="343771" y="112517"/>
                  <a:pt x="345894" y="120553"/>
                </a:cubicBezTo>
                <a:cubicBezTo>
                  <a:pt x="347830" y="112828"/>
                  <a:pt x="350141" y="105289"/>
                  <a:pt x="352826" y="97938"/>
                </a:cubicBezTo>
                <a:lnTo>
                  <a:pt x="374089" y="40091"/>
                </a:lnTo>
                <a:lnTo>
                  <a:pt x="390950" y="40091"/>
                </a:lnTo>
                <a:lnTo>
                  <a:pt x="353107" y="141322"/>
                </a:lnTo>
                <a:cubicBezTo>
                  <a:pt x="349048" y="152258"/>
                  <a:pt x="345894" y="159788"/>
                  <a:pt x="343646" y="163911"/>
                </a:cubicBezTo>
                <a:cubicBezTo>
                  <a:pt x="340649" y="169473"/>
                  <a:pt x="337214" y="173550"/>
                  <a:pt x="333343" y="176144"/>
                </a:cubicBezTo>
                <a:cubicBezTo>
                  <a:pt x="329471" y="178737"/>
                  <a:pt x="324850" y="180034"/>
                  <a:pt x="319479" y="180034"/>
                </a:cubicBezTo>
                <a:cubicBezTo>
                  <a:pt x="316232" y="180034"/>
                  <a:pt x="312610" y="179347"/>
                  <a:pt x="308614" y="177973"/>
                </a:cubicBezTo>
                <a:close/>
                <a:moveTo>
                  <a:pt x="474162" y="139568"/>
                </a:moveTo>
                <a:lnTo>
                  <a:pt x="458519" y="139568"/>
                </a:lnTo>
                <a:lnTo>
                  <a:pt x="458519" y="2248"/>
                </a:lnTo>
                <a:lnTo>
                  <a:pt x="475379" y="2248"/>
                </a:lnTo>
                <a:lnTo>
                  <a:pt x="475379" y="51419"/>
                </a:lnTo>
                <a:cubicBezTo>
                  <a:pt x="482498" y="42368"/>
                  <a:pt x="491584" y="37843"/>
                  <a:pt x="502637" y="37843"/>
                </a:cubicBezTo>
                <a:cubicBezTo>
                  <a:pt x="508757" y="37843"/>
                  <a:pt x="514549" y="39076"/>
                  <a:pt x="520013" y="41543"/>
                </a:cubicBezTo>
                <a:cubicBezTo>
                  <a:pt x="525477" y="44009"/>
                  <a:pt x="529973" y="47475"/>
                  <a:pt x="533502" y="51940"/>
                </a:cubicBezTo>
                <a:cubicBezTo>
                  <a:pt x="537030" y="56405"/>
                  <a:pt x="539793" y="61791"/>
                  <a:pt x="541791" y="68098"/>
                </a:cubicBezTo>
                <a:cubicBezTo>
                  <a:pt x="543790" y="74405"/>
                  <a:pt x="544789" y="81150"/>
                  <a:pt x="544789" y="88331"/>
                </a:cubicBezTo>
                <a:cubicBezTo>
                  <a:pt x="544789" y="105379"/>
                  <a:pt x="540574" y="118555"/>
                  <a:pt x="532143" y="127860"/>
                </a:cubicBezTo>
                <a:cubicBezTo>
                  <a:pt x="523713" y="137164"/>
                  <a:pt x="513597" y="141817"/>
                  <a:pt x="501794" y="141817"/>
                </a:cubicBezTo>
                <a:cubicBezTo>
                  <a:pt x="490054" y="141817"/>
                  <a:pt x="480843" y="136852"/>
                  <a:pt x="474162" y="126923"/>
                </a:cubicBezTo>
                <a:lnTo>
                  <a:pt x="474162" y="139568"/>
                </a:lnTo>
                <a:moveTo>
                  <a:pt x="473974" y="89083"/>
                </a:moveTo>
                <a:cubicBezTo>
                  <a:pt x="473974" y="100952"/>
                  <a:pt x="475598" y="109528"/>
                  <a:pt x="478845" y="114810"/>
                </a:cubicBezTo>
                <a:cubicBezTo>
                  <a:pt x="484153" y="123447"/>
                  <a:pt x="491334" y="127766"/>
                  <a:pt x="500389" y="127766"/>
                </a:cubicBezTo>
                <a:cubicBezTo>
                  <a:pt x="507758" y="127766"/>
                  <a:pt x="514127" y="124581"/>
                  <a:pt x="519498" y="118212"/>
                </a:cubicBezTo>
                <a:cubicBezTo>
                  <a:pt x="524868" y="111842"/>
                  <a:pt x="527553" y="102350"/>
                  <a:pt x="527553" y="89736"/>
                </a:cubicBezTo>
                <a:cubicBezTo>
                  <a:pt x="527553" y="76811"/>
                  <a:pt x="524978" y="67274"/>
                  <a:pt x="519826" y="61123"/>
                </a:cubicBezTo>
                <a:cubicBezTo>
                  <a:pt x="514674" y="54970"/>
                  <a:pt x="508445" y="51893"/>
                  <a:pt x="501139" y="51893"/>
                </a:cubicBezTo>
                <a:cubicBezTo>
                  <a:pt x="493770" y="51893"/>
                  <a:pt x="487400" y="55078"/>
                  <a:pt x="482030" y="61448"/>
                </a:cubicBezTo>
                <a:cubicBezTo>
                  <a:pt x="476659" y="67817"/>
                  <a:pt x="473974" y="77029"/>
                  <a:pt x="473974" y="89083"/>
                </a:cubicBezTo>
                <a:close/>
                <a:moveTo>
                  <a:pt x="630186" y="127286"/>
                </a:moveTo>
                <a:cubicBezTo>
                  <a:pt x="623942" y="132598"/>
                  <a:pt x="617931" y="136348"/>
                  <a:pt x="612155" y="138535"/>
                </a:cubicBezTo>
                <a:cubicBezTo>
                  <a:pt x="606379" y="140723"/>
                  <a:pt x="600181" y="141817"/>
                  <a:pt x="593561" y="141817"/>
                </a:cubicBezTo>
                <a:cubicBezTo>
                  <a:pt x="582633" y="141817"/>
                  <a:pt x="574234" y="139145"/>
                  <a:pt x="568364" y="133802"/>
                </a:cubicBezTo>
                <a:cubicBezTo>
                  <a:pt x="562494" y="128459"/>
                  <a:pt x="559559" y="121632"/>
                  <a:pt x="559559" y="113320"/>
                </a:cubicBezTo>
                <a:cubicBezTo>
                  <a:pt x="559559" y="108448"/>
                  <a:pt x="560668" y="103996"/>
                  <a:pt x="562884" y="99967"/>
                </a:cubicBezTo>
                <a:cubicBezTo>
                  <a:pt x="565101" y="95935"/>
                  <a:pt x="568005" y="92700"/>
                  <a:pt x="571596" y="90263"/>
                </a:cubicBezTo>
                <a:cubicBezTo>
                  <a:pt x="575186" y="87825"/>
                  <a:pt x="579230" y="85982"/>
                  <a:pt x="583726" y="84733"/>
                </a:cubicBezTo>
                <a:cubicBezTo>
                  <a:pt x="587036" y="83857"/>
                  <a:pt x="592031" y="83013"/>
                  <a:pt x="598713" y="82201"/>
                </a:cubicBezTo>
                <a:cubicBezTo>
                  <a:pt x="612327" y="80589"/>
                  <a:pt x="622349" y="78667"/>
                  <a:pt x="628781" y="76435"/>
                </a:cubicBezTo>
                <a:cubicBezTo>
                  <a:pt x="628844" y="74134"/>
                  <a:pt x="628875" y="72672"/>
                  <a:pt x="628875" y="72050"/>
                </a:cubicBezTo>
                <a:cubicBezTo>
                  <a:pt x="628875" y="65206"/>
                  <a:pt x="627283" y="60385"/>
                  <a:pt x="624098" y="57587"/>
                </a:cubicBezTo>
                <a:cubicBezTo>
                  <a:pt x="619789" y="53791"/>
                  <a:pt x="613388" y="51893"/>
                  <a:pt x="604895" y="51893"/>
                </a:cubicBezTo>
                <a:cubicBezTo>
                  <a:pt x="596965" y="51893"/>
                  <a:pt x="591110" y="53283"/>
                  <a:pt x="587332" y="56062"/>
                </a:cubicBezTo>
                <a:cubicBezTo>
                  <a:pt x="583554" y="58840"/>
                  <a:pt x="580760" y="63758"/>
                  <a:pt x="578949" y="70815"/>
                </a:cubicBezTo>
                <a:lnTo>
                  <a:pt x="562463" y="68567"/>
                </a:lnTo>
                <a:cubicBezTo>
                  <a:pt x="563962" y="61489"/>
                  <a:pt x="566428" y="55773"/>
                  <a:pt x="569863" y="51419"/>
                </a:cubicBezTo>
                <a:cubicBezTo>
                  <a:pt x="573297" y="47065"/>
                  <a:pt x="578262" y="43715"/>
                  <a:pt x="584756" y="41367"/>
                </a:cubicBezTo>
                <a:cubicBezTo>
                  <a:pt x="591251" y="39018"/>
                  <a:pt x="598776" y="37843"/>
                  <a:pt x="607331" y="37843"/>
                </a:cubicBezTo>
                <a:cubicBezTo>
                  <a:pt x="615824" y="37843"/>
                  <a:pt x="622724" y="38842"/>
                  <a:pt x="628032" y="40840"/>
                </a:cubicBezTo>
                <a:cubicBezTo>
                  <a:pt x="633340" y="42838"/>
                  <a:pt x="637243" y="45352"/>
                  <a:pt x="639741" y="48381"/>
                </a:cubicBezTo>
                <a:cubicBezTo>
                  <a:pt x="642239" y="51409"/>
                  <a:pt x="643987" y="55234"/>
                  <a:pt x="644986" y="59855"/>
                </a:cubicBezTo>
                <a:cubicBezTo>
                  <a:pt x="645548" y="62728"/>
                  <a:pt x="645829" y="67911"/>
                  <a:pt x="645829" y="75404"/>
                </a:cubicBezTo>
                <a:lnTo>
                  <a:pt x="645829" y="97885"/>
                </a:lnTo>
                <a:cubicBezTo>
                  <a:pt x="645829" y="113559"/>
                  <a:pt x="646188" y="123473"/>
                  <a:pt x="646907" y="127626"/>
                </a:cubicBezTo>
                <a:cubicBezTo>
                  <a:pt x="647625" y="131778"/>
                  <a:pt x="649045" y="135759"/>
                  <a:pt x="651169" y="139568"/>
                </a:cubicBezTo>
                <a:lnTo>
                  <a:pt x="633559" y="139568"/>
                </a:lnTo>
                <a:cubicBezTo>
                  <a:pt x="631810" y="136068"/>
                  <a:pt x="630686" y="131973"/>
                  <a:pt x="630186" y="127286"/>
                </a:cubicBezTo>
                <a:moveTo>
                  <a:pt x="628781" y="89549"/>
                </a:moveTo>
                <a:cubicBezTo>
                  <a:pt x="622662" y="92068"/>
                  <a:pt x="613482" y="94209"/>
                  <a:pt x="601242" y="95971"/>
                </a:cubicBezTo>
                <a:cubicBezTo>
                  <a:pt x="594311" y="96974"/>
                  <a:pt x="589409" y="98103"/>
                  <a:pt x="586536" y="99358"/>
                </a:cubicBezTo>
                <a:cubicBezTo>
                  <a:pt x="583664" y="100610"/>
                  <a:pt x="581447" y="102445"/>
                  <a:pt x="579886" y="104861"/>
                </a:cubicBezTo>
                <a:cubicBezTo>
                  <a:pt x="578324" y="107275"/>
                  <a:pt x="577544" y="109955"/>
                  <a:pt x="577544" y="112902"/>
                </a:cubicBezTo>
                <a:cubicBezTo>
                  <a:pt x="577544" y="117415"/>
                  <a:pt x="579245" y="121178"/>
                  <a:pt x="582649" y="124189"/>
                </a:cubicBezTo>
                <a:cubicBezTo>
                  <a:pt x="586052" y="127198"/>
                  <a:pt x="591032" y="128703"/>
                  <a:pt x="597589" y="128703"/>
                </a:cubicBezTo>
                <a:cubicBezTo>
                  <a:pt x="604084" y="128703"/>
                  <a:pt x="609860" y="127275"/>
                  <a:pt x="614918" y="124420"/>
                </a:cubicBezTo>
                <a:cubicBezTo>
                  <a:pt x="619976" y="121565"/>
                  <a:pt x="623692" y="117659"/>
                  <a:pt x="626065" y="112703"/>
                </a:cubicBezTo>
                <a:cubicBezTo>
                  <a:pt x="627876" y="108874"/>
                  <a:pt x="628781" y="103226"/>
                  <a:pt x="628781" y="95760"/>
                </a:cubicBezTo>
                <a:lnTo>
                  <a:pt x="628781" y="89549"/>
                </a:lnTo>
                <a:close/>
                <a:moveTo>
                  <a:pt x="665190" y="109781"/>
                </a:moveTo>
                <a:lnTo>
                  <a:pt x="681863" y="107159"/>
                </a:lnTo>
                <a:cubicBezTo>
                  <a:pt x="682800" y="113811"/>
                  <a:pt x="685407" y="118909"/>
                  <a:pt x="689685" y="122453"/>
                </a:cubicBezTo>
                <a:cubicBezTo>
                  <a:pt x="693962" y="125995"/>
                  <a:pt x="699941" y="127766"/>
                  <a:pt x="707622" y="127766"/>
                </a:cubicBezTo>
                <a:cubicBezTo>
                  <a:pt x="715366" y="127766"/>
                  <a:pt x="721111" y="126202"/>
                  <a:pt x="724858" y="123074"/>
                </a:cubicBezTo>
                <a:cubicBezTo>
                  <a:pt x="728604" y="119944"/>
                  <a:pt x="730478" y="116273"/>
                  <a:pt x="730478" y="112062"/>
                </a:cubicBezTo>
                <a:cubicBezTo>
                  <a:pt x="730478" y="108282"/>
                  <a:pt x="728823" y="105308"/>
                  <a:pt x="725513" y="103140"/>
                </a:cubicBezTo>
                <a:cubicBezTo>
                  <a:pt x="723203" y="101653"/>
                  <a:pt x="717458" y="99763"/>
                  <a:pt x="708278" y="97470"/>
                </a:cubicBezTo>
                <a:cubicBezTo>
                  <a:pt x="695914" y="94345"/>
                  <a:pt x="687343" y="91643"/>
                  <a:pt x="682566" y="89361"/>
                </a:cubicBezTo>
                <a:cubicBezTo>
                  <a:pt x="677788" y="87080"/>
                  <a:pt x="674167" y="83924"/>
                  <a:pt x="671700" y="79892"/>
                </a:cubicBezTo>
                <a:cubicBezTo>
                  <a:pt x="669233" y="75860"/>
                  <a:pt x="668000" y="71407"/>
                  <a:pt x="668000" y="66532"/>
                </a:cubicBezTo>
                <a:cubicBezTo>
                  <a:pt x="668000" y="62095"/>
                  <a:pt x="669015" y="57985"/>
                  <a:pt x="671044" y="54203"/>
                </a:cubicBezTo>
                <a:cubicBezTo>
                  <a:pt x="673074" y="50421"/>
                  <a:pt x="675837" y="47280"/>
                  <a:pt x="679334" y="44780"/>
                </a:cubicBezTo>
                <a:cubicBezTo>
                  <a:pt x="681957" y="42842"/>
                  <a:pt x="685532" y="41202"/>
                  <a:pt x="690059" y="39860"/>
                </a:cubicBezTo>
                <a:cubicBezTo>
                  <a:pt x="694587" y="38515"/>
                  <a:pt x="699442" y="37843"/>
                  <a:pt x="704625" y="37843"/>
                </a:cubicBezTo>
                <a:cubicBezTo>
                  <a:pt x="712431" y="37843"/>
                  <a:pt x="719284" y="38975"/>
                  <a:pt x="725186" y="41238"/>
                </a:cubicBezTo>
                <a:cubicBezTo>
                  <a:pt x="731087" y="43500"/>
                  <a:pt x="735442" y="46565"/>
                  <a:pt x="738253" y="50433"/>
                </a:cubicBezTo>
                <a:cubicBezTo>
                  <a:pt x="741063" y="54298"/>
                  <a:pt x="742998" y="59469"/>
                  <a:pt x="744060" y="65944"/>
                </a:cubicBezTo>
                <a:lnTo>
                  <a:pt x="727574" y="68192"/>
                </a:lnTo>
                <a:cubicBezTo>
                  <a:pt x="726825" y="63071"/>
                  <a:pt x="724655" y="59075"/>
                  <a:pt x="721064" y="56202"/>
                </a:cubicBezTo>
                <a:cubicBezTo>
                  <a:pt x="717473" y="53330"/>
                  <a:pt x="712400" y="51893"/>
                  <a:pt x="705843" y="51893"/>
                </a:cubicBezTo>
                <a:cubicBezTo>
                  <a:pt x="698099" y="51893"/>
                  <a:pt x="692573" y="53168"/>
                  <a:pt x="689263" y="55716"/>
                </a:cubicBezTo>
                <a:cubicBezTo>
                  <a:pt x="685953" y="58263"/>
                  <a:pt x="684299" y="61246"/>
                  <a:pt x="684299" y="64665"/>
                </a:cubicBezTo>
                <a:cubicBezTo>
                  <a:pt x="684299" y="66839"/>
                  <a:pt x="684985" y="68796"/>
                  <a:pt x="686359" y="70537"/>
                </a:cubicBezTo>
                <a:cubicBezTo>
                  <a:pt x="687733" y="72338"/>
                  <a:pt x="689888" y="73829"/>
                  <a:pt x="692823" y="75009"/>
                </a:cubicBezTo>
                <a:cubicBezTo>
                  <a:pt x="694509" y="75632"/>
                  <a:pt x="699473" y="77061"/>
                  <a:pt x="707716" y="79298"/>
                </a:cubicBezTo>
                <a:cubicBezTo>
                  <a:pt x="719643" y="82480"/>
                  <a:pt x="727964" y="85086"/>
                  <a:pt x="732679" y="87113"/>
                </a:cubicBezTo>
                <a:cubicBezTo>
                  <a:pt x="737394" y="89141"/>
                  <a:pt x="741094" y="92089"/>
                  <a:pt x="743779" y="95959"/>
                </a:cubicBezTo>
                <a:cubicBezTo>
                  <a:pt x="746464" y="99827"/>
                  <a:pt x="747807" y="104631"/>
                  <a:pt x="747807" y="110370"/>
                </a:cubicBezTo>
                <a:cubicBezTo>
                  <a:pt x="747807" y="115986"/>
                  <a:pt x="746168" y="121275"/>
                  <a:pt x="742889" y="126235"/>
                </a:cubicBezTo>
                <a:cubicBezTo>
                  <a:pt x="739611" y="131194"/>
                  <a:pt x="734880" y="135030"/>
                  <a:pt x="728698" y="137745"/>
                </a:cubicBezTo>
                <a:cubicBezTo>
                  <a:pt x="722516" y="140459"/>
                  <a:pt x="715522" y="141817"/>
                  <a:pt x="707716" y="141817"/>
                </a:cubicBezTo>
                <a:cubicBezTo>
                  <a:pt x="694790" y="141817"/>
                  <a:pt x="684939" y="139124"/>
                  <a:pt x="678163" y="133738"/>
                </a:cubicBezTo>
                <a:cubicBezTo>
                  <a:pt x="671388" y="128351"/>
                  <a:pt x="667063" y="120366"/>
                  <a:pt x="665190" y="109781"/>
                </a:cubicBezTo>
                <a:close/>
                <a:moveTo>
                  <a:pt x="835951" y="107533"/>
                </a:moveTo>
                <a:lnTo>
                  <a:pt x="853373" y="109688"/>
                </a:lnTo>
                <a:cubicBezTo>
                  <a:pt x="850626" y="119867"/>
                  <a:pt x="845536" y="127766"/>
                  <a:pt x="838105" y="133386"/>
                </a:cubicBezTo>
                <a:cubicBezTo>
                  <a:pt x="830674" y="139006"/>
                  <a:pt x="821182" y="141817"/>
                  <a:pt x="809629" y="141817"/>
                </a:cubicBezTo>
                <a:cubicBezTo>
                  <a:pt x="795079" y="141817"/>
                  <a:pt x="783542" y="137336"/>
                  <a:pt x="775018" y="128375"/>
                </a:cubicBezTo>
                <a:cubicBezTo>
                  <a:pt x="766494" y="119414"/>
                  <a:pt x="762232" y="106846"/>
                  <a:pt x="762232" y="90673"/>
                </a:cubicBezTo>
                <a:cubicBezTo>
                  <a:pt x="762232" y="73937"/>
                  <a:pt x="766541" y="60948"/>
                  <a:pt x="775159" y="51706"/>
                </a:cubicBezTo>
                <a:cubicBezTo>
                  <a:pt x="783776" y="42464"/>
                  <a:pt x="794954" y="37843"/>
                  <a:pt x="808693" y="37843"/>
                </a:cubicBezTo>
                <a:cubicBezTo>
                  <a:pt x="821994" y="37843"/>
                  <a:pt x="832859" y="42363"/>
                  <a:pt x="841290" y="51404"/>
                </a:cubicBezTo>
                <a:cubicBezTo>
                  <a:pt x="849720" y="60444"/>
                  <a:pt x="853935" y="73161"/>
                  <a:pt x="853935" y="89557"/>
                </a:cubicBezTo>
                <a:cubicBezTo>
                  <a:pt x="853935" y="90555"/>
                  <a:pt x="853904" y="92050"/>
                  <a:pt x="853842" y="94045"/>
                </a:cubicBezTo>
                <a:lnTo>
                  <a:pt x="779655" y="94045"/>
                </a:lnTo>
                <a:cubicBezTo>
                  <a:pt x="780279" y="104942"/>
                  <a:pt x="783370" y="113286"/>
                  <a:pt x="788928" y="119078"/>
                </a:cubicBezTo>
                <a:cubicBezTo>
                  <a:pt x="794486" y="124870"/>
                  <a:pt x="801417" y="127766"/>
                  <a:pt x="809723" y="127766"/>
                </a:cubicBezTo>
                <a:cubicBezTo>
                  <a:pt x="815905" y="127766"/>
                  <a:pt x="821182" y="126158"/>
                  <a:pt x="825553" y="122942"/>
                </a:cubicBezTo>
                <a:cubicBezTo>
                  <a:pt x="829924" y="119724"/>
                  <a:pt x="833390" y="114588"/>
                  <a:pt x="835951" y="107533"/>
                </a:cubicBezTo>
                <a:moveTo>
                  <a:pt x="780591" y="79994"/>
                </a:moveTo>
                <a:lnTo>
                  <a:pt x="836138" y="79994"/>
                </a:lnTo>
                <a:cubicBezTo>
                  <a:pt x="835389" y="71763"/>
                  <a:pt x="833265" y="65590"/>
                  <a:pt x="829768" y="61474"/>
                </a:cubicBezTo>
                <a:cubicBezTo>
                  <a:pt x="824398" y="55087"/>
                  <a:pt x="817435" y="51893"/>
                  <a:pt x="808880" y="51893"/>
                </a:cubicBezTo>
                <a:cubicBezTo>
                  <a:pt x="801136" y="51893"/>
                  <a:pt x="794626" y="54443"/>
                  <a:pt x="789350" y="59542"/>
                </a:cubicBezTo>
                <a:cubicBezTo>
                  <a:pt x="784073" y="64639"/>
                  <a:pt x="781154" y="71457"/>
                  <a:pt x="780591" y="79994"/>
                </a:cubicBezTo>
                <a:close/>
                <a:moveTo>
                  <a:pt x="939053" y="139568"/>
                </a:moveTo>
                <a:lnTo>
                  <a:pt x="939053" y="127017"/>
                </a:lnTo>
                <a:cubicBezTo>
                  <a:pt x="932746" y="136883"/>
                  <a:pt x="923472" y="141817"/>
                  <a:pt x="911233" y="141817"/>
                </a:cubicBezTo>
                <a:cubicBezTo>
                  <a:pt x="903302" y="141817"/>
                  <a:pt x="896011" y="139631"/>
                  <a:pt x="889361" y="135260"/>
                </a:cubicBezTo>
                <a:cubicBezTo>
                  <a:pt x="882710" y="130888"/>
                  <a:pt x="877558" y="124784"/>
                  <a:pt x="873905" y="116947"/>
                </a:cubicBezTo>
                <a:cubicBezTo>
                  <a:pt x="870252" y="109110"/>
                  <a:pt x="868425" y="100102"/>
                  <a:pt x="868425" y="89923"/>
                </a:cubicBezTo>
                <a:cubicBezTo>
                  <a:pt x="868425" y="79994"/>
                  <a:pt x="870080" y="70986"/>
                  <a:pt x="873390" y="62899"/>
                </a:cubicBezTo>
                <a:cubicBezTo>
                  <a:pt x="876700" y="54813"/>
                  <a:pt x="881664" y="48615"/>
                  <a:pt x="888283" y="44306"/>
                </a:cubicBezTo>
                <a:cubicBezTo>
                  <a:pt x="894903" y="39997"/>
                  <a:pt x="902303" y="37843"/>
                  <a:pt x="910483" y="37843"/>
                </a:cubicBezTo>
                <a:cubicBezTo>
                  <a:pt x="916478" y="37843"/>
                  <a:pt x="921817" y="39107"/>
                  <a:pt x="926501" y="41636"/>
                </a:cubicBezTo>
                <a:cubicBezTo>
                  <a:pt x="931184" y="44165"/>
                  <a:pt x="934994" y="47460"/>
                  <a:pt x="937929" y="51519"/>
                </a:cubicBezTo>
                <a:lnTo>
                  <a:pt x="937929" y="2248"/>
                </a:lnTo>
                <a:lnTo>
                  <a:pt x="954696" y="2248"/>
                </a:lnTo>
                <a:lnTo>
                  <a:pt x="954696" y="139568"/>
                </a:lnTo>
                <a:lnTo>
                  <a:pt x="939053" y="139568"/>
                </a:lnTo>
                <a:moveTo>
                  <a:pt x="885754" y="89876"/>
                </a:moveTo>
                <a:cubicBezTo>
                  <a:pt x="885754" y="102569"/>
                  <a:pt x="888440" y="112057"/>
                  <a:pt x="893810" y="118340"/>
                </a:cubicBezTo>
                <a:cubicBezTo>
                  <a:pt x="899180" y="124624"/>
                  <a:pt x="905519" y="127766"/>
                  <a:pt x="912825" y="127766"/>
                </a:cubicBezTo>
                <a:cubicBezTo>
                  <a:pt x="920194" y="127766"/>
                  <a:pt x="926454" y="124765"/>
                  <a:pt x="931606" y="118762"/>
                </a:cubicBezTo>
                <a:cubicBezTo>
                  <a:pt x="936758" y="112757"/>
                  <a:pt x="939334" y="103595"/>
                  <a:pt x="939334" y="91276"/>
                </a:cubicBezTo>
                <a:cubicBezTo>
                  <a:pt x="939334" y="77713"/>
                  <a:pt x="936711" y="67759"/>
                  <a:pt x="931465" y="61412"/>
                </a:cubicBezTo>
                <a:cubicBezTo>
                  <a:pt x="926220" y="55066"/>
                  <a:pt x="919757" y="51893"/>
                  <a:pt x="912076" y="51893"/>
                </a:cubicBezTo>
                <a:cubicBezTo>
                  <a:pt x="904582" y="51893"/>
                  <a:pt x="898322" y="54942"/>
                  <a:pt x="893295" y="61041"/>
                </a:cubicBezTo>
                <a:cubicBezTo>
                  <a:pt x="888268" y="67137"/>
                  <a:pt x="885754" y="76749"/>
                  <a:pt x="885754" y="89876"/>
                </a:cubicBezTo>
                <a:close/>
                <a:moveTo>
                  <a:pt x="1028230" y="89830"/>
                </a:moveTo>
                <a:cubicBezTo>
                  <a:pt x="1028230" y="71408"/>
                  <a:pt x="1033350" y="57763"/>
                  <a:pt x="1043592" y="48896"/>
                </a:cubicBezTo>
                <a:cubicBezTo>
                  <a:pt x="1052147" y="41527"/>
                  <a:pt x="1062575" y="37843"/>
                  <a:pt x="1074877" y="37843"/>
                </a:cubicBezTo>
                <a:cubicBezTo>
                  <a:pt x="1088553" y="37843"/>
                  <a:pt x="1099731" y="42323"/>
                  <a:pt x="1108411" y="51284"/>
                </a:cubicBezTo>
                <a:cubicBezTo>
                  <a:pt x="1117091" y="60246"/>
                  <a:pt x="1121432" y="72626"/>
                  <a:pt x="1121432" y="88425"/>
                </a:cubicBezTo>
                <a:cubicBezTo>
                  <a:pt x="1121432" y="101226"/>
                  <a:pt x="1119511" y="111296"/>
                  <a:pt x="1115671" y="118633"/>
                </a:cubicBezTo>
                <a:cubicBezTo>
                  <a:pt x="1111830" y="125971"/>
                  <a:pt x="1106241" y="131669"/>
                  <a:pt x="1098904" y="135728"/>
                </a:cubicBezTo>
                <a:cubicBezTo>
                  <a:pt x="1091566" y="139787"/>
                  <a:pt x="1083558" y="141817"/>
                  <a:pt x="1074877" y="141817"/>
                </a:cubicBezTo>
                <a:cubicBezTo>
                  <a:pt x="1060952" y="141817"/>
                  <a:pt x="1049696" y="137352"/>
                  <a:pt x="1041109" y="128422"/>
                </a:cubicBezTo>
                <a:cubicBezTo>
                  <a:pt x="1032523" y="119492"/>
                  <a:pt x="1028230" y="106628"/>
                  <a:pt x="1028230" y="89830"/>
                </a:cubicBezTo>
                <a:moveTo>
                  <a:pt x="1045559" y="89783"/>
                </a:moveTo>
                <a:cubicBezTo>
                  <a:pt x="1045559" y="102475"/>
                  <a:pt x="1048338" y="111979"/>
                  <a:pt x="1053895" y="118294"/>
                </a:cubicBezTo>
                <a:cubicBezTo>
                  <a:pt x="1059453" y="124609"/>
                  <a:pt x="1066447" y="127766"/>
                  <a:pt x="1074877" y="127766"/>
                </a:cubicBezTo>
                <a:cubicBezTo>
                  <a:pt x="1083245" y="127766"/>
                  <a:pt x="1090208" y="124593"/>
                  <a:pt x="1095766" y="118247"/>
                </a:cubicBezTo>
                <a:cubicBezTo>
                  <a:pt x="1101324" y="111901"/>
                  <a:pt x="1104103" y="102226"/>
                  <a:pt x="1104103" y="89224"/>
                </a:cubicBezTo>
                <a:cubicBezTo>
                  <a:pt x="1104103" y="76967"/>
                  <a:pt x="1101308" y="67681"/>
                  <a:pt x="1095719" y="61366"/>
                </a:cubicBezTo>
                <a:cubicBezTo>
                  <a:pt x="1090130" y="55051"/>
                  <a:pt x="1083183" y="51893"/>
                  <a:pt x="1074877" y="51893"/>
                </a:cubicBezTo>
                <a:cubicBezTo>
                  <a:pt x="1066447" y="51893"/>
                  <a:pt x="1059453" y="55035"/>
                  <a:pt x="1053895" y="61319"/>
                </a:cubicBezTo>
                <a:cubicBezTo>
                  <a:pt x="1048338" y="67603"/>
                  <a:pt x="1045559" y="77091"/>
                  <a:pt x="1045559" y="89783"/>
                </a:cubicBezTo>
                <a:close/>
                <a:moveTo>
                  <a:pt x="1141167" y="139568"/>
                </a:moveTo>
                <a:lnTo>
                  <a:pt x="1141167" y="40091"/>
                </a:lnTo>
                <a:lnTo>
                  <a:pt x="1156342" y="40091"/>
                </a:lnTo>
                <a:lnTo>
                  <a:pt x="1156342" y="54141"/>
                </a:lnTo>
                <a:cubicBezTo>
                  <a:pt x="1163648" y="43276"/>
                  <a:pt x="1174201" y="37843"/>
                  <a:pt x="1188002" y="37843"/>
                </a:cubicBezTo>
                <a:cubicBezTo>
                  <a:pt x="1193997" y="37843"/>
                  <a:pt x="1199508" y="38920"/>
                  <a:pt x="1204535" y="41074"/>
                </a:cubicBezTo>
                <a:cubicBezTo>
                  <a:pt x="1209562" y="43229"/>
                  <a:pt x="1213324" y="46054"/>
                  <a:pt x="1215822" y="49551"/>
                </a:cubicBezTo>
                <a:cubicBezTo>
                  <a:pt x="1218320" y="53049"/>
                  <a:pt x="1220068" y="57201"/>
                  <a:pt x="1221068" y="62010"/>
                </a:cubicBezTo>
                <a:cubicBezTo>
                  <a:pt x="1221692" y="65132"/>
                  <a:pt x="1222004" y="70596"/>
                  <a:pt x="1222004" y="78402"/>
                </a:cubicBezTo>
                <a:lnTo>
                  <a:pt x="1222004" y="139568"/>
                </a:lnTo>
                <a:lnTo>
                  <a:pt x="1205144" y="139568"/>
                </a:lnTo>
                <a:lnTo>
                  <a:pt x="1205144" y="78993"/>
                </a:lnTo>
                <a:cubicBezTo>
                  <a:pt x="1205144" y="72116"/>
                  <a:pt x="1204488" y="66974"/>
                  <a:pt x="1203177" y="63567"/>
                </a:cubicBezTo>
                <a:cubicBezTo>
                  <a:pt x="1201865" y="60160"/>
                  <a:pt x="1199539" y="57440"/>
                  <a:pt x="1196198" y="55409"/>
                </a:cubicBezTo>
                <a:cubicBezTo>
                  <a:pt x="1192857" y="53377"/>
                  <a:pt x="1188939" y="52362"/>
                  <a:pt x="1184443" y="52362"/>
                </a:cubicBezTo>
                <a:cubicBezTo>
                  <a:pt x="1177261" y="52362"/>
                  <a:pt x="1171063" y="54644"/>
                  <a:pt x="1165849" y="59208"/>
                </a:cubicBezTo>
                <a:cubicBezTo>
                  <a:pt x="1160635" y="63771"/>
                  <a:pt x="1158028" y="72428"/>
                  <a:pt x="1158028" y="85181"/>
                </a:cubicBezTo>
                <a:lnTo>
                  <a:pt x="1158028" y="139568"/>
                </a:lnTo>
                <a:lnTo>
                  <a:pt x="1141167" y="1395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textualsimilarity">
            <a:extLst xmlns:a="http://schemas.openxmlformats.org/drawingml/2006/main">
              <a:ext uri="{FF2B5EF4-FFF2-40B4-BE49-F238E27FC236}">
                <a16:creationId xmlns:a16="http://schemas.microsoft.com/office/drawing/2014/main" id="{C9F146E7-18CC-4D51-9005-045B8CF0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05" y="2494684"/>
            <a:ext cx="1359284" cy="177786"/>
          </a:xfrm>
          <a:custGeom xmlns:a="http://schemas.openxmlformats.org/drawingml/2006/main">
            <a:pathLst>
              <a:path w="1359284" h="177786">
                <a:moveTo>
                  <a:pt x="46086" y="122427"/>
                </a:moveTo>
                <a:lnTo>
                  <a:pt x="48521" y="137320"/>
                </a:lnTo>
                <a:cubicBezTo>
                  <a:pt x="43775" y="138195"/>
                  <a:pt x="39529" y="138632"/>
                  <a:pt x="35782" y="138632"/>
                </a:cubicBezTo>
                <a:cubicBezTo>
                  <a:pt x="29662" y="138632"/>
                  <a:pt x="24916" y="137664"/>
                  <a:pt x="21544" y="135728"/>
                </a:cubicBezTo>
                <a:cubicBezTo>
                  <a:pt x="18172" y="133792"/>
                  <a:pt x="15799" y="131247"/>
                  <a:pt x="14425" y="128094"/>
                </a:cubicBezTo>
                <a:cubicBezTo>
                  <a:pt x="13051" y="124940"/>
                  <a:pt x="12364" y="118305"/>
                  <a:pt x="12364" y="108189"/>
                </a:cubicBezTo>
                <a:lnTo>
                  <a:pt x="12364" y="50957"/>
                </a:lnTo>
                <a:lnTo>
                  <a:pt x="0" y="50957"/>
                </a:lnTo>
                <a:lnTo>
                  <a:pt x="0" y="37843"/>
                </a:lnTo>
                <a:lnTo>
                  <a:pt x="12364" y="37843"/>
                </a:lnTo>
                <a:lnTo>
                  <a:pt x="12364" y="13140"/>
                </a:lnTo>
                <a:lnTo>
                  <a:pt x="29131" y="2997"/>
                </a:lnTo>
                <a:lnTo>
                  <a:pt x="29131" y="37843"/>
                </a:lnTo>
                <a:lnTo>
                  <a:pt x="46086" y="37843"/>
                </a:lnTo>
                <a:lnTo>
                  <a:pt x="46086" y="50957"/>
                </a:lnTo>
                <a:lnTo>
                  <a:pt x="29131" y="50957"/>
                </a:lnTo>
                <a:lnTo>
                  <a:pt x="29131" y="109126"/>
                </a:lnTo>
                <a:cubicBezTo>
                  <a:pt x="29131" y="113934"/>
                  <a:pt x="29428" y="117025"/>
                  <a:pt x="30021" y="118399"/>
                </a:cubicBezTo>
                <a:cubicBezTo>
                  <a:pt x="30615" y="119773"/>
                  <a:pt x="31582" y="120866"/>
                  <a:pt x="32925" y="121677"/>
                </a:cubicBezTo>
                <a:cubicBezTo>
                  <a:pt x="34268" y="122489"/>
                  <a:pt x="36188" y="122895"/>
                  <a:pt x="38686" y="122895"/>
                </a:cubicBezTo>
                <a:cubicBezTo>
                  <a:pt x="40559" y="122895"/>
                  <a:pt x="43026" y="122739"/>
                  <a:pt x="46086" y="122427"/>
                </a:cubicBezTo>
                <a:close/>
                <a:moveTo>
                  <a:pt x="130702" y="105285"/>
                </a:moveTo>
                <a:lnTo>
                  <a:pt x="148125" y="107440"/>
                </a:lnTo>
                <a:cubicBezTo>
                  <a:pt x="145377" y="117618"/>
                  <a:pt x="140287" y="125518"/>
                  <a:pt x="132856" y="131138"/>
                </a:cubicBezTo>
                <a:cubicBezTo>
                  <a:pt x="125425" y="136758"/>
                  <a:pt x="115933" y="139568"/>
                  <a:pt x="104381" y="139568"/>
                </a:cubicBezTo>
                <a:cubicBezTo>
                  <a:pt x="89831" y="139568"/>
                  <a:pt x="78293" y="135088"/>
                  <a:pt x="69769" y="126127"/>
                </a:cubicBezTo>
                <a:cubicBezTo>
                  <a:pt x="61246" y="117166"/>
                  <a:pt x="56984" y="104598"/>
                  <a:pt x="56984" y="88425"/>
                </a:cubicBezTo>
                <a:cubicBezTo>
                  <a:pt x="56984" y="71689"/>
                  <a:pt x="61292" y="58700"/>
                  <a:pt x="69910" y="49458"/>
                </a:cubicBezTo>
                <a:cubicBezTo>
                  <a:pt x="78528" y="40216"/>
                  <a:pt x="89706" y="35595"/>
                  <a:pt x="103444" y="35595"/>
                </a:cubicBezTo>
                <a:cubicBezTo>
                  <a:pt x="116745" y="35595"/>
                  <a:pt x="127611" y="40115"/>
                  <a:pt x="136041" y="49156"/>
                </a:cubicBezTo>
                <a:cubicBezTo>
                  <a:pt x="144471" y="58195"/>
                  <a:pt x="148687" y="70913"/>
                  <a:pt x="148687" y="87309"/>
                </a:cubicBezTo>
                <a:cubicBezTo>
                  <a:pt x="148687" y="88307"/>
                  <a:pt x="148655" y="89802"/>
                  <a:pt x="148593" y="91797"/>
                </a:cubicBezTo>
                <a:lnTo>
                  <a:pt x="74406" y="91797"/>
                </a:lnTo>
                <a:cubicBezTo>
                  <a:pt x="75031" y="102694"/>
                  <a:pt x="78122" y="111038"/>
                  <a:pt x="83679" y="116830"/>
                </a:cubicBezTo>
                <a:cubicBezTo>
                  <a:pt x="89237" y="122622"/>
                  <a:pt x="96169" y="125518"/>
                  <a:pt x="104474" y="125518"/>
                </a:cubicBezTo>
                <a:cubicBezTo>
                  <a:pt x="110656" y="125518"/>
                  <a:pt x="115933" y="123910"/>
                  <a:pt x="120305" y="120694"/>
                </a:cubicBezTo>
                <a:cubicBezTo>
                  <a:pt x="124676" y="117476"/>
                  <a:pt x="128142" y="112340"/>
                  <a:pt x="130702" y="105285"/>
                </a:cubicBezTo>
                <a:moveTo>
                  <a:pt x="75343" y="77746"/>
                </a:moveTo>
                <a:lnTo>
                  <a:pt x="130889" y="77746"/>
                </a:lnTo>
                <a:cubicBezTo>
                  <a:pt x="130140" y="69515"/>
                  <a:pt x="128017" y="63341"/>
                  <a:pt x="124520" y="59226"/>
                </a:cubicBezTo>
                <a:cubicBezTo>
                  <a:pt x="119149" y="52839"/>
                  <a:pt x="112186" y="49645"/>
                  <a:pt x="103631" y="49645"/>
                </a:cubicBezTo>
                <a:cubicBezTo>
                  <a:pt x="95888" y="49645"/>
                  <a:pt x="89378" y="52195"/>
                  <a:pt x="84101" y="57294"/>
                </a:cubicBezTo>
                <a:cubicBezTo>
                  <a:pt x="78824" y="62391"/>
                  <a:pt x="75905" y="69209"/>
                  <a:pt x="75343" y="77746"/>
                </a:cubicBezTo>
                <a:close/>
                <a:moveTo>
                  <a:pt x="158024" y="137320"/>
                </a:moveTo>
                <a:lnTo>
                  <a:pt x="194368" y="85614"/>
                </a:lnTo>
                <a:lnTo>
                  <a:pt x="160741" y="37843"/>
                </a:lnTo>
                <a:lnTo>
                  <a:pt x="181817" y="37843"/>
                </a:lnTo>
                <a:lnTo>
                  <a:pt x="197085" y="61167"/>
                </a:lnTo>
                <a:cubicBezTo>
                  <a:pt x="199957" y="65600"/>
                  <a:pt x="202268" y="69316"/>
                  <a:pt x="204016" y="72313"/>
                </a:cubicBezTo>
                <a:cubicBezTo>
                  <a:pt x="206764" y="68192"/>
                  <a:pt x="209293" y="64539"/>
                  <a:pt x="211604" y="61354"/>
                </a:cubicBezTo>
                <a:lnTo>
                  <a:pt x="228371" y="37843"/>
                </a:lnTo>
                <a:lnTo>
                  <a:pt x="248510" y="37843"/>
                </a:lnTo>
                <a:lnTo>
                  <a:pt x="214133" y="84678"/>
                </a:lnTo>
                <a:lnTo>
                  <a:pt x="251132" y="137320"/>
                </a:lnTo>
                <a:lnTo>
                  <a:pt x="230431" y="137320"/>
                </a:lnTo>
                <a:lnTo>
                  <a:pt x="210011" y="106409"/>
                </a:lnTo>
                <a:lnTo>
                  <a:pt x="204578" y="98073"/>
                </a:lnTo>
                <a:lnTo>
                  <a:pt x="178444" y="137320"/>
                </a:lnTo>
                <a:lnTo>
                  <a:pt x="158024" y="137320"/>
                </a:lnTo>
                <a:close/>
                <a:moveTo>
                  <a:pt x="301995" y="122427"/>
                </a:moveTo>
                <a:lnTo>
                  <a:pt x="304431" y="137320"/>
                </a:lnTo>
                <a:cubicBezTo>
                  <a:pt x="299685" y="138195"/>
                  <a:pt x="295438" y="138632"/>
                  <a:pt x="291692" y="138632"/>
                </a:cubicBezTo>
                <a:cubicBezTo>
                  <a:pt x="285572" y="138632"/>
                  <a:pt x="280826" y="137664"/>
                  <a:pt x="277454" y="135728"/>
                </a:cubicBezTo>
                <a:cubicBezTo>
                  <a:pt x="274082" y="133792"/>
                  <a:pt x="271709" y="131247"/>
                  <a:pt x="270335" y="128094"/>
                </a:cubicBezTo>
                <a:cubicBezTo>
                  <a:pt x="268961" y="124940"/>
                  <a:pt x="268274" y="118305"/>
                  <a:pt x="268274" y="108189"/>
                </a:cubicBezTo>
                <a:lnTo>
                  <a:pt x="268274" y="50957"/>
                </a:lnTo>
                <a:lnTo>
                  <a:pt x="255910" y="50957"/>
                </a:lnTo>
                <a:lnTo>
                  <a:pt x="255910" y="37843"/>
                </a:lnTo>
                <a:lnTo>
                  <a:pt x="268274" y="37843"/>
                </a:lnTo>
                <a:lnTo>
                  <a:pt x="268274" y="13140"/>
                </a:lnTo>
                <a:lnTo>
                  <a:pt x="285041" y="2997"/>
                </a:lnTo>
                <a:lnTo>
                  <a:pt x="285041" y="37843"/>
                </a:lnTo>
                <a:lnTo>
                  <a:pt x="301995" y="37843"/>
                </a:lnTo>
                <a:lnTo>
                  <a:pt x="301995" y="50957"/>
                </a:lnTo>
                <a:lnTo>
                  <a:pt x="285041" y="50957"/>
                </a:lnTo>
                <a:lnTo>
                  <a:pt x="285041" y="109126"/>
                </a:lnTo>
                <a:cubicBezTo>
                  <a:pt x="285041" y="113934"/>
                  <a:pt x="285338" y="117025"/>
                  <a:pt x="285931" y="118399"/>
                </a:cubicBezTo>
                <a:cubicBezTo>
                  <a:pt x="286524" y="119773"/>
                  <a:pt x="287492" y="120866"/>
                  <a:pt x="288835" y="121677"/>
                </a:cubicBezTo>
                <a:cubicBezTo>
                  <a:pt x="290177" y="122489"/>
                  <a:pt x="292098" y="122895"/>
                  <a:pt x="294595" y="122895"/>
                </a:cubicBezTo>
                <a:cubicBezTo>
                  <a:pt x="296469" y="122895"/>
                  <a:pt x="298936" y="122739"/>
                  <a:pt x="301995" y="122427"/>
                </a:cubicBezTo>
                <a:close/>
                <a:moveTo>
                  <a:pt x="383708" y="137320"/>
                </a:moveTo>
                <a:lnTo>
                  <a:pt x="383708" y="122708"/>
                </a:lnTo>
                <a:cubicBezTo>
                  <a:pt x="375965" y="133948"/>
                  <a:pt x="365443" y="139568"/>
                  <a:pt x="352142" y="139568"/>
                </a:cubicBezTo>
                <a:cubicBezTo>
                  <a:pt x="346272" y="139568"/>
                  <a:pt x="340792" y="138444"/>
                  <a:pt x="335702" y="136196"/>
                </a:cubicBezTo>
                <a:cubicBezTo>
                  <a:pt x="330613" y="133948"/>
                  <a:pt x="326835" y="131123"/>
                  <a:pt x="324368" y="127719"/>
                </a:cubicBezTo>
                <a:cubicBezTo>
                  <a:pt x="321902" y="124316"/>
                  <a:pt x="320169" y="120148"/>
                  <a:pt x="319170" y="115214"/>
                </a:cubicBezTo>
                <a:cubicBezTo>
                  <a:pt x="318483" y="111905"/>
                  <a:pt x="318139" y="106659"/>
                  <a:pt x="318139" y="99478"/>
                </a:cubicBezTo>
                <a:lnTo>
                  <a:pt x="318139" y="37843"/>
                </a:lnTo>
                <a:lnTo>
                  <a:pt x="335000" y="37843"/>
                </a:lnTo>
                <a:lnTo>
                  <a:pt x="335000" y="93014"/>
                </a:lnTo>
                <a:cubicBezTo>
                  <a:pt x="335000" y="101819"/>
                  <a:pt x="335343" y="107752"/>
                  <a:pt x="336030" y="110812"/>
                </a:cubicBezTo>
                <a:cubicBezTo>
                  <a:pt x="337092" y="115245"/>
                  <a:pt x="339340" y="118727"/>
                  <a:pt x="342775" y="121256"/>
                </a:cubicBezTo>
                <a:cubicBezTo>
                  <a:pt x="346209" y="123785"/>
                  <a:pt x="350456" y="125050"/>
                  <a:pt x="355514" y="125050"/>
                </a:cubicBezTo>
                <a:cubicBezTo>
                  <a:pt x="360572" y="125050"/>
                  <a:pt x="365318" y="123754"/>
                  <a:pt x="369752" y="121162"/>
                </a:cubicBezTo>
                <a:cubicBezTo>
                  <a:pt x="374185" y="118571"/>
                  <a:pt x="377323" y="115043"/>
                  <a:pt x="379165" y="110578"/>
                </a:cubicBezTo>
                <a:cubicBezTo>
                  <a:pt x="381008" y="106113"/>
                  <a:pt x="381929" y="99634"/>
                  <a:pt x="381929" y="91141"/>
                </a:cubicBezTo>
                <a:lnTo>
                  <a:pt x="381929" y="37843"/>
                </a:lnTo>
                <a:lnTo>
                  <a:pt x="398789" y="37843"/>
                </a:lnTo>
                <a:lnTo>
                  <a:pt x="398789" y="137320"/>
                </a:lnTo>
                <a:lnTo>
                  <a:pt x="383708" y="137320"/>
                </a:lnTo>
                <a:close/>
                <a:moveTo>
                  <a:pt x="490088" y="125038"/>
                </a:moveTo>
                <a:cubicBezTo>
                  <a:pt x="483843" y="130350"/>
                  <a:pt x="477833" y="134100"/>
                  <a:pt x="472057" y="136287"/>
                </a:cubicBezTo>
                <a:cubicBezTo>
                  <a:pt x="466280" y="138475"/>
                  <a:pt x="460082" y="139568"/>
                  <a:pt x="453463" y="139568"/>
                </a:cubicBezTo>
                <a:cubicBezTo>
                  <a:pt x="442535" y="139568"/>
                  <a:pt x="434136" y="136897"/>
                  <a:pt x="428266" y="131554"/>
                </a:cubicBezTo>
                <a:cubicBezTo>
                  <a:pt x="422396" y="126211"/>
                  <a:pt x="419461" y="119384"/>
                  <a:pt x="419461" y="111072"/>
                </a:cubicBezTo>
                <a:cubicBezTo>
                  <a:pt x="419461" y="106199"/>
                  <a:pt x="420569" y="101748"/>
                  <a:pt x="422786" y="97718"/>
                </a:cubicBezTo>
                <a:cubicBezTo>
                  <a:pt x="425003" y="93687"/>
                  <a:pt x="427907" y="90452"/>
                  <a:pt x="431497" y="88015"/>
                </a:cubicBezTo>
                <a:cubicBezTo>
                  <a:pt x="435088" y="85577"/>
                  <a:pt x="439132" y="83734"/>
                  <a:pt x="443628" y="82485"/>
                </a:cubicBezTo>
                <a:cubicBezTo>
                  <a:pt x="446937" y="81609"/>
                  <a:pt x="451933" y="80765"/>
                  <a:pt x="458615" y="79953"/>
                </a:cubicBezTo>
                <a:cubicBezTo>
                  <a:pt x="472228" y="78341"/>
                  <a:pt x="482251" y="76419"/>
                  <a:pt x="488683" y="74187"/>
                </a:cubicBezTo>
                <a:cubicBezTo>
                  <a:pt x="488746" y="71886"/>
                  <a:pt x="488777" y="70424"/>
                  <a:pt x="488777" y="69802"/>
                </a:cubicBezTo>
                <a:cubicBezTo>
                  <a:pt x="488777" y="62958"/>
                  <a:pt x="487184" y="58137"/>
                  <a:pt x="484000" y="55339"/>
                </a:cubicBezTo>
                <a:cubicBezTo>
                  <a:pt x="479691" y="51543"/>
                  <a:pt x="473290" y="49645"/>
                  <a:pt x="464797" y="49645"/>
                </a:cubicBezTo>
                <a:cubicBezTo>
                  <a:pt x="456866" y="49645"/>
                  <a:pt x="451012" y="51035"/>
                  <a:pt x="447234" y="53813"/>
                </a:cubicBezTo>
                <a:cubicBezTo>
                  <a:pt x="443456" y="56592"/>
                  <a:pt x="440662" y="61510"/>
                  <a:pt x="438851" y="68567"/>
                </a:cubicBezTo>
                <a:lnTo>
                  <a:pt x="422365" y="66318"/>
                </a:lnTo>
                <a:cubicBezTo>
                  <a:pt x="423863" y="59240"/>
                  <a:pt x="426330" y="53525"/>
                  <a:pt x="429765" y="49171"/>
                </a:cubicBezTo>
                <a:cubicBezTo>
                  <a:pt x="433199" y="44817"/>
                  <a:pt x="438164" y="41467"/>
                  <a:pt x="444658" y="39119"/>
                </a:cubicBezTo>
                <a:cubicBezTo>
                  <a:pt x="451153" y="36769"/>
                  <a:pt x="458677" y="35595"/>
                  <a:pt x="467233" y="35595"/>
                </a:cubicBezTo>
                <a:cubicBezTo>
                  <a:pt x="475725" y="35595"/>
                  <a:pt x="482626" y="36594"/>
                  <a:pt x="487934" y="38592"/>
                </a:cubicBezTo>
                <a:cubicBezTo>
                  <a:pt x="493242" y="40590"/>
                  <a:pt x="497145" y="43104"/>
                  <a:pt x="499642" y="46133"/>
                </a:cubicBezTo>
                <a:cubicBezTo>
                  <a:pt x="502140" y="49161"/>
                  <a:pt x="503889" y="52986"/>
                  <a:pt x="504888" y="57607"/>
                </a:cubicBezTo>
                <a:cubicBezTo>
                  <a:pt x="505450" y="60480"/>
                  <a:pt x="505731" y="65663"/>
                  <a:pt x="505731" y="73156"/>
                </a:cubicBezTo>
                <a:lnTo>
                  <a:pt x="505731" y="95637"/>
                </a:lnTo>
                <a:cubicBezTo>
                  <a:pt x="505731" y="111311"/>
                  <a:pt x="506090" y="121225"/>
                  <a:pt x="506808" y="125377"/>
                </a:cubicBezTo>
                <a:cubicBezTo>
                  <a:pt x="507526" y="129530"/>
                  <a:pt x="508947" y="133511"/>
                  <a:pt x="511070" y="137320"/>
                </a:cubicBezTo>
                <a:lnTo>
                  <a:pt x="493460" y="137320"/>
                </a:lnTo>
                <a:cubicBezTo>
                  <a:pt x="491712" y="133819"/>
                  <a:pt x="490588" y="129725"/>
                  <a:pt x="490088" y="125038"/>
                </a:cubicBezTo>
                <a:moveTo>
                  <a:pt x="488683" y="87301"/>
                </a:moveTo>
                <a:cubicBezTo>
                  <a:pt x="482563" y="89820"/>
                  <a:pt x="473384" y="91961"/>
                  <a:pt x="461144" y="93723"/>
                </a:cubicBezTo>
                <a:cubicBezTo>
                  <a:pt x="454212" y="94726"/>
                  <a:pt x="449310" y="95855"/>
                  <a:pt x="446438" y="97110"/>
                </a:cubicBezTo>
                <a:cubicBezTo>
                  <a:pt x="443565" y="98362"/>
                  <a:pt x="441348" y="100197"/>
                  <a:pt x="439787" y="102613"/>
                </a:cubicBezTo>
                <a:cubicBezTo>
                  <a:pt x="438226" y="105027"/>
                  <a:pt x="437446" y="107707"/>
                  <a:pt x="437446" y="110654"/>
                </a:cubicBezTo>
                <a:cubicBezTo>
                  <a:pt x="437446" y="115167"/>
                  <a:pt x="439147" y="118930"/>
                  <a:pt x="442551" y="121941"/>
                </a:cubicBezTo>
                <a:cubicBezTo>
                  <a:pt x="445954" y="124950"/>
                  <a:pt x="450934" y="126455"/>
                  <a:pt x="457491" y="126455"/>
                </a:cubicBezTo>
                <a:cubicBezTo>
                  <a:pt x="463985" y="126455"/>
                  <a:pt x="469762" y="125027"/>
                  <a:pt x="474820" y="122172"/>
                </a:cubicBezTo>
                <a:cubicBezTo>
                  <a:pt x="479878" y="119317"/>
                  <a:pt x="483594" y="115411"/>
                  <a:pt x="485967" y="110455"/>
                </a:cubicBezTo>
                <a:cubicBezTo>
                  <a:pt x="487778" y="106626"/>
                  <a:pt x="488683" y="100978"/>
                  <a:pt x="488683" y="93512"/>
                </a:cubicBezTo>
                <a:lnTo>
                  <a:pt x="488683" y="87301"/>
                </a:lnTo>
                <a:close/>
                <a:moveTo>
                  <a:pt x="531461" y="137320"/>
                </a:moveTo>
                <a:lnTo>
                  <a:pt x="531461" y="0"/>
                </a:lnTo>
                <a:lnTo>
                  <a:pt x="548322" y="0"/>
                </a:lnTo>
                <a:lnTo>
                  <a:pt x="548322" y="137320"/>
                </a:lnTo>
                <a:lnTo>
                  <a:pt x="531461" y="137320"/>
                </a:lnTo>
                <a:close/>
                <a:moveTo>
                  <a:pt x="621010" y="107533"/>
                </a:moveTo>
                <a:lnTo>
                  <a:pt x="637683" y="104911"/>
                </a:lnTo>
                <a:cubicBezTo>
                  <a:pt x="638620" y="111563"/>
                  <a:pt x="641227" y="116661"/>
                  <a:pt x="645505" y="120205"/>
                </a:cubicBezTo>
                <a:cubicBezTo>
                  <a:pt x="649782" y="123747"/>
                  <a:pt x="655761" y="125518"/>
                  <a:pt x="663442" y="125518"/>
                </a:cubicBezTo>
                <a:cubicBezTo>
                  <a:pt x="671186" y="125518"/>
                  <a:pt x="676931" y="123954"/>
                  <a:pt x="680678" y="120826"/>
                </a:cubicBezTo>
                <a:cubicBezTo>
                  <a:pt x="684424" y="117696"/>
                  <a:pt x="686298" y="114025"/>
                  <a:pt x="686298" y="109814"/>
                </a:cubicBezTo>
                <a:cubicBezTo>
                  <a:pt x="686298" y="106034"/>
                  <a:pt x="684643" y="103060"/>
                  <a:pt x="681333" y="100891"/>
                </a:cubicBezTo>
                <a:cubicBezTo>
                  <a:pt x="679023" y="99404"/>
                  <a:pt x="673278" y="97514"/>
                  <a:pt x="664098" y="95222"/>
                </a:cubicBezTo>
                <a:cubicBezTo>
                  <a:pt x="651734" y="92097"/>
                  <a:pt x="643163" y="89394"/>
                  <a:pt x="638386" y="87113"/>
                </a:cubicBezTo>
                <a:cubicBezTo>
                  <a:pt x="633608" y="84832"/>
                  <a:pt x="629987" y="81675"/>
                  <a:pt x="627520" y="77644"/>
                </a:cubicBezTo>
                <a:cubicBezTo>
                  <a:pt x="625053" y="73612"/>
                  <a:pt x="623820" y="69159"/>
                  <a:pt x="623820" y="64284"/>
                </a:cubicBezTo>
                <a:cubicBezTo>
                  <a:pt x="623820" y="59846"/>
                  <a:pt x="624835" y="55737"/>
                  <a:pt x="626864" y="51955"/>
                </a:cubicBezTo>
                <a:cubicBezTo>
                  <a:pt x="628894" y="48173"/>
                  <a:pt x="631657" y="45032"/>
                  <a:pt x="635154" y="42532"/>
                </a:cubicBezTo>
                <a:cubicBezTo>
                  <a:pt x="637777" y="40594"/>
                  <a:pt x="641352" y="38954"/>
                  <a:pt x="645879" y="37611"/>
                </a:cubicBezTo>
                <a:cubicBezTo>
                  <a:pt x="650407" y="36267"/>
                  <a:pt x="655262" y="35595"/>
                  <a:pt x="660445" y="35595"/>
                </a:cubicBezTo>
                <a:cubicBezTo>
                  <a:pt x="668251" y="35595"/>
                  <a:pt x="675104" y="36726"/>
                  <a:pt x="681006" y="38990"/>
                </a:cubicBezTo>
                <a:cubicBezTo>
                  <a:pt x="686907" y="41252"/>
                  <a:pt x="691262" y="44317"/>
                  <a:pt x="694073" y="48184"/>
                </a:cubicBezTo>
                <a:cubicBezTo>
                  <a:pt x="696883" y="52050"/>
                  <a:pt x="698818" y="57221"/>
                  <a:pt x="699880" y="63696"/>
                </a:cubicBezTo>
                <a:lnTo>
                  <a:pt x="683394" y="65944"/>
                </a:lnTo>
                <a:cubicBezTo>
                  <a:pt x="682645" y="60823"/>
                  <a:pt x="680475" y="56827"/>
                  <a:pt x="676884" y="53954"/>
                </a:cubicBezTo>
                <a:cubicBezTo>
                  <a:pt x="673293" y="51081"/>
                  <a:pt x="668220" y="49645"/>
                  <a:pt x="661663" y="49645"/>
                </a:cubicBezTo>
                <a:cubicBezTo>
                  <a:pt x="653919" y="49645"/>
                  <a:pt x="648393" y="50919"/>
                  <a:pt x="645083" y="53468"/>
                </a:cubicBezTo>
                <a:cubicBezTo>
                  <a:pt x="641773" y="56015"/>
                  <a:pt x="640119" y="58998"/>
                  <a:pt x="640119" y="62416"/>
                </a:cubicBezTo>
                <a:cubicBezTo>
                  <a:pt x="640119" y="64590"/>
                  <a:pt x="640805" y="66548"/>
                  <a:pt x="642179" y="68288"/>
                </a:cubicBezTo>
                <a:cubicBezTo>
                  <a:pt x="643553" y="70090"/>
                  <a:pt x="645708" y="71581"/>
                  <a:pt x="648643" y="72761"/>
                </a:cubicBezTo>
                <a:cubicBezTo>
                  <a:pt x="650329" y="73384"/>
                  <a:pt x="655293" y="74813"/>
                  <a:pt x="663536" y="77050"/>
                </a:cubicBezTo>
                <a:cubicBezTo>
                  <a:pt x="675463" y="80232"/>
                  <a:pt x="683784" y="82838"/>
                  <a:pt x="688499" y="84865"/>
                </a:cubicBezTo>
                <a:cubicBezTo>
                  <a:pt x="693214" y="86893"/>
                  <a:pt x="696914" y="89841"/>
                  <a:pt x="699599" y="93711"/>
                </a:cubicBezTo>
                <a:cubicBezTo>
                  <a:pt x="702284" y="97579"/>
                  <a:pt x="703627" y="102382"/>
                  <a:pt x="703627" y="108122"/>
                </a:cubicBezTo>
                <a:cubicBezTo>
                  <a:pt x="703627" y="113738"/>
                  <a:pt x="701988" y="119026"/>
                  <a:pt x="698709" y="123987"/>
                </a:cubicBezTo>
                <a:cubicBezTo>
                  <a:pt x="695431" y="128946"/>
                  <a:pt x="690700" y="132782"/>
                  <a:pt x="684518" y="135497"/>
                </a:cubicBezTo>
                <a:cubicBezTo>
                  <a:pt x="678336" y="138211"/>
                  <a:pt x="671342" y="139568"/>
                  <a:pt x="663536" y="139568"/>
                </a:cubicBezTo>
                <a:cubicBezTo>
                  <a:pt x="650610" y="139568"/>
                  <a:pt x="640759" y="136875"/>
                  <a:pt x="633983" y="131489"/>
                </a:cubicBezTo>
                <a:cubicBezTo>
                  <a:pt x="627208" y="126103"/>
                  <a:pt x="622883" y="118118"/>
                  <a:pt x="621010" y="107533"/>
                </a:cubicBezTo>
                <a:close/>
                <a:moveTo>
                  <a:pt x="723766" y="19483"/>
                </a:moveTo>
                <a:lnTo>
                  <a:pt x="723766" y="0"/>
                </a:lnTo>
                <a:lnTo>
                  <a:pt x="740627" y="0"/>
                </a:lnTo>
                <a:lnTo>
                  <a:pt x="740627" y="19483"/>
                </a:lnTo>
                <a:lnTo>
                  <a:pt x="723766" y="19483"/>
                </a:lnTo>
                <a:moveTo>
                  <a:pt x="723766" y="137320"/>
                </a:moveTo>
                <a:lnTo>
                  <a:pt x="723766" y="37843"/>
                </a:lnTo>
                <a:lnTo>
                  <a:pt x="740627" y="37843"/>
                </a:lnTo>
                <a:lnTo>
                  <a:pt x="740627" y="137320"/>
                </a:lnTo>
                <a:lnTo>
                  <a:pt x="723766" y="137320"/>
                </a:lnTo>
                <a:close/>
                <a:moveTo>
                  <a:pt x="766260" y="137320"/>
                </a:moveTo>
                <a:lnTo>
                  <a:pt x="766260" y="37843"/>
                </a:lnTo>
                <a:lnTo>
                  <a:pt x="781341" y="37843"/>
                </a:lnTo>
                <a:lnTo>
                  <a:pt x="781341" y="51706"/>
                </a:lnTo>
                <a:cubicBezTo>
                  <a:pt x="784463" y="46862"/>
                  <a:pt x="788616" y="42966"/>
                  <a:pt x="793799" y="40018"/>
                </a:cubicBezTo>
                <a:cubicBezTo>
                  <a:pt x="798982" y="37069"/>
                  <a:pt x="804884" y="35595"/>
                  <a:pt x="811503" y="35595"/>
                </a:cubicBezTo>
                <a:cubicBezTo>
                  <a:pt x="818872" y="35595"/>
                  <a:pt x="824913" y="37117"/>
                  <a:pt x="829628" y="40161"/>
                </a:cubicBezTo>
                <a:cubicBezTo>
                  <a:pt x="834343" y="43203"/>
                  <a:pt x="837668" y="47458"/>
                  <a:pt x="839604" y="52924"/>
                </a:cubicBezTo>
                <a:cubicBezTo>
                  <a:pt x="847472" y="41371"/>
                  <a:pt x="857714" y="35595"/>
                  <a:pt x="870328" y="35595"/>
                </a:cubicBezTo>
                <a:cubicBezTo>
                  <a:pt x="880194" y="35595"/>
                  <a:pt x="887782" y="38327"/>
                  <a:pt x="893090" y="43791"/>
                </a:cubicBezTo>
                <a:cubicBezTo>
                  <a:pt x="898398" y="49255"/>
                  <a:pt x="901052" y="57670"/>
                  <a:pt x="901052" y="69035"/>
                </a:cubicBezTo>
                <a:lnTo>
                  <a:pt x="901052" y="137320"/>
                </a:lnTo>
                <a:lnTo>
                  <a:pt x="884285" y="137320"/>
                </a:lnTo>
                <a:lnTo>
                  <a:pt x="884285" y="74588"/>
                </a:lnTo>
                <a:cubicBezTo>
                  <a:pt x="884285" y="67836"/>
                  <a:pt x="883738" y="62976"/>
                  <a:pt x="882645" y="60007"/>
                </a:cubicBezTo>
                <a:cubicBezTo>
                  <a:pt x="881553" y="57037"/>
                  <a:pt x="879570" y="54646"/>
                  <a:pt x="876697" y="52833"/>
                </a:cubicBezTo>
                <a:cubicBezTo>
                  <a:pt x="873825" y="51020"/>
                  <a:pt x="870453" y="50114"/>
                  <a:pt x="866581" y="50114"/>
                </a:cubicBezTo>
                <a:cubicBezTo>
                  <a:pt x="859587" y="50114"/>
                  <a:pt x="853779" y="52443"/>
                  <a:pt x="849158" y="57101"/>
                </a:cubicBezTo>
                <a:cubicBezTo>
                  <a:pt x="844537" y="61757"/>
                  <a:pt x="842227" y="69211"/>
                  <a:pt x="842227" y="79464"/>
                </a:cubicBezTo>
                <a:lnTo>
                  <a:pt x="842227" y="137320"/>
                </a:lnTo>
                <a:lnTo>
                  <a:pt x="825366" y="137320"/>
                </a:lnTo>
                <a:lnTo>
                  <a:pt x="825366" y="72618"/>
                </a:lnTo>
                <a:cubicBezTo>
                  <a:pt x="825366" y="65116"/>
                  <a:pt x="823992" y="59490"/>
                  <a:pt x="821245" y="55740"/>
                </a:cubicBezTo>
                <a:cubicBezTo>
                  <a:pt x="818497" y="51989"/>
                  <a:pt x="814001" y="50114"/>
                  <a:pt x="807756" y="50114"/>
                </a:cubicBezTo>
                <a:cubicBezTo>
                  <a:pt x="803010" y="50114"/>
                  <a:pt x="798623" y="51364"/>
                  <a:pt x="794595" y="53866"/>
                </a:cubicBezTo>
                <a:cubicBezTo>
                  <a:pt x="790568" y="56366"/>
                  <a:pt x="787648" y="60023"/>
                  <a:pt x="785837" y="64837"/>
                </a:cubicBezTo>
                <a:cubicBezTo>
                  <a:pt x="784026" y="69650"/>
                  <a:pt x="783121" y="76588"/>
                  <a:pt x="783121" y="85653"/>
                </a:cubicBezTo>
                <a:lnTo>
                  <a:pt x="783121" y="137320"/>
                </a:lnTo>
                <a:lnTo>
                  <a:pt x="766260" y="137320"/>
                </a:lnTo>
                <a:close/>
                <a:moveTo>
                  <a:pt x="926153" y="19483"/>
                </a:moveTo>
                <a:lnTo>
                  <a:pt x="926153" y="0"/>
                </a:lnTo>
                <a:lnTo>
                  <a:pt x="943014" y="0"/>
                </a:lnTo>
                <a:lnTo>
                  <a:pt x="943014" y="19483"/>
                </a:lnTo>
                <a:lnTo>
                  <a:pt x="926153" y="19483"/>
                </a:lnTo>
                <a:moveTo>
                  <a:pt x="926153" y="137320"/>
                </a:moveTo>
                <a:lnTo>
                  <a:pt x="926153" y="37843"/>
                </a:lnTo>
                <a:lnTo>
                  <a:pt x="943014" y="37843"/>
                </a:lnTo>
                <a:lnTo>
                  <a:pt x="943014" y="137320"/>
                </a:lnTo>
                <a:lnTo>
                  <a:pt x="926153" y="137320"/>
                </a:lnTo>
                <a:close/>
                <a:moveTo>
                  <a:pt x="968273" y="137320"/>
                </a:moveTo>
                <a:lnTo>
                  <a:pt x="968273" y="0"/>
                </a:lnTo>
                <a:lnTo>
                  <a:pt x="985134" y="0"/>
                </a:lnTo>
                <a:lnTo>
                  <a:pt x="985134" y="137320"/>
                </a:lnTo>
                <a:lnTo>
                  <a:pt x="968273" y="137320"/>
                </a:lnTo>
                <a:close/>
                <a:moveTo>
                  <a:pt x="1076149" y="125038"/>
                </a:moveTo>
                <a:cubicBezTo>
                  <a:pt x="1069904" y="130350"/>
                  <a:pt x="1063894" y="134100"/>
                  <a:pt x="1058118" y="136287"/>
                </a:cubicBezTo>
                <a:cubicBezTo>
                  <a:pt x="1052341" y="138475"/>
                  <a:pt x="1046143" y="139568"/>
                  <a:pt x="1039524" y="139568"/>
                </a:cubicBezTo>
                <a:cubicBezTo>
                  <a:pt x="1028596" y="139568"/>
                  <a:pt x="1020197" y="136897"/>
                  <a:pt x="1014327" y="131554"/>
                </a:cubicBezTo>
                <a:cubicBezTo>
                  <a:pt x="1008457" y="126211"/>
                  <a:pt x="1005522" y="119384"/>
                  <a:pt x="1005522" y="111072"/>
                </a:cubicBezTo>
                <a:cubicBezTo>
                  <a:pt x="1005522" y="106199"/>
                  <a:pt x="1006630" y="101748"/>
                  <a:pt x="1008847" y="97718"/>
                </a:cubicBezTo>
                <a:cubicBezTo>
                  <a:pt x="1011064" y="93687"/>
                  <a:pt x="1013968" y="90452"/>
                  <a:pt x="1017558" y="88015"/>
                </a:cubicBezTo>
                <a:cubicBezTo>
                  <a:pt x="1021149" y="85577"/>
                  <a:pt x="1025193" y="83734"/>
                  <a:pt x="1029689" y="82485"/>
                </a:cubicBezTo>
                <a:cubicBezTo>
                  <a:pt x="1032998" y="81609"/>
                  <a:pt x="1037994" y="80765"/>
                  <a:pt x="1044676" y="79953"/>
                </a:cubicBezTo>
                <a:cubicBezTo>
                  <a:pt x="1058289" y="78341"/>
                  <a:pt x="1068312" y="76419"/>
                  <a:pt x="1074744" y="74187"/>
                </a:cubicBezTo>
                <a:cubicBezTo>
                  <a:pt x="1074807" y="71886"/>
                  <a:pt x="1074838" y="70424"/>
                  <a:pt x="1074838" y="69802"/>
                </a:cubicBezTo>
                <a:cubicBezTo>
                  <a:pt x="1074838" y="62958"/>
                  <a:pt x="1073245" y="58137"/>
                  <a:pt x="1070061" y="55339"/>
                </a:cubicBezTo>
                <a:cubicBezTo>
                  <a:pt x="1065752" y="51543"/>
                  <a:pt x="1059351" y="49645"/>
                  <a:pt x="1050858" y="49645"/>
                </a:cubicBezTo>
                <a:cubicBezTo>
                  <a:pt x="1042927" y="49645"/>
                  <a:pt x="1037073" y="51035"/>
                  <a:pt x="1033295" y="53813"/>
                </a:cubicBezTo>
                <a:cubicBezTo>
                  <a:pt x="1029517" y="56592"/>
                  <a:pt x="1026723" y="61510"/>
                  <a:pt x="1024912" y="68567"/>
                </a:cubicBezTo>
                <a:lnTo>
                  <a:pt x="1008426" y="66318"/>
                </a:lnTo>
                <a:cubicBezTo>
                  <a:pt x="1009924" y="59240"/>
                  <a:pt x="1012391" y="53525"/>
                  <a:pt x="1015826" y="49171"/>
                </a:cubicBezTo>
                <a:cubicBezTo>
                  <a:pt x="1019260" y="44817"/>
                  <a:pt x="1024225" y="41467"/>
                  <a:pt x="1030719" y="39119"/>
                </a:cubicBezTo>
                <a:cubicBezTo>
                  <a:pt x="1037214" y="36769"/>
                  <a:pt x="1044738" y="35595"/>
                  <a:pt x="1053294" y="35595"/>
                </a:cubicBezTo>
                <a:cubicBezTo>
                  <a:pt x="1061786" y="35595"/>
                  <a:pt x="1068687" y="36594"/>
                  <a:pt x="1073995" y="38592"/>
                </a:cubicBezTo>
                <a:cubicBezTo>
                  <a:pt x="1079303" y="40590"/>
                  <a:pt x="1083206" y="43104"/>
                  <a:pt x="1085703" y="46133"/>
                </a:cubicBezTo>
                <a:cubicBezTo>
                  <a:pt x="1088201" y="49161"/>
                  <a:pt x="1089950" y="52986"/>
                  <a:pt x="1090949" y="57607"/>
                </a:cubicBezTo>
                <a:cubicBezTo>
                  <a:pt x="1091511" y="60480"/>
                  <a:pt x="1091792" y="65663"/>
                  <a:pt x="1091792" y="73156"/>
                </a:cubicBezTo>
                <a:lnTo>
                  <a:pt x="1091792" y="95637"/>
                </a:lnTo>
                <a:cubicBezTo>
                  <a:pt x="1091792" y="111311"/>
                  <a:pt x="1092151" y="121225"/>
                  <a:pt x="1092869" y="125377"/>
                </a:cubicBezTo>
                <a:cubicBezTo>
                  <a:pt x="1093587" y="129530"/>
                  <a:pt x="1095008" y="133511"/>
                  <a:pt x="1097131" y="137320"/>
                </a:cubicBezTo>
                <a:lnTo>
                  <a:pt x="1079521" y="137320"/>
                </a:lnTo>
                <a:cubicBezTo>
                  <a:pt x="1077773" y="133819"/>
                  <a:pt x="1076649" y="129725"/>
                  <a:pt x="1076149" y="125038"/>
                </a:cubicBezTo>
                <a:moveTo>
                  <a:pt x="1074744" y="87301"/>
                </a:moveTo>
                <a:cubicBezTo>
                  <a:pt x="1068624" y="89820"/>
                  <a:pt x="1059445" y="91961"/>
                  <a:pt x="1047205" y="93723"/>
                </a:cubicBezTo>
                <a:cubicBezTo>
                  <a:pt x="1040273" y="94726"/>
                  <a:pt x="1035371" y="95855"/>
                  <a:pt x="1032499" y="97110"/>
                </a:cubicBezTo>
                <a:cubicBezTo>
                  <a:pt x="1029626" y="98362"/>
                  <a:pt x="1027409" y="100197"/>
                  <a:pt x="1025848" y="102613"/>
                </a:cubicBezTo>
                <a:cubicBezTo>
                  <a:pt x="1024287" y="105027"/>
                  <a:pt x="1023506" y="107707"/>
                  <a:pt x="1023506" y="110654"/>
                </a:cubicBezTo>
                <a:cubicBezTo>
                  <a:pt x="1023506" y="115167"/>
                  <a:pt x="1025208" y="118930"/>
                  <a:pt x="1028612" y="121941"/>
                </a:cubicBezTo>
                <a:cubicBezTo>
                  <a:pt x="1032015" y="124950"/>
                  <a:pt x="1036995" y="126455"/>
                  <a:pt x="1043552" y="126455"/>
                </a:cubicBezTo>
                <a:cubicBezTo>
                  <a:pt x="1050046" y="126455"/>
                  <a:pt x="1055823" y="125027"/>
                  <a:pt x="1060881" y="122172"/>
                </a:cubicBezTo>
                <a:cubicBezTo>
                  <a:pt x="1065939" y="119317"/>
                  <a:pt x="1069655" y="115411"/>
                  <a:pt x="1072028" y="110455"/>
                </a:cubicBezTo>
                <a:cubicBezTo>
                  <a:pt x="1073839" y="106626"/>
                  <a:pt x="1074744" y="100978"/>
                  <a:pt x="1074744" y="93512"/>
                </a:cubicBezTo>
                <a:lnTo>
                  <a:pt x="1074744" y="87301"/>
                </a:lnTo>
                <a:close/>
                <a:moveTo>
                  <a:pt x="1117710" y="137320"/>
                </a:moveTo>
                <a:lnTo>
                  <a:pt x="1117710" y="37843"/>
                </a:lnTo>
                <a:lnTo>
                  <a:pt x="1132884" y="37843"/>
                </a:lnTo>
                <a:lnTo>
                  <a:pt x="1132884" y="52830"/>
                </a:lnTo>
                <a:cubicBezTo>
                  <a:pt x="1136756" y="45812"/>
                  <a:pt x="1140331" y="41186"/>
                  <a:pt x="1143609" y="38949"/>
                </a:cubicBezTo>
                <a:cubicBezTo>
                  <a:pt x="1146888" y="36713"/>
                  <a:pt x="1150494" y="35595"/>
                  <a:pt x="1154428" y="35595"/>
                </a:cubicBezTo>
                <a:cubicBezTo>
                  <a:pt x="1160111" y="35595"/>
                  <a:pt x="1165887" y="37398"/>
                  <a:pt x="1171757" y="41004"/>
                </a:cubicBezTo>
                <a:lnTo>
                  <a:pt x="1165950" y="56577"/>
                </a:lnTo>
                <a:cubicBezTo>
                  <a:pt x="1161828" y="54141"/>
                  <a:pt x="1157707" y="52924"/>
                  <a:pt x="1153585" y="52924"/>
                </a:cubicBezTo>
                <a:cubicBezTo>
                  <a:pt x="1149901" y="52924"/>
                  <a:pt x="1146591" y="54034"/>
                  <a:pt x="1143656" y="56255"/>
                </a:cubicBezTo>
                <a:cubicBezTo>
                  <a:pt x="1140721" y="58474"/>
                  <a:pt x="1138629" y="61552"/>
                  <a:pt x="1137380" y="65490"/>
                </a:cubicBezTo>
                <a:cubicBezTo>
                  <a:pt x="1135507" y="71491"/>
                  <a:pt x="1134570" y="78055"/>
                  <a:pt x="1134570" y="85181"/>
                </a:cubicBezTo>
                <a:lnTo>
                  <a:pt x="1134570" y="137320"/>
                </a:lnTo>
                <a:lnTo>
                  <a:pt x="1117710" y="137320"/>
                </a:lnTo>
                <a:close/>
                <a:moveTo>
                  <a:pt x="1181872" y="19483"/>
                </a:moveTo>
                <a:lnTo>
                  <a:pt x="1181872" y="0"/>
                </a:lnTo>
                <a:lnTo>
                  <a:pt x="1198733" y="0"/>
                </a:lnTo>
                <a:lnTo>
                  <a:pt x="1198733" y="19483"/>
                </a:lnTo>
                <a:lnTo>
                  <a:pt x="1181872" y="19483"/>
                </a:lnTo>
                <a:moveTo>
                  <a:pt x="1181872" y="137320"/>
                </a:moveTo>
                <a:lnTo>
                  <a:pt x="1181872" y="37843"/>
                </a:lnTo>
                <a:lnTo>
                  <a:pt x="1198733" y="37843"/>
                </a:lnTo>
                <a:lnTo>
                  <a:pt x="1198733" y="137320"/>
                </a:lnTo>
                <a:lnTo>
                  <a:pt x="1181872" y="137320"/>
                </a:lnTo>
                <a:close/>
                <a:moveTo>
                  <a:pt x="1261179" y="122427"/>
                </a:moveTo>
                <a:lnTo>
                  <a:pt x="1263614" y="137320"/>
                </a:lnTo>
                <a:cubicBezTo>
                  <a:pt x="1258868" y="138195"/>
                  <a:pt x="1254622" y="138632"/>
                  <a:pt x="1250875" y="138632"/>
                </a:cubicBezTo>
                <a:cubicBezTo>
                  <a:pt x="1244755" y="138632"/>
                  <a:pt x="1240009" y="137664"/>
                  <a:pt x="1236637" y="135728"/>
                </a:cubicBezTo>
                <a:cubicBezTo>
                  <a:pt x="1233265" y="133792"/>
                  <a:pt x="1230892" y="131247"/>
                  <a:pt x="1229518" y="128094"/>
                </a:cubicBezTo>
                <a:cubicBezTo>
                  <a:pt x="1228144" y="124940"/>
                  <a:pt x="1227457" y="118305"/>
                  <a:pt x="1227457" y="108189"/>
                </a:cubicBezTo>
                <a:lnTo>
                  <a:pt x="1227457" y="50957"/>
                </a:lnTo>
                <a:lnTo>
                  <a:pt x="1215093" y="50957"/>
                </a:lnTo>
                <a:lnTo>
                  <a:pt x="1215093" y="37843"/>
                </a:lnTo>
                <a:lnTo>
                  <a:pt x="1227457" y="37843"/>
                </a:lnTo>
                <a:lnTo>
                  <a:pt x="1227457" y="13140"/>
                </a:lnTo>
                <a:lnTo>
                  <a:pt x="1244224" y="2997"/>
                </a:lnTo>
                <a:lnTo>
                  <a:pt x="1244224" y="37843"/>
                </a:lnTo>
                <a:lnTo>
                  <a:pt x="1261179" y="37843"/>
                </a:lnTo>
                <a:lnTo>
                  <a:pt x="1261179" y="50957"/>
                </a:lnTo>
                <a:lnTo>
                  <a:pt x="1244224" y="50957"/>
                </a:lnTo>
                <a:lnTo>
                  <a:pt x="1244224" y="109126"/>
                </a:lnTo>
                <a:cubicBezTo>
                  <a:pt x="1244224" y="113934"/>
                  <a:pt x="1244521" y="117025"/>
                  <a:pt x="1245114" y="118399"/>
                </a:cubicBezTo>
                <a:cubicBezTo>
                  <a:pt x="1245708" y="119773"/>
                  <a:pt x="1246675" y="120866"/>
                  <a:pt x="1248018" y="121677"/>
                </a:cubicBezTo>
                <a:cubicBezTo>
                  <a:pt x="1249361" y="122489"/>
                  <a:pt x="1251281" y="122895"/>
                  <a:pt x="1253779" y="122895"/>
                </a:cubicBezTo>
                <a:cubicBezTo>
                  <a:pt x="1255652" y="122895"/>
                  <a:pt x="1258119" y="122739"/>
                  <a:pt x="1261179" y="122427"/>
                </a:cubicBezTo>
                <a:close/>
                <a:moveTo>
                  <a:pt x="1276948" y="175725"/>
                </a:moveTo>
                <a:lnTo>
                  <a:pt x="1275074" y="159895"/>
                </a:lnTo>
                <a:cubicBezTo>
                  <a:pt x="1278759" y="160894"/>
                  <a:pt x="1281975" y="161394"/>
                  <a:pt x="1284722" y="161394"/>
                </a:cubicBezTo>
                <a:cubicBezTo>
                  <a:pt x="1288469" y="161394"/>
                  <a:pt x="1291467" y="160761"/>
                  <a:pt x="1293715" y="159497"/>
                </a:cubicBezTo>
                <a:cubicBezTo>
                  <a:pt x="1295963" y="158234"/>
                  <a:pt x="1297805" y="156465"/>
                  <a:pt x="1299241" y="154190"/>
                </a:cubicBezTo>
                <a:cubicBezTo>
                  <a:pt x="1300303" y="152484"/>
                  <a:pt x="1302020" y="148252"/>
                  <a:pt x="1304393" y="141492"/>
                </a:cubicBezTo>
                <a:cubicBezTo>
                  <a:pt x="1304705" y="140543"/>
                  <a:pt x="1305205" y="139153"/>
                  <a:pt x="1305892" y="137320"/>
                </a:cubicBezTo>
                <a:lnTo>
                  <a:pt x="1268143" y="37843"/>
                </a:lnTo>
                <a:lnTo>
                  <a:pt x="1286315" y="37843"/>
                </a:lnTo>
                <a:lnTo>
                  <a:pt x="1307016" y="95315"/>
                </a:lnTo>
                <a:cubicBezTo>
                  <a:pt x="1309701" y="102606"/>
                  <a:pt x="1312105" y="110269"/>
                  <a:pt x="1314228" y="118305"/>
                </a:cubicBezTo>
                <a:cubicBezTo>
                  <a:pt x="1316164" y="110580"/>
                  <a:pt x="1318475" y="103041"/>
                  <a:pt x="1321160" y="95690"/>
                </a:cubicBezTo>
                <a:lnTo>
                  <a:pt x="1342423" y="37843"/>
                </a:lnTo>
                <a:lnTo>
                  <a:pt x="1359284" y="37843"/>
                </a:lnTo>
                <a:lnTo>
                  <a:pt x="1321441" y="139074"/>
                </a:lnTo>
                <a:cubicBezTo>
                  <a:pt x="1317382" y="150010"/>
                  <a:pt x="1314228" y="157539"/>
                  <a:pt x="1311980" y="161663"/>
                </a:cubicBezTo>
                <a:cubicBezTo>
                  <a:pt x="1308983" y="167225"/>
                  <a:pt x="1305548" y="171302"/>
                  <a:pt x="1301677" y="173896"/>
                </a:cubicBezTo>
                <a:cubicBezTo>
                  <a:pt x="1297805" y="176489"/>
                  <a:pt x="1293184" y="177786"/>
                  <a:pt x="1287813" y="177786"/>
                </a:cubicBezTo>
                <a:cubicBezTo>
                  <a:pt x="1284566" y="177786"/>
                  <a:pt x="1280944" y="177099"/>
                  <a:pt x="1276948" y="1757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Maximize">
            <a:extLst xmlns:a="http://schemas.openxmlformats.org/drawingml/2006/main">
              <a:ext uri="{FF2B5EF4-FFF2-40B4-BE49-F238E27FC236}">
                <a16:creationId xmlns:a16="http://schemas.microsoft.com/office/drawing/2014/main" id="{55B8BCF7-7956-4FA2-82CD-886A5BA2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94" y="3436427"/>
            <a:ext cx="832045" cy="139568"/>
          </a:xfrm>
          <a:custGeom xmlns:a="http://schemas.openxmlformats.org/drawingml/2006/main">
            <a:pathLst>
              <a:path w="832045" h="139568">
                <a:moveTo>
                  <a:pt x="0" y="137320"/>
                </a:moveTo>
                <a:lnTo>
                  <a:pt x="0" y="0"/>
                </a:lnTo>
                <a:lnTo>
                  <a:pt x="41496" y="0"/>
                </a:lnTo>
                <a:lnTo>
                  <a:pt x="66412" y="93670"/>
                </a:lnTo>
                <a:lnTo>
                  <a:pt x="91047" y="0"/>
                </a:lnTo>
                <a:lnTo>
                  <a:pt x="132637" y="0"/>
                </a:lnTo>
                <a:lnTo>
                  <a:pt x="132637" y="137320"/>
                </a:lnTo>
                <a:lnTo>
                  <a:pt x="106878" y="137320"/>
                </a:lnTo>
                <a:lnTo>
                  <a:pt x="106878" y="29225"/>
                </a:lnTo>
                <a:lnTo>
                  <a:pt x="79620" y="137320"/>
                </a:lnTo>
                <a:lnTo>
                  <a:pt x="52924" y="137320"/>
                </a:lnTo>
                <a:lnTo>
                  <a:pt x="25759" y="29225"/>
                </a:lnTo>
                <a:lnTo>
                  <a:pt x="25759" y="137320"/>
                </a:lnTo>
                <a:lnTo>
                  <a:pt x="0" y="137320"/>
                </a:lnTo>
                <a:close/>
                <a:moveTo>
                  <a:pt x="179658" y="68567"/>
                </a:moveTo>
                <a:lnTo>
                  <a:pt x="155772" y="64258"/>
                </a:lnTo>
                <a:cubicBezTo>
                  <a:pt x="158457" y="54514"/>
                  <a:pt x="163078" y="47301"/>
                  <a:pt x="169635" y="42620"/>
                </a:cubicBezTo>
                <a:cubicBezTo>
                  <a:pt x="176192" y="37936"/>
                  <a:pt x="185934" y="35595"/>
                  <a:pt x="198860" y="35595"/>
                </a:cubicBezTo>
                <a:cubicBezTo>
                  <a:pt x="210600" y="35595"/>
                  <a:pt x="219343" y="36984"/>
                  <a:pt x="225088" y="39763"/>
                </a:cubicBezTo>
                <a:cubicBezTo>
                  <a:pt x="230833" y="42542"/>
                  <a:pt x="234876" y="46070"/>
                  <a:pt x="237218" y="50348"/>
                </a:cubicBezTo>
                <a:cubicBezTo>
                  <a:pt x="239560" y="54625"/>
                  <a:pt x="240731" y="62478"/>
                  <a:pt x="240731" y="73906"/>
                </a:cubicBezTo>
                <a:lnTo>
                  <a:pt x="240450" y="104630"/>
                </a:lnTo>
                <a:cubicBezTo>
                  <a:pt x="240450" y="113372"/>
                  <a:pt x="240871" y="119820"/>
                  <a:pt x="241714" y="123972"/>
                </a:cubicBezTo>
                <a:cubicBezTo>
                  <a:pt x="242557" y="128125"/>
                  <a:pt x="244134" y="132574"/>
                  <a:pt x="246445" y="137320"/>
                </a:cubicBezTo>
                <a:lnTo>
                  <a:pt x="220404" y="137320"/>
                </a:lnTo>
                <a:cubicBezTo>
                  <a:pt x="219717" y="135572"/>
                  <a:pt x="218874" y="132980"/>
                  <a:pt x="217875" y="129546"/>
                </a:cubicBezTo>
                <a:cubicBezTo>
                  <a:pt x="217438" y="127985"/>
                  <a:pt x="217126" y="126954"/>
                  <a:pt x="216939" y="126455"/>
                </a:cubicBezTo>
                <a:cubicBezTo>
                  <a:pt x="212442" y="130826"/>
                  <a:pt x="207634" y="134104"/>
                  <a:pt x="202513" y="136290"/>
                </a:cubicBezTo>
                <a:cubicBezTo>
                  <a:pt x="197393" y="138476"/>
                  <a:pt x="191929" y="139568"/>
                  <a:pt x="186121" y="139568"/>
                </a:cubicBezTo>
                <a:cubicBezTo>
                  <a:pt x="175880" y="139568"/>
                  <a:pt x="167809" y="136801"/>
                  <a:pt x="161907" y="131267"/>
                </a:cubicBezTo>
                <a:cubicBezTo>
                  <a:pt x="156006" y="125733"/>
                  <a:pt x="153056" y="118737"/>
                  <a:pt x="153056" y="110279"/>
                </a:cubicBezTo>
                <a:cubicBezTo>
                  <a:pt x="153056" y="104682"/>
                  <a:pt x="154398" y="99692"/>
                  <a:pt x="157083" y="95309"/>
                </a:cubicBezTo>
                <a:cubicBezTo>
                  <a:pt x="159769" y="90924"/>
                  <a:pt x="163531" y="87566"/>
                  <a:pt x="168371" y="85234"/>
                </a:cubicBezTo>
                <a:cubicBezTo>
                  <a:pt x="173210" y="82902"/>
                  <a:pt x="180189" y="80866"/>
                  <a:pt x="189306" y="79125"/>
                </a:cubicBezTo>
                <a:cubicBezTo>
                  <a:pt x="201608" y="76824"/>
                  <a:pt x="210132" y="74678"/>
                  <a:pt x="214878" y="72688"/>
                </a:cubicBezTo>
                <a:lnTo>
                  <a:pt x="214878" y="70036"/>
                </a:lnTo>
                <a:cubicBezTo>
                  <a:pt x="214878" y="64921"/>
                  <a:pt x="213629" y="61275"/>
                  <a:pt x="211131" y="59097"/>
                </a:cubicBezTo>
                <a:cubicBezTo>
                  <a:pt x="208633" y="56917"/>
                  <a:pt x="203918" y="55827"/>
                  <a:pt x="196987" y="55827"/>
                </a:cubicBezTo>
                <a:cubicBezTo>
                  <a:pt x="192303" y="55827"/>
                  <a:pt x="188650" y="56770"/>
                  <a:pt x="186027" y="58655"/>
                </a:cubicBezTo>
                <a:cubicBezTo>
                  <a:pt x="183405" y="60538"/>
                  <a:pt x="181281" y="63842"/>
                  <a:pt x="179658" y="68567"/>
                </a:cubicBezTo>
                <a:moveTo>
                  <a:pt x="214878" y="89923"/>
                </a:moveTo>
                <a:cubicBezTo>
                  <a:pt x="211506" y="91034"/>
                  <a:pt x="206167" y="92361"/>
                  <a:pt x="198860" y="93904"/>
                </a:cubicBezTo>
                <a:cubicBezTo>
                  <a:pt x="191554" y="95446"/>
                  <a:pt x="186777" y="96957"/>
                  <a:pt x="184529" y="98439"/>
                </a:cubicBezTo>
                <a:cubicBezTo>
                  <a:pt x="181094" y="100845"/>
                  <a:pt x="179377" y="103899"/>
                  <a:pt x="179377" y="107601"/>
                </a:cubicBezTo>
                <a:cubicBezTo>
                  <a:pt x="179377" y="111242"/>
                  <a:pt x="180751" y="114390"/>
                  <a:pt x="183498" y="117044"/>
                </a:cubicBezTo>
                <a:cubicBezTo>
                  <a:pt x="186246" y="119696"/>
                  <a:pt x="189743" y="121022"/>
                  <a:pt x="193989" y="121022"/>
                </a:cubicBezTo>
                <a:cubicBezTo>
                  <a:pt x="198735" y="121022"/>
                  <a:pt x="203263" y="119479"/>
                  <a:pt x="207572" y="116394"/>
                </a:cubicBezTo>
                <a:cubicBezTo>
                  <a:pt x="210756" y="114050"/>
                  <a:pt x="212848" y="111181"/>
                  <a:pt x="213847" y="107785"/>
                </a:cubicBezTo>
                <a:cubicBezTo>
                  <a:pt x="214534" y="105564"/>
                  <a:pt x="214878" y="101338"/>
                  <a:pt x="214878" y="95107"/>
                </a:cubicBezTo>
                <a:lnTo>
                  <a:pt x="214878" y="89923"/>
                </a:lnTo>
                <a:close/>
                <a:moveTo>
                  <a:pt x="254003" y="137320"/>
                </a:moveTo>
                <a:lnTo>
                  <a:pt x="289878" y="86083"/>
                </a:lnTo>
                <a:lnTo>
                  <a:pt x="255501" y="37843"/>
                </a:lnTo>
                <a:lnTo>
                  <a:pt x="287630" y="37843"/>
                </a:lnTo>
                <a:lnTo>
                  <a:pt x="305240" y="65194"/>
                </a:lnTo>
                <a:lnTo>
                  <a:pt x="323787" y="37843"/>
                </a:lnTo>
                <a:lnTo>
                  <a:pt x="354698" y="37843"/>
                </a:lnTo>
                <a:lnTo>
                  <a:pt x="320977" y="84959"/>
                </a:lnTo>
                <a:lnTo>
                  <a:pt x="357789" y="137320"/>
                </a:lnTo>
                <a:lnTo>
                  <a:pt x="325473" y="137320"/>
                </a:lnTo>
                <a:lnTo>
                  <a:pt x="305240" y="106503"/>
                </a:lnTo>
                <a:lnTo>
                  <a:pt x="284820" y="137320"/>
                </a:lnTo>
                <a:lnTo>
                  <a:pt x="254003" y="137320"/>
                </a:lnTo>
                <a:close/>
                <a:moveTo>
                  <a:pt x="373309" y="24354"/>
                </a:moveTo>
                <a:lnTo>
                  <a:pt x="373309" y="0"/>
                </a:lnTo>
                <a:lnTo>
                  <a:pt x="399631" y="0"/>
                </a:lnTo>
                <a:lnTo>
                  <a:pt x="399631" y="24354"/>
                </a:lnTo>
                <a:lnTo>
                  <a:pt x="373309" y="24354"/>
                </a:lnTo>
                <a:moveTo>
                  <a:pt x="373309" y="137320"/>
                </a:moveTo>
                <a:lnTo>
                  <a:pt x="373309" y="37843"/>
                </a:lnTo>
                <a:lnTo>
                  <a:pt x="399631" y="37843"/>
                </a:lnTo>
                <a:lnTo>
                  <a:pt x="399631" y="137320"/>
                </a:lnTo>
                <a:lnTo>
                  <a:pt x="373309" y="137320"/>
                </a:lnTo>
                <a:close/>
                <a:moveTo>
                  <a:pt x="424673" y="37843"/>
                </a:moveTo>
                <a:lnTo>
                  <a:pt x="448933" y="37843"/>
                </a:lnTo>
                <a:lnTo>
                  <a:pt x="448933" y="51425"/>
                </a:lnTo>
                <a:cubicBezTo>
                  <a:pt x="457613" y="40871"/>
                  <a:pt x="467948" y="35595"/>
                  <a:pt x="479938" y="35595"/>
                </a:cubicBezTo>
                <a:cubicBezTo>
                  <a:pt x="486308" y="35595"/>
                  <a:pt x="491834" y="36912"/>
                  <a:pt x="496518" y="39546"/>
                </a:cubicBezTo>
                <a:cubicBezTo>
                  <a:pt x="501201" y="42181"/>
                  <a:pt x="505042" y="46165"/>
                  <a:pt x="508039" y="51498"/>
                </a:cubicBezTo>
                <a:cubicBezTo>
                  <a:pt x="512410" y="46165"/>
                  <a:pt x="517125" y="42181"/>
                  <a:pt x="522183" y="39546"/>
                </a:cubicBezTo>
                <a:cubicBezTo>
                  <a:pt x="527241" y="36912"/>
                  <a:pt x="532643" y="35595"/>
                  <a:pt x="538388" y="35595"/>
                </a:cubicBezTo>
                <a:cubicBezTo>
                  <a:pt x="545694" y="35595"/>
                  <a:pt x="551877" y="37078"/>
                  <a:pt x="556935" y="40044"/>
                </a:cubicBezTo>
                <a:cubicBezTo>
                  <a:pt x="561993" y="43010"/>
                  <a:pt x="565771" y="47366"/>
                  <a:pt x="568269" y="53111"/>
                </a:cubicBezTo>
                <a:cubicBezTo>
                  <a:pt x="570080" y="57357"/>
                  <a:pt x="570985" y="64226"/>
                  <a:pt x="570985" y="73718"/>
                </a:cubicBezTo>
                <a:lnTo>
                  <a:pt x="570985" y="137320"/>
                </a:lnTo>
                <a:lnTo>
                  <a:pt x="544664" y="137320"/>
                </a:lnTo>
                <a:lnTo>
                  <a:pt x="544664" y="80527"/>
                </a:lnTo>
                <a:cubicBezTo>
                  <a:pt x="544664" y="70672"/>
                  <a:pt x="543759" y="64310"/>
                  <a:pt x="541948" y="61442"/>
                </a:cubicBezTo>
                <a:cubicBezTo>
                  <a:pt x="539512" y="57699"/>
                  <a:pt x="535765" y="55827"/>
                  <a:pt x="530707" y="55827"/>
                </a:cubicBezTo>
                <a:cubicBezTo>
                  <a:pt x="527023" y="55827"/>
                  <a:pt x="523557" y="56950"/>
                  <a:pt x="520310" y="59197"/>
                </a:cubicBezTo>
                <a:cubicBezTo>
                  <a:pt x="517063" y="61441"/>
                  <a:pt x="514721" y="64731"/>
                  <a:pt x="513285" y="69067"/>
                </a:cubicBezTo>
                <a:cubicBezTo>
                  <a:pt x="511848" y="73401"/>
                  <a:pt x="511130" y="80247"/>
                  <a:pt x="511130" y="89604"/>
                </a:cubicBezTo>
                <a:lnTo>
                  <a:pt x="511130" y="137320"/>
                </a:lnTo>
                <a:lnTo>
                  <a:pt x="484809" y="137320"/>
                </a:lnTo>
                <a:lnTo>
                  <a:pt x="484809" y="82866"/>
                </a:lnTo>
                <a:cubicBezTo>
                  <a:pt x="484809" y="73198"/>
                  <a:pt x="484340" y="66961"/>
                  <a:pt x="483404" y="64155"/>
                </a:cubicBezTo>
                <a:cubicBezTo>
                  <a:pt x="482467" y="61347"/>
                  <a:pt x="481015" y="59257"/>
                  <a:pt x="479048" y="57885"/>
                </a:cubicBezTo>
                <a:cubicBezTo>
                  <a:pt x="477081" y="56513"/>
                  <a:pt x="474411" y="55827"/>
                  <a:pt x="471039" y="55827"/>
                </a:cubicBezTo>
                <a:cubicBezTo>
                  <a:pt x="466980" y="55827"/>
                  <a:pt x="463327" y="56919"/>
                  <a:pt x="460080" y="59103"/>
                </a:cubicBezTo>
                <a:cubicBezTo>
                  <a:pt x="456833" y="61285"/>
                  <a:pt x="454507" y="64434"/>
                  <a:pt x="453102" y="68552"/>
                </a:cubicBezTo>
                <a:cubicBezTo>
                  <a:pt x="451696" y="72669"/>
                  <a:pt x="450994" y="79500"/>
                  <a:pt x="450994" y="89042"/>
                </a:cubicBezTo>
                <a:lnTo>
                  <a:pt x="450994" y="137320"/>
                </a:lnTo>
                <a:lnTo>
                  <a:pt x="424673" y="137320"/>
                </a:lnTo>
                <a:lnTo>
                  <a:pt x="424673" y="37843"/>
                </a:lnTo>
                <a:close/>
                <a:moveTo>
                  <a:pt x="597182" y="24354"/>
                </a:moveTo>
                <a:lnTo>
                  <a:pt x="597182" y="0"/>
                </a:lnTo>
                <a:lnTo>
                  <a:pt x="623504" y="0"/>
                </a:lnTo>
                <a:lnTo>
                  <a:pt x="623504" y="24354"/>
                </a:lnTo>
                <a:lnTo>
                  <a:pt x="597182" y="24354"/>
                </a:lnTo>
                <a:moveTo>
                  <a:pt x="597182" y="137320"/>
                </a:moveTo>
                <a:lnTo>
                  <a:pt x="597182" y="37843"/>
                </a:lnTo>
                <a:lnTo>
                  <a:pt x="623504" y="37843"/>
                </a:lnTo>
                <a:lnTo>
                  <a:pt x="623504" y="137320"/>
                </a:lnTo>
                <a:lnTo>
                  <a:pt x="597182" y="137320"/>
                </a:lnTo>
                <a:close/>
                <a:moveTo>
                  <a:pt x="639928" y="137320"/>
                </a:moveTo>
                <a:lnTo>
                  <a:pt x="639928" y="116526"/>
                </a:lnTo>
                <a:lnTo>
                  <a:pt x="677209" y="73996"/>
                </a:lnTo>
                <a:cubicBezTo>
                  <a:pt x="683329" y="67047"/>
                  <a:pt x="687856" y="62115"/>
                  <a:pt x="690791" y="59200"/>
                </a:cubicBezTo>
                <a:cubicBezTo>
                  <a:pt x="687731" y="59387"/>
                  <a:pt x="683703" y="59512"/>
                  <a:pt x="678707" y="59574"/>
                </a:cubicBezTo>
                <a:lnTo>
                  <a:pt x="643581" y="59762"/>
                </a:lnTo>
                <a:lnTo>
                  <a:pt x="643581" y="37843"/>
                </a:lnTo>
                <a:lnTo>
                  <a:pt x="725824" y="37843"/>
                </a:lnTo>
                <a:lnTo>
                  <a:pt x="725824" y="56577"/>
                </a:lnTo>
                <a:lnTo>
                  <a:pt x="687794" y="100204"/>
                </a:lnTo>
                <a:lnTo>
                  <a:pt x="674399" y="114652"/>
                </a:lnTo>
                <a:cubicBezTo>
                  <a:pt x="681705" y="114278"/>
                  <a:pt x="686232" y="114090"/>
                  <a:pt x="687981" y="114090"/>
                </a:cubicBezTo>
                <a:lnTo>
                  <a:pt x="728727" y="114090"/>
                </a:lnTo>
                <a:lnTo>
                  <a:pt x="728727" y="137320"/>
                </a:lnTo>
                <a:lnTo>
                  <a:pt x="639928" y="137320"/>
                </a:lnTo>
                <a:close/>
                <a:moveTo>
                  <a:pt x="804038" y="105660"/>
                </a:moveTo>
                <a:lnTo>
                  <a:pt x="830266" y="110156"/>
                </a:lnTo>
                <a:cubicBezTo>
                  <a:pt x="826894" y="119742"/>
                  <a:pt x="821570" y="127040"/>
                  <a:pt x="814295" y="132051"/>
                </a:cubicBezTo>
                <a:cubicBezTo>
                  <a:pt x="807020" y="137063"/>
                  <a:pt x="797918" y="139568"/>
                  <a:pt x="786990" y="139568"/>
                </a:cubicBezTo>
                <a:cubicBezTo>
                  <a:pt x="769692" y="139568"/>
                  <a:pt x="756891" y="133917"/>
                  <a:pt x="748585" y="122614"/>
                </a:cubicBezTo>
                <a:cubicBezTo>
                  <a:pt x="742028" y="113559"/>
                  <a:pt x="738750" y="102132"/>
                  <a:pt x="738750" y="88331"/>
                </a:cubicBezTo>
                <a:cubicBezTo>
                  <a:pt x="738750" y="71845"/>
                  <a:pt x="743059" y="58934"/>
                  <a:pt x="751676" y="49598"/>
                </a:cubicBezTo>
                <a:cubicBezTo>
                  <a:pt x="760294" y="40263"/>
                  <a:pt x="771191" y="35595"/>
                  <a:pt x="784367" y="35595"/>
                </a:cubicBezTo>
                <a:cubicBezTo>
                  <a:pt x="799167" y="35595"/>
                  <a:pt x="810845" y="40481"/>
                  <a:pt x="819400" y="50254"/>
                </a:cubicBezTo>
                <a:cubicBezTo>
                  <a:pt x="827955" y="60027"/>
                  <a:pt x="832045" y="74999"/>
                  <a:pt x="831671" y="95169"/>
                </a:cubicBezTo>
                <a:lnTo>
                  <a:pt x="765727" y="95169"/>
                </a:lnTo>
                <a:cubicBezTo>
                  <a:pt x="765914" y="102975"/>
                  <a:pt x="768038" y="109048"/>
                  <a:pt x="772097" y="113388"/>
                </a:cubicBezTo>
                <a:cubicBezTo>
                  <a:pt x="776156" y="117728"/>
                  <a:pt x="781214" y="119898"/>
                  <a:pt x="787271" y="119898"/>
                </a:cubicBezTo>
                <a:cubicBezTo>
                  <a:pt x="791393" y="119898"/>
                  <a:pt x="794858" y="118774"/>
                  <a:pt x="797669" y="116526"/>
                </a:cubicBezTo>
                <a:cubicBezTo>
                  <a:pt x="800479" y="114278"/>
                  <a:pt x="802602" y="110656"/>
                  <a:pt x="804038" y="105660"/>
                </a:cubicBezTo>
                <a:moveTo>
                  <a:pt x="805537" y="79058"/>
                </a:moveTo>
                <a:cubicBezTo>
                  <a:pt x="805349" y="71470"/>
                  <a:pt x="803382" y="65702"/>
                  <a:pt x="799636" y="61752"/>
                </a:cubicBezTo>
                <a:cubicBezTo>
                  <a:pt x="795889" y="57802"/>
                  <a:pt x="791330" y="55827"/>
                  <a:pt x="785960" y="55827"/>
                </a:cubicBezTo>
                <a:cubicBezTo>
                  <a:pt x="780215" y="55827"/>
                  <a:pt x="775469" y="57911"/>
                  <a:pt x="771722" y="62077"/>
                </a:cubicBezTo>
                <a:cubicBezTo>
                  <a:pt x="767975" y="66245"/>
                  <a:pt x="766133" y="71905"/>
                  <a:pt x="766195" y="79058"/>
                </a:cubicBezTo>
                <a:lnTo>
                  <a:pt x="805537" y="79058"/>
                </a:lnTo>
                <a:close/>
              </a:path>
            </a:pathLst>
          </a:custGeom>
          <a:solidFill xmlns:a="http://schemas.openxmlformats.org/drawingml/2006/main">
            <a:srgbClr val="145A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acrossstories">
            <a:extLst xmlns:a="http://schemas.openxmlformats.org/drawingml/2006/main">
              <a:ext uri="{FF2B5EF4-FFF2-40B4-BE49-F238E27FC236}">
                <a16:creationId xmlns:a16="http://schemas.microsoft.com/office/drawing/2014/main" id="{A08F3F44-F74F-4256-81A3-44D52896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07" y="3663143"/>
            <a:ext cx="1168915" cy="139568"/>
          </a:xfrm>
          <a:custGeom xmlns:a="http://schemas.openxmlformats.org/drawingml/2006/main">
            <a:pathLst>
              <a:path w="1168915" h="139568">
                <a:moveTo>
                  <a:pt x="70627" y="125038"/>
                </a:moveTo>
                <a:cubicBezTo>
                  <a:pt x="64383" y="130350"/>
                  <a:pt x="58372" y="134100"/>
                  <a:pt x="52596" y="136287"/>
                </a:cubicBezTo>
                <a:cubicBezTo>
                  <a:pt x="46819" y="138475"/>
                  <a:pt x="40622" y="139568"/>
                  <a:pt x="34002" y="139568"/>
                </a:cubicBezTo>
                <a:cubicBezTo>
                  <a:pt x="23074" y="139568"/>
                  <a:pt x="14675" y="136897"/>
                  <a:pt x="8805" y="131554"/>
                </a:cubicBezTo>
                <a:cubicBezTo>
                  <a:pt x="2935" y="126211"/>
                  <a:pt x="0" y="119384"/>
                  <a:pt x="0" y="111072"/>
                </a:cubicBezTo>
                <a:cubicBezTo>
                  <a:pt x="0" y="106199"/>
                  <a:pt x="1108" y="101748"/>
                  <a:pt x="3325" y="97718"/>
                </a:cubicBezTo>
                <a:cubicBezTo>
                  <a:pt x="5542" y="93687"/>
                  <a:pt x="8446" y="90452"/>
                  <a:pt x="12037" y="88015"/>
                </a:cubicBezTo>
                <a:cubicBezTo>
                  <a:pt x="15627" y="85577"/>
                  <a:pt x="19671" y="83734"/>
                  <a:pt x="24167" y="82485"/>
                </a:cubicBezTo>
                <a:cubicBezTo>
                  <a:pt x="27477" y="81609"/>
                  <a:pt x="32472" y="80765"/>
                  <a:pt x="39154" y="79953"/>
                </a:cubicBezTo>
                <a:cubicBezTo>
                  <a:pt x="52767" y="78341"/>
                  <a:pt x="62790" y="76419"/>
                  <a:pt x="69222" y="74187"/>
                </a:cubicBezTo>
                <a:cubicBezTo>
                  <a:pt x="69285" y="71886"/>
                  <a:pt x="69316" y="70424"/>
                  <a:pt x="69316" y="69802"/>
                </a:cubicBezTo>
                <a:cubicBezTo>
                  <a:pt x="69316" y="62958"/>
                  <a:pt x="67723" y="58137"/>
                  <a:pt x="64539" y="55339"/>
                </a:cubicBezTo>
                <a:cubicBezTo>
                  <a:pt x="60230" y="51543"/>
                  <a:pt x="53829" y="49645"/>
                  <a:pt x="45336" y="49645"/>
                </a:cubicBezTo>
                <a:cubicBezTo>
                  <a:pt x="37406" y="49645"/>
                  <a:pt x="31551" y="51035"/>
                  <a:pt x="27773" y="53813"/>
                </a:cubicBezTo>
                <a:cubicBezTo>
                  <a:pt x="23995" y="56592"/>
                  <a:pt x="21201" y="61510"/>
                  <a:pt x="19390" y="68567"/>
                </a:cubicBezTo>
                <a:lnTo>
                  <a:pt x="2904" y="66318"/>
                </a:lnTo>
                <a:cubicBezTo>
                  <a:pt x="4402" y="59240"/>
                  <a:pt x="6869" y="53525"/>
                  <a:pt x="10304" y="49171"/>
                </a:cubicBezTo>
                <a:cubicBezTo>
                  <a:pt x="13738" y="44817"/>
                  <a:pt x="18703" y="41467"/>
                  <a:pt x="25197" y="39119"/>
                </a:cubicBezTo>
                <a:cubicBezTo>
                  <a:pt x="31692" y="36769"/>
                  <a:pt x="39217" y="35595"/>
                  <a:pt x="47772" y="35595"/>
                </a:cubicBezTo>
                <a:cubicBezTo>
                  <a:pt x="56265" y="35595"/>
                  <a:pt x="63165" y="36594"/>
                  <a:pt x="68473" y="38592"/>
                </a:cubicBezTo>
                <a:cubicBezTo>
                  <a:pt x="73781" y="40590"/>
                  <a:pt x="77684" y="43104"/>
                  <a:pt x="80182" y="46133"/>
                </a:cubicBezTo>
                <a:cubicBezTo>
                  <a:pt x="82679" y="49161"/>
                  <a:pt x="84428" y="52986"/>
                  <a:pt x="85427" y="57607"/>
                </a:cubicBezTo>
                <a:cubicBezTo>
                  <a:pt x="85989" y="60480"/>
                  <a:pt x="86270" y="65663"/>
                  <a:pt x="86270" y="73156"/>
                </a:cubicBezTo>
                <a:lnTo>
                  <a:pt x="86270" y="95637"/>
                </a:lnTo>
                <a:cubicBezTo>
                  <a:pt x="86270" y="111311"/>
                  <a:pt x="86629" y="121225"/>
                  <a:pt x="87347" y="125377"/>
                </a:cubicBezTo>
                <a:cubicBezTo>
                  <a:pt x="88066" y="129530"/>
                  <a:pt x="89486" y="133511"/>
                  <a:pt x="91609" y="137320"/>
                </a:cubicBezTo>
                <a:lnTo>
                  <a:pt x="73999" y="137320"/>
                </a:lnTo>
                <a:cubicBezTo>
                  <a:pt x="72251" y="133819"/>
                  <a:pt x="71127" y="129725"/>
                  <a:pt x="70627" y="125038"/>
                </a:cubicBezTo>
                <a:moveTo>
                  <a:pt x="69222" y="87301"/>
                </a:moveTo>
                <a:cubicBezTo>
                  <a:pt x="63102" y="89820"/>
                  <a:pt x="53923" y="91961"/>
                  <a:pt x="41683" y="93723"/>
                </a:cubicBezTo>
                <a:cubicBezTo>
                  <a:pt x="34752" y="94726"/>
                  <a:pt x="29850" y="95855"/>
                  <a:pt x="26977" y="97110"/>
                </a:cubicBezTo>
                <a:cubicBezTo>
                  <a:pt x="24104" y="98362"/>
                  <a:pt x="21888" y="100197"/>
                  <a:pt x="20326" y="102613"/>
                </a:cubicBezTo>
                <a:cubicBezTo>
                  <a:pt x="18765" y="105027"/>
                  <a:pt x="17985" y="107707"/>
                  <a:pt x="17985" y="110654"/>
                </a:cubicBezTo>
                <a:cubicBezTo>
                  <a:pt x="17985" y="115167"/>
                  <a:pt x="19686" y="118930"/>
                  <a:pt x="23090" y="121941"/>
                </a:cubicBezTo>
                <a:cubicBezTo>
                  <a:pt x="26493" y="124950"/>
                  <a:pt x="31473" y="126455"/>
                  <a:pt x="38030" y="126455"/>
                </a:cubicBezTo>
                <a:cubicBezTo>
                  <a:pt x="44525" y="126455"/>
                  <a:pt x="50301" y="125027"/>
                  <a:pt x="55359" y="122172"/>
                </a:cubicBezTo>
                <a:cubicBezTo>
                  <a:pt x="60417" y="119317"/>
                  <a:pt x="64133" y="115411"/>
                  <a:pt x="66506" y="110455"/>
                </a:cubicBezTo>
                <a:cubicBezTo>
                  <a:pt x="68317" y="106626"/>
                  <a:pt x="69222" y="100978"/>
                  <a:pt x="69222" y="93512"/>
                </a:cubicBezTo>
                <a:lnTo>
                  <a:pt x="69222" y="87301"/>
                </a:lnTo>
                <a:close/>
                <a:moveTo>
                  <a:pt x="177288" y="100789"/>
                </a:moveTo>
                <a:lnTo>
                  <a:pt x="193868" y="102943"/>
                </a:lnTo>
                <a:cubicBezTo>
                  <a:pt x="192057" y="114400"/>
                  <a:pt x="187420" y="123369"/>
                  <a:pt x="179958" y="129850"/>
                </a:cubicBezTo>
                <a:cubicBezTo>
                  <a:pt x="172496" y="136329"/>
                  <a:pt x="163331" y="139568"/>
                  <a:pt x="152466" y="139568"/>
                </a:cubicBezTo>
                <a:cubicBezTo>
                  <a:pt x="138852" y="139568"/>
                  <a:pt x="127909" y="135119"/>
                  <a:pt x="119634" y="126220"/>
                </a:cubicBezTo>
                <a:cubicBezTo>
                  <a:pt x="111360" y="117322"/>
                  <a:pt x="107223" y="104567"/>
                  <a:pt x="107223" y="87956"/>
                </a:cubicBezTo>
                <a:cubicBezTo>
                  <a:pt x="107223" y="77215"/>
                  <a:pt x="109003" y="67817"/>
                  <a:pt x="112562" y="59762"/>
                </a:cubicBezTo>
                <a:cubicBezTo>
                  <a:pt x="116122" y="51706"/>
                  <a:pt x="121539" y="45664"/>
                  <a:pt x="128814" y="41636"/>
                </a:cubicBezTo>
                <a:cubicBezTo>
                  <a:pt x="136089" y="37609"/>
                  <a:pt x="144004" y="35595"/>
                  <a:pt x="152559" y="35595"/>
                </a:cubicBezTo>
                <a:cubicBezTo>
                  <a:pt x="163363" y="35595"/>
                  <a:pt x="172199" y="38335"/>
                  <a:pt x="179068" y="43817"/>
                </a:cubicBezTo>
                <a:cubicBezTo>
                  <a:pt x="185937" y="49297"/>
                  <a:pt x="190340" y="57078"/>
                  <a:pt x="192276" y="67161"/>
                </a:cubicBezTo>
                <a:lnTo>
                  <a:pt x="175883" y="69691"/>
                </a:lnTo>
                <a:cubicBezTo>
                  <a:pt x="174322" y="63040"/>
                  <a:pt x="171559" y="58036"/>
                  <a:pt x="167593" y="54680"/>
                </a:cubicBezTo>
                <a:cubicBezTo>
                  <a:pt x="163628" y="51323"/>
                  <a:pt x="158835" y="49645"/>
                  <a:pt x="153215" y="49645"/>
                </a:cubicBezTo>
                <a:cubicBezTo>
                  <a:pt x="144722" y="49645"/>
                  <a:pt x="137822" y="52675"/>
                  <a:pt x="132514" y="58734"/>
                </a:cubicBezTo>
                <a:cubicBezTo>
                  <a:pt x="127206" y="64791"/>
                  <a:pt x="124552" y="74376"/>
                  <a:pt x="124552" y="87488"/>
                </a:cubicBezTo>
                <a:cubicBezTo>
                  <a:pt x="124552" y="100787"/>
                  <a:pt x="127112" y="110451"/>
                  <a:pt x="132233" y="116479"/>
                </a:cubicBezTo>
                <a:cubicBezTo>
                  <a:pt x="137354" y="122505"/>
                  <a:pt x="144035" y="125518"/>
                  <a:pt x="152278" y="125518"/>
                </a:cubicBezTo>
                <a:cubicBezTo>
                  <a:pt x="158898" y="125518"/>
                  <a:pt x="164424" y="123496"/>
                  <a:pt x="168858" y="119453"/>
                </a:cubicBezTo>
                <a:cubicBezTo>
                  <a:pt x="173292" y="115409"/>
                  <a:pt x="176102" y="109188"/>
                  <a:pt x="177288" y="100789"/>
                </a:cubicBezTo>
                <a:close/>
                <a:moveTo>
                  <a:pt x="208106" y="137320"/>
                </a:moveTo>
                <a:lnTo>
                  <a:pt x="208106" y="37843"/>
                </a:lnTo>
                <a:lnTo>
                  <a:pt x="223280" y="37843"/>
                </a:lnTo>
                <a:lnTo>
                  <a:pt x="223280" y="52830"/>
                </a:lnTo>
                <a:cubicBezTo>
                  <a:pt x="227152" y="45812"/>
                  <a:pt x="230727" y="41186"/>
                  <a:pt x="234006" y="38949"/>
                </a:cubicBezTo>
                <a:cubicBezTo>
                  <a:pt x="237284" y="36713"/>
                  <a:pt x="240890" y="35595"/>
                  <a:pt x="244824" y="35595"/>
                </a:cubicBezTo>
                <a:cubicBezTo>
                  <a:pt x="250507" y="35595"/>
                  <a:pt x="256283" y="37398"/>
                  <a:pt x="262153" y="41004"/>
                </a:cubicBezTo>
                <a:lnTo>
                  <a:pt x="256346" y="56577"/>
                </a:lnTo>
                <a:cubicBezTo>
                  <a:pt x="252224" y="54141"/>
                  <a:pt x="248103" y="52924"/>
                  <a:pt x="243981" y="52924"/>
                </a:cubicBezTo>
                <a:cubicBezTo>
                  <a:pt x="240297" y="52924"/>
                  <a:pt x="236987" y="54034"/>
                  <a:pt x="234052" y="56255"/>
                </a:cubicBezTo>
                <a:cubicBezTo>
                  <a:pt x="231117" y="58474"/>
                  <a:pt x="229025" y="61552"/>
                  <a:pt x="227776" y="65490"/>
                </a:cubicBezTo>
                <a:cubicBezTo>
                  <a:pt x="225903" y="71491"/>
                  <a:pt x="224966" y="78055"/>
                  <a:pt x="224966" y="85181"/>
                </a:cubicBezTo>
                <a:lnTo>
                  <a:pt x="224966" y="137320"/>
                </a:lnTo>
                <a:lnTo>
                  <a:pt x="208106" y="137320"/>
                </a:lnTo>
                <a:close/>
                <a:moveTo>
                  <a:pt x="265899" y="87582"/>
                </a:moveTo>
                <a:cubicBezTo>
                  <a:pt x="265899" y="69160"/>
                  <a:pt x="271020" y="55515"/>
                  <a:pt x="281261" y="46648"/>
                </a:cubicBezTo>
                <a:cubicBezTo>
                  <a:pt x="289816" y="39279"/>
                  <a:pt x="300245" y="35595"/>
                  <a:pt x="312547" y="35595"/>
                </a:cubicBezTo>
                <a:cubicBezTo>
                  <a:pt x="326222" y="35595"/>
                  <a:pt x="337400" y="40075"/>
                  <a:pt x="346081" y="49036"/>
                </a:cubicBezTo>
                <a:cubicBezTo>
                  <a:pt x="354761" y="57997"/>
                  <a:pt x="359101" y="70377"/>
                  <a:pt x="359101" y="86177"/>
                </a:cubicBezTo>
                <a:cubicBezTo>
                  <a:pt x="359101" y="98978"/>
                  <a:pt x="357180" y="109048"/>
                  <a:pt x="353340" y="116385"/>
                </a:cubicBezTo>
                <a:cubicBezTo>
                  <a:pt x="349499" y="123723"/>
                  <a:pt x="343910" y="129421"/>
                  <a:pt x="336573" y="133480"/>
                </a:cubicBezTo>
                <a:cubicBezTo>
                  <a:pt x="329235" y="137539"/>
                  <a:pt x="321227" y="139568"/>
                  <a:pt x="312547" y="139568"/>
                </a:cubicBezTo>
                <a:cubicBezTo>
                  <a:pt x="298621" y="139568"/>
                  <a:pt x="287365" y="135104"/>
                  <a:pt x="278779" y="126174"/>
                </a:cubicBezTo>
                <a:cubicBezTo>
                  <a:pt x="270192" y="117244"/>
                  <a:pt x="265899" y="104380"/>
                  <a:pt x="265899" y="87582"/>
                </a:cubicBezTo>
                <a:moveTo>
                  <a:pt x="283228" y="87535"/>
                </a:moveTo>
                <a:cubicBezTo>
                  <a:pt x="283228" y="100227"/>
                  <a:pt x="286007" y="109731"/>
                  <a:pt x="291564" y="116046"/>
                </a:cubicBezTo>
                <a:cubicBezTo>
                  <a:pt x="297122" y="122360"/>
                  <a:pt x="304116" y="125518"/>
                  <a:pt x="312547" y="125518"/>
                </a:cubicBezTo>
                <a:cubicBezTo>
                  <a:pt x="320914" y="125518"/>
                  <a:pt x="327877" y="122345"/>
                  <a:pt x="333435" y="115999"/>
                </a:cubicBezTo>
                <a:cubicBezTo>
                  <a:pt x="338993" y="109653"/>
                  <a:pt x="341772" y="99978"/>
                  <a:pt x="341772" y="86976"/>
                </a:cubicBezTo>
                <a:cubicBezTo>
                  <a:pt x="341772" y="74719"/>
                  <a:pt x="338977" y="65432"/>
                  <a:pt x="333388" y="59118"/>
                </a:cubicBezTo>
                <a:cubicBezTo>
                  <a:pt x="327799" y="52803"/>
                  <a:pt x="320852" y="49645"/>
                  <a:pt x="312547" y="49645"/>
                </a:cubicBezTo>
                <a:cubicBezTo>
                  <a:pt x="304116" y="49645"/>
                  <a:pt x="297122" y="52787"/>
                  <a:pt x="291564" y="59071"/>
                </a:cubicBezTo>
                <a:cubicBezTo>
                  <a:pt x="286007" y="65354"/>
                  <a:pt x="283228" y="74842"/>
                  <a:pt x="283228" y="87535"/>
                </a:cubicBezTo>
                <a:close/>
                <a:moveTo>
                  <a:pt x="372091" y="107533"/>
                </a:moveTo>
                <a:lnTo>
                  <a:pt x="388765" y="104911"/>
                </a:lnTo>
                <a:cubicBezTo>
                  <a:pt x="389701" y="111563"/>
                  <a:pt x="392309" y="116661"/>
                  <a:pt x="396586" y="120205"/>
                </a:cubicBezTo>
                <a:cubicBezTo>
                  <a:pt x="400864" y="123747"/>
                  <a:pt x="406843" y="125518"/>
                  <a:pt x="414524" y="125518"/>
                </a:cubicBezTo>
                <a:cubicBezTo>
                  <a:pt x="422267" y="125518"/>
                  <a:pt x="428013" y="123954"/>
                  <a:pt x="431759" y="120826"/>
                </a:cubicBezTo>
                <a:cubicBezTo>
                  <a:pt x="435506" y="117696"/>
                  <a:pt x="437380" y="114025"/>
                  <a:pt x="437380" y="109814"/>
                </a:cubicBezTo>
                <a:cubicBezTo>
                  <a:pt x="437380" y="106034"/>
                  <a:pt x="435725" y="103060"/>
                  <a:pt x="432415" y="100891"/>
                </a:cubicBezTo>
                <a:cubicBezTo>
                  <a:pt x="430104" y="99404"/>
                  <a:pt x="424359" y="97514"/>
                  <a:pt x="415180" y="95222"/>
                </a:cubicBezTo>
                <a:cubicBezTo>
                  <a:pt x="402815" y="92097"/>
                  <a:pt x="394244" y="89394"/>
                  <a:pt x="389467" y="87113"/>
                </a:cubicBezTo>
                <a:cubicBezTo>
                  <a:pt x="384690" y="84832"/>
                  <a:pt x="381068" y="81675"/>
                  <a:pt x="378602" y="77644"/>
                </a:cubicBezTo>
                <a:cubicBezTo>
                  <a:pt x="376135" y="73612"/>
                  <a:pt x="374902" y="69159"/>
                  <a:pt x="374902" y="64284"/>
                </a:cubicBezTo>
                <a:cubicBezTo>
                  <a:pt x="374902" y="59846"/>
                  <a:pt x="375916" y="55737"/>
                  <a:pt x="377946" y="51955"/>
                </a:cubicBezTo>
                <a:cubicBezTo>
                  <a:pt x="379975" y="48173"/>
                  <a:pt x="382739" y="45032"/>
                  <a:pt x="386236" y="42532"/>
                </a:cubicBezTo>
                <a:cubicBezTo>
                  <a:pt x="388858" y="40594"/>
                  <a:pt x="392433" y="38954"/>
                  <a:pt x="396961" y="37611"/>
                </a:cubicBezTo>
                <a:cubicBezTo>
                  <a:pt x="401488" y="36267"/>
                  <a:pt x="406344" y="35595"/>
                  <a:pt x="411527" y="35595"/>
                </a:cubicBezTo>
                <a:cubicBezTo>
                  <a:pt x="419332" y="35595"/>
                  <a:pt x="426186" y="36726"/>
                  <a:pt x="432087" y="38990"/>
                </a:cubicBezTo>
                <a:cubicBezTo>
                  <a:pt x="437988" y="41252"/>
                  <a:pt x="442344" y="44317"/>
                  <a:pt x="445154" y="48184"/>
                </a:cubicBezTo>
                <a:cubicBezTo>
                  <a:pt x="447964" y="52050"/>
                  <a:pt x="449900" y="57221"/>
                  <a:pt x="450962" y="63696"/>
                </a:cubicBezTo>
                <a:lnTo>
                  <a:pt x="434476" y="65944"/>
                </a:lnTo>
                <a:cubicBezTo>
                  <a:pt x="433726" y="60823"/>
                  <a:pt x="431556" y="56827"/>
                  <a:pt x="427966" y="53954"/>
                </a:cubicBezTo>
                <a:cubicBezTo>
                  <a:pt x="424375" y="51081"/>
                  <a:pt x="419301" y="49645"/>
                  <a:pt x="412744" y="49645"/>
                </a:cubicBezTo>
                <a:cubicBezTo>
                  <a:pt x="405001" y="49645"/>
                  <a:pt x="399474" y="50919"/>
                  <a:pt x="396165" y="53468"/>
                </a:cubicBezTo>
                <a:cubicBezTo>
                  <a:pt x="392855" y="56015"/>
                  <a:pt x="391200" y="58998"/>
                  <a:pt x="391200" y="62416"/>
                </a:cubicBezTo>
                <a:cubicBezTo>
                  <a:pt x="391200" y="64590"/>
                  <a:pt x="391887" y="66548"/>
                  <a:pt x="393261" y="68288"/>
                </a:cubicBezTo>
                <a:cubicBezTo>
                  <a:pt x="394635" y="70090"/>
                  <a:pt x="396789" y="71581"/>
                  <a:pt x="399724" y="72761"/>
                </a:cubicBezTo>
                <a:cubicBezTo>
                  <a:pt x="401410" y="73384"/>
                  <a:pt x="406375" y="74813"/>
                  <a:pt x="414618" y="77050"/>
                </a:cubicBezTo>
                <a:cubicBezTo>
                  <a:pt x="426545" y="80232"/>
                  <a:pt x="434866" y="82838"/>
                  <a:pt x="439581" y="84865"/>
                </a:cubicBezTo>
                <a:cubicBezTo>
                  <a:pt x="444296" y="86893"/>
                  <a:pt x="447995" y="89841"/>
                  <a:pt x="450681" y="93711"/>
                </a:cubicBezTo>
                <a:cubicBezTo>
                  <a:pt x="453366" y="97579"/>
                  <a:pt x="454709" y="102382"/>
                  <a:pt x="454709" y="108122"/>
                </a:cubicBezTo>
                <a:cubicBezTo>
                  <a:pt x="454709" y="113738"/>
                  <a:pt x="453069" y="119026"/>
                  <a:pt x="449791" y="123987"/>
                </a:cubicBezTo>
                <a:cubicBezTo>
                  <a:pt x="446512" y="128946"/>
                  <a:pt x="441782" y="132782"/>
                  <a:pt x="435600" y="135497"/>
                </a:cubicBezTo>
                <a:cubicBezTo>
                  <a:pt x="429418" y="138211"/>
                  <a:pt x="422424" y="139568"/>
                  <a:pt x="414618" y="139568"/>
                </a:cubicBezTo>
                <a:cubicBezTo>
                  <a:pt x="401691" y="139568"/>
                  <a:pt x="391840" y="136875"/>
                  <a:pt x="385065" y="131489"/>
                </a:cubicBezTo>
                <a:cubicBezTo>
                  <a:pt x="378289" y="126103"/>
                  <a:pt x="373965" y="118118"/>
                  <a:pt x="372091" y="107533"/>
                </a:cubicBezTo>
                <a:close/>
                <a:moveTo>
                  <a:pt x="468010" y="107533"/>
                </a:moveTo>
                <a:lnTo>
                  <a:pt x="484683" y="104911"/>
                </a:lnTo>
                <a:cubicBezTo>
                  <a:pt x="485620" y="111563"/>
                  <a:pt x="488227" y="116661"/>
                  <a:pt x="492504" y="120205"/>
                </a:cubicBezTo>
                <a:cubicBezTo>
                  <a:pt x="496782" y="123747"/>
                  <a:pt x="502761" y="125518"/>
                  <a:pt x="510442" y="125518"/>
                </a:cubicBezTo>
                <a:cubicBezTo>
                  <a:pt x="518186" y="125518"/>
                  <a:pt x="523931" y="123954"/>
                  <a:pt x="527678" y="120826"/>
                </a:cubicBezTo>
                <a:cubicBezTo>
                  <a:pt x="531424" y="117696"/>
                  <a:pt x="533298" y="114025"/>
                  <a:pt x="533298" y="109814"/>
                </a:cubicBezTo>
                <a:cubicBezTo>
                  <a:pt x="533298" y="106034"/>
                  <a:pt x="531643" y="103060"/>
                  <a:pt x="528333" y="100891"/>
                </a:cubicBezTo>
                <a:cubicBezTo>
                  <a:pt x="526023" y="99404"/>
                  <a:pt x="520278" y="97514"/>
                  <a:pt x="511098" y="95222"/>
                </a:cubicBezTo>
                <a:cubicBezTo>
                  <a:pt x="498734" y="92097"/>
                  <a:pt x="490163" y="89394"/>
                  <a:pt x="485386" y="87113"/>
                </a:cubicBezTo>
                <a:cubicBezTo>
                  <a:pt x="480608" y="84832"/>
                  <a:pt x="476986" y="81675"/>
                  <a:pt x="474520" y="77644"/>
                </a:cubicBezTo>
                <a:cubicBezTo>
                  <a:pt x="472053" y="73612"/>
                  <a:pt x="470820" y="69159"/>
                  <a:pt x="470820" y="64284"/>
                </a:cubicBezTo>
                <a:cubicBezTo>
                  <a:pt x="470820" y="59846"/>
                  <a:pt x="471835" y="55737"/>
                  <a:pt x="473864" y="51955"/>
                </a:cubicBezTo>
                <a:cubicBezTo>
                  <a:pt x="475894" y="48173"/>
                  <a:pt x="478657" y="45032"/>
                  <a:pt x="482154" y="42532"/>
                </a:cubicBezTo>
                <a:cubicBezTo>
                  <a:pt x="484777" y="40594"/>
                  <a:pt x="488352" y="38954"/>
                  <a:pt x="492879" y="37611"/>
                </a:cubicBezTo>
                <a:cubicBezTo>
                  <a:pt x="497407" y="36267"/>
                  <a:pt x="502262" y="35595"/>
                  <a:pt x="507445" y="35595"/>
                </a:cubicBezTo>
                <a:cubicBezTo>
                  <a:pt x="515251" y="35595"/>
                  <a:pt x="522104" y="36726"/>
                  <a:pt x="528005" y="38990"/>
                </a:cubicBezTo>
                <a:cubicBezTo>
                  <a:pt x="533907" y="41252"/>
                  <a:pt x="538262" y="44317"/>
                  <a:pt x="541072" y="48184"/>
                </a:cubicBezTo>
                <a:cubicBezTo>
                  <a:pt x="543883" y="52050"/>
                  <a:pt x="545818" y="57221"/>
                  <a:pt x="546880" y="63696"/>
                </a:cubicBezTo>
                <a:lnTo>
                  <a:pt x="530394" y="65944"/>
                </a:lnTo>
                <a:cubicBezTo>
                  <a:pt x="529645" y="60823"/>
                  <a:pt x="527475" y="56827"/>
                  <a:pt x="523884" y="53954"/>
                </a:cubicBezTo>
                <a:cubicBezTo>
                  <a:pt x="520293" y="51081"/>
                  <a:pt x="515219" y="49645"/>
                  <a:pt x="508663" y="49645"/>
                </a:cubicBezTo>
                <a:cubicBezTo>
                  <a:pt x="500919" y="49645"/>
                  <a:pt x="495393" y="50919"/>
                  <a:pt x="492083" y="53468"/>
                </a:cubicBezTo>
                <a:cubicBezTo>
                  <a:pt x="488773" y="56015"/>
                  <a:pt x="487118" y="58998"/>
                  <a:pt x="487118" y="62416"/>
                </a:cubicBezTo>
                <a:cubicBezTo>
                  <a:pt x="487118" y="64590"/>
                  <a:pt x="487805" y="66548"/>
                  <a:pt x="489179" y="68288"/>
                </a:cubicBezTo>
                <a:cubicBezTo>
                  <a:pt x="490553" y="70090"/>
                  <a:pt x="492707" y="71581"/>
                  <a:pt x="495642" y="72761"/>
                </a:cubicBezTo>
                <a:cubicBezTo>
                  <a:pt x="497328" y="73384"/>
                  <a:pt x="502293" y="74813"/>
                  <a:pt x="510536" y="77050"/>
                </a:cubicBezTo>
                <a:cubicBezTo>
                  <a:pt x="522463" y="80232"/>
                  <a:pt x="530784" y="82838"/>
                  <a:pt x="535499" y="84865"/>
                </a:cubicBezTo>
                <a:cubicBezTo>
                  <a:pt x="540214" y="86893"/>
                  <a:pt x="543914" y="89841"/>
                  <a:pt x="546599" y="93711"/>
                </a:cubicBezTo>
                <a:cubicBezTo>
                  <a:pt x="549284" y="97579"/>
                  <a:pt x="550627" y="102382"/>
                  <a:pt x="550627" y="108122"/>
                </a:cubicBezTo>
                <a:cubicBezTo>
                  <a:pt x="550627" y="113738"/>
                  <a:pt x="548988" y="119026"/>
                  <a:pt x="545709" y="123987"/>
                </a:cubicBezTo>
                <a:cubicBezTo>
                  <a:pt x="542431" y="128946"/>
                  <a:pt x="537700" y="132782"/>
                  <a:pt x="531518" y="135497"/>
                </a:cubicBezTo>
                <a:cubicBezTo>
                  <a:pt x="525336" y="138211"/>
                  <a:pt x="518342" y="139568"/>
                  <a:pt x="510536" y="139568"/>
                </a:cubicBezTo>
                <a:cubicBezTo>
                  <a:pt x="497609" y="139568"/>
                  <a:pt x="487759" y="136875"/>
                  <a:pt x="480983" y="131489"/>
                </a:cubicBezTo>
                <a:cubicBezTo>
                  <a:pt x="474208" y="126103"/>
                  <a:pt x="469883" y="118118"/>
                  <a:pt x="468010" y="107533"/>
                </a:cubicBezTo>
                <a:close/>
                <a:moveTo>
                  <a:pt x="617258" y="107533"/>
                </a:moveTo>
                <a:lnTo>
                  <a:pt x="633932" y="104911"/>
                </a:lnTo>
                <a:cubicBezTo>
                  <a:pt x="634868" y="111563"/>
                  <a:pt x="637476" y="116661"/>
                  <a:pt x="641753" y="120205"/>
                </a:cubicBezTo>
                <a:cubicBezTo>
                  <a:pt x="646031" y="123747"/>
                  <a:pt x="652010" y="125518"/>
                  <a:pt x="659691" y="125518"/>
                </a:cubicBezTo>
                <a:cubicBezTo>
                  <a:pt x="667434" y="125518"/>
                  <a:pt x="673180" y="123954"/>
                  <a:pt x="676926" y="120826"/>
                </a:cubicBezTo>
                <a:cubicBezTo>
                  <a:pt x="680673" y="117696"/>
                  <a:pt x="682547" y="114025"/>
                  <a:pt x="682547" y="109814"/>
                </a:cubicBezTo>
                <a:cubicBezTo>
                  <a:pt x="682547" y="106034"/>
                  <a:pt x="680892" y="103060"/>
                  <a:pt x="677582" y="100891"/>
                </a:cubicBezTo>
                <a:cubicBezTo>
                  <a:pt x="675272" y="99404"/>
                  <a:pt x="669526" y="97514"/>
                  <a:pt x="660347" y="95222"/>
                </a:cubicBezTo>
                <a:cubicBezTo>
                  <a:pt x="647982" y="92097"/>
                  <a:pt x="639411" y="89394"/>
                  <a:pt x="634634" y="87113"/>
                </a:cubicBezTo>
                <a:cubicBezTo>
                  <a:pt x="629857" y="84832"/>
                  <a:pt x="626235" y="81675"/>
                  <a:pt x="623769" y="77644"/>
                </a:cubicBezTo>
                <a:cubicBezTo>
                  <a:pt x="621302" y="73612"/>
                  <a:pt x="620069" y="69159"/>
                  <a:pt x="620069" y="64284"/>
                </a:cubicBezTo>
                <a:cubicBezTo>
                  <a:pt x="620069" y="59846"/>
                  <a:pt x="621083" y="55737"/>
                  <a:pt x="623113" y="51955"/>
                </a:cubicBezTo>
                <a:cubicBezTo>
                  <a:pt x="625142" y="48173"/>
                  <a:pt x="627906" y="45032"/>
                  <a:pt x="631403" y="42532"/>
                </a:cubicBezTo>
                <a:cubicBezTo>
                  <a:pt x="634025" y="40594"/>
                  <a:pt x="637601" y="38954"/>
                  <a:pt x="642128" y="37611"/>
                </a:cubicBezTo>
                <a:cubicBezTo>
                  <a:pt x="646655" y="36267"/>
                  <a:pt x="651511" y="35595"/>
                  <a:pt x="656694" y="35595"/>
                </a:cubicBezTo>
                <a:cubicBezTo>
                  <a:pt x="664499" y="35595"/>
                  <a:pt x="671353" y="36726"/>
                  <a:pt x="677254" y="38990"/>
                </a:cubicBezTo>
                <a:cubicBezTo>
                  <a:pt x="683155" y="41252"/>
                  <a:pt x="687511" y="44317"/>
                  <a:pt x="690321" y="48184"/>
                </a:cubicBezTo>
                <a:cubicBezTo>
                  <a:pt x="693131" y="52050"/>
                  <a:pt x="695067" y="57221"/>
                  <a:pt x="696129" y="63696"/>
                </a:cubicBezTo>
                <a:lnTo>
                  <a:pt x="679643" y="65944"/>
                </a:lnTo>
                <a:cubicBezTo>
                  <a:pt x="678893" y="60823"/>
                  <a:pt x="676723" y="56827"/>
                  <a:pt x="673133" y="53954"/>
                </a:cubicBezTo>
                <a:cubicBezTo>
                  <a:pt x="669542" y="51081"/>
                  <a:pt x="664468" y="49645"/>
                  <a:pt x="657911" y="49645"/>
                </a:cubicBezTo>
                <a:cubicBezTo>
                  <a:pt x="650168" y="49645"/>
                  <a:pt x="644641" y="50919"/>
                  <a:pt x="641332" y="53468"/>
                </a:cubicBezTo>
                <a:cubicBezTo>
                  <a:pt x="638022" y="56015"/>
                  <a:pt x="636367" y="58998"/>
                  <a:pt x="636367" y="62416"/>
                </a:cubicBezTo>
                <a:cubicBezTo>
                  <a:pt x="636367" y="64590"/>
                  <a:pt x="637054" y="66548"/>
                  <a:pt x="638428" y="68288"/>
                </a:cubicBezTo>
                <a:cubicBezTo>
                  <a:pt x="639802" y="70090"/>
                  <a:pt x="641956" y="71581"/>
                  <a:pt x="644891" y="72761"/>
                </a:cubicBezTo>
                <a:cubicBezTo>
                  <a:pt x="646577" y="73384"/>
                  <a:pt x="651542" y="74813"/>
                  <a:pt x="659785" y="77050"/>
                </a:cubicBezTo>
                <a:cubicBezTo>
                  <a:pt x="671712" y="80232"/>
                  <a:pt x="680033" y="82838"/>
                  <a:pt x="684748" y="84865"/>
                </a:cubicBezTo>
                <a:cubicBezTo>
                  <a:pt x="689463" y="86893"/>
                  <a:pt x="693162" y="89841"/>
                  <a:pt x="695848" y="93711"/>
                </a:cubicBezTo>
                <a:cubicBezTo>
                  <a:pt x="698533" y="97579"/>
                  <a:pt x="699876" y="102382"/>
                  <a:pt x="699876" y="108122"/>
                </a:cubicBezTo>
                <a:cubicBezTo>
                  <a:pt x="699876" y="113738"/>
                  <a:pt x="698236" y="119026"/>
                  <a:pt x="694958" y="123987"/>
                </a:cubicBezTo>
                <a:cubicBezTo>
                  <a:pt x="691679" y="128946"/>
                  <a:pt x="686949" y="132782"/>
                  <a:pt x="680767" y="135497"/>
                </a:cubicBezTo>
                <a:cubicBezTo>
                  <a:pt x="674585" y="138211"/>
                  <a:pt x="667591" y="139568"/>
                  <a:pt x="659785" y="139568"/>
                </a:cubicBezTo>
                <a:cubicBezTo>
                  <a:pt x="646858" y="139568"/>
                  <a:pt x="637007" y="136875"/>
                  <a:pt x="630232" y="131489"/>
                </a:cubicBezTo>
                <a:cubicBezTo>
                  <a:pt x="623456" y="126103"/>
                  <a:pt x="619132" y="118118"/>
                  <a:pt x="617258" y="107533"/>
                </a:cubicBezTo>
                <a:close/>
                <a:moveTo>
                  <a:pt x="756733" y="122427"/>
                </a:moveTo>
                <a:lnTo>
                  <a:pt x="759169" y="137320"/>
                </a:lnTo>
                <a:cubicBezTo>
                  <a:pt x="754423" y="138195"/>
                  <a:pt x="750176" y="138632"/>
                  <a:pt x="746430" y="138632"/>
                </a:cubicBezTo>
                <a:cubicBezTo>
                  <a:pt x="740310" y="138632"/>
                  <a:pt x="735564" y="137664"/>
                  <a:pt x="732192" y="135728"/>
                </a:cubicBezTo>
                <a:cubicBezTo>
                  <a:pt x="728820" y="133792"/>
                  <a:pt x="726447" y="131247"/>
                  <a:pt x="725073" y="128094"/>
                </a:cubicBezTo>
                <a:cubicBezTo>
                  <a:pt x="723699" y="124940"/>
                  <a:pt x="723012" y="118305"/>
                  <a:pt x="723012" y="108189"/>
                </a:cubicBezTo>
                <a:lnTo>
                  <a:pt x="723012" y="50957"/>
                </a:lnTo>
                <a:lnTo>
                  <a:pt x="710648" y="50957"/>
                </a:lnTo>
                <a:lnTo>
                  <a:pt x="710648" y="37843"/>
                </a:lnTo>
                <a:lnTo>
                  <a:pt x="723012" y="37843"/>
                </a:lnTo>
                <a:lnTo>
                  <a:pt x="723012" y="13140"/>
                </a:lnTo>
                <a:lnTo>
                  <a:pt x="739779" y="2997"/>
                </a:lnTo>
                <a:lnTo>
                  <a:pt x="739779" y="37843"/>
                </a:lnTo>
                <a:lnTo>
                  <a:pt x="756733" y="37843"/>
                </a:lnTo>
                <a:lnTo>
                  <a:pt x="756733" y="50957"/>
                </a:lnTo>
                <a:lnTo>
                  <a:pt x="739779" y="50957"/>
                </a:lnTo>
                <a:lnTo>
                  <a:pt x="739779" y="109126"/>
                </a:lnTo>
                <a:cubicBezTo>
                  <a:pt x="739779" y="113934"/>
                  <a:pt x="740076" y="117025"/>
                  <a:pt x="740669" y="118399"/>
                </a:cubicBezTo>
                <a:cubicBezTo>
                  <a:pt x="741262" y="119773"/>
                  <a:pt x="742230" y="120866"/>
                  <a:pt x="743573" y="121677"/>
                </a:cubicBezTo>
                <a:cubicBezTo>
                  <a:pt x="744915" y="122489"/>
                  <a:pt x="746836" y="122895"/>
                  <a:pt x="749333" y="122895"/>
                </a:cubicBezTo>
                <a:cubicBezTo>
                  <a:pt x="751207" y="122895"/>
                  <a:pt x="753673" y="122739"/>
                  <a:pt x="756733" y="122427"/>
                </a:cubicBezTo>
                <a:close/>
                <a:moveTo>
                  <a:pt x="766976" y="87582"/>
                </a:moveTo>
                <a:cubicBezTo>
                  <a:pt x="766976" y="69160"/>
                  <a:pt x="772096" y="55515"/>
                  <a:pt x="782337" y="46648"/>
                </a:cubicBezTo>
                <a:cubicBezTo>
                  <a:pt x="790893" y="39279"/>
                  <a:pt x="801321" y="35595"/>
                  <a:pt x="813623" y="35595"/>
                </a:cubicBezTo>
                <a:cubicBezTo>
                  <a:pt x="827299" y="35595"/>
                  <a:pt x="838477" y="40075"/>
                  <a:pt x="847157" y="49036"/>
                </a:cubicBezTo>
                <a:cubicBezTo>
                  <a:pt x="855837" y="57997"/>
                  <a:pt x="860177" y="70377"/>
                  <a:pt x="860177" y="86177"/>
                </a:cubicBezTo>
                <a:cubicBezTo>
                  <a:pt x="860177" y="98978"/>
                  <a:pt x="858257" y="109048"/>
                  <a:pt x="854417" y="116385"/>
                </a:cubicBezTo>
                <a:cubicBezTo>
                  <a:pt x="850576" y="123723"/>
                  <a:pt x="844987" y="129421"/>
                  <a:pt x="837650" y="133480"/>
                </a:cubicBezTo>
                <a:cubicBezTo>
                  <a:pt x="830312" y="137539"/>
                  <a:pt x="822303" y="139568"/>
                  <a:pt x="813623" y="139568"/>
                </a:cubicBezTo>
                <a:cubicBezTo>
                  <a:pt x="799698" y="139568"/>
                  <a:pt x="788442" y="135104"/>
                  <a:pt x="779855" y="126174"/>
                </a:cubicBezTo>
                <a:cubicBezTo>
                  <a:pt x="771269" y="117244"/>
                  <a:pt x="766976" y="104380"/>
                  <a:pt x="766976" y="87582"/>
                </a:cubicBezTo>
                <a:moveTo>
                  <a:pt x="784304" y="87535"/>
                </a:moveTo>
                <a:cubicBezTo>
                  <a:pt x="784304" y="100227"/>
                  <a:pt x="787083" y="109731"/>
                  <a:pt x="792641" y="116046"/>
                </a:cubicBezTo>
                <a:cubicBezTo>
                  <a:pt x="798199" y="122360"/>
                  <a:pt x="805193" y="125518"/>
                  <a:pt x="813623" y="125518"/>
                </a:cubicBezTo>
                <a:cubicBezTo>
                  <a:pt x="821991" y="125518"/>
                  <a:pt x="828954" y="122345"/>
                  <a:pt x="834512" y="115999"/>
                </a:cubicBezTo>
                <a:cubicBezTo>
                  <a:pt x="840069" y="109653"/>
                  <a:pt x="842848" y="99978"/>
                  <a:pt x="842848" y="86976"/>
                </a:cubicBezTo>
                <a:cubicBezTo>
                  <a:pt x="842848" y="74719"/>
                  <a:pt x="840054" y="65432"/>
                  <a:pt x="834465" y="59118"/>
                </a:cubicBezTo>
                <a:cubicBezTo>
                  <a:pt x="828876" y="52803"/>
                  <a:pt x="821929" y="49645"/>
                  <a:pt x="813623" y="49645"/>
                </a:cubicBezTo>
                <a:cubicBezTo>
                  <a:pt x="805193" y="49645"/>
                  <a:pt x="798199" y="52787"/>
                  <a:pt x="792641" y="59071"/>
                </a:cubicBezTo>
                <a:cubicBezTo>
                  <a:pt x="787083" y="65354"/>
                  <a:pt x="784304" y="74842"/>
                  <a:pt x="784304" y="87535"/>
                </a:cubicBezTo>
                <a:close/>
                <a:moveTo>
                  <a:pt x="879725" y="137320"/>
                </a:moveTo>
                <a:lnTo>
                  <a:pt x="879725" y="37843"/>
                </a:lnTo>
                <a:lnTo>
                  <a:pt x="894900" y="37843"/>
                </a:lnTo>
                <a:lnTo>
                  <a:pt x="894900" y="52830"/>
                </a:lnTo>
                <a:cubicBezTo>
                  <a:pt x="898771" y="45812"/>
                  <a:pt x="902346" y="41186"/>
                  <a:pt x="905625" y="38949"/>
                </a:cubicBezTo>
                <a:cubicBezTo>
                  <a:pt x="908903" y="36713"/>
                  <a:pt x="912510" y="35595"/>
                  <a:pt x="916444" y="35595"/>
                </a:cubicBezTo>
                <a:cubicBezTo>
                  <a:pt x="922126" y="35595"/>
                  <a:pt x="927903" y="37398"/>
                  <a:pt x="933773" y="41004"/>
                </a:cubicBezTo>
                <a:lnTo>
                  <a:pt x="927965" y="56577"/>
                </a:lnTo>
                <a:cubicBezTo>
                  <a:pt x="923844" y="54141"/>
                  <a:pt x="919722" y="52924"/>
                  <a:pt x="915601" y="52924"/>
                </a:cubicBezTo>
                <a:cubicBezTo>
                  <a:pt x="911916" y="52924"/>
                  <a:pt x="908607" y="54034"/>
                  <a:pt x="905672" y="56255"/>
                </a:cubicBezTo>
                <a:cubicBezTo>
                  <a:pt x="902737" y="58474"/>
                  <a:pt x="900645" y="61552"/>
                  <a:pt x="899396" y="65490"/>
                </a:cubicBezTo>
                <a:cubicBezTo>
                  <a:pt x="897522" y="71491"/>
                  <a:pt x="896586" y="78055"/>
                  <a:pt x="896586" y="85181"/>
                </a:cubicBezTo>
                <a:lnTo>
                  <a:pt x="896586" y="137320"/>
                </a:lnTo>
                <a:lnTo>
                  <a:pt x="879725" y="137320"/>
                </a:lnTo>
                <a:close/>
                <a:moveTo>
                  <a:pt x="943888" y="19483"/>
                </a:moveTo>
                <a:lnTo>
                  <a:pt x="943888" y="0"/>
                </a:lnTo>
                <a:lnTo>
                  <a:pt x="960748" y="0"/>
                </a:lnTo>
                <a:lnTo>
                  <a:pt x="960748" y="19483"/>
                </a:lnTo>
                <a:lnTo>
                  <a:pt x="943888" y="19483"/>
                </a:lnTo>
                <a:moveTo>
                  <a:pt x="943888" y="137320"/>
                </a:moveTo>
                <a:lnTo>
                  <a:pt x="943888" y="37843"/>
                </a:lnTo>
                <a:lnTo>
                  <a:pt x="960748" y="37843"/>
                </a:lnTo>
                <a:lnTo>
                  <a:pt x="960748" y="137320"/>
                </a:lnTo>
                <a:lnTo>
                  <a:pt x="943888" y="137320"/>
                </a:lnTo>
                <a:close/>
                <a:moveTo>
                  <a:pt x="1054480" y="105285"/>
                </a:moveTo>
                <a:lnTo>
                  <a:pt x="1071902" y="107440"/>
                </a:lnTo>
                <a:cubicBezTo>
                  <a:pt x="1069155" y="117618"/>
                  <a:pt x="1064065" y="125518"/>
                  <a:pt x="1056634" y="131138"/>
                </a:cubicBezTo>
                <a:cubicBezTo>
                  <a:pt x="1049203" y="136758"/>
                  <a:pt x="1039711" y="139568"/>
                  <a:pt x="1028158" y="139568"/>
                </a:cubicBezTo>
                <a:cubicBezTo>
                  <a:pt x="1013608" y="139568"/>
                  <a:pt x="1002071" y="135088"/>
                  <a:pt x="993547" y="126127"/>
                </a:cubicBezTo>
                <a:cubicBezTo>
                  <a:pt x="985023" y="117166"/>
                  <a:pt x="980761" y="104598"/>
                  <a:pt x="980761" y="88425"/>
                </a:cubicBezTo>
                <a:cubicBezTo>
                  <a:pt x="980761" y="71689"/>
                  <a:pt x="985070" y="58700"/>
                  <a:pt x="993688" y="49458"/>
                </a:cubicBezTo>
                <a:cubicBezTo>
                  <a:pt x="1002306" y="40216"/>
                  <a:pt x="1013483" y="35595"/>
                  <a:pt x="1027222" y="35595"/>
                </a:cubicBezTo>
                <a:cubicBezTo>
                  <a:pt x="1040523" y="35595"/>
                  <a:pt x="1051389" y="40115"/>
                  <a:pt x="1059819" y="49156"/>
                </a:cubicBezTo>
                <a:cubicBezTo>
                  <a:pt x="1068249" y="58195"/>
                  <a:pt x="1072464" y="70913"/>
                  <a:pt x="1072464" y="87309"/>
                </a:cubicBezTo>
                <a:cubicBezTo>
                  <a:pt x="1072464" y="88307"/>
                  <a:pt x="1072433" y="89802"/>
                  <a:pt x="1072371" y="91797"/>
                </a:cubicBezTo>
                <a:lnTo>
                  <a:pt x="998184" y="91797"/>
                </a:lnTo>
                <a:cubicBezTo>
                  <a:pt x="998808" y="102694"/>
                  <a:pt x="1001900" y="111038"/>
                  <a:pt x="1007457" y="116830"/>
                </a:cubicBezTo>
                <a:cubicBezTo>
                  <a:pt x="1013015" y="122622"/>
                  <a:pt x="1019947" y="125518"/>
                  <a:pt x="1028252" y="125518"/>
                </a:cubicBezTo>
                <a:cubicBezTo>
                  <a:pt x="1034434" y="125518"/>
                  <a:pt x="1039711" y="123910"/>
                  <a:pt x="1044082" y="120694"/>
                </a:cubicBezTo>
                <a:cubicBezTo>
                  <a:pt x="1048454" y="117476"/>
                  <a:pt x="1051919" y="112340"/>
                  <a:pt x="1054480" y="105285"/>
                </a:cubicBezTo>
                <a:moveTo>
                  <a:pt x="999121" y="77746"/>
                </a:moveTo>
                <a:lnTo>
                  <a:pt x="1054667" y="77746"/>
                </a:lnTo>
                <a:cubicBezTo>
                  <a:pt x="1053918" y="69515"/>
                  <a:pt x="1051795" y="63341"/>
                  <a:pt x="1048298" y="59226"/>
                </a:cubicBezTo>
                <a:cubicBezTo>
                  <a:pt x="1042927" y="52839"/>
                  <a:pt x="1035964" y="49645"/>
                  <a:pt x="1027409" y="49645"/>
                </a:cubicBezTo>
                <a:cubicBezTo>
                  <a:pt x="1019666" y="49645"/>
                  <a:pt x="1013156" y="52195"/>
                  <a:pt x="1007879" y="57294"/>
                </a:cubicBezTo>
                <a:cubicBezTo>
                  <a:pt x="1002602" y="62391"/>
                  <a:pt x="999683" y="69209"/>
                  <a:pt x="999121" y="77746"/>
                </a:cubicBezTo>
                <a:close/>
                <a:moveTo>
                  <a:pt x="1086298" y="107533"/>
                </a:moveTo>
                <a:lnTo>
                  <a:pt x="1102972" y="104911"/>
                </a:lnTo>
                <a:cubicBezTo>
                  <a:pt x="1103908" y="111563"/>
                  <a:pt x="1106516" y="116661"/>
                  <a:pt x="1110793" y="120205"/>
                </a:cubicBezTo>
                <a:cubicBezTo>
                  <a:pt x="1115071" y="123747"/>
                  <a:pt x="1121050" y="125518"/>
                  <a:pt x="1128731" y="125518"/>
                </a:cubicBezTo>
                <a:cubicBezTo>
                  <a:pt x="1136474" y="125518"/>
                  <a:pt x="1142219" y="123954"/>
                  <a:pt x="1145966" y="120826"/>
                </a:cubicBezTo>
                <a:cubicBezTo>
                  <a:pt x="1149713" y="117696"/>
                  <a:pt x="1151586" y="114025"/>
                  <a:pt x="1151586" y="109814"/>
                </a:cubicBezTo>
                <a:cubicBezTo>
                  <a:pt x="1151586" y="106034"/>
                  <a:pt x="1149932" y="103060"/>
                  <a:pt x="1146622" y="100891"/>
                </a:cubicBezTo>
                <a:cubicBezTo>
                  <a:pt x="1144311" y="99404"/>
                  <a:pt x="1138566" y="97514"/>
                  <a:pt x="1129387" y="95222"/>
                </a:cubicBezTo>
                <a:cubicBezTo>
                  <a:pt x="1117022" y="92097"/>
                  <a:pt x="1108451" y="89394"/>
                  <a:pt x="1103674" y="87113"/>
                </a:cubicBezTo>
                <a:cubicBezTo>
                  <a:pt x="1098897" y="84832"/>
                  <a:pt x="1095275" y="81675"/>
                  <a:pt x="1092808" y="77644"/>
                </a:cubicBezTo>
                <a:cubicBezTo>
                  <a:pt x="1090342" y="73612"/>
                  <a:pt x="1089108" y="69159"/>
                  <a:pt x="1089108" y="64284"/>
                </a:cubicBezTo>
                <a:cubicBezTo>
                  <a:pt x="1089108" y="59846"/>
                  <a:pt x="1090123" y="55737"/>
                  <a:pt x="1092153" y="51955"/>
                </a:cubicBezTo>
                <a:cubicBezTo>
                  <a:pt x="1094182" y="48173"/>
                  <a:pt x="1096946" y="45032"/>
                  <a:pt x="1100443" y="42532"/>
                </a:cubicBezTo>
                <a:cubicBezTo>
                  <a:pt x="1103065" y="40594"/>
                  <a:pt x="1106640" y="38954"/>
                  <a:pt x="1111168" y="37611"/>
                </a:cubicBezTo>
                <a:cubicBezTo>
                  <a:pt x="1115695" y="36267"/>
                  <a:pt x="1120550" y="35595"/>
                  <a:pt x="1125734" y="35595"/>
                </a:cubicBezTo>
                <a:cubicBezTo>
                  <a:pt x="1133539" y="35595"/>
                  <a:pt x="1140393" y="36726"/>
                  <a:pt x="1146294" y="38990"/>
                </a:cubicBezTo>
                <a:cubicBezTo>
                  <a:pt x="1152195" y="41252"/>
                  <a:pt x="1156551" y="44317"/>
                  <a:pt x="1159361" y="48184"/>
                </a:cubicBezTo>
                <a:cubicBezTo>
                  <a:pt x="1162171" y="52050"/>
                  <a:pt x="1164107" y="57221"/>
                  <a:pt x="1165169" y="63696"/>
                </a:cubicBezTo>
                <a:lnTo>
                  <a:pt x="1148683" y="65944"/>
                </a:lnTo>
                <a:cubicBezTo>
                  <a:pt x="1147933" y="60823"/>
                  <a:pt x="1145763" y="56827"/>
                  <a:pt x="1142173" y="53954"/>
                </a:cubicBezTo>
                <a:cubicBezTo>
                  <a:pt x="1138582" y="51081"/>
                  <a:pt x="1133508" y="49645"/>
                  <a:pt x="1126951" y="49645"/>
                </a:cubicBezTo>
                <a:cubicBezTo>
                  <a:pt x="1119208" y="49645"/>
                  <a:pt x="1113681" y="50919"/>
                  <a:pt x="1110372" y="53468"/>
                </a:cubicBezTo>
                <a:cubicBezTo>
                  <a:pt x="1107062" y="56015"/>
                  <a:pt x="1105407" y="58998"/>
                  <a:pt x="1105407" y="62416"/>
                </a:cubicBezTo>
                <a:cubicBezTo>
                  <a:pt x="1105407" y="64590"/>
                  <a:pt x="1106094" y="66548"/>
                  <a:pt x="1107468" y="68288"/>
                </a:cubicBezTo>
                <a:cubicBezTo>
                  <a:pt x="1108842" y="70090"/>
                  <a:pt x="1110996" y="71581"/>
                  <a:pt x="1113931" y="72761"/>
                </a:cubicBezTo>
                <a:cubicBezTo>
                  <a:pt x="1115617" y="73384"/>
                  <a:pt x="1120582" y="74813"/>
                  <a:pt x="1128825" y="77050"/>
                </a:cubicBezTo>
                <a:cubicBezTo>
                  <a:pt x="1140752" y="80232"/>
                  <a:pt x="1149073" y="82838"/>
                  <a:pt x="1153788" y="84865"/>
                </a:cubicBezTo>
                <a:cubicBezTo>
                  <a:pt x="1158502" y="86893"/>
                  <a:pt x="1162202" y="89841"/>
                  <a:pt x="1164888" y="93711"/>
                </a:cubicBezTo>
                <a:cubicBezTo>
                  <a:pt x="1167573" y="97579"/>
                  <a:pt x="1168915" y="102382"/>
                  <a:pt x="1168915" y="108122"/>
                </a:cubicBezTo>
                <a:cubicBezTo>
                  <a:pt x="1168915" y="113738"/>
                  <a:pt x="1167276" y="119026"/>
                  <a:pt x="1163998" y="123987"/>
                </a:cubicBezTo>
                <a:cubicBezTo>
                  <a:pt x="1160719" y="128946"/>
                  <a:pt x="1155989" y="132782"/>
                  <a:pt x="1149807" y="135497"/>
                </a:cubicBezTo>
                <a:cubicBezTo>
                  <a:pt x="1143624" y="138211"/>
                  <a:pt x="1136630" y="139568"/>
                  <a:pt x="1128825" y="139568"/>
                </a:cubicBezTo>
                <a:cubicBezTo>
                  <a:pt x="1115898" y="139568"/>
                  <a:pt x="1106047" y="136875"/>
                  <a:pt x="1099272" y="131489"/>
                </a:cubicBezTo>
                <a:cubicBezTo>
                  <a:pt x="1092496" y="126103"/>
                  <a:pt x="1088172" y="118118"/>
                  <a:pt x="1086298" y="107533"/>
                </a:cubicBezTo>
                <a:close/>
              </a:path>
            </a:pathLst>
          </a:custGeom>
          <a:solidFill xmlns:a="http://schemas.openxmlformats.org/drawingml/2006/main">
            <a:srgbClr val="145A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onthebacklog">
            <a:extLst xmlns:a="http://schemas.openxmlformats.org/drawingml/2006/main">
              <a:ext uri="{FF2B5EF4-FFF2-40B4-BE49-F238E27FC236}">
                <a16:creationId xmlns:a16="http://schemas.microsoft.com/office/drawing/2014/main" id="{C12225B3-3DA8-476D-BCAE-B7727D68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87" y="3889858"/>
            <a:ext cx="1228531" cy="177786"/>
          </a:xfrm>
          <a:custGeom xmlns:a="http://schemas.openxmlformats.org/drawingml/2006/main">
            <a:pathLst>
              <a:path w="1228531" h="177786">
                <a:moveTo>
                  <a:pt x="0" y="87582"/>
                </a:moveTo>
                <a:cubicBezTo>
                  <a:pt x="0" y="69160"/>
                  <a:pt x="5121" y="55515"/>
                  <a:pt x="15362" y="46648"/>
                </a:cubicBezTo>
                <a:cubicBezTo>
                  <a:pt x="23917" y="39279"/>
                  <a:pt x="34346" y="35595"/>
                  <a:pt x="46648" y="35595"/>
                </a:cubicBezTo>
                <a:cubicBezTo>
                  <a:pt x="60324" y="35595"/>
                  <a:pt x="71502" y="40075"/>
                  <a:pt x="80182" y="49036"/>
                </a:cubicBezTo>
                <a:cubicBezTo>
                  <a:pt x="88862" y="57997"/>
                  <a:pt x="93202" y="70377"/>
                  <a:pt x="93202" y="86177"/>
                </a:cubicBezTo>
                <a:cubicBezTo>
                  <a:pt x="93202" y="98978"/>
                  <a:pt x="91282" y="109048"/>
                  <a:pt x="87441" y="116385"/>
                </a:cubicBezTo>
                <a:cubicBezTo>
                  <a:pt x="83601" y="123723"/>
                  <a:pt x="78012" y="129421"/>
                  <a:pt x="70674" y="133480"/>
                </a:cubicBezTo>
                <a:cubicBezTo>
                  <a:pt x="63337" y="137539"/>
                  <a:pt x="55328" y="139568"/>
                  <a:pt x="46648" y="139568"/>
                </a:cubicBezTo>
                <a:cubicBezTo>
                  <a:pt x="32722" y="139568"/>
                  <a:pt x="21466" y="135104"/>
                  <a:pt x="12880" y="126174"/>
                </a:cubicBezTo>
                <a:cubicBezTo>
                  <a:pt x="4293" y="117244"/>
                  <a:pt x="0" y="104380"/>
                  <a:pt x="0" y="87582"/>
                </a:cubicBezTo>
                <a:moveTo>
                  <a:pt x="17329" y="87535"/>
                </a:moveTo>
                <a:cubicBezTo>
                  <a:pt x="17329" y="100227"/>
                  <a:pt x="20108" y="109731"/>
                  <a:pt x="25666" y="116046"/>
                </a:cubicBezTo>
                <a:cubicBezTo>
                  <a:pt x="31223" y="122360"/>
                  <a:pt x="38217" y="125518"/>
                  <a:pt x="46648" y="125518"/>
                </a:cubicBezTo>
                <a:cubicBezTo>
                  <a:pt x="55016" y="125518"/>
                  <a:pt x="61978" y="122345"/>
                  <a:pt x="67536" y="115999"/>
                </a:cubicBezTo>
                <a:cubicBezTo>
                  <a:pt x="73094" y="109653"/>
                  <a:pt x="75873" y="99978"/>
                  <a:pt x="75873" y="86976"/>
                </a:cubicBezTo>
                <a:cubicBezTo>
                  <a:pt x="75873" y="74719"/>
                  <a:pt x="73078" y="65432"/>
                  <a:pt x="67489" y="59118"/>
                </a:cubicBezTo>
                <a:cubicBezTo>
                  <a:pt x="61900" y="52803"/>
                  <a:pt x="54953" y="49645"/>
                  <a:pt x="46648" y="49645"/>
                </a:cubicBezTo>
                <a:cubicBezTo>
                  <a:pt x="38217" y="49645"/>
                  <a:pt x="31223" y="52787"/>
                  <a:pt x="25666" y="59071"/>
                </a:cubicBezTo>
                <a:cubicBezTo>
                  <a:pt x="20108" y="65354"/>
                  <a:pt x="17329" y="74842"/>
                  <a:pt x="17329" y="87535"/>
                </a:cubicBezTo>
                <a:close/>
                <a:moveTo>
                  <a:pt x="112937" y="137320"/>
                </a:moveTo>
                <a:lnTo>
                  <a:pt x="112937" y="37843"/>
                </a:lnTo>
                <a:lnTo>
                  <a:pt x="128111" y="37843"/>
                </a:lnTo>
                <a:lnTo>
                  <a:pt x="128111" y="51893"/>
                </a:lnTo>
                <a:cubicBezTo>
                  <a:pt x="135418" y="41028"/>
                  <a:pt x="145971" y="35595"/>
                  <a:pt x="159772" y="35595"/>
                </a:cubicBezTo>
                <a:cubicBezTo>
                  <a:pt x="165767" y="35595"/>
                  <a:pt x="171278" y="36672"/>
                  <a:pt x="176305" y="38826"/>
                </a:cubicBezTo>
                <a:cubicBezTo>
                  <a:pt x="181332" y="40981"/>
                  <a:pt x="185094" y="43806"/>
                  <a:pt x="187592" y="47303"/>
                </a:cubicBezTo>
                <a:cubicBezTo>
                  <a:pt x="190090" y="50800"/>
                  <a:pt x="191838" y="54953"/>
                  <a:pt x="192838" y="59762"/>
                </a:cubicBezTo>
                <a:cubicBezTo>
                  <a:pt x="193462" y="62884"/>
                  <a:pt x="193774" y="68348"/>
                  <a:pt x="193774" y="76154"/>
                </a:cubicBezTo>
                <a:lnTo>
                  <a:pt x="193774" y="137320"/>
                </a:lnTo>
                <a:lnTo>
                  <a:pt x="176914" y="137320"/>
                </a:lnTo>
                <a:lnTo>
                  <a:pt x="176914" y="76745"/>
                </a:lnTo>
                <a:cubicBezTo>
                  <a:pt x="176914" y="69868"/>
                  <a:pt x="176258" y="64726"/>
                  <a:pt x="174947" y="61319"/>
                </a:cubicBezTo>
                <a:cubicBezTo>
                  <a:pt x="173635" y="57912"/>
                  <a:pt x="171309" y="55192"/>
                  <a:pt x="167968" y="53161"/>
                </a:cubicBezTo>
                <a:cubicBezTo>
                  <a:pt x="164627" y="51129"/>
                  <a:pt x="160709" y="50114"/>
                  <a:pt x="156213" y="50114"/>
                </a:cubicBezTo>
                <a:cubicBezTo>
                  <a:pt x="149031" y="50114"/>
                  <a:pt x="142833" y="52396"/>
                  <a:pt x="137619" y="56960"/>
                </a:cubicBezTo>
                <a:cubicBezTo>
                  <a:pt x="132405" y="61523"/>
                  <a:pt x="129798" y="70180"/>
                  <a:pt x="129798" y="82933"/>
                </a:cubicBezTo>
                <a:lnTo>
                  <a:pt x="129798" y="137320"/>
                </a:lnTo>
                <a:lnTo>
                  <a:pt x="112937" y="137320"/>
                </a:lnTo>
                <a:close/>
                <a:moveTo>
                  <a:pt x="309741" y="122427"/>
                </a:moveTo>
                <a:lnTo>
                  <a:pt x="312176" y="137320"/>
                </a:lnTo>
                <a:cubicBezTo>
                  <a:pt x="307430" y="138195"/>
                  <a:pt x="303184" y="138632"/>
                  <a:pt x="299437" y="138632"/>
                </a:cubicBezTo>
                <a:cubicBezTo>
                  <a:pt x="293317" y="138632"/>
                  <a:pt x="288571" y="137664"/>
                  <a:pt x="285199" y="135728"/>
                </a:cubicBezTo>
                <a:cubicBezTo>
                  <a:pt x="281827" y="133792"/>
                  <a:pt x="279454" y="131247"/>
                  <a:pt x="278080" y="128094"/>
                </a:cubicBezTo>
                <a:cubicBezTo>
                  <a:pt x="276707" y="124940"/>
                  <a:pt x="276020" y="118305"/>
                  <a:pt x="276020" y="108189"/>
                </a:cubicBezTo>
                <a:lnTo>
                  <a:pt x="276020" y="50957"/>
                </a:lnTo>
                <a:lnTo>
                  <a:pt x="263655" y="50957"/>
                </a:lnTo>
                <a:lnTo>
                  <a:pt x="263655" y="37843"/>
                </a:lnTo>
                <a:lnTo>
                  <a:pt x="276020" y="37843"/>
                </a:lnTo>
                <a:lnTo>
                  <a:pt x="276020" y="13140"/>
                </a:lnTo>
                <a:lnTo>
                  <a:pt x="292787" y="2997"/>
                </a:lnTo>
                <a:lnTo>
                  <a:pt x="292787" y="37843"/>
                </a:lnTo>
                <a:lnTo>
                  <a:pt x="309741" y="37843"/>
                </a:lnTo>
                <a:lnTo>
                  <a:pt x="309741" y="50957"/>
                </a:lnTo>
                <a:lnTo>
                  <a:pt x="292787" y="50957"/>
                </a:lnTo>
                <a:lnTo>
                  <a:pt x="292787" y="109126"/>
                </a:lnTo>
                <a:cubicBezTo>
                  <a:pt x="292787" y="113934"/>
                  <a:pt x="293083" y="117025"/>
                  <a:pt x="293676" y="118399"/>
                </a:cubicBezTo>
                <a:cubicBezTo>
                  <a:pt x="294270" y="119773"/>
                  <a:pt x="295238" y="120866"/>
                  <a:pt x="296580" y="121677"/>
                </a:cubicBezTo>
                <a:cubicBezTo>
                  <a:pt x="297923" y="122489"/>
                  <a:pt x="299843" y="122895"/>
                  <a:pt x="302341" y="122895"/>
                </a:cubicBezTo>
                <a:cubicBezTo>
                  <a:pt x="304214" y="122895"/>
                  <a:pt x="306681" y="122739"/>
                  <a:pt x="309741" y="122427"/>
                </a:cubicBezTo>
                <a:close/>
                <a:moveTo>
                  <a:pt x="326259" y="137320"/>
                </a:moveTo>
                <a:lnTo>
                  <a:pt x="326259" y="0"/>
                </a:lnTo>
                <a:lnTo>
                  <a:pt x="343120" y="0"/>
                </a:lnTo>
                <a:lnTo>
                  <a:pt x="343120" y="49270"/>
                </a:lnTo>
                <a:cubicBezTo>
                  <a:pt x="350988" y="40153"/>
                  <a:pt x="360917" y="35595"/>
                  <a:pt x="372907" y="35595"/>
                </a:cubicBezTo>
                <a:cubicBezTo>
                  <a:pt x="380275" y="35595"/>
                  <a:pt x="386676" y="37047"/>
                  <a:pt x="392109" y="39950"/>
                </a:cubicBezTo>
                <a:cubicBezTo>
                  <a:pt x="397542" y="42854"/>
                  <a:pt x="401429" y="46866"/>
                  <a:pt x="403771" y="51987"/>
                </a:cubicBezTo>
                <a:cubicBezTo>
                  <a:pt x="406113" y="57108"/>
                  <a:pt x="407284" y="64539"/>
                  <a:pt x="407284" y="74280"/>
                </a:cubicBezTo>
                <a:lnTo>
                  <a:pt x="407284" y="137320"/>
                </a:lnTo>
                <a:lnTo>
                  <a:pt x="390423" y="137320"/>
                </a:lnTo>
                <a:lnTo>
                  <a:pt x="390423" y="74280"/>
                </a:lnTo>
                <a:cubicBezTo>
                  <a:pt x="390423" y="65850"/>
                  <a:pt x="388596" y="59715"/>
                  <a:pt x="384943" y="55874"/>
                </a:cubicBezTo>
                <a:cubicBezTo>
                  <a:pt x="381290" y="52034"/>
                  <a:pt x="376123" y="50114"/>
                  <a:pt x="369441" y="50114"/>
                </a:cubicBezTo>
                <a:cubicBezTo>
                  <a:pt x="364445" y="50114"/>
                  <a:pt x="359746" y="51409"/>
                  <a:pt x="355344" y="54001"/>
                </a:cubicBezTo>
                <a:cubicBezTo>
                  <a:pt x="350941" y="56592"/>
                  <a:pt x="347803" y="60105"/>
                  <a:pt x="345930" y="64539"/>
                </a:cubicBezTo>
                <a:cubicBezTo>
                  <a:pt x="344056" y="68972"/>
                  <a:pt x="343120" y="75092"/>
                  <a:pt x="343120" y="82898"/>
                </a:cubicBezTo>
                <a:lnTo>
                  <a:pt x="343120" y="137320"/>
                </a:lnTo>
                <a:lnTo>
                  <a:pt x="326259" y="137320"/>
                </a:lnTo>
                <a:close/>
                <a:moveTo>
                  <a:pt x="501018" y="105285"/>
                </a:moveTo>
                <a:lnTo>
                  <a:pt x="518441" y="107440"/>
                </a:lnTo>
                <a:cubicBezTo>
                  <a:pt x="515693" y="117618"/>
                  <a:pt x="510604" y="125518"/>
                  <a:pt x="503173" y="131138"/>
                </a:cubicBezTo>
                <a:cubicBezTo>
                  <a:pt x="495741" y="136758"/>
                  <a:pt x="486250" y="139568"/>
                  <a:pt x="474697" y="139568"/>
                </a:cubicBezTo>
                <a:cubicBezTo>
                  <a:pt x="460147" y="139568"/>
                  <a:pt x="448610" y="135088"/>
                  <a:pt x="440086" y="126127"/>
                </a:cubicBezTo>
                <a:cubicBezTo>
                  <a:pt x="431562" y="117166"/>
                  <a:pt x="427300" y="104598"/>
                  <a:pt x="427300" y="88425"/>
                </a:cubicBezTo>
                <a:cubicBezTo>
                  <a:pt x="427300" y="71689"/>
                  <a:pt x="431609" y="58700"/>
                  <a:pt x="440226" y="49458"/>
                </a:cubicBezTo>
                <a:cubicBezTo>
                  <a:pt x="448844" y="40216"/>
                  <a:pt x="460022" y="35595"/>
                  <a:pt x="473760" y="35595"/>
                </a:cubicBezTo>
                <a:cubicBezTo>
                  <a:pt x="487061" y="35595"/>
                  <a:pt x="497927" y="40115"/>
                  <a:pt x="506357" y="49156"/>
                </a:cubicBezTo>
                <a:cubicBezTo>
                  <a:pt x="514788" y="58195"/>
                  <a:pt x="519003" y="70913"/>
                  <a:pt x="519003" y="87309"/>
                </a:cubicBezTo>
                <a:cubicBezTo>
                  <a:pt x="519003" y="88307"/>
                  <a:pt x="518972" y="89802"/>
                  <a:pt x="518909" y="91797"/>
                </a:cubicBezTo>
                <a:lnTo>
                  <a:pt x="444722" y="91797"/>
                </a:lnTo>
                <a:cubicBezTo>
                  <a:pt x="445347" y="102694"/>
                  <a:pt x="448438" y="111038"/>
                  <a:pt x="453996" y="116830"/>
                </a:cubicBezTo>
                <a:cubicBezTo>
                  <a:pt x="459554" y="122622"/>
                  <a:pt x="466485" y="125518"/>
                  <a:pt x="474791" y="125518"/>
                </a:cubicBezTo>
                <a:cubicBezTo>
                  <a:pt x="480973" y="125518"/>
                  <a:pt x="486250" y="123910"/>
                  <a:pt x="490621" y="120694"/>
                </a:cubicBezTo>
                <a:cubicBezTo>
                  <a:pt x="494992" y="117476"/>
                  <a:pt x="498458" y="112340"/>
                  <a:pt x="501018" y="105285"/>
                </a:cubicBezTo>
                <a:moveTo>
                  <a:pt x="445659" y="77746"/>
                </a:moveTo>
                <a:lnTo>
                  <a:pt x="501206" y="77746"/>
                </a:lnTo>
                <a:cubicBezTo>
                  <a:pt x="500456" y="69515"/>
                  <a:pt x="498333" y="63341"/>
                  <a:pt x="494836" y="59226"/>
                </a:cubicBezTo>
                <a:cubicBezTo>
                  <a:pt x="489466" y="52839"/>
                  <a:pt x="482503" y="49645"/>
                  <a:pt x="473948" y="49645"/>
                </a:cubicBezTo>
                <a:cubicBezTo>
                  <a:pt x="466204" y="49645"/>
                  <a:pt x="459694" y="52195"/>
                  <a:pt x="454417" y="57294"/>
                </a:cubicBezTo>
                <a:cubicBezTo>
                  <a:pt x="449141" y="62391"/>
                  <a:pt x="446221" y="69209"/>
                  <a:pt x="445659" y="77746"/>
                </a:cubicBezTo>
                <a:close/>
                <a:moveTo>
                  <a:pt x="608461" y="137320"/>
                </a:moveTo>
                <a:lnTo>
                  <a:pt x="592818" y="137320"/>
                </a:lnTo>
                <a:lnTo>
                  <a:pt x="592818" y="0"/>
                </a:lnTo>
                <a:lnTo>
                  <a:pt x="609678" y="0"/>
                </a:lnTo>
                <a:lnTo>
                  <a:pt x="609678" y="49171"/>
                </a:lnTo>
                <a:cubicBezTo>
                  <a:pt x="616797" y="40120"/>
                  <a:pt x="625883" y="35595"/>
                  <a:pt x="636936" y="35595"/>
                </a:cubicBezTo>
                <a:cubicBezTo>
                  <a:pt x="643056" y="35595"/>
                  <a:pt x="648848" y="36828"/>
                  <a:pt x="654312" y="39295"/>
                </a:cubicBezTo>
                <a:cubicBezTo>
                  <a:pt x="659776" y="41761"/>
                  <a:pt x="664273" y="45227"/>
                  <a:pt x="667801" y="49692"/>
                </a:cubicBezTo>
                <a:cubicBezTo>
                  <a:pt x="671329" y="54157"/>
                  <a:pt x="674092" y="59543"/>
                  <a:pt x="676091" y="65850"/>
                </a:cubicBezTo>
                <a:cubicBezTo>
                  <a:pt x="678089" y="72157"/>
                  <a:pt x="679088" y="78901"/>
                  <a:pt x="679088" y="86083"/>
                </a:cubicBezTo>
                <a:cubicBezTo>
                  <a:pt x="679088" y="103131"/>
                  <a:pt x="674873" y="116307"/>
                  <a:pt x="666443" y="125612"/>
                </a:cubicBezTo>
                <a:cubicBezTo>
                  <a:pt x="658012" y="134916"/>
                  <a:pt x="647896" y="139568"/>
                  <a:pt x="636093" y="139568"/>
                </a:cubicBezTo>
                <a:cubicBezTo>
                  <a:pt x="624353" y="139568"/>
                  <a:pt x="615143" y="134604"/>
                  <a:pt x="608461" y="124675"/>
                </a:cubicBezTo>
                <a:lnTo>
                  <a:pt x="608461" y="137320"/>
                </a:lnTo>
                <a:moveTo>
                  <a:pt x="608273" y="86835"/>
                </a:moveTo>
                <a:cubicBezTo>
                  <a:pt x="608273" y="98704"/>
                  <a:pt x="609897" y="107280"/>
                  <a:pt x="613144" y="112562"/>
                </a:cubicBezTo>
                <a:cubicBezTo>
                  <a:pt x="618452" y="121199"/>
                  <a:pt x="625634" y="125518"/>
                  <a:pt x="634688" y="125518"/>
                </a:cubicBezTo>
                <a:cubicBezTo>
                  <a:pt x="642057" y="125518"/>
                  <a:pt x="648427" y="122333"/>
                  <a:pt x="653797" y="115964"/>
                </a:cubicBezTo>
                <a:cubicBezTo>
                  <a:pt x="659168" y="109594"/>
                  <a:pt x="661853" y="100102"/>
                  <a:pt x="661853" y="87488"/>
                </a:cubicBezTo>
                <a:cubicBezTo>
                  <a:pt x="661853" y="74563"/>
                  <a:pt x="659277" y="65026"/>
                  <a:pt x="654125" y="58875"/>
                </a:cubicBezTo>
                <a:cubicBezTo>
                  <a:pt x="648973" y="52722"/>
                  <a:pt x="642744" y="49645"/>
                  <a:pt x="635438" y="49645"/>
                </a:cubicBezTo>
                <a:cubicBezTo>
                  <a:pt x="628069" y="49645"/>
                  <a:pt x="621699" y="52830"/>
                  <a:pt x="616329" y="59200"/>
                </a:cubicBezTo>
                <a:cubicBezTo>
                  <a:pt x="610959" y="65569"/>
                  <a:pt x="608273" y="74781"/>
                  <a:pt x="608273" y="86835"/>
                </a:cubicBezTo>
                <a:close/>
                <a:moveTo>
                  <a:pt x="764486" y="125038"/>
                </a:moveTo>
                <a:cubicBezTo>
                  <a:pt x="758241" y="130350"/>
                  <a:pt x="752231" y="134100"/>
                  <a:pt x="746454" y="136287"/>
                </a:cubicBezTo>
                <a:cubicBezTo>
                  <a:pt x="740678" y="138475"/>
                  <a:pt x="734480" y="139568"/>
                  <a:pt x="727861" y="139568"/>
                </a:cubicBezTo>
                <a:cubicBezTo>
                  <a:pt x="716933" y="139568"/>
                  <a:pt x="708534" y="136897"/>
                  <a:pt x="702664" y="131554"/>
                </a:cubicBezTo>
                <a:cubicBezTo>
                  <a:pt x="696794" y="126211"/>
                  <a:pt x="693859" y="119384"/>
                  <a:pt x="693859" y="111072"/>
                </a:cubicBezTo>
                <a:cubicBezTo>
                  <a:pt x="693859" y="106199"/>
                  <a:pt x="694967" y="101748"/>
                  <a:pt x="697184" y="97718"/>
                </a:cubicBezTo>
                <a:cubicBezTo>
                  <a:pt x="699401" y="93687"/>
                  <a:pt x="702305" y="90452"/>
                  <a:pt x="705895" y="88015"/>
                </a:cubicBezTo>
                <a:cubicBezTo>
                  <a:pt x="709486" y="85577"/>
                  <a:pt x="713529" y="83734"/>
                  <a:pt x="718026" y="82485"/>
                </a:cubicBezTo>
                <a:cubicBezTo>
                  <a:pt x="721335" y="81609"/>
                  <a:pt x="726331" y="80765"/>
                  <a:pt x="733013" y="79953"/>
                </a:cubicBezTo>
                <a:cubicBezTo>
                  <a:pt x="746626" y="78341"/>
                  <a:pt x="756649" y="76419"/>
                  <a:pt x="763081" y="74187"/>
                </a:cubicBezTo>
                <a:cubicBezTo>
                  <a:pt x="763143" y="71886"/>
                  <a:pt x="763175" y="70424"/>
                  <a:pt x="763175" y="69802"/>
                </a:cubicBezTo>
                <a:cubicBezTo>
                  <a:pt x="763175" y="62958"/>
                  <a:pt x="761582" y="58137"/>
                  <a:pt x="758397" y="55339"/>
                </a:cubicBezTo>
                <a:cubicBezTo>
                  <a:pt x="754089" y="51543"/>
                  <a:pt x="747688" y="49645"/>
                  <a:pt x="739195" y="49645"/>
                </a:cubicBezTo>
                <a:cubicBezTo>
                  <a:pt x="731264" y="49645"/>
                  <a:pt x="725410" y="51035"/>
                  <a:pt x="721632" y="53813"/>
                </a:cubicBezTo>
                <a:cubicBezTo>
                  <a:pt x="717854" y="56592"/>
                  <a:pt x="715059" y="61510"/>
                  <a:pt x="713248" y="68567"/>
                </a:cubicBezTo>
                <a:lnTo>
                  <a:pt x="696762" y="66318"/>
                </a:lnTo>
                <a:cubicBezTo>
                  <a:pt x="698261" y="59240"/>
                  <a:pt x="700728" y="53525"/>
                  <a:pt x="704162" y="49171"/>
                </a:cubicBezTo>
                <a:cubicBezTo>
                  <a:pt x="707597" y="44817"/>
                  <a:pt x="712562" y="41467"/>
                  <a:pt x="719056" y="39119"/>
                </a:cubicBezTo>
                <a:cubicBezTo>
                  <a:pt x="725550" y="36769"/>
                  <a:pt x="733075" y="35595"/>
                  <a:pt x="741630" y="35595"/>
                </a:cubicBezTo>
                <a:cubicBezTo>
                  <a:pt x="750123" y="35595"/>
                  <a:pt x="757024" y="36594"/>
                  <a:pt x="762332" y="38592"/>
                </a:cubicBezTo>
                <a:cubicBezTo>
                  <a:pt x="767640" y="40590"/>
                  <a:pt x="771542" y="43104"/>
                  <a:pt x="774040" y="46133"/>
                </a:cubicBezTo>
                <a:cubicBezTo>
                  <a:pt x="776538" y="49161"/>
                  <a:pt x="778287" y="52986"/>
                  <a:pt x="779286" y="57607"/>
                </a:cubicBezTo>
                <a:cubicBezTo>
                  <a:pt x="779848" y="60480"/>
                  <a:pt x="780129" y="65663"/>
                  <a:pt x="780129" y="73156"/>
                </a:cubicBezTo>
                <a:lnTo>
                  <a:pt x="780129" y="95637"/>
                </a:lnTo>
                <a:cubicBezTo>
                  <a:pt x="780129" y="111311"/>
                  <a:pt x="780488" y="121225"/>
                  <a:pt x="781206" y="125377"/>
                </a:cubicBezTo>
                <a:cubicBezTo>
                  <a:pt x="781924" y="129530"/>
                  <a:pt x="783345" y="133511"/>
                  <a:pt x="785468" y="137320"/>
                </a:cubicBezTo>
                <a:lnTo>
                  <a:pt x="767858" y="137320"/>
                </a:lnTo>
                <a:cubicBezTo>
                  <a:pt x="766110" y="133819"/>
                  <a:pt x="764986" y="129725"/>
                  <a:pt x="764486" y="125038"/>
                </a:cubicBezTo>
                <a:moveTo>
                  <a:pt x="763081" y="87301"/>
                </a:moveTo>
                <a:cubicBezTo>
                  <a:pt x="756961" y="89820"/>
                  <a:pt x="747781" y="91961"/>
                  <a:pt x="735542" y="93723"/>
                </a:cubicBezTo>
                <a:cubicBezTo>
                  <a:pt x="728610" y="94726"/>
                  <a:pt x="723708" y="95855"/>
                  <a:pt x="720836" y="97110"/>
                </a:cubicBezTo>
                <a:cubicBezTo>
                  <a:pt x="717963" y="98362"/>
                  <a:pt x="715746" y="100197"/>
                  <a:pt x="714185" y="102613"/>
                </a:cubicBezTo>
                <a:cubicBezTo>
                  <a:pt x="712624" y="105027"/>
                  <a:pt x="711843" y="107707"/>
                  <a:pt x="711843" y="110654"/>
                </a:cubicBezTo>
                <a:cubicBezTo>
                  <a:pt x="711843" y="115167"/>
                  <a:pt x="713545" y="118930"/>
                  <a:pt x="716948" y="121941"/>
                </a:cubicBezTo>
                <a:cubicBezTo>
                  <a:pt x="720352" y="124950"/>
                  <a:pt x="725332" y="126455"/>
                  <a:pt x="731889" y="126455"/>
                </a:cubicBezTo>
                <a:cubicBezTo>
                  <a:pt x="738383" y="126455"/>
                  <a:pt x="744160" y="125027"/>
                  <a:pt x="749218" y="122172"/>
                </a:cubicBezTo>
                <a:cubicBezTo>
                  <a:pt x="754276" y="119317"/>
                  <a:pt x="757992" y="115411"/>
                  <a:pt x="760364" y="110455"/>
                </a:cubicBezTo>
                <a:cubicBezTo>
                  <a:pt x="762175" y="106626"/>
                  <a:pt x="763081" y="100978"/>
                  <a:pt x="763081" y="93512"/>
                </a:cubicBezTo>
                <a:lnTo>
                  <a:pt x="763081" y="87301"/>
                </a:lnTo>
                <a:close/>
                <a:moveTo>
                  <a:pt x="871147" y="100789"/>
                </a:moveTo>
                <a:lnTo>
                  <a:pt x="887727" y="102943"/>
                </a:lnTo>
                <a:cubicBezTo>
                  <a:pt x="885916" y="114400"/>
                  <a:pt x="881279" y="123369"/>
                  <a:pt x="873817" y="129850"/>
                </a:cubicBezTo>
                <a:cubicBezTo>
                  <a:pt x="866354" y="136329"/>
                  <a:pt x="857190" y="139568"/>
                  <a:pt x="846324" y="139568"/>
                </a:cubicBezTo>
                <a:cubicBezTo>
                  <a:pt x="832711" y="139568"/>
                  <a:pt x="821767" y="135119"/>
                  <a:pt x="813493" y="126220"/>
                </a:cubicBezTo>
                <a:cubicBezTo>
                  <a:pt x="805219" y="117322"/>
                  <a:pt x="801082" y="104567"/>
                  <a:pt x="801082" y="87956"/>
                </a:cubicBezTo>
                <a:cubicBezTo>
                  <a:pt x="801082" y="77215"/>
                  <a:pt x="802861" y="67817"/>
                  <a:pt x="806421" y="59762"/>
                </a:cubicBezTo>
                <a:cubicBezTo>
                  <a:pt x="809980" y="51706"/>
                  <a:pt x="815398" y="45664"/>
                  <a:pt x="822673" y="41636"/>
                </a:cubicBezTo>
                <a:cubicBezTo>
                  <a:pt x="829948" y="37609"/>
                  <a:pt x="837863" y="35595"/>
                  <a:pt x="846418" y="35595"/>
                </a:cubicBezTo>
                <a:cubicBezTo>
                  <a:pt x="857221" y="35595"/>
                  <a:pt x="866058" y="38335"/>
                  <a:pt x="872927" y="43817"/>
                </a:cubicBezTo>
                <a:cubicBezTo>
                  <a:pt x="879796" y="49297"/>
                  <a:pt x="884198" y="57078"/>
                  <a:pt x="886134" y="67161"/>
                </a:cubicBezTo>
                <a:lnTo>
                  <a:pt x="869742" y="69691"/>
                </a:lnTo>
                <a:cubicBezTo>
                  <a:pt x="868181" y="63040"/>
                  <a:pt x="865418" y="58036"/>
                  <a:pt x="861452" y="54680"/>
                </a:cubicBezTo>
                <a:cubicBezTo>
                  <a:pt x="857487" y="51323"/>
                  <a:pt x="852694" y="49645"/>
                  <a:pt x="847074" y="49645"/>
                </a:cubicBezTo>
                <a:cubicBezTo>
                  <a:pt x="838581" y="49645"/>
                  <a:pt x="831681" y="52675"/>
                  <a:pt x="826373" y="58734"/>
                </a:cubicBezTo>
                <a:cubicBezTo>
                  <a:pt x="821065" y="64791"/>
                  <a:pt x="818411" y="74376"/>
                  <a:pt x="818411" y="87488"/>
                </a:cubicBezTo>
                <a:cubicBezTo>
                  <a:pt x="818411" y="100787"/>
                  <a:pt x="820971" y="110451"/>
                  <a:pt x="826092" y="116479"/>
                </a:cubicBezTo>
                <a:cubicBezTo>
                  <a:pt x="831212" y="122505"/>
                  <a:pt x="837894" y="125518"/>
                  <a:pt x="846137" y="125518"/>
                </a:cubicBezTo>
                <a:cubicBezTo>
                  <a:pt x="852756" y="125518"/>
                  <a:pt x="858283" y="123496"/>
                  <a:pt x="862717" y="119453"/>
                </a:cubicBezTo>
                <a:cubicBezTo>
                  <a:pt x="867150" y="115409"/>
                  <a:pt x="869961" y="109188"/>
                  <a:pt x="871147" y="100789"/>
                </a:cubicBezTo>
                <a:close/>
                <a:moveTo>
                  <a:pt x="902245" y="137320"/>
                </a:moveTo>
                <a:lnTo>
                  <a:pt x="902245" y="0"/>
                </a:lnTo>
                <a:lnTo>
                  <a:pt x="919106" y="0"/>
                </a:lnTo>
                <a:lnTo>
                  <a:pt x="919106" y="78308"/>
                </a:lnTo>
                <a:lnTo>
                  <a:pt x="959010" y="37843"/>
                </a:lnTo>
                <a:lnTo>
                  <a:pt x="980835" y="37843"/>
                </a:lnTo>
                <a:lnTo>
                  <a:pt x="942805" y="74749"/>
                </a:lnTo>
                <a:lnTo>
                  <a:pt x="984675" y="137320"/>
                </a:lnTo>
                <a:lnTo>
                  <a:pt x="963880" y="137320"/>
                </a:lnTo>
                <a:lnTo>
                  <a:pt x="931002" y="86458"/>
                </a:lnTo>
                <a:lnTo>
                  <a:pt x="919106" y="97885"/>
                </a:lnTo>
                <a:lnTo>
                  <a:pt x="919106" y="137320"/>
                </a:lnTo>
                <a:lnTo>
                  <a:pt x="902245" y="137320"/>
                </a:lnTo>
                <a:close/>
                <a:moveTo>
                  <a:pt x="997695" y="137320"/>
                </a:moveTo>
                <a:lnTo>
                  <a:pt x="997695" y="0"/>
                </a:lnTo>
                <a:lnTo>
                  <a:pt x="1014556" y="0"/>
                </a:lnTo>
                <a:lnTo>
                  <a:pt x="1014556" y="137320"/>
                </a:lnTo>
                <a:lnTo>
                  <a:pt x="997695" y="137320"/>
                </a:lnTo>
                <a:close/>
                <a:moveTo>
                  <a:pt x="1034382" y="87582"/>
                </a:moveTo>
                <a:cubicBezTo>
                  <a:pt x="1034382" y="69160"/>
                  <a:pt x="1039502" y="55515"/>
                  <a:pt x="1049743" y="46648"/>
                </a:cubicBezTo>
                <a:cubicBezTo>
                  <a:pt x="1058299" y="39279"/>
                  <a:pt x="1068727" y="35595"/>
                  <a:pt x="1081029" y="35595"/>
                </a:cubicBezTo>
                <a:cubicBezTo>
                  <a:pt x="1094705" y="35595"/>
                  <a:pt x="1105883" y="40075"/>
                  <a:pt x="1114563" y="49036"/>
                </a:cubicBezTo>
                <a:cubicBezTo>
                  <a:pt x="1123243" y="57997"/>
                  <a:pt x="1127583" y="70377"/>
                  <a:pt x="1127583" y="86177"/>
                </a:cubicBezTo>
                <a:cubicBezTo>
                  <a:pt x="1127583" y="98978"/>
                  <a:pt x="1125663" y="109048"/>
                  <a:pt x="1121823" y="116385"/>
                </a:cubicBezTo>
                <a:cubicBezTo>
                  <a:pt x="1117982" y="123723"/>
                  <a:pt x="1112393" y="129421"/>
                  <a:pt x="1105056" y="133480"/>
                </a:cubicBezTo>
                <a:cubicBezTo>
                  <a:pt x="1097718" y="137539"/>
                  <a:pt x="1089709" y="139568"/>
                  <a:pt x="1081029" y="139568"/>
                </a:cubicBezTo>
                <a:cubicBezTo>
                  <a:pt x="1067104" y="139568"/>
                  <a:pt x="1055848" y="135104"/>
                  <a:pt x="1047261" y="126174"/>
                </a:cubicBezTo>
                <a:cubicBezTo>
                  <a:pt x="1038675" y="117244"/>
                  <a:pt x="1034382" y="104380"/>
                  <a:pt x="1034382" y="87582"/>
                </a:cubicBezTo>
                <a:moveTo>
                  <a:pt x="1051711" y="87535"/>
                </a:moveTo>
                <a:cubicBezTo>
                  <a:pt x="1051711" y="100227"/>
                  <a:pt x="1054489" y="109731"/>
                  <a:pt x="1060047" y="116046"/>
                </a:cubicBezTo>
                <a:cubicBezTo>
                  <a:pt x="1065605" y="122360"/>
                  <a:pt x="1072599" y="125518"/>
                  <a:pt x="1081029" y="125518"/>
                </a:cubicBezTo>
                <a:cubicBezTo>
                  <a:pt x="1089397" y="125518"/>
                  <a:pt x="1096360" y="122345"/>
                  <a:pt x="1101918" y="115999"/>
                </a:cubicBezTo>
                <a:cubicBezTo>
                  <a:pt x="1107476" y="109653"/>
                  <a:pt x="1110254" y="99978"/>
                  <a:pt x="1110254" y="86976"/>
                </a:cubicBezTo>
                <a:cubicBezTo>
                  <a:pt x="1110254" y="74719"/>
                  <a:pt x="1107460" y="65432"/>
                  <a:pt x="1101871" y="59118"/>
                </a:cubicBezTo>
                <a:cubicBezTo>
                  <a:pt x="1096282" y="52803"/>
                  <a:pt x="1089335" y="49645"/>
                  <a:pt x="1081029" y="49645"/>
                </a:cubicBezTo>
                <a:cubicBezTo>
                  <a:pt x="1072599" y="49645"/>
                  <a:pt x="1065605" y="52787"/>
                  <a:pt x="1060047" y="59071"/>
                </a:cubicBezTo>
                <a:cubicBezTo>
                  <a:pt x="1054489" y="65354"/>
                  <a:pt x="1051711" y="74842"/>
                  <a:pt x="1051711" y="87535"/>
                </a:cubicBezTo>
                <a:close/>
                <a:moveTo>
                  <a:pt x="1144227" y="145563"/>
                </a:moveTo>
                <a:lnTo>
                  <a:pt x="1160620" y="147999"/>
                </a:lnTo>
                <a:cubicBezTo>
                  <a:pt x="1161307" y="153057"/>
                  <a:pt x="1163211" y="156741"/>
                  <a:pt x="1166334" y="159052"/>
                </a:cubicBezTo>
                <a:cubicBezTo>
                  <a:pt x="1170518" y="162174"/>
                  <a:pt x="1176231" y="163735"/>
                  <a:pt x="1183475" y="163735"/>
                </a:cubicBezTo>
                <a:cubicBezTo>
                  <a:pt x="1191281" y="163735"/>
                  <a:pt x="1197307" y="162170"/>
                  <a:pt x="1201554" y="159040"/>
                </a:cubicBezTo>
                <a:cubicBezTo>
                  <a:pt x="1205800" y="155912"/>
                  <a:pt x="1208672" y="151531"/>
                  <a:pt x="1210171" y="145897"/>
                </a:cubicBezTo>
                <a:cubicBezTo>
                  <a:pt x="1211045" y="142457"/>
                  <a:pt x="1211451" y="135228"/>
                  <a:pt x="1211389" y="124212"/>
                </a:cubicBezTo>
                <a:cubicBezTo>
                  <a:pt x="1204020" y="132951"/>
                  <a:pt x="1194841" y="137320"/>
                  <a:pt x="1183850" y="137320"/>
                </a:cubicBezTo>
                <a:cubicBezTo>
                  <a:pt x="1170174" y="137320"/>
                  <a:pt x="1159589" y="132387"/>
                  <a:pt x="1152096" y="122521"/>
                </a:cubicBezTo>
                <a:cubicBezTo>
                  <a:pt x="1144602" y="112654"/>
                  <a:pt x="1140855" y="100820"/>
                  <a:pt x="1140855" y="87020"/>
                </a:cubicBezTo>
                <a:cubicBezTo>
                  <a:pt x="1140855" y="77528"/>
                  <a:pt x="1142573" y="68769"/>
                  <a:pt x="1146007" y="60745"/>
                </a:cubicBezTo>
                <a:cubicBezTo>
                  <a:pt x="1149442" y="52721"/>
                  <a:pt x="1154422" y="46523"/>
                  <a:pt x="1160948" y="42152"/>
                </a:cubicBezTo>
                <a:cubicBezTo>
                  <a:pt x="1167473" y="37780"/>
                  <a:pt x="1175139" y="35595"/>
                  <a:pt x="1183944" y="35595"/>
                </a:cubicBezTo>
                <a:cubicBezTo>
                  <a:pt x="1195684" y="35595"/>
                  <a:pt x="1205363" y="40372"/>
                  <a:pt x="1212981" y="49926"/>
                </a:cubicBezTo>
                <a:lnTo>
                  <a:pt x="1212981" y="37843"/>
                </a:lnTo>
                <a:lnTo>
                  <a:pt x="1228531" y="37843"/>
                </a:lnTo>
                <a:lnTo>
                  <a:pt x="1228531" y="123890"/>
                </a:lnTo>
                <a:cubicBezTo>
                  <a:pt x="1228531" y="139387"/>
                  <a:pt x="1226954" y="150369"/>
                  <a:pt x="1223800" y="156836"/>
                </a:cubicBezTo>
                <a:cubicBezTo>
                  <a:pt x="1220647" y="163303"/>
                  <a:pt x="1215651" y="168411"/>
                  <a:pt x="1208813" y="172160"/>
                </a:cubicBezTo>
                <a:cubicBezTo>
                  <a:pt x="1201975" y="175911"/>
                  <a:pt x="1193560" y="177786"/>
                  <a:pt x="1183569" y="177786"/>
                </a:cubicBezTo>
                <a:cubicBezTo>
                  <a:pt x="1171704" y="177786"/>
                  <a:pt x="1162118" y="175108"/>
                  <a:pt x="1154812" y="169754"/>
                </a:cubicBezTo>
                <a:cubicBezTo>
                  <a:pt x="1147506" y="164399"/>
                  <a:pt x="1143978" y="156335"/>
                  <a:pt x="1144227" y="145563"/>
                </a:cubicBezTo>
                <a:moveTo>
                  <a:pt x="1158184" y="85805"/>
                </a:moveTo>
                <a:cubicBezTo>
                  <a:pt x="1158184" y="98823"/>
                  <a:pt x="1160776" y="108322"/>
                  <a:pt x="1165959" y="114301"/>
                </a:cubicBezTo>
                <a:cubicBezTo>
                  <a:pt x="1171142" y="120280"/>
                  <a:pt x="1177636" y="123270"/>
                  <a:pt x="1185442" y="123270"/>
                </a:cubicBezTo>
                <a:cubicBezTo>
                  <a:pt x="1193186" y="123270"/>
                  <a:pt x="1199680" y="120296"/>
                  <a:pt x="1204926" y="114348"/>
                </a:cubicBezTo>
                <a:cubicBezTo>
                  <a:pt x="1210171" y="108400"/>
                  <a:pt x="1212794" y="99072"/>
                  <a:pt x="1212794" y="86364"/>
                </a:cubicBezTo>
                <a:cubicBezTo>
                  <a:pt x="1212794" y="74218"/>
                  <a:pt x="1210093" y="65062"/>
                  <a:pt x="1204691" y="58895"/>
                </a:cubicBezTo>
                <a:cubicBezTo>
                  <a:pt x="1199290" y="52728"/>
                  <a:pt x="1192780" y="49645"/>
                  <a:pt x="1185161" y="49645"/>
                </a:cubicBezTo>
                <a:cubicBezTo>
                  <a:pt x="1177668" y="49645"/>
                  <a:pt x="1171298" y="52682"/>
                  <a:pt x="1166053" y="58755"/>
                </a:cubicBezTo>
                <a:cubicBezTo>
                  <a:pt x="1160807" y="64828"/>
                  <a:pt x="1158184" y="73844"/>
                  <a:pt x="1158184" y="85805"/>
                </a:cubicBezTo>
                <a:close/>
              </a:path>
            </a:pathLst>
          </a:custGeom>
          <a:solidFill xmlns:a="http://schemas.openxmlformats.org/drawingml/2006/main">
            <a:srgbClr val="145A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2F622D-9917-466D-836C-EA52F0E8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674" y="3216303"/>
            <a:ext cx="1308045" cy="1046436"/>
          </a:xfrm>
          <a:custGeom xmlns:a="http://schemas.openxmlformats.org/drawingml/2006/main">
            <a:pathLst>
              <a:path w="1308045" h="1046436">
                <a:moveTo>
                  <a:pt x="87203" y="0"/>
                </a:moveTo>
                <a:lnTo>
                  <a:pt x="1220842" y="0"/>
                </a:lnTo>
                <a:cubicBezTo>
                  <a:pt x="1232405" y="0"/>
                  <a:pt x="1243532" y="2215"/>
                  <a:pt x="1254206" y="6645"/>
                </a:cubicBezTo>
                <a:cubicBezTo>
                  <a:pt x="1264897" y="11057"/>
                  <a:pt x="1274332" y="17371"/>
                  <a:pt x="1282512" y="25533"/>
                </a:cubicBezTo>
                <a:cubicBezTo>
                  <a:pt x="1290674" y="33713"/>
                  <a:pt x="1296988" y="43148"/>
                  <a:pt x="1301400" y="53839"/>
                </a:cubicBezTo>
                <a:cubicBezTo>
                  <a:pt x="1305830" y="64513"/>
                  <a:pt x="1308045" y="75640"/>
                  <a:pt x="1308045" y="87203"/>
                </a:cubicBezTo>
                <a:lnTo>
                  <a:pt x="1308045" y="959233"/>
                </a:lnTo>
                <a:cubicBezTo>
                  <a:pt x="1308045" y="970796"/>
                  <a:pt x="1305830" y="981923"/>
                  <a:pt x="1301400" y="992597"/>
                </a:cubicBezTo>
                <a:cubicBezTo>
                  <a:pt x="1296988" y="1003288"/>
                  <a:pt x="1290674" y="1012723"/>
                  <a:pt x="1282512" y="1020903"/>
                </a:cubicBezTo>
                <a:cubicBezTo>
                  <a:pt x="1274332" y="1029065"/>
                  <a:pt x="1264897" y="1035379"/>
                  <a:pt x="1254206" y="1039791"/>
                </a:cubicBezTo>
                <a:cubicBezTo>
                  <a:pt x="1243532" y="1044221"/>
                  <a:pt x="1232405" y="1046436"/>
                  <a:pt x="1220842" y="1046436"/>
                </a:cubicBezTo>
                <a:lnTo>
                  <a:pt x="87203" y="1046436"/>
                </a:lnTo>
                <a:cubicBezTo>
                  <a:pt x="75640" y="1046436"/>
                  <a:pt x="64513" y="1044221"/>
                  <a:pt x="53839" y="1039791"/>
                </a:cubicBezTo>
                <a:cubicBezTo>
                  <a:pt x="43148" y="1035379"/>
                  <a:pt x="33713" y="1029065"/>
                  <a:pt x="25533" y="1020903"/>
                </a:cubicBezTo>
                <a:cubicBezTo>
                  <a:pt x="17371" y="1012723"/>
                  <a:pt x="11057" y="1003288"/>
                  <a:pt x="6645" y="992597"/>
                </a:cubicBezTo>
                <a:cubicBezTo>
                  <a:pt x="2215" y="981923"/>
                  <a:pt x="0" y="970796"/>
                  <a:pt x="0" y="959233"/>
                </a:cubicBezTo>
                <a:lnTo>
                  <a:pt x="0" y="87203"/>
                </a:lnTo>
                <a:cubicBezTo>
                  <a:pt x="0" y="75640"/>
                  <a:pt x="2215" y="64513"/>
                  <a:pt x="6645" y="53839"/>
                </a:cubicBezTo>
                <a:cubicBezTo>
                  <a:pt x="11057" y="43148"/>
                  <a:pt x="17371" y="33713"/>
                  <a:pt x="25533" y="25533"/>
                </a:cubicBezTo>
                <a:cubicBezTo>
                  <a:pt x="33713" y="17371"/>
                  <a:pt x="43148" y="11057"/>
                  <a:pt x="53839" y="6645"/>
                </a:cubicBezTo>
                <a:cubicBezTo>
                  <a:pt x="64513" y="2215"/>
                  <a:pt x="75640" y="0"/>
                  <a:pt x="87203" y="0"/>
                </a:cubicBezTo>
                <a:close/>
              </a:path>
            </a:pathLst>
          </a:custGeom>
          <a:solidFill xmlns:a="http://schemas.openxmlformats.org/drawingml/2006/main">
            <a:srgbClr val="FFE5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C6BC33-1301-441C-A1DF-A0035009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674" y="3216303"/>
            <a:ext cx="1308045" cy="1046436"/>
          </a:xfrm>
          <a:custGeom xmlns:a="http://schemas.openxmlformats.org/drawingml/2006/main">
            <a:pathLst>
              <a:path w="1308045" h="1046436" fill="none">
                <a:moveTo>
                  <a:pt x="87203" y="0"/>
                </a:moveTo>
                <a:lnTo>
                  <a:pt x="1220842" y="0"/>
                </a:lnTo>
                <a:cubicBezTo>
                  <a:pt x="1232405" y="0"/>
                  <a:pt x="1243532" y="2215"/>
                  <a:pt x="1254206" y="6645"/>
                </a:cubicBezTo>
                <a:cubicBezTo>
                  <a:pt x="1264897" y="11057"/>
                  <a:pt x="1274332" y="17371"/>
                  <a:pt x="1282512" y="25533"/>
                </a:cubicBezTo>
                <a:cubicBezTo>
                  <a:pt x="1290674" y="33713"/>
                  <a:pt x="1296988" y="43148"/>
                  <a:pt x="1301400" y="53839"/>
                </a:cubicBezTo>
                <a:cubicBezTo>
                  <a:pt x="1305830" y="64513"/>
                  <a:pt x="1308045" y="75640"/>
                  <a:pt x="1308045" y="87203"/>
                </a:cubicBezTo>
                <a:lnTo>
                  <a:pt x="1308045" y="959233"/>
                </a:lnTo>
                <a:cubicBezTo>
                  <a:pt x="1308045" y="970796"/>
                  <a:pt x="1305830" y="981923"/>
                  <a:pt x="1301400" y="992597"/>
                </a:cubicBezTo>
                <a:cubicBezTo>
                  <a:pt x="1296988" y="1003288"/>
                  <a:pt x="1290674" y="1012723"/>
                  <a:pt x="1282512" y="1020903"/>
                </a:cubicBezTo>
                <a:cubicBezTo>
                  <a:pt x="1274332" y="1029065"/>
                  <a:pt x="1264897" y="1035379"/>
                  <a:pt x="1254206" y="1039791"/>
                </a:cubicBezTo>
                <a:cubicBezTo>
                  <a:pt x="1243532" y="1044221"/>
                  <a:pt x="1232405" y="1046436"/>
                  <a:pt x="1220842" y="1046436"/>
                </a:cubicBezTo>
                <a:lnTo>
                  <a:pt x="87203" y="1046436"/>
                </a:lnTo>
                <a:cubicBezTo>
                  <a:pt x="75640" y="1046436"/>
                  <a:pt x="64513" y="1044221"/>
                  <a:pt x="53839" y="1039791"/>
                </a:cubicBezTo>
                <a:cubicBezTo>
                  <a:pt x="43148" y="1035379"/>
                  <a:pt x="33713" y="1029065"/>
                  <a:pt x="25533" y="1020903"/>
                </a:cubicBezTo>
                <a:cubicBezTo>
                  <a:pt x="17371" y="1012723"/>
                  <a:pt x="11057" y="1003288"/>
                  <a:pt x="6645" y="992597"/>
                </a:cubicBezTo>
                <a:cubicBezTo>
                  <a:pt x="2215" y="981923"/>
                  <a:pt x="0" y="970796"/>
                  <a:pt x="0" y="959233"/>
                </a:cubicBezTo>
                <a:lnTo>
                  <a:pt x="0" y="87203"/>
                </a:lnTo>
                <a:cubicBezTo>
                  <a:pt x="0" y="75640"/>
                  <a:pt x="2215" y="64513"/>
                  <a:pt x="6645" y="53839"/>
                </a:cubicBezTo>
                <a:cubicBezTo>
                  <a:pt x="11057" y="43148"/>
                  <a:pt x="17371" y="33713"/>
                  <a:pt x="25533" y="25533"/>
                </a:cubicBezTo>
                <a:cubicBezTo>
                  <a:pt x="33713" y="17371"/>
                  <a:pt x="43148" y="11057"/>
                  <a:pt x="53839" y="6645"/>
                </a:cubicBezTo>
                <a:cubicBezTo>
                  <a:pt x="64513" y="2215"/>
                  <a:pt x="75640" y="0"/>
                  <a:pt x="8720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441" cap="flat">
            <a:solidFill>
              <a:srgbClr val="000000"/>
            </a:solidFill>
            <a:miter/>
          </a:ln>
        </p:spPr>
      </p:sp>
      <p:sp>
        <p:nvSpPr>
          <p:cNvPr id="46" name="Text T">
            <a:extLst xmlns:a="http://schemas.openxmlformats.org/drawingml/2006/main">
              <a:ext uri="{FF2B5EF4-FFF2-40B4-BE49-F238E27FC236}">
                <a16:creationId xmlns:a16="http://schemas.microsoft.com/office/drawing/2014/main" id="{DED40A9F-8964-47E4-A027-DC5608C1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428" y="3314431"/>
            <a:ext cx="108845" cy="137320"/>
          </a:xfrm>
          <a:custGeom xmlns:a="http://schemas.openxmlformats.org/drawingml/2006/main">
            <a:pathLst>
              <a:path w="108845" h="137320">
                <a:moveTo>
                  <a:pt x="45243" y="137320"/>
                </a:moveTo>
                <a:lnTo>
                  <a:pt x="45243" y="16205"/>
                </a:lnTo>
                <a:lnTo>
                  <a:pt x="0" y="16205"/>
                </a:lnTo>
                <a:lnTo>
                  <a:pt x="0" y="0"/>
                </a:lnTo>
                <a:lnTo>
                  <a:pt x="108845" y="0"/>
                </a:lnTo>
                <a:lnTo>
                  <a:pt x="108845" y="16205"/>
                </a:lnTo>
                <a:lnTo>
                  <a:pt x="63415" y="16205"/>
                </a:lnTo>
                <a:lnTo>
                  <a:pt x="63415" y="137320"/>
                </a:lnTo>
                <a:lnTo>
                  <a:pt x="45243" y="1373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eamGoals">
            <a:extLst xmlns:a="http://schemas.openxmlformats.org/drawingml/2006/main">
              <a:ext uri="{FF2B5EF4-FFF2-40B4-BE49-F238E27FC236}">
                <a16:creationId xmlns:a16="http://schemas.microsoft.com/office/drawing/2014/main" id="{2D875320-9F88-4BA1-B1C3-2A4A3245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875" y="3311995"/>
            <a:ext cx="913104" cy="142004"/>
          </a:xfrm>
          <a:custGeom xmlns:a="http://schemas.openxmlformats.org/drawingml/2006/main">
            <a:pathLst>
              <a:path w="913104" h="142004">
                <a:moveTo>
                  <a:pt x="73718" y="107721"/>
                </a:moveTo>
                <a:lnTo>
                  <a:pt x="91141" y="109875"/>
                </a:lnTo>
                <a:cubicBezTo>
                  <a:pt x="88393" y="120054"/>
                  <a:pt x="83304" y="127953"/>
                  <a:pt x="75873" y="133574"/>
                </a:cubicBezTo>
                <a:cubicBezTo>
                  <a:pt x="68442" y="139194"/>
                  <a:pt x="58950" y="142004"/>
                  <a:pt x="47397" y="142004"/>
                </a:cubicBezTo>
                <a:cubicBezTo>
                  <a:pt x="32847" y="142004"/>
                  <a:pt x="21310" y="137523"/>
                  <a:pt x="12786" y="128562"/>
                </a:cubicBezTo>
                <a:cubicBezTo>
                  <a:pt x="4262" y="119601"/>
                  <a:pt x="0" y="107034"/>
                  <a:pt x="0" y="90860"/>
                </a:cubicBezTo>
                <a:cubicBezTo>
                  <a:pt x="0" y="74124"/>
                  <a:pt x="4309" y="61135"/>
                  <a:pt x="12926" y="51893"/>
                </a:cubicBezTo>
                <a:cubicBezTo>
                  <a:pt x="21544" y="42651"/>
                  <a:pt x="32722" y="38030"/>
                  <a:pt x="46460" y="38030"/>
                </a:cubicBezTo>
                <a:cubicBezTo>
                  <a:pt x="59762" y="38030"/>
                  <a:pt x="70627" y="42551"/>
                  <a:pt x="79058" y="51592"/>
                </a:cubicBezTo>
                <a:cubicBezTo>
                  <a:pt x="87488" y="60631"/>
                  <a:pt x="91703" y="73349"/>
                  <a:pt x="91703" y="89745"/>
                </a:cubicBezTo>
                <a:cubicBezTo>
                  <a:pt x="91703" y="90742"/>
                  <a:pt x="91672" y="92238"/>
                  <a:pt x="91609" y="94232"/>
                </a:cubicBezTo>
                <a:lnTo>
                  <a:pt x="17423" y="94232"/>
                </a:lnTo>
                <a:cubicBezTo>
                  <a:pt x="18047" y="105129"/>
                  <a:pt x="21138" y="113474"/>
                  <a:pt x="26696" y="119265"/>
                </a:cubicBezTo>
                <a:cubicBezTo>
                  <a:pt x="32254" y="125057"/>
                  <a:pt x="39185" y="127953"/>
                  <a:pt x="47491" y="127953"/>
                </a:cubicBezTo>
                <a:cubicBezTo>
                  <a:pt x="53673" y="127953"/>
                  <a:pt x="58950" y="126345"/>
                  <a:pt x="63321" y="123129"/>
                </a:cubicBezTo>
                <a:cubicBezTo>
                  <a:pt x="67692" y="119911"/>
                  <a:pt x="71158" y="114775"/>
                  <a:pt x="73718" y="107721"/>
                </a:cubicBezTo>
                <a:moveTo>
                  <a:pt x="18359" y="80182"/>
                </a:moveTo>
                <a:lnTo>
                  <a:pt x="73906" y="80182"/>
                </a:lnTo>
                <a:cubicBezTo>
                  <a:pt x="73156" y="71950"/>
                  <a:pt x="71033" y="65777"/>
                  <a:pt x="67536" y="61661"/>
                </a:cubicBezTo>
                <a:cubicBezTo>
                  <a:pt x="62166" y="55274"/>
                  <a:pt x="55203" y="52081"/>
                  <a:pt x="46648" y="52081"/>
                </a:cubicBezTo>
                <a:cubicBezTo>
                  <a:pt x="38904" y="52081"/>
                  <a:pt x="32394" y="54630"/>
                  <a:pt x="27118" y="59729"/>
                </a:cubicBezTo>
                <a:cubicBezTo>
                  <a:pt x="21841" y="64827"/>
                  <a:pt x="18921" y="71644"/>
                  <a:pt x="18359" y="80182"/>
                </a:cubicBezTo>
                <a:close/>
                <a:moveTo>
                  <a:pt x="177195" y="127473"/>
                </a:moveTo>
                <a:cubicBezTo>
                  <a:pt x="170950" y="132785"/>
                  <a:pt x="164940" y="136535"/>
                  <a:pt x="159163" y="138723"/>
                </a:cubicBezTo>
                <a:cubicBezTo>
                  <a:pt x="153387" y="140910"/>
                  <a:pt x="147189" y="142004"/>
                  <a:pt x="140570" y="142004"/>
                </a:cubicBezTo>
                <a:cubicBezTo>
                  <a:pt x="129642" y="142004"/>
                  <a:pt x="121243" y="139332"/>
                  <a:pt x="115373" y="133989"/>
                </a:cubicBezTo>
                <a:cubicBezTo>
                  <a:pt x="109503" y="128646"/>
                  <a:pt x="106568" y="121819"/>
                  <a:pt x="106568" y="113508"/>
                </a:cubicBezTo>
                <a:cubicBezTo>
                  <a:pt x="106568" y="108635"/>
                  <a:pt x="107676" y="104184"/>
                  <a:pt x="109893" y="100154"/>
                </a:cubicBezTo>
                <a:cubicBezTo>
                  <a:pt x="112110" y="96122"/>
                  <a:pt x="115014" y="92888"/>
                  <a:pt x="118604" y="90450"/>
                </a:cubicBezTo>
                <a:cubicBezTo>
                  <a:pt x="122195" y="88013"/>
                  <a:pt x="126238" y="86170"/>
                  <a:pt x="130735" y="84921"/>
                </a:cubicBezTo>
                <a:cubicBezTo>
                  <a:pt x="134044" y="84045"/>
                  <a:pt x="139040" y="83201"/>
                  <a:pt x="145722" y="82389"/>
                </a:cubicBezTo>
                <a:cubicBezTo>
                  <a:pt x="159335" y="80777"/>
                  <a:pt x="169358" y="78855"/>
                  <a:pt x="175790" y="76622"/>
                </a:cubicBezTo>
                <a:cubicBezTo>
                  <a:pt x="175852" y="74321"/>
                  <a:pt x="175884" y="72860"/>
                  <a:pt x="175884" y="72237"/>
                </a:cubicBezTo>
                <a:cubicBezTo>
                  <a:pt x="175884" y="65393"/>
                  <a:pt x="174291" y="60572"/>
                  <a:pt x="171106" y="57774"/>
                </a:cubicBezTo>
                <a:cubicBezTo>
                  <a:pt x="166798" y="53978"/>
                  <a:pt x="160397" y="52081"/>
                  <a:pt x="151904" y="52081"/>
                </a:cubicBezTo>
                <a:cubicBezTo>
                  <a:pt x="143973" y="52081"/>
                  <a:pt x="138119" y="53470"/>
                  <a:pt x="134341" y="56249"/>
                </a:cubicBezTo>
                <a:cubicBezTo>
                  <a:pt x="130563" y="59028"/>
                  <a:pt x="127768" y="63945"/>
                  <a:pt x="125957" y="71002"/>
                </a:cubicBezTo>
                <a:lnTo>
                  <a:pt x="109471" y="68754"/>
                </a:lnTo>
                <a:cubicBezTo>
                  <a:pt x="110970" y="61676"/>
                  <a:pt x="113437" y="55960"/>
                  <a:pt x="116871" y="51606"/>
                </a:cubicBezTo>
                <a:cubicBezTo>
                  <a:pt x="120306" y="47253"/>
                  <a:pt x="125270" y="43902"/>
                  <a:pt x="131765" y="41554"/>
                </a:cubicBezTo>
                <a:cubicBezTo>
                  <a:pt x="138259" y="39205"/>
                  <a:pt x="145784" y="38030"/>
                  <a:pt x="154339" y="38030"/>
                </a:cubicBezTo>
                <a:cubicBezTo>
                  <a:pt x="162832" y="38030"/>
                  <a:pt x="169733" y="39029"/>
                  <a:pt x="175040" y="41028"/>
                </a:cubicBezTo>
                <a:cubicBezTo>
                  <a:pt x="180348" y="43026"/>
                  <a:pt x="184251" y="45539"/>
                  <a:pt x="186749" y="48568"/>
                </a:cubicBezTo>
                <a:cubicBezTo>
                  <a:pt x="189247" y="51597"/>
                  <a:pt x="190996" y="55421"/>
                  <a:pt x="191995" y="60043"/>
                </a:cubicBezTo>
                <a:cubicBezTo>
                  <a:pt x="192557" y="62915"/>
                  <a:pt x="192838" y="68098"/>
                  <a:pt x="192838" y="75592"/>
                </a:cubicBezTo>
                <a:lnTo>
                  <a:pt x="192838" y="98073"/>
                </a:lnTo>
                <a:cubicBezTo>
                  <a:pt x="192838" y="113747"/>
                  <a:pt x="193197" y="123660"/>
                  <a:pt x="193915" y="127813"/>
                </a:cubicBezTo>
                <a:cubicBezTo>
                  <a:pt x="194633" y="131966"/>
                  <a:pt x="196054" y="135947"/>
                  <a:pt x="198177" y="139756"/>
                </a:cubicBezTo>
                <a:lnTo>
                  <a:pt x="180567" y="139756"/>
                </a:lnTo>
                <a:cubicBezTo>
                  <a:pt x="178819" y="136255"/>
                  <a:pt x="177694" y="132161"/>
                  <a:pt x="177195" y="127473"/>
                </a:cubicBezTo>
                <a:moveTo>
                  <a:pt x="175790" y="89736"/>
                </a:moveTo>
                <a:cubicBezTo>
                  <a:pt x="169670" y="92255"/>
                  <a:pt x="160490" y="94396"/>
                  <a:pt x="148251" y="96158"/>
                </a:cubicBezTo>
                <a:cubicBezTo>
                  <a:pt x="141319" y="97161"/>
                  <a:pt x="136417" y="98290"/>
                  <a:pt x="133545" y="99545"/>
                </a:cubicBezTo>
                <a:cubicBezTo>
                  <a:pt x="130672" y="100798"/>
                  <a:pt x="128455" y="102632"/>
                  <a:pt x="126894" y="105048"/>
                </a:cubicBezTo>
                <a:cubicBezTo>
                  <a:pt x="125333" y="107462"/>
                  <a:pt x="124552" y="110142"/>
                  <a:pt x="124552" y="113089"/>
                </a:cubicBezTo>
                <a:cubicBezTo>
                  <a:pt x="124552" y="117603"/>
                  <a:pt x="126254" y="121365"/>
                  <a:pt x="129657" y="124376"/>
                </a:cubicBezTo>
                <a:cubicBezTo>
                  <a:pt x="133061" y="127386"/>
                  <a:pt x="138041" y="128890"/>
                  <a:pt x="144598" y="128890"/>
                </a:cubicBezTo>
                <a:cubicBezTo>
                  <a:pt x="151092" y="128890"/>
                  <a:pt x="156868" y="127463"/>
                  <a:pt x="161927" y="124608"/>
                </a:cubicBezTo>
                <a:cubicBezTo>
                  <a:pt x="166985" y="121753"/>
                  <a:pt x="170700" y="117847"/>
                  <a:pt x="173073" y="112890"/>
                </a:cubicBezTo>
                <a:cubicBezTo>
                  <a:pt x="174884" y="109061"/>
                  <a:pt x="175790" y="103414"/>
                  <a:pt x="175790" y="95947"/>
                </a:cubicBezTo>
                <a:lnTo>
                  <a:pt x="175790" y="89736"/>
                </a:lnTo>
                <a:close/>
                <a:moveTo>
                  <a:pt x="218942" y="139756"/>
                </a:moveTo>
                <a:lnTo>
                  <a:pt x="218942" y="40278"/>
                </a:lnTo>
                <a:lnTo>
                  <a:pt x="234023" y="40278"/>
                </a:lnTo>
                <a:lnTo>
                  <a:pt x="234023" y="54141"/>
                </a:lnTo>
                <a:cubicBezTo>
                  <a:pt x="237146" y="49298"/>
                  <a:pt x="241298" y="45402"/>
                  <a:pt x="246481" y="42453"/>
                </a:cubicBezTo>
                <a:cubicBezTo>
                  <a:pt x="251664" y="39504"/>
                  <a:pt x="257566" y="38030"/>
                  <a:pt x="264185" y="38030"/>
                </a:cubicBezTo>
                <a:cubicBezTo>
                  <a:pt x="271554" y="38030"/>
                  <a:pt x="277595" y="39552"/>
                  <a:pt x="282310" y="42596"/>
                </a:cubicBezTo>
                <a:cubicBezTo>
                  <a:pt x="287025" y="45639"/>
                  <a:pt x="290350" y="49893"/>
                  <a:pt x="292286" y="55359"/>
                </a:cubicBezTo>
                <a:cubicBezTo>
                  <a:pt x="300154" y="43806"/>
                  <a:pt x="310396" y="38030"/>
                  <a:pt x="323010" y="38030"/>
                </a:cubicBezTo>
                <a:cubicBezTo>
                  <a:pt x="332876" y="38030"/>
                  <a:pt x="340464" y="40762"/>
                  <a:pt x="345772" y="46226"/>
                </a:cubicBezTo>
                <a:cubicBezTo>
                  <a:pt x="351080" y="51690"/>
                  <a:pt x="353734" y="60105"/>
                  <a:pt x="353734" y="71470"/>
                </a:cubicBezTo>
                <a:lnTo>
                  <a:pt x="353734" y="139756"/>
                </a:lnTo>
                <a:lnTo>
                  <a:pt x="336967" y="139756"/>
                </a:lnTo>
                <a:lnTo>
                  <a:pt x="336967" y="77023"/>
                </a:lnTo>
                <a:cubicBezTo>
                  <a:pt x="336967" y="70271"/>
                  <a:pt x="336420" y="65411"/>
                  <a:pt x="335327" y="62443"/>
                </a:cubicBezTo>
                <a:cubicBezTo>
                  <a:pt x="334235" y="59473"/>
                  <a:pt x="332252" y="57081"/>
                  <a:pt x="329379" y="55268"/>
                </a:cubicBezTo>
                <a:cubicBezTo>
                  <a:pt x="326507" y="53455"/>
                  <a:pt x="323135" y="52549"/>
                  <a:pt x="319263" y="52549"/>
                </a:cubicBezTo>
                <a:cubicBezTo>
                  <a:pt x="312269" y="52549"/>
                  <a:pt x="306461" y="54878"/>
                  <a:pt x="301840" y="59536"/>
                </a:cubicBezTo>
                <a:cubicBezTo>
                  <a:pt x="297219" y="64192"/>
                  <a:pt x="294909" y="71647"/>
                  <a:pt x="294909" y="81900"/>
                </a:cubicBezTo>
                <a:lnTo>
                  <a:pt x="294909" y="139756"/>
                </a:lnTo>
                <a:lnTo>
                  <a:pt x="278048" y="139756"/>
                </a:lnTo>
                <a:lnTo>
                  <a:pt x="278048" y="75053"/>
                </a:lnTo>
                <a:cubicBezTo>
                  <a:pt x="278048" y="67552"/>
                  <a:pt x="276674" y="61926"/>
                  <a:pt x="273927" y="58175"/>
                </a:cubicBezTo>
                <a:cubicBezTo>
                  <a:pt x="271179" y="54424"/>
                  <a:pt x="266683" y="52549"/>
                  <a:pt x="260438" y="52549"/>
                </a:cubicBezTo>
                <a:cubicBezTo>
                  <a:pt x="255692" y="52549"/>
                  <a:pt x="251305" y="53800"/>
                  <a:pt x="247278" y="56302"/>
                </a:cubicBezTo>
                <a:cubicBezTo>
                  <a:pt x="243250" y="58801"/>
                  <a:pt x="240330" y="62458"/>
                  <a:pt x="238519" y="67273"/>
                </a:cubicBezTo>
                <a:cubicBezTo>
                  <a:pt x="236708" y="72085"/>
                  <a:pt x="235803" y="79023"/>
                  <a:pt x="235803" y="88088"/>
                </a:cubicBezTo>
                <a:lnTo>
                  <a:pt x="235803" y="139756"/>
                </a:lnTo>
                <a:lnTo>
                  <a:pt x="218942" y="139756"/>
                </a:lnTo>
                <a:close/>
                <a:moveTo>
                  <a:pt x="498485" y="85614"/>
                </a:moveTo>
                <a:lnTo>
                  <a:pt x="498485" y="69691"/>
                </a:lnTo>
                <a:lnTo>
                  <a:pt x="556654" y="69597"/>
                </a:lnTo>
                <a:lnTo>
                  <a:pt x="556654" y="120460"/>
                </a:lnTo>
                <a:cubicBezTo>
                  <a:pt x="547724" y="127610"/>
                  <a:pt x="538513" y="132988"/>
                  <a:pt x="529021" y="136594"/>
                </a:cubicBezTo>
                <a:cubicBezTo>
                  <a:pt x="519529" y="140201"/>
                  <a:pt x="509788" y="142004"/>
                  <a:pt x="499796" y="142004"/>
                </a:cubicBezTo>
                <a:cubicBezTo>
                  <a:pt x="486308" y="142004"/>
                  <a:pt x="474052" y="139116"/>
                  <a:pt x="463031" y="133339"/>
                </a:cubicBezTo>
                <a:cubicBezTo>
                  <a:pt x="452009" y="127563"/>
                  <a:pt x="443688" y="119211"/>
                  <a:pt x="438068" y="108283"/>
                </a:cubicBezTo>
                <a:cubicBezTo>
                  <a:pt x="432447" y="97354"/>
                  <a:pt x="429637" y="85146"/>
                  <a:pt x="429637" y="71658"/>
                </a:cubicBezTo>
                <a:cubicBezTo>
                  <a:pt x="429637" y="58294"/>
                  <a:pt x="432432" y="45820"/>
                  <a:pt x="438021" y="34236"/>
                </a:cubicBezTo>
                <a:cubicBezTo>
                  <a:pt x="443610" y="22653"/>
                  <a:pt x="451650" y="14051"/>
                  <a:pt x="462141" y="8430"/>
                </a:cubicBezTo>
                <a:cubicBezTo>
                  <a:pt x="472632" y="2810"/>
                  <a:pt x="484715" y="0"/>
                  <a:pt x="498391" y="0"/>
                </a:cubicBezTo>
                <a:cubicBezTo>
                  <a:pt x="508320" y="0"/>
                  <a:pt x="517297" y="1604"/>
                  <a:pt x="525321" y="4812"/>
                </a:cubicBezTo>
                <a:cubicBezTo>
                  <a:pt x="533346" y="8020"/>
                  <a:pt x="539637" y="12491"/>
                  <a:pt x="544196" y="18225"/>
                </a:cubicBezTo>
                <a:cubicBezTo>
                  <a:pt x="548754" y="23956"/>
                  <a:pt x="552220" y="31432"/>
                  <a:pt x="554593" y="40653"/>
                </a:cubicBezTo>
                <a:lnTo>
                  <a:pt x="538201" y="45149"/>
                </a:lnTo>
                <a:cubicBezTo>
                  <a:pt x="536140" y="38155"/>
                  <a:pt x="533580" y="32660"/>
                  <a:pt x="530520" y="28663"/>
                </a:cubicBezTo>
                <a:cubicBezTo>
                  <a:pt x="527460" y="24666"/>
                  <a:pt x="523089" y="21466"/>
                  <a:pt x="517406" y="19062"/>
                </a:cubicBezTo>
                <a:cubicBezTo>
                  <a:pt x="511723" y="16658"/>
                  <a:pt x="505416" y="15456"/>
                  <a:pt x="498485" y="15456"/>
                </a:cubicBezTo>
                <a:cubicBezTo>
                  <a:pt x="490179" y="15456"/>
                  <a:pt x="482998" y="16721"/>
                  <a:pt x="476941" y="19252"/>
                </a:cubicBezTo>
                <a:cubicBezTo>
                  <a:pt x="470883" y="21783"/>
                  <a:pt x="465997" y="25111"/>
                  <a:pt x="462281" y="29237"/>
                </a:cubicBezTo>
                <a:cubicBezTo>
                  <a:pt x="458566" y="33362"/>
                  <a:pt x="455678" y="37893"/>
                  <a:pt x="453617" y="42831"/>
                </a:cubicBezTo>
                <a:cubicBezTo>
                  <a:pt x="450120" y="51331"/>
                  <a:pt x="448371" y="60550"/>
                  <a:pt x="448371" y="70487"/>
                </a:cubicBezTo>
                <a:cubicBezTo>
                  <a:pt x="448371" y="82736"/>
                  <a:pt x="450479" y="92986"/>
                  <a:pt x="454694" y="101237"/>
                </a:cubicBezTo>
                <a:cubicBezTo>
                  <a:pt x="458909" y="109488"/>
                  <a:pt x="465045" y="115613"/>
                  <a:pt x="473100" y="119614"/>
                </a:cubicBezTo>
                <a:cubicBezTo>
                  <a:pt x="481156" y="123612"/>
                  <a:pt x="489711" y="125612"/>
                  <a:pt x="498766" y="125612"/>
                </a:cubicBezTo>
                <a:cubicBezTo>
                  <a:pt x="506634" y="125612"/>
                  <a:pt x="514315" y="124088"/>
                  <a:pt x="521809" y="121039"/>
                </a:cubicBezTo>
                <a:cubicBezTo>
                  <a:pt x="529302" y="117991"/>
                  <a:pt x="534985" y="114738"/>
                  <a:pt x="538857" y="111280"/>
                </a:cubicBezTo>
                <a:lnTo>
                  <a:pt x="538857" y="85614"/>
                </a:lnTo>
                <a:lnTo>
                  <a:pt x="498485" y="85614"/>
                </a:lnTo>
                <a:close/>
                <a:moveTo>
                  <a:pt x="575045" y="90017"/>
                </a:moveTo>
                <a:cubicBezTo>
                  <a:pt x="575045" y="71595"/>
                  <a:pt x="580166" y="57951"/>
                  <a:pt x="590407" y="49083"/>
                </a:cubicBezTo>
                <a:cubicBezTo>
                  <a:pt x="598963" y="41714"/>
                  <a:pt x="609391" y="38030"/>
                  <a:pt x="621693" y="38030"/>
                </a:cubicBezTo>
                <a:cubicBezTo>
                  <a:pt x="635369" y="38030"/>
                  <a:pt x="646547" y="42511"/>
                  <a:pt x="655227" y="51472"/>
                </a:cubicBezTo>
                <a:cubicBezTo>
                  <a:pt x="663907" y="60433"/>
                  <a:pt x="668247" y="72813"/>
                  <a:pt x="668247" y="88612"/>
                </a:cubicBezTo>
                <a:cubicBezTo>
                  <a:pt x="668247" y="101414"/>
                  <a:pt x="666327" y="111483"/>
                  <a:pt x="662486" y="118821"/>
                </a:cubicBezTo>
                <a:cubicBezTo>
                  <a:pt x="658646" y="126158"/>
                  <a:pt x="653057" y="131856"/>
                  <a:pt x="645720" y="135915"/>
                </a:cubicBezTo>
                <a:cubicBezTo>
                  <a:pt x="638382" y="139974"/>
                  <a:pt x="630373" y="142004"/>
                  <a:pt x="621693" y="142004"/>
                </a:cubicBezTo>
                <a:cubicBezTo>
                  <a:pt x="607768" y="142004"/>
                  <a:pt x="596511" y="137539"/>
                  <a:pt x="587925" y="128609"/>
                </a:cubicBezTo>
                <a:cubicBezTo>
                  <a:pt x="579339" y="119679"/>
                  <a:pt x="575045" y="106815"/>
                  <a:pt x="575045" y="90017"/>
                </a:cubicBezTo>
                <a:moveTo>
                  <a:pt x="592374" y="89970"/>
                </a:moveTo>
                <a:cubicBezTo>
                  <a:pt x="592374" y="102662"/>
                  <a:pt x="595153" y="112166"/>
                  <a:pt x="600711" y="118481"/>
                </a:cubicBezTo>
                <a:cubicBezTo>
                  <a:pt x="606269" y="124796"/>
                  <a:pt x="613263" y="127953"/>
                  <a:pt x="621693" y="127953"/>
                </a:cubicBezTo>
                <a:cubicBezTo>
                  <a:pt x="630061" y="127953"/>
                  <a:pt x="637024" y="124780"/>
                  <a:pt x="642582" y="118434"/>
                </a:cubicBezTo>
                <a:cubicBezTo>
                  <a:pt x="648139" y="112088"/>
                  <a:pt x="650918" y="102414"/>
                  <a:pt x="650918" y="89411"/>
                </a:cubicBezTo>
                <a:cubicBezTo>
                  <a:pt x="650918" y="77154"/>
                  <a:pt x="648124" y="67868"/>
                  <a:pt x="642535" y="61553"/>
                </a:cubicBezTo>
                <a:cubicBezTo>
                  <a:pt x="636946" y="55238"/>
                  <a:pt x="629999" y="52081"/>
                  <a:pt x="621693" y="52081"/>
                </a:cubicBezTo>
                <a:cubicBezTo>
                  <a:pt x="613263" y="52081"/>
                  <a:pt x="606269" y="55222"/>
                  <a:pt x="600711" y="61506"/>
                </a:cubicBezTo>
                <a:cubicBezTo>
                  <a:pt x="595153" y="67790"/>
                  <a:pt x="592374" y="77278"/>
                  <a:pt x="592374" y="89970"/>
                </a:cubicBezTo>
                <a:close/>
                <a:moveTo>
                  <a:pt x="752896" y="127473"/>
                </a:moveTo>
                <a:cubicBezTo>
                  <a:pt x="746651" y="132785"/>
                  <a:pt x="740641" y="136535"/>
                  <a:pt x="734864" y="138723"/>
                </a:cubicBezTo>
                <a:cubicBezTo>
                  <a:pt x="729088" y="140910"/>
                  <a:pt x="722890" y="142004"/>
                  <a:pt x="716271" y="142004"/>
                </a:cubicBezTo>
                <a:cubicBezTo>
                  <a:pt x="705343" y="142004"/>
                  <a:pt x="696943" y="139332"/>
                  <a:pt x="691073" y="133989"/>
                </a:cubicBezTo>
                <a:cubicBezTo>
                  <a:pt x="685203" y="128646"/>
                  <a:pt x="682268" y="121819"/>
                  <a:pt x="682268" y="113508"/>
                </a:cubicBezTo>
                <a:cubicBezTo>
                  <a:pt x="682268" y="108635"/>
                  <a:pt x="683377" y="104184"/>
                  <a:pt x="685594" y="100154"/>
                </a:cubicBezTo>
                <a:cubicBezTo>
                  <a:pt x="687811" y="96122"/>
                  <a:pt x="690714" y="92888"/>
                  <a:pt x="694305" y="90450"/>
                </a:cubicBezTo>
                <a:cubicBezTo>
                  <a:pt x="697896" y="88013"/>
                  <a:pt x="701939" y="86170"/>
                  <a:pt x="706435" y="84921"/>
                </a:cubicBezTo>
                <a:cubicBezTo>
                  <a:pt x="709745" y="84045"/>
                  <a:pt x="714741" y="83201"/>
                  <a:pt x="721423" y="82389"/>
                </a:cubicBezTo>
                <a:cubicBezTo>
                  <a:pt x="735036" y="80777"/>
                  <a:pt x="745059" y="78855"/>
                  <a:pt x="751491" y="76622"/>
                </a:cubicBezTo>
                <a:cubicBezTo>
                  <a:pt x="751553" y="74321"/>
                  <a:pt x="751584" y="72860"/>
                  <a:pt x="751584" y="72237"/>
                </a:cubicBezTo>
                <a:cubicBezTo>
                  <a:pt x="751584" y="65393"/>
                  <a:pt x="749992" y="60572"/>
                  <a:pt x="746807" y="57774"/>
                </a:cubicBezTo>
                <a:cubicBezTo>
                  <a:pt x="742498" y="53978"/>
                  <a:pt x="736098" y="52081"/>
                  <a:pt x="727605" y="52081"/>
                </a:cubicBezTo>
                <a:cubicBezTo>
                  <a:pt x="719674" y="52081"/>
                  <a:pt x="713820" y="53470"/>
                  <a:pt x="710042" y="56249"/>
                </a:cubicBezTo>
                <a:cubicBezTo>
                  <a:pt x="706264" y="59028"/>
                  <a:pt x="703469" y="63945"/>
                  <a:pt x="701658" y="71002"/>
                </a:cubicBezTo>
                <a:lnTo>
                  <a:pt x="685172" y="68754"/>
                </a:lnTo>
                <a:cubicBezTo>
                  <a:pt x="686671" y="61676"/>
                  <a:pt x="689138" y="55960"/>
                  <a:pt x="692572" y="51606"/>
                </a:cubicBezTo>
                <a:cubicBezTo>
                  <a:pt x="696007" y="47253"/>
                  <a:pt x="700971" y="43902"/>
                  <a:pt x="707466" y="41554"/>
                </a:cubicBezTo>
                <a:cubicBezTo>
                  <a:pt x="713960" y="39205"/>
                  <a:pt x="721485" y="38030"/>
                  <a:pt x="730040" y="38030"/>
                </a:cubicBezTo>
                <a:cubicBezTo>
                  <a:pt x="738533" y="38030"/>
                  <a:pt x="745433" y="39029"/>
                  <a:pt x="750741" y="41028"/>
                </a:cubicBezTo>
                <a:cubicBezTo>
                  <a:pt x="756049" y="43026"/>
                  <a:pt x="759952" y="45539"/>
                  <a:pt x="762450" y="48568"/>
                </a:cubicBezTo>
                <a:cubicBezTo>
                  <a:pt x="764948" y="51597"/>
                  <a:pt x="766696" y="55421"/>
                  <a:pt x="767696" y="60043"/>
                </a:cubicBezTo>
                <a:cubicBezTo>
                  <a:pt x="768258" y="62915"/>
                  <a:pt x="768539" y="68098"/>
                  <a:pt x="768539" y="75592"/>
                </a:cubicBezTo>
                <a:lnTo>
                  <a:pt x="768539" y="98073"/>
                </a:lnTo>
                <a:cubicBezTo>
                  <a:pt x="768539" y="113747"/>
                  <a:pt x="768898" y="123660"/>
                  <a:pt x="769616" y="127813"/>
                </a:cubicBezTo>
                <a:cubicBezTo>
                  <a:pt x="770334" y="131966"/>
                  <a:pt x="771755" y="135947"/>
                  <a:pt x="773878" y="139756"/>
                </a:cubicBezTo>
                <a:lnTo>
                  <a:pt x="756268" y="139756"/>
                </a:lnTo>
                <a:cubicBezTo>
                  <a:pt x="754519" y="136255"/>
                  <a:pt x="753395" y="132161"/>
                  <a:pt x="752896" y="127473"/>
                </a:cubicBezTo>
                <a:moveTo>
                  <a:pt x="751491" y="89736"/>
                </a:moveTo>
                <a:cubicBezTo>
                  <a:pt x="745371" y="92255"/>
                  <a:pt x="736191" y="94396"/>
                  <a:pt x="723952" y="96158"/>
                </a:cubicBezTo>
                <a:cubicBezTo>
                  <a:pt x="717020" y="97161"/>
                  <a:pt x="712118" y="98290"/>
                  <a:pt x="709245" y="99545"/>
                </a:cubicBezTo>
                <a:cubicBezTo>
                  <a:pt x="706373" y="100798"/>
                  <a:pt x="704156" y="102632"/>
                  <a:pt x="702595" y="105048"/>
                </a:cubicBezTo>
                <a:cubicBezTo>
                  <a:pt x="701034" y="107462"/>
                  <a:pt x="700253" y="110142"/>
                  <a:pt x="700253" y="113089"/>
                </a:cubicBezTo>
                <a:cubicBezTo>
                  <a:pt x="700253" y="117603"/>
                  <a:pt x="701955" y="121365"/>
                  <a:pt x="705358" y="124376"/>
                </a:cubicBezTo>
                <a:cubicBezTo>
                  <a:pt x="708762" y="127386"/>
                  <a:pt x="713742" y="128890"/>
                  <a:pt x="720299" y="128890"/>
                </a:cubicBezTo>
                <a:cubicBezTo>
                  <a:pt x="726793" y="128890"/>
                  <a:pt x="732569" y="127463"/>
                  <a:pt x="737628" y="124608"/>
                </a:cubicBezTo>
                <a:cubicBezTo>
                  <a:pt x="742686" y="121753"/>
                  <a:pt x="746401" y="117847"/>
                  <a:pt x="748774" y="112890"/>
                </a:cubicBezTo>
                <a:cubicBezTo>
                  <a:pt x="750585" y="109061"/>
                  <a:pt x="751491" y="103414"/>
                  <a:pt x="751491" y="95947"/>
                </a:cubicBezTo>
                <a:lnTo>
                  <a:pt x="751491" y="89736"/>
                </a:lnTo>
                <a:close/>
                <a:moveTo>
                  <a:pt x="794269" y="139756"/>
                </a:moveTo>
                <a:lnTo>
                  <a:pt x="794269" y="2435"/>
                </a:lnTo>
                <a:lnTo>
                  <a:pt x="811129" y="2435"/>
                </a:lnTo>
                <a:lnTo>
                  <a:pt x="811129" y="139756"/>
                </a:lnTo>
                <a:lnTo>
                  <a:pt x="794269" y="139756"/>
                </a:lnTo>
                <a:close/>
                <a:moveTo>
                  <a:pt x="830487" y="109969"/>
                </a:moveTo>
                <a:lnTo>
                  <a:pt x="847160" y="107346"/>
                </a:lnTo>
                <a:cubicBezTo>
                  <a:pt x="848097" y="113998"/>
                  <a:pt x="850704" y="119097"/>
                  <a:pt x="854981" y="122641"/>
                </a:cubicBezTo>
                <a:cubicBezTo>
                  <a:pt x="859259" y="126182"/>
                  <a:pt x="865238" y="127953"/>
                  <a:pt x="872919" y="127953"/>
                </a:cubicBezTo>
                <a:cubicBezTo>
                  <a:pt x="880663" y="127953"/>
                  <a:pt x="886408" y="126389"/>
                  <a:pt x="890155" y="123261"/>
                </a:cubicBezTo>
                <a:cubicBezTo>
                  <a:pt x="893901" y="120131"/>
                  <a:pt x="895775" y="116460"/>
                  <a:pt x="895775" y="112249"/>
                </a:cubicBezTo>
                <a:cubicBezTo>
                  <a:pt x="895775" y="108469"/>
                  <a:pt x="894120" y="105495"/>
                  <a:pt x="890810" y="103327"/>
                </a:cubicBezTo>
                <a:cubicBezTo>
                  <a:pt x="888500" y="101840"/>
                  <a:pt x="882755" y="99950"/>
                  <a:pt x="873575" y="97657"/>
                </a:cubicBezTo>
                <a:cubicBezTo>
                  <a:pt x="861211" y="94533"/>
                  <a:pt x="852640" y="91830"/>
                  <a:pt x="847863" y="89549"/>
                </a:cubicBezTo>
                <a:cubicBezTo>
                  <a:pt x="843085" y="87267"/>
                  <a:pt x="839463" y="84111"/>
                  <a:pt x="836997" y="80079"/>
                </a:cubicBezTo>
                <a:cubicBezTo>
                  <a:pt x="834530" y="76047"/>
                  <a:pt x="833297" y="71594"/>
                  <a:pt x="833297" y="66719"/>
                </a:cubicBezTo>
                <a:cubicBezTo>
                  <a:pt x="833297" y="62282"/>
                  <a:pt x="834312" y="58172"/>
                  <a:pt x="836341" y="54390"/>
                </a:cubicBezTo>
                <a:cubicBezTo>
                  <a:pt x="838371" y="50608"/>
                  <a:pt x="841134" y="47467"/>
                  <a:pt x="844631" y="44968"/>
                </a:cubicBezTo>
                <a:cubicBezTo>
                  <a:pt x="847254" y="43030"/>
                  <a:pt x="850829" y="41390"/>
                  <a:pt x="855356" y="40047"/>
                </a:cubicBezTo>
                <a:cubicBezTo>
                  <a:pt x="859884" y="38702"/>
                  <a:pt x="864739" y="38030"/>
                  <a:pt x="869922" y="38030"/>
                </a:cubicBezTo>
                <a:cubicBezTo>
                  <a:pt x="877728" y="38030"/>
                  <a:pt x="884581" y="39162"/>
                  <a:pt x="890482" y="41426"/>
                </a:cubicBezTo>
                <a:cubicBezTo>
                  <a:pt x="896384" y="43687"/>
                  <a:pt x="900739" y="46752"/>
                  <a:pt x="903549" y="50620"/>
                </a:cubicBezTo>
                <a:cubicBezTo>
                  <a:pt x="906360" y="54486"/>
                  <a:pt x="908295" y="59656"/>
                  <a:pt x="909357" y="66131"/>
                </a:cubicBezTo>
                <a:lnTo>
                  <a:pt x="892871" y="68379"/>
                </a:lnTo>
                <a:cubicBezTo>
                  <a:pt x="892122" y="63259"/>
                  <a:pt x="889952" y="59262"/>
                  <a:pt x="886361" y="56389"/>
                </a:cubicBezTo>
                <a:cubicBezTo>
                  <a:pt x="882770" y="53517"/>
                  <a:pt x="877696" y="52081"/>
                  <a:pt x="871140" y="52081"/>
                </a:cubicBezTo>
                <a:cubicBezTo>
                  <a:pt x="863396" y="52081"/>
                  <a:pt x="857870" y="53355"/>
                  <a:pt x="854560" y="55903"/>
                </a:cubicBezTo>
                <a:cubicBezTo>
                  <a:pt x="851250" y="58450"/>
                  <a:pt x="849595" y="61433"/>
                  <a:pt x="849595" y="64852"/>
                </a:cubicBezTo>
                <a:cubicBezTo>
                  <a:pt x="849595" y="67026"/>
                  <a:pt x="850282" y="68983"/>
                  <a:pt x="851656" y="70724"/>
                </a:cubicBezTo>
                <a:cubicBezTo>
                  <a:pt x="853030" y="72525"/>
                  <a:pt x="855184" y="74016"/>
                  <a:pt x="858119" y="75197"/>
                </a:cubicBezTo>
                <a:cubicBezTo>
                  <a:pt x="859806" y="75819"/>
                  <a:pt x="864770" y="77249"/>
                  <a:pt x="873013" y="79485"/>
                </a:cubicBezTo>
                <a:cubicBezTo>
                  <a:pt x="884940" y="82668"/>
                  <a:pt x="893261" y="85273"/>
                  <a:pt x="897976" y="87301"/>
                </a:cubicBezTo>
                <a:cubicBezTo>
                  <a:pt x="902691" y="89328"/>
                  <a:pt x="906391" y="92277"/>
                  <a:pt x="909076" y="96147"/>
                </a:cubicBezTo>
                <a:cubicBezTo>
                  <a:pt x="911761" y="100014"/>
                  <a:pt x="913104" y="104818"/>
                  <a:pt x="913104" y="110557"/>
                </a:cubicBezTo>
                <a:cubicBezTo>
                  <a:pt x="913104" y="116173"/>
                  <a:pt x="911465" y="121462"/>
                  <a:pt x="908186" y="126422"/>
                </a:cubicBezTo>
                <a:cubicBezTo>
                  <a:pt x="904908" y="131381"/>
                  <a:pt x="900177" y="135218"/>
                  <a:pt x="893995" y="137932"/>
                </a:cubicBezTo>
                <a:cubicBezTo>
                  <a:pt x="887813" y="140647"/>
                  <a:pt x="880819" y="142004"/>
                  <a:pt x="873013" y="142004"/>
                </a:cubicBezTo>
                <a:cubicBezTo>
                  <a:pt x="860087" y="142004"/>
                  <a:pt x="850236" y="139311"/>
                  <a:pt x="843460" y="133925"/>
                </a:cubicBezTo>
                <a:cubicBezTo>
                  <a:pt x="836685" y="128539"/>
                  <a:pt x="832360" y="120553"/>
                  <a:pt x="830487" y="1099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Planning">
            <a:extLst xmlns:a="http://schemas.openxmlformats.org/drawingml/2006/main">
              <a:ext uri="{FF2B5EF4-FFF2-40B4-BE49-F238E27FC236}">
                <a16:creationId xmlns:a16="http://schemas.microsoft.com/office/drawing/2014/main" id="{3ACDFB8F-BD7C-4E63-866E-C88ACCD5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593" y="3610905"/>
            <a:ext cx="739814" cy="177224"/>
          </a:xfrm>
          <a:custGeom xmlns:a="http://schemas.openxmlformats.org/drawingml/2006/main">
            <a:pathLst>
              <a:path w="739814" h="177224">
                <a:moveTo>
                  <a:pt x="0" y="137320"/>
                </a:moveTo>
                <a:lnTo>
                  <a:pt x="28757" y="0"/>
                </a:lnTo>
                <a:lnTo>
                  <a:pt x="86083" y="0"/>
                </a:lnTo>
                <a:cubicBezTo>
                  <a:pt x="96012" y="0"/>
                  <a:pt x="103459" y="1139"/>
                  <a:pt x="108423" y="3416"/>
                </a:cubicBezTo>
                <a:cubicBezTo>
                  <a:pt x="113388" y="5691"/>
                  <a:pt x="117494" y="9589"/>
                  <a:pt x="120741" y="15110"/>
                </a:cubicBezTo>
                <a:cubicBezTo>
                  <a:pt x="123988" y="20631"/>
                  <a:pt x="125612" y="26822"/>
                  <a:pt x="125612" y="33683"/>
                </a:cubicBezTo>
                <a:cubicBezTo>
                  <a:pt x="125612" y="39358"/>
                  <a:pt x="124456" y="45128"/>
                  <a:pt x="122146" y="50992"/>
                </a:cubicBezTo>
                <a:cubicBezTo>
                  <a:pt x="119835" y="56856"/>
                  <a:pt x="116916" y="61691"/>
                  <a:pt x="113388" y="65496"/>
                </a:cubicBezTo>
                <a:cubicBezTo>
                  <a:pt x="109859" y="69299"/>
                  <a:pt x="106284" y="72168"/>
                  <a:pt x="102662" y="74102"/>
                </a:cubicBezTo>
                <a:cubicBezTo>
                  <a:pt x="99041" y="76036"/>
                  <a:pt x="95169" y="77470"/>
                  <a:pt x="91047" y="78405"/>
                </a:cubicBezTo>
                <a:cubicBezTo>
                  <a:pt x="82242" y="80464"/>
                  <a:pt x="73344" y="81493"/>
                  <a:pt x="64351" y="81493"/>
                </a:cubicBezTo>
                <a:lnTo>
                  <a:pt x="29974" y="81493"/>
                </a:lnTo>
                <a:lnTo>
                  <a:pt x="18359" y="137320"/>
                </a:lnTo>
                <a:lnTo>
                  <a:pt x="0" y="137320"/>
                </a:lnTo>
                <a:moveTo>
                  <a:pt x="33253" y="65944"/>
                </a:moveTo>
                <a:lnTo>
                  <a:pt x="63508" y="65944"/>
                </a:lnTo>
                <a:cubicBezTo>
                  <a:pt x="75248" y="65944"/>
                  <a:pt x="83866" y="64681"/>
                  <a:pt x="89361" y="62156"/>
                </a:cubicBezTo>
                <a:cubicBezTo>
                  <a:pt x="94857" y="59631"/>
                  <a:pt x="99259" y="55787"/>
                  <a:pt x="102569" y="50626"/>
                </a:cubicBezTo>
                <a:cubicBezTo>
                  <a:pt x="105878" y="45462"/>
                  <a:pt x="107533" y="39988"/>
                  <a:pt x="107533" y="34204"/>
                </a:cubicBezTo>
                <a:cubicBezTo>
                  <a:pt x="107533" y="29728"/>
                  <a:pt x="106659" y="26074"/>
                  <a:pt x="104911" y="23245"/>
                </a:cubicBezTo>
                <a:cubicBezTo>
                  <a:pt x="103162" y="20413"/>
                  <a:pt x="100695" y="18329"/>
                  <a:pt x="97511" y="16992"/>
                </a:cubicBezTo>
                <a:cubicBezTo>
                  <a:pt x="94326" y="15656"/>
                  <a:pt x="88206" y="14987"/>
                  <a:pt x="79151" y="14987"/>
                </a:cubicBezTo>
                <a:lnTo>
                  <a:pt x="43931" y="14987"/>
                </a:lnTo>
                <a:lnTo>
                  <a:pt x="33253" y="65944"/>
                </a:lnTo>
                <a:close/>
                <a:moveTo>
                  <a:pt x="124770" y="137320"/>
                </a:moveTo>
                <a:lnTo>
                  <a:pt x="153433" y="0"/>
                </a:lnTo>
                <a:lnTo>
                  <a:pt x="170387" y="0"/>
                </a:lnTo>
                <a:lnTo>
                  <a:pt x="141724" y="137320"/>
                </a:lnTo>
                <a:lnTo>
                  <a:pt x="124770" y="137320"/>
                </a:lnTo>
                <a:close/>
                <a:moveTo>
                  <a:pt x="235737" y="124956"/>
                </a:moveTo>
                <a:cubicBezTo>
                  <a:pt x="229867" y="130014"/>
                  <a:pt x="224215" y="133714"/>
                  <a:pt x="218783" y="136056"/>
                </a:cubicBezTo>
                <a:cubicBezTo>
                  <a:pt x="213350" y="138398"/>
                  <a:pt x="207542" y="139568"/>
                  <a:pt x="201360" y="139568"/>
                </a:cubicBezTo>
                <a:cubicBezTo>
                  <a:pt x="192180" y="139568"/>
                  <a:pt x="184780" y="136868"/>
                  <a:pt x="179160" y="131466"/>
                </a:cubicBezTo>
                <a:cubicBezTo>
                  <a:pt x="173540" y="126064"/>
                  <a:pt x="170730" y="119148"/>
                  <a:pt x="170730" y="110718"/>
                </a:cubicBezTo>
                <a:cubicBezTo>
                  <a:pt x="170730" y="105160"/>
                  <a:pt x="171994" y="100243"/>
                  <a:pt x="174523" y="95965"/>
                </a:cubicBezTo>
                <a:cubicBezTo>
                  <a:pt x="177053" y="91687"/>
                  <a:pt x="180409" y="88253"/>
                  <a:pt x="184593" y="85661"/>
                </a:cubicBezTo>
                <a:cubicBezTo>
                  <a:pt x="188777" y="83070"/>
                  <a:pt x="193898" y="81212"/>
                  <a:pt x="199955" y="80088"/>
                </a:cubicBezTo>
                <a:cubicBezTo>
                  <a:pt x="203764" y="79339"/>
                  <a:pt x="210992" y="78745"/>
                  <a:pt x="221640" y="78308"/>
                </a:cubicBezTo>
                <a:cubicBezTo>
                  <a:pt x="232287" y="77871"/>
                  <a:pt x="239921" y="76747"/>
                  <a:pt x="244542" y="74936"/>
                </a:cubicBezTo>
                <a:cubicBezTo>
                  <a:pt x="245853" y="70315"/>
                  <a:pt x="246509" y="66475"/>
                  <a:pt x="246509" y="63415"/>
                </a:cubicBezTo>
                <a:cubicBezTo>
                  <a:pt x="246509" y="59481"/>
                  <a:pt x="245073" y="56389"/>
                  <a:pt x="242200" y="54141"/>
                </a:cubicBezTo>
                <a:cubicBezTo>
                  <a:pt x="238266" y="51019"/>
                  <a:pt x="232521" y="49458"/>
                  <a:pt x="224965" y="49458"/>
                </a:cubicBezTo>
                <a:cubicBezTo>
                  <a:pt x="217846" y="49458"/>
                  <a:pt x="212023" y="51035"/>
                  <a:pt x="207495" y="54188"/>
                </a:cubicBezTo>
                <a:cubicBezTo>
                  <a:pt x="202968" y="57342"/>
                  <a:pt x="199674" y="61822"/>
                  <a:pt x="197613" y="67630"/>
                </a:cubicBezTo>
                <a:lnTo>
                  <a:pt x="180471" y="66131"/>
                </a:lnTo>
                <a:cubicBezTo>
                  <a:pt x="183969" y="56265"/>
                  <a:pt x="189511" y="48708"/>
                  <a:pt x="197098" y="43463"/>
                </a:cubicBezTo>
                <a:cubicBezTo>
                  <a:pt x="204685" y="38217"/>
                  <a:pt x="214255" y="35595"/>
                  <a:pt x="225808" y="35595"/>
                </a:cubicBezTo>
                <a:cubicBezTo>
                  <a:pt x="238110" y="35595"/>
                  <a:pt x="247852" y="38530"/>
                  <a:pt x="255033" y="44400"/>
                </a:cubicBezTo>
                <a:cubicBezTo>
                  <a:pt x="260528" y="48771"/>
                  <a:pt x="263276" y="54454"/>
                  <a:pt x="263276" y="61448"/>
                </a:cubicBezTo>
                <a:cubicBezTo>
                  <a:pt x="263276" y="66756"/>
                  <a:pt x="262495" y="72907"/>
                  <a:pt x="260934" y="79901"/>
                </a:cubicBezTo>
                <a:lnTo>
                  <a:pt x="255408" y="104630"/>
                </a:lnTo>
                <a:cubicBezTo>
                  <a:pt x="253659" y="112498"/>
                  <a:pt x="252785" y="118899"/>
                  <a:pt x="252785" y="123832"/>
                </a:cubicBezTo>
                <a:cubicBezTo>
                  <a:pt x="252785" y="126954"/>
                  <a:pt x="253472" y="131450"/>
                  <a:pt x="254846" y="137320"/>
                </a:cubicBezTo>
                <a:lnTo>
                  <a:pt x="237704" y="137320"/>
                </a:lnTo>
                <a:cubicBezTo>
                  <a:pt x="236767" y="134073"/>
                  <a:pt x="236112" y="129952"/>
                  <a:pt x="235737" y="124956"/>
                </a:cubicBezTo>
                <a:moveTo>
                  <a:pt x="242013" y="86926"/>
                </a:moveTo>
                <a:cubicBezTo>
                  <a:pt x="239640" y="87863"/>
                  <a:pt x="237095" y="88581"/>
                  <a:pt x="234379" y="89080"/>
                </a:cubicBezTo>
                <a:cubicBezTo>
                  <a:pt x="231662" y="89580"/>
                  <a:pt x="227119" y="90111"/>
                  <a:pt x="220750" y="90673"/>
                </a:cubicBezTo>
                <a:cubicBezTo>
                  <a:pt x="210883" y="91547"/>
                  <a:pt x="203920" y="92655"/>
                  <a:pt x="199861" y="93998"/>
                </a:cubicBezTo>
                <a:cubicBezTo>
                  <a:pt x="195802" y="95341"/>
                  <a:pt x="192742" y="97479"/>
                  <a:pt x="190682" y="100414"/>
                </a:cubicBezTo>
                <a:cubicBezTo>
                  <a:pt x="188621" y="103349"/>
                  <a:pt x="187590" y="106597"/>
                  <a:pt x="187590" y="110156"/>
                </a:cubicBezTo>
                <a:cubicBezTo>
                  <a:pt x="187590" y="114902"/>
                  <a:pt x="189230" y="118805"/>
                  <a:pt x="192508" y="121865"/>
                </a:cubicBezTo>
                <a:cubicBezTo>
                  <a:pt x="195787" y="124925"/>
                  <a:pt x="200454" y="126455"/>
                  <a:pt x="206512" y="126455"/>
                </a:cubicBezTo>
                <a:cubicBezTo>
                  <a:pt x="212132" y="126455"/>
                  <a:pt x="217534" y="124972"/>
                  <a:pt x="222717" y="122005"/>
                </a:cubicBezTo>
                <a:cubicBezTo>
                  <a:pt x="227900" y="119039"/>
                  <a:pt x="231990" y="114902"/>
                  <a:pt x="234988" y="109594"/>
                </a:cubicBezTo>
                <a:cubicBezTo>
                  <a:pt x="237985" y="104286"/>
                  <a:pt x="240327" y="96730"/>
                  <a:pt x="242013" y="86926"/>
                </a:cubicBezTo>
                <a:close/>
                <a:moveTo>
                  <a:pt x="275330" y="137320"/>
                </a:moveTo>
                <a:lnTo>
                  <a:pt x="296125" y="37843"/>
                </a:lnTo>
                <a:lnTo>
                  <a:pt x="311486" y="37843"/>
                </a:lnTo>
                <a:lnTo>
                  <a:pt x="307833" y="55192"/>
                </a:lnTo>
                <a:cubicBezTo>
                  <a:pt x="314515" y="48372"/>
                  <a:pt x="320760" y="43400"/>
                  <a:pt x="326567" y="40278"/>
                </a:cubicBezTo>
                <a:cubicBezTo>
                  <a:pt x="332375" y="37156"/>
                  <a:pt x="338307" y="35595"/>
                  <a:pt x="344365" y="35595"/>
                </a:cubicBezTo>
                <a:cubicBezTo>
                  <a:pt x="352420" y="35595"/>
                  <a:pt x="358743" y="37782"/>
                  <a:pt x="363333" y="42157"/>
                </a:cubicBezTo>
                <a:cubicBezTo>
                  <a:pt x="367923" y="46533"/>
                  <a:pt x="370218" y="52376"/>
                  <a:pt x="370218" y="59688"/>
                </a:cubicBezTo>
                <a:cubicBezTo>
                  <a:pt x="370218" y="63371"/>
                  <a:pt x="369406" y="69176"/>
                  <a:pt x="367782" y="77105"/>
                </a:cubicBezTo>
                <a:lnTo>
                  <a:pt x="355137" y="137320"/>
                </a:lnTo>
                <a:lnTo>
                  <a:pt x="338182" y="137320"/>
                </a:lnTo>
                <a:lnTo>
                  <a:pt x="351390" y="74348"/>
                </a:lnTo>
                <a:cubicBezTo>
                  <a:pt x="352701" y="68234"/>
                  <a:pt x="353357" y="63711"/>
                  <a:pt x="353357" y="60780"/>
                </a:cubicBezTo>
                <a:cubicBezTo>
                  <a:pt x="353357" y="57474"/>
                  <a:pt x="352217" y="54792"/>
                  <a:pt x="349938" y="52733"/>
                </a:cubicBezTo>
                <a:cubicBezTo>
                  <a:pt x="347659" y="50675"/>
                  <a:pt x="344365" y="49645"/>
                  <a:pt x="340056" y="49645"/>
                </a:cubicBezTo>
                <a:cubicBezTo>
                  <a:pt x="331376" y="49645"/>
                  <a:pt x="323648" y="52762"/>
                  <a:pt x="316873" y="58995"/>
                </a:cubicBezTo>
                <a:cubicBezTo>
                  <a:pt x="310097" y="65226"/>
                  <a:pt x="305117" y="75913"/>
                  <a:pt x="301932" y="91056"/>
                </a:cubicBezTo>
                <a:lnTo>
                  <a:pt x="292284" y="137320"/>
                </a:lnTo>
                <a:lnTo>
                  <a:pt x="275330" y="137320"/>
                </a:lnTo>
                <a:close/>
                <a:moveTo>
                  <a:pt x="381991" y="137320"/>
                </a:moveTo>
                <a:lnTo>
                  <a:pt x="402786" y="37843"/>
                </a:lnTo>
                <a:lnTo>
                  <a:pt x="418148" y="37843"/>
                </a:lnTo>
                <a:lnTo>
                  <a:pt x="414495" y="55192"/>
                </a:lnTo>
                <a:cubicBezTo>
                  <a:pt x="421176" y="48372"/>
                  <a:pt x="427421" y="43400"/>
                  <a:pt x="433229" y="40278"/>
                </a:cubicBezTo>
                <a:cubicBezTo>
                  <a:pt x="439036" y="37156"/>
                  <a:pt x="444969" y="35595"/>
                  <a:pt x="451026" y="35595"/>
                </a:cubicBezTo>
                <a:cubicBezTo>
                  <a:pt x="459082" y="35595"/>
                  <a:pt x="465404" y="37782"/>
                  <a:pt x="469994" y="42157"/>
                </a:cubicBezTo>
                <a:cubicBezTo>
                  <a:pt x="474584" y="46533"/>
                  <a:pt x="476879" y="52376"/>
                  <a:pt x="476879" y="59688"/>
                </a:cubicBezTo>
                <a:cubicBezTo>
                  <a:pt x="476879" y="63371"/>
                  <a:pt x="476067" y="69176"/>
                  <a:pt x="474444" y="77105"/>
                </a:cubicBezTo>
                <a:lnTo>
                  <a:pt x="461798" y="137320"/>
                </a:lnTo>
                <a:lnTo>
                  <a:pt x="444844" y="137320"/>
                </a:lnTo>
                <a:lnTo>
                  <a:pt x="458051" y="74348"/>
                </a:lnTo>
                <a:cubicBezTo>
                  <a:pt x="459363" y="68234"/>
                  <a:pt x="460018" y="63711"/>
                  <a:pt x="460018" y="60780"/>
                </a:cubicBezTo>
                <a:cubicBezTo>
                  <a:pt x="460018" y="57474"/>
                  <a:pt x="458879" y="54792"/>
                  <a:pt x="456599" y="52733"/>
                </a:cubicBezTo>
                <a:cubicBezTo>
                  <a:pt x="454320" y="50675"/>
                  <a:pt x="451026" y="49645"/>
                  <a:pt x="446717" y="49645"/>
                </a:cubicBezTo>
                <a:cubicBezTo>
                  <a:pt x="438037" y="49645"/>
                  <a:pt x="430309" y="52762"/>
                  <a:pt x="423534" y="58995"/>
                </a:cubicBezTo>
                <a:cubicBezTo>
                  <a:pt x="416758" y="65226"/>
                  <a:pt x="411778" y="75913"/>
                  <a:pt x="408593" y="91056"/>
                </a:cubicBezTo>
                <a:lnTo>
                  <a:pt x="398945" y="137320"/>
                </a:lnTo>
                <a:lnTo>
                  <a:pt x="381991" y="137320"/>
                </a:lnTo>
                <a:close/>
                <a:moveTo>
                  <a:pt x="512725" y="19296"/>
                </a:moveTo>
                <a:lnTo>
                  <a:pt x="516753" y="0"/>
                </a:lnTo>
                <a:lnTo>
                  <a:pt x="533614" y="0"/>
                </a:lnTo>
                <a:lnTo>
                  <a:pt x="529586" y="19296"/>
                </a:lnTo>
                <a:lnTo>
                  <a:pt x="512725" y="19296"/>
                </a:lnTo>
                <a:moveTo>
                  <a:pt x="487996" y="137320"/>
                </a:moveTo>
                <a:lnTo>
                  <a:pt x="508791" y="37843"/>
                </a:lnTo>
                <a:lnTo>
                  <a:pt x="525745" y="37843"/>
                </a:lnTo>
                <a:lnTo>
                  <a:pt x="504951" y="137320"/>
                </a:lnTo>
                <a:lnTo>
                  <a:pt x="487996" y="137320"/>
                </a:lnTo>
                <a:close/>
                <a:moveTo>
                  <a:pt x="531240" y="137320"/>
                </a:moveTo>
                <a:lnTo>
                  <a:pt x="552034" y="37843"/>
                </a:lnTo>
                <a:lnTo>
                  <a:pt x="567396" y="37843"/>
                </a:lnTo>
                <a:lnTo>
                  <a:pt x="563743" y="55192"/>
                </a:lnTo>
                <a:cubicBezTo>
                  <a:pt x="570425" y="48372"/>
                  <a:pt x="576670" y="43400"/>
                  <a:pt x="582477" y="40278"/>
                </a:cubicBezTo>
                <a:cubicBezTo>
                  <a:pt x="588285" y="37156"/>
                  <a:pt x="594217" y="35595"/>
                  <a:pt x="600274" y="35595"/>
                </a:cubicBezTo>
                <a:cubicBezTo>
                  <a:pt x="608330" y="35595"/>
                  <a:pt x="614653" y="37782"/>
                  <a:pt x="619243" y="42157"/>
                </a:cubicBezTo>
                <a:cubicBezTo>
                  <a:pt x="623832" y="46533"/>
                  <a:pt x="626127" y="52376"/>
                  <a:pt x="626127" y="59688"/>
                </a:cubicBezTo>
                <a:cubicBezTo>
                  <a:pt x="626127" y="63371"/>
                  <a:pt x="625316" y="69176"/>
                  <a:pt x="623692" y="77105"/>
                </a:cubicBezTo>
                <a:lnTo>
                  <a:pt x="611046" y="137320"/>
                </a:lnTo>
                <a:lnTo>
                  <a:pt x="594092" y="137320"/>
                </a:lnTo>
                <a:lnTo>
                  <a:pt x="607300" y="74348"/>
                </a:lnTo>
                <a:cubicBezTo>
                  <a:pt x="608611" y="68234"/>
                  <a:pt x="609267" y="63711"/>
                  <a:pt x="609267" y="60780"/>
                </a:cubicBezTo>
                <a:cubicBezTo>
                  <a:pt x="609267" y="57474"/>
                  <a:pt x="608127" y="54792"/>
                  <a:pt x="605848" y="52733"/>
                </a:cubicBezTo>
                <a:cubicBezTo>
                  <a:pt x="603568" y="50675"/>
                  <a:pt x="600274" y="49645"/>
                  <a:pt x="595966" y="49645"/>
                </a:cubicBezTo>
                <a:cubicBezTo>
                  <a:pt x="587285" y="49645"/>
                  <a:pt x="579558" y="52762"/>
                  <a:pt x="572782" y="58995"/>
                </a:cubicBezTo>
                <a:cubicBezTo>
                  <a:pt x="566007" y="65226"/>
                  <a:pt x="561027" y="75913"/>
                  <a:pt x="557842" y="91056"/>
                </a:cubicBezTo>
                <a:lnTo>
                  <a:pt x="548194" y="137320"/>
                </a:lnTo>
                <a:lnTo>
                  <a:pt x="531240" y="137320"/>
                </a:lnTo>
                <a:close/>
                <a:moveTo>
                  <a:pt x="636964" y="146313"/>
                </a:moveTo>
                <a:lnTo>
                  <a:pt x="654106" y="147811"/>
                </a:lnTo>
                <a:cubicBezTo>
                  <a:pt x="653981" y="151707"/>
                  <a:pt x="654449" y="154628"/>
                  <a:pt x="655511" y="156575"/>
                </a:cubicBezTo>
                <a:cubicBezTo>
                  <a:pt x="656572" y="158523"/>
                  <a:pt x="658258" y="160031"/>
                  <a:pt x="660569" y="161101"/>
                </a:cubicBezTo>
                <a:cubicBezTo>
                  <a:pt x="663629" y="162483"/>
                  <a:pt x="667594" y="163173"/>
                  <a:pt x="672465" y="163173"/>
                </a:cubicBezTo>
                <a:cubicBezTo>
                  <a:pt x="682706" y="163173"/>
                  <a:pt x="690075" y="160519"/>
                  <a:pt x="694571" y="155211"/>
                </a:cubicBezTo>
                <a:cubicBezTo>
                  <a:pt x="697506" y="151652"/>
                  <a:pt x="700223" y="143909"/>
                  <a:pt x="702721" y="131981"/>
                </a:cubicBezTo>
                <a:lnTo>
                  <a:pt x="704407" y="123926"/>
                </a:lnTo>
                <a:cubicBezTo>
                  <a:pt x="695602" y="132855"/>
                  <a:pt x="686235" y="137320"/>
                  <a:pt x="676306" y="137320"/>
                </a:cubicBezTo>
                <a:cubicBezTo>
                  <a:pt x="666252" y="137320"/>
                  <a:pt x="657837" y="133620"/>
                  <a:pt x="651061" y="126220"/>
                </a:cubicBezTo>
                <a:cubicBezTo>
                  <a:pt x="644286" y="118821"/>
                  <a:pt x="640898" y="108345"/>
                  <a:pt x="640898" y="94794"/>
                </a:cubicBezTo>
                <a:cubicBezTo>
                  <a:pt x="640898" y="83616"/>
                  <a:pt x="643568" y="73344"/>
                  <a:pt x="648907" y="63977"/>
                </a:cubicBezTo>
                <a:cubicBezTo>
                  <a:pt x="654246" y="54610"/>
                  <a:pt x="660600" y="47538"/>
                  <a:pt x="667969" y="42760"/>
                </a:cubicBezTo>
                <a:cubicBezTo>
                  <a:pt x="675338" y="37983"/>
                  <a:pt x="682925" y="35595"/>
                  <a:pt x="690731" y="35595"/>
                </a:cubicBezTo>
                <a:cubicBezTo>
                  <a:pt x="703782" y="35595"/>
                  <a:pt x="713836" y="41789"/>
                  <a:pt x="720893" y="54176"/>
                </a:cubicBezTo>
                <a:lnTo>
                  <a:pt x="724265" y="37843"/>
                </a:lnTo>
                <a:lnTo>
                  <a:pt x="739814" y="37843"/>
                </a:lnTo>
                <a:lnTo>
                  <a:pt x="719768" y="133855"/>
                </a:lnTo>
                <a:cubicBezTo>
                  <a:pt x="717583" y="144432"/>
                  <a:pt x="714710" y="152676"/>
                  <a:pt x="711151" y="158589"/>
                </a:cubicBezTo>
                <a:cubicBezTo>
                  <a:pt x="707591" y="164504"/>
                  <a:pt x="702642" y="169088"/>
                  <a:pt x="696304" y="172341"/>
                </a:cubicBezTo>
                <a:cubicBezTo>
                  <a:pt x="689966" y="175596"/>
                  <a:pt x="682644" y="177224"/>
                  <a:pt x="674338" y="177224"/>
                </a:cubicBezTo>
                <a:cubicBezTo>
                  <a:pt x="666345" y="177224"/>
                  <a:pt x="659461" y="176191"/>
                  <a:pt x="653684" y="174124"/>
                </a:cubicBezTo>
                <a:cubicBezTo>
                  <a:pt x="647908" y="172057"/>
                  <a:pt x="643599" y="169035"/>
                  <a:pt x="640758" y="165056"/>
                </a:cubicBezTo>
                <a:cubicBezTo>
                  <a:pt x="637916" y="161078"/>
                  <a:pt x="636496" y="156522"/>
                  <a:pt x="636496" y="151386"/>
                </a:cubicBezTo>
                <a:cubicBezTo>
                  <a:pt x="636496" y="149820"/>
                  <a:pt x="636652" y="148130"/>
                  <a:pt x="636964" y="146313"/>
                </a:cubicBezTo>
                <a:moveTo>
                  <a:pt x="658134" y="93295"/>
                </a:moveTo>
                <a:cubicBezTo>
                  <a:pt x="658134" y="100102"/>
                  <a:pt x="658789" y="105223"/>
                  <a:pt x="660101" y="108657"/>
                </a:cubicBezTo>
                <a:cubicBezTo>
                  <a:pt x="661974" y="113466"/>
                  <a:pt x="664644" y="117134"/>
                  <a:pt x="668109" y="119664"/>
                </a:cubicBezTo>
                <a:cubicBezTo>
                  <a:pt x="671575" y="122193"/>
                  <a:pt x="675431" y="123457"/>
                  <a:pt x="679678" y="123457"/>
                </a:cubicBezTo>
                <a:cubicBezTo>
                  <a:pt x="685235" y="123457"/>
                  <a:pt x="690762" y="121507"/>
                  <a:pt x="696257" y="117606"/>
                </a:cubicBezTo>
                <a:cubicBezTo>
                  <a:pt x="701753" y="113703"/>
                  <a:pt x="706202" y="107662"/>
                  <a:pt x="709605" y="99484"/>
                </a:cubicBezTo>
                <a:cubicBezTo>
                  <a:pt x="713009" y="91303"/>
                  <a:pt x="714710" y="83498"/>
                  <a:pt x="714710" y="76069"/>
                </a:cubicBezTo>
                <a:cubicBezTo>
                  <a:pt x="714710" y="67886"/>
                  <a:pt x="712447" y="61374"/>
                  <a:pt x="707919" y="56533"/>
                </a:cubicBezTo>
                <a:cubicBezTo>
                  <a:pt x="703392" y="51691"/>
                  <a:pt x="697787" y="49270"/>
                  <a:pt x="691105" y="49270"/>
                </a:cubicBezTo>
                <a:cubicBezTo>
                  <a:pt x="686984" y="49270"/>
                  <a:pt x="682987" y="50379"/>
                  <a:pt x="679116" y="52596"/>
                </a:cubicBezTo>
                <a:cubicBezTo>
                  <a:pt x="675244" y="54813"/>
                  <a:pt x="671638" y="58185"/>
                  <a:pt x="668297" y="62712"/>
                </a:cubicBezTo>
                <a:cubicBezTo>
                  <a:pt x="664956" y="67240"/>
                  <a:pt x="662427" y="72657"/>
                  <a:pt x="660709" y="78964"/>
                </a:cubicBezTo>
                <a:cubicBezTo>
                  <a:pt x="658992" y="85271"/>
                  <a:pt x="658134" y="90048"/>
                  <a:pt x="658134" y="932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ob">
            <a:extLst xmlns:a="http://schemas.openxmlformats.org/drawingml/2006/main">
              <a:ext uri="{FF2B5EF4-FFF2-40B4-BE49-F238E27FC236}">
                <a16:creationId xmlns:a16="http://schemas.microsoft.com/office/drawing/2014/main" id="{32F01234-CA50-45A1-B9EC-5793929D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9850" y="3837649"/>
            <a:ext cx="199956" cy="139568"/>
          </a:xfrm>
          <a:custGeom xmlns:a="http://schemas.openxmlformats.org/drawingml/2006/main">
            <a:pathLst>
              <a:path w="199956" h="139568">
                <a:moveTo>
                  <a:pt x="0" y="99571"/>
                </a:moveTo>
                <a:cubicBezTo>
                  <a:pt x="0" y="80150"/>
                  <a:pt x="5714" y="64070"/>
                  <a:pt x="17142" y="51331"/>
                </a:cubicBezTo>
                <a:cubicBezTo>
                  <a:pt x="26571" y="40840"/>
                  <a:pt x="38936" y="35595"/>
                  <a:pt x="54235" y="35595"/>
                </a:cubicBezTo>
                <a:cubicBezTo>
                  <a:pt x="66225" y="35595"/>
                  <a:pt x="75888" y="39341"/>
                  <a:pt x="83226" y="46835"/>
                </a:cubicBezTo>
                <a:cubicBezTo>
                  <a:pt x="90563" y="54329"/>
                  <a:pt x="94232" y="64445"/>
                  <a:pt x="94232" y="77184"/>
                </a:cubicBezTo>
                <a:cubicBezTo>
                  <a:pt x="94232" y="88612"/>
                  <a:pt x="91922" y="99244"/>
                  <a:pt x="87301" y="109079"/>
                </a:cubicBezTo>
                <a:cubicBezTo>
                  <a:pt x="82680" y="118914"/>
                  <a:pt x="76107" y="126455"/>
                  <a:pt x="67583" y="131700"/>
                </a:cubicBezTo>
                <a:cubicBezTo>
                  <a:pt x="59059" y="136946"/>
                  <a:pt x="50082" y="139568"/>
                  <a:pt x="40653" y="139568"/>
                </a:cubicBezTo>
                <a:cubicBezTo>
                  <a:pt x="32909" y="139568"/>
                  <a:pt x="25869" y="137914"/>
                  <a:pt x="19530" y="134604"/>
                </a:cubicBezTo>
                <a:cubicBezTo>
                  <a:pt x="13192" y="131294"/>
                  <a:pt x="8352" y="126611"/>
                  <a:pt x="5011" y="120553"/>
                </a:cubicBezTo>
                <a:cubicBezTo>
                  <a:pt x="1670" y="114496"/>
                  <a:pt x="0" y="107502"/>
                  <a:pt x="0" y="99571"/>
                </a:cubicBezTo>
                <a:moveTo>
                  <a:pt x="16954" y="97885"/>
                </a:moveTo>
                <a:cubicBezTo>
                  <a:pt x="16954" y="107252"/>
                  <a:pt x="19202" y="114356"/>
                  <a:pt x="23699" y="119195"/>
                </a:cubicBezTo>
                <a:cubicBezTo>
                  <a:pt x="28195" y="124035"/>
                  <a:pt x="33909" y="126455"/>
                  <a:pt x="40840" y="126455"/>
                </a:cubicBezTo>
                <a:cubicBezTo>
                  <a:pt x="44462" y="126455"/>
                  <a:pt x="48053" y="125721"/>
                  <a:pt x="51612" y="124253"/>
                </a:cubicBezTo>
                <a:cubicBezTo>
                  <a:pt x="55172" y="122786"/>
                  <a:pt x="58481" y="120553"/>
                  <a:pt x="61541" y="117556"/>
                </a:cubicBezTo>
                <a:cubicBezTo>
                  <a:pt x="64601" y="114559"/>
                  <a:pt x="67208" y="111140"/>
                  <a:pt x="69363" y="107299"/>
                </a:cubicBezTo>
                <a:cubicBezTo>
                  <a:pt x="71517" y="103459"/>
                  <a:pt x="73250" y="99322"/>
                  <a:pt x="74561" y="94888"/>
                </a:cubicBezTo>
                <a:cubicBezTo>
                  <a:pt x="76497" y="88706"/>
                  <a:pt x="77465" y="82773"/>
                  <a:pt x="77465" y="77091"/>
                </a:cubicBezTo>
                <a:cubicBezTo>
                  <a:pt x="77465" y="68098"/>
                  <a:pt x="75202" y="61120"/>
                  <a:pt x="70674" y="56155"/>
                </a:cubicBezTo>
                <a:cubicBezTo>
                  <a:pt x="66147" y="51191"/>
                  <a:pt x="60448" y="48708"/>
                  <a:pt x="53579" y="48708"/>
                </a:cubicBezTo>
                <a:cubicBezTo>
                  <a:pt x="48271" y="48708"/>
                  <a:pt x="43432" y="49973"/>
                  <a:pt x="39060" y="52502"/>
                </a:cubicBezTo>
                <a:cubicBezTo>
                  <a:pt x="34689" y="55031"/>
                  <a:pt x="30739" y="58731"/>
                  <a:pt x="27211" y="63602"/>
                </a:cubicBezTo>
                <a:cubicBezTo>
                  <a:pt x="23683" y="68473"/>
                  <a:pt x="21091" y="74140"/>
                  <a:pt x="19437" y="80603"/>
                </a:cubicBezTo>
                <a:cubicBezTo>
                  <a:pt x="17782" y="87066"/>
                  <a:pt x="16954" y="92827"/>
                  <a:pt x="16954" y="97885"/>
                </a:cubicBezTo>
                <a:close/>
                <a:moveTo>
                  <a:pt x="103664" y="137320"/>
                </a:moveTo>
                <a:lnTo>
                  <a:pt x="132327" y="0"/>
                </a:lnTo>
                <a:lnTo>
                  <a:pt x="149281" y="0"/>
                </a:lnTo>
                <a:lnTo>
                  <a:pt x="139071" y="49083"/>
                </a:lnTo>
                <a:cubicBezTo>
                  <a:pt x="144441" y="44150"/>
                  <a:pt x="149312" y="40668"/>
                  <a:pt x="153683" y="38639"/>
                </a:cubicBezTo>
                <a:cubicBezTo>
                  <a:pt x="158055" y="36609"/>
                  <a:pt x="162613" y="35595"/>
                  <a:pt x="167359" y="35595"/>
                </a:cubicBezTo>
                <a:cubicBezTo>
                  <a:pt x="176664" y="35595"/>
                  <a:pt x="184423" y="39060"/>
                  <a:pt x="190636" y="45992"/>
                </a:cubicBezTo>
                <a:cubicBezTo>
                  <a:pt x="196850" y="52924"/>
                  <a:pt x="199956" y="63009"/>
                  <a:pt x="199956" y="76247"/>
                </a:cubicBezTo>
                <a:cubicBezTo>
                  <a:pt x="199956" y="85052"/>
                  <a:pt x="198708" y="93108"/>
                  <a:pt x="196210" y="100414"/>
                </a:cubicBezTo>
                <a:cubicBezTo>
                  <a:pt x="193712" y="107721"/>
                  <a:pt x="190621" y="113856"/>
                  <a:pt x="186936" y="118821"/>
                </a:cubicBezTo>
                <a:cubicBezTo>
                  <a:pt x="183252" y="123785"/>
                  <a:pt x="179443" y="127750"/>
                  <a:pt x="175509" y="130717"/>
                </a:cubicBezTo>
                <a:cubicBezTo>
                  <a:pt x="171574" y="133683"/>
                  <a:pt x="167547" y="135900"/>
                  <a:pt x="163425" y="137367"/>
                </a:cubicBezTo>
                <a:cubicBezTo>
                  <a:pt x="159304" y="138835"/>
                  <a:pt x="155338" y="139568"/>
                  <a:pt x="151529" y="139568"/>
                </a:cubicBezTo>
                <a:cubicBezTo>
                  <a:pt x="144972" y="139568"/>
                  <a:pt x="139196" y="137838"/>
                  <a:pt x="134200" y="134376"/>
                </a:cubicBezTo>
                <a:cubicBezTo>
                  <a:pt x="129204" y="130912"/>
                  <a:pt x="125301" y="125623"/>
                  <a:pt x="122491" y="118510"/>
                </a:cubicBezTo>
                <a:lnTo>
                  <a:pt x="118557" y="137320"/>
                </a:lnTo>
                <a:lnTo>
                  <a:pt x="103664" y="137320"/>
                </a:lnTo>
                <a:moveTo>
                  <a:pt x="128767" y="96457"/>
                </a:moveTo>
                <a:lnTo>
                  <a:pt x="128674" y="99674"/>
                </a:lnTo>
                <a:cubicBezTo>
                  <a:pt x="128674" y="108165"/>
                  <a:pt x="130703" y="114626"/>
                  <a:pt x="134762" y="119058"/>
                </a:cubicBezTo>
                <a:cubicBezTo>
                  <a:pt x="138821" y="123489"/>
                  <a:pt x="143879" y="125705"/>
                  <a:pt x="149937" y="125705"/>
                </a:cubicBezTo>
                <a:cubicBezTo>
                  <a:pt x="155869" y="125705"/>
                  <a:pt x="161318" y="123629"/>
                  <a:pt x="166282" y="119476"/>
                </a:cubicBezTo>
                <a:cubicBezTo>
                  <a:pt x="171247" y="115324"/>
                  <a:pt x="175321" y="108845"/>
                  <a:pt x="178506" y="100040"/>
                </a:cubicBezTo>
                <a:cubicBezTo>
                  <a:pt x="181691" y="91235"/>
                  <a:pt x="183283" y="83117"/>
                  <a:pt x="183283" y="75685"/>
                </a:cubicBezTo>
                <a:cubicBezTo>
                  <a:pt x="183283" y="67318"/>
                  <a:pt x="181269" y="60823"/>
                  <a:pt x="177241" y="56202"/>
                </a:cubicBezTo>
                <a:cubicBezTo>
                  <a:pt x="173214" y="51581"/>
                  <a:pt x="168234" y="49270"/>
                  <a:pt x="162301" y="49270"/>
                </a:cubicBezTo>
                <a:cubicBezTo>
                  <a:pt x="156181" y="49270"/>
                  <a:pt x="150561" y="51628"/>
                  <a:pt x="145440" y="56343"/>
                </a:cubicBezTo>
                <a:cubicBezTo>
                  <a:pt x="140320" y="61055"/>
                  <a:pt x="136042" y="68312"/>
                  <a:pt x="132608" y="78112"/>
                </a:cubicBezTo>
                <a:cubicBezTo>
                  <a:pt x="130047" y="85413"/>
                  <a:pt x="128767" y="91527"/>
                  <a:pt x="128767" y="964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jective">
            <a:extLst xmlns:a="http://schemas.openxmlformats.org/drawingml/2006/main">
              <a:ext uri="{FF2B5EF4-FFF2-40B4-BE49-F238E27FC236}">
                <a16:creationId xmlns:a16="http://schemas.microsoft.com/office/drawing/2014/main" id="{C92B3A77-2748-4F8F-9FA2-89CDA63C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575" y="3837649"/>
            <a:ext cx="562240" cy="177224"/>
          </a:xfrm>
          <a:custGeom xmlns:a="http://schemas.openxmlformats.org/drawingml/2006/main">
            <a:pathLst>
              <a:path w="562240" h="177224">
                <a:moveTo>
                  <a:pt x="53673" y="19296"/>
                </a:moveTo>
                <a:lnTo>
                  <a:pt x="57701" y="0"/>
                </a:lnTo>
                <a:lnTo>
                  <a:pt x="74468" y="0"/>
                </a:lnTo>
                <a:lnTo>
                  <a:pt x="70440" y="19296"/>
                </a:lnTo>
                <a:lnTo>
                  <a:pt x="53673" y="19296"/>
                </a:lnTo>
                <a:moveTo>
                  <a:pt x="0" y="174774"/>
                </a:moveTo>
                <a:lnTo>
                  <a:pt x="2997" y="160349"/>
                </a:lnTo>
                <a:cubicBezTo>
                  <a:pt x="6869" y="161358"/>
                  <a:pt x="10304" y="161862"/>
                  <a:pt x="13301" y="161862"/>
                </a:cubicBezTo>
                <a:cubicBezTo>
                  <a:pt x="16923" y="161862"/>
                  <a:pt x="19811" y="160660"/>
                  <a:pt x="21966" y="158256"/>
                </a:cubicBezTo>
                <a:cubicBezTo>
                  <a:pt x="24120" y="155851"/>
                  <a:pt x="26353" y="149185"/>
                  <a:pt x="28663" y="138257"/>
                </a:cubicBezTo>
                <a:lnTo>
                  <a:pt x="49551" y="37843"/>
                </a:lnTo>
                <a:lnTo>
                  <a:pt x="66506" y="37843"/>
                </a:lnTo>
                <a:lnTo>
                  <a:pt x="44962" y="141366"/>
                </a:lnTo>
                <a:cubicBezTo>
                  <a:pt x="42276" y="154320"/>
                  <a:pt x="39185" y="163143"/>
                  <a:pt x="35688" y="167836"/>
                </a:cubicBezTo>
                <a:cubicBezTo>
                  <a:pt x="31005" y="174095"/>
                  <a:pt x="24479" y="177224"/>
                  <a:pt x="16111" y="177224"/>
                </a:cubicBezTo>
                <a:cubicBezTo>
                  <a:pt x="11678" y="177224"/>
                  <a:pt x="6307" y="176407"/>
                  <a:pt x="0" y="174774"/>
                </a:cubicBezTo>
                <a:close/>
                <a:moveTo>
                  <a:pt x="145250" y="103787"/>
                </a:moveTo>
                <a:lnTo>
                  <a:pt x="161736" y="105285"/>
                </a:lnTo>
                <a:cubicBezTo>
                  <a:pt x="159363" y="113444"/>
                  <a:pt x="153915" y="121198"/>
                  <a:pt x="145391" y="128548"/>
                </a:cubicBezTo>
                <a:cubicBezTo>
                  <a:pt x="136867" y="135895"/>
                  <a:pt x="126703" y="139568"/>
                  <a:pt x="114901" y="139568"/>
                </a:cubicBezTo>
                <a:cubicBezTo>
                  <a:pt x="107532" y="139568"/>
                  <a:pt x="100772" y="137867"/>
                  <a:pt x="94621" y="134463"/>
                </a:cubicBezTo>
                <a:cubicBezTo>
                  <a:pt x="88470" y="131060"/>
                  <a:pt x="83787" y="126111"/>
                  <a:pt x="80571" y="119617"/>
                </a:cubicBezTo>
                <a:cubicBezTo>
                  <a:pt x="77355" y="113122"/>
                  <a:pt x="75747" y="105722"/>
                  <a:pt x="75747" y="97417"/>
                </a:cubicBezTo>
                <a:cubicBezTo>
                  <a:pt x="75747" y="86551"/>
                  <a:pt x="78260" y="76013"/>
                  <a:pt x="83287" y="65803"/>
                </a:cubicBezTo>
                <a:cubicBezTo>
                  <a:pt x="88314" y="55593"/>
                  <a:pt x="94824" y="48006"/>
                  <a:pt x="102818" y="43041"/>
                </a:cubicBezTo>
                <a:cubicBezTo>
                  <a:pt x="110811" y="38077"/>
                  <a:pt x="119460" y="35595"/>
                  <a:pt x="128764" y="35595"/>
                </a:cubicBezTo>
                <a:cubicBezTo>
                  <a:pt x="140629" y="35595"/>
                  <a:pt x="150105" y="39279"/>
                  <a:pt x="157193" y="46648"/>
                </a:cubicBezTo>
                <a:cubicBezTo>
                  <a:pt x="164281" y="54016"/>
                  <a:pt x="167825" y="64070"/>
                  <a:pt x="167825" y="76810"/>
                </a:cubicBezTo>
                <a:cubicBezTo>
                  <a:pt x="167825" y="81680"/>
                  <a:pt x="167387" y="86676"/>
                  <a:pt x="166513" y="91797"/>
                </a:cubicBezTo>
                <a:lnTo>
                  <a:pt x="93263" y="91797"/>
                </a:lnTo>
                <a:cubicBezTo>
                  <a:pt x="93013" y="93733"/>
                  <a:pt x="92888" y="95481"/>
                  <a:pt x="92888" y="97042"/>
                </a:cubicBezTo>
                <a:cubicBezTo>
                  <a:pt x="92888" y="106347"/>
                  <a:pt x="95027" y="113450"/>
                  <a:pt x="99305" y="118352"/>
                </a:cubicBezTo>
                <a:cubicBezTo>
                  <a:pt x="103582" y="123254"/>
                  <a:pt x="108812" y="125705"/>
                  <a:pt x="114995" y="125705"/>
                </a:cubicBezTo>
                <a:cubicBezTo>
                  <a:pt x="120802" y="125705"/>
                  <a:pt x="126516" y="123825"/>
                  <a:pt x="132136" y="120065"/>
                </a:cubicBezTo>
                <a:cubicBezTo>
                  <a:pt x="137756" y="116302"/>
                  <a:pt x="142128" y="110876"/>
                  <a:pt x="145250" y="103787"/>
                </a:cubicBezTo>
                <a:moveTo>
                  <a:pt x="95980" y="78683"/>
                </a:moveTo>
                <a:lnTo>
                  <a:pt x="151807" y="78683"/>
                </a:lnTo>
                <a:cubicBezTo>
                  <a:pt x="151869" y="76940"/>
                  <a:pt x="151901" y="75695"/>
                  <a:pt x="151901" y="74948"/>
                </a:cubicBezTo>
                <a:cubicBezTo>
                  <a:pt x="151901" y="66482"/>
                  <a:pt x="149777" y="59993"/>
                  <a:pt x="145531" y="55479"/>
                </a:cubicBezTo>
                <a:cubicBezTo>
                  <a:pt x="141285" y="50965"/>
                  <a:pt x="135821" y="48708"/>
                  <a:pt x="129139" y="48708"/>
                </a:cubicBezTo>
                <a:cubicBezTo>
                  <a:pt x="121895" y="48708"/>
                  <a:pt x="115291" y="51199"/>
                  <a:pt x="109328" y="56179"/>
                </a:cubicBezTo>
                <a:cubicBezTo>
                  <a:pt x="103364" y="61159"/>
                  <a:pt x="98915" y="68660"/>
                  <a:pt x="95980" y="78683"/>
                </a:cubicBezTo>
                <a:close/>
                <a:moveTo>
                  <a:pt x="247509" y="100976"/>
                </a:moveTo>
                <a:lnTo>
                  <a:pt x="264463" y="102850"/>
                </a:lnTo>
                <a:cubicBezTo>
                  <a:pt x="260217" y="115277"/>
                  <a:pt x="254175" y="124503"/>
                  <a:pt x="246338" y="130529"/>
                </a:cubicBezTo>
                <a:cubicBezTo>
                  <a:pt x="238501" y="136555"/>
                  <a:pt x="229586" y="139568"/>
                  <a:pt x="219595" y="139568"/>
                </a:cubicBezTo>
                <a:cubicBezTo>
                  <a:pt x="208792" y="139568"/>
                  <a:pt x="200033" y="136071"/>
                  <a:pt x="193320" y="129077"/>
                </a:cubicBezTo>
                <a:cubicBezTo>
                  <a:pt x="186607" y="122083"/>
                  <a:pt x="183251" y="112310"/>
                  <a:pt x="183251" y="99759"/>
                </a:cubicBezTo>
                <a:cubicBezTo>
                  <a:pt x="183251" y="88893"/>
                  <a:pt x="185405" y="78215"/>
                  <a:pt x="189714" y="67724"/>
                </a:cubicBezTo>
                <a:cubicBezTo>
                  <a:pt x="194023" y="57232"/>
                  <a:pt x="200190" y="49255"/>
                  <a:pt x="208214" y="43791"/>
                </a:cubicBezTo>
                <a:cubicBezTo>
                  <a:pt x="216238" y="38327"/>
                  <a:pt x="225402" y="35595"/>
                  <a:pt x="235706" y="35595"/>
                </a:cubicBezTo>
                <a:cubicBezTo>
                  <a:pt x="246385" y="35595"/>
                  <a:pt x="254846" y="38608"/>
                  <a:pt x="261091" y="44634"/>
                </a:cubicBezTo>
                <a:cubicBezTo>
                  <a:pt x="267335" y="50660"/>
                  <a:pt x="270458" y="58637"/>
                  <a:pt x="270458" y="68567"/>
                </a:cubicBezTo>
                <a:lnTo>
                  <a:pt x="253785" y="69691"/>
                </a:lnTo>
                <a:cubicBezTo>
                  <a:pt x="253722" y="63413"/>
                  <a:pt x="251896" y="58503"/>
                  <a:pt x="248305" y="54961"/>
                </a:cubicBezTo>
                <a:cubicBezTo>
                  <a:pt x="244714" y="51417"/>
                  <a:pt x="239984" y="49645"/>
                  <a:pt x="234114" y="49645"/>
                </a:cubicBezTo>
                <a:cubicBezTo>
                  <a:pt x="227307" y="49645"/>
                  <a:pt x="221406" y="51798"/>
                  <a:pt x="216410" y="56103"/>
                </a:cubicBezTo>
                <a:cubicBezTo>
                  <a:pt x="211414" y="60406"/>
                  <a:pt x="207496" y="66939"/>
                  <a:pt x="204655" y="75703"/>
                </a:cubicBezTo>
                <a:cubicBezTo>
                  <a:pt x="201813" y="84465"/>
                  <a:pt x="200393" y="92900"/>
                  <a:pt x="200393" y="101009"/>
                </a:cubicBezTo>
                <a:cubicBezTo>
                  <a:pt x="200393" y="109490"/>
                  <a:pt x="202266" y="115851"/>
                  <a:pt x="206013" y="120094"/>
                </a:cubicBezTo>
                <a:cubicBezTo>
                  <a:pt x="209760" y="124334"/>
                  <a:pt x="214381" y="126455"/>
                  <a:pt x="219876" y="126455"/>
                </a:cubicBezTo>
                <a:cubicBezTo>
                  <a:pt x="225371" y="126455"/>
                  <a:pt x="230632" y="124355"/>
                  <a:pt x="235659" y="120155"/>
                </a:cubicBezTo>
                <a:cubicBezTo>
                  <a:pt x="240686" y="115956"/>
                  <a:pt x="244636" y="109563"/>
                  <a:pt x="247509" y="100976"/>
                </a:cubicBezTo>
                <a:close/>
                <a:moveTo>
                  <a:pt x="314389" y="123539"/>
                </a:moveTo>
                <a:lnTo>
                  <a:pt x="311579" y="137402"/>
                </a:lnTo>
                <a:cubicBezTo>
                  <a:pt x="307520" y="138472"/>
                  <a:pt x="303586" y="139006"/>
                  <a:pt x="299777" y="139006"/>
                </a:cubicBezTo>
                <a:cubicBezTo>
                  <a:pt x="293032" y="139006"/>
                  <a:pt x="287662" y="137352"/>
                  <a:pt x="283665" y="134042"/>
                </a:cubicBezTo>
                <a:cubicBezTo>
                  <a:pt x="280668" y="131544"/>
                  <a:pt x="279169" y="128141"/>
                  <a:pt x="279169" y="123832"/>
                </a:cubicBezTo>
                <a:cubicBezTo>
                  <a:pt x="279169" y="121646"/>
                  <a:pt x="279981" y="116619"/>
                  <a:pt x="281605" y="108751"/>
                </a:cubicBezTo>
                <a:lnTo>
                  <a:pt x="293688" y="50957"/>
                </a:lnTo>
                <a:lnTo>
                  <a:pt x="280293" y="50957"/>
                </a:lnTo>
                <a:lnTo>
                  <a:pt x="283010" y="37843"/>
                </a:lnTo>
                <a:lnTo>
                  <a:pt x="296404" y="37843"/>
                </a:lnTo>
                <a:lnTo>
                  <a:pt x="301556" y="13395"/>
                </a:lnTo>
                <a:lnTo>
                  <a:pt x="320946" y="1686"/>
                </a:lnTo>
                <a:lnTo>
                  <a:pt x="313359" y="37843"/>
                </a:lnTo>
                <a:lnTo>
                  <a:pt x="330032" y="37843"/>
                </a:lnTo>
                <a:lnTo>
                  <a:pt x="327222" y="50957"/>
                </a:lnTo>
                <a:lnTo>
                  <a:pt x="310642" y="50957"/>
                </a:lnTo>
                <a:lnTo>
                  <a:pt x="299121" y="105871"/>
                </a:lnTo>
                <a:cubicBezTo>
                  <a:pt x="297685" y="112857"/>
                  <a:pt x="296967" y="117036"/>
                  <a:pt x="296967" y="118408"/>
                </a:cubicBezTo>
                <a:cubicBezTo>
                  <a:pt x="296967" y="120402"/>
                  <a:pt x="297544" y="121930"/>
                  <a:pt x="298699" y="122992"/>
                </a:cubicBezTo>
                <a:cubicBezTo>
                  <a:pt x="299855" y="124051"/>
                  <a:pt x="301744" y="124581"/>
                  <a:pt x="304366" y="124581"/>
                </a:cubicBezTo>
                <a:cubicBezTo>
                  <a:pt x="308113" y="124581"/>
                  <a:pt x="311454" y="124234"/>
                  <a:pt x="314389" y="123539"/>
                </a:cubicBezTo>
                <a:close/>
                <a:moveTo>
                  <a:pt x="352171" y="19296"/>
                </a:moveTo>
                <a:lnTo>
                  <a:pt x="356198" y="0"/>
                </a:lnTo>
                <a:lnTo>
                  <a:pt x="373059" y="0"/>
                </a:lnTo>
                <a:lnTo>
                  <a:pt x="369031" y="19296"/>
                </a:lnTo>
                <a:lnTo>
                  <a:pt x="352171" y="19296"/>
                </a:lnTo>
                <a:moveTo>
                  <a:pt x="327442" y="137320"/>
                </a:moveTo>
                <a:lnTo>
                  <a:pt x="348236" y="37843"/>
                </a:lnTo>
                <a:lnTo>
                  <a:pt x="365191" y="37843"/>
                </a:lnTo>
                <a:lnTo>
                  <a:pt x="344396" y="137320"/>
                </a:lnTo>
                <a:lnTo>
                  <a:pt x="327442" y="137320"/>
                </a:lnTo>
                <a:close/>
                <a:moveTo>
                  <a:pt x="395789" y="137320"/>
                </a:moveTo>
                <a:lnTo>
                  <a:pt x="379490" y="37843"/>
                </a:lnTo>
                <a:lnTo>
                  <a:pt x="395976" y="37843"/>
                </a:lnTo>
                <a:lnTo>
                  <a:pt x="404500" y="92564"/>
                </a:lnTo>
                <a:cubicBezTo>
                  <a:pt x="405437" y="98551"/>
                  <a:pt x="406592" y="108310"/>
                  <a:pt x="407966" y="121841"/>
                </a:cubicBezTo>
                <a:cubicBezTo>
                  <a:pt x="411213" y="114795"/>
                  <a:pt x="415366" y="106720"/>
                  <a:pt x="420424" y="97616"/>
                </a:cubicBezTo>
                <a:lnTo>
                  <a:pt x="453677" y="37843"/>
                </a:lnTo>
                <a:lnTo>
                  <a:pt x="471568" y="37843"/>
                </a:lnTo>
                <a:lnTo>
                  <a:pt x="414616" y="137320"/>
                </a:lnTo>
                <a:lnTo>
                  <a:pt x="395789" y="137320"/>
                </a:lnTo>
                <a:close/>
                <a:moveTo>
                  <a:pt x="539666" y="103787"/>
                </a:moveTo>
                <a:lnTo>
                  <a:pt x="556152" y="105285"/>
                </a:lnTo>
                <a:cubicBezTo>
                  <a:pt x="553779" y="113444"/>
                  <a:pt x="548330" y="121198"/>
                  <a:pt x="539806" y="128548"/>
                </a:cubicBezTo>
                <a:cubicBezTo>
                  <a:pt x="531282" y="135895"/>
                  <a:pt x="521119" y="139568"/>
                  <a:pt x="509317" y="139568"/>
                </a:cubicBezTo>
                <a:cubicBezTo>
                  <a:pt x="501948" y="139568"/>
                  <a:pt x="495188" y="137867"/>
                  <a:pt x="489037" y="134463"/>
                </a:cubicBezTo>
                <a:cubicBezTo>
                  <a:pt x="482886" y="131060"/>
                  <a:pt x="478203" y="126111"/>
                  <a:pt x="474987" y="119617"/>
                </a:cubicBezTo>
                <a:cubicBezTo>
                  <a:pt x="471771" y="113122"/>
                  <a:pt x="470163" y="105722"/>
                  <a:pt x="470163" y="97417"/>
                </a:cubicBezTo>
                <a:cubicBezTo>
                  <a:pt x="470163" y="86551"/>
                  <a:pt x="472676" y="76013"/>
                  <a:pt x="477703" y="65803"/>
                </a:cubicBezTo>
                <a:cubicBezTo>
                  <a:pt x="482730" y="55593"/>
                  <a:pt x="489240" y="48006"/>
                  <a:pt x="497233" y="43041"/>
                </a:cubicBezTo>
                <a:cubicBezTo>
                  <a:pt x="505227" y="38077"/>
                  <a:pt x="513875" y="35595"/>
                  <a:pt x="523180" y="35595"/>
                </a:cubicBezTo>
                <a:cubicBezTo>
                  <a:pt x="535045" y="35595"/>
                  <a:pt x="544521" y="39279"/>
                  <a:pt x="551609" y="46648"/>
                </a:cubicBezTo>
                <a:cubicBezTo>
                  <a:pt x="558697" y="54016"/>
                  <a:pt x="562240" y="64070"/>
                  <a:pt x="562240" y="76810"/>
                </a:cubicBezTo>
                <a:cubicBezTo>
                  <a:pt x="562240" y="81680"/>
                  <a:pt x="561803" y="86676"/>
                  <a:pt x="560929" y="91797"/>
                </a:cubicBezTo>
                <a:lnTo>
                  <a:pt x="487679" y="91797"/>
                </a:lnTo>
                <a:cubicBezTo>
                  <a:pt x="487429" y="93733"/>
                  <a:pt x="487304" y="95481"/>
                  <a:pt x="487304" y="97042"/>
                </a:cubicBezTo>
                <a:cubicBezTo>
                  <a:pt x="487304" y="106347"/>
                  <a:pt x="489443" y="113450"/>
                  <a:pt x="493721" y="118352"/>
                </a:cubicBezTo>
                <a:cubicBezTo>
                  <a:pt x="497998" y="123254"/>
                  <a:pt x="503228" y="125705"/>
                  <a:pt x="509410" y="125705"/>
                </a:cubicBezTo>
                <a:cubicBezTo>
                  <a:pt x="515218" y="125705"/>
                  <a:pt x="520932" y="123825"/>
                  <a:pt x="526552" y="120065"/>
                </a:cubicBezTo>
                <a:cubicBezTo>
                  <a:pt x="532172" y="116302"/>
                  <a:pt x="536544" y="110876"/>
                  <a:pt x="539666" y="103787"/>
                </a:cubicBezTo>
                <a:moveTo>
                  <a:pt x="490395" y="78683"/>
                </a:moveTo>
                <a:lnTo>
                  <a:pt x="546223" y="78683"/>
                </a:lnTo>
                <a:cubicBezTo>
                  <a:pt x="546285" y="76940"/>
                  <a:pt x="546317" y="75695"/>
                  <a:pt x="546317" y="74948"/>
                </a:cubicBezTo>
                <a:cubicBezTo>
                  <a:pt x="546317" y="66482"/>
                  <a:pt x="544193" y="59993"/>
                  <a:pt x="539947" y="55479"/>
                </a:cubicBezTo>
                <a:cubicBezTo>
                  <a:pt x="535701" y="50965"/>
                  <a:pt x="530236" y="48708"/>
                  <a:pt x="523555" y="48708"/>
                </a:cubicBezTo>
                <a:cubicBezTo>
                  <a:pt x="516311" y="48708"/>
                  <a:pt x="509707" y="51199"/>
                  <a:pt x="503743" y="56179"/>
                </a:cubicBezTo>
                <a:cubicBezTo>
                  <a:pt x="497780" y="61159"/>
                  <a:pt x="493330" y="68660"/>
                  <a:pt x="490395" y="786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perteam">
            <a:extLst xmlns:a="http://schemas.openxmlformats.org/drawingml/2006/main">
              <a:ext uri="{FF2B5EF4-FFF2-40B4-BE49-F238E27FC236}">
                <a16:creationId xmlns:a16="http://schemas.microsoft.com/office/drawing/2014/main" id="{DD2EA991-B602-4EF8-B0D6-CEAC6823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221" y="4066063"/>
            <a:ext cx="755021" cy="173852"/>
          </a:xfrm>
          <a:custGeom xmlns:a="http://schemas.openxmlformats.org/drawingml/2006/main">
            <a:pathLst>
              <a:path w="755021" h="173852">
                <a:moveTo>
                  <a:pt x="0" y="173852"/>
                </a:moveTo>
                <a:lnTo>
                  <a:pt x="28757" y="36157"/>
                </a:lnTo>
                <a:lnTo>
                  <a:pt x="44400" y="36157"/>
                </a:lnTo>
                <a:lnTo>
                  <a:pt x="41496" y="50020"/>
                </a:lnTo>
                <a:cubicBezTo>
                  <a:pt x="47303" y="43963"/>
                  <a:pt x="52502" y="39763"/>
                  <a:pt x="57092" y="37421"/>
                </a:cubicBezTo>
                <a:cubicBezTo>
                  <a:pt x="61682" y="35079"/>
                  <a:pt x="66537" y="33909"/>
                  <a:pt x="71658" y="33909"/>
                </a:cubicBezTo>
                <a:cubicBezTo>
                  <a:pt x="81150" y="33909"/>
                  <a:pt x="89018" y="37359"/>
                  <a:pt x="95263" y="44259"/>
                </a:cubicBezTo>
                <a:cubicBezTo>
                  <a:pt x="101507" y="51160"/>
                  <a:pt x="104630" y="61042"/>
                  <a:pt x="104630" y="73906"/>
                </a:cubicBezTo>
                <a:cubicBezTo>
                  <a:pt x="104630" y="84272"/>
                  <a:pt x="102912" y="93717"/>
                  <a:pt x="99478" y="102241"/>
                </a:cubicBezTo>
                <a:cubicBezTo>
                  <a:pt x="96043" y="110765"/>
                  <a:pt x="91828" y="117618"/>
                  <a:pt x="86832" y="122802"/>
                </a:cubicBezTo>
                <a:cubicBezTo>
                  <a:pt x="81836" y="127985"/>
                  <a:pt x="76778" y="131794"/>
                  <a:pt x="71658" y="134229"/>
                </a:cubicBezTo>
                <a:cubicBezTo>
                  <a:pt x="66537" y="136665"/>
                  <a:pt x="61291" y="137882"/>
                  <a:pt x="55921" y="137882"/>
                </a:cubicBezTo>
                <a:cubicBezTo>
                  <a:pt x="43994" y="137882"/>
                  <a:pt x="34752" y="131825"/>
                  <a:pt x="28195" y="119710"/>
                </a:cubicBezTo>
                <a:lnTo>
                  <a:pt x="16954" y="173852"/>
                </a:lnTo>
                <a:lnTo>
                  <a:pt x="0" y="173852"/>
                </a:lnTo>
                <a:moveTo>
                  <a:pt x="33534" y="94964"/>
                </a:moveTo>
                <a:cubicBezTo>
                  <a:pt x="33534" y="102399"/>
                  <a:pt x="34065" y="107554"/>
                  <a:pt x="35126" y="110428"/>
                </a:cubicBezTo>
                <a:cubicBezTo>
                  <a:pt x="36687" y="114489"/>
                  <a:pt x="39248" y="117770"/>
                  <a:pt x="42807" y="120270"/>
                </a:cubicBezTo>
                <a:cubicBezTo>
                  <a:pt x="46367" y="122769"/>
                  <a:pt x="50488" y="124019"/>
                  <a:pt x="55172" y="124019"/>
                </a:cubicBezTo>
                <a:cubicBezTo>
                  <a:pt x="64913" y="124019"/>
                  <a:pt x="72782" y="118540"/>
                  <a:pt x="78777" y="107580"/>
                </a:cubicBezTo>
                <a:cubicBezTo>
                  <a:pt x="84771" y="96621"/>
                  <a:pt x="87769" y="85427"/>
                  <a:pt x="87769" y="73999"/>
                </a:cubicBezTo>
                <a:cubicBezTo>
                  <a:pt x="87769" y="65569"/>
                  <a:pt x="85755" y="59059"/>
                  <a:pt x="81727" y="54469"/>
                </a:cubicBezTo>
                <a:cubicBezTo>
                  <a:pt x="77699" y="49879"/>
                  <a:pt x="72688" y="47584"/>
                  <a:pt x="66693" y="47584"/>
                </a:cubicBezTo>
                <a:cubicBezTo>
                  <a:pt x="62384" y="47584"/>
                  <a:pt x="58388" y="48724"/>
                  <a:pt x="54703" y="51003"/>
                </a:cubicBezTo>
                <a:cubicBezTo>
                  <a:pt x="51019" y="53281"/>
                  <a:pt x="47600" y="56682"/>
                  <a:pt x="44446" y="61208"/>
                </a:cubicBezTo>
                <a:cubicBezTo>
                  <a:pt x="41293" y="65733"/>
                  <a:pt x="38686" y="71273"/>
                  <a:pt x="36625" y="77828"/>
                </a:cubicBezTo>
                <a:cubicBezTo>
                  <a:pt x="34564" y="84383"/>
                  <a:pt x="33534" y="90095"/>
                  <a:pt x="33534" y="94964"/>
                </a:cubicBezTo>
                <a:close/>
                <a:moveTo>
                  <a:pt x="188060" y="102100"/>
                </a:moveTo>
                <a:lnTo>
                  <a:pt x="204546" y="103599"/>
                </a:lnTo>
                <a:cubicBezTo>
                  <a:pt x="202173" y="111758"/>
                  <a:pt x="196725" y="119512"/>
                  <a:pt x="188201" y="126862"/>
                </a:cubicBezTo>
                <a:cubicBezTo>
                  <a:pt x="179677" y="134209"/>
                  <a:pt x="169514" y="137882"/>
                  <a:pt x="157711" y="137882"/>
                </a:cubicBezTo>
                <a:cubicBezTo>
                  <a:pt x="150342" y="137882"/>
                  <a:pt x="143583" y="136181"/>
                  <a:pt x="137432" y="132777"/>
                </a:cubicBezTo>
                <a:cubicBezTo>
                  <a:pt x="131281" y="129374"/>
                  <a:pt x="126597" y="124425"/>
                  <a:pt x="123381" y="117931"/>
                </a:cubicBezTo>
                <a:cubicBezTo>
                  <a:pt x="120165" y="111436"/>
                  <a:pt x="118557" y="104036"/>
                  <a:pt x="118557" y="95731"/>
                </a:cubicBezTo>
                <a:cubicBezTo>
                  <a:pt x="118557" y="84865"/>
                  <a:pt x="121071" y="74327"/>
                  <a:pt x="126098" y="64117"/>
                </a:cubicBezTo>
                <a:cubicBezTo>
                  <a:pt x="131125" y="53907"/>
                  <a:pt x="137635" y="46320"/>
                  <a:pt x="145628" y="41355"/>
                </a:cubicBezTo>
                <a:cubicBezTo>
                  <a:pt x="153621" y="36391"/>
                  <a:pt x="162270" y="33909"/>
                  <a:pt x="171574" y="33909"/>
                </a:cubicBezTo>
                <a:cubicBezTo>
                  <a:pt x="183439" y="33909"/>
                  <a:pt x="192916" y="37593"/>
                  <a:pt x="200003" y="44962"/>
                </a:cubicBezTo>
                <a:cubicBezTo>
                  <a:pt x="207091" y="52330"/>
                  <a:pt x="210635" y="62384"/>
                  <a:pt x="210635" y="75123"/>
                </a:cubicBezTo>
                <a:cubicBezTo>
                  <a:pt x="210635" y="79994"/>
                  <a:pt x="210198" y="84990"/>
                  <a:pt x="209323" y="90111"/>
                </a:cubicBezTo>
                <a:lnTo>
                  <a:pt x="136073" y="90111"/>
                </a:lnTo>
                <a:cubicBezTo>
                  <a:pt x="135824" y="92047"/>
                  <a:pt x="135699" y="93795"/>
                  <a:pt x="135699" y="95356"/>
                </a:cubicBezTo>
                <a:cubicBezTo>
                  <a:pt x="135699" y="104661"/>
                  <a:pt x="137838" y="111764"/>
                  <a:pt x="142115" y="116666"/>
                </a:cubicBezTo>
                <a:cubicBezTo>
                  <a:pt x="146393" y="121568"/>
                  <a:pt x="151623" y="124019"/>
                  <a:pt x="157805" y="124019"/>
                </a:cubicBezTo>
                <a:cubicBezTo>
                  <a:pt x="163612" y="124019"/>
                  <a:pt x="169326" y="122139"/>
                  <a:pt x="174947" y="118379"/>
                </a:cubicBezTo>
                <a:cubicBezTo>
                  <a:pt x="180567" y="114616"/>
                  <a:pt x="184938" y="109190"/>
                  <a:pt x="188060" y="102100"/>
                </a:cubicBezTo>
                <a:moveTo>
                  <a:pt x="138790" y="76997"/>
                </a:moveTo>
                <a:lnTo>
                  <a:pt x="194617" y="76997"/>
                </a:lnTo>
                <a:cubicBezTo>
                  <a:pt x="194680" y="75254"/>
                  <a:pt x="194711" y="74009"/>
                  <a:pt x="194711" y="73262"/>
                </a:cubicBezTo>
                <a:cubicBezTo>
                  <a:pt x="194711" y="64796"/>
                  <a:pt x="192588" y="58307"/>
                  <a:pt x="188341" y="53793"/>
                </a:cubicBezTo>
                <a:cubicBezTo>
                  <a:pt x="184095" y="49279"/>
                  <a:pt x="178631" y="47022"/>
                  <a:pt x="171949" y="47022"/>
                </a:cubicBezTo>
                <a:cubicBezTo>
                  <a:pt x="164705" y="47022"/>
                  <a:pt x="158102" y="49512"/>
                  <a:pt x="152138" y="54493"/>
                </a:cubicBezTo>
                <a:cubicBezTo>
                  <a:pt x="146174" y="59473"/>
                  <a:pt x="141725" y="66974"/>
                  <a:pt x="138790" y="76997"/>
                </a:cubicBezTo>
                <a:close/>
                <a:moveTo>
                  <a:pt x="221659" y="135634"/>
                </a:moveTo>
                <a:lnTo>
                  <a:pt x="242454" y="36157"/>
                </a:lnTo>
                <a:lnTo>
                  <a:pt x="257441" y="36157"/>
                </a:lnTo>
                <a:lnTo>
                  <a:pt x="253226" y="56571"/>
                </a:lnTo>
                <a:cubicBezTo>
                  <a:pt x="258346" y="48861"/>
                  <a:pt x="263358" y="43157"/>
                  <a:pt x="268260" y="39459"/>
                </a:cubicBezTo>
                <a:cubicBezTo>
                  <a:pt x="273162" y="35759"/>
                  <a:pt x="278173" y="33909"/>
                  <a:pt x="283294" y="33909"/>
                </a:cubicBezTo>
                <a:cubicBezTo>
                  <a:pt x="286666" y="33909"/>
                  <a:pt x="290819" y="35095"/>
                  <a:pt x="295752" y="37468"/>
                </a:cubicBezTo>
                <a:lnTo>
                  <a:pt x="288820" y="53205"/>
                </a:lnTo>
                <a:cubicBezTo>
                  <a:pt x="285885" y="51206"/>
                  <a:pt x="282669" y="50207"/>
                  <a:pt x="279172" y="50207"/>
                </a:cubicBezTo>
                <a:cubicBezTo>
                  <a:pt x="273240" y="50207"/>
                  <a:pt x="267151" y="53511"/>
                  <a:pt x="260907" y="60119"/>
                </a:cubicBezTo>
                <a:cubicBezTo>
                  <a:pt x="254662" y="66724"/>
                  <a:pt x="249760" y="78597"/>
                  <a:pt x="246200" y="95737"/>
                </a:cubicBezTo>
                <a:lnTo>
                  <a:pt x="237770" y="135634"/>
                </a:lnTo>
                <a:lnTo>
                  <a:pt x="221659" y="135634"/>
                </a:lnTo>
                <a:close/>
                <a:moveTo>
                  <a:pt x="378493" y="121853"/>
                </a:moveTo>
                <a:lnTo>
                  <a:pt x="375683" y="135716"/>
                </a:lnTo>
                <a:cubicBezTo>
                  <a:pt x="371624" y="136786"/>
                  <a:pt x="367690" y="137320"/>
                  <a:pt x="363881" y="137320"/>
                </a:cubicBezTo>
                <a:cubicBezTo>
                  <a:pt x="357136" y="137320"/>
                  <a:pt x="351766" y="135666"/>
                  <a:pt x="347769" y="132356"/>
                </a:cubicBezTo>
                <a:cubicBezTo>
                  <a:pt x="344772" y="129858"/>
                  <a:pt x="343273" y="126455"/>
                  <a:pt x="343273" y="122146"/>
                </a:cubicBezTo>
                <a:cubicBezTo>
                  <a:pt x="343273" y="119960"/>
                  <a:pt x="344085" y="114933"/>
                  <a:pt x="345709" y="107065"/>
                </a:cubicBezTo>
                <a:lnTo>
                  <a:pt x="357792" y="49270"/>
                </a:lnTo>
                <a:lnTo>
                  <a:pt x="344397" y="49270"/>
                </a:lnTo>
                <a:lnTo>
                  <a:pt x="347114" y="36157"/>
                </a:lnTo>
                <a:lnTo>
                  <a:pt x="360509" y="36157"/>
                </a:lnTo>
                <a:lnTo>
                  <a:pt x="365660" y="11709"/>
                </a:lnTo>
                <a:lnTo>
                  <a:pt x="385050" y="0"/>
                </a:lnTo>
                <a:lnTo>
                  <a:pt x="377463" y="36157"/>
                </a:lnTo>
                <a:lnTo>
                  <a:pt x="394136" y="36157"/>
                </a:lnTo>
                <a:lnTo>
                  <a:pt x="391326" y="49270"/>
                </a:lnTo>
                <a:lnTo>
                  <a:pt x="374746" y="49270"/>
                </a:lnTo>
                <a:lnTo>
                  <a:pt x="363225" y="104185"/>
                </a:lnTo>
                <a:cubicBezTo>
                  <a:pt x="361789" y="111171"/>
                  <a:pt x="361071" y="115350"/>
                  <a:pt x="361071" y="116722"/>
                </a:cubicBezTo>
                <a:cubicBezTo>
                  <a:pt x="361071" y="118716"/>
                  <a:pt x="361648" y="120244"/>
                  <a:pt x="362803" y="121306"/>
                </a:cubicBezTo>
                <a:cubicBezTo>
                  <a:pt x="363959" y="122365"/>
                  <a:pt x="365848" y="122895"/>
                  <a:pt x="368470" y="122895"/>
                </a:cubicBezTo>
                <a:cubicBezTo>
                  <a:pt x="372217" y="122895"/>
                  <a:pt x="375558" y="122548"/>
                  <a:pt x="378493" y="121853"/>
                </a:cubicBezTo>
                <a:close/>
                <a:moveTo>
                  <a:pt x="465264" y="102100"/>
                </a:moveTo>
                <a:lnTo>
                  <a:pt x="481750" y="103599"/>
                </a:lnTo>
                <a:cubicBezTo>
                  <a:pt x="479377" y="111758"/>
                  <a:pt x="473928" y="119512"/>
                  <a:pt x="465404" y="126862"/>
                </a:cubicBezTo>
                <a:cubicBezTo>
                  <a:pt x="456880" y="134209"/>
                  <a:pt x="446717" y="137882"/>
                  <a:pt x="434915" y="137882"/>
                </a:cubicBezTo>
                <a:cubicBezTo>
                  <a:pt x="427546" y="137882"/>
                  <a:pt x="420786" y="136181"/>
                  <a:pt x="414635" y="132777"/>
                </a:cubicBezTo>
                <a:cubicBezTo>
                  <a:pt x="408484" y="129374"/>
                  <a:pt x="403801" y="124425"/>
                  <a:pt x="400585" y="117931"/>
                </a:cubicBezTo>
                <a:cubicBezTo>
                  <a:pt x="397369" y="111436"/>
                  <a:pt x="395761" y="104036"/>
                  <a:pt x="395761" y="95731"/>
                </a:cubicBezTo>
                <a:cubicBezTo>
                  <a:pt x="395761" y="84865"/>
                  <a:pt x="398274" y="74327"/>
                  <a:pt x="403301" y="64117"/>
                </a:cubicBezTo>
                <a:cubicBezTo>
                  <a:pt x="408328" y="53907"/>
                  <a:pt x="414838" y="46320"/>
                  <a:pt x="422831" y="41355"/>
                </a:cubicBezTo>
                <a:cubicBezTo>
                  <a:pt x="430825" y="36391"/>
                  <a:pt x="439473" y="33909"/>
                  <a:pt x="448778" y="33909"/>
                </a:cubicBezTo>
                <a:cubicBezTo>
                  <a:pt x="460643" y="33909"/>
                  <a:pt x="470119" y="37593"/>
                  <a:pt x="477207" y="44962"/>
                </a:cubicBezTo>
                <a:cubicBezTo>
                  <a:pt x="484295" y="52330"/>
                  <a:pt x="487838" y="62384"/>
                  <a:pt x="487838" y="75123"/>
                </a:cubicBezTo>
                <a:cubicBezTo>
                  <a:pt x="487838" y="79994"/>
                  <a:pt x="487401" y="84990"/>
                  <a:pt x="486527" y="90111"/>
                </a:cubicBezTo>
                <a:lnTo>
                  <a:pt x="413277" y="90111"/>
                </a:lnTo>
                <a:cubicBezTo>
                  <a:pt x="413027" y="92047"/>
                  <a:pt x="412902" y="93795"/>
                  <a:pt x="412902" y="95356"/>
                </a:cubicBezTo>
                <a:cubicBezTo>
                  <a:pt x="412902" y="104661"/>
                  <a:pt x="415041" y="111764"/>
                  <a:pt x="419319" y="116666"/>
                </a:cubicBezTo>
                <a:cubicBezTo>
                  <a:pt x="423596" y="121568"/>
                  <a:pt x="428826" y="124019"/>
                  <a:pt x="435008" y="124019"/>
                </a:cubicBezTo>
                <a:cubicBezTo>
                  <a:pt x="440816" y="124019"/>
                  <a:pt x="446530" y="122139"/>
                  <a:pt x="452150" y="118379"/>
                </a:cubicBezTo>
                <a:cubicBezTo>
                  <a:pt x="457770" y="114616"/>
                  <a:pt x="462142" y="109190"/>
                  <a:pt x="465264" y="102100"/>
                </a:cubicBezTo>
                <a:moveTo>
                  <a:pt x="415993" y="76997"/>
                </a:moveTo>
                <a:lnTo>
                  <a:pt x="471821" y="76997"/>
                </a:lnTo>
                <a:cubicBezTo>
                  <a:pt x="471883" y="75254"/>
                  <a:pt x="471914" y="74009"/>
                  <a:pt x="471914" y="73262"/>
                </a:cubicBezTo>
                <a:cubicBezTo>
                  <a:pt x="471914" y="64796"/>
                  <a:pt x="469791" y="58307"/>
                  <a:pt x="465545" y="53793"/>
                </a:cubicBezTo>
                <a:cubicBezTo>
                  <a:pt x="461299" y="49279"/>
                  <a:pt x="455834" y="47022"/>
                  <a:pt x="449153" y="47022"/>
                </a:cubicBezTo>
                <a:cubicBezTo>
                  <a:pt x="441909" y="47022"/>
                  <a:pt x="435305" y="49512"/>
                  <a:pt x="429341" y="54493"/>
                </a:cubicBezTo>
                <a:cubicBezTo>
                  <a:pt x="423378" y="59473"/>
                  <a:pt x="418928" y="66974"/>
                  <a:pt x="415993" y="76997"/>
                </a:cubicBezTo>
                <a:close/>
                <a:moveTo>
                  <a:pt x="565930" y="123270"/>
                </a:moveTo>
                <a:cubicBezTo>
                  <a:pt x="560060" y="128328"/>
                  <a:pt x="554409" y="132028"/>
                  <a:pt x="548976" y="134370"/>
                </a:cubicBezTo>
                <a:cubicBezTo>
                  <a:pt x="543543" y="136712"/>
                  <a:pt x="537735" y="137882"/>
                  <a:pt x="531553" y="137882"/>
                </a:cubicBezTo>
                <a:cubicBezTo>
                  <a:pt x="522373" y="137882"/>
                  <a:pt x="514973" y="135182"/>
                  <a:pt x="509353" y="129780"/>
                </a:cubicBezTo>
                <a:cubicBezTo>
                  <a:pt x="503733" y="124378"/>
                  <a:pt x="500923" y="117462"/>
                  <a:pt x="500923" y="109032"/>
                </a:cubicBezTo>
                <a:cubicBezTo>
                  <a:pt x="500923" y="103474"/>
                  <a:pt x="502188" y="98557"/>
                  <a:pt x="504717" y="94279"/>
                </a:cubicBezTo>
                <a:cubicBezTo>
                  <a:pt x="507246" y="90001"/>
                  <a:pt x="510602" y="86567"/>
                  <a:pt x="514786" y="83975"/>
                </a:cubicBezTo>
                <a:cubicBezTo>
                  <a:pt x="518970" y="81384"/>
                  <a:pt x="524091" y="79526"/>
                  <a:pt x="530148" y="78402"/>
                </a:cubicBezTo>
                <a:cubicBezTo>
                  <a:pt x="533957" y="77653"/>
                  <a:pt x="541186" y="77059"/>
                  <a:pt x="551833" y="76622"/>
                </a:cubicBezTo>
                <a:cubicBezTo>
                  <a:pt x="562480" y="76185"/>
                  <a:pt x="570114" y="75061"/>
                  <a:pt x="574735" y="73250"/>
                </a:cubicBezTo>
                <a:cubicBezTo>
                  <a:pt x="576046" y="68629"/>
                  <a:pt x="576702" y="64789"/>
                  <a:pt x="576702" y="61729"/>
                </a:cubicBezTo>
                <a:cubicBezTo>
                  <a:pt x="576702" y="57794"/>
                  <a:pt x="575266" y="54703"/>
                  <a:pt x="572393" y="52455"/>
                </a:cubicBezTo>
                <a:cubicBezTo>
                  <a:pt x="568459" y="49333"/>
                  <a:pt x="562714" y="47772"/>
                  <a:pt x="555158" y="47772"/>
                </a:cubicBezTo>
                <a:cubicBezTo>
                  <a:pt x="548039" y="47772"/>
                  <a:pt x="542216" y="49349"/>
                  <a:pt x="537689" y="52502"/>
                </a:cubicBezTo>
                <a:cubicBezTo>
                  <a:pt x="533161" y="55656"/>
                  <a:pt x="529867" y="60136"/>
                  <a:pt x="527806" y="65944"/>
                </a:cubicBezTo>
                <a:lnTo>
                  <a:pt x="510665" y="64445"/>
                </a:lnTo>
                <a:cubicBezTo>
                  <a:pt x="514162" y="54578"/>
                  <a:pt x="519704" y="47022"/>
                  <a:pt x="527291" y="41777"/>
                </a:cubicBezTo>
                <a:cubicBezTo>
                  <a:pt x="534878" y="36531"/>
                  <a:pt x="544448" y="33909"/>
                  <a:pt x="556001" y="33909"/>
                </a:cubicBezTo>
                <a:cubicBezTo>
                  <a:pt x="568303" y="33909"/>
                  <a:pt x="578045" y="36844"/>
                  <a:pt x="585226" y="42714"/>
                </a:cubicBezTo>
                <a:cubicBezTo>
                  <a:pt x="590721" y="47085"/>
                  <a:pt x="593469" y="52768"/>
                  <a:pt x="593469" y="59762"/>
                </a:cubicBezTo>
                <a:cubicBezTo>
                  <a:pt x="593469" y="65070"/>
                  <a:pt x="592688" y="71221"/>
                  <a:pt x="591127" y="78215"/>
                </a:cubicBezTo>
                <a:lnTo>
                  <a:pt x="585601" y="102943"/>
                </a:lnTo>
                <a:cubicBezTo>
                  <a:pt x="583852" y="110812"/>
                  <a:pt x="582978" y="117213"/>
                  <a:pt x="582978" y="122146"/>
                </a:cubicBezTo>
                <a:cubicBezTo>
                  <a:pt x="582978" y="125268"/>
                  <a:pt x="583665" y="129764"/>
                  <a:pt x="585039" y="135634"/>
                </a:cubicBezTo>
                <a:lnTo>
                  <a:pt x="567897" y="135634"/>
                </a:lnTo>
                <a:cubicBezTo>
                  <a:pt x="566960" y="132387"/>
                  <a:pt x="566305" y="128266"/>
                  <a:pt x="565930" y="123270"/>
                </a:cubicBezTo>
                <a:moveTo>
                  <a:pt x="572206" y="85240"/>
                </a:moveTo>
                <a:cubicBezTo>
                  <a:pt x="569833" y="86177"/>
                  <a:pt x="567288" y="86895"/>
                  <a:pt x="564572" y="87394"/>
                </a:cubicBezTo>
                <a:cubicBezTo>
                  <a:pt x="561855" y="87894"/>
                  <a:pt x="557312" y="88425"/>
                  <a:pt x="550943" y="88987"/>
                </a:cubicBezTo>
                <a:cubicBezTo>
                  <a:pt x="541076" y="89861"/>
                  <a:pt x="534113" y="90969"/>
                  <a:pt x="530054" y="92312"/>
                </a:cubicBezTo>
                <a:cubicBezTo>
                  <a:pt x="525995" y="93655"/>
                  <a:pt x="522935" y="95793"/>
                  <a:pt x="520875" y="98728"/>
                </a:cubicBezTo>
                <a:cubicBezTo>
                  <a:pt x="518814" y="101663"/>
                  <a:pt x="517784" y="104911"/>
                  <a:pt x="517784" y="108470"/>
                </a:cubicBezTo>
                <a:cubicBezTo>
                  <a:pt x="517784" y="113216"/>
                  <a:pt x="519423" y="117119"/>
                  <a:pt x="522701" y="120179"/>
                </a:cubicBezTo>
                <a:cubicBezTo>
                  <a:pt x="525980" y="123239"/>
                  <a:pt x="530648" y="124769"/>
                  <a:pt x="536705" y="124769"/>
                </a:cubicBezTo>
                <a:cubicBezTo>
                  <a:pt x="542325" y="124769"/>
                  <a:pt x="547727" y="123286"/>
                  <a:pt x="552910" y="120319"/>
                </a:cubicBezTo>
                <a:cubicBezTo>
                  <a:pt x="558093" y="117353"/>
                  <a:pt x="562183" y="113216"/>
                  <a:pt x="565181" y="107908"/>
                </a:cubicBezTo>
                <a:cubicBezTo>
                  <a:pt x="568178" y="102600"/>
                  <a:pt x="570520" y="95044"/>
                  <a:pt x="572206" y="85240"/>
                </a:cubicBezTo>
                <a:close/>
                <a:moveTo>
                  <a:pt x="605430" y="135634"/>
                </a:moveTo>
                <a:lnTo>
                  <a:pt x="626225" y="36157"/>
                </a:lnTo>
                <a:lnTo>
                  <a:pt x="643179" y="36157"/>
                </a:lnTo>
                <a:lnTo>
                  <a:pt x="639713" y="52555"/>
                </a:lnTo>
                <a:cubicBezTo>
                  <a:pt x="646020" y="45496"/>
                  <a:pt x="651656" y="40625"/>
                  <a:pt x="656621" y="37939"/>
                </a:cubicBezTo>
                <a:cubicBezTo>
                  <a:pt x="661585" y="35252"/>
                  <a:pt x="666971" y="33909"/>
                  <a:pt x="672779" y="33909"/>
                </a:cubicBezTo>
                <a:cubicBezTo>
                  <a:pt x="678961" y="33909"/>
                  <a:pt x="684128" y="35548"/>
                  <a:pt x="688281" y="38826"/>
                </a:cubicBezTo>
                <a:cubicBezTo>
                  <a:pt x="692434" y="42105"/>
                  <a:pt x="695166" y="46679"/>
                  <a:pt x="696477" y="52549"/>
                </a:cubicBezTo>
                <a:cubicBezTo>
                  <a:pt x="701535" y="46304"/>
                  <a:pt x="706859" y="41636"/>
                  <a:pt x="712448" y="38545"/>
                </a:cubicBezTo>
                <a:cubicBezTo>
                  <a:pt x="718037" y="35454"/>
                  <a:pt x="723923" y="33909"/>
                  <a:pt x="730105" y="33909"/>
                </a:cubicBezTo>
                <a:cubicBezTo>
                  <a:pt x="738410" y="33909"/>
                  <a:pt x="744639" y="35876"/>
                  <a:pt x="748792" y="39810"/>
                </a:cubicBezTo>
                <a:cubicBezTo>
                  <a:pt x="752945" y="43742"/>
                  <a:pt x="755021" y="49267"/>
                  <a:pt x="755021" y="56384"/>
                </a:cubicBezTo>
                <a:cubicBezTo>
                  <a:pt x="755021" y="59443"/>
                  <a:pt x="754303" y="64502"/>
                  <a:pt x="752867" y="71558"/>
                </a:cubicBezTo>
                <a:lnTo>
                  <a:pt x="739472" y="135634"/>
                </a:lnTo>
                <a:lnTo>
                  <a:pt x="722518" y="135634"/>
                </a:lnTo>
                <a:lnTo>
                  <a:pt x="736193" y="69948"/>
                </a:lnTo>
                <a:cubicBezTo>
                  <a:pt x="737380" y="64584"/>
                  <a:pt x="737973" y="60747"/>
                  <a:pt x="737973" y="58438"/>
                </a:cubicBezTo>
                <a:cubicBezTo>
                  <a:pt x="737973" y="55195"/>
                  <a:pt x="736943" y="52638"/>
                  <a:pt x="734882" y="50766"/>
                </a:cubicBezTo>
                <a:cubicBezTo>
                  <a:pt x="732821" y="48895"/>
                  <a:pt x="729917" y="47959"/>
                  <a:pt x="726171" y="47959"/>
                </a:cubicBezTo>
                <a:cubicBezTo>
                  <a:pt x="721112" y="47959"/>
                  <a:pt x="715961" y="49485"/>
                  <a:pt x="710715" y="52537"/>
                </a:cubicBezTo>
                <a:cubicBezTo>
                  <a:pt x="705470" y="55589"/>
                  <a:pt x="701395" y="59592"/>
                  <a:pt x="698491" y="64545"/>
                </a:cubicBezTo>
                <a:cubicBezTo>
                  <a:pt x="695587" y="69495"/>
                  <a:pt x="693043" y="77110"/>
                  <a:pt x="690857" y="87388"/>
                </a:cubicBezTo>
                <a:lnTo>
                  <a:pt x="680741" y="135634"/>
                </a:lnTo>
                <a:lnTo>
                  <a:pt x="663786" y="135634"/>
                </a:lnTo>
                <a:lnTo>
                  <a:pt x="677837" y="68543"/>
                </a:lnTo>
                <a:cubicBezTo>
                  <a:pt x="678836" y="63990"/>
                  <a:pt x="679336" y="60747"/>
                  <a:pt x="679336" y="58813"/>
                </a:cubicBezTo>
                <a:cubicBezTo>
                  <a:pt x="679336" y="55570"/>
                  <a:pt x="678321" y="52950"/>
                  <a:pt x="676291" y="50954"/>
                </a:cubicBezTo>
                <a:cubicBezTo>
                  <a:pt x="674262" y="48957"/>
                  <a:pt x="671623" y="47959"/>
                  <a:pt x="668376" y="47959"/>
                </a:cubicBezTo>
                <a:cubicBezTo>
                  <a:pt x="663568" y="47959"/>
                  <a:pt x="658525" y="49486"/>
                  <a:pt x="653248" y="52540"/>
                </a:cubicBezTo>
                <a:cubicBezTo>
                  <a:pt x="647972" y="55592"/>
                  <a:pt x="643678" y="59844"/>
                  <a:pt x="640369" y="65297"/>
                </a:cubicBezTo>
                <a:cubicBezTo>
                  <a:pt x="637059" y="70747"/>
                  <a:pt x="634343" y="78519"/>
                  <a:pt x="632219" y="88612"/>
                </a:cubicBezTo>
                <a:lnTo>
                  <a:pt x="622384" y="135634"/>
                </a:lnTo>
                <a:lnTo>
                  <a:pt x="605430" y="1356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E84943-DB1B-403F-9953-532E68DB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329" y="3216303"/>
            <a:ext cx="2441684" cy="1046436"/>
          </a:xfrm>
          <a:custGeom xmlns:a="http://schemas.openxmlformats.org/drawingml/2006/main">
            <a:pathLst>
              <a:path w="2441684" h="1046436">
                <a:moveTo>
                  <a:pt x="87203" y="0"/>
                </a:moveTo>
                <a:lnTo>
                  <a:pt x="2354481" y="0"/>
                </a:lnTo>
                <a:cubicBezTo>
                  <a:pt x="2366044" y="0"/>
                  <a:pt x="2377172" y="2215"/>
                  <a:pt x="2387845" y="6645"/>
                </a:cubicBezTo>
                <a:cubicBezTo>
                  <a:pt x="2398536" y="11057"/>
                  <a:pt x="2407972" y="17371"/>
                  <a:pt x="2416151" y="25533"/>
                </a:cubicBezTo>
                <a:cubicBezTo>
                  <a:pt x="2424313" y="33713"/>
                  <a:pt x="2430627" y="43148"/>
                  <a:pt x="2435039" y="53839"/>
                </a:cubicBezTo>
                <a:cubicBezTo>
                  <a:pt x="2439469" y="64513"/>
                  <a:pt x="2441684" y="75640"/>
                  <a:pt x="2441684" y="87203"/>
                </a:cubicBezTo>
                <a:lnTo>
                  <a:pt x="2441684" y="959233"/>
                </a:lnTo>
                <a:cubicBezTo>
                  <a:pt x="2441684" y="970796"/>
                  <a:pt x="2439469" y="981923"/>
                  <a:pt x="2435039" y="992597"/>
                </a:cubicBezTo>
                <a:cubicBezTo>
                  <a:pt x="2430627" y="1003288"/>
                  <a:pt x="2424313" y="1012723"/>
                  <a:pt x="2416151" y="1020903"/>
                </a:cubicBezTo>
                <a:cubicBezTo>
                  <a:pt x="2407972" y="1029065"/>
                  <a:pt x="2398536" y="1035379"/>
                  <a:pt x="2387845" y="1039791"/>
                </a:cubicBezTo>
                <a:cubicBezTo>
                  <a:pt x="2377172" y="1044221"/>
                  <a:pt x="2366044" y="1046436"/>
                  <a:pt x="2354481" y="1046436"/>
                </a:cubicBezTo>
                <a:lnTo>
                  <a:pt x="87203" y="1046436"/>
                </a:lnTo>
                <a:cubicBezTo>
                  <a:pt x="75640" y="1046436"/>
                  <a:pt x="64513" y="1044221"/>
                  <a:pt x="53839" y="1039791"/>
                </a:cubicBezTo>
                <a:cubicBezTo>
                  <a:pt x="43148" y="1035379"/>
                  <a:pt x="33713" y="1029065"/>
                  <a:pt x="25533" y="1020903"/>
                </a:cubicBezTo>
                <a:cubicBezTo>
                  <a:pt x="17371" y="1012723"/>
                  <a:pt x="11057" y="1003288"/>
                  <a:pt x="6645" y="992597"/>
                </a:cubicBezTo>
                <a:cubicBezTo>
                  <a:pt x="2215" y="981923"/>
                  <a:pt x="0" y="970796"/>
                  <a:pt x="0" y="959233"/>
                </a:cubicBezTo>
                <a:lnTo>
                  <a:pt x="0" y="87203"/>
                </a:lnTo>
                <a:cubicBezTo>
                  <a:pt x="0" y="75640"/>
                  <a:pt x="2215" y="64513"/>
                  <a:pt x="6645" y="53839"/>
                </a:cubicBezTo>
                <a:cubicBezTo>
                  <a:pt x="11057" y="43148"/>
                  <a:pt x="17371" y="33713"/>
                  <a:pt x="25533" y="25533"/>
                </a:cubicBezTo>
                <a:cubicBezTo>
                  <a:pt x="33713" y="17371"/>
                  <a:pt x="43148" y="11057"/>
                  <a:pt x="53839" y="6645"/>
                </a:cubicBezTo>
                <a:cubicBezTo>
                  <a:pt x="64513" y="2215"/>
                  <a:pt x="75640" y="0"/>
                  <a:pt x="87203" y="0"/>
                </a:cubicBezTo>
                <a:close/>
              </a:path>
            </a:pathLst>
          </a:custGeom>
          <a:solidFill xmlns:a="http://schemas.openxmlformats.org/drawingml/2006/main">
            <a:srgbClr val="9AC7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F48D7E-3824-4AC1-B0E7-9CB9FCED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329" y="3216303"/>
            <a:ext cx="2441684" cy="1046436"/>
          </a:xfrm>
          <a:custGeom xmlns:a="http://schemas.openxmlformats.org/drawingml/2006/main">
            <a:pathLst>
              <a:path w="2441684" h="1046436" fill="none">
                <a:moveTo>
                  <a:pt x="87203" y="0"/>
                </a:moveTo>
                <a:lnTo>
                  <a:pt x="2354481" y="0"/>
                </a:lnTo>
                <a:cubicBezTo>
                  <a:pt x="2366044" y="0"/>
                  <a:pt x="2377172" y="2215"/>
                  <a:pt x="2387845" y="6645"/>
                </a:cubicBezTo>
                <a:cubicBezTo>
                  <a:pt x="2398536" y="11057"/>
                  <a:pt x="2407972" y="17371"/>
                  <a:pt x="2416151" y="25533"/>
                </a:cubicBezTo>
                <a:cubicBezTo>
                  <a:pt x="2424313" y="33713"/>
                  <a:pt x="2430627" y="43148"/>
                  <a:pt x="2435039" y="53839"/>
                </a:cubicBezTo>
                <a:cubicBezTo>
                  <a:pt x="2439469" y="64513"/>
                  <a:pt x="2441684" y="75640"/>
                  <a:pt x="2441684" y="87203"/>
                </a:cubicBezTo>
                <a:lnTo>
                  <a:pt x="2441684" y="959233"/>
                </a:lnTo>
                <a:cubicBezTo>
                  <a:pt x="2441684" y="970796"/>
                  <a:pt x="2439469" y="981923"/>
                  <a:pt x="2435039" y="992597"/>
                </a:cubicBezTo>
                <a:cubicBezTo>
                  <a:pt x="2430627" y="1003288"/>
                  <a:pt x="2424313" y="1012723"/>
                  <a:pt x="2416151" y="1020903"/>
                </a:cubicBezTo>
                <a:cubicBezTo>
                  <a:pt x="2407972" y="1029065"/>
                  <a:pt x="2398536" y="1035379"/>
                  <a:pt x="2387845" y="1039791"/>
                </a:cubicBezTo>
                <a:cubicBezTo>
                  <a:pt x="2377172" y="1044221"/>
                  <a:pt x="2366044" y="1046436"/>
                  <a:pt x="2354481" y="1046436"/>
                </a:cubicBezTo>
                <a:lnTo>
                  <a:pt x="87203" y="1046436"/>
                </a:lnTo>
                <a:cubicBezTo>
                  <a:pt x="75640" y="1046436"/>
                  <a:pt x="64513" y="1044221"/>
                  <a:pt x="53839" y="1039791"/>
                </a:cubicBezTo>
                <a:cubicBezTo>
                  <a:pt x="43148" y="1035379"/>
                  <a:pt x="33713" y="1029065"/>
                  <a:pt x="25533" y="1020903"/>
                </a:cubicBezTo>
                <a:cubicBezTo>
                  <a:pt x="17371" y="1012723"/>
                  <a:pt x="11057" y="1003288"/>
                  <a:pt x="6645" y="992597"/>
                </a:cubicBezTo>
                <a:cubicBezTo>
                  <a:pt x="2215" y="981923"/>
                  <a:pt x="0" y="970796"/>
                  <a:pt x="0" y="959233"/>
                </a:cubicBezTo>
                <a:lnTo>
                  <a:pt x="0" y="87203"/>
                </a:lnTo>
                <a:cubicBezTo>
                  <a:pt x="0" y="75640"/>
                  <a:pt x="2215" y="64513"/>
                  <a:pt x="6645" y="53839"/>
                </a:cubicBezTo>
                <a:cubicBezTo>
                  <a:pt x="11057" y="43148"/>
                  <a:pt x="17371" y="33713"/>
                  <a:pt x="25533" y="25533"/>
                </a:cubicBezTo>
                <a:cubicBezTo>
                  <a:pt x="33713" y="17371"/>
                  <a:pt x="43148" y="11057"/>
                  <a:pt x="53839" y="6645"/>
                </a:cubicBezTo>
                <a:cubicBezTo>
                  <a:pt x="64513" y="2215"/>
                  <a:pt x="75640" y="0"/>
                  <a:pt x="8720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441" cap="flat">
            <a:solidFill>
              <a:srgbClr val="000000"/>
            </a:solidFill>
            <a:miter/>
          </a:ln>
        </p:spPr>
      </p:sp>
      <p:sp>
        <p:nvSpPr>
          <p:cNvPr id="54" name="Text StorySelectionLikelihood">
            <a:extLst xmlns:a="http://schemas.openxmlformats.org/drawingml/2006/main">
              <a:ext uri="{FF2B5EF4-FFF2-40B4-BE49-F238E27FC236}">
                <a16:creationId xmlns:a16="http://schemas.microsoft.com/office/drawing/2014/main" id="{DA607390-71F7-4289-89FB-9B4F2658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133" y="3311996"/>
            <a:ext cx="2184627" cy="180221"/>
          </a:xfrm>
          <a:custGeom xmlns:a="http://schemas.openxmlformats.org/drawingml/2006/main">
            <a:pathLst>
              <a:path w="2184627" h="180221">
                <a:moveTo>
                  <a:pt x="0" y="95544"/>
                </a:moveTo>
                <a:lnTo>
                  <a:pt x="17142" y="94045"/>
                </a:lnTo>
                <a:cubicBezTo>
                  <a:pt x="17953" y="100914"/>
                  <a:pt x="19842" y="106550"/>
                  <a:pt x="22809" y="110952"/>
                </a:cubicBezTo>
                <a:cubicBezTo>
                  <a:pt x="25775" y="115355"/>
                  <a:pt x="30380" y="118914"/>
                  <a:pt x="36625" y="121631"/>
                </a:cubicBezTo>
                <a:cubicBezTo>
                  <a:pt x="42870" y="124347"/>
                  <a:pt x="49895" y="125705"/>
                  <a:pt x="57701" y="125705"/>
                </a:cubicBezTo>
                <a:cubicBezTo>
                  <a:pt x="64632" y="125705"/>
                  <a:pt x="70752" y="124675"/>
                  <a:pt x="76060" y="122614"/>
                </a:cubicBezTo>
                <a:cubicBezTo>
                  <a:pt x="81368" y="120553"/>
                  <a:pt x="85318" y="117728"/>
                  <a:pt x="87909" y="114137"/>
                </a:cubicBezTo>
                <a:cubicBezTo>
                  <a:pt x="90501" y="110546"/>
                  <a:pt x="91797" y="106628"/>
                  <a:pt x="91797" y="102381"/>
                </a:cubicBezTo>
                <a:cubicBezTo>
                  <a:pt x="91797" y="98073"/>
                  <a:pt x="90548" y="94310"/>
                  <a:pt x="88050" y="91094"/>
                </a:cubicBezTo>
                <a:cubicBezTo>
                  <a:pt x="85552" y="87878"/>
                  <a:pt x="81431" y="85177"/>
                  <a:pt x="75685" y="82992"/>
                </a:cubicBezTo>
                <a:cubicBezTo>
                  <a:pt x="72001" y="81555"/>
                  <a:pt x="63852" y="79323"/>
                  <a:pt x="51238" y="76294"/>
                </a:cubicBezTo>
                <a:cubicBezTo>
                  <a:pt x="38623" y="73266"/>
                  <a:pt x="29787" y="70409"/>
                  <a:pt x="24729" y="67723"/>
                </a:cubicBezTo>
                <a:cubicBezTo>
                  <a:pt x="18172" y="64289"/>
                  <a:pt x="13286" y="60027"/>
                  <a:pt x="10070" y="54938"/>
                </a:cubicBezTo>
                <a:cubicBezTo>
                  <a:pt x="6854" y="49848"/>
                  <a:pt x="5246" y="44150"/>
                  <a:pt x="5246" y="37843"/>
                </a:cubicBezTo>
                <a:cubicBezTo>
                  <a:pt x="5246" y="30911"/>
                  <a:pt x="7213" y="24432"/>
                  <a:pt x="11147" y="18406"/>
                </a:cubicBezTo>
                <a:cubicBezTo>
                  <a:pt x="15081" y="12380"/>
                  <a:pt x="20826" y="7806"/>
                  <a:pt x="28382" y="4683"/>
                </a:cubicBezTo>
                <a:cubicBezTo>
                  <a:pt x="35938" y="1561"/>
                  <a:pt x="44337" y="0"/>
                  <a:pt x="53579" y="0"/>
                </a:cubicBezTo>
                <a:cubicBezTo>
                  <a:pt x="63758" y="0"/>
                  <a:pt x="72735" y="1639"/>
                  <a:pt x="80509" y="4918"/>
                </a:cubicBezTo>
                <a:cubicBezTo>
                  <a:pt x="88284" y="8196"/>
                  <a:pt x="94263" y="13020"/>
                  <a:pt x="98447" y="19390"/>
                </a:cubicBezTo>
                <a:cubicBezTo>
                  <a:pt x="102631" y="25759"/>
                  <a:pt x="104879" y="32972"/>
                  <a:pt x="105192" y="41028"/>
                </a:cubicBezTo>
                <a:lnTo>
                  <a:pt x="87769" y="42339"/>
                </a:lnTo>
                <a:cubicBezTo>
                  <a:pt x="86832" y="33628"/>
                  <a:pt x="83663" y="27047"/>
                  <a:pt x="78261" y="22598"/>
                </a:cubicBezTo>
                <a:cubicBezTo>
                  <a:pt x="72860" y="18149"/>
                  <a:pt x="64882" y="15924"/>
                  <a:pt x="54329" y="15924"/>
                </a:cubicBezTo>
                <a:cubicBezTo>
                  <a:pt x="43338" y="15924"/>
                  <a:pt x="35329" y="17940"/>
                  <a:pt x="30302" y="21971"/>
                </a:cubicBezTo>
                <a:cubicBezTo>
                  <a:pt x="25275" y="26001"/>
                  <a:pt x="22762" y="30859"/>
                  <a:pt x="22762" y="36546"/>
                </a:cubicBezTo>
                <a:cubicBezTo>
                  <a:pt x="22762" y="41483"/>
                  <a:pt x="24542" y="45545"/>
                  <a:pt x="28101" y="48732"/>
                </a:cubicBezTo>
                <a:cubicBezTo>
                  <a:pt x="31598" y="51921"/>
                  <a:pt x="40731" y="55186"/>
                  <a:pt x="55500" y="58529"/>
                </a:cubicBezTo>
                <a:cubicBezTo>
                  <a:pt x="70268" y="61872"/>
                  <a:pt x="80400" y="64793"/>
                  <a:pt x="85896" y="67293"/>
                </a:cubicBezTo>
                <a:cubicBezTo>
                  <a:pt x="93889" y="70980"/>
                  <a:pt x="99790" y="75651"/>
                  <a:pt x="103599" y="81309"/>
                </a:cubicBezTo>
                <a:cubicBezTo>
                  <a:pt x="107408" y="86964"/>
                  <a:pt x="109313" y="93479"/>
                  <a:pt x="109313" y="100853"/>
                </a:cubicBezTo>
                <a:cubicBezTo>
                  <a:pt x="109313" y="108164"/>
                  <a:pt x="107221" y="115053"/>
                  <a:pt x="103037" y="121522"/>
                </a:cubicBezTo>
                <a:cubicBezTo>
                  <a:pt x="98853" y="127989"/>
                  <a:pt x="92843" y="133020"/>
                  <a:pt x="85006" y="136615"/>
                </a:cubicBezTo>
                <a:cubicBezTo>
                  <a:pt x="77169" y="140208"/>
                  <a:pt x="68348" y="142004"/>
                  <a:pt x="58544" y="142004"/>
                </a:cubicBezTo>
                <a:cubicBezTo>
                  <a:pt x="46117" y="142004"/>
                  <a:pt x="35704" y="140193"/>
                  <a:pt x="27305" y="136571"/>
                </a:cubicBezTo>
                <a:cubicBezTo>
                  <a:pt x="18906" y="132949"/>
                  <a:pt x="12318" y="127501"/>
                  <a:pt x="7540" y="120226"/>
                </a:cubicBezTo>
                <a:cubicBezTo>
                  <a:pt x="2763" y="112951"/>
                  <a:pt x="250" y="104723"/>
                  <a:pt x="0" y="95544"/>
                </a:cubicBezTo>
                <a:close/>
                <a:moveTo>
                  <a:pt x="168795" y="124862"/>
                </a:moveTo>
                <a:lnTo>
                  <a:pt x="171230" y="139756"/>
                </a:lnTo>
                <a:cubicBezTo>
                  <a:pt x="166484" y="140630"/>
                  <a:pt x="162238" y="141067"/>
                  <a:pt x="158491" y="141067"/>
                </a:cubicBezTo>
                <a:cubicBezTo>
                  <a:pt x="152371" y="141067"/>
                  <a:pt x="147625" y="140099"/>
                  <a:pt x="144253" y="138163"/>
                </a:cubicBezTo>
                <a:cubicBezTo>
                  <a:pt x="140881" y="136228"/>
                  <a:pt x="138508" y="133683"/>
                  <a:pt x="137134" y="130529"/>
                </a:cubicBezTo>
                <a:cubicBezTo>
                  <a:pt x="135760" y="127376"/>
                  <a:pt x="135073" y="120741"/>
                  <a:pt x="135073" y="110624"/>
                </a:cubicBezTo>
                <a:lnTo>
                  <a:pt x="135073" y="53392"/>
                </a:lnTo>
                <a:lnTo>
                  <a:pt x="122709" y="53392"/>
                </a:lnTo>
                <a:lnTo>
                  <a:pt x="122709" y="40278"/>
                </a:lnTo>
                <a:lnTo>
                  <a:pt x="135073" y="40278"/>
                </a:lnTo>
                <a:lnTo>
                  <a:pt x="135073" y="15576"/>
                </a:lnTo>
                <a:lnTo>
                  <a:pt x="151840" y="5433"/>
                </a:lnTo>
                <a:lnTo>
                  <a:pt x="151840" y="40278"/>
                </a:lnTo>
                <a:lnTo>
                  <a:pt x="168795" y="40278"/>
                </a:lnTo>
                <a:lnTo>
                  <a:pt x="168795" y="53392"/>
                </a:lnTo>
                <a:lnTo>
                  <a:pt x="151840" y="53392"/>
                </a:lnTo>
                <a:lnTo>
                  <a:pt x="151840" y="111561"/>
                </a:lnTo>
                <a:cubicBezTo>
                  <a:pt x="151840" y="116370"/>
                  <a:pt x="152137" y="119461"/>
                  <a:pt x="152730" y="120834"/>
                </a:cubicBezTo>
                <a:cubicBezTo>
                  <a:pt x="153324" y="122208"/>
                  <a:pt x="154291" y="123301"/>
                  <a:pt x="155634" y="124113"/>
                </a:cubicBezTo>
                <a:cubicBezTo>
                  <a:pt x="156977" y="124925"/>
                  <a:pt x="158897" y="125331"/>
                  <a:pt x="161395" y="125331"/>
                </a:cubicBezTo>
                <a:cubicBezTo>
                  <a:pt x="163268" y="125331"/>
                  <a:pt x="165735" y="125175"/>
                  <a:pt x="168795" y="124862"/>
                </a:cubicBezTo>
                <a:close/>
                <a:moveTo>
                  <a:pt x="179038" y="90017"/>
                </a:moveTo>
                <a:cubicBezTo>
                  <a:pt x="179038" y="71595"/>
                  <a:pt x="184158" y="57951"/>
                  <a:pt x="194400" y="49083"/>
                </a:cubicBezTo>
                <a:cubicBezTo>
                  <a:pt x="202955" y="41714"/>
                  <a:pt x="213383" y="38030"/>
                  <a:pt x="225685" y="38030"/>
                </a:cubicBezTo>
                <a:cubicBezTo>
                  <a:pt x="239361" y="38030"/>
                  <a:pt x="250539" y="42511"/>
                  <a:pt x="259219" y="51472"/>
                </a:cubicBezTo>
                <a:cubicBezTo>
                  <a:pt x="267899" y="60433"/>
                  <a:pt x="272240" y="72813"/>
                  <a:pt x="272240" y="88612"/>
                </a:cubicBezTo>
                <a:cubicBezTo>
                  <a:pt x="272240" y="101414"/>
                  <a:pt x="270319" y="111483"/>
                  <a:pt x="266479" y="118821"/>
                </a:cubicBezTo>
                <a:cubicBezTo>
                  <a:pt x="262638" y="126158"/>
                  <a:pt x="257049" y="131856"/>
                  <a:pt x="249712" y="135915"/>
                </a:cubicBezTo>
                <a:cubicBezTo>
                  <a:pt x="242374" y="139974"/>
                  <a:pt x="234366" y="142004"/>
                  <a:pt x="225685" y="142004"/>
                </a:cubicBezTo>
                <a:cubicBezTo>
                  <a:pt x="211760" y="142004"/>
                  <a:pt x="200504" y="137539"/>
                  <a:pt x="191917" y="128609"/>
                </a:cubicBezTo>
                <a:cubicBezTo>
                  <a:pt x="183331" y="119679"/>
                  <a:pt x="179038" y="106815"/>
                  <a:pt x="179038" y="90017"/>
                </a:cubicBezTo>
                <a:moveTo>
                  <a:pt x="196367" y="89970"/>
                </a:moveTo>
                <a:cubicBezTo>
                  <a:pt x="196367" y="102662"/>
                  <a:pt x="199146" y="112166"/>
                  <a:pt x="204703" y="118481"/>
                </a:cubicBezTo>
                <a:cubicBezTo>
                  <a:pt x="210261" y="124796"/>
                  <a:pt x="217255" y="127953"/>
                  <a:pt x="225685" y="127953"/>
                </a:cubicBezTo>
                <a:cubicBezTo>
                  <a:pt x="234053" y="127953"/>
                  <a:pt x="241016" y="124780"/>
                  <a:pt x="246574" y="118434"/>
                </a:cubicBezTo>
                <a:cubicBezTo>
                  <a:pt x="252132" y="112088"/>
                  <a:pt x="254911" y="102414"/>
                  <a:pt x="254911" y="89411"/>
                </a:cubicBezTo>
                <a:cubicBezTo>
                  <a:pt x="254911" y="77154"/>
                  <a:pt x="252116" y="67868"/>
                  <a:pt x="246527" y="61553"/>
                </a:cubicBezTo>
                <a:cubicBezTo>
                  <a:pt x="240938" y="55238"/>
                  <a:pt x="233991" y="52081"/>
                  <a:pt x="225685" y="52081"/>
                </a:cubicBezTo>
                <a:cubicBezTo>
                  <a:pt x="217255" y="52081"/>
                  <a:pt x="210261" y="55222"/>
                  <a:pt x="204703" y="61506"/>
                </a:cubicBezTo>
                <a:cubicBezTo>
                  <a:pt x="199146" y="67790"/>
                  <a:pt x="196367" y="77278"/>
                  <a:pt x="196367" y="89970"/>
                </a:cubicBezTo>
                <a:close/>
                <a:moveTo>
                  <a:pt x="291787" y="139756"/>
                </a:moveTo>
                <a:lnTo>
                  <a:pt x="291787" y="40278"/>
                </a:lnTo>
                <a:lnTo>
                  <a:pt x="306962" y="40278"/>
                </a:lnTo>
                <a:lnTo>
                  <a:pt x="306962" y="55265"/>
                </a:lnTo>
                <a:cubicBezTo>
                  <a:pt x="310833" y="48248"/>
                  <a:pt x="314408" y="43621"/>
                  <a:pt x="317687" y="41385"/>
                </a:cubicBezTo>
                <a:cubicBezTo>
                  <a:pt x="320965" y="39148"/>
                  <a:pt x="324572" y="38030"/>
                  <a:pt x="328506" y="38030"/>
                </a:cubicBezTo>
                <a:cubicBezTo>
                  <a:pt x="334188" y="38030"/>
                  <a:pt x="339965" y="39833"/>
                  <a:pt x="345835" y="43440"/>
                </a:cubicBezTo>
                <a:lnTo>
                  <a:pt x="340027" y="59012"/>
                </a:lnTo>
                <a:cubicBezTo>
                  <a:pt x="335906" y="56577"/>
                  <a:pt x="331784" y="55359"/>
                  <a:pt x="327663" y="55359"/>
                </a:cubicBezTo>
                <a:cubicBezTo>
                  <a:pt x="323978" y="55359"/>
                  <a:pt x="320669" y="56469"/>
                  <a:pt x="317734" y="58690"/>
                </a:cubicBezTo>
                <a:cubicBezTo>
                  <a:pt x="314799" y="60909"/>
                  <a:pt x="312707" y="63987"/>
                  <a:pt x="311458" y="67925"/>
                </a:cubicBezTo>
                <a:cubicBezTo>
                  <a:pt x="309584" y="73926"/>
                  <a:pt x="308648" y="80490"/>
                  <a:pt x="308648" y="87617"/>
                </a:cubicBezTo>
                <a:lnTo>
                  <a:pt x="308648" y="139756"/>
                </a:lnTo>
                <a:lnTo>
                  <a:pt x="291787" y="139756"/>
                </a:lnTo>
                <a:close/>
                <a:moveTo>
                  <a:pt x="355107" y="178161"/>
                </a:moveTo>
                <a:lnTo>
                  <a:pt x="353233" y="162330"/>
                </a:lnTo>
                <a:cubicBezTo>
                  <a:pt x="356918" y="163329"/>
                  <a:pt x="360134" y="163829"/>
                  <a:pt x="362881" y="163829"/>
                </a:cubicBezTo>
                <a:cubicBezTo>
                  <a:pt x="366628" y="163829"/>
                  <a:pt x="369626" y="163197"/>
                  <a:pt x="371874" y="161932"/>
                </a:cubicBezTo>
                <a:cubicBezTo>
                  <a:pt x="374122" y="160670"/>
                  <a:pt x="375964" y="158901"/>
                  <a:pt x="377400" y="156625"/>
                </a:cubicBezTo>
                <a:cubicBezTo>
                  <a:pt x="378462" y="154920"/>
                  <a:pt x="380179" y="150687"/>
                  <a:pt x="382552" y="143927"/>
                </a:cubicBezTo>
                <a:cubicBezTo>
                  <a:pt x="382864" y="142979"/>
                  <a:pt x="383364" y="141588"/>
                  <a:pt x="384051" y="139756"/>
                </a:cubicBezTo>
                <a:lnTo>
                  <a:pt x="346302" y="40278"/>
                </a:lnTo>
                <a:lnTo>
                  <a:pt x="364474" y="40278"/>
                </a:lnTo>
                <a:lnTo>
                  <a:pt x="385175" y="97751"/>
                </a:lnTo>
                <a:cubicBezTo>
                  <a:pt x="387860" y="105041"/>
                  <a:pt x="390264" y="112705"/>
                  <a:pt x="392387" y="120741"/>
                </a:cubicBezTo>
                <a:cubicBezTo>
                  <a:pt x="394323" y="113015"/>
                  <a:pt x="396634" y="105476"/>
                  <a:pt x="399319" y="98125"/>
                </a:cubicBezTo>
                <a:lnTo>
                  <a:pt x="420582" y="40278"/>
                </a:lnTo>
                <a:lnTo>
                  <a:pt x="437443" y="40278"/>
                </a:lnTo>
                <a:lnTo>
                  <a:pt x="399600" y="141509"/>
                </a:lnTo>
                <a:cubicBezTo>
                  <a:pt x="395541" y="152445"/>
                  <a:pt x="392387" y="159975"/>
                  <a:pt x="390139" y="164098"/>
                </a:cubicBezTo>
                <a:cubicBezTo>
                  <a:pt x="387142" y="169660"/>
                  <a:pt x="383707" y="173738"/>
                  <a:pt x="379836" y="176331"/>
                </a:cubicBezTo>
                <a:cubicBezTo>
                  <a:pt x="375964" y="178925"/>
                  <a:pt x="371343" y="180221"/>
                  <a:pt x="365972" y="180221"/>
                </a:cubicBezTo>
                <a:cubicBezTo>
                  <a:pt x="362725" y="180221"/>
                  <a:pt x="359103" y="179534"/>
                  <a:pt x="355107" y="178161"/>
                </a:cubicBezTo>
                <a:close/>
                <a:moveTo>
                  <a:pt x="501077" y="95544"/>
                </a:moveTo>
                <a:lnTo>
                  <a:pt x="518219" y="94045"/>
                </a:lnTo>
                <a:cubicBezTo>
                  <a:pt x="519031" y="100914"/>
                  <a:pt x="520920" y="106550"/>
                  <a:pt x="523886" y="110952"/>
                </a:cubicBezTo>
                <a:cubicBezTo>
                  <a:pt x="526852" y="115355"/>
                  <a:pt x="531458" y="118914"/>
                  <a:pt x="537702" y="121631"/>
                </a:cubicBezTo>
                <a:cubicBezTo>
                  <a:pt x="543947" y="124347"/>
                  <a:pt x="550972" y="125705"/>
                  <a:pt x="558778" y="125705"/>
                </a:cubicBezTo>
                <a:cubicBezTo>
                  <a:pt x="565710" y="125705"/>
                  <a:pt x="571829" y="124675"/>
                  <a:pt x="577137" y="122614"/>
                </a:cubicBezTo>
                <a:cubicBezTo>
                  <a:pt x="582445" y="120553"/>
                  <a:pt x="586395" y="117728"/>
                  <a:pt x="588987" y="114137"/>
                </a:cubicBezTo>
                <a:cubicBezTo>
                  <a:pt x="591578" y="110546"/>
                  <a:pt x="592874" y="106628"/>
                  <a:pt x="592874" y="102381"/>
                </a:cubicBezTo>
                <a:cubicBezTo>
                  <a:pt x="592874" y="98073"/>
                  <a:pt x="591625" y="94310"/>
                  <a:pt x="589127" y="91094"/>
                </a:cubicBezTo>
                <a:cubicBezTo>
                  <a:pt x="586629" y="87878"/>
                  <a:pt x="582508" y="85177"/>
                  <a:pt x="576763" y="82992"/>
                </a:cubicBezTo>
                <a:cubicBezTo>
                  <a:pt x="573078" y="81555"/>
                  <a:pt x="564929" y="79323"/>
                  <a:pt x="552315" y="76294"/>
                </a:cubicBezTo>
                <a:cubicBezTo>
                  <a:pt x="539701" y="73266"/>
                  <a:pt x="530864" y="70409"/>
                  <a:pt x="525806" y="67723"/>
                </a:cubicBezTo>
                <a:cubicBezTo>
                  <a:pt x="519249" y="64289"/>
                  <a:pt x="514363" y="60027"/>
                  <a:pt x="511147" y="54938"/>
                </a:cubicBezTo>
                <a:cubicBezTo>
                  <a:pt x="507931" y="49848"/>
                  <a:pt x="506323" y="44150"/>
                  <a:pt x="506323" y="37843"/>
                </a:cubicBezTo>
                <a:cubicBezTo>
                  <a:pt x="506323" y="30911"/>
                  <a:pt x="508290" y="24432"/>
                  <a:pt x="512224" y="18406"/>
                </a:cubicBezTo>
                <a:cubicBezTo>
                  <a:pt x="516158" y="12380"/>
                  <a:pt x="521903" y="7806"/>
                  <a:pt x="529459" y="4683"/>
                </a:cubicBezTo>
                <a:cubicBezTo>
                  <a:pt x="537015" y="1561"/>
                  <a:pt x="545414" y="0"/>
                  <a:pt x="554657" y="0"/>
                </a:cubicBezTo>
                <a:cubicBezTo>
                  <a:pt x="564835" y="0"/>
                  <a:pt x="573812" y="1639"/>
                  <a:pt x="581587" y="4918"/>
                </a:cubicBezTo>
                <a:cubicBezTo>
                  <a:pt x="589361" y="8196"/>
                  <a:pt x="595341" y="13020"/>
                  <a:pt x="599525" y="19390"/>
                </a:cubicBezTo>
                <a:cubicBezTo>
                  <a:pt x="603708" y="25759"/>
                  <a:pt x="605957" y="32972"/>
                  <a:pt x="606269" y="41028"/>
                </a:cubicBezTo>
                <a:lnTo>
                  <a:pt x="588846" y="42339"/>
                </a:lnTo>
                <a:cubicBezTo>
                  <a:pt x="587909" y="33628"/>
                  <a:pt x="584740" y="27047"/>
                  <a:pt x="579339" y="22598"/>
                </a:cubicBezTo>
                <a:cubicBezTo>
                  <a:pt x="573937" y="18149"/>
                  <a:pt x="565959" y="15924"/>
                  <a:pt x="555406" y="15924"/>
                </a:cubicBezTo>
                <a:cubicBezTo>
                  <a:pt x="544415" y="15924"/>
                  <a:pt x="536406" y="17940"/>
                  <a:pt x="531379" y="21971"/>
                </a:cubicBezTo>
                <a:cubicBezTo>
                  <a:pt x="526353" y="26001"/>
                  <a:pt x="523839" y="30859"/>
                  <a:pt x="523839" y="36546"/>
                </a:cubicBezTo>
                <a:cubicBezTo>
                  <a:pt x="523839" y="41483"/>
                  <a:pt x="525619" y="45545"/>
                  <a:pt x="529178" y="48732"/>
                </a:cubicBezTo>
                <a:cubicBezTo>
                  <a:pt x="532675" y="51921"/>
                  <a:pt x="541808" y="55186"/>
                  <a:pt x="556577" y="58529"/>
                </a:cubicBezTo>
                <a:cubicBezTo>
                  <a:pt x="571345" y="61872"/>
                  <a:pt x="581477" y="64793"/>
                  <a:pt x="586973" y="67293"/>
                </a:cubicBezTo>
                <a:cubicBezTo>
                  <a:pt x="594966" y="70980"/>
                  <a:pt x="600867" y="75651"/>
                  <a:pt x="604676" y="81309"/>
                </a:cubicBezTo>
                <a:cubicBezTo>
                  <a:pt x="608486" y="86964"/>
                  <a:pt x="610390" y="93479"/>
                  <a:pt x="610390" y="100853"/>
                </a:cubicBezTo>
                <a:cubicBezTo>
                  <a:pt x="610390" y="108164"/>
                  <a:pt x="608298" y="115053"/>
                  <a:pt x="604114" y="121522"/>
                </a:cubicBezTo>
                <a:cubicBezTo>
                  <a:pt x="599930" y="127989"/>
                  <a:pt x="593920" y="133020"/>
                  <a:pt x="586083" y="136615"/>
                </a:cubicBezTo>
                <a:cubicBezTo>
                  <a:pt x="578246" y="140208"/>
                  <a:pt x="569425" y="142004"/>
                  <a:pt x="559621" y="142004"/>
                </a:cubicBezTo>
                <a:cubicBezTo>
                  <a:pt x="547194" y="142004"/>
                  <a:pt x="536781" y="140193"/>
                  <a:pt x="528382" y="136571"/>
                </a:cubicBezTo>
                <a:cubicBezTo>
                  <a:pt x="519983" y="132949"/>
                  <a:pt x="513395" y="127501"/>
                  <a:pt x="508618" y="120226"/>
                </a:cubicBezTo>
                <a:cubicBezTo>
                  <a:pt x="503840" y="112951"/>
                  <a:pt x="501327" y="104723"/>
                  <a:pt x="501077" y="95544"/>
                </a:cubicBezTo>
                <a:close/>
                <a:moveTo>
                  <a:pt x="701158" y="107721"/>
                </a:moveTo>
                <a:lnTo>
                  <a:pt x="718581" y="109875"/>
                </a:lnTo>
                <a:cubicBezTo>
                  <a:pt x="715833" y="120054"/>
                  <a:pt x="710744" y="127953"/>
                  <a:pt x="703313" y="133574"/>
                </a:cubicBezTo>
                <a:cubicBezTo>
                  <a:pt x="695882" y="139194"/>
                  <a:pt x="686390" y="142004"/>
                  <a:pt x="674837" y="142004"/>
                </a:cubicBezTo>
                <a:cubicBezTo>
                  <a:pt x="660287" y="142004"/>
                  <a:pt x="648750" y="137523"/>
                  <a:pt x="640226" y="128562"/>
                </a:cubicBezTo>
                <a:cubicBezTo>
                  <a:pt x="631702" y="119601"/>
                  <a:pt x="627440" y="107034"/>
                  <a:pt x="627440" y="90860"/>
                </a:cubicBezTo>
                <a:cubicBezTo>
                  <a:pt x="627440" y="74124"/>
                  <a:pt x="631749" y="61135"/>
                  <a:pt x="640366" y="51893"/>
                </a:cubicBezTo>
                <a:cubicBezTo>
                  <a:pt x="648984" y="42651"/>
                  <a:pt x="660162" y="38030"/>
                  <a:pt x="673900" y="38030"/>
                </a:cubicBezTo>
                <a:cubicBezTo>
                  <a:pt x="687201" y="38030"/>
                  <a:pt x="698067" y="42551"/>
                  <a:pt x="706498" y="51592"/>
                </a:cubicBezTo>
                <a:cubicBezTo>
                  <a:pt x="714928" y="60631"/>
                  <a:pt x="719143" y="73349"/>
                  <a:pt x="719143" y="89745"/>
                </a:cubicBezTo>
                <a:cubicBezTo>
                  <a:pt x="719143" y="90742"/>
                  <a:pt x="719112" y="92238"/>
                  <a:pt x="719049" y="94232"/>
                </a:cubicBezTo>
                <a:lnTo>
                  <a:pt x="644863" y="94232"/>
                </a:lnTo>
                <a:cubicBezTo>
                  <a:pt x="645487" y="105129"/>
                  <a:pt x="648578" y="113474"/>
                  <a:pt x="654136" y="119265"/>
                </a:cubicBezTo>
                <a:cubicBezTo>
                  <a:pt x="659694" y="125057"/>
                  <a:pt x="666625" y="127953"/>
                  <a:pt x="674931" y="127953"/>
                </a:cubicBezTo>
                <a:cubicBezTo>
                  <a:pt x="681113" y="127953"/>
                  <a:pt x="686390" y="126345"/>
                  <a:pt x="690761" y="123129"/>
                </a:cubicBezTo>
                <a:cubicBezTo>
                  <a:pt x="695132" y="119911"/>
                  <a:pt x="698598" y="114775"/>
                  <a:pt x="701158" y="107721"/>
                </a:cubicBezTo>
                <a:moveTo>
                  <a:pt x="645799" y="80182"/>
                </a:moveTo>
                <a:lnTo>
                  <a:pt x="701346" y="80182"/>
                </a:lnTo>
                <a:cubicBezTo>
                  <a:pt x="700596" y="71950"/>
                  <a:pt x="698473" y="65777"/>
                  <a:pt x="694976" y="61661"/>
                </a:cubicBezTo>
                <a:cubicBezTo>
                  <a:pt x="689606" y="55274"/>
                  <a:pt x="682643" y="52081"/>
                  <a:pt x="674088" y="52081"/>
                </a:cubicBezTo>
                <a:cubicBezTo>
                  <a:pt x="666344" y="52081"/>
                  <a:pt x="659834" y="54630"/>
                  <a:pt x="654557" y="59729"/>
                </a:cubicBezTo>
                <a:cubicBezTo>
                  <a:pt x="649281" y="64827"/>
                  <a:pt x="646361" y="71644"/>
                  <a:pt x="645799" y="80182"/>
                </a:cubicBezTo>
                <a:close/>
                <a:moveTo>
                  <a:pt x="739347" y="139756"/>
                </a:moveTo>
                <a:lnTo>
                  <a:pt x="739347" y="2435"/>
                </a:lnTo>
                <a:lnTo>
                  <a:pt x="756207" y="2435"/>
                </a:lnTo>
                <a:lnTo>
                  <a:pt x="756207" y="139756"/>
                </a:lnTo>
                <a:lnTo>
                  <a:pt x="739347" y="139756"/>
                </a:lnTo>
                <a:close/>
                <a:moveTo>
                  <a:pt x="850407" y="107721"/>
                </a:moveTo>
                <a:lnTo>
                  <a:pt x="867830" y="109875"/>
                </a:lnTo>
                <a:cubicBezTo>
                  <a:pt x="865082" y="120054"/>
                  <a:pt x="859993" y="127953"/>
                  <a:pt x="852561" y="133574"/>
                </a:cubicBezTo>
                <a:cubicBezTo>
                  <a:pt x="845130" y="139194"/>
                  <a:pt x="835638" y="142004"/>
                  <a:pt x="824086" y="142004"/>
                </a:cubicBezTo>
                <a:cubicBezTo>
                  <a:pt x="809536" y="142004"/>
                  <a:pt x="797999" y="137523"/>
                  <a:pt x="789475" y="128562"/>
                </a:cubicBezTo>
                <a:cubicBezTo>
                  <a:pt x="780951" y="119601"/>
                  <a:pt x="776689" y="107034"/>
                  <a:pt x="776689" y="90860"/>
                </a:cubicBezTo>
                <a:cubicBezTo>
                  <a:pt x="776689" y="74124"/>
                  <a:pt x="780997" y="61135"/>
                  <a:pt x="789615" y="51893"/>
                </a:cubicBezTo>
                <a:cubicBezTo>
                  <a:pt x="798233" y="42651"/>
                  <a:pt x="809411" y="38030"/>
                  <a:pt x="823149" y="38030"/>
                </a:cubicBezTo>
                <a:cubicBezTo>
                  <a:pt x="836450" y="38030"/>
                  <a:pt x="847316" y="42551"/>
                  <a:pt x="855746" y="51592"/>
                </a:cubicBezTo>
                <a:cubicBezTo>
                  <a:pt x="864176" y="60631"/>
                  <a:pt x="868392" y="73349"/>
                  <a:pt x="868392" y="89745"/>
                </a:cubicBezTo>
                <a:cubicBezTo>
                  <a:pt x="868392" y="90742"/>
                  <a:pt x="868360" y="92238"/>
                  <a:pt x="868298" y="94232"/>
                </a:cubicBezTo>
                <a:lnTo>
                  <a:pt x="794111" y="94232"/>
                </a:lnTo>
                <a:cubicBezTo>
                  <a:pt x="794736" y="105129"/>
                  <a:pt x="797827" y="113474"/>
                  <a:pt x="803385" y="119265"/>
                </a:cubicBezTo>
                <a:cubicBezTo>
                  <a:pt x="808942" y="125057"/>
                  <a:pt x="815874" y="127953"/>
                  <a:pt x="824179" y="127953"/>
                </a:cubicBezTo>
                <a:cubicBezTo>
                  <a:pt x="830362" y="127953"/>
                  <a:pt x="835638" y="126345"/>
                  <a:pt x="840010" y="123129"/>
                </a:cubicBezTo>
                <a:cubicBezTo>
                  <a:pt x="844381" y="119911"/>
                  <a:pt x="847847" y="114775"/>
                  <a:pt x="850407" y="107721"/>
                </a:cubicBezTo>
                <a:moveTo>
                  <a:pt x="795048" y="80182"/>
                </a:moveTo>
                <a:lnTo>
                  <a:pt x="850594" y="80182"/>
                </a:lnTo>
                <a:cubicBezTo>
                  <a:pt x="849845" y="71950"/>
                  <a:pt x="847722" y="65777"/>
                  <a:pt x="844225" y="61661"/>
                </a:cubicBezTo>
                <a:cubicBezTo>
                  <a:pt x="838854" y="55274"/>
                  <a:pt x="831892" y="52081"/>
                  <a:pt x="823336" y="52081"/>
                </a:cubicBezTo>
                <a:cubicBezTo>
                  <a:pt x="815593" y="52081"/>
                  <a:pt x="809083" y="54630"/>
                  <a:pt x="803806" y="59729"/>
                </a:cubicBezTo>
                <a:cubicBezTo>
                  <a:pt x="798529" y="64827"/>
                  <a:pt x="795610" y="71644"/>
                  <a:pt x="795048" y="80182"/>
                </a:cubicBezTo>
                <a:close/>
                <a:moveTo>
                  <a:pt x="953883" y="103224"/>
                </a:moveTo>
                <a:lnTo>
                  <a:pt x="970463" y="105379"/>
                </a:lnTo>
                <a:cubicBezTo>
                  <a:pt x="968652" y="116836"/>
                  <a:pt x="964015" y="125805"/>
                  <a:pt x="956553" y="132286"/>
                </a:cubicBezTo>
                <a:cubicBezTo>
                  <a:pt x="949090" y="138764"/>
                  <a:pt x="939926" y="142004"/>
                  <a:pt x="929061" y="142004"/>
                </a:cubicBezTo>
                <a:cubicBezTo>
                  <a:pt x="915447" y="142004"/>
                  <a:pt x="904503" y="137555"/>
                  <a:pt x="896229" y="128656"/>
                </a:cubicBezTo>
                <a:cubicBezTo>
                  <a:pt x="887955" y="119757"/>
                  <a:pt x="883818" y="107003"/>
                  <a:pt x="883818" y="90392"/>
                </a:cubicBezTo>
                <a:cubicBezTo>
                  <a:pt x="883818" y="79651"/>
                  <a:pt x="885598" y="70253"/>
                  <a:pt x="889157" y="62197"/>
                </a:cubicBezTo>
                <a:cubicBezTo>
                  <a:pt x="892717" y="54141"/>
                  <a:pt x="898134" y="48100"/>
                  <a:pt x="905409" y="44072"/>
                </a:cubicBezTo>
                <a:cubicBezTo>
                  <a:pt x="912684" y="40044"/>
                  <a:pt x="920599" y="38030"/>
                  <a:pt x="929154" y="38030"/>
                </a:cubicBezTo>
                <a:cubicBezTo>
                  <a:pt x="939958" y="38030"/>
                  <a:pt x="948794" y="40771"/>
                  <a:pt x="955663" y="46253"/>
                </a:cubicBezTo>
                <a:cubicBezTo>
                  <a:pt x="962532" y="51732"/>
                  <a:pt x="966935" y="59514"/>
                  <a:pt x="968870" y="69597"/>
                </a:cubicBezTo>
                <a:lnTo>
                  <a:pt x="952478" y="72126"/>
                </a:lnTo>
                <a:cubicBezTo>
                  <a:pt x="950917" y="65475"/>
                  <a:pt x="948154" y="60472"/>
                  <a:pt x="944188" y="57115"/>
                </a:cubicBezTo>
                <a:cubicBezTo>
                  <a:pt x="940223" y="53759"/>
                  <a:pt x="935430" y="52081"/>
                  <a:pt x="929810" y="52081"/>
                </a:cubicBezTo>
                <a:cubicBezTo>
                  <a:pt x="921317" y="52081"/>
                  <a:pt x="914417" y="55110"/>
                  <a:pt x="909109" y="61170"/>
                </a:cubicBezTo>
                <a:cubicBezTo>
                  <a:pt x="903801" y="67227"/>
                  <a:pt x="901147" y="76811"/>
                  <a:pt x="901147" y="89923"/>
                </a:cubicBezTo>
                <a:cubicBezTo>
                  <a:pt x="901147" y="103223"/>
                  <a:pt x="903707" y="112886"/>
                  <a:pt x="908828" y="118914"/>
                </a:cubicBezTo>
                <a:cubicBezTo>
                  <a:pt x="913949" y="124940"/>
                  <a:pt x="920630" y="127953"/>
                  <a:pt x="928873" y="127953"/>
                </a:cubicBezTo>
                <a:cubicBezTo>
                  <a:pt x="935493" y="127953"/>
                  <a:pt x="941019" y="125932"/>
                  <a:pt x="945453" y="121888"/>
                </a:cubicBezTo>
                <a:cubicBezTo>
                  <a:pt x="949887" y="117845"/>
                  <a:pt x="952697" y="111624"/>
                  <a:pt x="953883" y="103224"/>
                </a:cubicBezTo>
                <a:close/>
                <a:moveTo>
                  <a:pt x="1021700" y="124862"/>
                </a:moveTo>
                <a:lnTo>
                  <a:pt x="1024136" y="139756"/>
                </a:lnTo>
                <a:cubicBezTo>
                  <a:pt x="1019390" y="140630"/>
                  <a:pt x="1015144" y="141067"/>
                  <a:pt x="1011397" y="141067"/>
                </a:cubicBezTo>
                <a:cubicBezTo>
                  <a:pt x="1005277" y="141067"/>
                  <a:pt x="1000531" y="140099"/>
                  <a:pt x="997159" y="138163"/>
                </a:cubicBezTo>
                <a:cubicBezTo>
                  <a:pt x="993787" y="136228"/>
                  <a:pt x="991414" y="133683"/>
                  <a:pt x="990040" y="130529"/>
                </a:cubicBezTo>
                <a:cubicBezTo>
                  <a:pt x="988666" y="127376"/>
                  <a:pt x="987979" y="120741"/>
                  <a:pt x="987979" y="110624"/>
                </a:cubicBezTo>
                <a:lnTo>
                  <a:pt x="987979" y="53392"/>
                </a:lnTo>
                <a:lnTo>
                  <a:pt x="975615" y="53392"/>
                </a:lnTo>
                <a:lnTo>
                  <a:pt x="975615" y="40278"/>
                </a:lnTo>
                <a:lnTo>
                  <a:pt x="987979" y="40278"/>
                </a:lnTo>
                <a:lnTo>
                  <a:pt x="987979" y="15576"/>
                </a:lnTo>
                <a:lnTo>
                  <a:pt x="1004746" y="5433"/>
                </a:lnTo>
                <a:lnTo>
                  <a:pt x="1004746" y="40278"/>
                </a:lnTo>
                <a:lnTo>
                  <a:pt x="1021700" y="40278"/>
                </a:lnTo>
                <a:lnTo>
                  <a:pt x="1021700" y="53392"/>
                </a:lnTo>
                <a:lnTo>
                  <a:pt x="1004746" y="53392"/>
                </a:lnTo>
                <a:lnTo>
                  <a:pt x="1004746" y="111561"/>
                </a:lnTo>
                <a:cubicBezTo>
                  <a:pt x="1004746" y="116370"/>
                  <a:pt x="1005043" y="119461"/>
                  <a:pt x="1005636" y="120834"/>
                </a:cubicBezTo>
                <a:cubicBezTo>
                  <a:pt x="1006229" y="122208"/>
                  <a:pt x="1007197" y="123301"/>
                  <a:pt x="1008540" y="124113"/>
                </a:cubicBezTo>
                <a:cubicBezTo>
                  <a:pt x="1009882" y="124925"/>
                  <a:pt x="1011803" y="125331"/>
                  <a:pt x="1014301" y="125331"/>
                </a:cubicBezTo>
                <a:cubicBezTo>
                  <a:pt x="1016174" y="125331"/>
                  <a:pt x="1018641" y="125175"/>
                  <a:pt x="1021700" y="124862"/>
                </a:cubicBezTo>
                <a:close/>
                <a:moveTo>
                  <a:pt x="1038313" y="21919"/>
                </a:moveTo>
                <a:lnTo>
                  <a:pt x="1038313" y="2435"/>
                </a:lnTo>
                <a:lnTo>
                  <a:pt x="1055173" y="2435"/>
                </a:lnTo>
                <a:lnTo>
                  <a:pt x="1055173" y="21919"/>
                </a:lnTo>
                <a:lnTo>
                  <a:pt x="1038313" y="21919"/>
                </a:lnTo>
                <a:moveTo>
                  <a:pt x="1038313" y="139756"/>
                </a:moveTo>
                <a:lnTo>
                  <a:pt x="1038313" y="40278"/>
                </a:lnTo>
                <a:lnTo>
                  <a:pt x="1055173" y="40278"/>
                </a:lnTo>
                <a:lnTo>
                  <a:pt x="1055173" y="139756"/>
                </a:lnTo>
                <a:lnTo>
                  <a:pt x="1038313" y="139756"/>
                </a:lnTo>
                <a:close/>
                <a:moveTo>
                  <a:pt x="1074530" y="90017"/>
                </a:moveTo>
                <a:cubicBezTo>
                  <a:pt x="1074530" y="71595"/>
                  <a:pt x="1079651" y="57951"/>
                  <a:pt x="1089892" y="49083"/>
                </a:cubicBezTo>
                <a:cubicBezTo>
                  <a:pt x="1098448" y="41714"/>
                  <a:pt x="1108876" y="38030"/>
                  <a:pt x="1121178" y="38030"/>
                </a:cubicBezTo>
                <a:cubicBezTo>
                  <a:pt x="1134854" y="38030"/>
                  <a:pt x="1146032" y="42511"/>
                  <a:pt x="1154712" y="51472"/>
                </a:cubicBezTo>
                <a:cubicBezTo>
                  <a:pt x="1163392" y="60433"/>
                  <a:pt x="1167732" y="72813"/>
                  <a:pt x="1167732" y="88612"/>
                </a:cubicBezTo>
                <a:cubicBezTo>
                  <a:pt x="1167732" y="101414"/>
                  <a:pt x="1165812" y="111483"/>
                  <a:pt x="1161972" y="118821"/>
                </a:cubicBezTo>
                <a:cubicBezTo>
                  <a:pt x="1158131" y="126158"/>
                  <a:pt x="1152542" y="131856"/>
                  <a:pt x="1145205" y="135915"/>
                </a:cubicBezTo>
                <a:cubicBezTo>
                  <a:pt x="1137867" y="139974"/>
                  <a:pt x="1129858" y="142004"/>
                  <a:pt x="1121178" y="142004"/>
                </a:cubicBezTo>
                <a:cubicBezTo>
                  <a:pt x="1107253" y="142004"/>
                  <a:pt x="1095997" y="137539"/>
                  <a:pt x="1087410" y="128609"/>
                </a:cubicBezTo>
                <a:cubicBezTo>
                  <a:pt x="1078824" y="119679"/>
                  <a:pt x="1074530" y="106815"/>
                  <a:pt x="1074530" y="90017"/>
                </a:cubicBezTo>
                <a:moveTo>
                  <a:pt x="1091859" y="89970"/>
                </a:moveTo>
                <a:cubicBezTo>
                  <a:pt x="1091859" y="102662"/>
                  <a:pt x="1094638" y="112166"/>
                  <a:pt x="1100196" y="118481"/>
                </a:cubicBezTo>
                <a:cubicBezTo>
                  <a:pt x="1105754" y="124796"/>
                  <a:pt x="1112748" y="127953"/>
                  <a:pt x="1121178" y="127953"/>
                </a:cubicBezTo>
                <a:cubicBezTo>
                  <a:pt x="1129546" y="127953"/>
                  <a:pt x="1136509" y="124780"/>
                  <a:pt x="1142067" y="118434"/>
                </a:cubicBezTo>
                <a:cubicBezTo>
                  <a:pt x="1147624" y="112088"/>
                  <a:pt x="1150403" y="102414"/>
                  <a:pt x="1150403" y="89411"/>
                </a:cubicBezTo>
                <a:cubicBezTo>
                  <a:pt x="1150403" y="77154"/>
                  <a:pt x="1147609" y="67868"/>
                  <a:pt x="1142020" y="61553"/>
                </a:cubicBezTo>
                <a:cubicBezTo>
                  <a:pt x="1136431" y="55238"/>
                  <a:pt x="1129484" y="52081"/>
                  <a:pt x="1121178" y="52081"/>
                </a:cubicBezTo>
                <a:cubicBezTo>
                  <a:pt x="1112748" y="52081"/>
                  <a:pt x="1105754" y="55222"/>
                  <a:pt x="1100196" y="61506"/>
                </a:cubicBezTo>
                <a:cubicBezTo>
                  <a:pt x="1094638" y="67790"/>
                  <a:pt x="1091859" y="77278"/>
                  <a:pt x="1091859" y="89970"/>
                </a:cubicBezTo>
                <a:close/>
                <a:moveTo>
                  <a:pt x="1187467" y="139756"/>
                </a:moveTo>
                <a:lnTo>
                  <a:pt x="1187467" y="40278"/>
                </a:lnTo>
                <a:lnTo>
                  <a:pt x="1202642" y="40278"/>
                </a:lnTo>
                <a:lnTo>
                  <a:pt x="1202642" y="54329"/>
                </a:lnTo>
                <a:cubicBezTo>
                  <a:pt x="1209948" y="43463"/>
                  <a:pt x="1220502" y="38030"/>
                  <a:pt x="1234303" y="38030"/>
                </a:cubicBezTo>
                <a:cubicBezTo>
                  <a:pt x="1240297" y="38030"/>
                  <a:pt x="1245808" y="39107"/>
                  <a:pt x="1250835" y="41262"/>
                </a:cubicBezTo>
                <a:cubicBezTo>
                  <a:pt x="1255862" y="43416"/>
                  <a:pt x="1259625" y="46242"/>
                  <a:pt x="1262123" y="49739"/>
                </a:cubicBezTo>
                <a:cubicBezTo>
                  <a:pt x="1264620" y="53236"/>
                  <a:pt x="1266369" y="57389"/>
                  <a:pt x="1267368" y="62197"/>
                </a:cubicBezTo>
                <a:cubicBezTo>
                  <a:pt x="1267993" y="65319"/>
                  <a:pt x="1268305" y="70783"/>
                  <a:pt x="1268305" y="78589"/>
                </a:cubicBezTo>
                <a:lnTo>
                  <a:pt x="1268305" y="139756"/>
                </a:lnTo>
                <a:lnTo>
                  <a:pt x="1251444" y="139756"/>
                </a:lnTo>
                <a:lnTo>
                  <a:pt x="1251444" y="79181"/>
                </a:lnTo>
                <a:cubicBezTo>
                  <a:pt x="1251444" y="72304"/>
                  <a:pt x="1250788" y="67161"/>
                  <a:pt x="1249477" y="63754"/>
                </a:cubicBezTo>
                <a:cubicBezTo>
                  <a:pt x="1248166" y="60347"/>
                  <a:pt x="1245840" y="57628"/>
                  <a:pt x="1242499" y="55596"/>
                </a:cubicBezTo>
                <a:cubicBezTo>
                  <a:pt x="1239158" y="53565"/>
                  <a:pt x="1235239" y="52549"/>
                  <a:pt x="1230743" y="52549"/>
                </a:cubicBezTo>
                <a:cubicBezTo>
                  <a:pt x="1223562" y="52549"/>
                  <a:pt x="1217364" y="54831"/>
                  <a:pt x="1212150" y="59396"/>
                </a:cubicBezTo>
                <a:cubicBezTo>
                  <a:pt x="1206935" y="63958"/>
                  <a:pt x="1204328" y="72616"/>
                  <a:pt x="1204328" y="85369"/>
                </a:cubicBezTo>
                <a:lnTo>
                  <a:pt x="1204328" y="139756"/>
                </a:lnTo>
                <a:lnTo>
                  <a:pt x="1187467" y="139756"/>
                </a:lnTo>
                <a:close/>
                <a:moveTo>
                  <a:pt x="1348864" y="139756"/>
                </a:moveTo>
                <a:lnTo>
                  <a:pt x="1348864" y="2435"/>
                </a:lnTo>
                <a:lnTo>
                  <a:pt x="1367036" y="2435"/>
                </a:lnTo>
                <a:lnTo>
                  <a:pt x="1367036" y="123551"/>
                </a:lnTo>
                <a:lnTo>
                  <a:pt x="1434666" y="123551"/>
                </a:lnTo>
                <a:lnTo>
                  <a:pt x="1434666" y="139756"/>
                </a:lnTo>
                <a:lnTo>
                  <a:pt x="1348864" y="139756"/>
                </a:lnTo>
                <a:close/>
                <a:moveTo>
                  <a:pt x="1454214" y="21919"/>
                </a:moveTo>
                <a:lnTo>
                  <a:pt x="1454214" y="2435"/>
                </a:lnTo>
                <a:lnTo>
                  <a:pt x="1471074" y="2435"/>
                </a:lnTo>
                <a:lnTo>
                  <a:pt x="1471074" y="21919"/>
                </a:lnTo>
                <a:lnTo>
                  <a:pt x="1454214" y="21919"/>
                </a:lnTo>
                <a:moveTo>
                  <a:pt x="1454214" y="139756"/>
                </a:moveTo>
                <a:lnTo>
                  <a:pt x="1454214" y="40278"/>
                </a:lnTo>
                <a:lnTo>
                  <a:pt x="1471074" y="40278"/>
                </a:lnTo>
                <a:lnTo>
                  <a:pt x="1471074" y="139756"/>
                </a:lnTo>
                <a:lnTo>
                  <a:pt x="1454214" y="139756"/>
                </a:lnTo>
                <a:close/>
                <a:moveTo>
                  <a:pt x="1496801" y="139756"/>
                </a:moveTo>
                <a:lnTo>
                  <a:pt x="1496801" y="2435"/>
                </a:lnTo>
                <a:lnTo>
                  <a:pt x="1513662" y="2435"/>
                </a:lnTo>
                <a:lnTo>
                  <a:pt x="1513662" y="80744"/>
                </a:lnTo>
                <a:lnTo>
                  <a:pt x="1553566" y="40278"/>
                </a:lnTo>
                <a:lnTo>
                  <a:pt x="1575391" y="40278"/>
                </a:lnTo>
                <a:lnTo>
                  <a:pt x="1537361" y="77184"/>
                </a:lnTo>
                <a:lnTo>
                  <a:pt x="1579231" y="139756"/>
                </a:lnTo>
                <a:lnTo>
                  <a:pt x="1558436" y="139756"/>
                </a:lnTo>
                <a:lnTo>
                  <a:pt x="1525558" y="88893"/>
                </a:lnTo>
                <a:lnTo>
                  <a:pt x="1513662" y="100321"/>
                </a:lnTo>
                <a:lnTo>
                  <a:pt x="1513662" y="139756"/>
                </a:lnTo>
                <a:lnTo>
                  <a:pt x="1496801" y="139756"/>
                </a:lnTo>
                <a:close/>
                <a:moveTo>
                  <a:pt x="1660724" y="107721"/>
                </a:moveTo>
                <a:lnTo>
                  <a:pt x="1678147" y="109875"/>
                </a:lnTo>
                <a:cubicBezTo>
                  <a:pt x="1675399" y="120054"/>
                  <a:pt x="1670310" y="127953"/>
                  <a:pt x="1662879" y="133574"/>
                </a:cubicBezTo>
                <a:cubicBezTo>
                  <a:pt x="1655448" y="139194"/>
                  <a:pt x="1645956" y="142004"/>
                  <a:pt x="1634403" y="142004"/>
                </a:cubicBezTo>
                <a:cubicBezTo>
                  <a:pt x="1619853" y="142004"/>
                  <a:pt x="1608316" y="137523"/>
                  <a:pt x="1599792" y="128562"/>
                </a:cubicBezTo>
                <a:cubicBezTo>
                  <a:pt x="1591268" y="119601"/>
                  <a:pt x="1587006" y="107034"/>
                  <a:pt x="1587006" y="90860"/>
                </a:cubicBezTo>
                <a:cubicBezTo>
                  <a:pt x="1587006" y="74124"/>
                  <a:pt x="1591315" y="61135"/>
                  <a:pt x="1599932" y="51893"/>
                </a:cubicBezTo>
                <a:cubicBezTo>
                  <a:pt x="1608550" y="42651"/>
                  <a:pt x="1619728" y="38030"/>
                  <a:pt x="1633466" y="38030"/>
                </a:cubicBezTo>
                <a:cubicBezTo>
                  <a:pt x="1646767" y="38030"/>
                  <a:pt x="1657633" y="42551"/>
                  <a:pt x="1666063" y="51592"/>
                </a:cubicBezTo>
                <a:cubicBezTo>
                  <a:pt x="1674494" y="60631"/>
                  <a:pt x="1678709" y="73349"/>
                  <a:pt x="1678709" y="89745"/>
                </a:cubicBezTo>
                <a:cubicBezTo>
                  <a:pt x="1678709" y="90742"/>
                  <a:pt x="1678678" y="92238"/>
                  <a:pt x="1678615" y="94232"/>
                </a:cubicBezTo>
                <a:lnTo>
                  <a:pt x="1604429" y="94232"/>
                </a:lnTo>
                <a:cubicBezTo>
                  <a:pt x="1605053" y="105129"/>
                  <a:pt x="1608144" y="113474"/>
                  <a:pt x="1613702" y="119265"/>
                </a:cubicBezTo>
                <a:cubicBezTo>
                  <a:pt x="1619260" y="125057"/>
                  <a:pt x="1626191" y="127953"/>
                  <a:pt x="1634497" y="127953"/>
                </a:cubicBezTo>
                <a:cubicBezTo>
                  <a:pt x="1640679" y="127953"/>
                  <a:pt x="1645956" y="126345"/>
                  <a:pt x="1650327" y="123129"/>
                </a:cubicBezTo>
                <a:cubicBezTo>
                  <a:pt x="1654698" y="119911"/>
                  <a:pt x="1658164" y="114775"/>
                  <a:pt x="1660724" y="107721"/>
                </a:cubicBezTo>
                <a:moveTo>
                  <a:pt x="1605365" y="80182"/>
                </a:moveTo>
                <a:lnTo>
                  <a:pt x="1660912" y="80182"/>
                </a:lnTo>
                <a:cubicBezTo>
                  <a:pt x="1660162" y="71950"/>
                  <a:pt x="1658039" y="65777"/>
                  <a:pt x="1654542" y="61661"/>
                </a:cubicBezTo>
                <a:cubicBezTo>
                  <a:pt x="1649172" y="55274"/>
                  <a:pt x="1642209" y="52081"/>
                  <a:pt x="1633654" y="52081"/>
                </a:cubicBezTo>
                <a:cubicBezTo>
                  <a:pt x="1625910" y="52081"/>
                  <a:pt x="1619400" y="54630"/>
                  <a:pt x="1614123" y="59729"/>
                </a:cubicBezTo>
                <a:cubicBezTo>
                  <a:pt x="1608847" y="64827"/>
                  <a:pt x="1605927" y="71644"/>
                  <a:pt x="1605365" y="80182"/>
                </a:cubicBezTo>
                <a:close/>
                <a:moveTo>
                  <a:pt x="1698912" y="139756"/>
                </a:moveTo>
                <a:lnTo>
                  <a:pt x="1698912" y="2435"/>
                </a:lnTo>
                <a:lnTo>
                  <a:pt x="1715773" y="2435"/>
                </a:lnTo>
                <a:lnTo>
                  <a:pt x="1715773" y="139756"/>
                </a:lnTo>
                <a:lnTo>
                  <a:pt x="1698912" y="139756"/>
                </a:lnTo>
                <a:close/>
                <a:moveTo>
                  <a:pt x="1741969" y="21919"/>
                </a:moveTo>
                <a:lnTo>
                  <a:pt x="1741969" y="2435"/>
                </a:lnTo>
                <a:lnTo>
                  <a:pt x="1758829" y="2435"/>
                </a:lnTo>
                <a:lnTo>
                  <a:pt x="1758829" y="21919"/>
                </a:lnTo>
                <a:lnTo>
                  <a:pt x="1741969" y="21919"/>
                </a:lnTo>
                <a:moveTo>
                  <a:pt x="1741969" y="139756"/>
                </a:moveTo>
                <a:lnTo>
                  <a:pt x="1741969" y="40278"/>
                </a:lnTo>
                <a:lnTo>
                  <a:pt x="1758829" y="40278"/>
                </a:lnTo>
                <a:lnTo>
                  <a:pt x="1758829" y="139756"/>
                </a:lnTo>
                <a:lnTo>
                  <a:pt x="1741969" y="139756"/>
                </a:lnTo>
                <a:close/>
                <a:moveTo>
                  <a:pt x="1784463" y="139756"/>
                </a:moveTo>
                <a:lnTo>
                  <a:pt x="1784463" y="2435"/>
                </a:lnTo>
                <a:lnTo>
                  <a:pt x="1801323" y="2435"/>
                </a:lnTo>
                <a:lnTo>
                  <a:pt x="1801323" y="51706"/>
                </a:lnTo>
                <a:cubicBezTo>
                  <a:pt x="1809192" y="42589"/>
                  <a:pt x="1819121" y="38030"/>
                  <a:pt x="1831110" y="38030"/>
                </a:cubicBezTo>
                <a:cubicBezTo>
                  <a:pt x="1838479" y="38030"/>
                  <a:pt x="1844880" y="39482"/>
                  <a:pt x="1850313" y="42386"/>
                </a:cubicBezTo>
                <a:cubicBezTo>
                  <a:pt x="1855746" y="45290"/>
                  <a:pt x="1859633" y="49302"/>
                  <a:pt x="1861975" y="54422"/>
                </a:cubicBezTo>
                <a:cubicBezTo>
                  <a:pt x="1864316" y="59543"/>
                  <a:pt x="1865487" y="66974"/>
                  <a:pt x="1865487" y="76716"/>
                </a:cubicBezTo>
                <a:lnTo>
                  <a:pt x="1865487" y="139756"/>
                </a:lnTo>
                <a:lnTo>
                  <a:pt x="1848627" y="139756"/>
                </a:lnTo>
                <a:lnTo>
                  <a:pt x="1848627" y="76716"/>
                </a:lnTo>
                <a:cubicBezTo>
                  <a:pt x="1848627" y="68286"/>
                  <a:pt x="1846800" y="62150"/>
                  <a:pt x="1843147" y="58310"/>
                </a:cubicBezTo>
                <a:cubicBezTo>
                  <a:pt x="1839494" y="54469"/>
                  <a:pt x="1834326" y="52549"/>
                  <a:pt x="1827645" y="52549"/>
                </a:cubicBezTo>
                <a:cubicBezTo>
                  <a:pt x="1822649" y="52549"/>
                  <a:pt x="1817950" y="53845"/>
                  <a:pt x="1813547" y="56436"/>
                </a:cubicBezTo>
                <a:cubicBezTo>
                  <a:pt x="1809145" y="59028"/>
                  <a:pt x="1806007" y="62540"/>
                  <a:pt x="1804133" y="66974"/>
                </a:cubicBezTo>
                <a:cubicBezTo>
                  <a:pt x="1802260" y="71408"/>
                  <a:pt x="1801323" y="77528"/>
                  <a:pt x="1801323" y="85333"/>
                </a:cubicBezTo>
                <a:lnTo>
                  <a:pt x="1801323" y="139756"/>
                </a:lnTo>
                <a:lnTo>
                  <a:pt x="1784463" y="139756"/>
                </a:lnTo>
                <a:close/>
                <a:moveTo>
                  <a:pt x="1884848" y="90017"/>
                </a:moveTo>
                <a:cubicBezTo>
                  <a:pt x="1884848" y="71595"/>
                  <a:pt x="1889968" y="57951"/>
                  <a:pt x="1900210" y="49083"/>
                </a:cubicBezTo>
                <a:cubicBezTo>
                  <a:pt x="1908765" y="41714"/>
                  <a:pt x="1919193" y="38030"/>
                  <a:pt x="1931496" y="38030"/>
                </a:cubicBezTo>
                <a:cubicBezTo>
                  <a:pt x="1945171" y="38030"/>
                  <a:pt x="1956349" y="42511"/>
                  <a:pt x="1965029" y="51472"/>
                </a:cubicBezTo>
                <a:cubicBezTo>
                  <a:pt x="1973710" y="60433"/>
                  <a:pt x="1978050" y="72813"/>
                  <a:pt x="1978050" y="88612"/>
                </a:cubicBezTo>
                <a:cubicBezTo>
                  <a:pt x="1978050" y="101414"/>
                  <a:pt x="1976129" y="111483"/>
                  <a:pt x="1972289" y="118821"/>
                </a:cubicBezTo>
                <a:cubicBezTo>
                  <a:pt x="1968448" y="126158"/>
                  <a:pt x="1962859" y="131856"/>
                  <a:pt x="1955522" y="135915"/>
                </a:cubicBezTo>
                <a:cubicBezTo>
                  <a:pt x="1948184" y="139974"/>
                  <a:pt x="1940176" y="142004"/>
                  <a:pt x="1931496" y="142004"/>
                </a:cubicBezTo>
                <a:cubicBezTo>
                  <a:pt x="1917570" y="142004"/>
                  <a:pt x="1906314" y="137539"/>
                  <a:pt x="1897727" y="128609"/>
                </a:cubicBezTo>
                <a:cubicBezTo>
                  <a:pt x="1889141" y="119679"/>
                  <a:pt x="1884848" y="106815"/>
                  <a:pt x="1884848" y="90017"/>
                </a:cubicBezTo>
                <a:moveTo>
                  <a:pt x="1902177" y="89970"/>
                </a:moveTo>
                <a:cubicBezTo>
                  <a:pt x="1902177" y="102662"/>
                  <a:pt x="1904956" y="112166"/>
                  <a:pt x="1910513" y="118481"/>
                </a:cubicBezTo>
                <a:cubicBezTo>
                  <a:pt x="1916071" y="124796"/>
                  <a:pt x="1923065" y="127953"/>
                  <a:pt x="1931496" y="127953"/>
                </a:cubicBezTo>
                <a:cubicBezTo>
                  <a:pt x="1939863" y="127953"/>
                  <a:pt x="1946826" y="124780"/>
                  <a:pt x="1952384" y="118434"/>
                </a:cubicBezTo>
                <a:cubicBezTo>
                  <a:pt x="1957942" y="112088"/>
                  <a:pt x="1960721" y="102414"/>
                  <a:pt x="1960721" y="89411"/>
                </a:cubicBezTo>
                <a:cubicBezTo>
                  <a:pt x="1960721" y="77154"/>
                  <a:pt x="1957926" y="67868"/>
                  <a:pt x="1952337" y="61553"/>
                </a:cubicBezTo>
                <a:cubicBezTo>
                  <a:pt x="1946748" y="55238"/>
                  <a:pt x="1939801" y="52081"/>
                  <a:pt x="1931496" y="52081"/>
                </a:cubicBezTo>
                <a:cubicBezTo>
                  <a:pt x="1923065" y="52081"/>
                  <a:pt x="1916071" y="55222"/>
                  <a:pt x="1910513" y="61506"/>
                </a:cubicBezTo>
                <a:cubicBezTo>
                  <a:pt x="1904956" y="67790"/>
                  <a:pt x="1902177" y="77278"/>
                  <a:pt x="1902177" y="89970"/>
                </a:cubicBezTo>
                <a:close/>
                <a:moveTo>
                  <a:pt x="1991509" y="90017"/>
                </a:moveTo>
                <a:cubicBezTo>
                  <a:pt x="1991509" y="71595"/>
                  <a:pt x="1996629" y="57951"/>
                  <a:pt x="2006871" y="49083"/>
                </a:cubicBezTo>
                <a:cubicBezTo>
                  <a:pt x="2015426" y="41714"/>
                  <a:pt x="2025855" y="38030"/>
                  <a:pt x="2038157" y="38030"/>
                </a:cubicBezTo>
                <a:cubicBezTo>
                  <a:pt x="2051832" y="38030"/>
                  <a:pt x="2063010" y="42511"/>
                  <a:pt x="2071690" y="51472"/>
                </a:cubicBezTo>
                <a:cubicBezTo>
                  <a:pt x="2080371" y="60433"/>
                  <a:pt x="2084711" y="72813"/>
                  <a:pt x="2084711" y="88612"/>
                </a:cubicBezTo>
                <a:cubicBezTo>
                  <a:pt x="2084711" y="101414"/>
                  <a:pt x="2082790" y="111483"/>
                  <a:pt x="2078950" y="118821"/>
                </a:cubicBezTo>
                <a:cubicBezTo>
                  <a:pt x="2075109" y="126158"/>
                  <a:pt x="2069520" y="131856"/>
                  <a:pt x="2062183" y="135915"/>
                </a:cubicBezTo>
                <a:cubicBezTo>
                  <a:pt x="2054845" y="139974"/>
                  <a:pt x="2046837" y="142004"/>
                  <a:pt x="2038157" y="142004"/>
                </a:cubicBezTo>
                <a:cubicBezTo>
                  <a:pt x="2024231" y="142004"/>
                  <a:pt x="2012975" y="137539"/>
                  <a:pt x="2004388" y="128609"/>
                </a:cubicBezTo>
                <a:cubicBezTo>
                  <a:pt x="1995802" y="119679"/>
                  <a:pt x="1991509" y="106815"/>
                  <a:pt x="1991509" y="90017"/>
                </a:cubicBezTo>
                <a:moveTo>
                  <a:pt x="2008838" y="89970"/>
                </a:moveTo>
                <a:cubicBezTo>
                  <a:pt x="2008838" y="102662"/>
                  <a:pt x="2011617" y="112166"/>
                  <a:pt x="2017174" y="118481"/>
                </a:cubicBezTo>
                <a:cubicBezTo>
                  <a:pt x="2022732" y="124796"/>
                  <a:pt x="2029726" y="127953"/>
                  <a:pt x="2038157" y="127953"/>
                </a:cubicBezTo>
                <a:cubicBezTo>
                  <a:pt x="2046524" y="127953"/>
                  <a:pt x="2053487" y="124780"/>
                  <a:pt x="2059045" y="118434"/>
                </a:cubicBezTo>
                <a:cubicBezTo>
                  <a:pt x="2064603" y="112088"/>
                  <a:pt x="2067382" y="102414"/>
                  <a:pt x="2067382" y="89411"/>
                </a:cubicBezTo>
                <a:cubicBezTo>
                  <a:pt x="2067382" y="77154"/>
                  <a:pt x="2064587" y="67868"/>
                  <a:pt x="2058998" y="61553"/>
                </a:cubicBezTo>
                <a:cubicBezTo>
                  <a:pt x="2053409" y="55238"/>
                  <a:pt x="2046462" y="52081"/>
                  <a:pt x="2038157" y="52081"/>
                </a:cubicBezTo>
                <a:cubicBezTo>
                  <a:pt x="2029726" y="52081"/>
                  <a:pt x="2022732" y="55222"/>
                  <a:pt x="2017174" y="61506"/>
                </a:cubicBezTo>
                <a:cubicBezTo>
                  <a:pt x="2011617" y="67790"/>
                  <a:pt x="2008838" y="77278"/>
                  <a:pt x="2008838" y="89970"/>
                </a:cubicBezTo>
                <a:close/>
                <a:moveTo>
                  <a:pt x="2168984" y="139756"/>
                </a:moveTo>
                <a:lnTo>
                  <a:pt x="2168984" y="127204"/>
                </a:lnTo>
                <a:cubicBezTo>
                  <a:pt x="2162677" y="137071"/>
                  <a:pt x="2153404" y="142004"/>
                  <a:pt x="2141164" y="142004"/>
                </a:cubicBezTo>
                <a:cubicBezTo>
                  <a:pt x="2133233" y="142004"/>
                  <a:pt x="2125943" y="139818"/>
                  <a:pt x="2119292" y="135447"/>
                </a:cubicBezTo>
                <a:cubicBezTo>
                  <a:pt x="2112642" y="131076"/>
                  <a:pt x="2107490" y="124972"/>
                  <a:pt x="2103837" y="117134"/>
                </a:cubicBezTo>
                <a:cubicBezTo>
                  <a:pt x="2100183" y="109297"/>
                  <a:pt x="2098357" y="100289"/>
                  <a:pt x="2098357" y="90111"/>
                </a:cubicBezTo>
                <a:cubicBezTo>
                  <a:pt x="2098357" y="80182"/>
                  <a:pt x="2100012" y="71174"/>
                  <a:pt x="2103321" y="63087"/>
                </a:cubicBezTo>
                <a:cubicBezTo>
                  <a:pt x="2106631" y="55000"/>
                  <a:pt x="2111596" y="48802"/>
                  <a:pt x="2118215" y="44493"/>
                </a:cubicBezTo>
                <a:cubicBezTo>
                  <a:pt x="2124834" y="40184"/>
                  <a:pt x="2132234" y="38030"/>
                  <a:pt x="2140415" y="38030"/>
                </a:cubicBezTo>
                <a:cubicBezTo>
                  <a:pt x="2146410" y="38030"/>
                  <a:pt x="2151749" y="39295"/>
                  <a:pt x="2156432" y="41824"/>
                </a:cubicBezTo>
                <a:cubicBezTo>
                  <a:pt x="2161116" y="44353"/>
                  <a:pt x="2164925" y="47647"/>
                  <a:pt x="2167860" y="51706"/>
                </a:cubicBezTo>
                <a:lnTo>
                  <a:pt x="2167860" y="2435"/>
                </a:lnTo>
                <a:lnTo>
                  <a:pt x="2184627" y="2435"/>
                </a:lnTo>
                <a:lnTo>
                  <a:pt x="2184627" y="139756"/>
                </a:lnTo>
                <a:lnTo>
                  <a:pt x="2168984" y="139756"/>
                </a:lnTo>
                <a:moveTo>
                  <a:pt x="2115686" y="90064"/>
                </a:moveTo>
                <a:cubicBezTo>
                  <a:pt x="2115686" y="102756"/>
                  <a:pt x="2118371" y="112244"/>
                  <a:pt x="2123742" y="118528"/>
                </a:cubicBezTo>
                <a:cubicBezTo>
                  <a:pt x="2129112" y="124812"/>
                  <a:pt x="2135450" y="127953"/>
                  <a:pt x="2142757" y="127953"/>
                </a:cubicBezTo>
                <a:cubicBezTo>
                  <a:pt x="2150125" y="127953"/>
                  <a:pt x="2156386" y="124952"/>
                  <a:pt x="2161537" y="118949"/>
                </a:cubicBezTo>
                <a:cubicBezTo>
                  <a:pt x="2166689" y="112945"/>
                  <a:pt x="2169265" y="103783"/>
                  <a:pt x="2169265" y="91463"/>
                </a:cubicBezTo>
                <a:cubicBezTo>
                  <a:pt x="2169265" y="77900"/>
                  <a:pt x="2166642" y="67946"/>
                  <a:pt x="2161397" y="61600"/>
                </a:cubicBezTo>
                <a:cubicBezTo>
                  <a:pt x="2156151" y="55254"/>
                  <a:pt x="2149688" y="52081"/>
                  <a:pt x="2142007" y="52081"/>
                </a:cubicBezTo>
                <a:cubicBezTo>
                  <a:pt x="2134514" y="52081"/>
                  <a:pt x="2128253" y="55130"/>
                  <a:pt x="2123226" y="61228"/>
                </a:cubicBezTo>
                <a:cubicBezTo>
                  <a:pt x="2118199" y="67324"/>
                  <a:pt x="2115686" y="76936"/>
                  <a:pt x="2115686" y="900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Lear">
            <a:extLst xmlns:a="http://schemas.openxmlformats.org/drawingml/2006/main">
              <a:ext uri="{FF2B5EF4-FFF2-40B4-BE49-F238E27FC236}">
                <a16:creationId xmlns:a16="http://schemas.microsoft.com/office/drawing/2014/main" id="{E887AFC3-FD52-4F26-9363-C095F6D2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073" y="3715543"/>
            <a:ext cx="392765" cy="139568"/>
          </a:xfrm>
          <a:custGeom xmlns:a="http://schemas.openxmlformats.org/drawingml/2006/main">
            <a:pathLst>
              <a:path w="392765" h="139568">
                <a:moveTo>
                  <a:pt x="0" y="137320"/>
                </a:moveTo>
                <a:lnTo>
                  <a:pt x="28663" y="0"/>
                </a:lnTo>
                <a:lnTo>
                  <a:pt x="47022" y="0"/>
                </a:lnTo>
                <a:lnTo>
                  <a:pt x="21638" y="121771"/>
                </a:lnTo>
                <a:lnTo>
                  <a:pt x="92921" y="121771"/>
                </a:lnTo>
                <a:lnTo>
                  <a:pt x="89642" y="137320"/>
                </a:lnTo>
                <a:lnTo>
                  <a:pt x="0" y="137320"/>
                </a:lnTo>
                <a:close/>
                <a:moveTo>
                  <a:pt x="178412" y="103787"/>
                </a:moveTo>
                <a:lnTo>
                  <a:pt x="194898" y="105285"/>
                </a:lnTo>
                <a:cubicBezTo>
                  <a:pt x="192525" y="113444"/>
                  <a:pt x="187077" y="121198"/>
                  <a:pt x="178553" y="128548"/>
                </a:cubicBezTo>
                <a:cubicBezTo>
                  <a:pt x="170029" y="135895"/>
                  <a:pt x="159866" y="139568"/>
                  <a:pt x="148063" y="139568"/>
                </a:cubicBezTo>
                <a:cubicBezTo>
                  <a:pt x="140695" y="139568"/>
                  <a:pt x="133935" y="137867"/>
                  <a:pt x="127784" y="134463"/>
                </a:cubicBezTo>
                <a:cubicBezTo>
                  <a:pt x="121633" y="131060"/>
                  <a:pt x="116949" y="126111"/>
                  <a:pt x="113733" y="119617"/>
                </a:cubicBezTo>
                <a:cubicBezTo>
                  <a:pt x="110517" y="113122"/>
                  <a:pt x="108909" y="105722"/>
                  <a:pt x="108909" y="97417"/>
                </a:cubicBezTo>
                <a:cubicBezTo>
                  <a:pt x="108909" y="86551"/>
                  <a:pt x="111423" y="76013"/>
                  <a:pt x="116450" y="65803"/>
                </a:cubicBezTo>
                <a:cubicBezTo>
                  <a:pt x="121477" y="55593"/>
                  <a:pt x="127987" y="48006"/>
                  <a:pt x="135980" y="43041"/>
                </a:cubicBezTo>
                <a:cubicBezTo>
                  <a:pt x="143973" y="38077"/>
                  <a:pt x="152622" y="35595"/>
                  <a:pt x="161926" y="35595"/>
                </a:cubicBezTo>
                <a:cubicBezTo>
                  <a:pt x="173791" y="35595"/>
                  <a:pt x="183268" y="39279"/>
                  <a:pt x="190355" y="46648"/>
                </a:cubicBezTo>
                <a:cubicBezTo>
                  <a:pt x="197443" y="54016"/>
                  <a:pt x="200987" y="64070"/>
                  <a:pt x="200987" y="76810"/>
                </a:cubicBezTo>
                <a:cubicBezTo>
                  <a:pt x="200987" y="81680"/>
                  <a:pt x="200550" y="86676"/>
                  <a:pt x="199675" y="91797"/>
                </a:cubicBezTo>
                <a:lnTo>
                  <a:pt x="126425" y="91797"/>
                </a:lnTo>
                <a:cubicBezTo>
                  <a:pt x="126176" y="93733"/>
                  <a:pt x="126051" y="95481"/>
                  <a:pt x="126051" y="97042"/>
                </a:cubicBezTo>
                <a:cubicBezTo>
                  <a:pt x="126051" y="106347"/>
                  <a:pt x="128190" y="113450"/>
                  <a:pt x="132467" y="118352"/>
                </a:cubicBezTo>
                <a:cubicBezTo>
                  <a:pt x="136745" y="123254"/>
                  <a:pt x="141975" y="125705"/>
                  <a:pt x="148157" y="125705"/>
                </a:cubicBezTo>
                <a:cubicBezTo>
                  <a:pt x="153964" y="125705"/>
                  <a:pt x="159678" y="123825"/>
                  <a:pt x="165299" y="120065"/>
                </a:cubicBezTo>
                <a:cubicBezTo>
                  <a:pt x="170919" y="116302"/>
                  <a:pt x="175290" y="110876"/>
                  <a:pt x="178412" y="103787"/>
                </a:cubicBezTo>
                <a:moveTo>
                  <a:pt x="129142" y="78683"/>
                </a:moveTo>
                <a:lnTo>
                  <a:pt x="184969" y="78683"/>
                </a:lnTo>
                <a:cubicBezTo>
                  <a:pt x="185032" y="76940"/>
                  <a:pt x="185063" y="75695"/>
                  <a:pt x="185063" y="74948"/>
                </a:cubicBezTo>
                <a:cubicBezTo>
                  <a:pt x="185063" y="66482"/>
                  <a:pt x="182940" y="59993"/>
                  <a:pt x="178693" y="55479"/>
                </a:cubicBezTo>
                <a:cubicBezTo>
                  <a:pt x="174447" y="50965"/>
                  <a:pt x="168983" y="48708"/>
                  <a:pt x="162301" y="48708"/>
                </a:cubicBezTo>
                <a:cubicBezTo>
                  <a:pt x="155057" y="48708"/>
                  <a:pt x="148454" y="51199"/>
                  <a:pt x="142490" y="56179"/>
                </a:cubicBezTo>
                <a:cubicBezTo>
                  <a:pt x="136526" y="61159"/>
                  <a:pt x="132077" y="68660"/>
                  <a:pt x="129142" y="78683"/>
                </a:cubicBezTo>
                <a:close/>
                <a:moveTo>
                  <a:pt x="279078" y="124956"/>
                </a:moveTo>
                <a:cubicBezTo>
                  <a:pt x="273208" y="130014"/>
                  <a:pt x="267557" y="133714"/>
                  <a:pt x="262124" y="136056"/>
                </a:cubicBezTo>
                <a:cubicBezTo>
                  <a:pt x="256691" y="138398"/>
                  <a:pt x="250884" y="139568"/>
                  <a:pt x="244701" y="139568"/>
                </a:cubicBezTo>
                <a:cubicBezTo>
                  <a:pt x="235522" y="139568"/>
                  <a:pt x="228122" y="136868"/>
                  <a:pt x="222501" y="131466"/>
                </a:cubicBezTo>
                <a:cubicBezTo>
                  <a:pt x="216881" y="126064"/>
                  <a:pt x="214071" y="119148"/>
                  <a:pt x="214071" y="110718"/>
                </a:cubicBezTo>
                <a:cubicBezTo>
                  <a:pt x="214071" y="105160"/>
                  <a:pt x="215336" y="100243"/>
                  <a:pt x="217865" y="95965"/>
                </a:cubicBezTo>
                <a:cubicBezTo>
                  <a:pt x="220394" y="91687"/>
                  <a:pt x="223750" y="88253"/>
                  <a:pt x="227934" y="85661"/>
                </a:cubicBezTo>
                <a:cubicBezTo>
                  <a:pt x="232118" y="83070"/>
                  <a:pt x="237239" y="81212"/>
                  <a:pt x="243296" y="80088"/>
                </a:cubicBezTo>
                <a:cubicBezTo>
                  <a:pt x="247105" y="79339"/>
                  <a:pt x="254334" y="78745"/>
                  <a:pt x="264981" y="78308"/>
                </a:cubicBezTo>
                <a:cubicBezTo>
                  <a:pt x="275628" y="77871"/>
                  <a:pt x="283262" y="76747"/>
                  <a:pt x="287883" y="74936"/>
                </a:cubicBezTo>
                <a:cubicBezTo>
                  <a:pt x="289195" y="70315"/>
                  <a:pt x="289850" y="66475"/>
                  <a:pt x="289850" y="63415"/>
                </a:cubicBezTo>
                <a:cubicBezTo>
                  <a:pt x="289850" y="59481"/>
                  <a:pt x="288414" y="56389"/>
                  <a:pt x="285541" y="54141"/>
                </a:cubicBezTo>
                <a:cubicBezTo>
                  <a:pt x="281607" y="51019"/>
                  <a:pt x="275862" y="49458"/>
                  <a:pt x="268306" y="49458"/>
                </a:cubicBezTo>
                <a:cubicBezTo>
                  <a:pt x="261187" y="49458"/>
                  <a:pt x="255364" y="51035"/>
                  <a:pt x="250837" y="54188"/>
                </a:cubicBezTo>
                <a:cubicBezTo>
                  <a:pt x="246309" y="57342"/>
                  <a:pt x="243015" y="61822"/>
                  <a:pt x="240954" y="67630"/>
                </a:cubicBezTo>
                <a:lnTo>
                  <a:pt x="223813" y="66131"/>
                </a:lnTo>
                <a:cubicBezTo>
                  <a:pt x="227310" y="56265"/>
                  <a:pt x="232852" y="48708"/>
                  <a:pt x="240439" y="43463"/>
                </a:cubicBezTo>
                <a:cubicBezTo>
                  <a:pt x="248027" y="38217"/>
                  <a:pt x="257597" y="35595"/>
                  <a:pt x="269149" y="35595"/>
                </a:cubicBezTo>
                <a:cubicBezTo>
                  <a:pt x="281451" y="35595"/>
                  <a:pt x="291193" y="38530"/>
                  <a:pt x="298374" y="44400"/>
                </a:cubicBezTo>
                <a:cubicBezTo>
                  <a:pt x="303870" y="48771"/>
                  <a:pt x="306617" y="54454"/>
                  <a:pt x="306617" y="61448"/>
                </a:cubicBezTo>
                <a:cubicBezTo>
                  <a:pt x="306617" y="66756"/>
                  <a:pt x="305837" y="72907"/>
                  <a:pt x="304276" y="79901"/>
                </a:cubicBezTo>
                <a:lnTo>
                  <a:pt x="298749" y="104630"/>
                </a:lnTo>
                <a:cubicBezTo>
                  <a:pt x="297000" y="112498"/>
                  <a:pt x="296126" y="118899"/>
                  <a:pt x="296126" y="123832"/>
                </a:cubicBezTo>
                <a:cubicBezTo>
                  <a:pt x="296126" y="126954"/>
                  <a:pt x="296813" y="131450"/>
                  <a:pt x="298187" y="137320"/>
                </a:cubicBezTo>
                <a:lnTo>
                  <a:pt x="281045" y="137320"/>
                </a:lnTo>
                <a:cubicBezTo>
                  <a:pt x="280109" y="134073"/>
                  <a:pt x="279453" y="129952"/>
                  <a:pt x="279078" y="124956"/>
                </a:cubicBezTo>
                <a:moveTo>
                  <a:pt x="285354" y="86926"/>
                </a:moveTo>
                <a:cubicBezTo>
                  <a:pt x="282981" y="87863"/>
                  <a:pt x="280436" y="88581"/>
                  <a:pt x="277720" y="89080"/>
                </a:cubicBezTo>
                <a:cubicBezTo>
                  <a:pt x="275004" y="89580"/>
                  <a:pt x="270461" y="90111"/>
                  <a:pt x="264091" y="90673"/>
                </a:cubicBezTo>
                <a:cubicBezTo>
                  <a:pt x="254224" y="91547"/>
                  <a:pt x="247262" y="92655"/>
                  <a:pt x="243203" y="93998"/>
                </a:cubicBezTo>
                <a:cubicBezTo>
                  <a:pt x="239144" y="95341"/>
                  <a:pt x="236084" y="97479"/>
                  <a:pt x="234023" y="100414"/>
                </a:cubicBezTo>
                <a:cubicBezTo>
                  <a:pt x="231962" y="103349"/>
                  <a:pt x="230932" y="106597"/>
                  <a:pt x="230932" y="110156"/>
                </a:cubicBezTo>
                <a:cubicBezTo>
                  <a:pt x="230932" y="114902"/>
                  <a:pt x="232571" y="118805"/>
                  <a:pt x="235849" y="121865"/>
                </a:cubicBezTo>
                <a:cubicBezTo>
                  <a:pt x="239128" y="124925"/>
                  <a:pt x="243796" y="126455"/>
                  <a:pt x="249853" y="126455"/>
                </a:cubicBezTo>
                <a:cubicBezTo>
                  <a:pt x="255473" y="126455"/>
                  <a:pt x="260875" y="124972"/>
                  <a:pt x="266058" y="122005"/>
                </a:cubicBezTo>
                <a:cubicBezTo>
                  <a:pt x="271241" y="119039"/>
                  <a:pt x="275331" y="114902"/>
                  <a:pt x="278329" y="109594"/>
                </a:cubicBezTo>
                <a:cubicBezTo>
                  <a:pt x="281326" y="104286"/>
                  <a:pt x="283668" y="96730"/>
                  <a:pt x="285354" y="86926"/>
                </a:cubicBezTo>
                <a:close/>
                <a:moveTo>
                  <a:pt x="318672" y="137320"/>
                </a:moveTo>
                <a:lnTo>
                  <a:pt x="339467" y="37843"/>
                </a:lnTo>
                <a:lnTo>
                  <a:pt x="354454" y="37843"/>
                </a:lnTo>
                <a:lnTo>
                  <a:pt x="350239" y="58257"/>
                </a:lnTo>
                <a:cubicBezTo>
                  <a:pt x="355359" y="50547"/>
                  <a:pt x="360371" y="44843"/>
                  <a:pt x="365273" y="41145"/>
                </a:cubicBezTo>
                <a:cubicBezTo>
                  <a:pt x="370175" y="37445"/>
                  <a:pt x="375186" y="35595"/>
                  <a:pt x="380307" y="35595"/>
                </a:cubicBezTo>
                <a:cubicBezTo>
                  <a:pt x="383679" y="35595"/>
                  <a:pt x="387832" y="36781"/>
                  <a:pt x="392765" y="39154"/>
                </a:cubicBezTo>
                <a:lnTo>
                  <a:pt x="385833" y="54891"/>
                </a:lnTo>
                <a:cubicBezTo>
                  <a:pt x="382898" y="52892"/>
                  <a:pt x="379682" y="51893"/>
                  <a:pt x="376185" y="51893"/>
                </a:cubicBezTo>
                <a:cubicBezTo>
                  <a:pt x="370253" y="51893"/>
                  <a:pt x="364164" y="55197"/>
                  <a:pt x="357920" y="61805"/>
                </a:cubicBezTo>
                <a:cubicBezTo>
                  <a:pt x="351675" y="68410"/>
                  <a:pt x="346773" y="80283"/>
                  <a:pt x="343213" y="97423"/>
                </a:cubicBezTo>
                <a:lnTo>
                  <a:pt x="334783" y="137320"/>
                </a:lnTo>
                <a:lnTo>
                  <a:pt x="318672" y="1373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nedf">
            <a:extLst xmlns:a="http://schemas.openxmlformats.org/drawingml/2006/main">
              <a:ext uri="{FF2B5EF4-FFF2-40B4-BE49-F238E27FC236}">
                <a16:creationId xmlns:a16="http://schemas.microsoft.com/office/drawing/2014/main" id="{764379AC-32EF-418D-B6BF-F362CB52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626" y="3713295"/>
            <a:ext cx="445159" cy="141817"/>
          </a:xfrm>
          <a:custGeom xmlns:a="http://schemas.openxmlformats.org/drawingml/2006/main">
            <a:pathLst>
              <a:path w="445159" h="141817">
                <a:moveTo>
                  <a:pt x="0" y="139569"/>
                </a:moveTo>
                <a:lnTo>
                  <a:pt x="20795" y="40091"/>
                </a:lnTo>
                <a:lnTo>
                  <a:pt x="36157" y="40091"/>
                </a:lnTo>
                <a:lnTo>
                  <a:pt x="32504" y="57440"/>
                </a:lnTo>
                <a:cubicBezTo>
                  <a:pt x="39185" y="50620"/>
                  <a:pt x="45430" y="45649"/>
                  <a:pt x="51238" y="42526"/>
                </a:cubicBezTo>
                <a:cubicBezTo>
                  <a:pt x="57045" y="39404"/>
                  <a:pt x="62978" y="37843"/>
                  <a:pt x="69035" y="37843"/>
                </a:cubicBezTo>
                <a:cubicBezTo>
                  <a:pt x="77091" y="37843"/>
                  <a:pt x="83413" y="40030"/>
                  <a:pt x="88003" y="44406"/>
                </a:cubicBezTo>
                <a:cubicBezTo>
                  <a:pt x="92593" y="48781"/>
                  <a:pt x="94888" y="54624"/>
                  <a:pt x="94888" y="61936"/>
                </a:cubicBezTo>
                <a:cubicBezTo>
                  <a:pt x="94888" y="65619"/>
                  <a:pt x="94076" y="71424"/>
                  <a:pt x="92452" y="79353"/>
                </a:cubicBezTo>
                <a:lnTo>
                  <a:pt x="79807" y="139569"/>
                </a:lnTo>
                <a:lnTo>
                  <a:pt x="62853" y="139569"/>
                </a:lnTo>
                <a:lnTo>
                  <a:pt x="76060" y="76596"/>
                </a:lnTo>
                <a:cubicBezTo>
                  <a:pt x="77372" y="70482"/>
                  <a:pt x="78027" y="65959"/>
                  <a:pt x="78027" y="63028"/>
                </a:cubicBezTo>
                <a:cubicBezTo>
                  <a:pt x="78027" y="59723"/>
                  <a:pt x="76888" y="57040"/>
                  <a:pt x="74608" y="54981"/>
                </a:cubicBezTo>
                <a:cubicBezTo>
                  <a:pt x="72329" y="52923"/>
                  <a:pt x="69035" y="51893"/>
                  <a:pt x="64726" y="51893"/>
                </a:cubicBezTo>
                <a:cubicBezTo>
                  <a:pt x="56046" y="51893"/>
                  <a:pt x="48318" y="55010"/>
                  <a:pt x="41543" y="61243"/>
                </a:cubicBezTo>
                <a:cubicBezTo>
                  <a:pt x="34767" y="67474"/>
                  <a:pt x="29787" y="78161"/>
                  <a:pt x="26602" y="93304"/>
                </a:cubicBezTo>
                <a:lnTo>
                  <a:pt x="16954" y="139569"/>
                </a:lnTo>
                <a:lnTo>
                  <a:pt x="0" y="139569"/>
                </a:lnTo>
                <a:close/>
                <a:moveTo>
                  <a:pt x="179724" y="106035"/>
                </a:moveTo>
                <a:lnTo>
                  <a:pt x="196210" y="107533"/>
                </a:lnTo>
                <a:cubicBezTo>
                  <a:pt x="193837" y="115692"/>
                  <a:pt x="188389" y="123447"/>
                  <a:pt x="179865" y="130796"/>
                </a:cubicBezTo>
                <a:cubicBezTo>
                  <a:pt x="171341" y="138143"/>
                  <a:pt x="161178" y="141817"/>
                  <a:pt x="149375" y="141817"/>
                </a:cubicBezTo>
                <a:cubicBezTo>
                  <a:pt x="142006" y="141817"/>
                  <a:pt x="135247" y="140115"/>
                  <a:pt x="129096" y="136712"/>
                </a:cubicBezTo>
                <a:cubicBezTo>
                  <a:pt x="122945" y="133308"/>
                  <a:pt x="118261" y="128359"/>
                  <a:pt x="115045" y="121865"/>
                </a:cubicBezTo>
                <a:cubicBezTo>
                  <a:pt x="111829" y="115370"/>
                  <a:pt x="110221" y="107970"/>
                  <a:pt x="110221" y="99665"/>
                </a:cubicBezTo>
                <a:cubicBezTo>
                  <a:pt x="110221" y="88799"/>
                  <a:pt x="112735" y="78261"/>
                  <a:pt x="117762" y="68051"/>
                </a:cubicBezTo>
                <a:cubicBezTo>
                  <a:pt x="122788" y="57841"/>
                  <a:pt x="129299" y="50254"/>
                  <a:pt x="137292" y="45290"/>
                </a:cubicBezTo>
                <a:cubicBezTo>
                  <a:pt x="145285" y="40325"/>
                  <a:pt x="153934" y="37843"/>
                  <a:pt x="163238" y="37843"/>
                </a:cubicBezTo>
                <a:cubicBezTo>
                  <a:pt x="175103" y="37843"/>
                  <a:pt x="184580" y="41527"/>
                  <a:pt x="191667" y="48896"/>
                </a:cubicBezTo>
                <a:cubicBezTo>
                  <a:pt x="198755" y="56265"/>
                  <a:pt x="202299" y="66318"/>
                  <a:pt x="202299" y="79058"/>
                </a:cubicBezTo>
                <a:cubicBezTo>
                  <a:pt x="202299" y="83928"/>
                  <a:pt x="201862" y="88924"/>
                  <a:pt x="200987" y="94045"/>
                </a:cubicBezTo>
                <a:lnTo>
                  <a:pt x="127737" y="94045"/>
                </a:lnTo>
                <a:cubicBezTo>
                  <a:pt x="127488" y="95981"/>
                  <a:pt x="127363" y="97729"/>
                  <a:pt x="127363" y="99290"/>
                </a:cubicBezTo>
                <a:cubicBezTo>
                  <a:pt x="127363" y="108595"/>
                  <a:pt x="129502" y="115698"/>
                  <a:pt x="133779" y="120600"/>
                </a:cubicBezTo>
                <a:cubicBezTo>
                  <a:pt x="138057" y="125502"/>
                  <a:pt x="143287" y="127953"/>
                  <a:pt x="149469" y="127953"/>
                </a:cubicBezTo>
                <a:cubicBezTo>
                  <a:pt x="155276" y="127953"/>
                  <a:pt x="160990" y="126073"/>
                  <a:pt x="166611" y="122313"/>
                </a:cubicBezTo>
                <a:cubicBezTo>
                  <a:pt x="172231" y="118550"/>
                  <a:pt x="176602" y="113124"/>
                  <a:pt x="179724" y="106035"/>
                </a:cubicBezTo>
                <a:moveTo>
                  <a:pt x="130454" y="80931"/>
                </a:moveTo>
                <a:lnTo>
                  <a:pt x="186281" y="80931"/>
                </a:lnTo>
                <a:cubicBezTo>
                  <a:pt x="186344" y="79188"/>
                  <a:pt x="186375" y="77943"/>
                  <a:pt x="186375" y="77196"/>
                </a:cubicBezTo>
                <a:cubicBezTo>
                  <a:pt x="186375" y="68730"/>
                  <a:pt x="184252" y="62241"/>
                  <a:pt x="180005" y="57727"/>
                </a:cubicBezTo>
                <a:cubicBezTo>
                  <a:pt x="175759" y="53213"/>
                  <a:pt x="170295" y="50957"/>
                  <a:pt x="163613" y="50957"/>
                </a:cubicBezTo>
                <a:cubicBezTo>
                  <a:pt x="156369" y="50957"/>
                  <a:pt x="149765" y="53447"/>
                  <a:pt x="143802" y="58427"/>
                </a:cubicBezTo>
                <a:cubicBezTo>
                  <a:pt x="137838" y="63407"/>
                  <a:pt x="133389" y="70908"/>
                  <a:pt x="130454" y="80931"/>
                </a:cubicBezTo>
                <a:close/>
                <a:moveTo>
                  <a:pt x="280390" y="125143"/>
                </a:moveTo>
                <a:cubicBezTo>
                  <a:pt x="270711" y="136259"/>
                  <a:pt x="260595" y="141817"/>
                  <a:pt x="250041" y="141817"/>
                </a:cubicBezTo>
                <a:cubicBezTo>
                  <a:pt x="240612" y="141817"/>
                  <a:pt x="232759" y="138335"/>
                  <a:pt x="226483" y="131372"/>
                </a:cubicBezTo>
                <a:cubicBezTo>
                  <a:pt x="220207" y="124410"/>
                  <a:pt x="217069" y="114309"/>
                  <a:pt x="217069" y="101070"/>
                </a:cubicBezTo>
                <a:cubicBezTo>
                  <a:pt x="217069" y="88955"/>
                  <a:pt x="219552" y="77887"/>
                  <a:pt x="224516" y="67864"/>
                </a:cubicBezTo>
                <a:cubicBezTo>
                  <a:pt x="229481" y="57841"/>
                  <a:pt x="235694" y="50332"/>
                  <a:pt x="243157" y="45336"/>
                </a:cubicBezTo>
                <a:cubicBezTo>
                  <a:pt x="250619" y="40341"/>
                  <a:pt x="258097" y="37843"/>
                  <a:pt x="265591" y="37843"/>
                </a:cubicBezTo>
                <a:cubicBezTo>
                  <a:pt x="277955" y="37843"/>
                  <a:pt x="287291" y="43775"/>
                  <a:pt x="293598" y="55640"/>
                </a:cubicBezTo>
                <a:lnTo>
                  <a:pt x="304838" y="2248"/>
                </a:lnTo>
                <a:lnTo>
                  <a:pt x="321699" y="2248"/>
                </a:lnTo>
                <a:lnTo>
                  <a:pt x="293036" y="139569"/>
                </a:lnTo>
                <a:lnTo>
                  <a:pt x="277393" y="139569"/>
                </a:lnTo>
                <a:lnTo>
                  <a:pt x="280390" y="125143"/>
                </a:lnTo>
                <a:moveTo>
                  <a:pt x="233930" y="97865"/>
                </a:moveTo>
                <a:cubicBezTo>
                  <a:pt x="233930" y="104781"/>
                  <a:pt x="234617" y="110232"/>
                  <a:pt x="235991" y="114219"/>
                </a:cubicBezTo>
                <a:cubicBezTo>
                  <a:pt x="237365" y="118206"/>
                  <a:pt x="239706" y="121523"/>
                  <a:pt x="243016" y="124171"/>
                </a:cubicBezTo>
                <a:cubicBezTo>
                  <a:pt x="246326" y="126818"/>
                  <a:pt x="250291" y="128141"/>
                  <a:pt x="254912" y="128141"/>
                </a:cubicBezTo>
                <a:cubicBezTo>
                  <a:pt x="262593" y="128141"/>
                  <a:pt x="269556" y="124152"/>
                  <a:pt x="275801" y="116174"/>
                </a:cubicBezTo>
                <a:cubicBezTo>
                  <a:pt x="284169" y="105578"/>
                  <a:pt x="288352" y="92490"/>
                  <a:pt x="288352" y="76909"/>
                </a:cubicBezTo>
                <a:cubicBezTo>
                  <a:pt x="288352" y="69068"/>
                  <a:pt x="286292" y="62939"/>
                  <a:pt x="282170" y="58520"/>
                </a:cubicBezTo>
                <a:cubicBezTo>
                  <a:pt x="278049" y="54102"/>
                  <a:pt x="272866" y="51893"/>
                  <a:pt x="266621" y="51893"/>
                </a:cubicBezTo>
                <a:cubicBezTo>
                  <a:pt x="262562" y="51893"/>
                  <a:pt x="258862" y="52797"/>
                  <a:pt x="255521" y="54604"/>
                </a:cubicBezTo>
                <a:cubicBezTo>
                  <a:pt x="252180" y="56409"/>
                  <a:pt x="248870" y="59477"/>
                  <a:pt x="245592" y="63807"/>
                </a:cubicBezTo>
                <a:cubicBezTo>
                  <a:pt x="242314" y="68137"/>
                  <a:pt x="239550" y="73635"/>
                  <a:pt x="237302" y="80302"/>
                </a:cubicBezTo>
                <a:cubicBezTo>
                  <a:pt x="235054" y="86966"/>
                  <a:pt x="233930" y="92820"/>
                  <a:pt x="233930" y="97865"/>
                </a:cubicBezTo>
                <a:close/>
                <a:moveTo>
                  <a:pt x="375656" y="139569"/>
                </a:moveTo>
                <a:lnTo>
                  <a:pt x="393734" y="53205"/>
                </a:lnTo>
                <a:lnTo>
                  <a:pt x="378560" y="53205"/>
                </a:lnTo>
                <a:lnTo>
                  <a:pt x="381276" y="40091"/>
                </a:lnTo>
                <a:lnTo>
                  <a:pt x="396451" y="40091"/>
                </a:lnTo>
                <a:lnTo>
                  <a:pt x="399355" y="25979"/>
                </a:lnTo>
                <a:cubicBezTo>
                  <a:pt x="400853" y="18940"/>
                  <a:pt x="402399" y="13863"/>
                  <a:pt x="403991" y="10749"/>
                </a:cubicBezTo>
                <a:cubicBezTo>
                  <a:pt x="405584" y="7632"/>
                  <a:pt x="408175" y="5062"/>
                  <a:pt x="411766" y="3038"/>
                </a:cubicBezTo>
                <a:cubicBezTo>
                  <a:pt x="415357" y="1013"/>
                  <a:pt x="420243" y="0"/>
                  <a:pt x="426425" y="0"/>
                </a:cubicBezTo>
                <a:cubicBezTo>
                  <a:pt x="430734" y="0"/>
                  <a:pt x="436979" y="911"/>
                  <a:pt x="445159" y="2734"/>
                </a:cubicBezTo>
                <a:lnTo>
                  <a:pt x="442068" y="17534"/>
                </a:lnTo>
                <a:cubicBezTo>
                  <a:pt x="436323" y="16086"/>
                  <a:pt x="431515" y="15362"/>
                  <a:pt x="427643" y="15362"/>
                </a:cubicBezTo>
                <a:cubicBezTo>
                  <a:pt x="424333" y="15362"/>
                  <a:pt x="421820" y="16178"/>
                  <a:pt x="420103" y="17809"/>
                </a:cubicBezTo>
                <a:cubicBezTo>
                  <a:pt x="418385" y="19440"/>
                  <a:pt x="416902" y="23303"/>
                  <a:pt x="415653" y="29398"/>
                </a:cubicBezTo>
                <a:lnTo>
                  <a:pt x="413405" y="40091"/>
                </a:lnTo>
                <a:lnTo>
                  <a:pt x="432327" y="40091"/>
                </a:lnTo>
                <a:lnTo>
                  <a:pt x="429610" y="53205"/>
                </a:lnTo>
                <a:lnTo>
                  <a:pt x="410689" y="53205"/>
                </a:lnTo>
                <a:lnTo>
                  <a:pt x="392610" y="139569"/>
                </a:lnTo>
                <a:lnTo>
                  <a:pt x="375656" y="1395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r">
            <a:extLst xmlns:a="http://schemas.openxmlformats.org/drawingml/2006/main">
              <a:ext uri="{FF2B5EF4-FFF2-40B4-BE49-F238E27FC236}">
                <a16:creationId xmlns:a16="http://schemas.microsoft.com/office/drawing/2014/main" id="{66A93B2A-E867-4AE2-A411-2FC9F7B7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271" y="3751138"/>
            <a:ext cx="74093" cy="101726"/>
          </a:xfrm>
          <a:custGeom xmlns:a="http://schemas.openxmlformats.org/drawingml/2006/main">
            <a:pathLst>
              <a:path w="74093" h="101726">
                <a:moveTo>
                  <a:pt x="0" y="101726"/>
                </a:moveTo>
                <a:lnTo>
                  <a:pt x="20795" y="2248"/>
                </a:lnTo>
                <a:lnTo>
                  <a:pt x="35782" y="2248"/>
                </a:lnTo>
                <a:lnTo>
                  <a:pt x="31567" y="22662"/>
                </a:lnTo>
                <a:cubicBezTo>
                  <a:pt x="36687" y="14952"/>
                  <a:pt x="41699" y="9248"/>
                  <a:pt x="46601" y="5550"/>
                </a:cubicBezTo>
                <a:cubicBezTo>
                  <a:pt x="51503" y="1850"/>
                  <a:pt x="56514" y="0"/>
                  <a:pt x="61635" y="0"/>
                </a:cubicBezTo>
                <a:cubicBezTo>
                  <a:pt x="65007" y="0"/>
                  <a:pt x="69160" y="1186"/>
                  <a:pt x="74093" y="3559"/>
                </a:cubicBezTo>
                <a:lnTo>
                  <a:pt x="67161" y="19296"/>
                </a:lnTo>
                <a:cubicBezTo>
                  <a:pt x="64226" y="17298"/>
                  <a:pt x="61010" y="16299"/>
                  <a:pt x="57513" y="16299"/>
                </a:cubicBezTo>
                <a:cubicBezTo>
                  <a:pt x="51581" y="16299"/>
                  <a:pt x="45492" y="19602"/>
                  <a:pt x="39248" y="26210"/>
                </a:cubicBezTo>
                <a:cubicBezTo>
                  <a:pt x="33003" y="32816"/>
                  <a:pt x="28101" y="44688"/>
                  <a:pt x="24542" y="61828"/>
                </a:cubicBezTo>
                <a:lnTo>
                  <a:pt x="16111" y="101726"/>
                </a:lnTo>
                <a:lnTo>
                  <a:pt x="0" y="101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omplanning">
            <a:extLst xmlns:a="http://schemas.openxmlformats.org/drawingml/2006/main">
              <a:ext uri="{FF2B5EF4-FFF2-40B4-BE49-F238E27FC236}">
                <a16:creationId xmlns:a16="http://schemas.microsoft.com/office/drawing/2014/main" id="{8EA85319-3765-43F2-8658-D648796A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6150" y="3715543"/>
            <a:ext cx="1037187" cy="177224"/>
          </a:xfrm>
          <a:custGeom xmlns:a="http://schemas.openxmlformats.org/drawingml/2006/main">
            <a:pathLst>
              <a:path w="1037187" h="177224">
                <a:moveTo>
                  <a:pt x="0" y="99571"/>
                </a:moveTo>
                <a:cubicBezTo>
                  <a:pt x="0" y="80150"/>
                  <a:pt x="5714" y="64070"/>
                  <a:pt x="17142" y="51331"/>
                </a:cubicBezTo>
                <a:cubicBezTo>
                  <a:pt x="26571" y="40840"/>
                  <a:pt x="38936" y="35595"/>
                  <a:pt x="54235" y="35595"/>
                </a:cubicBezTo>
                <a:cubicBezTo>
                  <a:pt x="66225" y="35595"/>
                  <a:pt x="75888" y="39341"/>
                  <a:pt x="83226" y="46835"/>
                </a:cubicBezTo>
                <a:cubicBezTo>
                  <a:pt x="90563" y="54329"/>
                  <a:pt x="94232" y="64445"/>
                  <a:pt x="94232" y="77184"/>
                </a:cubicBezTo>
                <a:cubicBezTo>
                  <a:pt x="94232" y="88612"/>
                  <a:pt x="91922" y="99244"/>
                  <a:pt x="87301" y="109079"/>
                </a:cubicBezTo>
                <a:cubicBezTo>
                  <a:pt x="82680" y="118914"/>
                  <a:pt x="76107" y="126455"/>
                  <a:pt x="67583" y="131700"/>
                </a:cubicBezTo>
                <a:cubicBezTo>
                  <a:pt x="59059" y="136946"/>
                  <a:pt x="50082" y="139568"/>
                  <a:pt x="40653" y="139568"/>
                </a:cubicBezTo>
                <a:cubicBezTo>
                  <a:pt x="32909" y="139568"/>
                  <a:pt x="25869" y="137914"/>
                  <a:pt x="19530" y="134604"/>
                </a:cubicBezTo>
                <a:cubicBezTo>
                  <a:pt x="13192" y="131294"/>
                  <a:pt x="8352" y="126611"/>
                  <a:pt x="5011" y="120553"/>
                </a:cubicBezTo>
                <a:cubicBezTo>
                  <a:pt x="1670" y="114496"/>
                  <a:pt x="0" y="107502"/>
                  <a:pt x="0" y="99571"/>
                </a:cubicBezTo>
                <a:moveTo>
                  <a:pt x="16954" y="97885"/>
                </a:moveTo>
                <a:cubicBezTo>
                  <a:pt x="16954" y="107252"/>
                  <a:pt x="19202" y="114356"/>
                  <a:pt x="23699" y="119195"/>
                </a:cubicBezTo>
                <a:cubicBezTo>
                  <a:pt x="28195" y="124035"/>
                  <a:pt x="33909" y="126455"/>
                  <a:pt x="40840" y="126455"/>
                </a:cubicBezTo>
                <a:cubicBezTo>
                  <a:pt x="44462" y="126455"/>
                  <a:pt x="48053" y="125721"/>
                  <a:pt x="51612" y="124253"/>
                </a:cubicBezTo>
                <a:cubicBezTo>
                  <a:pt x="55172" y="122786"/>
                  <a:pt x="58481" y="120553"/>
                  <a:pt x="61541" y="117556"/>
                </a:cubicBezTo>
                <a:cubicBezTo>
                  <a:pt x="64601" y="114559"/>
                  <a:pt x="67208" y="111140"/>
                  <a:pt x="69363" y="107299"/>
                </a:cubicBezTo>
                <a:cubicBezTo>
                  <a:pt x="71517" y="103459"/>
                  <a:pt x="73250" y="99322"/>
                  <a:pt x="74561" y="94888"/>
                </a:cubicBezTo>
                <a:cubicBezTo>
                  <a:pt x="76497" y="88706"/>
                  <a:pt x="77465" y="82773"/>
                  <a:pt x="77465" y="77091"/>
                </a:cubicBezTo>
                <a:cubicBezTo>
                  <a:pt x="77465" y="68098"/>
                  <a:pt x="75202" y="61120"/>
                  <a:pt x="70674" y="56155"/>
                </a:cubicBezTo>
                <a:cubicBezTo>
                  <a:pt x="66147" y="51191"/>
                  <a:pt x="60448" y="48708"/>
                  <a:pt x="53579" y="48708"/>
                </a:cubicBezTo>
                <a:cubicBezTo>
                  <a:pt x="48271" y="48708"/>
                  <a:pt x="43432" y="49973"/>
                  <a:pt x="39060" y="52502"/>
                </a:cubicBezTo>
                <a:cubicBezTo>
                  <a:pt x="34689" y="55031"/>
                  <a:pt x="30739" y="58731"/>
                  <a:pt x="27211" y="63602"/>
                </a:cubicBezTo>
                <a:cubicBezTo>
                  <a:pt x="23683" y="68473"/>
                  <a:pt x="21091" y="74140"/>
                  <a:pt x="19437" y="80603"/>
                </a:cubicBezTo>
                <a:cubicBezTo>
                  <a:pt x="17782" y="87066"/>
                  <a:pt x="16954" y="92827"/>
                  <a:pt x="16954" y="97885"/>
                </a:cubicBezTo>
                <a:close/>
                <a:moveTo>
                  <a:pt x="103570" y="137320"/>
                </a:moveTo>
                <a:lnTo>
                  <a:pt x="124365" y="37843"/>
                </a:lnTo>
                <a:lnTo>
                  <a:pt x="141319" y="37843"/>
                </a:lnTo>
                <a:lnTo>
                  <a:pt x="137853" y="54241"/>
                </a:lnTo>
                <a:cubicBezTo>
                  <a:pt x="144160" y="47182"/>
                  <a:pt x="149796" y="42311"/>
                  <a:pt x="154761" y="39625"/>
                </a:cubicBezTo>
                <a:cubicBezTo>
                  <a:pt x="159725" y="36938"/>
                  <a:pt x="165111" y="35595"/>
                  <a:pt x="170919" y="35595"/>
                </a:cubicBezTo>
                <a:cubicBezTo>
                  <a:pt x="177101" y="35595"/>
                  <a:pt x="182268" y="37234"/>
                  <a:pt x="186421" y="40512"/>
                </a:cubicBezTo>
                <a:cubicBezTo>
                  <a:pt x="190574" y="43791"/>
                  <a:pt x="193306" y="48365"/>
                  <a:pt x="194617" y="54235"/>
                </a:cubicBezTo>
                <a:cubicBezTo>
                  <a:pt x="199675" y="47990"/>
                  <a:pt x="204999" y="43322"/>
                  <a:pt x="210588" y="40231"/>
                </a:cubicBezTo>
                <a:cubicBezTo>
                  <a:pt x="216177" y="37140"/>
                  <a:pt x="222063" y="35595"/>
                  <a:pt x="228245" y="35595"/>
                </a:cubicBezTo>
                <a:cubicBezTo>
                  <a:pt x="236550" y="35595"/>
                  <a:pt x="242779" y="37562"/>
                  <a:pt x="246932" y="41496"/>
                </a:cubicBezTo>
                <a:cubicBezTo>
                  <a:pt x="251085" y="45428"/>
                  <a:pt x="253161" y="50953"/>
                  <a:pt x="253161" y="58070"/>
                </a:cubicBezTo>
                <a:cubicBezTo>
                  <a:pt x="253161" y="61130"/>
                  <a:pt x="252443" y="66188"/>
                  <a:pt x="251007" y="73244"/>
                </a:cubicBezTo>
                <a:lnTo>
                  <a:pt x="237612" y="137320"/>
                </a:lnTo>
                <a:lnTo>
                  <a:pt x="220658" y="137320"/>
                </a:lnTo>
                <a:lnTo>
                  <a:pt x="234333" y="71634"/>
                </a:lnTo>
                <a:cubicBezTo>
                  <a:pt x="235520" y="66270"/>
                  <a:pt x="236113" y="62433"/>
                  <a:pt x="236113" y="60125"/>
                </a:cubicBezTo>
                <a:cubicBezTo>
                  <a:pt x="236113" y="56881"/>
                  <a:pt x="235083" y="54324"/>
                  <a:pt x="233022" y="52452"/>
                </a:cubicBezTo>
                <a:cubicBezTo>
                  <a:pt x="230961" y="50581"/>
                  <a:pt x="228058" y="49645"/>
                  <a:pt x="224311" y="49645"/>
                </a:cubicBezTo>
                <a:cubicBezTo>
                  <a:pt x="219253" y="49645"/>
                  <a:pt x="214101" y="51171"/>
                  <a:pt x="208855" y="54223"/>
                </a:cubicBezTo>
                <a:cubicBezTo>
                  <a:pt x="203610" y="57275"/>
                  <a:pt x="199535" y="61278"/>
                  <a:pt x="196631" y="66231"/>
                </a:cubicBezTo>
                <a:cubicBezTo>
                  <a:pt x="193727" y="71181"/>
                  <a:pt x="191183" y="78796"/>
                  <a:pt x="188997" y="89074"/>
                </a:cubicBezTo>
                <a:lnTo>
                  <a:pt x="178881" y="137320"/>
                </a:lnTo>
                <a:lnTo>
                  <a:pt x="161926" y="137320"/>
                </a:lnTo>
                <a:lnTo>
                  <a:pt x="175977" y="70229"/>
                </a:lnTo>
                <a:cubicBezTo>
                  <a:pt x="176976" y="65676"/>
                  <a:pt x="177476" y="62433"/>
                  <a:pt x="177476" y="60499"/>
                </a:cubicBezTo>
                <a:cubicBezTo>
                  <a:pt x="177476" y="57256"/>
                  <a:pt x="176461" y="54636"/>
                  <a:pt x="174431" y="52640"/>
                </a:cubicBezTo>
                <a:cubicBezTo>
                  <a:pt x="172402" y="50643"/>
                  <a:pt x="169763" y="49645"/>
                  <a:pt x="166516" y="49645"/>
                </a:cubicBezTo>
                <a:cubicBezTo>
                  <a:pt x="161708" y="49645"/>
                  <a:pt x="156665" y="51172"/>
                  <a:pt x="151389" y="54226"/>
                </a:cubicBezTo>
                <a:cubicBezTo>
                  <a:pt x="146112" y="57278"/>
                  <a:pt x="141819" y="61531"/>
                  <a:pt x="138509" y="66983"/>
                </a:cubicBezTo>
                <a:cubicBezTo>
                  <a:pt x="135199" y="72433"/>
                  <a:pt x="132483" y="80205"/>
                  <a:pt x="130360" y="90298"/>
                </a:cubicBezTo>
                <a:lnTo>
                  <a:pt x="120524" y="137320"/>
                </a:lnTo>
                <a:lnTo>
                  <a:pt x="103570" y="137320"/>
                </a:lnTo>
                <a:close/>
                <a:moveTo>
                  <a:pt x="308457" y="175538"/>
                </a:moveTo>
                <a:lnTo>
                  <a:pt x="337214" y="37843"/>
                </a:lnTo>
                <a:lnTo>
                  <a:pt x="352857" y="37843"/>
                </a:lnTo>
                <a:lnTo>
                  <a:pt x="349953" y="51706"/>
                </a:lnTo>
                <a:cubicBezTo>
                  <a:pt x="355761" y="45649"/>
                  <a:pt x="360959" y="41449"/>
                  <a:pt x="365549" y="39107"/>
                </a:cubicBezTo>
                <a:cubicBezTo>
                  <a:pt x="370139" y="36766"/>
                  <a:pt x="374994" y="35595"/>
                  <a:pt x="380115" y="35595"/>
                </a:cubicBezTo>
                <a:cubicBezTo>
                  <a:pt x="389607" y="35595"/>
                  <a:pt x="397475" y="39045"/>
                  <a:pt x="403720" y="45945"/>
                </a:cubicBezTo>
                <a:cubicBezTo>
                  <a:pt x="409965" y="52846"/>
                  <a:pt x="413087" y="62728"/>
                  <a:pt x="413087" y="75592"/>
                </a:cubicBezTo>
                <a:cubicBezTo>
                  <a:pt x="413087" y="85958"/>
                  <a:pt x="411370" y="95403"/>
                  <a:pt x="407935" y="103927"/>
                </a:cubicBezTo>
                <a:cubicBezTo>
                  <a:pt x="404500" y="112451"/>
                  <a:pt x="400285" y="119305"/>
                  <a:pt x="395290" y="124488"/>
                </a:cubicBezTo>
                <a:cubicBezTo>
                  <a:pt x="390294" y="129671"/>
                  <a:pt x="385236" y="133480"/>
                  <a:pt x="380115" y="135915"/>
                </a:cubicBezTo>
                <a:cubicBezTo>
                  <a:pt x="374994" y="138351"/>
                  <a:pt x="369749" y="139568"/>
                  <a:pt x="364378" y="139568"/>
                </a:cubicBezTo>
                <a:cubicBezTo>
                  <a:pt x="352451" y="139568"/>
                  <a:pt x="343209" y="133511"/>
                  <a:pt x="336652" y="121396"/>
                </a:cubicBezTo>
                <a:lnTo>
                  <a:pt x="325412" y="175538"/>
                </a:lnTo>
                <a:lnTo>
                  <a:pt x="308457" y="175538"/>
                </a:lnTo>
                <a:moveTo>
                  <a:pt x="341991" y="96650"/>
                </a:moveTo>
                <a:cubicBezTo>
                  <a:pt x="341991" y="104085"/>
                  <a:pt x="342522" y="109240"/>
                  <a:pt x="343584" y="112114"/>
                </a:cubicBezTo>
                <a:cubicBezTo>
                  <a:pt x="345145" y="116175"/>
                  <a:pt x="347705" y="119456"/>
                  <a:pt x="351265" y="121956"/>
                </a:cubicBezTo>
                <a:cubicBezTo>
                  <a:pt x="354824" y="124455"/>
                  <a:pt x="358946" y="125705"/>
                  <a:pt x="363629" y="125705"/>
                </a:cubicBezTo>
                <a:cubicBezTo>
                  <a:pt x="373371" y="125705"/>
                  <a:pt x="381239" y="120226"/>
                  <a:pt x="387234" y="109266"/>
                </a:cubicBezTo>
                <a:cubicBezTo>
                  <a:pt x="393229" y="98307"/>
                  <a:pt x="396226" y="87113"/>
                  <a:pt x="396226" y="75685"/>
                </a:cubicBezTo>
                <a:cubicBezTo>
                  <a:pt x="396226" y="67255"/>
                  <a:pt x="394212" y="60745"/>
                  <a:pt x="390185" y="56155"/>
                </a:cubicBezTo>
                <a:cubicBezTo>
                  <a:pt x="386157" y="51565"/>
                  <a:pt x="381145" y="49270"/>
                  <a:pt x="375150" y="49270"/>
                </a:cubicBezTo>
                <a:cubicBezTo>
                  <a:pt x="370842" y="49270"/>
                  <a:pt x="366845" y="50410"/>
                  <a:pt x="363161" y="52689"/>
                </a:cubicBezTo>
                <a:cubicBezTo>
                  <a:pt x="359476" y="54967"/>
                  <a:pt x="356057" y="58368"/>
                  <a:pt x="352904" y="62894"/>
                </a:cubicBezTo>
                <a:cubicBezTo>
                  <a:pt x="349750" y="67419"/>
                  <a:pt x="347143" y="72959"/>
                  <a:pt x="345082" y="79514"/>
                </a:cubicBezTo>
                <a:cubicBezTo>
                  <a:pt x="343022" y="86069"/>
                  <a:pt x="341991" y="91781"/>
                  <a:pt x="341991" y="96650"/>
                </a:cubicBezTo>
                <a:close/>
                <a:moveTo>
                  <a:pt x="422144" y="137320"/>
                </a:moveTo>
                <a:lnTo>
                  <a:pt x="450807" y="0"/>
                </a:lnTo>
                <a:lnTo>
                  <a:pt x="467761" y="0"/>
                </a:lnTo>
                <a:lnTo>
                  <a:pt x="439098" y="137320"/>
                </a:lnTo>
                <a:lnTo>
                  <a:pt x="422144" y="137320"/>
                </a:lnTo>
                <a:close/>
                <a:moveTo>
                  <a:pt x="533111" y="124956"/>
                </a:moveTo>
                <a:cubicBezTo>
                  <a:pt x="527241" y="130014"/>
                  <a:pt x="521589" y="133714"/>
                  <a:pt x="516156" y="136056"/>
                </a:cubicBezTo>
                <a:cubicBezTo>
                  <a:pt x="510724" y="138398"/>
                  <a:pt x="504916" y="139568"/>
                  <a:pt x="498734" y="139568"/>
                </a:cubicBezTo>
                <a:cubicBezTo>
                  <a:pt x="489554" y="139568"/>
                  <a:pt x="482154" y="136868"/>
                  <a:pt x="476534" y="131466"/>
                </a:cubicBezTo>
                <a:cubicBezTo>
                  <a:pt x="470914" y="126064"/>
                  <a:pt x="468104" y="119148"/>
                  <a:pt x="468104" y="110718"/>
                </a:cubicBezTo>
                <a:cubicBezTo>
                  <a:pt x="468104" y="105160"/>
                  <a:pt x="469368" y="100243"/>
                  <a:pt x="471897" y="95965"/>
                </a:cubicBezTo>
                <a:cubicBezTo>
                  <a:pt x="474426" y="91687"/>
                  <a:pt x="477783" y="88253"/>
                  <a:pt x="481967" y="85661"/>
                </a:cubicBezTo>
                <a:cubicBezTo>
                  <a:pt x="486151" y="83070"/>
                  <a:pt x="491271" y="81212"/>
                  <a:pt x="497329" y="80088"/>
                </a:cubicBezTo>
                <a:cubicBezTo>
                  <a:pt x="501138" y="79339"/>
                  <a:pt x="508366" y="78745"/>
                  <a:pt x="519013" y="78308"/>
                </a:cubicBezTo>
                <a:cubicBezTo>
                  <a:pt x="529661" y="77871"/>
                  <a:pt x="537295" y="76747"/>
                  <a:pt x="541916" y="74936"/>
                </a:cubicBezTo>
                <a:cubicBezTo>
                  <a:pt x="543227" y="70315"/>
                  <a:pt x="543883" y="66475"/>
                  <a:pt x="543883" y="63415"/>
                </a:cubicBezTo>
                <a:cubicBezTo>
                  <a:pt x="543883" y="59481"/>
                  <a:pt x="542446" y="56389"/>
                  <a:pt x="539574" y="54141"/>
                </a:cubicBezTo>
                <a:cubicBezTo>
                  <a:pt x="535640" y="51019"/>
                  <a:pt x="529895" y="49458"/>
                  <a:pt x="522339" y="49458"/>
                </a:cubicBezTo>
                <a:cubicBezTo>
                  <a:pt x="515220" y="49458"/>
                  <a:pt x="509397" y="51035"/>
                  <a:pt x="504869" y="54188"/>
                </a:cubicBezTo>
                <a:cubicBezTo>
                  <a:pt x="500342" y="57342"/>
                  <a:pt x="497048" y="61822"/>
                  <a:pt x="494987" y="67630"/>
                </a:cubicBezTo>
                <a:lnTo>
                  <a:pt x="477845" y="66131"/>
                </a:lnTo>
                <a:cubicBezTo>
                  <a:pt x="481342" y="56265"/>
                  <a:pt x="486884" y="48708"/>
                  <a:pt x="494472" y="43463"/>
                </a:cubicBezTo>
                <a:cubicBezTo>
                  <a:pt x="502059" y="38217"/>
                  <a:pt x="511629" y="35595"/>
                  <a:pt x="523182" y="35595"/>
                </a:cubicBezTo>
                <a:cubicBezTo>
                  <a:pt x="535484" y="35595"/>
                  <a:pt x="545225" y="38530"/>
                  <a:pt x="552407" y="44400"/>
                </a:cubicBezTo>
                <a:cubicBezTo>
                  <a:pt x="557902" y="48771"/>
                  <a:pt x="560650" y="54454"/>
                  <a:pt x="560650" y="61448"/>
                </a:cubicBezTo>
                <a:cubicBezTo>
                  <a:pt x="560650" y="66756"/>
                  <a:pt x="559869" y="72907"/>
                  <a:pt x="558308" y="79901"/>
                </a:cubicBezTo>
                <a:lnTo>
                  <a:pt x="552781" y="104630"/>
                </a:lnTo>
                <a:cubicBezTo>
                  <a:pt x="551033" y="112498"/>
                  <a:pt x="550159" y="118899"/>
                  <a:pt x="550159" y="123832"/>
                </a:cubicBezTo>
                <a:cubicBezTo>
                  <a:pt x="550159" y="126954"/>
                  <a:pt x="550846" y="131450"/>
                  <a:pt x="552219" y="137320"/>
                </a:cubicBezTo>
                <a:lnTo>
                  <a:pt x="535078" y="137320"/>
                </a:lnTo>
                <a:cubicBezTo>
                  <a:pt x="534141" y="134073"/>
                  <a:pt x="533485" y="129952"/>
                  <a:pt x="533111" y="124956"/>
                </a:cubicBezTo>
                <a:moveTo>
                  <a:pt x="539387" y="86926"/>
                </a:moveTo>
                <a:cubicBezTo>
                  <a:pt x="537014" y="87863"/>
                  <a:pt x="534469" y="88581"/>
                  <a:pt x="531752" y="89080"/>
                </a:cubicBezTo>
                <a:cubicBezTo>
                  <a:pt x="529036" y="89580"/>
                  <a:pt x="524493" y="90111"/>
                  <a:pt x="518123" y="90673"/>
                </a:cubicBezTo>
                <a:cubicBezTo>
                  <a:pt x="508257" y="91547"/>
                  <a:pt x="501294" y="92655"/>
                  <a:pt x="497235" y="93998"/>
                </a:cubicBezTo>
                <a:cubicBezTo>
                  <a:pt x="493176" y="95341"/>
                  <a:pt x="490116" y="97479"/>
                  <a:pt x="488055" y="100414"/>
                </a:cubicBezTo>
                <a:cubicBezTo>
                  <a:pt x="485995" y="103349"/>
                  <a:pt x="484964" y="106597"/>
                  <a:pt x="484964" y="110156"/>
                </a:cubicBezTo>
                <a:cubicBezTo>
                  <a:pt x="484964" y="114902"/>
                  <a:pt x="486603" y="118805"/>
                  <a:pt x="489882" y="121865"/>
                </a:cubicBezTo>
                <a:cubicBezTo>
                  <a:pt x="493160" y="124925"/>
                  <a:pt x="497828" y="126455"/>
                  <a:pt x="503886" y="126455"/>
                </a:cubicBezTo>
                <a:cubicBezTo>
                  <a:pt x="509506" y="126455"/>
                  <a:pt x="514907" y="124972"/>
                  <a:pt x="520091" y="122005"/>
                </a:cubicBezTo>
                <a:cubicBezTo>
                  <a:pt x="525274" y="119039"/>
                  <a:pt x="529364" y="114902"/>
                  <a:pt x="532361" y="109594"/>
                </a:cubicBezTo>
                <a:cubicBezTo>
                  <a:pt x="535359" y="104286"/>
                  <a:pt x="537701" y="96730"/>
                  <a:pt x="539387" y="86926"/>
                </a:cubicBezTo>
                <a:close/>
                <a:moveTo>
                  <a:pt x="572704" y="137320"/>
                </a:moveTo>
                <a:lnTo>
                  <a:pt x="593498" y="37843"/>
                </a:lnTo>
                <a:lnTo>
                  <a:pt x="608860" y="37843"/>
                </a:lnTo>
                <a:lnTo>
                  <a:pt x="605207" y="55192"/>
                </a:lnTo>
                <a:cubicBezTo>
                  <a:pt x="611889" y="48372"/>
                  <a:pt x="618134" y="43400"/>
                  <a:pt x="623941" y="40278"/>
                </a:cubicBezTo>
                <a:cubicBezTo>
                  <a:pt x="629749" y="37156"/>
                  <a:pt x="635681" y="35595"/>
                  <a:pt x="641739" y="35595"/>
                </a:cubicBezTo>
                <a:cubicBezTo>
                  <a:pt x="649794" y="35595"/>
                  <a:pt x="656117" y="37782"/>
                  <a:pt x="660707" y="42157"/>
                </a:cubicBezTo>
                <a:cubicBezTo>
                  <a:pt x="665297" y="46533"/>
                  <a:pt x="667592" y="52376"/>
                  <a:pt x="667592" y="59688"/>
                </a:cubicBezTo>
                <a:cubicBezTo>
                  <a:pt x="667592" y="63371"/>
                  <a:pt x="666780" y="69176"/>
                  <a:pt x="665156" y="77105"/>
                </a:cubicBezTo>
                <a:lnTo>
                  <a:pt x="652511" y="137320"/>
                </a:lnTo>
                <a:lnTo>
                  <a:pt x="635556" y="137320"/>
                </a:lnTo>
                <a:lnTo>
                  <a:pt x="648764" y="74348"/>
                </a:lnTo>
                <a:cubicBezTo>
                  <a:pt x="650075" y="68234"/>
                  <a:pt x="650731" y="63711"/>
                  <a:pt x="650731" y="60780"/>
                </a:cubicBezTo>
                <a:cubicBezTo>
                  <a:pt x="650731" y="57474"/>
                  <a:pt x="649591" y="54792"/>
                  <a:pt x="647312" y="52733"/>
                </a:cubicBezTo>
                <a:cubicBezTo>
                  <a:pt x="645033" y="50675"/>
                  <a:pt x="641739" y="49645"/>
                  <a:pt x="637430" y="49645"/>
                </a:cubicBezTo>
                <a:cubicBezTo>
                  <a:pt x="628750" y="49645"/>
                  <a:pt x="621022" y="52762"/>
                  <a:pt x="614246" y="58995"/>
                </a:cubicBezTo>
                <a:cubicBezTo>
                  <a:pt x="607471" y="65226"/>
                  <a:pt x="602491" y="75913"/>
                  <a:pt x="599306" y="91056"/>
                </a:cubicBezTo>
                <a:lnTo>
                  <a:pt x="589658" y="137320"/>
                </a:lnTo>
                <a:lnTo>
                  <a:pt x="572704" y="137320"/>
                </a:lnTo>
                <a:close/>
                <a:moveTo>
                  <a:pt x="679365" y="137320"/>
                </a:moveTo>
                <a:lnTo>
                  <a:pt x="700159" y="37843"/>
                </a:lnTo>
                <a:lnTo>
                  <a:pt x="715521" y="37843"/>
                </a:lnTo>
                <a:lnTo>
                  <a:pt x="711868" y="55192"/>
                </a:lnTo>
                <a:cubicBezTo>
                  <a:pt x="718550" y="48372"/>
                  <a:pt x="724795" y="43400"/>
                  <a:pt x="730602" y="40278"/>
                </a:cubicBezTo>
                <a:cubicBezTo>
                  <a:pt x="736410" y="37156"/>
                  <a:pt x="742342" y="35595"/>
                  <a:pt x="748400" y="35595"/>
                </a:cubicBezTo>
                <a:cubicBezTo>
                  <a:pt x="756455" y="35595"/>
                  <a:pt x="762778" y="37782"/>
                  <a:pt x="767368" y="42157"/>
                </a:cubicBezTo>
                <a:cubicBezTo>
                  <a:pt x="771958" y="46533"/>
                  <a:pt x="774253" y="52376"/>
                  <a:pt x="774253" y="59688"/>
                </a:cubicBezTo>
                <a:cubicBezTo>
                  <a:pt x="774253" y="63371"/>
                  <a:pt x="773441" y="69176"/>
                  <a:pt x="771817" y="77105"/>
                </a:cubicBezTo>
                <a:lnTo>
                  <a:pt x="759172" y="137320"/>
                </a:lnTo>
                <a:lnTo>
                  <a:pt x="742217" y="137320"/>
                </a:lnTo>
                <a:lnTo>
                  <a:pt x="755425" y="74348"/>
                </a:lnTo>
                <a:cubicBezTo>
                  <a:pt x="756736" y="68234"/>
                  <a:pt x="757392" y="63711"/>
                  <a:pt x="757392" y="60780"/>
                </a:cubicBezTo>
                <a:cubicBezTo>
                  <a:pt x="757392" y="57474"/>
                  <a:pt x="756252" y="54792"/>
                  <a:pt x="753973" y="52733"/>
                </a:cubicBezTo>
                <a:cubicBezTo>
                  <a:pt x="751694" y="50675"/>
                  <a:pt x="748400" y="49645"/>
                  <a:pt x="744091" y="49645"/>
                </a:cubicBezTo>
                <a:cubicBezTo>
                  <a:pt x="735411" y="49645"/>
                  <a:pt x="727683" y="52762"/>
                  <a:pt x="720907" y="58995"/>
                </a:cubicBezTo>
                <a:cubicBezTo>
                  <a:pt x="714132" y="65226"/>
                  <a:pt x="709152" y="75913"/>
                  <a:pt x="705967" y="91056"/>
                </a:cubicBezTo>
                <a:lnTo>
                  <a:pt x="696319" y="137320"/>
                </a:lnTo>
                <a:lnTo>
                  <a:pt x="679365" y="137320"/>
                </a:lnTo>
                <a:close/>
                <a:moveTo>
                  <a:pt x="810099" y="19296"/>
                </a:moveTo>
                <a:lnTo>
                  <a:pt x="814126" y="0"/>
                </a:lnTo>
                <a:lnTo>
                  <a:pt x="830987" y="0"/>
                </a:lnTo>
                <a:lnTo>
                  <a:pt x="826959" y="19296"/>
                </a:lnTo>
                <a:lnTo>
                  <a:pt x="810099" y="19296"/>
                </a:lnTo>
                <a:moveTo>
                  <a:pt x="785370" y="137320"/>
                </a:moveTo>
                <a:lnTo>
                  <a:pt x="806165" y="37843"/>
                </a:lnTo>
                <a:lnTo>
                  <a:pt x="823119" y="37843"/>
                </a:lnTo>
                <a:lnTo>
                  <a:pt x="802324" y="137320"/>
                </a:lnTo>
                <a:lnTo>
                  <a:pt x="785370" y="137320"/>
                </a:lnTo>
                <a:close/>
                <a:moveTo>
                  <a:pt x="828613" y="137320"/>
                </a:moveTo>
                <a:lnTo>
                  <a:pt x="849408" y="37843"/>
                </a:lnTo>
                <a:lnTo>
                  <a:pt x="864770" y="37843"/>
                </a:lnTo>
                <a:lnTo>
                  <a:pt x="861117" y="55192"/>
                </a:lnTo>
                <a:cubicBezTo>
                  <a:pt x="867799" y="48372"/>
                  <a:pt x="874043" y="43400"/>
                  <a:pt x="879851" y="40278"/>
                </a:cubicBezTo>
                <a:cubicBezTo>
                  <a:pt x="885658" y="37156"/>
                  <a:pt x="891591" y="35595"/>
                  <a:pt x="897648" y="35595"/>
                </a:cubicBezTo>
                <a:cubicBezTo>
                  <a:pt x="905704" y="35595"/>
                  <a:pt x="912027" y="37782"/>
                  <a:pt x="916616" y="42157"/>
                </a:cubicBezTo>
                <a:cubicBezTo>
                  <a:pt x="921206" y="46533"/>
                  <a:pt x="923501" y="52376"/>
                  <a:pt x="923501" y="59688"/>
                </a:cubicBezTo>
                <a:cubicBezTo>
                  <a:pt x="923501" y="63371"/>
                  <a:pt x="922689" y="69176"/>
                  <a:pt x="921066" y="77105"/>
                </a:cubicBezTo>
                <a:lnTo>
                  <a:pt x="908420" y="137320"/>
                </a:lnTo>
                <a:lnTo>
                  <a:pt x="891466" y="137320"/>
                </a:lnTo>
                <a:lnTo>
                  <a:pt x="904673" y="74348"/>
                </a:lnTo>
                <a:cubicBezTo>
                  <a:pt x="905985" y="68234"/>
                  <a:pt x="906641" y="63711"/>
                  <a:pt x="906641" y="60780"/>
                </a:cubicBezTo>
                <a:cubicBezTo>
                  <a:pt x="906641" y="57474"/>
                  <a:pt x="905501" y="54792"/>
                  <a:pt x="903222" y="52733"/>
                </a:cubicBezTo>
                <a:cubicBezTo>
                  <a:pt x="900942" y="50675"/>
                  <a:pt x="897648" y="49645"/>
                  <a:pt x="893339" y="49645"/>
                </a:cubicBezTo>
                <a:cubicBezTo>
                  <a:pt x="884659" y="49645"/>
                  <a:pt x="876932" y="52762"/>
                  <a:pt x="870156" y="58995"/>
                </a:cubicBezTo>
                <a:cubicBezTo>
                  <a:pt x="863381" y="65226"/>
                  <a:pt x="858400" y="75913"/>
                  <a:pt x="855216" y="91056"/>
                </a:cubicBezTo>
                <a:lnTo>
                  <a:pt x="845568" y="137320"/>
                </a:lnTo>
                <a:lnTo>
                  <a:pt x="828613" y="137320"/>
                </a:lnTo>
                <a:close/>
                <a:moveTo>
                  <a:pt x="934338" y="146313"/>
                </a:moveTo>
                <a:lnTo>
                  <a:pt x="951479" y="147811"/>
                </a:lnTo>
                <a:cubicBezTo>
                  <a:pt x="951354" y="151707"/>
                  <a:pt x="951823" y="154628"/>
                  <a:pt x="952884" y="156575"/>
                </a:cubicBezTo>
                <a:cubicBezTo>
                  <a:pt x="953946" y="158523"/>
                  <a:pt x="955632" y="160032"/>
                  <a:pt x="957943" y="161101"/>
                </a:cubicBezTo>
                <a:cubicBezTo>
                  <a:pt x="961002" y="162483"/>
                  <a:pt x="964968" y="163173"/>
                  <a:pt x="969839" y="163173"/>
                </a:cubicBezTo>
                <a:cubicBezTo>
                  <a:pt x="980080" y="163173"/>
                  <a:pt x="987449" y="160519"/>
                  <a:pt x="991945" y="155211"/>
                </a:cubicBezTo>
                <a:cubicBezTo>
                  <a:pt x="994880" y="151652"/>
                  <a:pt x="997596" y="143909"/>
                  <a:pt x="1000094" y="131981"/>
                </a:cubicBezTo>
                <a:lnTo>
                  <a:pt x="1001780" y="123926"/>
                </a:lnTo>
                <a:cubicBezTo>
                  <a:pt x="992975" y="132855"/>
                  <a:pt x="983608" y="137320"/>
                  <a:pt x="973679" y="137320"/>
                </a:cubicBezTo>
                <a:cubicBezTo>
                  <a:pt x="963625" y="137320"/>
                  <a:pt x="955211" y="133620"/>
                  <a:pt x="948435" y="126220"/>
                </a:cubicBezTo>
                <a:cubicBezTo>
                  <a:pt x="941660" y="118821"/>
                  <a:pt x="938272" y="108345"/>
                  <a:pt x="938272" y="94794"/>
                </a:cubicBezTo>
                <a:cubicBezTo>
                  <a:pt x="938272" y="83616"/>
                  <a:pt x="940941" y="73344"/>
                  <a:pt x="946281" y="63977"/>
                </a:cubicBezTo>
                <a:cubicBezTo>
                  <a:pt x="951620" y="54610"/>
                  <a:pt x="957974" y="47538"/>
                  <a:pt x="965343" y="42760"/>
                </a:cubicBezTo>
                <a:cubicBezTo>
                  <a:pt x="972711" y="37983"/>
                  <a:pt x="980299" y="35595"/>
                  <a:pt x="988104" y="35595"/>
                </a:cubicBezTo>
                <a:cubicBezTo>
                  <a:pt x="1001156" y="35595"/>
                  <a:pt x="1011210" y="41789"/>
                  <a:pt x="1018266" y="54176"/>
                </a:cubicBezTo>
                <a:lnTo>
                  <a:pt x="1021638" y="37843"/>
                </a:lnTo>
                <a:lnTo>
                  <a:pt x="1037187" y="37843"/>
                </a:lnTo>
                <a:lnTo>
                  <a:pt x="1017142" y="133855"/>
                </a:lnTo>
                <a:cubicBezTo>
                  <a:pt x="1014956" y="144432"/>
                  <a:pt x="1012084" y="152676"/>
                  <a:pt x="1008524" y="158589"/>
                </a:cubicBezTo>
                <a:cubicBezTo>
                  <a:pt x="1004965" y="164504"/>
                  <a:pt x="1000016" y="169088"/>
                  <a:pt x="993678" y="172341"/>
                </a:cubicBezTo>
                <a:cubicBezTo>
                  <a:pt x="987339" y="175596"/>
                  <a:pt x="980017" y="177224"/>
                  <a:pt x="971712" y="177224"/>
                </a:cubicBezTo>
                <a:cubicBezTo>
                  <a:pt x="963719" y="177224"/>
                  <a:pt x="956834" y="176191"/>
                  <a:pt x="951058" y="174124"/>
                </a:cubicBezTo>
                <a:cubicBezTo>
                  <a:pt x="945281" y="172057"/>
                  <a:pt x="940973" y="169035"/>
                  <a:pt x="938131" y="165056"/>
                </a:cubicBezTo>
                <a:cubicBezTo>
                  <a:pt x="935290" y="161078"/>
                  <a:pt x="933869" y="156522"/>
                  <a:pt x="933869" y="151386"/>
                </a:cubicBezTo>
                <a:cubicBezTo>
                  <a:pt x="933869" y="149820"/>
                  <a:pt x="934025" y="148130"/>
                  <a:pt x="934338" y="146313"/>
                </a:cubicBezTo>
                <a:moveTo>
                  <a:pt x="955507" y="93295"/>
                </a:moveTo>
                <a:cubicBezTo>
                  <a:pt x="955507" y="100102"/>
                  <a:pt x="956163" y="105223"/>
                  <a:pt x="957474" y="108657"/>
                </a:cubicBezTo>
                <a:cubicBezTo>
                  <a:pt x="959348" y="113466"/>
                  <a:pt x="962017" y="117134"/>
                  <a:pt x="965483" y="119664"/>
                </a:cubicBezTo>
                <a:cubicBezTo>
                  <a:pt x="968949" y="122193"/>
                  <a:pt x="972805" y="123457"/>
                  <a:pt x="977051" y="123457"/>
                </a:cubicBezTo>
                <a:cubicBezTo>
                  <a:pt x="982609" y="123457"/>
                  <a:pt x="988136" y="121507"/>
                  <a:pt x="993631" y="117606"/>
                </a:cubicBezTo>
                <a:cubicBezTo>
                  <a:pt x="999126" y="113703"/>
                  <a:pt x="1003576" y="107662"/>
                  <a:pt x="1006979" y="99484"/>
                </a:cubicBezTo>
                <a:cubicBezTo>
                  <a:pt x="1010382" y="91303"/>
                  <a:pt x="1012084" y="83498"/>
                  <a:pt x="1012084" y="76069"/>
                </a:cubicBezTo>
                <a:cubicBezTo>
                  <a:pt x="1012084" y="67886"/>
                  <a:pt x="1009820" y="61374"/>
                  <a:pt x="1005293" y="56533"/>
                </a:cubicBezTo>
                <a:cubicBezTo>
                  <a:pt x="1000765" y="51691"/>
                  <a:pt x="995161" y="49270"/>
                  <a:pt x="988479" y="49270"/>
                </a:cubicBezTo>
                <a:cubicBezTo>
                  <a:pt x="984358" y="49270"/>
                  <a:pt x="980361" y="50379"/>
                  <a:pt x="976489" y="52596"/>
                </a:cubicBezTo>
                <a:cubicBezTo>
                  <a:pt x="972618" y="54813"/>
                  <a:pt x="969011" y="58185"/>
                  <a:pt x="965670" y="62712"/>
                </a:cubicBezTo>
                <a:cubicBezTo>
                  <a:pt x="962329" y="67240"/>
                  <a:pt x="959800" y="72657"/>
                  <a:pt x="958083" y="78964"/>
                </a:cubicBezTo>
                <a:cubicBezTo>
                  <a:pt x="956366" y="85271"/>
                  <a:pt x="955507" y="90048"/>
                  <a:pt x="955507" y="932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behaviorinspr">
            <a:extLst xmlns:a="http://schemas.openxmlformats.org/drawingml/2006/main">
              <a:ext uri="{FF2B5EF4-FFF2-40B4-BE49-F238E27FC236}">
                <a16:creationId xmlns:a16="http://schemas.microsoft.com/office/drawing/2014/main" id="{6EB8FEAE-C846-4F2D-B47A-04A95170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8923" y="3959699"/>
            <a:ext cx="1268275" cy="175538"/>
          </a:xfrm>
          <a:custGeom xmlns:a="http://schemas.openxmlformats.org/drawingml/2006/main">
            <a:pathLst>
              <a:path w="1268275" h="175538">
                <a:moveTo>
                  <a:pt x="0" y="137320"/>
                </a:moveTo>
                <a:lnTo>
                  <a:pt x="28663" y="0"/>
                </a:lnTo>
                <a:lnTo>
                  <a:pt x="45617" y="0"/>
                </a:lnTo>
                <a:lnTo>
                  <a:pt x="35407" y="49083"/>
                </a:lnTo>
                <a:cubicBezTo>
                  <a:pt x="40778" y="44150"/>
                  <a:pt x="45649" y="40668"/>
                  <a:pt x="50020" y="38639"/>
                </a:cubicBezTo>
                <a:cubicBezTo>
                  <a:pt x="54391" y="36609"/>
                  <a:pt x="58950" y="35595"/>
                  <a:pt x="63696" y="35595"/>
                </a:cubicBezTo>
                <a:cubicBezTo>
                  <a:pt x="73000" y="35595"/>
                  <a:pt x="80759" y="39060"/>
                  <a:pt x="86973" y="45992"/>
                </a:cubicBezTo>
                <a:cubicBezTo>
                  <a:pt x="93186" y="52924"/>
                  <a:pt x="96293" y="63009"/>
                  <a:pt x="96293" y="76247"/>
                </a:cubicBezTo>
                <a:cubicBezTo>
                  <a:pt x="96293" y="85052"/>
                  <a:pt x="95044" y="93108"/>
                  <a:pt x="92546" y="100414"/>
                </a:cubicBezTo>
                <a:cubicBezTo>
                  <a:pt x="90048" y="107721"/>
                  <a:pt x="86957" y="113856"/>
                  <a:pt x="83273" y="118821"/>
                </a:cubicBezTo>
                <a:cubicBezTo>
                  <a:pt x="79588" y="123785"/>
                  <a:pt x="75779" y="127750"/>
                  <a:pt x="71845" y="130717"/>
                </a:cubicBezTo>
                <a:cubicBezTo>
                  <a:pt x="67911" y="133683"/>
                  <a:pt x="63883" y="135900"/>
                  <a:pt x="59762" y="137367"/>
                </a:cubicBezTo>
                <a:cubicBezTo>
                  <a:pt x="55640" y="138835"/>
                  <a:pt x="51675" y="139568"/>
                  <a:pt x="47865" y="139568"/>
                </a:cubicBezTo>
                <a:cubicBezTo>
                  <a:pt x="41309" y="139568"/>
                  <a:pt x="35532" y="137838"/>
                  <a:pt x="30536" y="134376"/>
                </a:cubicBezTo>
                <a:cubicBezTo>
                  <a:pt x="25541" y="130912"/>
                  <a:pt x="21638" y="125623"/>
                  <a:pt x="18828" y="118510"/>
                </a:cubicBezTo>
                <a:lnTo>
                  <a:pt x="14894" y="137320"/>
                </a:lnTo>
                <a:lnTo>
                  <a:pt x="0" y="137320"/>
                </a:lnTo>
                <a:moveTo>
                  <a:pt x="25104" y="96457"/>
                </a:moveTo>
                <a:lnTo>
                  <a:pt x="25010" y="99674"/>
                </a:lnTo>
                <a:cubicBezTo>
                  <a:pt x="25010" y="108165"/>
                  <a:pt x="27039" y="114626"/>
                  <a:pt x="31098" y="119058"/>
                </a:cubicBezTo>
                <a:cubicBezTo>
                  <a:pt x="35158" y="123489"/>
                  <a:pt x="40216" y="125705"/>
                  <a:pt x="46273" y="125705"/>
                </a:cubicBezTo>
                <a:cubicBezTo>
                  <a:pt x="52205" y="125705"/>
                  <a:pt x="57654" y="123629"/>
                  <a:pt x="62618" y="119476"/>
                </a:cubicBezTo>
                <a:cubicBezTo>
                  <a:pt x="67583" y="115324"/>
                  <a:pt x="71658" y="108845"/>
                  <a:pt x="74842" y="100040"/>
                </a:cubicBezTo>
                <a:cubicBezTo>
                  <a:pt x="78027" y="91235"/>
                  <a:pt x="79620" y="83117"/>
                  <a:pt x="79620" y="75685"/>
                </a:cubicBezTo>
                <a:cubicBezTo>
                  <a:pt x="79620" y="67318"/>
                  <a:pt x="77606" y="60823"/>
                  <a:pt x="73578" y="56202"/>
                </a:cubicBezTo>
                <a:cubicBezTo>
                  <a:pt x="69550" y="51581"/>
                  <a:pt x="64570" y="49270"/>
                  <a:pt x="58638" y="49270"/>
                </a:cubicBezTo>
                <a:cubicBezTo>
                  <a:pt x="52518" y="49270"/>
                  <a:pt x="46898" y="51628"/>
                  <a:pt x="41777" y="56343"/>
                </a:cubicBezTo>
                <a:cubicBezTo>
                  <a:pt x="36656" y="61055"/>
                  <a:pt x="32379" y="68312"/>
                  <a:pt x="28944" y="78112"/>
                </a:cubicBezTo>
                <a:cubicBezTo>
                  <a:pt x="26384" y="85413"/>
                  <a:pt x="25104" y="91527"/>
                  <a:pt x="25104" y="96457"/>
                </a:cubicBezTo>
                <a:close/>
                <a:moveTo>
                  <a:pt x="179724" y="103787"/>
                </a:moveTo>
                <a:lnTo>
                  <a:pt x="196210" y="105285"/>
                </a:lnTo>
                <a:cubicBezTo>
                  <a:pt x="193837" y="113444"/>
                  <a:pt x="188388" y="121198"/>
                  <a:pt x="179864" y="128548"/>
                </a:cubicBezTo>
                <a:cubicBezTo>
                  <a:pt x="171340" y="135895"/>
                  <a:pt x="161177" y="139568"/>
                  <a:pt x="149375" y="139568"/>
                </a:cubicBezTo>
                <a:cubicBezTo>
                  <a:pt x="142006" y="139568"/>
                  <a:pt x="135246" y="137867"/>
                  <a:pt x="129095" y="134463"/>
                </a:cubicBezTo>
                <a:cubicBezTo>
                  <a:pt x="122944" y="131060"/>
                  <a:pt x="118261" y="126111"/>
                  <a:pt x="115045" y="119617"/>
                </a:cubicBezTo>
                <a:cubicBezTo>
                  <a:pt x="111829" y="113122"/>
                  <a:pt x="110221" y="105722"/>
                  <a:pt x="110221" y="97417"/>
                </a:cubicBezTo>
                <a:cubicBezTo>
                  <a:pt x="110221" y="86551"/>
                  <a:pt x="112734" y="76013"/>
                  <a:pt x="117761" y="65803"/>
                </a:cubicBezTo>
                <a:cubicBezTo>
                  <a:pt x="122788" y="55593"/>
                  <a:pt x="129298" y="48006"/>
                  <a:pt x="137291" y="43041"/>
                </a:cubicBezTo>
                <a:cubicBezTo>
                  <a:pt x="145284" y="38077"/>
                  <a:pt x="153933" y="35595"/>
                  <a:pt x="163238" y="35595"/>
                </a:cubicBezTo>
                <a:cubicBezTo>
                  <a:pt x="175103" y="35595"/>
                  <a:pt x="184579" y="39279"/>
                  <a:pt x="191667" y="46648"/>
                </a:cubicBezTo>
                <a:cubicBezTo>
                  <a:pt x="198754" y="54016"/>
                  <a:pt x="202298" y="64070"/>
                  <a:pt x="202298" y="76810"/>
                </a:cubicBezTo>
                <a:cubicBezTo>
                  <a:pt x="202298" y="81680"/>
                  <a:pt x="201861" y="86676"/>
                  <a:pt x="200987" y="91797"/>
                </a:cubicBezTo>
                <a:lnTo>
                  <a:pt x="127737" y="91797"/>
                </a:lnTo>
                <a:cubicBezTo>
                  <a:pt x="127487" y="93733"/>
                  <a:pt x="127362" y="95481"/>
                  <a:pt x="127362" y="97042"/>
                </a:cubicBezTo>
                <a:cubicBezTo>
                  <a:pt x="127362" y="106347"/>
                  <a:pt x="129501" y="113450"/>
                  <a:pt x="133779" y="118352"/>
                </a:cubicBezTo>
                <a:cubicBezTo>
                  <a:pt x="138056" y="123254"/>
                  <a:pt x="143286" y="125705"/>
                  <a:pt x="149468" y="125705"/>
                </a:cubicBezTo>
                <a:cubicBezTo>
                  <a:pt x="155276" y="125705"/>
                  <a:pt x="160990" y="123825"/>
                  <a:pt x="166610" y="120065"/>
                </a:cubicBezTo>
                <a:cubicBezTo>
                  <a:pt x="172230" y="116302"/>
                  <a:pt x="176601" y="110876"/>
                  <a:pt x="179724" y="103787"/>
                </a:cubicBezTo>
                <a:moveTo>
                  <a:pt x="130453" y="78683"/>
                </a:moveTo>
                <a:lnTo>
                  <a:pt x="186281" y="78683"/>
                </a:lnTo>
                <a:cubicBezTo>
                  <a:pt x="186343" y="76940"/>
                  <a:pt x="186374" y="75695"/>
                  <a:pt x="186374" y="74948"/>
                </a:cubicBezTo>
                <a:cubicBezTo>
                  <a:pt x="186374" y="66482"/>
                  <a:pt x="184251" y="59993"/>
                  <a:pt x="180005" y="55479"/>
                </a:cubicBezTo>
                <a:cubicBezTo>
                  <a:pt x="175758" y="50965"/>
                  <a:pt x="170294" y="48708"/>
                  <a:pt x="163612" y="48708"/>
                </a:cubicBezTo>
                <a:cubicBezTo>
                  <a:pt x="156369" y="48708"/>
                  <a:pt x="149765" y="51199"/>
                  <a:pt x="143801" y="56179"/>
                </a:cubicBezTo>
                <a:cubicBezTo>
                  <a:pt x="137838" y="61159"/>
                  <a:pt x="133388" y="68660"/>
                  <a:pt x="130453" y="78683"/>
                </a:cubicBezTo>
                <a:close/>
                <a:moveTo>
                  <a:pt x="213322" y="137320"/>
                </a:moveTo>
                <a:lnTo>
                  <a:pt x="241985" y="0"/>
                </a:lnTo>
                <a:lnTo>
                  <a:pt x="258939" y="0"/>
                </a:lnTo>
                <a:lnTo>
                  <a:pt x="247980" y="52727"/>
                </a:lnTo>
                <a:cubicBezTo>
                  <a:pt x="254287" y="46612"/>
                  <a:pt x="260157" y="42228"/>
                  <a:pt x="265590" y="39576"/>
                </a:cubicBezTo>
                <a:cubicBezTo>
                  <a:pt x="271023" y="36922"/>
                  <a:pt x="276612" y="35595"/>
                  <a:pt x="282357" y="35595"/>
                </a:cubicBezTo>
                <a:cubicBezTo>
                  <a:pt x="290600" y="35595"/>
                  <a:pt x="297001" y="37765"/>
                  <a:pt x="301559" y="42105"/>
                </a:cubicBezTo>
                <a:cubicBezTo>
                  <a:pt x="306118" y="46443"/>
                  <a:pt x="308397" y="52170"/>
                  <a:pt x="308397" y="59287"/>
                </a:cubicBezTo>
                <a:cubicBezTo>
                  <a:pt x="308397" y="62784"/>
                  <a:pt x="307398" y="69216"/>
                  <a:pt x="305400" y="78583"/>
                </a:cubicBezTo>
                <a:lnTo>
                  <a:pt x="293129" y="137320"/>
                </a:lnTo>
                <a:lnTo>
                  <a:pt x="276175" y="137320"/>
                </a:lnTo>
                <a:lnTo>
                  <a:pt x="288820" y="77155"/>
                </a:lnTo>
                <a:cubicBezTo>
                  <a:pt x="290631" y="68422"/>
                  <a:pt x="291537" y="62933"/>
                  <a:pt x="291537" y="60687"/>
                </a:cubicBezTo>
                <a:cubicBezTo>
                  <a:pt x="291537" y="57443"/>
                  <a:pt x="290413" y="54792"/>
                  <a:pt x="288165" y="52733"/>
                </a:cubicBezTo>
                <a:cubicBezTo>
                  <a:pt x="285916" y="50675"/>
                  <a:pt x="282669" y="49645"/>
                  <a:pt x="278423" y="49645"/>
                </a:cubicBezTo>
                <a:cubicBezTo>
                  <a:pt x="272303" y="49645"/>
                  <a:pt x="266464" y="51250"/>
                  <a:pt x="260907" y="54460"/>
                </a:cubicBezTo>
                <a:cubicBezTo>
                  <a:pt x="255349" y="57669"/>
                  <a:pt x="250993" y="62062"/>
                  <a:pt x="247840" y="67642"/>
                </a:cubicBezTo>
                <a:cubicBezTo>
                  <a:pt x="244686" y="73219"/>
                  <a:pt x="241798" y="82208"/>
                  <a:pt x="239175" y="94610"/>
                </a:cubicBezTo>
                <a:lnTo>
                  <a:pt x="230276" y="137320"/>
                </a:lnTo>
                <a:lnTo>
                  <a:pt x="213322" y="137320"/>
                </a:lnTo>
                <a:close/>
                <a:moveTo>
                  <a:pt x="387051" y="124956"/>
                </a:moveTo>
                <a:cubicBezTo>
                  <a:pt x="381181" y="130014"/>
                  <a:pt x="375529" y="133714"/>
                  <a:pt x="370096" y="136056"/>
                </a:cubicBezTo>
                <a:cubicBezTo>
                  <a:pt x="364664" y="138398"/>
                  <a:pt x="358856" y="139568"/>
                  <a:pt x="352674" y="139568"/>
                </a:cubicBezTo>
                <a:cubicBezTo>
                  <a:pt x="343494" y="139568"/>
                  <a:pt x="336094" y="136868"/>
                  <a:pt x="330474" y="131466"/>
                </a:cubicBezTo>
                <a:cubicBezTo>
                  <a:pt x="324854" y="126064"/>
                  <a:pt x="322044" y="119148"/>
                  <a:pt x="322044" y="110718"/>
                </a:cubicBezTo>
                <a:cubicBezTo>
                  <a:pt x="322044" y="105160"/>
                  <a:pt x="323308" y="100243"/>
                  <a:pt x="325837" y="95965"/>
                </a:cubicBezTo>
                <a:cubicBezTo>
                  <a:pt x="328366" y="91687"/>
                  <a:pt x="331723" y="88253"/>
                  <a:pt x="335907" y="85661"/>
                </a:cubicBezTo>
                <a:cubicBezTo>
                  <a:pt x="340091" y="83070"/>
                  <a:pt x="345211" y="81212"/>
                  <a:pt x="351269" y="80088"/>
                </a:cubicBezTo>
                <a:cubicBezTo>
                  <a:pt x="355078" y="79339"/>
                  <a:pt x="362306" y="78745"/>
                  <a:pt x="372953" y="78308"/>
                </a:cubicBezTo>
                <a:cubicBezTo>
                  <a:pt x="383600" y="77871"/>
                  <a:pt x="391235" y="76747"/>
                  <a:pt x="395856" y="74936"/>
                </a:cubicBezTo>
                <a:cubicBezTo>
                  <a:pt x="397167" y="70315"/>
                  <a:pt x="397823" y="66475"/>
                  <a:pt x="397823" y="63415"/>
                </a:cubicBezTo>
                <a:cubicBezTo>
                  <a:pt x="397823" y="59481"/>
                  <a:pt x="396386" y="56389"/>
                  <a:pt x="393514" y="54141"/>
                </a:cubicBezTo>
                <a:cubicBezTo>
                  <a:pt x="389580" y="51019"/>
                  <a:pt x="383835" y="49458"/>
                  <a:pt x="376279" y="49458"/>
                </a:cubicBezTo>
                <a:cubicBezTo>
                  <a:pt x="369160" y="49458"/>
                  <a:pt x="363337" y="51035"/>
                  <a:pt x="358809" y="54188"/>
                </a:cubicBezTo>
                <a:cubicBezTo>
                  <a:pt x="354282" y="57342"/>
                  <a:pt x="350988" y="61822"/>
                  <a:pt x="348927" y="67630"/>
                </a:cubicBezTo>
                <a:lnTo>
                  <a:pt x="331785" y="66131"/>
                </a:lnTo>
                <a:cubicBezTo>
                  <a:pt x="335282" y="56265"/>
                  <a:pt x="340824" y="48708"/>
                  <a:pt x="348412" y="43463"/>
                </a:cubicBezTo>
                <a:cubicBezTo>
                  <a:pt x="355999" y="38217"/>
                  <a:pt x="365569" y="35595"/>
                  <a:pt x="377122" y="35595"/>
                </a:cubicBezTo>
                <a:cubicBezTo>
                  <a:pt x="389424" y="35595"/>
                  <a:pt x="399165" y="38530"/>
                  <a:pt x="406347" y="44400"/>
                </a:cubicBezTo>
                <a:cubicBezTo>
                  <a:pt x="411842" y="48771"/>
                  <a:pt x="414590" y="54454"/>
                  <a:pt x="414590" y="61448"/>
                </a:cubicBezTo>
                <a:cubicBezTo>
                  <a:pt x="414590" y="66756"/>
                  <a:pt x="413809" y="72907"/>
                  <a:pt x="412248" y="79901"/>
                </a:cubicBezTo>
                <a:lnTo>
                  <a:pt x="406721" y="104630"/>
                </a:lnTo>
                <a:cubicBezTo>
                  <a:pt x="404973" y="112498"/>
                  <a:pt x="404099" y="118899"/>
                  <a:pt x="404099" y="123832"/>
                </a:cubicBezTo>
                <a:cubicBezTo>
                  <a:pt x="404099" y="126954"/>
                  <a:pt x="404786" y="131450"/>
                  <a:pt x="406159" y="137320"/>
                </a:cubicBezTo>
                <a:lnTo>
                  <a:pt x="389018" y="137320"/>
                </a:lnTo>
                <a:cubicBezTo>
                  <a:pt x="388081" y="134073"/>
                  <a:pt x="387425" y="129952"/>
                  <a:pt x="387051" y="124956"/>
                </a:cubicBezTo>
                <a:moveTo>
                  <a:pt x="393327" y="86926"/>
                </a:moveTo>
                <a:cubicBezTo>
                  <a:pt x="390954" y="87863"/>
                  <a:pt x="388409" y="88581"/>
                  <a:pt x="385692" y="89080"/>
                </a:cubicBezTo>
                <a:cubicBezTo>
                  <a:pt x="382976" y="89580"/>
                  <a:pt x="378433" y="90111"/>
                  <a:pt x="372063" y="90673"/>
                </a:cubicBezTo>
                <a:cubicBezTo>
                  <a:pt x="362197" y="91547"/>
                  <a:pt x="355234" y="92655"/>
                  <a:pt x="351175" y="93998"/>
                </a:cubicBezTo>
                <a:cubicBezTo>
                  <a:pt x="347116" y="95341"/>
                  <a:pt x="344056" y="97479"/>
                  <a:pt x="341995" y="100414"/>
                </a:cubicBezTo>
                <a:cubicBezTo>
                  <a:pt x="339935" y="103349"/>
                  <a:pt x="338904" y="106597"/>
                  <a:pt x="338904" y="110156"/>
                </a:cubicBezTo>
                <a:cubicBezTo>
                  <a:pt x="338904" y="114902"/>
                  <a:pt x="340543" y="118805"/>
                  <a:pt x="343822" y="121865"/>
                </a:cubicBezTo>
                <a:cubicBezTo>
                  <a:pt x="347100" y="124925"/>
                  <a:pt x="351768" y="126455"/>
                  <a:pt x="357826" y="126455"/>
                </a:cubicBezTo>
                <a:cubicBezTo>
                  <a:pt x="363446" y="126455"/>
                  <a:pt x="368847" y="124972"/>
                  <a:pt x="374031" y="122005"/>
                </a:cubicBezTo>
                <a:cubicBezTo>
                  <a:pt x="379214" y="119039"/>
                  <a:pt x="383304" y="114902"/>
                  <a:pt x="386301" y="109594"/>
                </a:cubicBezTo>
                <a:cubicBezTo>
                  <a:pt x="389299" y="104286"/>
                  <a:pt x="391641" y="96730"/>
                  <a:pt x="393327" y="86926"/>
                </a:cubicBezTo>
                <a:close/>
                <a:moveTo>
                  <a:pt x="451748" y="137320"/>
                </a:moveTo>
                <a:lnTo>
                  <a:pt x="435449" y="37843"/>
                </a:lnTo>
                <a:lnTo>
                  <a:pt x="451935" y="37843"/>
                </a:lnTo>
                <a:lnTo>
                  <a:pt x="460459" y="92564"/>
                </a:lnTo>
                <a:cubicBezTo>
                  <a:pt x="461396" y="98551"/>
                  <a:pt x="462551" y="108310"/>
                  <a:pt x="463925" y="121841"/>
                </a:cubicBezTo>
                <a:cubicBezTo>
                  <a:pt x="467172" y="114795"/>
                  <a:pt x="471325" y="106720"/>
                  <a:pt x="476383" y="97616"/>
                </a:cubicBezTo>
                <a:lnTo>
                  <a:pt x="509636" y="37843"/>
                </a:lnTo>
                <a:lnTo>
                  <a:pt x="527527" y="37843"/>
                </a:lnTo>
                <a:lnTo>
                  <a:pt x="470575" y="137320"/>
                </a:lnTo>
                <a:lnTo>
                  <a:pt x="451748" y="137320"/>
                </a:lnTo>
                <a:close/>
                <a:moveTo>
                  <a:pt x="546636" y="19296"/>
                </a:moveTo>
                <a:lnTo>
                  <a:pt x="550663" y="0"/>
                </a:lnTo>
                <a:lnTo>
                  <a:pt x="567524" y="0"/>
                </a:lnTo>
                <a:lnTo>
                  <a:pt x="563496" y="19296"/>
                </a:lnTo>
                <a:lnTo>
                  <a:pt x="546636" y="19296"/>
                </a:lnTo>
                <a:moveTo>
                  <a:pt x="521907" y="137320"/>
                </a:moveTo>
                <a:lnTo>
                  <a:pt x="542702" y="37843"/>
                </a:lnTo>
                <a:lnTo>
                  <a:pt x="559656" y="37843"/>
                </a:lnTo>
                <a:lnTo>
                  <a:pt x="538861" y="137320"/>
                </a:lnTo>
                <a:lnTo>
                  <a:pt x="521907" y="137320"/>
                </a:lnTo>
                <a:close/>
                <a:moveTo>
                  <a:pt x="568147" y="99571"/>
                </a:moveTo>
                <a:cubicBezTo>
                  <a:pt x="568147" y="80150"/>
                  <a:pt x="573861" y="64070"/>
                  <a:pt x="585289" y="51331"/>
                </a:cubicBezTo>
                <a:cubicBezTo>
                  <a:pt x="594718" y="40840"/>
                  <a:pt x="607083" y="35595"/>
                  <a:pt x="622382" y="35595"/>
                </a:cubicBezTo>
                <a:cubicBezTo>
                  <a:pt x="634372" y="35595"/>
                  <a:pt x="644036" y="39341"/>
                  <a:pt x="651373" y="46835"/>
                </a:cubicBezTo>
                <a:cubicBezTo>
                  <a:pt x="658711" y="54329"/>
                  <a:pt x="662379" y="64445"/>
                  <a:pt x="662379" y="77184"/>
                </a:cubicBezTo>
                <a:cubicBezTo>
                  <a:pt x="662379" y="88612"/>
                  <a:pt x="660069" y="99244"/>
                  <a:pt x="655448" y="109079"/>
                </a:cubicBezTo>
                <a:cubicBezTo>
                  <a:pt x="650827" y="118914"/>
                  <a:pt x="644254" y="126455"/>
                  <a:pt x="635730" y="131700"/>
                </a:cubicBezTo>
                <a:cubicBezTo>
                  <a:pt x="627206" y="136946"/>
                  <a:pt x="618230" y="139568"/>
                  <a:pt x="608800" y="139568"/>
                </a:cubicBezTo>
                <a:cubicBezTo>
                  <a:pt x="601057" y="139568"/>
                  <a:pt x="594016" y="137914"/>
                  <a:pt x="587677" y="134604"/>
                </a:cubicBezTo>
                <a:cubicBezTo>
                  <a:pt x="581339" y="131294"/>
                  <a:pt x="576499" y="126611"/>
                  <a:pt x="573159" y="120553"/>
                </a:cubicBezTo>
                <a:cubicBezTo>
                  <a:pt x="569818" y="114496"/>
                  <a:pt x="568147" y="107502"/>
                  <a:pt x="568147" y="99571"/>
                </a:cubicBezTo>
                <a:moveTo>
                  <a:pt x="585102" y="97885"/>
                </a:moveTo>
                <a:cubicBezTo>
                  <a:pt x="585102" y="107252"/>
                  <a:pt x="587350" y="114356"/>
                  <a:pt x="591846" y="119195"/>
                </a:cubicBezTo>
                <a:cubicBezTo>
                  <a:pt x="596342" y="124035"/>
                  <a:pt x="602056" y="126455"/>
                  <a:pt x="608987" y="126455"/>
                </a:cubicBezTo>
                <a:cubicBezTo>
                  <a:pt x="612609" y="126455"/>
                  <a:pt x="616200" y="125721"/>
                  <a:pt x="619759" y="124253"/>
                </a:cubicBezTo>
                <a:cubicBezTo>
                  <a:pt x="623319" y="122786"/>
                  <a:pt x="626629" y="120553"/>
                  <a:pt x="629688" y="117556"/>
                </a:cubicBezTo>
                <a:cubicBezTo>
                  <a:pt x="632748" y="114559"/>
                  <a:pt x="635356" y="111140"/>
                  <a:pt x="637510" y="107299"/>
                </a:cubicBezTo>
                <a:cubicBezTo>
                  <a:pt x="639664" y="103459"/>
                  <a:pt x="641397" y="99322"/>
                  <a:pt x="642709" y="94888"/>
                </a:cubicBezTo>
                <a:cubicBezTo>
                  <a:pt x="644644" y="88706"/>
                  <a:pt x="645612" y="82773"/>
                  <a:pt x="645612" y="77091"/>
                </a:cubicBezTo>
                <a:cubicBezTo>
                  <a:pt x="645612" y="68098"/>
                  <a:pt x="643349" y="61120"/>
                  <a:pt x="638821" y="56155"/>
                </a:cubicBezTo>
                <a:cubicBezTo>
                  <a:pt x="634294" y="51191"/>
                  <a:pt x="628596" y="48708"/>
                  <a:pt x="621727" y="48708"/>
                </a:cubicBezTo>
                <a:cubicBezTo>
                  <a:pt x="616419" y="48708"/>
                  <a:pt x="611579" y="49973"/>
                  <a:pt x="607208" y="52502"/>
                </a:cubicBezTo>
                <a:cubicBezTo>
                  <a:pt x="602836" y="55031"/>
                  <a:pt x="598887" y="58731"/>
                  <a:pt x="595358" y="63602"/>
                </a:cubicBezTo>
                <a:cubicBezTo>
                  <a:pt x="591830" y="68473"/>
                  <a:pt x="589239" y="74140"/>
                  <a:pt x="587584" y="80603"/>
                </a:cubicBezTo>
                <a:cubicBezTo>
                  <a:pt x="585929" y="87066"/>
                  <a:pt x="585102" y="92827"/>
                  <a:pt x="585102" y="97885"/>
                </a:cubicBezTo>
                <a:close/>
                <a:moveTo>
                  <a:pt x="671811" y="137320"/>
                </a:moveTo>
                <a:lnTo>
                  <a:pt x="692606" y="37843"/>
                </a:lnTo>
                <a:lnTo>
                  <a:pt x="707593" y="37843"/>
                </a:lnTo>
                <a:lnTo>
                  <a:pt x="703378" y="58257"/>
                </a:lnTo>
                <a:cubicBezTo>
                  <a:pt x="708499" y="50547"/>
                  <a:pt x="713510" y="44843"/>
                  <a:pt x="718412" y="41145"/>
                </a:cubicBezTo>
                <a:cubicBezTo>
                  <a:pt x="723314" y="37445"/>
                  <a:pt x="728326" y="35595"/>
                  <a:pt x="733446" y="35595"/>
                </a:cubicBezTo>
                <a:cubicBezTo>
                  <a:pt x="736818" y="35595"/>
                  <a:pt x="740971" y="36781"/>
                  <a:pt x="745904" y="39154"/>
                </a:cubicBezTo>
                <a:lnTo>
                  <a:pt x="738973" y="54891"/>
                </a:lnTo>
                <a:cubicBezTo>
                  <a:pt x="736038" y="52892"/>
                  <a:pt x="732822" y="51893"/>
                  <a:pt x="729325" y="51893"/>
                </a:cubicBezTo>
                <a:cubicBezTo>
                  <a:pt x="723392" y="51893"/>
                  <a:pt x="717304" y="55197"/>
                  <a:pt x="711059" y="61805"/>
                </a:cubicBezTo>
                <a:cubicBezTo>
                  <a:pt x="704815" y="68410"/>
                  <a:pt x="699912" y="80283"/>
                  <a:pt x="696353" y="97423"/>
                </a:cubicBezTo>
                <a:lnTo>
                  <a:pt x="687923" y="137320"/>
                </a:lnTo>
                <a:lnTo>
                  <a:pt x="671811" y="137320"/>
                </a:lnTo>
                <a:close/>
                <a:moveTo>
                  <a:pt x="813097" y="19296"/>
                </a:moveTo>
                <a:lnTo>
                  <a:pt x="817125" y="0"/>
                </a:lnTo>
                <a:lnTo>
                  <a:pt x="833985" y="0"/>
                </a:lnTo>
                <a:lnTo>
                  <a:pt x="829957" y="19296"/>
                </a:lnTo>
                <a:lnTo>
                  <a:pt x="813097" y="19296"/>
                </a:lnTo>
                <a:moveTo>
                  <a:pt x="788368" y="137320"/>
                </a:moveTo>
                <a:lnTo>
                  <a:pt x="809163" y="37843"/>
                </a:lnTo>
                <a:lnTo>
                  <a:pt x="826117" y="37843"/>
                </a:lnTo>
                <a:lnTo>
                  <a:pt x="805322" y="137320"/>
                </a:lnTo>
                <a:lnTo>
                  <a:pt x="788368" y="137320"/>
                </a:lnTo>
                <a:close/>
                <a:moveTo>
                  <a:pt x="831611" y="137320"/>
                </a:moveTo>
                <a:lnTo>
                  <a:pt x="852406" y="37843"/>
                </a:lnTo>
                <a:lnTo>
                  <a:pt x="867767" y="37843"/>
                </a:lnTo>
                <a:lnTo>
                  <a:pt x="864114" y="55192"/>
                </a:lnTo>
                <a:cubicBezTo>
                  <a:pt x="870796" y="48372"/>
                  <a:pt x="877041" y="43400"/>
                  <a:pt x="882848" y="40278"/>
                </a:cubicBezTo>
                <a:cubicBezTo>
                  <a:pt x="888656" y="37156"/>
                  <a:pt x="894588" y="35595"/>
                  <a:pt x="900646" y="35595"/>
                </a:cubicBezTo>
                <a:cubicBezTo>
                  <a:pt x="908701" y="35595"/>
                  <a:pt x="915024" y="37782"/>
                  <a:pt x="919614" y="42157"/>
                </a:cubicBezTo>
                <a:cubicBezTo>
                  <a:pt x="924204" y="46533"/>
                  <a:pt x="926499" y="52376"/>
                  <a:pt x="926499" y="59688"/>
                </a:cubicBezTo>
                <a:cubicBezTo>
                  <a:pt x="926499" y="63371"/>
                  <a:pt x="925687" y="69176"/>
                  <a:pt x="924063" y="77105"/>
                </a:cubicBezTo>
                <a:lnTo>
                  <a:pt x="911418" y="137320"/>
                </a:lnTo>
                <a:lnTo>
                  <a:pt x="894463" y="137320"/>
                </a:lnTo>
                <a:lnTo>
                  <a:pt x="907671" y="74348"/>
                </a:lnTo>
                <a:cubicBezTo>
                  <a:pt x="908982" y="68234"/>
                  <a:pt x="909638" y="63711"/>
                  <a:pt x="909638" y="60780"/>
                </a:cubicBezTo>
                <a:cubicBezTo>
                  <a:pt x="909638" y="57474"/>
                  <a:pt x="908498" y="54792"/>
                  <a:pt x="906219" y="52733"/>
                </a:cubicBezTo>
                <a:cubicBezTo>
                  <a:pt x="903940" y="50675"/>
                  <a:pt x="900646" y="49645"/>
                  <a:pt x="896337" y="49645"/>
                </a:cubicBezTo>
                <a:cubicBezTo>
                  <a:pt x="887657" y="49645"/>
                  <a:pt x="879929" y="52762"/>
                  <a:pt x="873153" y="58995"/>
                </a:cubicBezTo>
                <a:cubicBezTo>
                  <a:pt x="866378" y="65226"/>
                  <a:pt x="861398" y="75913"/>
                  <a:pt x="858213" y="91056"/>
                </a:cubicBezTo>
                <a:lnTo>
                  <a:pt x="848565" y="137320"/>
                </a:lnTo>
                <a:lnTo>
                  <a:pt x="831611" y="137320"/>
                </a:lnTo>
                <a:close/>
                <a:moveTo>
                  <a:pt x="993195" y="103412"/>
                </a:moveTo>
                <a:lnTo>
                  <a:pt x="1010149" y="102288"/>
                </a:lnTo>
                <a:cubicBezTo>
                  <a:pt x="1010149" y="107159"/>
                  <a:pt x="1010899" y="111311"/>
                  <a:pt x="1012398" y="114746"/>
                </a:cubicBezTo>
                <a:cubicBezTo>
                  <a:pt x="1013896" y="118180"/>
                  <a:pt x="1016660" y="120991"/>
                  <a:pt x="1020687" y="123176"/>
                </a:cubicBezTo>
                <a:cubicBezTo>
                  <a:pt x="1024715" y="125362"/>
                  <a:pt x="1029414" y="126455"/>
                  <a:pt x="1034785" y="126455"/>
                </a:cubicBezTo>
                <a:cubicBezTo>
                  <a:pt x="1042278" y="126455"/>
                  <a:pt x="1047899" y="124956"/>
                  <a:pt x="1051645" y="121959"/>
                </a:cubicBezTo>
                <a:cubicBezTo>
                  <a:pt x="1055392" y="118961"/>
                  <a:pt x="1057266" y="115433"/>
                  <a:pt x="1057266" y="111374"/>
                </a:cubicBezTo>
                <a:cubicBezTo>
                  <a:pt x="1057266" y="108439"/>
                  <a:pt x="1056142" y="105660"/>
                  <a:pt x="1053893" y="103037"/>
                </a:cubicBezTo>
                <a:cubicBezTo>
                  <a:pt x="1051583" y="100414"/>
                  <a:pt x="1045947" y="97183"/>
                  <a:pt x="1036986" y="93342"/>
                </a:cubicBezTo>
                <a:cubicBezTo>
                  <a:pt x="1028025" y="89502"/>
                  <a:pt x="1022295" y="86801"/>
                  <a:pt x="1019798" y="85240"/>
                </a:cubicBezTo>
                <a:cubicBezTo>
                  <a:pt x="1015614" y="82679"/>
                  <a:pt x="1012460" y="79666"/>
                  <a:pt x="1010337" y="76201"/>
                </a:cubicBezTo>
                <a:cubicBezTo>
                  <a:pt x="1008214" y="72735"/>
                  <a:pt x="1007152" y="68754"/>
                  <a:pt x="1007152" y="64258"/>
                </a:cubicBezTo>
                <a:cubicBezTo>
                  <a:pt x="1007152" y="56389"/>
                  <a:pt x="1010274" y="49645"/>
                  <a:pt x="1016519" y="44025"/>
                </a:cubicBezTo>
                <a:cubicBezTo>
                  <a:pt x="1022764" y="38405"/>
                  <a:pt x="1031506" y="35595"/>
                  <a:pt x="1042747" y="35595"/>
                </a:cubicBezTo>
                <a:cubicBezTo>
                  <a:pt x="1055236" y="35595"/>
                  <a:pt x="1064744" y="38483"/>
                  <a:pt x="1071269" y="44259"/>
                </a:cubicBezTo>
                <a:cubicBezTo>
                  <a:pt x="1077795" y="50035"/>
                  <a:pt x="1081183" y="57638"/>
                  <a:pt x="1081432" y="67068"/>
                </a:cubicBezTo>
                <a:lnTo>
                  <a:pt x="1064853" y="68192"/>
                </a:lnTo>
                <a:cubicBezTo>
                  <a:pt x="1064603" y="62197"/>
                  <a:pt x="1062480" y="57451"/>
                  <a:pt x="1058483" y="53954"/>
                </a:cubicBezTo>
                <a:cubicBezTo>
                  <a:pt x="1054487" y="50457"/>
                  <a:pt x="1048835" y="48708"/>
                  <a:pt x="1041529" y="48708"/>
                </a:cubicBezTo>
                <a:cubicBezTo>
                  <a:pt x="1035659" y="48708"/>
                  <a:pt x="1031100" y="50051"/>
                  <a:pt x="1027853" y="52736"/>
                </a:cubicBezTo>
                <a:cubicBezTo>
                  <a:pt x="1024606" y="55421"/>
                  <a:pt x="1022982" y="58325"/>
                  <a:pt x="1022982" y="61448"/>
                </a:cubicBezTo>
                <a:cubicBezTo>
                  <a:pt x="1022982" y="64570"/>
                  <a:pt x="1024387" y="67318"/>
                  <a:pt x="1027197" y="69691"/>
                </a:cubicBezTo>
                <a:cubicBezTo>
                  <a:pt x="1029071" y="71314"/>
                  <a:pt x="1033910" y="73812"/>
                  <a:pt x="1041716" y="77184"/>
                </a:cubicBezTo>
                <a:cubicBezTo>
                  <a:pt x="1054705" y="82804"/>
                  <a:pt x="1062886" y="87238"/>
                  <a:pt x="1066258" y="90485"/>
                </a:cubicBezTo>
                <a:cubicBezTo>
                  <a:pt x="1071628" y="95668"/>
                  <a:pt x="1074314" y="101976"/>
                  <a:pt x="1074314" y="109407"/>
                </a:cubicBezTo>
                <a:cubicBezTo>
                  <a:pt x="1074314" y="114340"/>
                  <a:pt x="1072799" y="119180"/>
                  <a:pt x="1069771" y="123926"/>
                </a:cubicBezTo>
                <a:cubicBezTo>
                  <a:pt x="1066742" y="128672"/>
                  <a:pt x="1062121" y="132465"/>
                  <a:pt x="1055907" y="135307"/>
                </a:cubicBezTo>
                <a:cubicBezTo>
                  <a:pt x="1049694" y="138148"/>
                  <a:pt x="1042372" y="139568"/>
                  <a:pt x="1033942" y="139568"/>
                </a:cubicBezTo>
                <a:cubicBezTo>
                  <a:pt x="1022451" y="139568"/>
                  <a:pt x="1012679" y="136735"/>
                  <a:pt x="1004623" y="131068"/>
                </a:cubicBezTo>
                <a:cubicBezTo>
                  <a:pt x="996567" y="125399"/>
                  <a:pt x="992758" y="116180"/>
                  <a:pt x="993195" y="103412"/>
                </a:cubicBezTo>
                <a:close/>
                <a:moveTo>
                  <a:pt x="1079184" y="175538"/>
                </a:moveTo>
                <a:lnTo>
                  <a:pt x="1107941" y="37843"/>
                </a:lnTo>
                <a:lnTo>
                  <a:pt x="1123584" y="37843"/>
                </a:lnTo>
                <a:lnTo>
                  <a:pt x="1120680" y="51706"/>
                </a:lnTo>
                <a:cubicBezTo>
                  <a:pt x="1126488" y="45649"/>
                  <a:pt x="1131687" y="41449"/>
                  <a:pt x="1136276" y="39107"/>
                </a:cubicBezTo>
                <a:cubicBezTo>
                  <a:pt x="1140866" y="36766"/>
                  <a:pt x="1145721" y="35595"/>
                  <a:pt x="1150842" y="35595"/>
                </a:cubicBezTo>
                <a:cubicBezTo>
                  <a:pt x="1160334" y="35595"/>
                  <a:pt x="1168202" y="39045"/>
                  <a:pt x="1174447" y="45945"/>
                </a:cubicBezTo>
                <a:cubicBezTo>
                  <a:pt x="1180692" y="52846"/>
                  <a:pt x="1183814" y="62728"/>
                  <a:pt x="1183814" y="75592"/>
                </a:cubicBezTo>
                <a:cubicBezTo>
                  <a:pt x="1183814" y="85958"/>
                  <a:pt x="1182097" y="95403"/>
                  <a:pt x="1178662" y="103927"/>
                </a:cubicBezTo>
                <a:cubicBezTo>
                  <a:pt x="1175228" y="112451"/>
                  <a:pt x="1171012" y="119305"/>
                  <a:pt x="1166017" y="124488"/>
                </a:cubicBezTo>
                <a:cubicBezTo>
                  <a:pt x="1161021" y="129671"/>
                  <a:pt x="1155963" y="133480"/>
                  <a:pt x="1150842" y="135915"/>
                </a:cubicBezTo>
                <a:cubicBezTo>
                  <a:pt x="1145721" y="138351"/>
                  <a:pt x="1140476" y="139568"/>
                  <a:pt x="1135105" y="139568"/>
                </a:cubicBezTo>
                <a:cubicBezTo>
                  <a:pt x="1123178" y="139568"/>
                  <a:pt x="1113936" y="133511"/>
                  <a:pt x="1107379" y="121396"/>
                </a:cubicBezTo>
                <a:lnTo>
                  <a:pt x="1096139" y="175538"/>
                </a:lnTo>
                <a:lnTo>
                  <a:pt x="1079184" y="175538"/>
                </a:lnTo>
                <a:moveTo>
                  <a:pt x="1112718" y="96650"/>
                </a:moveTo>
                <a:cubicBezTo>
                  <a:pt x="1112718" y="104085"/>
                  <a:pt x="1113249" y="109240"/>
                  <a:pt x="1114311" y="112114"/>
                </a:cubicBezTo>
                <a:cubicBezTo>
                  <a:pt x="1115872" y="116175"/>
                  <a:pt x="1118432" y="119456"/>
                  <a:pt x="1121992" y="121956"/>
                </a:cubicBezTo>
                <a:cubicBezTo>
                  <a:pt x="1125551" y="124455"/>
                  <a:pt x="1129673" y="125705"/>
                  <a:pt x="1134356" y="125705"/>
                </a:cubicBezTo>
                <a:cubicBezTo>
                  <a:pt x="1144098" y="125705"/>
                  <a:pt x="1151966" y="120226"/>
                  <a:pt x="1157961" y="109266"/>
                </a:cubicBezTo>
                <a:cubicBezTo>
                  <a:pt x="1163956" y="98307"/>
                  <a:pt x="1166953" y="87113"/>
                  <a:pt x="1166953" y="75685"/>
                </a:cubicBezTo>
                <a:cubicBezTo>
                  <a:pt x="1166953" y="67255"/>
                  <a:pt x="1164939" y="60745"/>
                  <a:pt x="1160912" y="56155"/>
                </a:cubicBezTo>
                <a:cubicBezTo>
                  <a:pt x="1156884" y="51565"/>
                  <a:pt x="1151872" y="49270"/>
                  <a:pt x="1145878" y="49270"/>
                </a:cubicBezTo>
                <a:cubicBezTo>
                  <a:pt x="1141569" y="49270"/>
                  <a:pt x="1137572" y="50410"/>
                  <a:pt x="1133888" y="52689"/>
                </a:cubicBezTo>
                <a:cubicBezTo>
                  <a:pt x="1130203" y="54967"/>
                  <a:pt x="1126784" y="58368"/>
                  <a:pt x="1123631" y="62894"/>
                </a:cubicBezTo>
                <a:cubicBezTo>
                  <a:pt x="1120477" y="67419"/>
                  <a:pt x="1117870" y="72959"/>
                  <a:pt x="1115809" y="79514"/>
                </a:cubicBezTo>
                <a:cubicBezTo>
                  <a:pt x="1113749" y="86069"/>
                  <a:pt x="1112718" y="91781"/>
                  <a:pt x="1112718" y="96650"/>
                </a:cubicBezTo>
                <a:close/>
                <a:moveTo>
                  <a:pt x="1194182" y="137320"/>
                </a:moveTo>
                <a:lnTo>
                  <a:pt x="1214977" y="37843"/>
                </a:lnTo>
                <a:lnTo>
                  <a:pt x="1229964" y="37843"/>
                </a:lnTo>
                <a:lnTo>
                  <a:pt x="1225749" y="58257"/>
                </a:lnTo>
                <a:cubicBezTo>
                  <a:pt x="1230870" y="50547"/>
                  <a:pt x="1235881" y="44843"/>
                  <a:pt x="1240783" y="41145"/>
                </a:cubicBezTo>
                <a:cubicBezTo>
                  <a:pt x="1245685" y="37445"/>
                  <a:pt x="1250697" y="35595"/>
                  <a:pt x="1255817" y="35595"/>
                </a:cubicBezTo>
                <a:cubicBezTo>
                  <a:pt x="1259189" y="35595"/>
                  <a:pt x="1263342" y="36781"/>
                  <a:pt x="1268275" y="39154"/>
                </a:cubicBezTo>
                <a:lnTo>
                  <a:pt x="1261344" y="54891"/>
                </a:lnTo>
                <a:cubicBezTo>
                  <a:pt x="1258409" y="52892"/>
                  <a:pt x="1255193" y="51893"/>
                  <a:pt x="1251696" y="51893"/>
                </a:cubicBezTo>
                <a:cubicBezTo>
                  <a:pt x="1245763" y="51893"/>
                  <a:pt x="1239675" y="55197"/>
                  <a:pt x="1233430" y="61805"/>
                </a:cubicBezTo>
                <a:cubicBezTo>
                  <a:pt x="1227186" y="68410"/>
                  <a:pt x="1222283" y="80283"/>
                  <a:pt x="1218724" y="97423"/>
                </a:cubicBezTo>
                <a:lnTo>
                  <a:pt x="1210294" y="137320"/>
                </a:lnTo>
                <a:lnTo>
                  <a:pt x="1194182" y="1373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inthistor">
            <a:extLst xmlns:a="http://schemas.openxmlformats.org/drawingml/2006/main">
              <a:ext uri="{FF2B5EF4-FFF2-40B4-BE49-F238E27FC236}">
                <a16:creationId xmlns:a16="http://schemas.microsoft.com/office/drawing/2014/main" id="{82035207-AE8C-4390-B64D-638E184F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331" y="3959699"/>
            <a:ext cx="735818" cy="139568"/>
          </a:xfrm>
          <a:custGeom xmlns:a="http://schemas.openxmlformats.org/drawingml/2006/main">
            <a:pathLst>
              <a:path w="735818" h="139568">
                <a:moveTo>
                  <a:pt x="24729" y="19296"/>
                </a:moveTo>
                <a:lnTo>
                  <a:pt x="28757" y="0"/>
                </a:lnTo>
                <a:lnTo>
                  <a:pt x="45617" y="0"/>
                </a:lnTo>
                <a:lnTo>
                  <a:pt x="41590" y="19296"/>
                </a:lnTo>
                <a:lnTo>
                  <a:pt x="24729" y="19296"/>
                </a:lnTo>
                <a:moveTo>
                  <a:pt x="0" y="137320"/>
                </a:moveTo>
                <a:lnTo>
                  <a:pt x="20795" y="37843"/>
                </a:lnTo>
                <a:lnTo>
                  <a:pt x="37749" y="37843"/>
                </a:lnTo>
                <a:lnTo>
                  <a:pt x="16954" y="137320"/>
                </a:lnTo>
                <a:lnTo>
                  <a:pt x="0" y="137320"/>
                </a:lnTo>
                <a:close/>
                <a:moveTo>
                  <a:pt x="43244" y="137320"/>
                </a:moveTo>
                <a:lnTo>
                  <a:pt x="64038" y="37843"/>
                </a:lnTo>
                <a:lnTo>
                  <a:pt x="79400" y="37843"/>
                </a:lnTo>
                <a:lnTo>
                  <a:pt x="75747" y="55192"/>
                </a:lnTo>
                <a:cubicBezTo>
                  <a:pt x="82429" y="48372"/>
                  <a:pt x="88674" y="43400"/>
                  <a:pt x="94481" y="40278"/>
                </a:cubicBezTo>
                <a:cubicBezTo>
                  <a:pt x="100289" y="37156"/>
                  <a:pt x="106221" y="35595"/>
                  <a:pt x="112278" y="35595"/>
                </a:cubicBezTo>
                <a:cubicBezTo>
                  <a:pt x="120334" y="35595"/>
                  <a:pt x="126657" y="37782"/>
                  <a:pt x="131247" y="42157"/>
                </a:cubicBezTo>
                <a:cubicBezTo>
                  <a:pt x="135837" y="46533"/>
                  <a:pt x="138131" y="52376"/>
                  <a:pt x="138131" y="59688"/>
                </a:cubicBezTo>
                <a:cubicBezTo>
                  <a:pt x="138131" y="63371"/>
                  <a:pt x="137320" y="69176"/>
                  <a:pt x="135696" y="77105"/>
                </a:cubicBezTo>
                <a:lnTo>
                  <a:pt x="123051" y="137320"/>
                </a:lnTo>
                <a:lnTo>
                  <a:pt x="106096" y="137320"/>
                </a:lnTo>
                <a:lnTo>
                  <a:pt x="119304" y="74348"/>
                </a:lnTo>
                <a:cubicBezTo>
                  <a:pt x="120615" y="68234"/>
                  <a:pt x="121271" y="63711"/>
                  <a:pt x="121271" y="60780"/>
                </a:cubicBezTo>
                <a:cubicBezTo>
                  <a:pt x="121271" y="57474"/>
                  <a:pt x="120131" y="54792"/>
                  <a:pt x="117852" y="52733"/>
                </a:cubicBezTo>
                <a:cubicBezTo>
                  <a:pt x="115573" y="50675"/>
                  <a:pt x="112278" y="49645"/>
                  <a:pt x="107970" y="49645"/>
                </a:cubicBezTo>
                <a:cubicBezTo>
                  <a:pt x="99290" y="49645"/>
                  <a:pt x="91562" y="52762"/>
                  <a:pt x="84786" y="58995"/>
                </a:cubicBezTo>
                <a:cubicBezTo>
                  <a:pt x="78011" y="65226"/>
                  <a:pt x="73031" y="75913"/>
                  <a:pt x="69846" y="91056"/>
                </a:cubicBezTo>
                <a:lnTo>
                  <a:pt x="60198" y="137320"/>
                </a:lnTo>
                <a:lnTo>
                  <a:pt x="43244" y="137320"/>
                </a:lnTo>
                <a:close/>
                <a:moveTo>
                  <a:pt x="189527" y="123539"/>
                </a:moveTo>
                <a:lnTo>
                  <a:pt x="186717" y="137402"/>
                </a:lnTo>
                <a:cubicBezTo>
                  <a:pt x="182658" y="138472"/>
                  <a:pt x="178724" y="139006"/>
                  <a:pt x="174914" y="139006"/>
                </a:cubicBezTo>
                <a:cubicBezTo>
                  <a:pt x="168170" y="139006"/>
                  <a:pt x="162800" y="137352"/>
                  <a:pt x="158803" y="134042"/>
                </a:cubicBezTo>
                <a:cubicBezTo>
                  <a:pt x="155806" y="131544"/>
                  <a:pt x="154307" y="128141"/>
                  <a:pt x="154307" y="123832"/>
                </a:cubicBezTo>
                <a:cubicBezTo>
                  <a:pt x="154307" y="121646"/>
                  <a:pt x="155119" y="116619"/>
                  <a:pt x="156742" y="108751"/>
                </a:cubicBezTo>
                <a:lnTo>
                  <a:pt x="168826" y="50957"/>
                </a:lnTo>
                <a:lnTo>
                  <a:pt x="155431" y="50957"/>
                </a:lnTo>
                <a:lnTo>
                  <a:pt x="158147" y="37843"/>
                </a:lnTo>
                <a:lnTo>
                  <a:pt x="171542" y="37843"/>
                </a:lnTo>
                <a:lnTo>
                  <a:pt x="176694" y="13395"/>
                </a:lnTo>
                <a:lnTo>
                  <a:pt x="196084" y="1686"/>
                </a:lnTo>
                <a:lnTo>
                  <a:pt x="188496" y="37843"/>
                </a:lnTo>
                <a:lnTo>
                  <a:pt x="205170" y="37843"/>
                </a:lnTo>
                <a:lnTo>
                  <a:pt x="202360" y="50957"/>
                </a:lnTo>
                <a:lnTo>
                  <a:pt x="185780" y="50957"/>
                </a:lnTo>
                <a:lnTo>
                  <a:pt x="174259" y="105871"/>
                </a:lnTo>
                <a:cubicBezTo>
                  <a:pt x="172822" y="112857"/>
                  <a:pt x="172104" y="117036"/>
                  <a:pt x="172104" y="118408"/>
                </a:cubicBezTo>
                <a:cubicBezTo>
                  <a:pt x="172104" y="120402"/>
                  <a:pt x="172682" y="121930"/>
                  <a:pt x="173837" y="122992"/>
                </a:cubicBezTo>
                <a:cubicBezTo>
                  <a:pt x="174992" y="124051"/>
                  <a:pt x="176881" y="124581"/>
                  <a:pt x="179504" y="124581"/>
                </a:cubicBezTo>
                <a:cubicBezTo>
                  <a:pt x="183251" y="124581"/>
                  <a:pt x="186592" y="124234"/>
                  <a:pt x="189527" y="123539"/>
                </a:cubicBezTo>
                <a:close/>
                <a:moveTo>
                  <a:pt x="256566" y="137320"/>
                </a:moveTo>
                <a:lnTo>
                  <a:pt x="285229" y="0"/>
                </a:lnTo>
                <a:lnTo>
                  <a:pt x="302183" y="0"/>
                </a:lnTo>
                <a:lnTo>
                  <a:pt x="291224" y="52727"/>
                </a:lnTo>
                <a:cubicBezTo>
                  <a:pt x="297531" y="46612"/>
                  <a:pt x="303401" y="42228"/>
                  <a:pt x="308834" y="39576"/>
                </a:cubicBezTo>
                <a:cubicBezTo>
                  <a:pt x="314267" y="36922"/>
                  <a:pt x="319856" y="35595"/>
                  <a:pt x="325601" y="35595"/>
                </a:cubicBezTo>
                <a:cubicBezTo>
                  <a:pt x="333844" y="35595"/>
                  <a:pt x="340245" y="37765"/>
                  <a:pt x="344803" y="42105"/>
                </a:cubicBezTo>
                <a:cubicBezTo>
                  <a:pt x="349362" y="46443"/>
                  <a:pt x="351641" y="52170"/>
                  <a:pt x="351641" y="59287"/>
                </a:cubicBezTo>
                <a:cubicBezTo>
                  <a:pt x="351641" y="62784"/>
                  <a:pt x="350642" y="69216"/>
                  <a:pt x="348644" y="78583"/>
                </a:cubicBezTo>
                <a:lnTo>
                  <a:pt x="336373" y="137320"/>
                </a:lnTo>
                <a:lnTo>
                  <a:pt x="319419" y="137320"/>
                </a:lnTo>
                <a:lnTo>
                  <a:pt x="332064" y="77155"/>
                </a:lnTo>
                <a:cubicBezTo>
                  <a:pt x="333875" y="68422"/>
                  <a:pt x="334781" y="62933"/>
                  <a:pt x="334781" y="60687"/>
                </a:cubicBezTo>
                <a:cubicBezTo>
                  <a:pt x="334781" y="57443"/>
                  <a:pt x="333656" y="54792"/>
                  <a:pt x="331408" y="52733"/>
                </a:cubicBezTo>
                <a:cubicBezTo>
                  <a:pt x="329160" y="50675"/>
                  <a:pt x="325913" y="49645"/>
                  <a:pt x="321667" y="49645"/>
                </a:cubicBezTo>
                <a:cubicBezTo>
                  <a:pt x="315547" y="49645"/>
                  <a:pt x="309708" y="51250"/>
                  <a:pt x="304150" y="54460"/>
                </a:cubicBezTo>
                <a:cubicBezTo>
                  <a:pt x="298593" y="57669"/>
                  <a:pt x="294237" y="62062"/>
                  <a:pt x="291083" y="67642"/>
                </a:cubicBezTo>
                <a:cubicBezTo>
                  <a:pt x="287930" y="73219"/>
                  <a:pt x="285042" y="82208"/>
                  <a:pt x="282419" y="94610"/>
                </a:cubicBezTo>
                <a:lnTo>
                  <a:pt x="273520" y="137320"/>
                </a:lnTo>
                <a:lnTo>
                  <a:pt x="256566" y="137320"/>
                </a:lnTo>
                <a:close/>
                <a:moveTo>
                  <a:pt x="387300" y="19296"/>
                </a:moveTo>
                <a:lnTo>
                  <a:pt x="391328" y="0"/>
                </a:lnTo>
                <a:lnTo>
                  <a:pt x="408188" y="0"/>
                </a:lnTo>
                <a:lnTo>
                  <a:pt x="404161" y="19296"/>
                </a:lnTo>
                <a:lnTo>
                  <a:pt x="387300" y="19296"/>
                </a:lnTo>
                <a:moveTo>
                  <a:pt x="362571" y="137320"/>
                </a:moveTo>
                <a:lnTo>
                  <a:pt x="383366" y="37843"/>
                </a:lnTo>
                <a:lnTo>
                  <a:pt x="400320" y="37843"/>
                </a:lnTo>
                <a:lnTo>
                  <a:pt x="379525" y="137320"/>
                </a:lnTo>
                <a:lnTo>
                  <a:pt x="362571" y="137320"/>
                </a:lnTo>
                <a:close/>
                <a:moveTo>
                  <a:pt x="407407" y="103412"/>
                </a:moveTo>
                <a:lnTo>
                  <a:pt x="424361" y="102288"/>
                </a:lnTo>
                <a:cubicBezTo>
                  <a:pt x="424361" y="107159"/>
                  <a:pt x="425111" y="111311"/>
                  <a:pt x="426609" y="114746"/>
                </a:cubicBezTo>
                <a:cubicBezTo>
                  <a:pt x="428108" y="118180"/>
                  <a:pt x="430871" y="120991"/>
                  <a:pt x="434899" y="123176"/>
                </a:cubicBezTo>
                <a:cubicBezTo>
                  <a:pt x="438927" y="125362"/>
                  <a:pt x="443626" y="126455"/>
                  <a:pt x="448997" y="126455"/>
                </a:cubicBezTo>
                <a:cubicBezTo>
                  <a:pt x="456490" y="126455"/>
                  <a:pt x="462110" y="124956"/>
                  <a:pt x="465857" y="121959"/>
                </a:cubicBezTo>
                <a:cubicBezTo>
                  <a:pt x="469604" y="118961"/>
                  <a:pt x="471477" y="115433"/>
                  <a:pt x="471477" y="111374"/>
                </a:cubicBezTo>
                <a:cubicBezTo>
                  <a:pt x="471477" y="108439"/>
                  <a:pt x="470353" y="105660"/>
                  <a:pt x="468105" y="103037"/>
                </a:cubicBezTo>
                <a:cubicBezTo>
                  <a:pt x="465795" y="100414"/>
                  <a:pt x="460159" y="97183"/>
                  <a:pt x="451198" y="93342"/>
                </a:cubicBezTo>
                <a:cubicBezTo>
                  <a:pt x="442237" y="89502"/>
                  <a:pt x="436507" y="86801"/>
                  <a:pt x="434009" y="85240"/>
                </a:cubicBezTo>
                <a:cubicBezTo>
                  <a:pt x="429825" y="82679"/>
                  <a:pt x="426672" y="79666"/>
                  <a:pt x="424549" y="76201"/>
                </a:cubicBezTo>
                <a:cubicBezTo>
                  <a:pt x="422425" y="72735"/>
                  <a:pt x="421364" y="68754"/>
                  <a:pt x="421364" y="64258"/>
                </a:cubicBezTo>
                <a:cubicBezTo>
                  <a:pt x="421364" y="56389"/>
                  <a:pt x="424486" y="49645"/>
                  <a:pt x="430731" y="44025"/>
                </a:cubicBezTo>
                <a:cubicBezTo>
                  <a:pt x="436976" y="38405"/>
                  <a:pt x="445718" y="35595"/>
                  <a:pt x="456959" y="35595"/>
                </a:cubicBezTo>
                <a:cubicBezTo>
                  <a:pt x="469448" y="35595"/>
                  <a:pt x="478955" y="38483"/>
                  <a:pt x="485481" y="44259"/>
                </a:cubicBezTo>
                <a:cubicBezTo>
                  <a:pt x="492007" y="50035"/>
                  <a:pt x="495394" y="57638"/>
                  <a:pt x="495644" y="67068"/>
                </a:cubicBezTo>
                <a:lnTo>
                  <a:pt x="479065" y="68192"/>
                </a:lnTo>
                <a:cubicBezTo>
                  <a:pt x="478815" y="62197"/>
                  <a:pt x="476692" y="57451"/>
                  <a:pt x="472695" y="53954"/>
                </a:cubicBezTo>
                <a:cubicBezTo>
                  <a:pt x="468698" y="50457"/>
                  <a:pt x="463047" y="48708"/>
                  <a:pt x="455741" y="48708"/>
                </a:cubicBezTo>
                <a:cubicBezTo>
                  <a:pt x="449871" y="48708"/>
                  <a:pt x="445312" y="50051"/>
                  <a:pt x="442065" y="52736"/>
                </a:cubicBezTo>
                <a:cubicBezTo>
                  <a:pt x="438818" y="55421"/>
                  <a:pt x="437194" y="58325"/>
                  <a:pt x="437194" y="61448"/>
                </a:cubicBezTo>
                <a:cubicBezTo>
                  <a:pt x="437194" y="64570"/>
                  <a:pt x="438599" y="67318"/>
                  <a:pt x="441409" y="69691"/>
                </a:cubicBezTo>
                <a:cubicBezTo>
                  <a:pt x="443283" y="71314"/>
                  <a:pt x="448122" y="73812"/>
                  <a:pt x="455928" y="77184"/>
                </a:cubicBezTo>
                <a:cubicBezTo>
                  <a:pt x="468917" y="82804"/>
                  <a:pt x="477098" y="87238"/>
                  <a:pt x="480470" y="90485"/>
                </a:cubicBezTo>
                <a:cubicBezTo>
                  <a:pt x="485840" y="95668"/>
                  <a:pt x="488525" y="101976"/>
                  <a:pt x="488525" y="109407"/>
                </a:cubicBezTo>
                <a:cubicBezTo>
                  <a:pt x="488525" y="114340"/>
                  <a:pt x="487011" y="119180"/>
                  <a:pt x="483982" y="123926"/>
                </a:cubicBezTo>
                <a:cubicBezTo>
                  <a:pt x="480954" y="128672"/>
                  <a:pt x="476333" y="132465"/>
                  <a:pt x="470119" y="135307"/>
                </a:cubicBezTo>
                <a:cubicBezTo>
                  <a:pt x="463906" y="138148"/>
                  <a:pt x="456584" y="139568"/>
                  <a:pt x="448154" y="139568"/>
                </a:cubicBezTo>
                <a:cubicBezTo>
                  <a:pt x="436663" y="139568"/>
                  <a:pt x="426890" y="136735"/>
                  <a:pt x="418835" y="131068"/>
                </a:cubicBezTo>
                <a:cubicBezTo>
                  <a:pt x="410779" y="125399"/>
                  <a:pt x="406970" y="116180"/>
                  <a:pt x="407407" y="103412"/>
                </a:cubicBezTo>
                <a:close/>
                <a:moveTo>
                  <a:pt x="541355" y="123539"/>
                </a:moveTo>
                <a:lnTo>
                  <a:pt x="538545" y="137402"/>
                </a:lnTo>
                <a:cubicBezTo>
                  <a:pt x="534486" y="138472"/>
                  <a:pt x="530552" y="139006"/>
                  <a:pt x="526743" y="139006"/>
                </a:cubicBezTo>
                <a:cubicBezTo>
                  <a:pt x="519999" y="139006"/>
                  <a:pt x="514628" y="137352"/>
                  <a:pt x="510632" y="134042"/>
                </a:cubicBezTo>
                <a:cubicBezTo>
                  <a:pt x="507634" y="131544"/>
                  <a:pt x="506135" y="128141"/>
                  <a:pt x="506135" y="123832"/>
                </a:cubicBezTo>
                <a:cubicBezTo>
                  <a:pt x="506135" y="121646"/>
                  <a:pt x="506947" y="116619"/>
                  <a:pt x="508571" y="108751"/>
                </a:cubicBezTo>
                <a:lnTo>
                  <a:pt x="520654" y="50957"/>
                </a:lnTo>
                <a:lnTo>
                  <a:pt x="507259" y="50957"/>
                </a:lnTo>
                <a:lnTo>
                  <a:pt x="509976" y="37843"/>
                </a:lnTo>
                <a:lnTo>
                  <a:pt x="523371" y="37843"/>
                </a:lnTo>
                <a:lnTo>
                  <a:pt x="528523" y="13395"/>
                </a:lnTo>
                <a:lnTo>
                  <a:pt x="547912" y="1686"/>
                </a:lnTo>
                <a:lnTo>
                  <a:pt x="540325" y="37843"/>
                </a:lnTo>
                <a:lnTo>
                  <a:pt x="556998" y="37843"/>
                </a:lnTo>
                <a:lnTo>
                  <a:pt x="554188" y="50957"/>
                </a:lnTo>
                <a:lnTo>
                  <a:pt x="537609" y="50957"/>
                </a:lnTo>
                <a:lnTo>
                  <a:pt x="526087" y="105871"/>
                </a:lnTo>
                <a:cubicBezTo>
                  <a:pt x="524651" y="112857"/>
                  <a:pt x="523933" y="117036"/>
                  <a:pt x="523933" y="118408"/>
                </a:cubicBezTo>
                <a:cubicBezTo>
                  <a:pt x="523933" y="120402"/>
                  <a:pt x="524510" y="121930"/>
                  <a:pt x="525666" y="122992"/>
                </a:cubicBezTo>
                <a:cubicBezTo>
                  <a:pt x="526821" y="124051"/>
                  <a:pt x="528710" y="124581"/>
                  <a:pt x="531333" y="124581"/>
                </a:cubicBezTo>
                <a:cubicBezTo>
                  <a:pt x="535079" y="124581"/>
                  <a:pt x="538420" y="124234"/>
                  <a:pt x="541355" y="123539"/>
                </a:cubicBezTo>
                <a:close/>
                <a:moveTo>
                  <a:pt x="558061" y="99571"/>
                </a:moveTo>
                <a:cubicBezTo>
                  <a:pt x="558061" y="80150"/>
                  <a:pt x="563775" y="64070"/>
                  <a:pt x="575203" y="51331"/>
                </a:cubicBezTo>
                <a:cubicBezTo>
                  <a:pt x="584632" y="40840"/>
                  <a:pt x="596997" y="35595"/>
                  <a:pt x="612296" y="35595"/>
                </a:cubicBezTo>
                <a:cubicBezTo>
                  <a:pt x="624286" y="35595"/>
                  <a:pt x="633950" y="39341"/>
                  <a:pt x="641287" y="46835"/>
                </a:cubicBezTo>
                <a:cubicBezTo>
                  <a:pt x="648625" y="54329"/>
                  <a:pt x="652293" y="64445"/>
                  <a:pt x="652293" y="77184"/>
                </a:cubicBezTo>
                <a:cubicBezTo>
                  <a:pt x="652293" y="88612"/>
                  <a:pt x="649983" y="99244"/>
                  <a:pt x="645362" y="109079"/>
                </a:cubicBezTo>
                <a:cubicBezTo>
                  <a:pt x="640741" y="118914"/>
                  <a:pt x="634168" y="126455"/>
                  <a:pt x="625644" y="131700"/>
                </a:cubicBezTo>
                <a:cubicBezTo>
                  <a:pt x="617120" y="136946"/>
                  <a:pt x="608144" y="139568"/>
                  <a:pt x="598714" y="139568"/>
                </a:cubicBezTo>
                <a:cubicBezTo>
                  <a:pt x="590971" y="139568"/>
                  <a:pt x="583930" y="137914"/>
                  <a:pt x="577592" y="134604"/>
                </a:cubicBezTo>
                <a:cubicBezTo>
                  <a:pt x="571253" y="131294"/>
                  <a:pt x="566414" y="126611"/>
                  <a:pt x="563073" y="120553"/>
                </a:cubicBezTo>
                <a:cubicBezTo>
                  <a:pt x="559732" y="114496"/>
                  <a:pt x="558061" y="107502"/>
                  <a:pt x="558061" y="99571"/>
                </a:cubicBezTo>
                <a:moveTo>
                  <a:pt x="575016" y="97885"/>
                </a:moveTo>
                <a:cubicBezTo>
                  <a:pt x="575016" y="107252"/>
                  <a:pt x="577264" y="114356"/>
                  <a:pt x="581760" y="119195"/>
                </a:cubicBezTo>
                <a:cubicBezTo>
                  <a:pt x="586256" y="124035"/>
                  <a:pt x="591970" y="126455"/>
                  <a:pt x="598901" y="126455"/>
                </a:cubicBezTo>
                <a:cubicBezTo>
                  <a:pt x="602523" y="126455"/>
                  <a:pt x="606114" y="125721"/>
                  <a:pt x="609674" y="124253"/>
                </a:cubicBezTo>
                <a:cubicBezTo>
                  <a:pt x="613233" y="122786"/>
                  <a:pt x="616543" y="120553"/>
                  <a:pt x="619603" y="117556"/>
                </a:cubicBezTo>
                <a:cubicBezTo>
                  <a:pt x="622662" y="114559"/>
                  <a:pt x="625270" y="111140"/>
                  <a:pt x="627424" y="107299"/>
                </a:cubicBezTo>
                <a:cubicBezTo>
                  <a:pt x="629578" y="103459"/>
                  <a:pt x="631311" y="99322"/>
                  <a:pt x="632623" y="94888"/>
                </a:cubicBezTo>
                <a:cubicBezTo>
                  <a:pt x="634559" y="88706"/>
                  <a:pt x="635526" y="82773"/>
                  <a:pt x="635526" y="77091"/>
                </a:cubicBezTo>
                <a:cubicBezTo>
                  <a:pt x="635526" y="68098"/>
                  <a:pt x="633263" y="61120"/>
                  <a:pt x="628735" y="56155"/>
                </a:cubicBezTo>
                <a:cubicBezTo>
                  <a:pt x="624208" y="51191"/>
                  <a:pt x="618510" y="48708"/>
                  <a:pt x="611641" y="48708"/>
                </a:cubicBezTo>
                <a:cubicBezTo>
                  <a:pt x="606333" y="48708"/>
                  <a:pt x="601493" y="49973"/>
                  <a:pt x="597122" y="52502"/>
                </a:cubicBezTo>
                <a:cubicBezTo>
                  <a:pt x="592750" y="55031"/>
                  <a:pt x="588801" y="58731"/>
                  <a:pt x="585272" y="63602"/>
                </a:cubicBezTo>
                <a:cubicBezTo>
                  <a:pt x="581744" y="68473"/>
                  <a:pt x="579153" y="74140"/>
                  <a:pt x="577498" y="80603"/>
                </a:cubicBezTo>
                <a:cubicBezTo>
                  <a:pt x="575843" y="87066"/>
                  <a:pt x="575016" y="92827"/>
                  <a:pt x="575016" y="97885"/>
                </a:cubicBezTo>
                <a:close/>
                <a:moveTo>
                  <a:pt x="661725" y="137320"/>
                </a:moveTo>
                <a:lnTo>
                  <a:pt x="682519" y="37843"/>
                </a:lnTo>
                <a:lnTo>
                  <a:pt x="697507" y="37843"/>
                </a:lnTo>
                <a:lnTo>
                  <a:pt x="693291" y="58257"/>
                </a:lnTo>
                <a:cubicBezTo>
                  <a:pt x="698412" y="50547"/>
                  <a:pt x="703423" y="44843"/>
                  <a:pt x="708325" y="41145"/>
                </a:cubicBezTo>
                <a:cubicBezTo>
                  <a:pt x="713228" y="37445"/>
                  <a:pt x="718239" y="35595"/>
                  <a:pt x="723360" y="35595"/>
                </a:cubicBezTo>
                <a:cubicBezTo>
                  <a:pt x="726732" y="35595"/>
                  <a:pt x="730884" y="36781"/>
                  <a:pt x="735818" y="39154"/>
                </a:cubicBezTo>
                <a:lnTo>
                  <a:pt x="728886" y="54891"/>
                </a:lnTo>
                <a:cubicBezTo>
                  <a:pt x="725951" y="52892"/>
                  <a:pt x="722735" y="51893"/>
                  <a:pt x="719238" y="51893"/>
                </a:cubicBezTo>
                <a:cubicBezTo>
                  <a:pt x="713306" y="51893"/>
                  <a:pt x="707217" y="55197"/>
                  <a:pt x="700972" y="61805"/>
                </a:cubicBezTo>
                <a:cubicBezTo>
                  <a:pt x="694728" y="68410"/>
                  <a:pt x="689826" y="80283"/>
                  <a:pt x="686266" y="97423"/>
                </a:cubicBezTo>
                <a:lnTo>
                  <a:pt x="677836" y="137320"/>
                </a:lnTo>
                <a:lnTo>
                  <a:pt x="661725" y="1373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y">
            <a:extLst xmlns:a="http://schemas.openxmlformats.org/drawingml/2006/main">
              <a:ext uri="{FF2B5EF4-FFF2-40B4-BE49-F238E27FC236}">
                <a16:creationId xmlns:a16="http://schemas.microsoft.com/office/drawing/2014/main" id="{8C53EBD5-2E40-4049-8925-D76EDDD8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568" y="3997542"/>
            <a:ext cx="107627" cy="139943"/>
          </a:xfrm>
          <a:custGeom xmlns:a="http://schemas.openxmlformats.org/drawingml/2006/main">
            <a:pathLst>
              <a:path w="107627" h="139943">
                <a:moveTo>
                  <a:pt x="0" y="137941"/>
                </a:moveTo>
                <a:lnTo>
                  <a:pt x="1030" y="121789"/>
                </a:lnTo>
                <a:cubicBezTo>
                  <a:pt x="4527" y="122776"/>
                  <a:pt x="7931" y="123270"/>
                  <a:pt x="11240" y="123270"/>
                </a:cubicBezTo>
                <a:cubicBezTo>
                  <a:pt x="14675" y="123270"/>
                  <a:pt x="17454" y="122499"/>
                  <a:pt x="19577" y="120957"/>
                </a:cubicBezTo>
                <a:cubicBezTo>
                  <a:pt x="22325" y="118920"/>
                  <a:pt x="25322" y="115094"/>
                  <a:pt x="28569" y="109480"/>
                </a:cubicBezTo>
                <a:lnTo>
                  <a:pt x="34002" y="99806"/>
                </a:lnTo>
                <a:lnTo>
                  <a:pt x="17423" y="0"/>
                </a:lnTo>
                <a:lnTo>
                  <a:pt x="34096" y="0"/>
                </a:lnTo>
                <a:lnTo>
                  <a:pt x="41590" y="50348"/>
                </a:lnTo>
                <a:cubicBezTo>
                  <a:pt x="43088" y="60286"/>
                  <a:pt x="44368" y="70225"/>
                  <a:pt x="45430" y="80164"/>
                </a:cubicBezTo>
                <a:lnTo>
                  <a:pt x="89923" y="0"/>
                </a:lnTo>
                <a:lnTo>
                  <a:pt x="107627" y="0"/>
                </a:lnTo>
                <a:lnTo>
                  <a:pt x="44212" y="112609"/>
                </a:lnTo>
                <a:cubicBezTo>
                  <a:pt x="38093" y="123668"/>
                  <a:pt x="32660" y="130988"/>
                  <a:pt x="27914" y="134569"/>
                </a:cubicBezTo>
                <a:cubicBezTo>
                  <a:pt x="23168" y="138152"/>
                  <a:pt x="17704" y="139943"/>
                  <a:pt x="11521" y="139943"/>
                </a:cubicBezTo>
                <a:cubicBezTo>
                  <a:pt x="7587" y="139943"/>
                  <a:pt x="3747" y="139276"/>
                  <a:pt x="0" y="137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515CF9-2E19-49E7-8DDC-076566C0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762" y="3573835"/>
            <a:ext cx="122084" cy="261609"/>
          </a:xfrm>
          <a:custGeom xmlns:a="http://schemas.openxmlformats.org/drawingml/2006/main">
            <a:pathLst>
              <a:path w="122084" h="261609">
                <a:moveTo>
                  <a:pt x="0" y="0"/>
                </a:moveTo>
                <a:lnTo>
                  <a:pt x="122084" y="0"/>
                </a:lnTo>
                <a:lnTo>
                  <a:pt x="122084" y="261609"/>
                </a:lnTo>
                <a:lnTo>
                  <a:pt x="0" y="26160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+">
            <a:extLst xmlns:a="http://schemas.openxmlformats.org/drawingml/2006/main">
              <a:ext uri="{FF2B5EF4-FFF2-40B4-BE49-F238E27FC236}">
                <a16:creationId xmlns:a16="http://schemas.microsoft.com/office/drawing/2014/main" id="{033DC892-AFCA-43D2-8CC2-04CE6301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3994" y="3646297"/>
            <a:ext cx="113469" cy="113358"/>
          </a:xfrm>
          <a:custGeom xmlns:a="http://schemas.openxmlformats.org/drawingml/2006/main">
            <a:pathLst>
              <a:path w="113469" h="113358">
                <a:moveTo>
                  <a:pt x="42509" y="113358"/>
                </a:moveTo>
                <a:lnTo>
                  <a:pt x="42509" y="71291"/>
                </a:lnTo>
                <a:lnTo>
                  <a:pt x="0" y="71291"/>
                </a:lnTo>
                <a:lnTo>
                  <a:pt x="0" y="42066"/>
                </a:lnTo>
                <a:lnTo>
                  <a:pt x="42509" y="42066"/>
                </a:lnTo>
                <a:lnTo>
                  <a:pt x="42509" y="0"/>
                </a:lnTo>
                <a:lnTo>
                  <a:pt x="70849" y="0"/>
                </a:lnTo>
                <a:lnTo>
                  <a:pt x="70849" y="42066"/>
                </a:lnTo>
                <a:lnTo>
                  <a:pt x="113469" y="42066"/>
                </a:lnTo>
                <a:lnTo>
                  <a:pt x="113469" y="71291"/>
                </a:lnTo>
                <a:lnTo>
                  <a:pt x="70849" y="71291"/>
                </a:lnTo>
                <a:lnTo>
                  <a:pt x="70849" y="113358"/>
                </a:lnTo>
                <a:lnTo>
                  <a:pt x="42509" y="113358"/>
                </a:lnTo>
                <a:close/>
              </a:path>
            </a:pathLst>
          </a:custGeom>
          <a:solidFill xmlns:a="http://schemas.openxmlformats.org/drawingml/2006/main">
            <a:srgbClr val="1063A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16BA9C-9245-4FAD-B50B-57DF41D0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618" y="3207583"/>
            <a:ext cx="167133" cy="1046436"/>
          </a:xfrm>
          <a:custGeom xmlns:a="http://schemas.openxmlformats.org/drawingml/2006/main">
            <a:pathLst>
              <a:path w="167133" h="1046436" fill="none">
                <a:moveTo>
                  <a:pt x="167133" y="0"/>
                </a:moveTo>
                <a:lnTo>
                  <a:pt x="123532" y="0"/>
                </a:lnTo>
                <a:cubicBezTo>
                  <a:pt x="94458" y="0"/>
                  <a:pt x="79930" y="58130"/>
                  <a:pt x="79930" y="174406"/>
                </a:cubicBezTo>
                <a:lnTo>
                  <a:pt x="79930" y="348812"/>
                </a:lnTo>
                <a:cubicBezTo>
                  <a:pt x="79930" y="465089"/>
                  <a:pt x="65402" y="523218"/>
                  <a:pt x="36329" y="523218"/>
                </a:cubicBezTo>
                <a:lnTo>
                  <a:pt x="14528" y="523218"/>
                </a:lnTo>
                <a:cubicBezTo>
                  <a:pt x="0" y="523218"/>
                  <a:pt x="7255" y="523218"/>
                  <a:pt x="36329" y="523218"/>
                </a:cubicBezTo>
                <a:lnTo>
                  <a:pt x="58130" y="523218"/>
                </a:lnTo>
                <a:cubicBezTo>
                  <a:pt x="72658" y="523218"/>
                  <a:pt x="79930" y="581348"/>
                  <a:pt x="79930" y="697624"/>
                </a:cubicBezTo>
                <a:lnTo>
                  <a:pt x="79930" y="872030"/>
                </a:lnTo>
                <a:cubicBezTo>
                  <a:pt x="79930" y="988307"/>
                  <a:pt x="94458" y="1046436"/>
                  <a:pt x="123532" y="1046436"/>
                </a:cubicBezTo>
                <a:lnTo>
                  <a:pt x="167133" y="1046436"/>
                </a:lnTo>
              </a:path>
            </a:pathLst>
          </a:custGeom>
          <a:noFill xmlns:a="http://schemas.openxmlformats.org/drawingml/2006/main"/>
          <a:ln xmlns:a="http://schemas.openxmlformats.org/drawingml/2006/main" w="34881" cap="flat">
            <a:solidFill>
              <a:srgbClr val="145A90">
                <a:alpha val="80000"/>
              </a:srgbClr>
            </a:solidFill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A607A2-EEBE-4E31-8089-A9DFE0A1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495" y="3207583"/>
            <a:ext cx="167133" cy="1046436"/>
          </a:xfrm>
          <a:custGeom xmlns:a="http://schemas.openxmlformats.org/drawingml/2006/main">
            <a:pathLst>
              <a:path w="167133" h="1046436" fill="none">
                <a:moveTo>
                  <a:pt x="0" y="0"/>
                </a:moveTo>
                <a:lnTo>
                  <a:pt x="43602" y="0"/>
                </a:lnTo>
                <a:cubicBezTo>
                  <a:pt x="72675" y="0"/>
                  <a:pt x="87203" y="58130"/>
                  <a:pt x="87203" y="174406"/>
                </a:cubicBezTo>
                <a:lnTo>
                  <a:pt x="87203" y="348812"/>
                </a:lnTo>
                <a:cubicBezTo>
                  <a:pt x="87203" y="465089"/>
                  <a:pt x="101731" y="523218"/>
                  <a:pt x="130805" y="523218"/>
                </a:cubicBezTo>
                <a:lnTo>
                  <a:pt x="152605" y="523218"/>
                </a:lnTo>
                <a:cubicBezTo>
                  <a:pt x="167133" y="523218"/>
                  <a:pt x="159878" y="523218"/>
                  <a:pt x="130805" y="523218"/>
                </a:cubicBezTo>
                <a:lnTo>
                  <a:pt x="109004" y="523218"/>
                </a:lnTo>
                <a:cubicBezTo>
                  <a:pt x="94476" y="523218"/>
                  <a:pt x="87203" y="581348"/>
                  <a:pt x="87203" y="697624"/>
                </a:cubicBezTo>
                <a:lnTo>
                  <a:pt x="87203" y="872030"/>
                </a:lnTo>
                <a:cubicBezTo>
                  <a:pt x="87203" y="988307"/>
                  <a:pt x="72675" y="1046436"/>
                  <a:pt x="43602" y="1046436"/>
                </a:cubicBezTo>
                <a:lnTo>
                  <a:pt x="0" y="1046436"/>
                </a:lnTo>
              </a:path>
            </a:pathLst>
          </a:custGeom>
          <a:noFill xmlns:a="http://schemas.openxmlformats.org/drawingml/2006/main"/>
          <a:ln xmlns:a="http://schemas.openxmlformats.org/drawingml/2006/main" w="34881" cap="flat">
            <a:solidFill>
              <a:srgbClr val="145A90">
                <a:alpha val="80000"/>
              </a:srgbClr>
            </a:solidFill>
            <a:miter/>
          </a:ln>
        </p:spPr>
      </p:sp>
      <p:sp>
        <p:nvSpPr>
          <p:cNvPr id="66" name="Text D">
            <a:extLst xmlns:a="http://schemas.openxmlformats.org/drawingml/2006/main">
              <a:ext uri="{FF2B5EF4-FFF2-40B4-BE49-F238E27FC236}">
                <a16:creationId xmlns:a16="http://schemas.microsoft.com/office/drawing/2014/main" id="{4A81D680-FD11-4BF9-A151-99E4DABE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43" y="2032981"/>
            <a:ext cx="137320" cy="115121"/>
          </a:xfrm>
          <a:custGeom xmlns:a="http://schemas.openxmlformats.org/drawingml/2006/main">
            <a:pathLst>
              <a:path w="137320" h="115121">
                <a:moveTo>
                  <a:pt x="0" y="115121"/>
                </a:moveTo>
                <a:lnTo>
                  <a:pt x="0" y="64445"/>
                </a:lnTo>
                <a:cubicBezTo>
                  <a:pt x="0" y="53017"/>
                  <a:pt x="874" y="44306"/>
                  <a:pt x="2623" y="38311"/>
                </a:cubicBezTo>
                <a:cubicBezTo>
                  <a:pt x="4996" y="30255"/>
                  <a:pt x="9211" y="23355"/>
                  <a:pt x="15268" y="17610"/>
                </a:cubicBezTo>
                <a:cubicBezTo>
                  <a:pt x="21326" y="11865"/>
                  <a:pt x="28741" y="7494"/>
                  <a:pt x="37515" y="4496"/>
                </a:cubicBezTo>
                <a:cubicBezTo>
                  <a:pt x="46289" y="1499"/>
                  <a:pt x="57108" y="0"/>
                  <a:pt x="69972" y="0"/>
                </a:cubicBezTo>
                <a:cubicBezTo>
                  <a:pt x="81274" y="0"/>
                  <a:pt x="91016" y="1405"/>
                  <a:pt x="99197" y="4215"/>
                </a:cubicBezTo>
                <a:cubicBezTo>
                  <a:pt x="109188" y="7650"/>
                  <a:pt x="117275" y="12552"/>
                  <a:pt x="123457" y="18921"/>
                </a:cubicBezTo>
                <a:cubicBezTo>
                  <a:pt x="128141" y="23730"/>
                  <a:pt x="131794" y="30224"/>
                  <a:pt x="134417" y="38405"/>
                </a:cubicBezTo>
                <a:cubicBezTo>
                  <a:pt x="136352" y="44525"/>
                  <a:pt x="137320" y="52705"/>
                  <a:pt x="137320" y="62946"/>
                </a:cubicBezTo>
                <a:lnTo>
                  <a:pt x="137320" y="115121"/>
                </a:lnTo>
                <a:lnTo>
                  <a:pt x="0" y="115121"/>
                </a:lnTo>
                <a:moveTo>
                  <a:pt x="23230" y="87394"/>
                </a:moveTo>
                <a:lnTo>
                  <a:pt x="114090" y="87394"/>
                </a:lnTo>
                <a:lnTo>
                  <a:pt x="114090" y="66693"/>
                </a:lnTo>
                <a:cubicBezTo>
                  <a:pt x="114090" y="58950"/>
                  <a:pt x="113653" y="53361"/>
                  <a:pt x="112779" y="49926"/>
                </a:cubicBezTo>
                <a:cubicBezTo>
                  <a:pt x="111657" y="45430"/>
                  <a:pt x="109755" y="41699"/>
                  <a:pt x="107074" y="38733"/>
                </a:cubicBezTo>
                <a:cubicBezTo>
                  <a:pt x="104390" y="35766"/>
                  <a:pt x="99976" y="33347"/>
                  <a:pt x="93831" y="31473"/>
                </a:cubicBezTo>
                <a:cubicBezTo>
                  <a:pt x="87686" y="29600"/>
                  <a:pt x="79311" y="28663"/>
                  <a:pt x="68707" y="28663"/>
                </a:cubicBezTo>
                <a:cubicBezTo>
                  <a:pt x="58103" y="28663"/>
                  <a:pt x="49962" y="29600"/>
                  <a:pt x="44285" y="31473"/>
                </a:cubicBezTo>
                <a:cubicBezTo>
                  <a:pt x="38609" y="33347"/>
                  <a:pt x="34180" y="35969"/>
                  <a:pt x="30999" y="39341"/>
                </a:cubicBezTo>
                <a:cubicBezTo>
                  <a:pt x="27816" y="42714"/>
                  <a:pt x="25664" y="46991"/>
                  <a:pt x="24542" y="52174"/>
                </a:cubicBezTo>
                <a:cubicBezTo>
                  <a:pt x="23667" y="56046"/>
                  <a:pt x="23230" y="63633"/>
                  <a:pt x="23230" y="74936"/>
                </a:cubicBezTo>
                <a:lnTo>
                  <a:pt x="23230" y="873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a">
            <a:extLst xmlns:a="http://schemas.openxmlformats.org/drawingml/2006/main">
              <a:ext uri="{FF2B5EF4-FFF2-40B4-BE49-F238E27FC236}">
                <a16:creationId xmlns:a16="http://schemas.microsoft.com/office/drawing/2014/main" id="{DED5CFF3-652E-412C-AB46-4623EC1F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37" y="1923232"/>
            <a:ext cx="103974" cy="93389"/>
          </a:xfrm>
          <a:custGeom xmlns:a="http://schemas.openxmlformats.org/drawingml/2006/main">
            <a:pathLst>
              <a:path w="103974" h="93389">
                <a:moveTo>
                  <a:pt x="32972" y="66787"/>
                </a:moveTo>
                <a:lnTo>
                  <a:pt x="28663" y="90673"/>
                </a:lnTo>
                <a:cubicBezTo>
                  <a:pt x="18919" y="87987"/>
                  <a:pt x="11707" y="83366"/>
                  <a:pt x="7025" y="76810"/>
                </a:cubicBezTo>
                <a:cubicBezTo>
                  <a:pt x="2342" y="70253"/>
                  <a:pt x="0" y="60511"/>
                  <a:pt x="0" y="47584"/>
                </a:cubicBezTo>
                <a:cubicBezTo>
                  <a:pt x="0" y="35844"/>
                  <a:pt x="1389" y="27102"/>
                  <a:pt x="4168" y="21357"/>
                </a:cubicBezTo>
                <a:cubicBezTo>
                  <a:pt x="6947" y="15612"/>
                  <a:pt x="10475" y="11568"/>
                  <a:pt x="14753" y="9227"/>
                </a:cubicBezTo>
                <a:cubicBezTo>
                  <a:pt x="19031" y="6885"/>
                  <a:pt x="26883" y="5714"/>
                  <a:pt x="38311" y="5714"/>
                </a:cubicBezTo>
                <a:lnTo>
                  <a:pt x="69035" y="5995"/>
                </a:lnTo>
                <a:cubicBezTo>
                  <a:pt x="77777" y="5995"/>
                  <a:pt x="84225" y="5573"/>
                  <a:pt x="88378" y="4730"/>
                </a:cubicBezTo>
                <a:cubicBezTo>
                  <a:pt x="92530" y="3887"/>
                  <a:pt x="96980" y="2311"/>
                  <a:pt x="101726" y="0"/>
                </a:cubicBezTo>
                <a:lnTo>
                  <a:pt x="101726" y="26040"/>
                </a:lnTo>
                <a:cubicBezTo>
                  <a:pt x="99977" y="26727"/>
                  <a:pt x="97386" y="27570"/>
                  <a:pt x="93951" y="28569"/>
                </a:cubicBezTo>
                <a:cubicBezTo>
                  <a:pt x="92390" y="29007"/>
                  <a:pt x="91360" y="29319"/>
                  <a:pt x="90860" y="29506"/>
                </a:cubicBezTo>
                <a:cubicBezTo>
                  <a:pt x="95231" y="34002"/>
                  <a:pt x="98510" y="38811"/>
                  <a:pt x="100695" y="43931"/>
                </a:cubicBezTo>
                <a:cubicBezTo>
                  <a:pt x="102881" y="49052"/>
                  <a:pt x="103974" y="54516"/>
                  <a:pt x="103974" y="60324"/>
                </a:cubicBezTo>
                <a:cubicBezTo>
                  <a:pt x="103974" y="70565"/>
                  <a:pt x="101207" y="78636"/>
                  <a:pt x="95672" y="84537"/>
                </a:cubicBezTo>
                <a:cubicBezTo>
                  <a:pt x="90138" y="90439"/>
                  <a:pt x="83142" y="93389"/>
                  <a:pt x="74684" y="93389"/>
                </a:cubicBezTo>
                <a:cubicBezTo>
                  <a:pt x="69088" y="93389"/>
                  <a:pt x="64098" y="92047"/>
                  <a:pt x="59715" y="89361"/>
                </a:cubicBezTo>
                <a:cubicBezTo>
                  <a:pt x="55330" y="86676"/>
                  <a:pt x="51971" y="82914"/>
                  <a:pt x="49639" y="78074"/>
                </a:cubicBezTo>
                <a:cubicBezTo>
                  <a:pt x="47307" y="73234"/>
                  <a:pt x="45271" y="66256"/>
                  <a:pt x="43530" y="57139"/>
                </a:cubicBezTo>
                <a:cubicBezTo>
                  <a:pt x="41229" y="44837"/>
                  <a:pt x="39084" y="36313"/>
                  <a:pt x="37093" y="31567"/>
                </a:cubicBezTo>
                <a:lnTo>
                  <a:pt x="34441" y="31567"/>
                </a:lnTo>
                <a:cubicBezTo>
                  <a:pt x="29327" y="31567"/>
                  <a:pt x="25680" y="32816"/>
                  <a:pt x="23502" y="35314"/>
                </a:cubicBezTo>
                <a:cubicBezTo>
                  <a:pt x="21323" y="37812"/>
                  <a:pt x="20233" y="42526"/>
                  <a:pt x="20233" y="49458"/>
                </a:cubicBezTo>
                <a:cubicBezTo>
                  <a:pt x="20233" y="54141"/>
                  <a:pt x="21175" y="57794"/>
                  <a:pt x="23060" y="60417"/>
                </a:cubicBezTo>
                <a:cubicBezTo>
                  <a:pt x="24944" y="63040"/>
                  <a:pt x="28247" y="65163"/>
                  <a:pt x="32972" y="66787"/>
                </a:cubicBezTo>
                <a:moveTo>
                  <a:pt x="54329" y="31567"/>
                </a:moveTo>
                <a:cubicBezTo>
                  <a:pt x="55439" y="34939"/>
                  <a:pt x="56766" y="40278"/>
                  <a:pt x="58310" y="47584"/>
                </a:cubicBezTo>
                <a:cubicBezTo>
                  <a:pt x="59851" y="54891"/>
                  <a:pt x="61363" y="59668"/>
                  <a:pt x="62844" y="61916"/>
                </a:cubicBezTo>
                <a:cubicBezTo>
                  <a:pt x="65250" y="65351"/>
                  <a:pt x="68304" y="67068"/>
                  <a:pt x="72006" y="67068"/>
                </a:cubicBezTo>
                <a:cubicBezTo>
                  <a:pt x="75647" y="67068"/>
                  <a:pt x="78795" y="65694"/>
                  <a:pt x="81449" y="62946"/>
                </a:cubicBezTo>
                <a:cubicBezTo>
                  <a:pt x="84101" y="60199"/>
                  <a:pt x="85427" y="56702"/>
                  <a:pt x="85427" y="52455"/>
                </a:cubicBezTo>
                <a:cubicBezTo>
                  <a:pt x="85427" y="47709"/>
                  <a:pt x="83885" y="43182"/>
                  <a:pt x="80799" y="38873"/>
                </a:cubicBezTo>
                <a:cubicBezTo>
                  <a:pt x="78456" y="35688"/>
                  <a:pt x="75586" y="33596"/>
                  <a:pt x="72190" y="32597"/>
                </a:cubicBezTo>
                <a:cubicBezTo>
                  <a:pt x="69970" y="31910"/>
                  <a:pt x="65744" y="31567"/>
                  <a:pt x="59513" y="31567"/>
                </a:cubicBezTo>
                <a:lnTo>
                  <a:pt x="54329" y="315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t">
            <a:extLst xmlns:a="http://schemas.openxmlformats.org/drawingml/2006/main">
              <a:ext uri="{FF2B5EF4-FFF2-40B4-BE49-F238E27FC236}">
                <a16:creationId xmlns:a16="http://schemas.microsoft.com/office/drawing/2014/main" id="{AB36F2D6-BB52-4D07-AEEF-1603C6FB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78" y="1855257"/>
            <a:ext cx="137133" cy="58638"/>
          </a:xfrm>
          <a:custGeom xmlns:a="http://schemas.openxmlformats.org/drawingml/2006/main">
            <a:pathLst>
              <a:path w="137133" h="58638">
                <a:moveTo>
                  <a:pt x="35407" y="2154"/>
                </a:moveTo>
                <a:lnTo>
                  <a:pt x="56389" y="2154"/>
                </a:lnTo>
                <a:lnTo>
                  <a:pt x="56389" y="20139"/>
                </a:lnTo>
                <a:lnTo>
                  <a:pt x="96416" y="20139"/>
                </a:lnTo>
                <a:cubicBezTo>
                  <a:pt x="104522" y="20139"/>
                  <a:pt x="109246" y="19967"/>
                  <a:pt x="110586" y="19624"/>
                </a:cubicBezTo>
                <a:cubicBezTo>
                  <a:pt x="111925" y="19280"/>
                  <a:pt x="113032" y="18500"/>
                  <a:pt x="113906" y="17282"/>
                </a:cubicBezTo>
                <a:cubicBezTo>
                  <a:pt x="114778" y="16064"/>
                  <a:pt x="115214" y="14581"/>
                  <a:pt x="115214" y="12833"/>
                </a:cubicBezTo>
                <a:cubicBezTo>
                  <a:pt x="115214" y="10397"/>
                  <a:pt x="114371" y="6869"/>
                  <a:pt x="112685" y="2248"/>
                </a:cubicBezTo>
                <a:lnTo>
                  <a:pt x="133181" y="0"/>
                </a:lnTo>
                <a:cubicBezTo>
                  <a:pt x="135816" y="6120"/>
                  <a:pt x="137133" y="13051"/>
                  <a:pt x="137133" y="20795"/>
                </a:cubicBezTo>
                <a:cubicBezTo>
                  <a:pt x="137133" y="25541"/>
                  <a:pt x="136337" y="29818"/>
                  <a:pt x="134744" y="33628"/>
                </a:cubicBezTo>
                <a:cubicBezTo>
                  <a:pt x="133152" y="37437"/>
                  <a:pt x="131091" y="40231"/>
                  <a:pt x="128562" y="42011"/>
                </a:cubicBezTo>
                <a:cubicBezTo>
                  <a:pt x="126033" y="43791"/>
                  <a:pt x="122614" y="45024"/>
                  <a:pt x="118305" y="45711"/>
                </a:cubicBezTo>
                <a:cubicBezTo>
                  <a:pt x="115245" y="46273"/>
                  <a:pt x="109063" y="46554"/>
                  <a:pt x="99759" y="46554"/>
                </a:cubicBezTo>
                <a:lnTo>
                  <a:pt x="56389" y="46554"/>
                </a:lnTo>
                <a:lnTo>
                  <a:pt x="56389" y="58638"/>
                </a:lnTo>
                <a:lnTo>
                  <a:pt x="35407" y="58638"/>
                </a:lnTo>
                <a:lnTo>
                  <a:pt x="35407" y="46554"/>
                </a:lnTo>
                <a:lnTo>
                  <a:pt x="15549" y="46554"/>
                </a:lnTo>
                <a:lnTo>
                  <a:pt x="0" y="20139"/>
                </a:lnTo>
                <a:lnTo>
                  <a:pt x="35407" y="20139"/>
                </a:lnTo>
                <a:lnTo>
                  <a:pt x="35407" y="21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a">
            <a:extLst xmlns:a="http://schemas.openxmlformats.org/drawingml/2006/main">
              <a:ext uri="{FF2B5EF4-FFF2-40B4-BE49-F238E27FC236}">
                <a16:creationId xmlns:a16="http://schemas.microsoft.com/office/drawing/2014/main" id="{FF570F43-73E8-4569-A447-608ABF71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37" y="1752689"/>
            <a:ext cx="103974" cy="93389"/>
          </a:xfrm>
          <a:custGeom xmlns:a="http://schemas.openxmlformats.org/drawingml/2006/main">
            <a:pathLst>
              <a:path w="103974" h="93389">
                <a:moveTo>
                  <a:pt x="32972" y="66787"/>
                </a:moveTo>
                <a:lnTo>
                  <a:pt x="28663" y="90673"/>
                </a:lnTo>
                <a:cubicBezTo>
                  <a:pt x="18919" y="87987"/>
                  <a:pt x="11707" y="83366"/>
                  <a:pt x="7025" y="76810"/>
                </a:cubicBezTo>
                <a:cubicBezTo>
                  <a:pt x="2342" y="70253"/>
                  <a:pt x="0" y="60511"/>
                  <a:pt x="0" y="47584"/>
                </a:cubicBezTo>
                <a:cubicBezTo>
                  <a:pt x="0" y="35844"/>
                  <a:pt x="1389" y="27102"/>
                  <a:pt x="4168" y="21357"/>
                </a:cubicBezTo>
                <a:cubicBezTo>
                  <a:pt x="6947" y="15612"/>
                  <a:pt x="10475" y="11568"/>
                  <a:pt x="14753" y="9227"/>
                </a:cubicBezTo>
                <a:cubicBezTo>
                  <a:pt x="19031" y="6885"/>
                  <a:pt x="26883" y="5714"/>
                  <a:pt x="38311" y="5714"/>
                </a:cubicBezTo>
                <a:lnTo>
                  <a:pt x="69035" y="5995"/>
                </a:lnTo>
                <a:cubicBezTo>
                  <a:pt x="77777" y="5995"/>
                  <a:pt x="84225" y="5573"/>
                  <a:pt x="88378" y="4730"/>
                </a:cubicBezTo>
                <a:cubicBezTo>
                  <a:pt x="92530" y="3887"/>
                  <a:pt x="96980" y="2311"/>
                  <a:pt x="101726" y="0"/>
                </a:cubicBezTo>
                <a:lnTo>
                  <a:pt x="101726" y="26040"/>
                </a:lnTo>
                <a:cubicBezTo>
                  <a:pt x="99977" y="26727"/>
                  <a:pt x="97386" y="27570"/>
                  <a:pt x="93951" y="28569"/>
                </a:cubicBezTo>
                <a:cubicBezTo>
                  <a:pt x="92390" y="29007"/>
                  <a:pt x="91360" y="29319"/>
                  <a:pt x="90860" y="29506"/>
                </a:cubicBezTo>
                <a:cubicBezTo>
                  <a:pt x="95231" y="34002"/>
                  <a:pt x="98510" y="38811"/>
                  <a:pt x="100695" y="43931"/>
                </a:cubicBezTo>
                <a:cubicBezTo>
                  <a:pt x="102881" y="49052"/>
                  <a:pt x="103974" y="54516"/>
                  <a:pt x="103974" y="60324"/>
                </a:cubicBezTo>
                <a:cubicBezTo>
                  <a:pt x="103974" y="70565"/>
                  <a:pt x="101207" y="78636"/>
                  <a:pt x="95672" y="84537"/>
                </a:cubicBezTo>
                <a:cubicBezTo>
                  <a:pt x="90138" y="90439"/>
                  <a:pt x="83142" y="93389"/>
                  <a:pt x="74684" y="93389"/>
                </a:cubicBezTo>
                <a:cubicBezTo>
                  <a:pt x="69088" y="93389"/>
                  <a:pt x="64098" y="92047"/>
                  <a:pt x="59715" y="89361"/>
                </a:cubicBezTo>
                <a:cubicBezTo>
                  <a:pt x="55330" y="86676"/>
                  <a:pt x="51971" y="82914"/>
                  <a:pt x="49639" y="78074"/>
                </a:cubicBezTo>
                <a:cubicBezTo>
                  <a:pt x="47307" y="73234"/>
                  <a:pt x="45271" y="66256"/>
                  <a:pt x="43530" y="57139"/>
                </a:cubicBezTo>
                <a:cubicBezTo>
                  <a:pt x="41229" y="44837"/>
                  <a:pt x="39084" y="36313"/>
                  <a:pt x="37093" y="31567"/>
                </a:cubicBezTo>
                <a:lnTo>
                  <a:pt x="34441" y="31567"/>
                </a:lnTo>
                <a:cubicBezTo>
                  <a:pt x="29327" y="31567"/>
                  <a:pt x="25680" y="32816"/>
                  <a:pt x="23502" y="35314"/>
                </a:cubicBezTo>
                <a:cubicBezTo>
                  <a:pt x="21323" y="37812"/>
                  <a:pt x="20233" y="42526"/>
                  <a:pt x="20233" y="49458"/>
                </a:cubicBezTo>
                <a:cubicBezTo>
                  <a:pt x="20233" y="54141"/>
                  <a:pt x="21175" y="57794"/>
                  <a:pt x="23060" y="60417"/>
                </a:cubicBezTo>
                <a:cubicBezTo>
                  <a:pt x="24944" y="63040"/>
                  <a:pt x="28247" y="65163"/>
                  <a:pt x="32972" y="66787"/>
                </a:cubicBezTo>
                <a:moveTo>
                  <a:pt x="54329" y="31567"/>
                </a:moveTo>
                <a:cubicBezTo>
                  <a:pt x="55439" y="34939"/>
                  <a:pt x="56766" y="40278"/>
                  <a:pt x="58310" y="47584"/>
                </a:cubicBezTo>
                <a:cubicBezTo>
                  <a:pt x="59851" y="54891"/>
                  <a:pt x="61363" y="59668"/>
                  <a:pt x="62844" y="61916"/>
                </a:cubicBezTo>
                <a:cubicBezTo>
                  <a:pt x="65250" y="65351"/>
                  <a:pt x="68304" y="67068"/>
                  <a:pt x="72006" y="67068"/>
                </a:cubicBezTo>
                <a:cubicBezTo>
                  <a:pt x="75647" y="67068"/>
                  <a:pt x="78795" y="65694"/>
                  <a:pt x="81449" y="62946"/>
                </a:cubicBezTo>
                <a:cubicBezTo>
                  <a:pt x="84101" y="60199"/>
                  <a:pt x="85427" y="56702"/>
                  <a:pt x="85427" y="52455"/>
                </a:cubicBezTo>
                <a:cubicBezTo>
                  <a:pt x="85427" y="47709"/>
                  <a:pt x="83885" y="43182"/>
                  <a:pt x="80799" y="38873"/>
                </a:cubicBezTo>
                <a:cubicBezTo>
                  <a:pt x="78456" y="35688"/>
                  <a:pt x="75586" y="33596"/>
                  <a:pt x="72190" y="32597"/>
                </a:cubicBezTo>
                <a:cubicBezTo>
                  <a:pt x="69970" y="31910"/>
                  <a:pt x="65744" y="31567"/>
                  <a:pt x="59513" y="31567"/>
                </a:cubicBezTo>
                <a:lnTo>
                  <a:pt x="54329" y="315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C">
            <a:extLst xmlns:a="http://schemas.openxmlformats.org/drawingml/2006/main">
              <a:ext uri="{FF2B5EF4-FFF2-40B4-BE49-F238E27FC236}">
                <a16:creationId xmlns:a16="http://schemas.microsoft.com/office/drawing/2014/main" id="{0A7AAED7-F6B7-468F-A9C3-59C9E7A7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07" y="1564222"/>
            <a:ext cx="142191" cy="119617"/>
          </a:xfrm>
          <a:custGeom xmlns:a="http://schemas.openxmlformats.org/drawingml/2006/main">
            <a:pathLst>
              <a:path w="142191" h="119617">
                <a:moveTo>
                  <a:pt x="89174" y="26883"/>
                </a:moveTo>
                <a:lnTo>
                  <a:pt x="97604" y="0"/>
                </a:lnTo>
                <a:cubicBezTo>
                  <a:pt x="112687" y="4121"/>
                  <a:pt x="123889" y="10975"/>
                  <a:pt x="131211" y="20561"/>
                </a:cubicBezTo>
                <a:cubicBezTo>
                  <a:pt x="138531" y="30146"/>
                  <a:pt x="142191" y="42308"/>
                  <a:pt x="142191" y="57045"/>
                </a:cubicBezTo>
                <a:cubicBezTo>
                  <a:pt x="142191" y="75280"/>
                  <a:pt x="135954" y="90267"/>
                  <a:pt x="123481" y="102007"/>
                </a:cubicBezTo>
                <a:cubicBezTo>
                  <a:pt x="111005" y="113747"/>
                  <a:pt x="93950" y="119617"/>
                  <a:pt x="72316" y="119617"/>
                </a:cubicBezTo>
                <a:cubicBezTo>
                  <a:pt x="49430" y="119617"/>
                  <a:pt x="31656" y="113716"/>
                  <a:pt x="18995" y="101913"/>
                </a:cubicBezTo>
                <a:cubicBezTo>
                  <a:pt x="6332" y="90111"/>
                  <a:pt x="0" y="74593"/>
                  <a:pt x="0" y="55359"/>
                </a:cubicBezTo>
                <a:cubicBezTo>
                  <a:pt x="0" y="38561"/>
                  <a:pt x="4976" y="24916"/>
                  <a:pt x="14929" y="14425"/>
                </a:cubicBezTo>
                <a:cubicBezTo>
                  <a:pt x="20812" y="8181"/>
                  <a:pt x="29262" y="3497"/>
                  <a:pt x="40278" y="375"/>
                </a:cubicBezTo>
                <a:lnTo>
                  <a:pt x="46835" y="27820"/>
                </a:lnTo>
                <a:cubicBezTo>
                  <a:pt x="39716" y="29444"/>
                  <a:pt x="34096" y="32831"/>
                  <a:pt x="29974" y="37983"/>
                </a:cubicBezTo>
                <a:cubicBezTo>
                  <a:pt x="25853" y="43135"/>
                  <a:pt x="23792" y="49395"/>
                  <a:pt x="23792" y="56764"/>
                </a:cubicBezTo>
                <a:cubicBezTo>
                  <a:pt x="23792" y="66943"/>
                  <a:pt x="27445" y="75202"/>
                  <a:pt x="34752" y="81540"/>
                </a:cubicBezTo>
                <a:cubicBezTo>
                  <a:pt x="42058" y="87878"/>
                  <a:pt x="53892" y="91047"/>
                  <a:pt x="70253" y="91047"/>
                </a:cubicBezTo>
                <a:cubicBezTo>
                  <a:pt x="87613" y="91047"/>
                  <a:pt x="99977" y="87925"/>
                  <a:pt x="107346" y="81680"/>
                </a:cubicBezTo>
                <a:cubicBezTo>
                  <a:pt x="114715" y="75436"/>
                  <a:pt x="118399" y="67318"/>
                  <a:pt x="118399" y="57326"/>
                </a:cubicBezTo>
                <a:cubicBezTo>
                  <a:pt x="118399" y="49957"/>
                  <a:pt x="116050" y="43619"/>
                  <a:pt x="111353" y="38311"/>
                </a:cubicBezTo>
                <a:cubicBezTo>
                  <a:pt x="106654" y="33003"/>
                  <a:pt x="99261" y="29194"/>
                  <a:pt x="89174" y="268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o">
            <a:extLst xmlns:a="http://schemas.openxmlformats.org/drawingml/2006/main">
              <a:ext uri="{FF2B5EF4-FFF2-40B4-BE49-F238E27FC236}">
                <a16:creationId xmlns:a16="http://schemas.microsoft.com/office/drawing/2014/main" id="{9549CE8B-5539-4012-9EA5-068C4D3A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37" y="1444075"/>
            <a:ext cx="103974" cy="102662"/>
          </a:xfrm>
          <a:custGeom xmlns:a="http://schemas.openxmlformats.org/drawingml/2006/main">
            <a:pathLst>
              <a:path w="103974" h="102662">
                <a:moveTo>
                  <a:pt x="50582" y="102662"/>
                </a:moveTo>
                <a:cubicBezTo>
                  <a:pt x="41839" y="102662"/>
                  <a:pt x="33378" y="100508"/>
                  <a:pt x="25197" y="96199"/>
                </a:cubicBezTo>
                <a:cubicBezTo>
                  <a:pt x="17017" y="91890"/>
                  <a:pt x="10772" y="85786"/>
                  <a:pt x="6463" y="77887"/>
                </a:cubicBezTo>
                <a:cubicBezTo>
                  <a:pt x="2154" y="69987"/>
                  <a:pt x="0" y="61167"/>
                  <a:pt x="0" y="51425"/>
                </a:cubicBezTo>
                <a:cubicBezTo>
                  <a:pt x="0" y="36375"/>
                  <a:pt x="4886" y="24042"/>
                  <a:pt x="14659" y="14425"/>
                </a:cubicBezTo>
                <a:cubicBezTo>
                  <a:pt x="24432" y="4808"/>
                  <a:pt x="36781" y="0"/>
                  <a:pt x="51706" y="0"/>
                </a:cubicBezTo>
                <a:cubicBezTo>
                  <a:pt x="66756" y="0"/>
                  <a:pt x="79229" y="4855"/>
                  <a:pt x="89127" y="14566"/>
                </a:cubicBezTo>
                <a:cubicBezTo>
                  <a:pt x="99025" y="24276"/>
                  <a:pt x="103974" y="36500"/>
                  <a:pt x="103974" y="51238"/>
                </a:cubicBezTo>
                <a:cubicBezTo>
                  <a:pt x="103974" y="60355"/>
                  <a:pt x="101913" y="69050"/>
                  <a:pt x="97792" y="77325"/>
                </a:cubicBezTo>
                <a:cubicBezTo>
                  <a:pt x="93670" y="85599"/>
                  <a:pt x="87628" y="91890"/>
                  <a:pt x="79666" y="96199"/>
                </a:cubicBezTo>
                <a:cubicBezTo>
                  <a:pt x="71704" y="100508"/>
                  <a:pt x="62010" y="102662"/>
                  <a:pt x="50582" y="102662"/>
                </a:cubicBezTo>
                <a:moveTo>
                  <a:pt x="51987" y="75685"/>
                </a:moveTo>
                <a:cubicBezTo>
                  <a:pt x="61822" y="75685"/>
                  <a:pt x="69355" y="73344"/>
                  <a:pt x="74585" y="68660"/>
                </a:cubicBezTo>
                <a:cubicBezTo>
                  <a:pt x="79815" y="63977"/>
                  <a:pt x="82430" y="58200"/>
                  <a:pt x="82430" y="51331"/>
                </a:cubicBezTo>
                <a:cubicBezTo>
                  <a:pt x="82430" y="44462"/>
                  <a:pt x="79815" y="38701"/>
                  <a:pt x="74585" y="34049"/>
                </a:cubicBezTo>
                <a:cubicBezTo>
                  <a:pt x="69355" y="29397"/>
                  <a:pt x="61760" y="27071"/>
                  <a:pt x="51800" y="27071"/>
                </a:cubicBezTo>
                <a:cubicBezTo>
                  <a:pt x="42089" y="27071"/>
                  <a:pt x="34619" y="29397"/>
                  <a:pt x="29389" y="34049"/>
                </a:cubicBezTo>
                <a:cubicBezTo>
                  <a:pt x="24159" y="38701"/>
                  <a:pt x="21544" y="44462"/>
                  <a:pt x="21544" y="51331"/>
                </a:cubicBezTo>
                <a:cubicBezTo>
                  <a:pt x="21544" y="58200"/>
                  <a:pt x="24159" y="63977"/>
                  <a:pt x="29389" y="68660"/>
                </a:cubicBezTo>
                <a:cubicBezTo>
                  <a:pt x="34619" y="73344"/>
                  <a:pt x="42152" y="75685"/>
                  <a:pt x="51987" y="756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l">
            <a:extLst xmlns:a="http://schemas.openxmlformats.org/drawingml/2006/main">
              <a:ext uri="{FF2B5EF4-FFF2-40B4-BE49-F238E27FC236}">
                <a16:creationId xmlns:a16="http://schemas.microsoft.com/office/drawing/2014/main" id="{C8DE8096-B67B-4824-9226-B917DD94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43" y="1397116"/>
            <a:ext cx="137320" cy="26321"/>
          </a:xfrm>
          <a:custGeom xmlns:a="http://schemas.openxmlformats.org/drawingml/2006/main">
            <a:pathLst>
              <a:path w="137320" h="26321">
                <a:moveTo>
                  <a:pt x="137320" y="26321"/>
                </a:moveTo>
                <a:lnTo>
                  <a:pt x="0" y="26321"/>
                </a:lnTo>
                <a:lnTo>
                  <a:pt x="0" y="0"/>
                </a:lnTo>
                <a:lnTo>
                  <a:pt x="137320" y="0"/>
                </a:lnTo>
                <a:lnTo>
                  <a:pt x="137320" y="263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l">
            <a:extLst xmlns:a="http://schemas.openxmlformats.org/drawingml/2006/main">
              <a:ext uri="{FF2B5EF4-FFF2-40B4-BE49-F238E27FC236}">
                <a16:creationId xmlns:a16="http://schemas.microsoft.com/office/drawing/2014/main" id="{AEBE958F-AB5B-44BA-8C31-127F2C40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43" y="1343785"/>
            <a:ext cx="137320" cy="26321"/>
          </a:xfrm>
          <a:custGeom xmlns:a="http://schemas.openxmlformats.org/drawingml/2006/main">
            <a:pathLst>
              <a:path w="137320" h="26321">
                <a:moveTo>
                  <a:pt x="137320" y="26321"/>
                </a:moveTo>
                <a:lnTo>
                  <a:pt x="0" y="26321"/>
                </a:lnTo>
                <a:lnTo>
                  <a:pt x="0" y="0"/>
                </a:lnTo>
                <a:lnTo>
                  <a:pt x="137320" y="0"/>
                </a:lnTo>
                <a:lnTo>
                  <a:pt x="137320" y="263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e">
            <a:extLst xmlns:a="http://schemas.openxmlformats.org/drawingml/2006/main">
              <a:ext uri="{FF2B5EF4-FFF2-40B4-BE49-F238E27FC236}">
                <a16:creationId xmlns:a16="http://schemas.microsoft.com/office/drawing/2014/main" id="{DEF965FA-D999-4790-A8FD-D045696C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37" y="1231161"/>
            <a:ext cx="103974" cy="93295"/>
          </a:xfrm>
          <a:custGeom xmlns:a="http://schemas.openxmlformats.org/drawingml/2006/main">
            <a:pathLst>
              <a:path w="103974" h="93295">
                <a:moveTo>
                  <a:pt x="70065" y="28007"/>
                </a:moveTo>
                <a:lnTo>
                  <a:pt x="74561" y="1780"/>
                </a:lnTo>
                <a:cubicBezTo>
                  <a:pt x="84147" y="5152"/>
                  <a:pt x="91445" y="10475"/>
                  <a:pt x="96457" y="17750"/>
                </a:cubicBezTo>
                <a:cubicBezTo>
                  <a:pt x="101468" y="25026"/>
                  <a:pt x="103974" y="34127"/>
                  <a:pt x="103974" y="45055"/>
                </a:cubicBezTo>
                <a:cubicBezTo>
                  <a:pt x="103974" y="62353"/>
                  <a:pt x="98322" y="75155"/>
                  <a:pt x="87020" y="83460"/>
                </a:cubicBezTo>
                <a:cubicBezTo>
                  <a:pt x="77965" y="90017"/>
                  <a:pt x="66537" y="93295"/>
                  <a:pt x="52736" y="93295"/>
                </a:cubicBezTo>
                <a:cubicBezTo>
                  <a:pt x="36250" y="93295"/>
                  <a:pt x="23339" y="88987"/>
                  <a:pt x="14004" y="80369"/>
                </a:cubicBezTo>
                <a:cubicBezTo>
                  <a:pt x="4668" y="71751"/>
                  <a:pt x="0" y="60854"/>
                  <a:pt x="0" y="47678"/>
                </a:cubicBezTo>
                <a:cubicBezTo>
                  <a:pt x="0" y="32878"/>
                  <a:pt x="4886" y="21201"/>
                  <a:pt x="14659" y="12645"/>
                </a:cubicBezTo>
                <a:cubicBezTo>
                  <a:pt x="24432" y="4090"/>
                  <a:pt x="39404" y="0"/>
                  <a:pt x="59574" y="375"/>
                </a:cubicBezTo>
                <a:lnTo>
                  <a:pt x="59574" y="66318"/>
                </a:lnTo>
                <a:cubicBezTo>
                  <a:pt x="67380" y="66131"/>
                  <a:pt x="73453" y="64008"/>
                  <a:pt x="77793" y="59949"/>
                </a:cubicBezTo>
                <a:cubicBezTo>
                  <a:pt x="82133" y="55890"/>
                  <a:pt x="84303" y="50832"/>
                  <a:pt x="84303" y="44774"/>
                </a:cubicBezTo>
                <a:cubicBezTo>
                  <a:pt x="84303" y="40653"/>
                  <a:pt x="83179" y="37187"/>
                  <a:pt x="80931" y="34377"/>
                </a:cubicBezTo>
                <a:cubicBezTo>
                  <a:pt x="78683" y="31567"/>
                  <a:pt x="75061" y="29444"/>
                  <a:pt x="70065" y="28007"/>
                </a:cubicBezTo>
                <a:moveTo>
                  <a:pt x="43463" y="26509"/>
                </a:moveTo>
                <a:cubicBezTo>
                  <a:pt x="35876" y="26696"/>
                  <a:pt x="30107" y="28663"/>
                  <a:pt x="26157" y="32410"/>
                </a:cubicBezTo>
                <a:cubicBezTo>
                  <a:pt x="22208" y="36157"/>
                  <a:pt x="20233" y="40715"/>
                  <a:pt x="20233" y="46086"/>
                </a:cubicBezTo>
                <a:cubicBezTo>
                  <a:pt x="20233" y="51831"/>
                  <a:pt x="22316" y="56577"/>
                  <a:pt x="26482" y="60324"/>
                </a:cubicBezTo>
                <a:cubicBezTo>
                  <a:pt x="30651" y="64070"/>
                  <a:pt x="36311" y="65913"/>
                  <a:pt x="43463" y="65850"/>
                </a:cubicBezTo>
                <a:lnTo>
                  <a:pt x="43463" y="265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c">
            <a:extLst xmlns:a="http://schemas.openxmlformats.org/drawingml/2006/main">
              <a:ext uri="{FF2B5EF4-FFF2-40B4-BE49-F238E27FC236}">
                <a16:creationId xmlns:a16="http://schemas.microsoft.com/office/drawing/2014/main" id="{1D7D9661-0708-43F2-B2DA-047F32E7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37" y="1122065"/>
            <a:ext cx="103974" cy="93857"/>
          </a:xfrm>
          <a:custGeom xmlns:a="http://schemas.openxmlformats.org/drawingml/2006/main">
            <a:pathLst>
              <a:path w="103974" h="93857">
                <a:moveTo>
                  <a:pt x="31661" y="1311"/>
                </a:moveTo>
                <a:lnTo>
                  <a:pt x="36344" y="27258"/>
                </a:lnTo>
                <a:cubicBezTo>
                  <a:pt x="31192" y="28132"/>
                  <a:pt x="27313" y="30115"/>
                  <a:pt x="24705" y="33206"/>
                </a:cubicBezTo>
                <a:cubicBezTo>
                  <a:pt x="22098" y="36297"/>
                  <a:pt x="20795" y="40309"/>
                  <a:pt x="20795" y="45243"/>
                </a:cubicBezTo>
                <a:cubicBezTo>
                  <a:pt x="20795" y="51800"/>
                  <a:pt x="23052" y="57029"/>
                  <a:pt x="27565" y="60932"/>
                </a:cubicBezTo>
                <a:cubicBezTo>
                  <a:pt x="32079" y="64835"/>
                  <a:pt x="39627" y="66787"/>
                  <a:pt x="50210" y="66787"/>
                </a:cubicBezTo>
                <a:cubicBezTo>
                  <a:pt x="61977" y="66787"/>
                  <a:pt x="70290" y="64804"/>
                  <a:pt x="75147" y="60839"/>
                </a:cubicBezTo>
                <a:cubicBezTo>
                  <a:pt x="80002" y="56873"/>
                  <a:pt x="82430" y="51550"/>
                  <a:pt x="82430" y="44868"/>
                </a:cubicBezTo>
                <a:cubicBezTo>
                  <a:pt x="82430" y="39872"/>
                  <a:pt x="81009" y="35782"/>
                  <a:pt x="78168" y="32597"/>
                </a:cubicBezTo>
                <a:cubicBezTo>
                  <a:pt x="75326" y="29412"/>
                  <a:pt x="70440" y="27164"/>
                  <a:pt x="63508" y="25853"/>
                </a:cubicBezTo>
                <a:lnTo>
                  <a:pt x="68005" y="0"/>
                </a:lnTo>
                <a:cubicBezTo>
                  <a:pt x="79869" y="2685"/>
                  <a:pt x="88831" y="7837"/>
                  <a:pt x="94888" y="15456"/>
                </a:cubicBezTo>
                <a:cubicBezTo>
                  <a:pt x="100945" y="23074"/>
                  <a:pt x="103974" y="33284"/>
                  <a:pt x="103974" y="46086"/>
                </a:cubicBezTo>
                <a:cubicBezTo>
                  <a:pt x="103974" y="60636"/>
                  <a:pt x="99384" y="72235"/>
                  <a:pt x="90204" y="80884"/>
                </a:cubicBezTo>
                <a:cubicBezTo>
                  <a:pt x="81025" y="89533"/>
                  <a:pt x="68317" y="93857"/>
                  <a:pt x="52081" y="93857"/>
                </a:cubicBezTo>
                <a:cubicBezTo>
                  <a:pt x="35657" y="93857"/>
                  <a:pt x="22871" y="89517"/>
                  <a:pt x="13723" y="80837"/>
                </a:cubicBezTo>
                <a:cubicBezTo>
                  <a:pt x="4574" y="72157"/>
                  <a:pt x="0" y="60417"/>
                  <a:pt x="0" y="45617"/>
                </a:cubicBezTo>
                <a:cubicBezTo>
                  <a:pt x="0" y="33503"/>
                  <a:pt x="2607" y="23870"/>
                  <a:pt x="7821" y="16720"/>
                </a:cubicBezTo>
                <a:cubicBezTo>
                  <a:pt x="13036" y="9570"/>
                  <a:pt x="20982" y="4434"/>
                  <a:pt x="31661" y="13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t">
            <a:extLst xmlns:a="http://schemas.openxmlformats.org/drawingml/2006/main">
              <a:ext uri="{FF2B5EF4-FFF2-40B4-BE49-F238E27FC236}">
                <a16:creationId xmlns:a16="http://schemas.microsoft.com/office/drawing/2014/main" id="{58781AAE-8BC0-45D3-9505-EE9534AB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78" y="1055682"/>
            <a:ext cx="137133" cy="58638"/>
          </a:xfrm>
          <a:custGeom xmlns:a="http://schemas.openxmlformats.org/drawingml/2006/main">
            <a:pathLst>
              <a:path w="137133" h="58638">
                <a:moveTo>
                  <a:pt x="35407" y="2154"/>
                </a:moveTo>
                <a:lnTo>
                  <a:pt x="56389" y="2154"/>
                </a:lnTo>
                <a:lnTo>
                  <a:pt x="56389" y="20139"/>
                </a:lnTo>
                <a:lnTo>
                  <a:pt x="96416" y="20139"/>
                </a:lnTo>
                <a:cubicBezTo>
                  <a:pt x="104522" y="20139"/>
                  <a:pt x="109246" y="19967"/>
                  <a:pt x="110586" y="19624"/>
                </a:cubicBezTo>
                <a:cubicBezTo>
                  <a:pt x="111925" y="19280"/>
                  <a:pt x="113032" y="18500"/>
                  <a:pt x="113906" y="17282"/>
                </a:cubicBezTo>
                <a:cubicBezTo>
                  <a:pt x="114778" y="16064"/>
                  <a:pt x="115214" y="14581"/>
                  <a:pt x="115214" y="12833"/>
                </a:cubicBezTo>
                <a:cubicBezTo>
                  <a:pt x="115214" y="10397"/>
                  <a:pt x="114371" y="6869"/>
                  <a:pt x="112685" y="2248"/>
                </a:cubicBezTo>
                <a:lnTo>
                  <a:pt x="133181" y="0"/>
                </a:lnTo>
                <a:cubicBezTo>
                  <a:pt x="135816" y="6120"/>
                  <a:pt x="137133" y="13051"/>
                  <a:pt x="137133" y="20795"/>
                </a:cubicBezTo>
                <a:cubicBezTo>
                  <a:pt x="137133" y="25541"/>
                  <a:pt x="136337" y="29818"/>
                  <a:pt x="134744" y="33628"/>
                </a:cubicBezTo>
                <a:cubicBezTo>
                  <a:pt x="133152" y="37437"/>
                  <a:pt x="131091" y="40231"/>
                  <a:pt x="128562" y="42011"/>
                </a:cubicBezTo>
                <a:cubicBezTo>
                  <a:pt x="126033" y="43791"/>
                  <a:pt x="122614" y="45024"/>
                  <a:pt x="118305" y="45711"/>
                </a:cubicBezTo>
                <a:cubicBezTo>
                  <a:pt x="115245" y="46273"/>
                  <a:pt x="109063" y="46554"/>
                  <a:pt x="99759" y="46554"/>
                </a:cubicBezTo>
                <a:lnTo>
                  <a:pt x="56389" y="46554"/>
                </a:lnTo>
                <a:lnTo>
                  <a:pt x="56389" y="58638"/>
                </a:lnTo>
                <a:lnTo>
                  <a:pt x="35407" y="58638"/>
                </a:lnTo>
                <a:lnTo>
                  <a:pt x="35407" y="46554"/>
                </a:lnTo>
                <a:lnTo>
                  <a:pt x="15549" y="46554"/>
                </a:lnTo>
                <a:lnTo>
                  <a:pt x="0" y="20139"/>
                </a:lnTo>
                <a:lnTo>
                  <a:pt x="35407" y="20139"/>
                </a:lnTo>
                <a:lnTo>
                  <a:pt x="35407" y="21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i">
            <a:extLst xmlns:a="http://schemas.openxmlformats.org/drawingml/2006/main">
              <a:ext uri="{FF2B5EF4-FFF2-40B4-BE49-F238E27FC236}">
                <a16:creationId xmlns:a16="http://schemas.microsoft.com/office/drawing/2014/main" id="{4270657B-684F-486E-A7AF-F52C4461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43" y="1013251"/>
            <a:ext cx="137320" cy="26321"/>
          </a:xfrm>
          <a:custGeom xmlns:a="http://schemas.openxmlformats.org/drawingml/2006/main">
            <a:pathLst>
              <a:path w="137320" h="26321">
                <a:moveTo>
                  <a:pt x="24354" y="26321"/>
                </a:moveTo>
                <a:lnTo>
                  <a:pt x="0" y="26321"/>
                </a:lnTo>
                <a:lnTo>
                  <a:pt x="0" y="0"/>
                </a:lnTo>
                <a:lnTo>
                  <a:pt x="24354" y="0"/>
                </a:lnTo>
                <a:lnTo>
                  <a:pt x="24354" y="26321"/>
                </a:lnTo>
                <a:moveTo>
                  <a:pt x="137320" y="26321"/>
                </a:moveTo>
                <a:lnTo>
                  <a:pt x="37843" y="26321"/>
                </a:lnTo>
                <a:lnTo>
                  <a:pt x="37843" y="0"/>
                </a:lnTo>
                <a:lnTo>
                  <a:pt x="137320" y="0"/>
                </a:lnTo>
                <a:lnTo>
                  <a:pt x="137320" y="263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o">
            <a:extLst xmlns:a="http://schemas.openxmlformats.org/drawingml/2006/main">
              <a:ext uri="{FF2B5EF4-FFF2-40B4-BE49-F238E27FC236}">
                <a16:creationId xmlns:a16="http://schemas.microsoft.com/office/drawing/2014/main" id="{8F1F2F77-E489-4F67-819E-E0458DEF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37" y="889668"/>
            <a:ext cx="103974" cy="102662"/>
          </a:xfrm>
          <a:custGeom xmlns:a="http://schemas.openxmlformats.org/drawingml/2006/main">
            <a:pathLst>
              <a:path w="103974" h="102662">
                <a:moveTo>
                  <a:pt x="50582" y="102662"/>
                </a:moveTo>
                <a:cubicBezTo>
                  <a:pt x="41839" y="102662"/>
                  <a:pt x="33378" y="100508"/>
                  <a:pt x="25197" y="96199"/>
                </a:cubicBezTo>
                <a:cubicBezTo>
                  <a:pt x="17017" y="91890"/>
                  <a:pt x="10772" y="85786"/>
                  <a:pt x="6463" y="77887"/>
                </a:cubicBezTo>
                <a:cubicBezTo>
                  <a:pt x="2154" y="69987"/>
                  <a:pt x="0" y="61167"/>
                  <a:pt x="0" y="51425"/>
                </a:cubicBezTo>
                <a:cubicBezTo>
                  <a:pt x="0" y="36375"/>
                  <a:pt x="4886" y="24042"/>
                  <a:pt x="14659" y="14425"/>
                </a:cubicBezTo>
                <a:cubicBezTo>
                  <a:pt x="24432" y="4808"/>
                  <a:pt x="36781" y="0"/>
                  <a:pt x="51706" y="0"/>
                </a:cubicBezTo>
                <a:cubicBezTo>
                  <a:pt x="66756" y="0"/>
                  <a:pt x="79229" y="4855"/>
                  <a:pt x="89127" y="14566"/>
                </a:cubicBezTo>
                <a:cubicBezTo>
                  <a:pt x="99025" y="24276"/>
                  <a:pt x="103974" y="36500"/>
                  <a:pt x="103974" y="51238"/>
                </a:cubicBezTo>
                <a:cubicBezTo>
                  <a:pt x="103974" y="60355"/>
                  <a:pt x="101913" y="69050"/>
                  <a:pt x="97792" y="77325"/>
                </a:cubicBezTo>
                <a:cubicBezTo>
                  <a:pt x="93670" y="85599"/>
                  <a:pt x="87628" y="91890"/>
                  <a:pt x="79666" y="96199"/>
                </a:cubicBezTo>
                <a:cubicBezTo>
                  <a:pt x="71704" y="100508"/>
                  <a:pt x="62010" y="102662"/>
                  <a:pt x="50582" y="102662"/>
                </a:cubicBezTo>
                <a:moveTo>
                  <a:pt x="51987" y="75685"/>
                </a:moveTo>
                <a:cubicBezTo>
                  <a:pt x="61822" y="75685"/>
                  <a:pt x="69355" y="73344"/>
                  <a:pt x="74585" y="68660"/>
                </a:cubicBezTo>
                <a:cubicBezTo>
                  <a:pt x="79815" y="63977"/>
                  <a:pt x="82430" y="58200"/>
                  <a:pt x="82430" y="51331"/>
                </a:cubicBezTo>
                <a:cubicBezTo>
                  <a:pt x="82430" y="44462"/>
                  <a:pt x="79815" y="38701"/>
                  <a:pt x="74585" y="34049"/>
                </a:cubicBezTo>
                <a:cubicBezTo>
                  <a:pt x="69355" y="29397"/>
                  <a:pt x="61760" y="27071"/>
                  <a:pt x="51800" y="27071"/>
                </a:cubicBezTo>
                <a:cubicBezTo>
                  <a:pt x="42089" y="27071"/>
                  <a:pt x="34619" y="29397"/>
                  <a:pt x="29389" y="34049"/>
                </a:cubicBezTo>
                <a:cubicBezTo>
                  <a:pt x="24159" y="38701"/>
                  <a:pt x="21544" y="44462"/>
                  <a:pt x="21544" y="51331"/>
                </a:cubicBezTo>
                <a:cubicBezTo>
                  <a:pt x="21544" y="58200"/>
                  <a:pt x="24159" y="63977"/>
                  <a:pt x="29389" y="68660"/>
                </a:cubicBezTo>
                <a:cubicBezTo>
                  <a:pt x="34619" y="73344"/>
                  <a:pt x="42152" y="75685"/>
                  <a:pt x="51987" y="756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n">
            <a:extLst xmlns:a="http://schemas.openxmlformats.org/drawingml/2006/main">
              <a:ext uri="{FF2B5EF4-FFF2-40B4-BE49-F238E27FC236}">
                <a16:creationId xmlns:a16="http://schemas.microsoft.com/office/drawing/2014/main" id="{8AB7E742-C241-4B5E-986B-0D2CB6C9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37" y="778544"/>
            <a:ext cx="101726" cy="90673"/>
          </a:xfrm>
          <a:custGeom xmlns:a="http://schemas.openxmlformats.org/drawingml/2006/main">
            <a:pathLst>
              <a:path w="101726" h="90673">
                <a:moveTo>
                  <a:pt x="101726" y="0"/>
                </a:moveTo>
                <a:lnTo>
                  <a:pt x="101726" y="26321"/>
                </a:lnTo>
                <a:lnTo>
                  <a:pt x="51015" y="26321"/>
                </a:lnTo>
                <a:cubicBezTo>
                  <a:pt x="40286" y="26321"/>
                  <a:pt x="33347" y="26883"/>
                  <a:pt x="30197" y="28007"/>
                </a:cubicBezTo>
                <a:cubicBezTo>
                  <a:pt x="27047" y="29131"/>
                  <a:pt x="24599" y="30958"/>
                  <a:pt x="22853" y="33487"/>
                </a:cubicBezTo>
                <a:cubicBezTo>
                  <a:pt x="21106" y="36016"/>
                  <a:pt x="20233" y="39060"/>
                  <a:pt x="20233" y="42620"/>
                </a:cubicBezTo>
                <a:cubicBezTo>
                  <a:pt x="20233" y="47179"/>
                  <a:pt x="21481" y="51269"/>
                  <a:pt x="23977" y="54891"/>
                </a:cubicBezTo>
                <a:cubicBezTo>
                  <a:pt x="26471" y="58513"/>
                  <a:pt x="29776" y="60995"/>
                  <a:pt x="33894" y="62337"/>
                </a:cubicBezTo>
                <a:cubicBezTo>
                  <a:pt x="38010" y="63680"/>
                  <a:pt x="45619" y="64351"/>
                  <a:pt x="56723" y="64351"/>
                </a:cubicBezTo>
                <a:lnTo>
                  <a:pt x="101726" y="64351"/>
                </a:lnTo>
                <a:lnTo>
                  <a:pt x="101726" y="90673"/>
                </a:lnTo>
                <a:lnTo>
                  <a:pt x="2248" y="90673"/>
                </a:lnTo>
                <a:lnTo>
                  <a:pt x="2248" y="66225"/>
                </a:lnTo>
                <a:lnTo>
                  <a:pt x="16861" y="66225"/>
                </a:lnTo>
                <a:cubicBezTo>
                  <a:pt x="5620" y="57545"/>
                  <a:pt x="0" y="46617"/>
                  <a:pt x="0" y="33440"/>
                </a:cubicBezTo>
                <a:cubicBezTo>
                  <a:pt x="0" y="27633"/>
                  <a:pt x="1046" y="22325"/>
                  <a:pt x="3138" y="17516"/>
                </a:cubicBezTo>
                <a:cubicBezTo>
                  <a:pt x="5230" y="12708"/>
                  <a:pt x="7900" y="9070"/>
                  <a:pt x="11147" y="6604"/>
                </a:cubicBezTo>
                <a:cubicBezTo>
                  <a:pt x="14394" y="4137"/>
                  <a:pt x="18078" y="2420"/>
                  <a:pt x="22200" y="1452"/>
                </a:cubicBezTo>
                <a:cubicBezTo>
                  <a:pt x="26321" y="484"/>
                  <a:pt x="32223" y="0"/>
                  <a:pt x="39903" y="0"/>
                </a:cubicBezTo>
                <a:lnTo>
                  <a:pt x="10172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&amp;">
            <a:extLst xmlns:a="http://schemas.openxmlformats.org/drawingml/2006/main">
              <a:ext uri="{FF2B5EF4-FFF2-40B4-BE49-F238E27FC236}">
                <a16:creationId xmlns:a16="http://schemas.microsoft.com/office/drawing/2014/main" id="{8B926682-9AD2-4613-A580-2F3B8D14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377" y="1941221"/>
            <a:ext cx="143315" cy="127017"/>
          </a:xfrm>
          <a:custGeom xmlns:a="http://schemas.openxmlformats.org/drawingml/2006/main">
            <a:pathLst>
              <a:path w="143315" h="127017">
                <a:moveTo>
                  <a:pt x="123176" y="0"/>
                </a:moveTo>
                <a:lnTo>
                  <a:pt x="143315" y="15924"/>
                </a:lnTo>
                <a:cubicBezTo>
                  <a:pt x="139551" y="23730"/>
                  <a:pt x="134368" y="31223"/>
                  <a:pt x="127766" y="38405"/>
                </a:cubicBezTo>
                <a:cubicBezTo>
                  <a:pt x="132762" y="43963"/>
                  <a:pt x="136446" y="49864"/>
                  <a:pt x="138819" y="56108"/>
                </a:cubicBezTo>
                <a:cubicBezTo>
                  <a:pt x="141192" y="62353"/>
                  <a:pt x="142379" y="69784"/>
                  <a:pt x="142379" y="78402"/>
                </a:cubicBezTo>
                <a:cubicBezTo>
                  <a:pt x="142379" y="95512"/>
                  <a:pt x="137560" y="108376"/>
                  <a:pt x="127924" y="116994"/>
                </a:cubicBezTo>
                <a:cubicBezTo>
                  <a:pt x="120477" y="123676"/>
                  <a:pt x="111905" y="127017"/>
                  <a:pt x="102206" y="127017"/>
                </a:cubicBezTo>
                <a:cubicBezTo>
                  <a:pt x="93383" y="127017"/>
                  <a:pt x="85453" y="124394"/>
                  <a:pt x="78414" y="119148"/>
                </a:cubicBezTo>
                <a:cubicBezTo>
                  <a:pt x="71373" y="113903"/>
                  <a:pt x="65256" y="106066"/>
                  <a:pt x="60063" y="95637"/>
                </a:cubicBezTo>
                <a:cubicBezTo>
                  <a:pt x="54496" y="100321"/>
                  <a:pt x="49193" y="103849"/>
                  <a:pt x="44157" y="106222"/>
                </a:cubicBezTo>
                <a:cubicBezTo>
                  <a:pt x="39120" y="108595"/>
                  <a:pt x="34349" y="109781"/>
                  <a:pt x="29843" y="109781"/>
                </a:cubicBezTo>
                <a:cubicBezTo>
                  <a:pt x="21522" y="109781"/>
                  <a:pt x="14468" y="106456"/>
                  <a:pt x="8682" y="99806"/>
                </a:cubicBezTo>
                <a:cubicBezTo>
                  <a:pt x="2894" y="93155"/>
                  <a:pt x="0" y="83679"/>
                  <a:pt x="0" y="71377"/>
                </a:cubicBezTo>
                <a:cubicBezTo>
                  <a:pt x="0" y="59512"/>
                  <a:pt x="3030" y="50238"/>
                  <a:pt x="9089" y="43557"/>
                </a:cubicBezTo>
                <a:cubicBezTo>
                  <a:pt x="15146" y="36875"/>
                  <a:pt x="22546" y="33534"/>
                  <a:pt x="31289" y="33534"/>
                </a:cubicBezTo>
                <a:cubicBezTo>
                  <a:pt x="36848" y="33534"/>
                  <a:pt x="42127" y="35189"/>
                  <a:pt x="47125" y="38498"/>
                </a:cubicBezTo>
                <a:cubicBezTo>
                  <a:pt x="52121" y="41808"/>
                  <a:pt x="57772" y="48490"/>
                  <a:pt x="64079" y="58544"/>
                </a:cubicBezTo>
                <a:lnTo>
                  <a:pt x="89464" y="39435"/>
                </a:lnTo>
                <a:cubicBezTo>
                  <a:pt x="85489" y="37187"/>
                  <a:pt x="80302" y="35251"/>
                  <a:pt x="73903" y="33628"/>
                </a:cubicBezTo>
                <a:lnTo>
                  <a:pt x="79224" y="9835"/>
                </a:lnTo>
                <a:cubicBezTo>
                  <a:pt x="87678" y="12208"/>
                  <a:pt x="93862" y="14269"/>
                  <a:pt x="97777" y="16018"/>
                </a:cubicBezTo>
                <a:cubicBezTo>
                  <a:pt x="101690" y="17766"/>
                  <a:pt x="104961" y="19640"/>
                  <a:pt x="107592" y="21638"/>
                </a:cubicBezTo>
                <a:cubicBezTo>
                  <a:pt x="110345" y="18703"/>
                  <a:pt x="113365" y="14909"/>
                  <a:pt x="116652" y="10257"/>
                </a:cubicBezTo>
                <a:cubicBezTo>
                  <a:pt x="119938" y="5605"/>
                  <a:pt x="122113" y="2186"/>
                  <a:pt x="123176" y="0"/>
                </a:cubicBezTo>
                <a:moveTo>
                  <a:pt x="48322" y="71658"/>
                </a:moveTo>
                <a:lnTo>
                  <a:pt x="42875" y="64539"/>
                </a:lnTo>
                <a:cubicBezTo>
                  <a:pt x="38804" y="59293"/>
                  <a:pt x="34764" y="56670"/>
                  <a:pt x="30756" y="56670"/>
                </a:cubicBezTo>
                <a:cubicBezTo>
                  <a:pt x="27376" y="56670"/>
                  <a:pt x="24497" y="57935"/>
                  <a:pt x="22118" y="60464"/>
                </a:cubicBezTo>
                <a:cubicBezTo>
                  <a:pt x="19737" y="62993"/>
                  <a:pt x="18547" y="66412"/>
                  <a:pt x="18547" y="70721"/>
                </a:cubicBezTo>
                <a:cubicBezTo>
                  <a:pt x="18547" y="74905"/>
                  <a:pt x="19596" y="78183"/>
                  <a:pt x="21693" y="80556"/>
                </a:cubicBezTo>
                <a:cubicBezTo>
                  <a:pt x="23791" y="82929"/>
                  <a:pt x="26218" y="84116"/>
                  <a:pt x="28973" y="84116"/>
                </a:cubicBezTo>
                <a:cubicBezTo>
                  <a:pt x="32228" y="84116"/>
                  <a:pt x="36173" y="82117"/>
                  <a:pt x="40808" y="78121"/>
                </a:cubicBezTo>
                <a:lnTo>
                  <a:pt x="48322" y="71658"/>
                </a:lnTo>
                <a:moveTo>
                  <a:pt x="76973" y="81961"/>
                </a:moveTo>
                <a:cubicBezTo>
                  <a:pt x="80041" y="88019"/>
                  <a:pt x="83735" y="92546"/>
                  <a:pt x="88056" y="95544"/>
                </a:cubicBezTo>
                <a:cubicBezTo>
                  <a:pt x="92376" y="98541"/>
                  <a:pt x="96791" y="100040"/>
                  <a:pt x="101298" y="100040"/>
                </a:cubicBezTo>
                <a:cubicBezTo>
                  <a:pt x="106997" y="100040"/>
                  <a:pt x="111646" y="98182"/>
                  <a:pt x="115246" y="94466"/>
                </a:cubicBezTo>
                <a:cubicBezTo>
                  <a:pt x="118847" y="90751"/>
                  <a:pt x="120647" y="85771"/>
                  <a:pt x="120647" y="79526"/>
                </a:cubicBezTo>
                <a:cubicBezTo>
                  <a:pt x="120647" y="75404"/>
                  <a:pt x="119833" y="71439"/>
                  <a:pt x="118206" y="67630"/>
                </a:cubicBezTo>
                <a:cubicBezTo>
                  <a:pt x="116576" y="63821"/>
                  <a:pt x="113883" y="59668"/>
                  <a:pt x="110127" y="55172"/>
                </a:cubicBezTo>
                <a:lnTo>
                  <a:pt x="76973" y="819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E">
            <a:extLst xmlns:a="http://schemas.openxmlformats.org/drawingml/2006/main">
              <a:ext uri="{FF2B5EF4-FFF2-40B4-BE49-F238E27FC236}">
                <a16:creationId xmlns:a16="http://schemas.microsoft.com/office/drawing/2014/main" id="{B5FFE042-A537-4D14-A171-7F47C1E1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12" y="1713102"/>
            <a:ext cx="137320" cy="104442"/>
          </a:xfrm>
          <a:custGeom xmlns:a="http://schemas.openxmlformats.org/drawingml/2006/main">
            <a:pathLst>
              <a:path w="137320" h="104442">
                <a:moveTo>
                  <a:pt x="137320" y="104442"/>
                </a:moveTo>
                <a:lnTo>
                  <a:pt x="0" y="104442"/>
                </a:lnTo>
                <a:lnTo>
                  <a:pt x="0" y="2623"/>
                </a:lnTo>
                <a:lnTo>
                  <a:pt x="23230" y="2623"/>
                </a:lnTo>
                <a:lnTo>
                  <a:pt x="23230" y="76716"/>
                </a:lnTo>
                <a:lnTo>
                  <a:pt x="53579" y="76716"/>
                </a:lnTo>
                <a:lnTo>
                  <a:pt x="53579" y="7775"/>
                </a:lnTo>
                <a:lnTo>
                  <a:pt x="76810" y="7775"/>
                </a:lnTo>
                <a:lnTo>
                  <a:pt x="76810" y="76716"/>
                </a:lnTo>
                <a:lnTo>
                  <a:pt x="114090" y="76716"/>
                </a:lnTo>
                <a:lnTo>
                  <a:pt x="114090" y="0"/>
                </a:lnTo>
                <a:lnTo>
                  <a:pt x="137320" y="0"/>
                </a:lnTo>
                <a:lnTo>
                  <a:pt x="137320" y="1044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s">
            <a:extLst xmlns:a="http://schemas.openxmlformats.org/drawingml/2006/main">
              <a:ext uri="{FF2B5EF4-FFF2-40B4-BE49-F238E27FC236}">
                <a16:creationId xmlns:a16="http://schemas.microsoft.com/office/drawing/2014/main" id="{22B1BE4F-449F-4D62-8324-D0C49A2A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07" y="1606129"/>
            <a:ext cx="103974" cy="92921"/>
          </a:xfrm>
          <a:custGeom xmlns:a="http://schemas.openxmlformats.org/drawingml/2006/main">
            <a:pathLst>
              <a:path w="103974" h="92921">
                <a:moveTo>
                  <a:pt x="73437" y="92921"/>
                </a:moveTo>
                <a:lnTo>
                  <a:pt x="69316" y="66506"/>
                </a:lnTo>
                <a:cubicBezTo>
                  <a:pt x="74405" y="65382"/>
                  <a:pt x="78269" y="63102"/>
                  <a:pt x="80908" y="59668"/>
                </a:cubicBezTo>
                <a:cubicBezTo>
                  <a:pt x="83546" y="56233"/>
                  <a:pt x="84865" y="51425"/>
                  <a:pt x="84865" y="45243"/>
                </a:cubicBezTo>
                <a:cubicBezTo>
                  <a:pt x="84865" y="38436"/>
                  <a:pt x="83618" y="33315"/>
                  <a:pt x="81124" y="29881"/>
                </a:cubicBezTo>
                <a:cubicBezTo>
                  <a:pt x="79378" y="27570"/>
                  <a:pt x="77039" y="26415"/>
                  <a:pt x="74108" y="26415"/>
                </a:cubicBezTo>
                <a:cubicBezTo>
                  <a:pt x="72111" y="26415"/>
                  <a:pt x="70458" y="27039"/>
                  <a:pt x="69149" y="28288"/>
                </a:cubicBezTo>
                <a:cubicBezTo>
                  <a:pt x="67902" y="29600"/>
                  <a:pt x="66749" y="32535"/>
                  <a:pt x="65689" y="37093"/>
                </a:cubicBezTo>
                <a:cubicBezTo>
                  <a:pt x="61013" y="58325"/>
                  <a:pt x="56742" y="71783"/>
                  <a:pt x="52874" y="77465"/>
                </a:cubicBezTo>
                <a:cubicBezTo>
                  <a:pt x="47507" y="85333"/>
                  <a:pt x="40052" y="89268"/>
                  <a:pt x="30507" y="89268"/>
                </a:cubicBezTo>
                <a:cubicBezTo>
                  <a:pt x="21897" y="89268"/>
                  <a:pt x="14660" y="85864"/>
                  <a:pt x="8796" y="79058"/>
                </a:cubicBezTo>
                <a:cubicBezTo>
                  <a:pt x="2932" y="72251"/>
                  <a:pt x="0" y="61697"/>
                  <a:pt x="0" y="47397"/>
                </a:cubicBezTo>
                <a:cubicBezTo>
                  <a:pt x="0" y="33784"/>
                  <a:pt x="2209" y="23667"/>
                  <a:pt x="6627" y="17048"/>
                </a:cubicBezTo>
                <a:cubicBezTo>
                  <a:pt x="11045" y="10429"/>
                  <a:pt x="17579" y="5870"/>
                  <a:pt x="26228" y="3372"/>
                </a:cubicBezTo>
                <a:lnTo>
                  <a:pt x="30911" y="28195"/>
                </a:lnTo>
                <a:cubicBezTo>
                  <a:pt x="27039" y="29256"/>
                  <a:pt x="24073" y="31270"/>
                  <a:pt x="22012" y="34236"/>
                </a:cubicBezTo>
                <a:cubicBezTo>
                  <a:pt x="19952" y="37203"/>
                  <a:pt x="18921" y="41433"/>
                  <a:pt x="18921" y="46929"/>
                </a:cubicBezTo>
                <a:cubicBezTo>
                  <a:pt x="18921" y="53860"/>
                  <a:pt x="19888" y="58825"/>
                  <a:pt x="21822" y="61822"/>
                </a:cubicBezTo>
                <a:cubicBezTo>
                  <a:pt x="23192" y="63821"/>
                  <a:pt x="24969" y="64820"/>
                  <a:pt x="27153" y="64820"/>
                </a:cubicBezTo>
                <a:cubicBezTo>
                  <a:pt x="29022" y="64820"/>
                  <a:pt x="30612" y="63945"/>
                  <a:pt x="31921" y="62197"/>
                </a:cubicBezTo>
                <a:cubicBezTo>
                  <a:pt x="33668" y="59824"/>
                  <a:pt x="36131" y="51628"/>
                  <a:pt x="39312" y="37609"/>
                </a:cubicBezTo>
                <a:cubicBezTo>
                  <a:pt x="42493" y="23589"/>
                  <a:pt x="46395" y="13801"/>
                  <a:pt x="51018" y="8243"/>
                </a:cubicBezTo>
                <a:cubicBezTo>
                  <a:pt x="55705" y="2748"/>
                  <a:pt x="62235" y="0"/>
                  <a:pt x="70607" y="0"/>
                </a:cubicBezTo>
                <a:cubicBezTo>
                  <a:pt x="79730" y="0"/>
                  <a:pt x="87572" y="3809"/>
                  <a:pt x="94133" y="11428"/>
                </a:cubicBezTo>
                <a:cubicBezTo>
                  <a:pt x="100693" y="19046"/>
                  <a:pt x="103974" y="30318"/>
                  <a:pt x="103974" y="45243"/>
                </a:cubicBezTo>
                <a:cubicBezTo>
                  <a:pt x="103974" y="58794"/>
                  <a:pt x="101235" y="69519"/>
                  <a:pt x="95757" y="77418"/>
                </a:cubicBezTo>
                <a:cubicBezTo>
                  <a:pt x="90278" y="85318"/>
                  <a:pt x="82838" y="90485"/>
                  <a:pt x="73437" y="929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t">
            <a:extLst xmlns:a="http://schemas.openxmlformats.org/drawingml/2006/main">
              <a:ext uri="{FF2B5EF4-FFF2-40B4-BE49-F238E27FC236}">
                <a16:creationId xmlns:a16="http://schemas.microsoft.com/office/drawing/2014/main" id="{8FE7F9F7-1215-4354-8282-CA5CA265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48" y="1535344"/>
            <a:ext cx="137133" cy="58638"/>
          </a:xfrm>
          <a:custGeom xmlns:a="http://schemas.openxmlformats.org/drawingml/2006/main">
            <a:pathLst>
              <a:path w="137133" h="58638">
                <a:moveTo>
                  <a:pt x="35407" y="2154"/>
                </a:moveTo>
                <a:lnTo>
                  <a:pt x="56389" y="2154"/>
                </a:lnTo>
                <a:lnTo>
                  <a:pt x="56389" y="20139"/>
                </a:lnTo>
                <a:lnTo>
                  <a:pt x="96416" y="20139"/>
                </a:lnTo>
                <a:cubicBezTo>
                  <a:pt x="104522" y="20139"/>
                  <a:pt x="109246" y="19967"/>
                  <a:pt x="110586" y="19624"/>
                </a:cubicBezTo>
                <a:cubicBezTo>
                  <a:pt x="111925" y="19280"/>
                  <a:pt x="113032" y="18500"/>
                  <a:pt x="113906" y="17282"/>
                </a:cubicBezTo>
                <a:cubicBezTo>
                  <a:pt x="114778" y="16064"/>
                  <a:pt x="115214" y="14581"/>
                  <a:pt x="115214" y="12833"/>
                </a:cubicBezTo>
                <a:cubicBezTo>
                  <a:pt x="115214" y="10397"/>
                  <a:pt x="114371" y="6869"/>
                  <a:pt x="112685" y="2248"/>
                </a:cubicBezTo>
                <a:lnTo>
                  <a:pt x="133181" y="0"/>
                </a:lnTo>
                <a:cubicBezTo>
                  <a:pt x="135816" y="6120"/>
                  <a:pt x="137133" y="13051"/>
                  <a:pt x="137133" y="20795"/>
                </a:cubicBezTo>
                <a:cubicBezTo>
                  <a:pt x="137133" y="25541"/>
                  <a:pt x="136337" y="29818"/>
                  <a:pt x="134744" y="33628"/>
                </a:cubicBezTo>
                <a:cubicBezTo>
                  <a:pt x="133152" y="37437"/>
                  <a:pt x="131091" y="40231"/>
                  <a:pt x="128562" y="42011"/>
                </a:cubicBezTo>
                <a:cubicBezTo>
                  <a:pt x="126033" y="43791"/>
                  <a:pt x="122614" y="45024"/>
                  <a:pt x="118305" y="45711"/>
                </a:cubicBezTo>
                <a:cubicBezTo>
                  <a:pt x="115245" y="46273"/>
                  <a:pt x="109063" y="46554"/>
                  <a:pt x="99759" y="46554"/>
                </a:cubicBezTo>
                <a:lnTo>
                  <a:pt x="56389" y="46554"/>
                </a:lnTo>
                <a:lnTo>
                  <a:pt x="56389" y="58638"/>
                </a:lnTo>
                <a:lnTo>
                  <a:pt x="35407" y="58638"/>
                </a:lnTo>
                <a:lnTo>
                  <a:pt x="35407" y="46554"/>
                </a:lnTo>
                <a:lnTo>
                  <a:pt x="15549" y="46554"/>
                </a:lnTo>
                <a:lnTo>
                  <a:pt x="0" y="20139"/>
                </a:lnTo>
                <a:lnTo>
                  <a:pt x="35407" y="20139"/>
                </a:lnTo>
                <a:lnTo>
                  <a:pt x="35407" y="21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i">
            <a:extLst xmlns:a="http://schemas.openxmlformats.org/drawingml/2006/main">
              <a:ext uri="{FF2B5EF4-FFF2-40B4-BE49-F238E27FC236}">
                <a16:creationId xmlns:a16="http://schemas.microsoft.com/office/drawing/2014/main" id="{F6F6FE8E-E009-4417-BF67-BFAFB94A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12" y="1492913"/>
            <a:ext cx="137320" cy="26321"/>
          </a:xfrm>
          <a:custGeom xmlns:a="http://schemas.openxmlformats.org/drawingml/2006/main">
            <a:pathLst>
              <a:path w="137320" h="26321">
                <a:moveTo>
                  <a:pt x="24354" y="26321"/>
                </a:moveTo>
                <a:lnTo>
                  <a:pt x="0" y="26321"/>
                </a:lnTo>
                <a:lnTo>
                  <a:pt x="0" y="0"/>
                </a:lnTo>
                <a:lnTo>
                  <a:pt x="24354" y="0"/>
                </a:lnTo>
                <a:lnTo>
                  <a:pt x="24354" y="26321"/>
                </a:lnTo>
                <a:moveTo>
                  <a:pt x="137320" y="26321"/>
                </a:moveTo>
                <a:lnTo>
                  <a:pt x="37843" y="26321"/>
                </a:lnTo>
                <a:lnTo>
                  <a:pt x="37843" y="0"/>
                </a:lnTo>
                <a:lnTo>
                  <a:pt x="137320" y="0"/>
                </a:lnTo>
                <a:lnTo>
                  <a:pt x="137320" y="263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m">
            <a:extLst xmlns:a="http://schemas.openxmlformats.org/drawingml/2006/main">
              <a:ext uri="{FF2B5EF4-FFF2-40B4-BE49-F238E27FC236}">
                <a16:creationId xmlns:a16="http://schemas.microsoft.com/office/drawing/2014/main" id="{D75B03C6-A1EF-4A90-9A87-61785419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07" y="1321558"/>
            <a:ext cx="101726" cy="146313"/>
          </a:xfrm>
          <a:custGeom xmlns:a="http://schemas.openxmlformats.org/drawingml/2006/main">
            <a:pathLst>
              <a:path w="101726" h="146313">
                <a:moveTo>
                  <a:pt x="2248" y="146313"/>
                </a:moveTo>
                <a:lnTo>
                  <a:pt x="2248" y="122052"/>
                </a:lnTo>
                <a:lnTo>
                  <a:pt x="15830" y="122052"/>
                </a:lnTo>
                <a:cubicBezTo>
                  <a:pt x="5277" y="113372"/>
                  <a:pt x="0" y="103037"/>
                  <a:pt x="0" y="91047"/>
                </a:cubicBezTo>
                <a:cubicBezTo>
                  <a:pt x="0" y="84678"/>
                  <a:pt x="1317" y="79151"/>
                  <a:pt x="3952" y="74468"/>
                </a:cubicBezTo>
                <a:cubicBezTo>
                  <a:pt x="6586" y="69784"/>
                  <a:pt x="10570" y="65944"/>
                  <a:pt x="15903" y="62946"/>
                </a:cubicBezTo>
                <a:cubicBezTo>
                  <a:pt x="10570" y="58575"/>
                  <a:pt x="6586" y="53860"/>
                  <a:pt x="3952" y="48802"/>
                </a:cubicBezTo>
                <a:cubicBezTo>
                  <a:pt x="1317" y="43744"/>
                  <a:pt x="0" y="38342"/>
                  <a:pt x="0" y="32597"/>
                </a:cubicBezTo>
                <a:cubicBezTo>
                  <a:pt x="0" y="25291"/>
                  <a:pt x="1483" y="19109"/>
                  <a:pt x="4449" y="14051"/>
                </a:cubicBezTo>
                <a:cubicBezTo>
                  <a:pt x="7416" y="8992"/>
                  <a:pt x="11771" y="5214"/>
                  <a:pt x="17516" y="2716"/>
                </a:cubicBezTo>
                <a:cubicBezTo>
                  <a:pt x="21763" y="905"/>
                  <a:pt x="28632" y="0"/>
                  <a:pt x="38124" y="0"/>
                </a:cubicBezTo>
                <a:lnTo>
                  <a:pt x="101726" y="0"/>
                </a:lnTo>
                <a:lnTo>
                  <a:pt x="101726" y="26321"/>
                </a:lnTo>
                <a:lnTo>
                  <a:pt x="44932" y="26321"/>
                </a:lnTo>
                <a:cubicBezTo>
                  <a:pt x="35078" y="26321"/>
                  <a:pt x="28716" y="27227"/>
                  <a:pt x="25847" y="29038"/>
                </a:cubicBezTo>
                <a:cubicBezTo>
                  <a:pt x="22104" y="31473"/>
                  <a:pt x="20233" y="35220"/>
                  <a:pt x="20233" y="40278"/>
                </a:cubicBezTo>
                <a:cubicBezTo>
                  <a:pt x="20233" y="43963"/>
                  <a:pt x="21356" y="47428"/>
                  <a:pt x="23602" y="50676"/>
                </a:cubicBezTo>
                <a:cubicBezTo>
                  <a:pt x="25846" y="53923"/>
                  <a:pt x="29136" y="56265"/>
                  <a:pt x="33472" y="57701"/>
                </a:cubicBezTo>
                <a:cubicBezTo>
                  <a:pt x="37807" y="59137"/>
                  <a:pt x="44652" y="59855"/>
                  <a:pt x="54010" y="59855"/>
                </a:cubicBezTo>
                <a:lnTo>
                  <a:pt x="101726" y="59855"/>
                </a:lnTo>
                <a:lnTo>
                  <a:pt x="101726" y="86177"/>
                </a:lnTo>
                <a:lnTo>
                  <a:pt x="47271" y="86177"/>
                </a:lnTo>
                <a:cubicBezTo>
                  <a:pt x="37604" y="86177"/>
                  <a:pt x="31367" y="86645"/>
                  <a:pt x="28561" y="87582"/>
                </a:cubicBezTo>
                <a:cubicBezTo>
                  <a:pt x="25752" y="88518"/>
                  <a:pt x="23662" y="89970"/>
                  <a:pt x="22291" y="91937"/>
                </a:cubicBezTo>
                <a:cubicBezTo>
                  <a:pt x="20919" y="93904"/>
                  <a:pt x="20233" y="96574"/>
                  <a:pt x="20233" y="99946"/>
                </a:cubicBezTo>
                <a:cubicBezTo>
                  <a:pt x="20233" y="104005"/>
                  <a:pt x="21325" y="107658"/>
                  <a:pt x="23508" y="110905"/>
                </a:cubicBezTo>
                <a:cubicBezTo>
                  <a:pt x="25690" y="114153"/>
                  <a:pt x="28840" y="116479"/>
                  <a:pt x="32957" y="117884"/>
                </a:cubicBezTo>
                <a:cubicBezTo>
                  <a:pt x="37075" y="119289"/>
                  <a:pt x="43905" y="119991"/>
                  <a:pt x="53448" y="119991"/>
                </a:cubicBezTo>
                <a:lnTo>
                  <a:pt x="101726" y="119991"/>
                </a:lnTo>
                <a:lnTo>
                  <a:pt x="101726" y="146313"/>
                </a:lnTo>
                <a:lnTo>
                  <a:pt x="2248" y="1463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a">
            <a:extLst xmlns:a="http://schemas.openxmlformats.org/drawingml/2006/main">
              <a:ext uri="{FF2B5EF4-FFF2-40B4-BE49-F238E27FC236}">
                <a16:creationId xmlns:a16="http://schemas.microsoft.com/office/drawing/2014/main" id="{23350AD7-66DE-422B-9CFB-2540855D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07" y="1208904"/>
            <a:ext cx="103974" cy="93389"/>
          </a:xfrm>
          <a:custGeom xmlns:a="http://schemas.openxmlformats.org/drawingml/2006/main">
            <a:pathLst>
              <a:path w="103974" h="93389">
                <a:moveTo>
                  <a:pt x="32972" y="66787"/>
                </a:moveTo>
                <a:lnTo>
                  <a:pt x="28663" y="90673"/>
                </a:lnTo>
                <a:cubicBezTo>
                  <a:pt x="18919" y="87987"/>
                  <a:pt x="11707" y="83366"/>
                  <a:pt x="7025" y="76810"/>
                </a:cubicBezTo>
                <a:cubicBezTo>
                  <a:pt x="2342" y="70253"/>
                  <a:pt x="0" y="60511"/>
                  <a:pt x="0" y="47584"/>
                </a:cubicBezTo>
                <a:cubicBezTo>
                  <a:pt x="0" y="35844"/>
                  <a:pt x="1389" y="27102"/>
                  <a:pt x="4168" y="21357"/>
                </a:cubicBezTo>
                <a:cubicBezTo>
                  <a:pt x="6947" y="15612"/>
                  <a:pt x="10475" y="11568"/>
                  <a:pt x="14753" y="9227"/>
                </a:cubicBezTo>
                <a:cubicBezTo>
                  <a:pt x="19031" y="6885"/>
                  <a:pt x="26883" y="5714"/>
                  <a:pt x="38311" y="5714"/>
                </a:cubicBezTo>
                <a:lnTo>
                  <a:pt x="69035" y="5995"/>
                </a:lnTo>
                <a:cubicBezTo>
                  <a:pt x="77777" y="5995"/>
                  <a:pt x="84225" y="5573"/>
                  <a:pt x="88378" y="4730"/>
                </a:cubicBezTo>
                <a:cubicBezTo>
                  <a:pt x="92530" y="3887"/>
                  <a:pt x="96980" y="2311"/>
                  <a:pt x="101726" y="0"/>
                </a:cubicBezTo>
                <a:lnTo>
                  <a:pt x="101726" y="26040"/>
                </a:lnTo>
                <a:cubicBezTo>
                  <a:pt x="99977" y="26727"/>
                  <a:pt x="97386" y="27570"/>
                  <a:pt x="93951" y="28569"/>
                </a:cubicBezTo>
                <a:cubicBezTo>
                  <a:pt x="92390" y="29007"/>
                  <a:pt x="91360" y="29319"/>
                  <a:pt x="90860" y="29506"/>
                </a:cubicBezTo>
                <a:cubicBezTo>
                  <a:pt x="95231" y="34002"/>
                  <a:pt x="98510" y="38811"/>
                  <a:pt x="100695" y="43931"/>
                </a:cubicBezTo>
                <a:cubicBezTo>
                  <a:pt x="102881" y="49052"/>
                  <a:pt x="103974" y="54516"/>
                  <a:pt x="103974" y="60324"/>
                </a:cubicBezTo>
                <a:cubicBezTo>
                  <a:pt x="103974" y="70565"/>
                  <a:pt x="101207" y="78636"/>
                  <a:pt x="95672" y="84537"/>
                </a:cubicBezTo>
                <a:cubicBezTo>
                  <a:pt x="90138" y="90439"/>
                  <a:pt x="83142" y="93389"/>
                  <a:pt x="74684" y="93389"/>
                </a:cubicBezTo>
                <a:cubicBezTo>
                  <a:pt x="69088" y="93389"/>
                  <a:pt x="64098" y="92047"/>
                  <a:pt x="59715" y="89361"/>
                </a:cubicBezTo>
                <a:cubicBezTo>
                  <a:pt x="55330" y="86676"/>
                  <a:pt x="51971" y="82914"/>
                  <a:pt x="49639" y="78074"/>
                </a:cubicBezTo>
                <a:cubicBezTo>
                  <a:pt x="47307" y="73234"/>
                  <a:pt x="45271" y="66256"/>
                  <a:pt x="43530" y="57139"/>
                </a:cubicBezTo>
                <a:cubicBezTo>
                  <a:pt x="41229" y="44837"/>
                  <a:pt x="39084" y="36313"/>
                  <a:pt x="37093" y="31567"/>
                </a:cubicBezTo>
                <a:lnTo>
                  <a:pt x="34441" y="31567"/>
                </a:lnTo>
                <a:cubicBezTo>
                  <a:pt x="29327" y="31567"/>
                  <a:pt x="25680" y="32816"/>
                  <a:pt x="23502" y="35314"/>
                </a:cubicBezTo>
                <a:cubicBezTo>
                  <a:pt x="21323" y="37812"/>
                  <a:pt x="20233" y="42526"/>
                  <a:pt x="20233" y="49458"/>
                </a:cubicBezTo>
                <a:cubicBezTo>
                  <a:pt x="20233" y="54141"/>
                  <a:pt x="21175" y="57794"/>
                  <a:pt x="23060" y="60417"/>
                </a:cubicBezTo>
                <a:cubicBezTo>
                  <a:pt x="24944" y="63040"/>
                  <a:pt x="28247" y="65163"/>
                  <a:pt x="32972" y="66787"/>
                </a:cubicBezTo>
                <a:moveTo>
                  <a:pt x="54329" y="31567"/>
                </a:moveTo>
                <a:cubicBezTo>
                  <a:pt x="55439" y="34939"/>
                  <a:pt x="56766" y="40278"/>
                  <a:pt x="58310" y="47584"/>
                </a:cubicBezTo>
                <a:cubicBezTo>
                  <a:pt x="59851" y="54891"/>
                  <a:pt x="61363" y="59668"/>
                  <a:pt x="62844" y="61916"/>
                </a:cubicBezTo>
                <a:cubicBezTo>
                  <a:pt x="65250" y="65351"/>
                  <a:pt x="68304" y="67068"/>
                  <a:pt x="72006" y="67068"/>
                </a:cubicBezTo>
                <a:cubicBezTo>
                  <a:pt x="75647" y="67068"/>
                  <a:pt x="78795" y="65694"/>
                  <a:pt x="81449" y="62946"/>
                </a:cubicBezTo>
                <a:cubicBezTo>
                  <a:pt x="84101" y="60199"/>
                  <a:pt x="85427" y="56702"/>
                  <a:pt x="85427" y="52455"/>
                </a:cubicBezTo>
                <a:cubicBezTo>
                  <a:pt x="85427" y="47709"/>
                  <a:pt x="83885" y="43182"/>
                  <a:pt x="80799" y="38873"/>
                </a:cubicBezTo>
                <a:cubicBezTo>
                  <a:pt x="78456" y="35688"/>
                  <a:pt x="75586" y="33596"/>
                  <a:pt x="72190" y="32597"/>
                </a:cubicBezTo>
                <a:cubicBezTo>
                  <a:pt x="69970" y="31910"/>
                  <a:pt x="65744" y="31567"/>
                  <a:pt x="59513" y="31567"/>
                </a:cubicBezTo>
                <a:lnTo>
                  <a:pt x="54329" y="315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t">
            <a:extLst xmlns:a="http://schemas.openxmlformats.org/drawingml/2006/main">
              <a:ext uri="{FF2B5EF4-FFF2-40B4-BE49-F238E27FC236}">
                <a16:creationId xmlns:a16="http://schemas.microsoft.com/office/drawing/2014/main" id="{B46E49E4-D2C6-45D7-BDA5-6FD4746E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48" y="1140928"/>
            <a:ext cx="137133" cy="58638"/>
          </a:xfrm>
          <a:custGeom xmlns:a="http://schemas.openxmlformats.org/drawingml/2006/main">
            <a:pathLst>
              <a:path w="137133" h="58638">
                <a:moveTo>
                  <a:pt x="35407" y="2154"/>
                </a:moveTo>
                <a:lnTo>
                  <a:pt x="56389" y="2154"/>
                </a:lnTo>
                <a:lnTo>
                  <a:pt x="56389" y="20139"/>
                </a:lnTo>
                <a:lnTo>
                  <a:pt x="96416" y="20139"/>
                </a:lnTo>
                <a:cubicBezTo>
                  <a:pt x="104522" y="20139"/>
                  <a:pt x="109246" y="19967"/>
                  <a:pt x="110586" y="19624"/>
                </a:cubicBezTo>
                <a:cubicBezTo>
                  <a:pt x="111925" y="19280"/>
                  <a:pt x="113032" y="18500"/>
                  <a:pt x="113906" y="17282"/>
                </a:cubicBezTo>
                <a:cubicBezTo>
                  <a:pt x="114778" y="16064"/>
                  <a:pt x="115214" y="14581"/>
                  <a:pt x="115214" y="12833"/>
                </a:cubicBezTo>
                <a:cubicBezTo>
                  <a:pt x="115214" y="10397"/>
                  <a:pt x="114371" y="6869"/>
                  <a:pt x="112685" y="2248"/>
                </a:cubicBezTo>
                <a:lnTo>
                  <a:pt x="133181" y="0"/>
                </a:lnTo>
                <a:cubicBezTo>
                  <a:pt x="135816" y="6120"/>
                  <a:pt x="137133" y="13051"/>
                  <a:pt x="137133" y="20795"/>
                </a:cubicBezTo>
                <a:cubicBezTo>
                  <a:pt x="137133" y="25541"/>
                  <a:pt x="136337" y="29818"/>
                  <a:pt x="134744" y="33628"/>
                </a:cubicBezTo>
                <a:cubicBezTo>
                  <a:pt x="133152" y="37437"/>
                  <a:pt x="131091" y="40231"/>
                  <a:pt x="128562" y="42011"/>
                </a:cubicBezTo>
                <a:cubicBezTo>
                  <a:pt x="126033" y="43791"/>
                  <a:pt x="122614" y="45024"/>
                  <a:pt x="118305" y="45711"/>
                </a:cubicBezTo>
                <a:cubicBezTo>
                  <a:pt x="115245" y="46273"/>
                  <a:pt x="109063" y="46554"/>
                  <a:pt x="99759" y="46554"/>
                </a:cubicBezTo>
                <a:lnTo>
                  <a:pt x="56389" y="46554"/>
                </a:lnTo>
                <a:lnTo>
                  <a:pt x="56389" y="58638"/>
                </a:lnTo>
                <a:lnTo>
                  <a:pt x="35407" y="58638"/>
                </a:lnTo>
                <a:lnTo>
                  <a:pt x="35407" y="46554"/>
                </a:lnTo>
                <a:lnTo>
                  <a:pt x="15549" y="46554"/>
                </a:lnTo>
                <a:lnTo>
                  <a:pt x="0" y="20139"/>
                </a:lnTo>
                <a:lnTo>
                  <a:pt x="35407" y="20139"/>
                </a:lnTo>
                <a:lnTo>
                  <a:pt x="35407" y="21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i">
            <a:extLst xmlns:a="http://schemas.openxmlformats.org/drawingml/2006/main">
              <a:ext uri="{FF2B5EF4-FFF2-40B4-BE49-F238E27FC236}">
                <a16:creationId xmlns:a16="http://schemas.microsoft.com/office/drawing/2014/main" id="{A8DDDCBE-B0F7-4719-BAA7-196D6B4C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12" y="1098497"/>
            <a:ext cx="137320" cy="26321"/>
          </a:xfrm>
          <a:custGeom xmlns:a="http://schemas.openxmlformats.org/drawingml/2006/main">
            <a:pathLst>
              <a:path w="137320" h="26321">
                <a:moveTo>
                  <a:pt x="24354" y="26321"/>
                </a:moveTo>
                <a:lnTo>
                  <a:pt x="0" y="26321"/>
                </a:lnTo>
                <a:lnTo>
                  <a:pt x="0" y="0"/>
                </a:lnTo>
                <a:lnTo>
                  <a:pt x="24354" y="0"/>
                </a:lnTo>
                <a:lnTo>
                  <a:pt x="24354" y="26321"/>
                </a:lnTo>
                <a:moveTo>
                  <a:pt x="137320" y="26321"/>
                </a:moveTo>
                <a:lnTo>
                  <a:pt x="37843" y="26321"/>
                </a:lnTo>
                <a:lnTo>
                  <a:pt x="37843" y="0"/>
                </a:lnTo>
                <a:lnTo>
                  <a:pt x="137320" y="0"/>
                </a:lnTo>
                <a:lnTo>
                  <a:pt x="137320" y="263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o">
            <a:extLst xmlns:a="http://schemas.openxmlformats.org/drawingml/2006/main">
              <a:ext uri="{FF2B5EF4-FFF2-40B4-BE49-F238E27FC236}">
                <a16:creationId xmlns:a16="http://schemas.microsoft.com/office/drawing/2014/main" id="{672850CD-752C-4985-9A31-AD22956A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07" y="974914"/>
            <a:ext cx="103974" cy="102662"/>
          </a:xfrm>
          <a:custGeom xmlns:a="http://schemas.openxmlformats.org/drawingml/2006/main">
            <a:pathLst>
              <a:path w="103974" h="102662">
                <a:moveTo>
                  <a:pt x="50582" y="102662"/>
                </a:moveTo>
                <a:cubicBezTo>
                  <a:pt x="41839" y="102662"/>
                  <a:pt x="33378" y="100508"/>
                  <a:pt x="25197" y="96199"/>
                </a:cubicBezTo>
                <a:cubicBezTo>
                  <a:pt x="17017" y="91890"/>
                  <a:pt x="10772" y="85786"/>
                  <a:pt x="6463" y="77887"/>
                </a:cubicBezTo>
                <a:cubicBezTo>
                  <a:pt x="2154" y="69987"/>
                  <a:pt x="0" y="61167"/>
                  <a:pt x="0" y="51425"/>
                </a:cubicBezTo>
                <a:cubicBezTo>
                  <a:pt x="0" y="36375"/>
                  <a:pt x="4886" y="24042"/>
                  <a:pt x="14659" y="14425"/>
                </a:cubicBezTo>
                <a:cubicBezTo>
                  <a:pt x="24432" y="4808"/>
                  <a:pt x="36781" y="0"/>
                  <a:pt x="51706" y="0"/>
                </a:cubicBezTo>
                <a:cubicBezTo>
                  <a:pt x="66756" y="0"/>
                  <a:pt x="79229" y="4855"/>
                  <a:pt x="89127" y="14566"/>
                </a:cubicBezTo>
                <a:cubicBezTo>
                  <a:pt x="99025" y="24276"/>
                  <a:pt x="103974" y="36500"/>
                  <a:pt x="103974" y="51238"/>
                </a:cubicBezTo>
                <a:cubicBezTo>
                  <a:pt x="103974" y="60355"/>
                  <a:pt x="101913" y="69050"/>
                  <a:pt x="97792" y="77325"/>
                </a:cubicBezTo>
                <a:cubicBezTo>
                  <a:pt x="93670" y="85599"/>
                  <a:pt x="87628" y="91890"/>
                  <a:pt x="79666" y="96199"/>
                </a:cubicBezTo>
                <a:cubicBezTo>
                  <a:pt x="71704" y="100508"/>
                  <a:pt x="62010" y="102662"/>
                  <a:pt x="50582" y="102662"/>
                </a:cubicBezTo>
                <a:moveTo>
                  <a:pt x="51987" y="75685"/>
                </a:moveTo>
                <a:cubicBezTo>
                  <a:pt x="61822" y="75685"/>
                  <a:pt x="69355" y="73344"/>
                  <a:pt x="74585" y="68660"/>
                </a:cubicBezTo>
                <a:cubicBezTo>
                  <a:pt x="79815" y="63977"/>
                  <a:pt x="82430" y="58200"/>
                  <a:pt x="82430" y="51331"/>
                </a:cubicBezTo>
                <a:cubicBezTo>
                  <a:pt x="82430" y="44462"/>
                  <a:pt x="79815" y="38701"/>
                  <a:pt x="74585" y="34049"/>
                </a:cubicBezTo>
                <a:cubicBezTo>
                  <a:pt x="69355" y="29397"/>
                  <a:pt x="61760" y="27071"/>
                  <a:pt x="51800" y="27071"/>
                </a:cubicBezTo>
                <a:cubicBezTo>
                  <a:pt x="42089" y="27071"/>
                  <a:pt x="34619" y="29397"/>
                  <a:pt x="29389" y="34049"/>
                </a:cubicBezTo>
                <a:cubicBezTo>
                  <a:pt x="24159" y="38701"/>
                  <a:pt x="21544" y="44462"/>
                  <a:pt x="21544" y="51331"/>
                </a:cubicBezTo>
                <a:cubicBezTo>
                  <a:pt x="21544" y="58200"/>
                  <a:pt x="24159" y="63977"/>
                  <a:pt x="29389" y="68660"/>
                </a:cubicBezTo>
                <a:cubicBezTo>
                  <a:pt x="34619" y="73344"/>
                  <a:pt x="42152" y="75685"/>
                  <a:pt x="51987" y="756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n">
            <a:extLst xmlns:a="http://schemas.openxmlformats.org/drawingml/2006/main">
              <a:ext uri="{FF2B5EF4-FFF2-40B4-BE49-F238E27FC236}">
                <a16:creationId xmlns:a16="http://schemas.microsoft.com/office/drawing/2014/main" id="{7CB0B3DE-8552-4A0D-B7D7-F349022E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07" y="863791"/>
            <a:ext cx="101726" cy="90673"/>
          </a:xfrm>
          <a:custGeom xmlns:a="http://schemas.openxmlformats.org/drawingml/2006/main">
            <a:pathLst>
              <a:path w="101726" h="90673">
                <a:moveTo>
                  <a:pt x="101726" y="0"/>
                </a:moveTo>
                <a:lnTo>
                  <a:pt x="101726" y="26321"/>
                </a:lnTo>
                <a:lnTo>
                  <a:pt x="51015" y="26321"/>
                </a:lnTo>
                <a:cubicBezTo>
                  <a:pt x="40286" y="26321"/>
                  <a:pt x="33347" y="26883"/>
                  <a:pt x="30197" y="28007"/>
                </a:cubicBezTo>
                <a:cubicBezTo>
                  <a:pt x="27047" y="29131"/>
                  <a:pt x="24599" y="30958"/>
                  <a:pt x="22853" y="33487"/>
                </a:cubicBezTo>
                <a:cubicBezTo>
                  <a:pt x="21106" y="36016"/>
                  <a:pt x="20233" y="39060"/>
                  <a:pt x="20233" y="42620"/>
                </a:cubicBezTo>
                <a:cubicBezTo>
                  <a:pt x="20233" y="47179"/>
                  <a:pt x="21481" y="51269"/>
                  <a:pt x="23977" y="54891"/>
                </a:cubicBezTo>
                <a:cubicBezTo>
                  <a:pt x="26471" y="58513"/>
                  <a:pt x="29776" y="60995"/>
                  <a:pt x="33894" y="62337"/>
                </a:cubicBezTo>
                <a:cubicBezTo>
                  <a:pt x="38010" y="63680"/>
                  <a:pt x="45619" y="64351"/>
                  <a:pt x="56723" y="64351"/>
                </a:cubicBezTo>
                <a:lnTo>
                  <a:pt x="101726" y="64351"/>
                </a:lnTo>
                <a:lnTo>
                  <a:pt x="101726" y="90673"/>
                </a:lnTo>
                <a:lnTo>
                  <a:pt x="2248" y="90673"/>
                </a:lnTo>
                <a:lnTo>
                  <a:pt x="2248" y="66225"/>
                </a:lnTo>
                <a:lnTo>
                  <a:pt x="16861" y="66225"/>
                </a:lnTo>
                <a:cubicBezTo>
                  <a:pt x="5620" y="57545"/>
                  <a:pt x="0" y="46617"/>
                  <a:pt x="0" y="33440"/>
                </a:cubicBezTo>
                <a:cubicBezTo>
                  <a:pt x="0" y="27633"/>
                  <a:pt x="1046" y="22325"/>
                  <a:pt x="3138" y="17516"/>
                </a:cubicBezTo>
                <a:cubicBezTo>
                  <a:pt x="5230" y="12708"/>
                  <a:pt x="7900" y="9070"/>
                  <a:pt x="11147" y="6604"/>
                </a:cubicBezTo>
                <a:cubicBezTo>
                  <a:pt x="14394" y="4137"/>
                  <a:pt x="18078" y="2420"/>
                  <a:pt x="22200" y="1452"/>
                </a:cubicBezTo>
                <a:cubicBezTo>
                  <a:pt x="26321" y="484"/>
                  <a:pt x="32223" y="0"/>
                  <a:pt x="39903" y="0"/>
                </a:cubicBezTo>
                <a:lnTo>
                  <a:pt x="10172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S">
            <a:extLst xmlns:a="http://schemas.openxmlformats.org/drawingml/2006/main">
              <a:ext uri="{FF2B5EF4-FFF2-40B4-BE49-F238E27FC236}">
                <a16:creationId xmlns:a16="http://schemas.microsoft.com/office/drawing/2014/main" id="{070A05F0-041C-4729-AB95-FC08E424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07" y="4031334"/>
            <a:ext cx="142379" cy="111655"/>
          </a:xfrm>
          <a:custGeom xmlns:a="http://schemas.openxmlformats.org/drawingml/2006/main">
            <a:pathLst>
              <a:path w="142379" h="111655">
                <a:moveTo>
                  <a:pt x="95169" y="111655"/>
                </a:moveTo>
                <a:lnTo>
                  <a:pt x="92546" y="84678"/>
                </a:lnTo>
                <a:cubicBezTo>
                  <a:pt x="101634" y="83054"/>
                  <a:pt x="108309" y="79760"/>
                  <a:pt x="112571" y="74796"/>
                </a:cubicBezTo>
                <a:cubicBezTo>
                  <a:pt x="116831" y="69831"/>
                  <a:pt x="118961" y="63134"/>
                  <a:pt x="118961" y="54703"/>
                </a:cubicBezTo>
                <a:cubicBezTo>
                  <a:pt x="118961" y="45773"/>
                  <a:pt x="117066" y="39045"/>
                  <a:pt x="113276" y="34517"/>
                </a:cubicBezTo>
                <a:cubicBezTo>
                  <a:pt x="109487" y="29990"/>
                  <a:pt x="105054" y="27726"/>
                  <a:pt x="99978" y="27726"/>
                </a:cubicBezTo>
                <a:cubicBezTo>
                  <a:pt x="96721" y="27726"/>
                  <a:pt x="93950" y="28679"/>
                  <a:pt x="91665" y="30583"/>
                </a:cubicBezTo>
                <a:cubicBezTo>
                  <a:pt x="89378" y="32488"/>
                  <a:pt x="87388" y="35813"/>
                  <a:pt x="85696" y="40559"/>
                </a:cubicBezTo>
                <a:cubicBezTo>
                  <a:pt x="84570" y="43806"/>
                  <a:pt x="82568" y="51206"/>
                  <a:pt x="79690" y="62759"/>
                </a:cubicBezTo>
                <a:cubicBezTo>
                  <a:pt x="75998" y="77621"/>
                  <a:pt x="71461" y="88050"/>
                  <a:pt x="66078" y="94045"/>
                </a:cubicBezTo>
                <a:cubicBezTo>
                  <a:pt x="58507" y="102475"/>
                  <a:pt x="49277" y="106690"/>
                  <a:pt x="38390" y="106690"/>
                </a:cubicBezTo>
                <a:cubicBezTo>
                  <a:pt x="31382" y="106690"/>
                  <a:pt x="24828" y="104708"/>
                  <a:pt x="18728" y="100742"/>
                </a:cubicBezTo>
                <a:cubicBezTo>
                  <a:pt x="12626" y="96777"/>
                  <a:pt x="7980" y="91063"/>
                  <a:pt x="4789" y="83601"/>
                </a:cubicBezTo>
                <a:cubicBezTo>
                  <a:pt x="1596" y="76138"/>
                  <a:pt x="0" y="67130"/>
                  <a:pt x="0" y="56577"/>
                </a:cubicBezTo>
                <a:cubicBezTo>
                  <a:pt x="0" y="39341"/>
                  <a:pt x="3796" y="26368"/>
                  <a:pt x="11387" y="17657"/>
                </a:cubicBezTo>
                <a:cubicBezTo>
                  <a:pt x="18976" y="8946"/>
                  <a:pt x="29106" y="4371"/>
                  <a:pt x="41777" y="3934"/>
                </a:cubicBezTo>
                <a:lnTo>
                  <a:pt x="42901" y="31661"/>
                </a:lnTo>
                <a:cubicBezTo>
                  <a:pt x="35844" y="32847"/>
                  <a:pt x="30771" y="35392"/>
                  <a:pt x="27680" y="39295"/>
                </a:cubicBezTo>
                <a:cubicBezTo>
                  <a:pt x="24588" y="43198"/>
                  <a:pt x="23043" y="49052"/>
                  <a:pt x="23043" y="56858"/>
                </a:cubicBezTo>
                <a:cubicBezTo>
                  <a:pt x="23043" y="64913"/>
                  <a:pt x="24699" y="71221"/>
                  <a:pt x="28010" y="75779"/>
                </a:cubicBezTo>
                <a:cubicBezTo>
                  <a:pt x="30133" y="78714"/>
                  <a:pt x="32976" y="80182"/>
                  <a:pt x="36537" y="80182"/>
                </a:cubicBezTo>
                <a:cubicBezTo>
                  <a:pt x="39786" y="80182"/>
                  <a:pt x="42566" y="78808"/>
                  <a:pt x="44877" y="76060"/>
                </a:cubicBezTo>
                <a:cubicBezTo>
                  <a:pt x="47814" y="72563"/>
                  <a:pt x="50878" y="64070"/>
                  <a:pt x="54068" y="50582"/>
                </a:cubicBezTo>
                <a:cubicBezTo>
                  <a:pt x="57259" y="37093"/>
                  <a:pt x="60560" y="27118"/>
                  <a:pt x="63971" y="20654"/>
                </a:cubicBezTo>
                <a:cubicBezTo>
                  <a:pt x="67380" y="14191"/>
                  <a:pt x="72041" y="9133"/>
                  <a:pt x="77954" y="5480"/>
                </a:cubicBezTo>
                <a:cubicBezTo>
                  <a:pt x="83865" y="1827"/>
                  <a:pt x="91169" y="0"/>
                  <a:pt x="99867" y="0"/>
                </a:cubicBezTo>
                <a:cubicBezTo>
                  <a:pt x="107749" y="0"/>
                  <a:pt x="115131" y="2186"/>
                  <a:pt x="122014" y="6557"/>
                </a:cubicBezTo>
                <a:cubicBezTo>
                  <a:pt x="128897" y="10928"/>
                  <a:pt x="134012" y="17110"/>
                  <a:pt x="137358" y="25104"/>
                </a:cubicBezTo>
                <a:cubicBezTo>
                  <a:pt x="140705" y="33097"/>
                  <a:pt x="142379" y="43057"/>
                  <a:pt x="142379" y="54984"/>
                </a:cubicBezTo>
                <a:cubicBezTo>
                  <a:pt x="142379" y="72345"/>
                  <a:pt x="138359" y="85677"/>
                  <a:pt x="130319" y="94982"/>
                </a:cubicBezTo>
                <a:cubicBezTo>
                  <a:pt x="122279" y="104286"/>
                  <a:pt x="110562" y="109844"/>
                  <a:pt x="95169" y="1116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p">
            <a:extLst xmlns:a="http://schemas.openxmlformats.org/drawingml/2006/main">
              <a:ext uri="{FF2B5EF4-FFF2-40B4-BE49-F238E27FC236}">
                <a16:creationId xmlns:a16="http://schemas.microsoft.com/office/drawing/2014/main" id="{C094EF81-4C96-4117-BD43-2E9FCE91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37" y="3911903"/>
            <a:ext cx="139569" cy="97042"/>
          </a:xfrm>
          <a:custGeom xmlns:a="http://schemas.openxmlformats.org/drawingml/2006/main">
            <a:pathLst>
              <a:path w="139569" h="97042">
                <a:moveTo>
                  <a:pt x="2248" y="97042"/>
                </a:moveTo>
                <a:lnTo>
                  <a:pt x="2248" y="72501"/>
                </a:lnTo>
                <a:lnTo>
                  <a:pt x="16861" y="72501"/>
                </a:lnTo>
                <a:cubicBezTo>
                  <a:pt x="11865" y="69316"/>
                  <a:pt x="7806" y="65007"/>
                  <a:pt x="4684" y="59574"/>
                </a:cubicBezTo>
                <a:cubicBezTo>
                  <a:pt x="1561" y="54141"/>
                  <a:pt x="0" y="48115"/>
                  <a:pt x="0" y="41496"/>
                </a:cubicBezTo>
                <a:cubicBezTo>
                  <a:pt x="0" y="29943"/>
                  <a:pt x="4527" y="20139"/>
                  <a:pt x="13582" y="12083"/>
                </a:cubicBezTo>
                <a:cubicBezTo>
                  <a:pt x="22637" y="4028"/>
                  <a:pt x="35251" y="0"/>
                  <a:pt x="51425" y="0"/>
                </a:cubicBezTo>
                <a:cubicBezTo>
                  <a:pt x="68036" y="0"/>
                  <a:pt x="80947" y="4059"/>
                  <a:pt x="90158" y="12177"/>
                </a:cubicBezTo>
                <a:cubicBezTo>
                  <a:pt x="99368" y="20295"/>
                  <a:pt x="103974" y="30131"/>
                  <a:pt x="103974" y="41683"/>
                </a:cubicBezTo>
                <a:cubicBezTo>
                  <a:pt x="103974" y="47179"/>
                  <a:pt x="102881" y="52159"/>
                  <a:pt x="100695" y="56624"/>
                </a:cubicBezTo>
                <a:cubicBezTo>
                  <a:pt x="98510" y="61089"/>
                  <a:pt x="94763" y="65788"/>
                  <a:pt x="89455" y="70721"/>
                </a:cubicBezTo>
                <a:lnTo>
                  <a:pt x="139569" y="70721"/>
                </a:lnTo>
                <a:lnTo>
                  <a:pt x="139569" y="97042"/>
                </a:lnTo>
                <a:lnTo>
                  <a:pt x="2248" y="97042"/>
                </a:lnTo>
                <a:moveTo>
                  <a:pt x="50257" y="71002"/>
                </a:moveTo>
                <a:cubicBezTo>
                  <a:pt x="61417" y="71002"/>
                  <a:pt x="69663" y="68785"/>
                  <a:pt x="74995" y="64351"/>
                </a:cubicBezTo>
                <a:cubicBezTo>
                  <a:pt x="80326" y="59918"/>
                  <a:pt x="82992" y="54516"/>
                  <a:pt x="82992" y="48146"/>
                </a:cubicBezTo>
                <a:cubicBezTo>
                  <a:pt x="82992" y="42027"/>
                  <a:pt x="80545" y="36937"/>
                  <a:pt x="75650" y="32878"/>
                </a:cubicBezTo>
                <a:cubicBezTo>
                  <a:pt x="70756" y="28819"/>
                  <a:pt x="62728" y="26790"/>
                  <a:pt x="51565" y="26790"/>
                </a:cubicBezTo>
                <a:cubicBezTo>
                  <a:pt x="41152" y="26790"/>
                  <a:pt x="33421" y="28882"/>
                  <a:pt x="28370" y="33066"/>
                </a:cubicBezTo>
                <a:cubicBezTo>
                  <a:pt x="23320" y="37249"/>
                  <a:pt x="20795" y="42433"/>
                  <a:pt x="20795" y="48615"/>
                </a:cubicBezTo>
                <a:cubicBezTo>
                  <a:pt x="20795" y="55047"/>
                  <a:pt x="23273" y="60386"/>
                  <a:pt x="28230" y="64632"/>
                </a:cubicBezTo>
                <a:cubicBezTo>
                  <a:pt x="33187" y="68879"/>
                  <a:pt x="40529" y="71002"/>
                  <a:pt x="50257" y="710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r">
            <a:extLst xmlns:a="http://schemas.openxmlformats.org/drawingml/2006/main">
              <a:ext uri="{FF2B5EF4-FFF2-40B4-BE49-F238E27FC236}">
                <a16:creationId xmlns:a16="http://schemas.microsoft.com/office/drawing/2014/main" id="{992559DE-5E45-4700-92C0-30C870C3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37" y="3827663"/>
            <a:ext cx="101726" cy="64445"/>
          </a:xfrm>
          <a:custGeom xmlns:a="http://schemas.openxmlformats.org/drawingml/2006/main">
            <a:pathLst>
              <a:path w="101726" h="64445">
                <a:moveTo>
                  <a:pt x="101726" y="38124"/>
                </a:moveTo>
                <a:lnTo>
                  <a:pt x="101726" y="64445"/>
                </a:lnTo>
                <a:lnTo>
                  <a:pt x="2248" y="64445"/>
                </a:lnTo>
                <a:lnTo>
                  <a:pt x="2248" y="39997"/>
                </a:lnTo>
                <a:lnTo>
                  <a:pt x="16392" y="39997"/>
                </a:lnTo>
                <a:cubicBezTo>
                  <a:pt x="9710" y="35813"/>
                  <a:pt x="5308" y="32051"/>
                  <a:pt x="3185" y="28710"/>
                </a:cubicBezTo>
                <a:cubicBezTo>
                  <a:pt x="1062" y="25369"/>
                  <a:pt x="0" y="21575"/>
                  <a:pt x="0" y="17329"/>
                </a:cubicBezTo>
                <a:cubicBezTo>
                  <a:pt x="0" y="11334"/>
                  <a:pt x="1655" y="5558"/>
                  <a:pt x="4965" y="0"/>
                </a:cubicBezTo>
                <a:lnTo>
                  <a:pt x="27914" y="8149"/>
                </a:lnTo>
                <a:cubicBezTo>
                  <a:pt x="25041" y="12583"/>
                  <a:pt x="23605" y="16705"/>
                  <a:pt x="23605" y="20514"/>
                </a:cubicBezTo>
                <a:cubicBezTo>
                  <a:pt x="23605" y="24198"/>
                  <a:pt x="24620" y="27320"/>
                  <a:pt x="26649" y="29881"/>
                </a:cubicBezTo>
                <a:cubicBezTo>
                  <a:pt x="28679" y="32441"/>
                  <a:pt x="32347" y="34455"/>
                  <a:pt x="37655" y="35922"/>
                </a:cubicBezTo>
                <a:cubicBezTo>
                  <a:pt x="42963" y="37390"/>
                  <a:pt x="54079" y="38124"/>
                  <a:pt x="71002" y="38124"/>
                </a:cubicBezTo>
                <a:lnTo>
                  <a:pt x="101726" y="381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i">
            <a:extLst xmlns:a="http://schemas.openxmlformats.org/drawingml/2006/main">
              <a:ext uri="{FF2B5EF4-FFF2-40B4-BE49-F238E27FC236}">
                <a16:creationId xmlns:a16="http://schemas.microsoft.com/office/drawing/2014/main" id="{28956ADF-C310-4A27-96C6-A34DFE42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43" y="3790038"/>
            <a:ext cx="137320" cy="26321"/>
          </a:xfrm>
          <a:custGeom xmlns:a="http://schemas.openxmlformats.org/drawingml/2006/main">
            <a:pathLst>
              <a:path w="137320" h="26321">
                <a:moveTo>
                  <a:pt x="24354" y="26321"/>
                </a:moveTo>
                <a:lnTo>
                  <a:pt x="0" y="26321"/>
                </a:lnTo>
                <a:lnTo>
                  <a:pt x="0" y="0"/>
                </a:lnTo>
                <a:lnTo>
                  <a:pt x="24354" y="0"/>
                </a:lnTo>
                <a:lnTo>
                  <a:pt x="24354" y="26321"/>
                </a:lnTo>
                <a:moveTo>
                  <a:pt x="137320" y="26321"/>
                </a:moveTo>
                <a:lnTo>
                  <a:pt x="37843" y="26321"/>
                </a:lnTo>
                <a:lnTo>
                  <a:pt x="37843" y="0"/>
                </a:lnTo>
                <a:lnTo>
                  <a:pt x="137320" y="0"/>
                </a:lnTo>
                <a:lnTo>
                  <a:pt x="137320" y="263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n">
            <a:extLst xmlns:a="http://schemas.openxmlformats.org/drawingml/2006/main">
              <a:ext uri="{FF2B5EF4-FFF2-40B4-BE49-F238E27FC236}">
                <a16:creationId xmlns:a16="http://schemas.microsoft.com/office/drawing/2014/main" id="{A8393CEC-8244-48CF-AEAD-39E412EC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37" y="3672543"/>
            <a:ext cx="101726" cy="90673"/>
          </a:xfrm>
          <a:custGeom xmlns:a="http://schemas.openxmlformats.org/drawingml/2006/main">
            <a:pathLst>
              <a:path w="101726" h="90673">
                <a:moveTo>
                  <a:pt x="101726" y="0"/>
                </a:moveTo>
                <a:lnTo>
                  <a:pt x="101726" y="26321"/>
                </a:lnTo>
                <a:lnTo>
                  <a:pt x="51015" y="26321"/>
                </a:lnTo>
                <a:cubicBezTo>
                  <a:pt x="40286" y="26321"/>
                  <a:pt x="33347" y="26883"/>
                  <a:pt x="30197" y="28007"/>
                </a:cubicBezTo>
                <a:cubicBezTo>
                  <a:pt x="27047" y="29131"/>
                  <a:pt x="24599" y="30958"/>
                  <a:pt x="22853" y="33487"/>
                </a:cubicBezTo>
                <a:cubicBezTo>
                  <a:pt x="21106" y="36016"/>
                  <a:pt x="20233" y="39060"/>
                  <a:pt x="20233" y="42620"/>
                </a:cubicBezTo>
                <a:cubicBezTo>
                  <a:pt x="20233" y="47179"/>
                  <a:pt x="21481" y="51269"/>
                  <a:pt x="23977" y="54891"/>
                </a:cubicBezTo>
                <a:cubicBezTo>
                  <a:pt x="26471" y="58513"/>
                  <a:pt x="29776" y="60995"/>
                  <a:pt x="33894" y="62337"/>
                </a:cubicBezTo>
                <a:cubicBezTo>
                  <a:pt x="38010" y="63680"/>
                  <a:pt x="45619" y="64351"/>
                  <a:pt x="56723" y="64351"/>
                </a:cubicBezTo>
                <a:lnTo>
                  <a:pt x="101726" y="64351"/>
                </a:lnTo>
                <a:lnTo>
                  <a:pt x="101726" y="90673"/>
                </a:lnTo>
                <a:lnTo>
                  <a:pt x="2248" y="90673"/>
                </a:lnTo>
                <a:lnTo>
                  <a:pt x="2248" y="66225"/>
                </a:lnTo>
                <a:lnTo>
                  <a:pt x="16861" y="66225"/>
                </a:lnTo>
                <a:cubicBezTo>
                  <a:pt x="5620" y="57545"/>
                  <a:pt x="0" y="46617"/>
                  <a:pt x="0" y="33440"/>
                </a:cubicBezTo>
                <a:cubicBezTo>
                  <a:pt x="0" y="27633"/>
                  <a:pt x="1046" y="22325"/>
                  <a:pt x="3138" y="17516"/>
                </a:cubicBezTo>
                <a:cubicBezTo>
                  <a:pt x="5230" y="12708"/>
                  <a:pt x="7900" y="9070"/>
                  <a:pt x="11147" y="6604"/>
                </a:cubicBezTo>
                <a:cubicBezTo>
                  <a:pt x="14394" y="4137"/>
                  <a:pt x="18078" y="2420"/>
                  <a:pt x="22200" y="1452"/>
                </a:cubicBezTo>
                <a:cubicBezTo>
                  <a:pt x="26321" y="484"/>
                  <a:pt x="32223" y="0"/>
                  <a:pt x="39903" y="0"/>
                </a:cubicBezTo>
                <a:lnTo>
                  <a:pt x="10172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t">
            <a:extLst xmlns:a="http://schemas.openxmlformats.org/drawingml/2006/main">
              <a:ext uri="{FF2B5EF4-FFF2-40B4-BE49-F238E27FC236}">
                <a16:creationId xmlns:a16="http://schemas.microsoft.com/office/drawing/2014/main" id="{0DA5BF3C-BC4B-4F70-9895-CE13288B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78" y="3598045"/>
            <a:ext cx="137133" cy="58638"/>
          </a:xfrm>
          <a:custGeom xmlns:a="http://schemas.openxmlformats.org/drawingml/2006/main">
            <a:pathLst>
              <a:path w="137133" h="58638">
                <a:moveTo>
                  <a:pt x="35407" y="2154"/>
                </a:moveTo>
                <a:lnTo>
                  <a:pt x="56389" y="2154"/>
                </a:lnTo>
                <a:lnTo>
                  <a:pt x="56389" y="20139"/>
                </a:lnTo>
                <a:lnTo>
                  <a:pt x="96416" y="20139"/>
                </a:lnTo>
                <a:cubicBezTo>
                  <a:pt x="104522" y="20139"/>
                  <a:pt x="109246" y="19967"/>
                  <a:pt x="110586" y="19624"/>
                </a:cubicBezTo>
                <a:cubicBezTo>
                  <a:pt x="111925" y="19280"/>
                  <a:pt x="113032" y="18500"/>
                  <a:pt x="113906" y="17282"/>
                </a:cubicBezTo>
                <a:cubicBezTo>
                  <a:pt x="114778" y="16064"/>
                  <a:pt x="115214" y="14581"/>
                  <a:pt x="115214" y="12833"/>
                </a:cubicBezTo>
                <a:cubicBezTo>
                  <a:pt x="115214" y="10397"/>
                  <a:pt x="114371" y="6869"/>
                  <a:pt x="112685" y="2248"/>
                </a:cubicBezTo>
                <a:lnTo>
                  <a:pt x="133181" y="0"/>
                </a:lnTo>
                <a:cubicBezTo>
                  <a:pt x="135816" y="6120"/>
                  <a:pt x="137133" y="13051"/>
                  <a:pt x="137133" y="20795"/>
                </a:cubicBezTo>
                <a:cubicBezTo>
                  <a:pt x="137133" y="25541"/>
                  <a:pt x="136337" y="29818"/>
                  <a:pt x="134744" y="33628"/>
                </a:cubicBezTo>
                <a:cubicBezTo>
                  <a:pt x="133152" y="37437"/>
                  <a:pt x="131091" y="40231"/>
                  <a:pt x="128562" y="42011"/>
                </a:cubicBezTo>
                <a:cubicBezTo>
                  <a:pt x="126033" y="43791"/>
                  <a:pt x="122614" y="45024"/>
                  <a:pt x="118305" y="45711"/>
                </a:cubicBezTo>
                <a:cubicBezTo>
                  <a:pt x="115245" y="46273"/>
                  <a:pt x="109063" y="46554"/>
                  <a:pt x="99759" y="46554"/>
                </a:cubicBezTo>
                <a:lnTo>
                  <a:pt x="56389" y="46554"/>
                </a:lnTo>
                <a:lnTo>
                  <a:pt x="56389" y="58638"/>
                </a:lnTo>
                <a:lnTo>
                  <a:pt x="35407" y="58638"/>
                </a:lnTo>
                <a:lnTo>
                  <a:pt x="35407" y="46554"/>
                </a:lnTo>
                <a:lnTo>
                  <a:pt x="15549" y="46554"/>
                </a:lnTo>
                <a:lnTo>
                  <a:pt x="0" y="20139"/>
                </a:lnTo>
                <a:lnTo>
                  <a:pt x="35407" y="20139"/>
                </a:lnTo>
                <a:lnTo>
                  <a:pt x="35407" y="21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P">
            <a:extLst xmlns:a="http://schemas.openxmlformats.org/drawingml/2006/main">
              <a:ext uri="{FF2B5EF4-FFF2-40B4-BE49-F238E27FC236}">
                <a16:creationId xmlns:a16="http://schemas.microsoft.com/office/drawing/2014/main" id="{91FC21AF-B61C-4817-9828-D660057D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43" y="3423226"/>
            <a:ext cx="137320" cy="105192"/>
          </a:xfrm>
          <a:custGeom xmlns:a="http://schemas.openxmlformats.org/drawingml/2006/main">
            <a:pathLst>
              <a:path w="137320" h="105192">
                <a:moveTo>
                  <a:pt x="137320" y="105192"/>
                </a:moveTo>
                <a:lnTo>
                  <a:pt x="0" y="105192"/>
                </a:lnTo>
                <a:lnTo>
                  <a:pt x="0" y="60698"/>
                </a:lnTo>
                <a:cubicBezTo>
                  <a:pt x="0" y="43838"/>
                  <a:pt x="686" y="32847"/>
                  <a:pt x="2058" y="27726"/>
                </a:cubicBezTo>
                <a:cubicBezTo>
                  <a:pt x="4117" y="19858"/>
                  <a:pt x="8592" y="13270"/>
                  <a:pt x="15485" y="7962"/>
                </a:cubicBezTo>
                <a:cubicBezTo>
                  <a:pt x="22377" y="2654"/>
                  <a:pt x="31282" y="0"/>
                  <a:pt x="42198" y="0"/>
                </a:cubicBezTo>
                <a:cubicBezTo>
                  <a:pt x="50619" y="0"/>
                  <a:pt x="57699" y="1530"/>
                  <a:pt x="63438" y="4590"/>
                </a:cubicBezTo>
                <a:cubicBezTo>
                  <a:pt x="69177" y="7650"/>
                  <a:pt x="73684" y="11537"/>
                  <a:pt x="76959" y="16252"/>
                </a:cubicBezTo>
                <a:cubicBezTo>
                  <a:pt x="80233" y="20967"/>
                  <a:pt x="82401" y="25759"/>
                  <a:pt x="83463" y="30630"/>
                </a:cubicBezTo>
                <a:cubicBezTo>
                  <a:pt x="84772" y="37249"/>
                  <a:pt x="85427" y="46835"/>
                  <a:pt x="85427" y="59387"/>
                </a:cubicBezTo>
                <a:lnTo>
                  <a:pt x="85427" y="77465"/>
                </a:lnTo>
                <a:lnTo>
                  <a:pt x="137320" y="77465"/>
                </a:lnTo>
                <a:lnTo>
                  <a:pt x="137320" y="105192"/>
                </a:lnTo>
                <a:moveTo>
                  <a:pt x="23230" y="77465"/>
                </a:moveTo>
                <a:lnTo>
                  <a:pt x="62197" y="77465"/>
                </a:lnTo>
                <a:lnTo>
                  <a:pt x="62197" y="62291"/>
                </a:lnTo>
                <a:cubicBezTo>
                  <a:pt x="62197" y="51362"/>
                  <a:pt x="61479" y="44056"/>
                  <a:pt x="60043" y="40372"/>
                </a:cubicBezTo>
                <a:cubicBezTo>
                  <a:pt x="58606" y="36687"/>
                  <a:pt x="56358" y="33799"/>
                  <a:pt x="53298" y="31707"/>
                </a:cubicBezTo>
                <a:cubicBezTo>
                  <a:pt x="50238" y="29615"/>
                  <a:pt x="46679" y="28569"/>
                  <a:pt x="42620" y="28569"/>
                </a:cubicBezTo>
                <a:cubicBezTo>
                  <a:pt x="37624" y="28569"/>
                  <a:pt x="33503" y="30037"/>
                  <a:pt x="30255" y="32972"/>
                </a:cubicBezTo>
                <a:cubicBezTo>
                  <a:pt x="27008" y="35907"/>
                  <a:pt x="24979" y="39622"/>
                  <a:pt x="24167" y="44119"/>
                </a:cubicBezTo>
                <a:cubicBezTo>
                  <a:pt x="23542" y="47428"/>
                  <a:pt x="23230" y="54079"/>
                  <a:pt x="23230" y="64070"/>
                </a:cubicBezTo>
                <a:lnTo>
                  <a:pt x="23230" y="774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l">
            <a:extLst xmlns:a="http://schemas.openxmlformats.org/drawingml/2006/main">
              <a:ext uri="{FF2B5EF4-FFF2-40B4-BE49-F238E27FC236}">
                <a16:creationId xmlns:a16="http://schemas.microsoft.com/office/drawing/2014/main" id="{CDF24A49-BC1F-40C7-BC5B-79325BFE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43" y="3374329"/>
            <a:ext cx="137320" cy="26321"/>
          </a:xfrm>
          <a:custGeom xmlns:a="http://schemas.openxmlformats.org/drawingml/2006/main">
            <a:pathLst>
              <a:path w="137320" h="26321">
                <a:moveTo>
                  <a:pt x="137320" y="26321"/>
                </a:moveTo>
                <a:lnTo>
                  <a:pt x="0" y="26321"/>
                </a:lnTo>
                <a:lnTo>
                  <a:pt x="0" y="0"/>
                </a:lnTo>
                <a:lnTo>
                  <a:pt x="137320" y="0"/>
                </a:lnTo>
                <a:lnTo>
                  <a:pt x="137320" y="263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a">
            <a:extLst xmlns:a="http://schemas.openxmlformats.org/drawingml/2006/main">
              <a:ext uri="{FF2B5EF4-FFF2-40B4-BE49-F238E27FC236}">
                <a16:creationId xmlns:a16="http://schemas.microsoft.com/office/drawing/2014/main" id="{411F8ECD-7049-4A1F-BA4B-53733D05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37" y="3260862"/>
            <a:ext cx="103974" cy="93389"/>
          </a:xfrm>
          <a:custGeom xmlns:a="http://schemas.openxmlformats.org/drawingml/2006/main">
            <a:pathLst>
              <a:path w="103974" h="93389">
                <a:moveTo>
                  <a:pt x="32972" y="66787"/>
                </a:moveTo>
                <a:lnTo>
                  <a:pt x="28663" y="90673"/>
                </a:lnTo>
                <a:cubicBezTo>
                  <a:pt x="18919" y="87987"/>
                  <a:pt x="11707" y="83366"/>
                  <a:pt x="7025" y="76810"/>
                </a:cubicBezTo>
                <a:cubicBezTo>
                  <a:pt x="2342" y="70253"/>
                  <a:pt x="0" y="60511"/>
                  <a:pt x="0" y="47584"/>
                </a:cubicBezTo>
                <a:cubicBezTo>
                  <a:pt x="0" y="35844"/>
                  <a:pt x="1389" y="27102"/>
                  <a:pt x="4168" y="21357"/>
                </a:cubicBezTo>
                <a:cubicBezTo>
                  <a:pt x="6947" y="15612"/>
                  <a:pt x="10475" y="11568"/>
                  <a:pt x="14753" y="9227"/>
                </a:cubicBezTo>
                <a:cubicBezTo>
                  <a:pt x="19031" y="6885"/>
                  <a:pt x="26883" y="5714"/>
                  <a:pt x="38311" y="5714"/>
                </a:cubicBezTo>
                <a:lnTo>
                  <a:pt x="69035" y="5995"/>
                </a:lnTo>
                <a:cubicBezTo>
                  <a:pt x="77777" y="5995"/>
                  <a:pt x="84225" y="5573"/>
                  <a:pt x="88378" y="4730"/>
                </a:cubicBezTo>
                <a:cubicBezTo>
                  <a:pt x="92530" y="3887"/>
                  <a:pt x="96980" y="2311"/>
                  <a:pt x="101726" y="0"/>
                </a:cubicBezTo>
                <a:lnTo>
                  <a:pt x="101726" y="26040"/>
                </a:lnTo>
                <a:cubicBezTo>
                  <a:pt x="99977" y="26727"/>
                  <a:pt x="97386" y="27570"/>
                  <a:pt x="93951" y="28569"/>
                </a:cubicBezTo>
                <a:cubicBezTo>
                  <a:pt x="92390" y="29007"/>
                  <a:pt x="91360" y="29319"/>
                  <a:pt x="90860" y="29506"/>
                </a:cubicBezTo>
                <a:cubicBezTo>
                  <a:pt x="95231" y="34002"/>
                  <a:pt x="98510" y="38811"/>
                  <a:pt x="100695" y="43931"/>
                </a:cubicBezTo>
                <a:cubicBezTo>
                  <a:pt x="102881" y="49052"/>
                  <a:pt x="103974" y="54516"/>
                  <a:pt x="103974" y="60324"/>
                </a:cubicBezTo>
                <a:cubicBezTo>
                  <a:pt x="103974" y="70565"/>
                  <a:pt x="101207" y="78636"/>
                  <a:pt x="95672" y="84537"/>
                </a:cubicBezTo>
                <a:cubicBezTo>
                  <a:pt x="90138" y="90439"/>
                  <a:pt x="83142" y="93389"/>
                  <a:pt x="74684" y="93389"/>
                </a:cubicBezTo>
                <a:cubicBezTo>
                  <a:pt x="69088" y="93389"/>
                  <a:pt x="64098" y="92047"/>
                  <a:pt x="59715" y="89361"/>
                </a:cubicBezTo>
                <a:cubicBezTo>
                  <a:pt x="55330" y="86676"/>
                  <a:pt x="51971" y="82914"/>
                  <a:pt x="49639" y="78074"/>
                </a:cubicBezTo>
                <a:cubicBezTo>
                  <a:pt x="47307" y="73234"/>
                  <a:pt x="45271" y="66256"/>
                  <a:pt x="43530" y="57139"/>
                </a:cubicBezTo>
                <a:cubicBezTo>
                  <a:pt x="41229" y="44837"/>
                  <a:pt x="39084" y="36313"/>
                  <a:pt x="37093" y="31567"/>
                </a:cubicBezTo>
                <a:lnTo>
                  <a:pt x="34441" y="31567"/>
                </a:lnTo>
                <a:cubicBezTo>
                  <a:pt x="29327" y="31567"/>
                  <a:pt x="25680" y="32816"/>
                  <a:pt x="23502" y="35314"/>
                </a:cubicBezTo>
                <a:cubicBezTo>
                  <a:pt x="21323" y="37812"/>
                  <a:pt x="20233" y="42526"/>
                  <a:pt x="20233" y="49458"/>
                </a:cubicBezTo>
                <a:cubicBezTo>
                  <a:pt x="20233" y="54141"/>
                  <a:pt x="21175" y="57794"/>
                  <a:pt x="23060" y="60417"/>
                </a:cubicBezTo>
                <a:cubicBezTo>
                  <a:pt x="24944" y="63040"/>
                  <a:pt x="28247" y="65163"/>
                  <a:pt x="32972" y="66787"/>
                </a:cubicBezTo>
                <a:moveTo>
                  <a:pt x="54329" y="31567"/>
                </a:moveTo>
                <a:cubicBezTo>
                  <a:pt x="55439" y="34939"/>
                  <a:pt x="56766" y="40278"/>
                  <a:pt x="58310" y="47584"/>
                </a:cubicBezTo>
                <a:cubicBezTo>
                  <a:pt x="59851" y="54891"/>
                  <a:pt x="61363" y="59668"/>
                  <a:pt x="62844" y="61916"/>
                </a:cubicBezTo>
                <a:cubicBezTo>
                  <a:pt x="65250" y="65351"/>
                  <a:pt x="68304" y="67068"/>
                  <a:pt x="72006" y="67068"/>
                </a:cubicBezTo>
                <a:cubicBezTo>
                  <a:pt x="75647" y="67068"/>
                  <a:pt x="78795" y="65694"/>
                  <a:pt x="81449" y="62946"/>
                </a:cubicBezTo>
                <a:cubicBezTo>
                  <a:pt x="84101" y="60199"/>
                  <a:pt x="85427" y="56702"/>
                  <a:pt x="85427" y="52455"/>
                </a:cubicBezTo>
                <a:cubicBezTo>
                  <a:pt x="85427" y="47709"/>
                  <a:pt x="83885" y="43182"/>
                  <a:pt x="80799" y="38873"/>
                </a:cubicBezTo>
                <a:cubicBezTo>
                  <a:pt x="78456" y="35688"/>
                  <a:pt x="75586" y="33596"/>
                  <a:pt x="72190" y="32597"/>
                </a:cubicBezTo>
                <a:cubicBezTo>
                  <a:pt x="69970" y="31910"/>
                  <a:pt x="65744" y="31567"/>
                  <a:pt x="59513" y="31567"/>
                </a:cubicBezTo>
                <a:lnTo>
                  <a:pt x="54329" y="315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n">
            <a:extLst xmlns:a="http://schemas.openxmlformats.org/drawingml/2006/main">
              <a:ext uri="{FF2B5EF4-FFF2-40B4-BE49-F238E27FC236}">
                <a16:creationId xmlns:a16="http://schemas.microsoft.com/office/drawing/2014/main" id="{D92FFBA5-805A-4229-AE2D-E8E2C2F3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37" y="3150173"/>
            <a:ext cx="101726" cy="90673"/>
          </a:xfrm>
          <a:custGeom xmlns:a="http://schemas.openxmlformats.org/drawingml/2006/main">
            <a:pathLst>
              <a:path w="101726" h="90673">
                <a:moveTo>
                  <a:pt x="101726" y="0"/>
                </a:moveTo>
                <a:lnTo>
                  <a:pt x="101726" y="26321"/>
                </a:lnTo>
                <a:lnTo>
                  <a:pt x="51015" y="26321"/>
                </a:lnTo>
                <a:cubicBezTo>
                  <a:pt x="40286" y="26321"/>
                  <a:pt x="33347" y="26883"/>
                  <a:pt x="30197" y="28007"/>
                </a:cubicBezTo>
                <a:cubicBezTo>
                  <a:pt x="27047" y="29131"/>
                  <a:pt x="24599" y="30958"/>
                  <a:pt x="22853" y="33487"/>
                </a:cubicBezTo>
                <a:cubicBezTo>
                  <a:pt x="21106" y="36016"/>
                  <a:pt x="20233" y="39060"/>
                  <a:pt x="20233" y="42620"/>
                </a:cubicBezTo>
                <a:cubicBezTo>
                  <a:pt x="20233" y="47179"/>
                  <a:pt x="21481" y="51269"/>
                  <a:pt x="23977" y="54891"/>
                </a:cubicBezTo>
                <a:cubicBezTo>
                  <a:pt x="26471" y="58513"/>
                  <a:pt x="29776" y="60995"/>
                  <a:pt x="33894" y="62337"/>
                </a:cubicBezTo>
                <a:cubicBezTo>
                  <a:pt x="38010" y="63680"/>
                  <a:pt x="45619" y="64351"/>
                  <a:pt x="56723" y="64351"/>
                </a:cubicBezTo>
                <a:lnTo>
                  <a:pt x="101726" y="64351"/>
                </a:lnTo>
                <a:lnTo>
                  <a:pt x="101726" y="90673"/>
                </a:lnTo>
                <a:lnTo>
                  <a:pt x="2248" y="90673"/>
                </a:lnTo>
                <a:lnTo>
                  <a:pt x="2248" y="66225"/>
                </a:lnTo>
                <a:lnTo>
                  <a:pt x="16861" y="66225"/>
                </a:lnTo>
                <a:cubicBezTo>
                  <a:pt x="5620" y="57545"/>
                  <a:pt x="0" y="46617"/>
                  <a:pt x="0" y="33440"/>
                </a:cubicBezTo>
                <a:cubicBezTo>
                  <a:pt x="0" y="27633"/>
                  <a:pt x="1046" y="22325"/>
                  <a:pt x="3138" y="17516"/>
                </a:cubicBezTo>
                <a:cubicBezTo>
                  <a:pt x="5230" y="12708"/>
                  <a:pt x="7900" y="9070"/>
                  <a:pt x="11147" y="6604"/>
                </a:cubicBezTo>
                <a:cubicBezTo>
                  <a:pt x="14394" y="4137"/>
                  <a:pt x="18078" y="2420"/>
                  <a:pt x="22200" y="1452"/>
                </a:cubicBezTo>
                <a:cubicBezTo>
                  <a:pt x="26321" y="484"/>
                  <a:pt x="32223" y="0"/>
                  <a:pt x="39903" y="0"/>
                </a:cubicBezTo>
                <a:lnTo>
                  <a:pt x="10172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O">
            <a:extLst xmlns:a="http://schemas.openxmlformats.org/drawingml/2006/main">
              <a:ext uri="{FF2B5EF4-FFF2-40B4-BE49-F238E27FC236}">
                <a16:creationId xmlns:a16="http://schemas.microsoft.com/office/drawing/2014/main" id="{3D6BCE05-9BBA-489F-9B69-2CF3E498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363" y="4083044"/>
            <a:ext cx="142191" cy="133199"/>
          </a:xfrm>
          <a:custGeom xmlns:a="http://schemas.openxmlformats.org/drawingml/2006/main">
            <a:pathLst>
              <a:path w="142191" h="133199">
                <a:moveTo>
                  <a:pt x="71939" y="133199"/>
                </a:moveTo>
                <a:cubicBezTo>
                  <a:pt x="57933" y="133199"/>
                  <a:pt x="46178" y="131107"/>
                  <a:pt x="36675" y="126923"/>
                </a:cubicBezTo>
                <a:cubicBezTo>
                  <a:pt x="29671" y="123801"/>
                  <a:pt x="23386" y="119539"/>
                  <a:pt x="17821" y="114137"/>
                </a:cubicBezTo>
                <a:cubicBezTo>
                  <a:pt x="12255" y="108735"/>
                  <a:pt x="8128" y="102819"/>
                  <a:pt x="5439" y="96387"/>
                </a:cubicBezTo>
                <a:cubicBezTo>
                  <a:pt x="1813" y="87831"/>
                  <a:pt x="0" y="77965"/>
                  <a:pt x="0" y="66787"/>
                </a:cubicBezTo>
                <a:cubicBezTo>
                  <a:pt x="0" y="46554"/>
                  <a:pt x="6285" y="30365"/>
                  <a:pt x="18854" y="18219"/>
                </a:cubicBezTo>
                <a:cubicBezTo>
                  <a:pt x="31421" y="6073"/>
                  <a:pt x="48898" y="0"/>
                  <a:pt x="71283" y="0"/>
                </a:cubicBezTo>
                <a:cubicBezTo>
                  <a:pt x="93481" y="0"/>
                  <a:pt x="110849" y="6026"/>
                  <a:pt x="123387" y="18078"/>
                </a:cubicBezTo>
                <a:cubicBezTo>
                  <a:pt x="135923" y="30131"/>
                  <a:pt x="142191" y="46242"/>
                  <a:pt x="142191" y="66412"/>
                </a:cubicBezTo>
                <a:cubicBezTo>
                  <a:pt x="142191" y="86832"/>
                  <a:pt x="135954" y="103068"/>
                  <a:pt x="123481" y="115121"/>
                </a:cubicBezTo>
                <a:cubicBezTo>
                  <a:pt x="111005" y="127173"/>
                  <a:pt x="93824" y="133199"/>
                  <a:pt x="71939" y="133199"/>
                </a:cubicBezTo>
                <a:moveTo>
                  <a:pt x="71002" y="104630"/>
                </a:moveTo>
                <a:cubicBezTo>
                  <a:pt x="86551" y="104630"/>
                  <a:pt x="98338" y="101039"/>
                  <a:pt x="106362" y="93857"/>
                </a:cubicBezTo>
                <a:cubicBezTo>
                  <a:pt x="114387" y="86676"/>
                  <a:pt x="118399" y="77559"/>
                  <a:pt x="118399" y="66506"/>
                </a:cubicBezTo>
                <a:cubicBezTo>
                  <a:pt x="118399" y="55453"/>
                  <a:pt x="114418" y="46382"/>
                  <a:pt x="106456" y="39295"/>
                </a:cubicBezTo>
                <a:cubicBezTo>
                  <a:pt x="98494" y="32207"/>
                  <a:pt x="86551" y="28663"/>
                  <a:pt x="70627" y="28663"/>
                </a:cubicBezTo>
                <a:cubicBezTo>
                  <a:pt x="54891" y="28663"/>
                  <a:pt x="43151" y="32113"/>
                  <a:pt x="35407" y="39014"/>
                </a:cubicBezTo>
                <a:cubicBezTo>
                  <a:pt x="27664" y="45914"/>
                  <a:pt x="23792" y="55078"/>
                  <a:pt x="23792" y="66506"/>
                </a:cubicBezTo>
                <a:cubicBezTo>
                  <a:pt x="23792" y="77934"/>
                  <a:pt x="27711" y="87144"/>
                  <a:pt x="35548" y="94138"/>
                </a:cubicBezTo>
                <a:cubicBezTo>
                  <a:pt x="43385" y="101133"/>
                  <a:pt x="55203" y="104630"/>
                  <a:pt x="71002" y="1046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p">
            <a:extLst xmlns:a="http://schemas.openxmlformats.org/drawingml/2006/main">
              <a:ext uri="{FF2B5EF4-FFF2-40B4-BE49-F238E27FC236}">
                <a16:creationId xmlns:a16="http://schemas.microsoft.com/office/drawing/2014/main" id="{00E4C1C8-2B20-4653-B727-51BCD439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93" y="3965268"/>
            <a:ext cx="139569" cy="97042"/>
          </a:xfrm>
          <a:custGeom xmlns:a="http://schemas.openxmlformats.org/drawingml/2006/main">
            <a:pathLst>
              <a:path w="139569" h="97042">
                <a:moveTo>
                  <a:pt x="2248" y="97042"/>
                </a:moveTo>
                <a:lnTo>
                  <a:pt x="2248" y="72501"/>
                </a:lnTo>
                <a:lnTo>
                  <a:pt x="16861" y="72501"/>
                </a:lnTo>
                <a:cubicBezTo>
                  <a:pt x="11865" y="69316"/>
                  <a:pt x="7806" y="65007"/>
                  <a:pt x="4684" y="59574"/>
                </a:cubicBezTo>
                <a:cubicBezTo>
                  <a:pt x="1561" y="54141"/>
                  <a:pt x="0" y="48115"/>
                  <a:pt x="0" y="41496"/>
                </a:cubicBezTo>
                <a:cubicBezTo>
                  <a:pt x="0" y="29943"/>
                  <a:pt x="4527" y="20139"/>
                  <a:pt x="13582" y="12083"/>
                </a:cubicBezTo>
                <a:cubicBezTo>
                  <a:pt x="22637" y="4028"/>
                  <a:pt x="35251" y="0"/>
                  <a:pt x="51425" y="0"/>
                </a:cubicBezTo>
                <a:cubicBezTo>
                  <a:pt x="68036" y="0"/>
                  <a:pt x="80947" y="4059"/>
                  <a:pt x="90158" y="12177"/>
                </a:cubicBezTo>
                <a:cubicBezTo>
                  <a:pt x="99368" y="20295"/>
                  <a:pt x="103974" y="30131"/>
                  <a:pt x="103974" y="41683"/>
                </a:cubicBezTo>
                <a:cubicBezTo>
                  <a:pt x="103974" y="47179"/>
                  <a:pt x="102881" y="52159"/>
                  <a:pt x="100695" y="56624"/>
                </a:cubicBezTo>
                <a:cubicBezTo>
                  <a:pt x="98510" y="61089"/>
                  <a:pt x="94763" y="65788"/>
                  <a:pt x="89455" y="70721"/>
                </a:cubicBezTo>
                <a:lnTo>
                  <a:pt x="139569" y="70721"/>
                </a:lnTo>
                <a:lnTo>
                  <a:pt x="139569" y="97042"/>
                </a:lnTo>
                <a:lnTo>
                  <a:pt x="2248" y="97042"/>
                </a:lnTo>
                <a:moveTo>
                  <a:pt x="50257" y="71002"/>
                </a:moveTo>
                <a:cubicBezTo>
                  <a:pt x="61417" y="71002"/>
                  <a:pt x="69663" y="68785"/>
                  <a:pt x="74995" y="64351"/>
                </a:cubicBezTo>
                <a:cubicBezTo>
                  <a:pt x="80326" y="59918"/>
                  <a:pt x="82992" y="54516"/>
                  <a:pt x="82992" y="48146"/>
                </a:cubicBezTo>
                <a:cubicBezTo>
                  <a:pt x="82992" y="42027"/>
                  <a:pt x="80545" y="36937"/>
                  <a:pt x="75650" y="32878"/>
                </a:cubicBezTo>
                <a:cubicBezTo>
                  <a:pt x="70756" y="28819"/>
                  <a:pt x="62728" y="26790"/>
                  <a:pt x="51565" y="26790"/>
                </a:cubicBezTo>
                <a:cubicBezTo>
                  <a:pt x="41152" y="26790"/>
                  <a:pt x="33421" y="28882"/>
                  <a:pt x="28370" y="33066"/>
                </a:cubicBezTo>
                <a:cubicBezTo>
                  <a:pt x="23320" y="37249"/>
                  <a:pt x="20795" y="42433"/>
                  <a:pt x="20795" y="48615"/>
                </a:cubicBezTo>
                <a:cubicBezTo>
                  <a:pt x="20795" y="55047"/>
                  <a:pt x="23273" y="60386"/>
                  <a:pt x="28230" y="64632"/>
                </a:cubicBezTo>
                <a:cubicBezTo>
                  <a:pt x="33187" y="68879"/>
                  <a:pt x="40529" y="71002"/>
                  <a:pt x="50257" y="710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t">
            <a:extLst xmlns:a="http://schemas.openxmlformats.org/drawingml/2006/main">
              <a:ext uri="{FF2B5EF4-FFF2-40B4-BE49-F238E27FC236}">
                <a16:creationId xmlns:a16="http://schemas.microsoft.com/office/drawing/2014/main" id="{06630899-751E-4BA9-B371-2D6BBABE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34" y="3896577"/>
            <a:ext cx="137133" cy="58638"/>
          </a:xfrm>
          <a:custGeom xmlns:a="http://schemas.openxmlformats.org/drawingml/2006/main">
            <a:pathLst>
              <a:path w="137133" h="58638">
                <a:moveTo>
                  <a:pt x="35407" y="2154"/>
                </a:moveTo>
                <a:lnTo>
                  <a:pt x="56389" y="2154"/>
                </a:lnTo>
                <a:lnTo>
                  <a:pt x="56389" y="20139"/>
                </a:lnTo>
                <a:lnTo>
                  <a:pt x="96416" y="20139"/>
                </a:lnTo>
                <a:cubicBezTo>
                  <a:pt x="104522" y="20139"/>
                  <a:pt x="109246" y="19967"/>
                  <a:pt x="110586" y="19624"/>
                </a:cubicBezTo>
                <a:cubicBezTo>
                  <a:pt x="111925" y="19280"/>
                  <a:pt x="113032" y="18500"/>
                  <a:pt x="113906" y="17282"/>
                </a:cubicBezTo>
                <a:cubicBezTo>
                  <a:pt x="114778" y="16064"/>
                  <a:pt x="115214" y="14581"/>
                  <a:pt x="115214" y="12833"/>
                </a:cubicBezTo>
                <a:cubicBezTo>
                  <a:pt x="115214" y="10397"/>
                  <a:pt x="114371" y="6869"/>
                  <a:pt x="112685" y="2248"/>
                </a:cubicBezTo>
                <a:lnTo>
                  <a:pt x="133181" y="0"/>
                </a:lnTo>
                <a:cubicBezTo>
                  <a:pt x="135816" y="6120"/>
                  <a:pt x="137133" y="13051"/>
                  <a:pt x="137133" y="20795"/>
                </a:cubicBezTo>
                <a:cubicBezTo>
                  <a:pt x="137133" y="25541"/>
                  <a:pt x="136337" y="29818"/>
                  <a:pt x="134744" y="33628"/>
                </a:cubicBezTo>
                <a:cubicBezTo>
                  <a:pt x="133152" y="37437"/>
                  <a:pt x="131091" y="40231"/>
                  <a:pt x="128562" y="42011"/>
                </a:cubicBezTo>
                <a:cubicBezTo>
                  <a:pt x="126033" y="43791"/>
                  <a:pt x="122614" y="45024"/>
                  <a:pt x="118305" y="45711"/>
                </a:cubicBezTo>
                <a:cubicBezTo>
                  <a:pt x="115245" y="46273"/>
                  <a:pt x="109063" y="46554"/>
                  <a:pt x="99759" y="46554"/>
                </a:cubicBezTo>
                <a:lnTo>
                  <a:pt x="56389" y="46554"/>
                </a:lnTo>
                <a:lnTo>
                  <a:pt x="56389" y="58638"/>
                </a:lnTo>
                <a:lnTo>
                  <a:pt x="35407" y="58638"/>
                </a:lnTo>
                <a:lnTo>
                  <a:pt x="35407" y="46554"/>
                </a:lnTo>
                <a:lnTo>
                  <a:pt x="15549" y="46554"/>
                </a:lnTo>
                <a:lnTo>
                  <a:pt x="0" y="20139"/>
                </a:lnTo>
                <a:lnTo>
                  <a:pt x="35407" y="20139"/>
                </a:lnTo>
                <a:lnTo>
                  <a:pt x="35407" y="21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i">
            <a:extLst xmlns:a="http://schemas.openxmlformats.org/drawingml/2006/main">
              <a:ext uri="{FF2B5EF4-FFF2-40B4-BE49-F238E27FC236}">
                <a16:creationId xmlns:a16="http://schemas.microsoft.com/office/drawing/2014/main" id="{D4A64753-E2F3-48E9-AAFB-61FCBA87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98" y="3854146"/>
            <a:ext cx="137320" cy="26321"/>
          </a:xfrm>
          <a:custGeom xmlns:a="http://schemas.openxmlformats.org/drawingml/2006/main">
            <a:pathLst>
              <a:path w="137320" h="26321">
                <a:moveTo>
                  <a:pt x="24354" y="26321"/>
                </a:moveTo>
                <a:lnTo>
                  <a:pt x="0" y="26321"/>
                </a:lnTo>
                <a:lnTo>
                  <a:pt x="0" y="0"/>
                </a:lnTo>
                <a:lnTo>
                  <a:pt x="24354" y="0"/>
                </a:lnTo>
                <a:lnTo>
                  <a:pt x="24354" y="26321"/>
                </a:lnTo>
                <a:moveTo>
                  <a:pt x="137320" y="26321"/>
                </a:moveTo>
                <a:lnTo>
                  <a:pt x="37843" y="26321"/>
                </a:lnTo>
                <a:lnTo>
                  <a:pt x="37843" y="0"/>
                </a:lnTo>
                <a:lnTo>
                  <a:pt x="137320" y="0"/>
                </a:lnTo>
                <a:lnTo>
                  <a:pt x="137320" y="263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m">
            <a:extLst xmlns:a="http://schemas.openxmlformats.org/drawingml/2006/main">
              <a:ext uri="{FF2B5EF4-FFF2-40B4-BE49-F238E27FC236}">
                <a16:creationId xmlns:a16="http://schemas.microsoft.com/office/drawing/2014/main" id="{5272CFB7-98EC-4E1C-929E-120E28F1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93" y="3682791"/>
            <a:ext cx="101726" cy="146313"/>
          </a:xfrm>
          <a:custGeom xmlns:a="http://schemas.openxmlformats.org/drawingml/2006/main">
            <a:pathLst>
              <a:path w="101726" h="146313">
                <a:moveTo>
                  <a:pt x="2248" y="146313"/>
                </a:moveTo>
                <a:lnTo>
                  <a:pt x="2248" y="122052"/>
                </a:lnTo>
                <a:lnTo>
                  <a:pt x="15830" y="122052"/>
                </a:lnTo>
                <a:cubicBezTo>
                  <a:pt x="5277" y="113372"/>
                  <a:pt x="0" y="103037"/>
                  <a:pt x="0" y="91047"/>
                </a:cubicBezTo>
                <a:cubicBezTo>
                  <a:pt x="0" y="84678"/>
                  <a:pt x="1317" y="79151"/>
                  <a:pt x="3952" y="74468"/>
                </a:cubicBezTo>
                <a:cubicBezTo>
                  <a:pt x="6586" y="69784"/>
                  <a:pt x="10570" y="65944"/>
                  <a:pt x="15903" y="62946"/>
                </a:cubicBezTo>
                <a:cubicBezTo>
                  <a:pt x="10570" y="58575"/>
                  <a:pt x="6586" y="53860"/>
                  <a:pt x="3952" y="48802"/>
                </a:cubicBezTo>
                <a:cubicBezTo>
                  <a:pt x="1317" y="43744"/>
                  <a:pt x="0" y="38342"/>
                  <a:pt x="0" y="32597"/>
                </a:cubicBezTo>
                <a:cubicBezTo>
                  <a:pt x="0" y="25291"/>
                  <a:pt x="1483" y="19109"/>
                  <a:pt x="4449" y="14051"/>
                </a:cubicBezTo>
                <a:cubicBezTo>
                  <a:pt x="7416" y="8992"/>
                  <a:pt x="11771" y="5214"/>
                  <a:pt x="17516" y="2716"/>
                </a:cubicBezTo>
                <a:cubicBezTo>
                  <a:pt x="21763" y="905"/>
                  <a:pt x="28632" y="0"/>
                  <a:pt x="38124" y="0"/>
                </a:cubicBezTo>
                <a:lnTo>
                  <a:pt x="101726" y="0"/>
                </a:lnTo>
                <a:lnTo>
                  <a:pt x="101726" y="26321"/>
                </a:lnTo>
                <a:lnTo>
                  <a:pt x="44932" y="26321"/>
                </a:lnTo>
                <a:cubicBezTo>
                  <a:pt x="35078" y="26321"/>
                  <a:pt x="28716" y="27227"/>
                  <a:pt x="25847" y="29038"/>
                </a:cubicBezTo>
                <a:cubicBezTo>
                  <a:pt x="22104" y="31473"/>
                  <a:pt x="20233" y="35220"/>
                  <a:pt x="20233" y="40278"/>
                </a:cubicBezTo>
                <a:cubicBezTo>
                  <a:pt x="20233" y="43963"/>
                  <a:pt x="21356" y="47428"/>
                  <a:pt x="23602" y="50676"/>
                </a:cubicBezTo>
                <a:cubicBezTo>
                  <a:pt x="25846" y="53923"/>
                  <a:pt x="29136" y="56265"/>
                  <a:pt x="33472" y="57701"/>
                </a:cubicBezTo>
                <a:cubicBezTo>
                  <a:pt x="37807" y="59137"/>
                  <a:pt x="44652" y="59855"/>
                  <a:pt x="54010" y="59855"/>
                </a:cubicBezTo>
                <a:lnTo>
                  <a:pt x="101726" y="59855"/>
                </a:lnTo>
                <a:lnTo>
                  <a:pt x="101726" y="86177"/>
                </a:lnTo>
                <a:lnTo>
                  <a:pt x="47271" y="86177"/>
                </a:lnTo>
                <a:cubicBezTo>
                  <a:pt x="37604" y="86177"/>
                  <a:pt x="31367" y="86645"/>
                  <a:pt x="28561" y="87582"/>
                </a:cubicBezTo>
                <a:cubicBezTo>
                  <a:pt x="25752" y="88518"/>
                  <a:pt x="23662" y="89970"/>
                  <a:pt x="22291" y="91937"/>
                </a:cubicBezTo>
                <a:cubicBezTo>
                  <a:pt x="20919" y="93904"/>
                  <a:pt x="20233" y="96574"/>
                  <a:pt x="20233" y="99946"/>
                </a:cubicBezTo>
                <a:cubicBezTo>
                  <a:pt x="20233" y="104005"/>
                  <a:pt x="21325" y="107658"/>
                  <a:pt x="23508" y="110905"/>
                </a:cubicBezTo>
                <a:cubicBezTo>
                  <a:pt x="25690" y="114153"/>
                  <a:pt x="28840" y="116479"/>
                  <a:pt x="32957" y="117884"/>
                </a:cubicBezTo>
                <a:cubicBezTo>
                  <a:pt x="37075" y="119289"/>
                  <a:pt x="43905" y="119991"/>
                  <a:pt x="53448" y="119991"/>
                </a:cubicBezTo>
                <a:lnTo>
                  <a:pt x="101726" y="119991"/>
                </a:lnTo>
                <a:lnTo>
                  <a:pt x="101726" y="146313"/>
                </a:lnTo>
                <a:lnTo>
                  <a:pt x="2248" y="1463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i">
            <a:extLst xmlns:a="http://schemas.openxmlformats.org/drawingml/2006/main">
              <a:ext uri="{FF2B5EF4-FFF2-40B4-BE49-F238E27FC236}">
                <a16:creationId xmlns:a16="http://schemas.microsoft.com/office/drawing/2014/main" id="{13937E6A-5268-4A47-814D-722E20C5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98" y="3630273"/>
            <a:ext cx="137320" cy="26321"/>
          </a:xfrm>
          <a:custGeom xmlns:a="http://schemas.openxmlformats.org/drawingml/2006/main">
            <a:pathLst>
              <a:path w="137320" h="26321">
                <a:moveTo>
                  <a:pt x="24354" y="26321"/>
                </a:moveTo>
                <a:lnTo>
                  <a:pt x="0" y="26321"/>
                </a:lnTo>
                <a:lnTo>
                  <a:pt x="0" y="0"/>
                </a:lnTo>
                <a:lnTo>
                  <a:pt x="24354" y="0"/>
                </a:lnTo>
                <a:lnTo>
                  <a:pt x="24354" y="26321"/>
                </a:lnTo>
                <a:moveTo>
                  <a:pt x="137320" y="26321"/>
                </a:moveTo>
                <a:lnTo>
                  <a:pt x="37843" y="26321"/>
                </a:lnTo>
                <a:lnTo>
                  <a:pt x="37843" y="0"/>
                </a:lnTo>
                <a:lnTo>
                  <a:pt x="137320" y="0"/>
                </a:lnTo>
                <a:lnTo>
                  <a:pt x="137320" y="263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z">
            <a:extLst xmlns:a="http://schemas.openxmlformats.org/drawingml/2006/main">
              <a:ext uri="{FF2B5EF4-FFF2-40B4-BE49-F238E27FC236}">
                <a16:creationId xmlns:a16="http://schemas.microsoft.com/office/drawing/2014/main" id="{D8E88746-5205-4141-B38C-965ED965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41" y="3525049"/>
            <a:ext cx="99478" cy="88799"/>
          </a:xfrm>
          <a:custGeom xmlns:a="http://schemas.openxmlformats.org/drawingml/2006/main">
            <a:pathLst>
              <a:path w="99478" h="88799">
                <a:moveTo>
                  <a:pt x="99478" y="88799"/>
                </a:moveTo>
                <a:lnTo>
                  <a:pt x="78683" y="88799"/>
                </a:lnTo>
                <a:lnTo>
                  <a:pt x="36154" y="51519"/>
                </a:lnTo>
                <a:cubicBezTo>
                  <a:pt x="29205" y="45399"/>
                  <a:pt x="24272" y="40871"/>
                  <a:pt x="21357" y="37936"/>
                </a:cubicBezTo>
                <a:cubicBezTo>
                  <a:pt x="21544" y="40996"/>
                  <a:pt x="21669" y="45024"/>
                  <a:pt x="21731" y="50020"/>
                </a:cubicBezTo>
                <a:lnTo>
                  <a:pt x="21919" y="85146"/>
                </a:lnTo>
                <a:lnTo>
                  <a:pt x="0" y="85146"/>
                </a:lnTo>
                <a:lnTo>
                  <a:pt x="0" y="2904"/>
                </a:lnTo>
                <a:lnTo>
                  <a:pt x="18734" y="2904"/>
                </a:lnTo>
                <a:lnTo>
                  <a:pt x="62361" y="40934"/>
                </a:lnTo>
                <a:lnTo>
                  <a:pt x="76810" y="54329"/>
                </a:lnTo>
                <a:cubicBezTo>
                  <a:pt x="76435" y="47022"/>
                  <a:pt x="76247" y="42495"/>
                  <a:pt x="76247" y="40747"/>
                </a:cubicBezTo>
                <a:lnTo>
                  <a:pt x="76247" y="0"/>
                </a:lnTo>
                <a:lnTo>
                  <a:pt x="99478" y="0"/>
                </a:lnTo>
                <a:lnTo>
                  <a:pt x="99478" y="887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a">
            <a:extLst xmlns:a="http://schemas.openxmlformats.org/drawingml/2006/main">
              <a:ext uri="{FF2B5EF4-FFF2-40B4-BE49-F238E27FC236}">
                <a16:creationId xmlns:a16="http://schemas.microsoft.com/office/drawing/2014/main" id="{322A7E41-EC16-42DA-814F-1A8D8F67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93" y="3420888"/>
            <a:ext cx="103974" cy="93389"/>
          </a:xfrm>
          <a:custGeom xmlns:a="http://schemas.openxmlformats.org/drawingml/2006/main">
            <a:pathLst>
              <a:path w="103974" h="93389">
                <a:moveTo>
                  <a:pt x="32972" y="66787"/>
                </a:moveTo>
                <a:lnTo>
                  <a:pt x="28663" y="90673"/>
                </a:lnTo>
                <a:cubicBezTo>
                  <a:pt x="18919" y="87987"/>
                  <a:pt x="11707" y="83366"/>
                  <a:pt x="7025" y="76810"/>
                </a:cubicBezTo>
                <a:cubicBezTo>
                  <a:pt x="2342" y="70253"/>
                  <a:pt x="0" y="60511"/>
                  <a:pt x="0" y="47584"/>
                </a:cubicBezTo>
                <a:cubicBezTo>
                  <a:pt x="0" y="35844"/>
                  <a:pt x="1389" y="27102"/>
                  <a:pt x="4168" y="21357"/>
                </a:cubicBezTo>
                <a:cubicBezTo>
                  <a:pt x="6947" y="15612"/>
                  <a:pt x="10475" y="11568"/>
                  <a:pt x="14753" y="9227"/>
                </a:cubicBezTo>
                <a:cubicBezTo>
                  <a:pt x="19031" y="6885"/>
                  <a:pt x="26883" y="5714"/>
                  <a:pt x="38311" y="5714"/>
                </a:cubicBezTo>
                <a:lnTo>
                  <a:pt x="69035" y="5995"/>
                </a:lnTo>
                <a:cubicBezTo>
                  <a:pt x="77777" y="5995"/>
                  <a:pt x="84225" y="5573"/>
                  <a:pt x="88378" y="4730"/>
                </a:cubicBezTo>
                <a:cubicBezTo>
                  <a:pt x="92530" y="3887"/>
                  <a:pt x="96980" y="2311"/>
                  <a:pt x="101726" y="0"/>
                </a:cubicBezTo>
                <a:lnTo>
                  <a:pt x="101726" y="26040"/>
                </a:lnTo>
                <a:cubicBezTo>
                  <a:pt x="99977" y="26727"/>
                  <a:pt x="97386" y="27570"/>
                  <a:pt x="93951" y="28569"/>
                </a:cubicBezTo>
                <a:cubicBezTo>
                  <a:pt x="92390" y="29007"/>
                  <a:pt x="91360" y="29319"/>
                  <a:pt x="90860" y="29506"/>
                </a:cubicBezTo>
                <a:cubicBezTo>
                  <a:pt x="95231" y="34002"/>
                  <a:pt x="98510" y="38811"/>
                  <a:pt x="100695" y="43931"/>
                </a:cubicBezTo>
                <a:cubicBezTo>
                  <a:pt x="102881" y="49052"/>
                  <a:pt x="103974" y="54516"/>
                  <a:pt x="103974" y="60324"/>
                </a:cubicBezTo>
                <a:cubicBezTo>
                  <a:pt x="103974" y="70565"/>
                  <a:pt x="101207" y="78636"/>
                  <a:pt x="95672" y="84537"/>
                </a:cubicBezTo>
                <a:cubicBezTo>
                  <a:pt x="90138" y="90439"/>
                  <a:pt x="83142" y="93389"/>
                  <a:pt x="74684" y="93389"/>
                </a:cubicBezTo>
                <a:cubicBezTo>
                  <a:pt x="69088" y="93389"/>
                  <a:pt x="64098" y="92047"/>
                  <a:pt x="59715" y="89361"/>
                </a:cubicBezTo>
                <a:cubicBezTo>
                  <a:pt x="55330" y="86676"/>
                  <a:pt x="51971" y="82914"/>
                  <a:pt x="49639" y="78074"/>
                </a:cubicBezTo>
                <a:cubicBezTo>
                  <a:pt x="47307" y="73234"/>
                  <a:pt x="45271" y="66256"/>
                  <a:pt x="43530" y="57139"/>
                </a:cubicBezTo>
                <a:cubicBezTo>
                  <a:pt x="41229" y="44837"/>
                  <a:pt x="39084" y="36313"/>
                  <a:pt x="37093" y="31567"/>
                </a:cubicBezTo>
                <a:lnTo>
                  <a:pt x="34441" y="31567"/>
                </a:lnTo>
                <a:cubicBezTo>
                  <a:pt x="29327" y="31567"/>
                  <a:pt x="25680" y="32816"/>
                  <a:pt x="23502" y="35314"/>
                </a:cubicBezTo>
                <a:cubicBezTo>
                  <a:pt x="21323" y="37812"/>
                  <a:pt x="20233" y="42526"/>
                  <a:pt x="20233" y="49458"/>
                </a:cubicBezTo>
                <a:cubicBezTo>
                  <a:pt x="20233" y="54141"/>
                  <a:pt x="21175" y="57794"/>
                  <a:pt x="23060" y="60417"/>
                </a:cubicBezTo>
                <a:cubicBezTo>
                  <a:pt x="24944" y="63040"/>
                  <a:pt x="28247" y="65163"/>
                  <a:pt x="32972" y="66787"/>
                </a:cubicBezTo>
                <a:moveTo>
                  <a:pt x="54329" y="31567"/>
                </a:moveTo>
                <a:cubicBezTo>
                  <a:pt x="55439" y="34939"/>
                  <a:pt x="56766" y="40278"/>
                  <a:pt x="58310" y="47584"/>
                </a:cubicBezTo>
                <a:cubicBezTo>
                  <a:pt x="59851" y="54891"/>
                  <a:pt x="61363" y="59668"/>
                  <a:pt x="62844" y="61916"/>
                </a:cubicBezTo>
                <a:cubicBezTo>
                  <a:pt x="65250" y="65351"/>
                  <a:pt x="68304" y="67068"/>
                  <a:pt x="72006" y="67068"/>
                </a:cubicBezTo>
                <a:cubicBezTo>
                  <a:pt x="75647" y="67068"/>
                  <a:pt x="78795" y="65694"/>
                  <a:pt x="81449" y="62946"/>
                </a:cubicBezTo>
                <a:cubicBezTo>
                  <a:pt x="84101" y="60199"/>
                  <a:pt x="85427" y="56702"/>
                  <a:pt x="85427" y="52455"/>
                </a:cubicBezTo>
                <a:cubicBezTo>
                  <a:pt x="85427" y="47709"/>
                  <a:pt x="83885" y="43182"/>
                  <a:pt x="80799" y="38873"/>
                </a:cubicBezTo>
                <a:cubicBezTo>
                  <a:pt x="78456" y="35688"/>
                  <a:pt x="75586" y="33596"/>
                  <a:pt x="72190" y="32597"/>
                </a:cubicBezTo>
                <a:cubicBezTo>
                  <a:pt x="69970" y="31910"/>
                  <a:pt x="65744" y="31567"/>
                  <a:pt x="59513" y="31567"/>
                </a:cubicBezTo>
                <a:lnTo>
                  <a:pt x="54329" y="315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t">
            <a:extLst xmlns:a="http://schemas.openxmlformats.org/drawingml/2006/main">
              <a:ext uri="{FF2B5EF4-FFF2-40B4-BE49-F238E27FC236}">
                <a16:creationId xmlns:a16="http://schemas.microsoft.com/office/drawing/2014/main" id="{4689FD8A-94BD-45AB-9D88-5D82C09F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34" y="3352913"/>
            <a:ext cx="137133" cy="58638"/>
          </a:xfrm>
          <a:custGeom xmlns:a="http://schemas.openxmlformats.org/drawingml/2006/main">
            <a:pathLst>
              <a:path w="137133" h="58638">
                <a:moveTo>
                  <a:pt x="35407" y="2154"/>
                </a:moveTo>
                <a:lnTo>
                  <a:pt x="56389" y="2154"/>
                </a:lnTo>
                <a:lnTo>
                  <a:pt x="56389" y="20139"/>
                </a:lnTo>
                <a:lnTo>
                  <a:pt x="96416" y="20139"/>
                </a:lnTo>
                <a:cubicBezTo>
                  <a:pt x="104522" y="20139"/>
                  <a:pt x="109246" y="19967"/>
                  <a:pt x="110586" y="19624"/>
                </a:cubicBezTo>
                <a:cubicBezTo>
                  <a:pt x="111925" y="19280"/>
                  <a:pt x="113032" y="18500"/>
                  <a:pt x="113906" y="17282"/>
                </a:cubicBezTo>
                <a:cubicBezTo>
                  <a:pt x="114778" y="16064"/>
                  <a:pt x="115214" y="14581"/>
                  <a:pt x="115214" y="12833"/>
                </a:cubicBezTo>
                <a:cubicBezTo>
                  <a:pt x="115214" y="10397"/>
                  <a:pt x="114371" y="6869"/>
                  <a:pt x="112685" y="2248"/>
                </a:cubicBezTo>
                <a:lnTo>
                  <a:pt x="133181" y="0"/>
                </a:lnTo>
                <a:cubicBezTo>
                  <a:pt x="135816" y="6120"/>
                  <a:pt x="137133" y="13051"/>
                  <a:pt x="137133" y="20795"/>
                </a:cubicBezTo>
                <a:cubicBezTo>
                  <a:pt x="137133" y="25541"/>
                  <a:pt x="136337" y="29818"/>
                  <a:pt x="134744" y="33628"/>
                </a:cubicBezTo>
                <a:cubicBezTo>
                  <a:pt x="133152" y="37437"/>
                  <a:pt x="131091" y="40231"/>
                  <a:pt x="128562" y="42011"/>
                </a:cubicBezTo>
                <a:cubicBezTo>
                  <a:pt x="126033" y="43791"/>
                  <a:pt x="122614" y="45024"/>
                  <a:pt x="118305" y="45711"/>
                </a:cubicBezTo>
                <a:cubicBezTo>
                  <a:pt x="115245" y="46273"/>
                  <a:pt x="109063" y="46554"/>
                  <a:pt x="99759" y="46554"/>
                </a:cubicBezTo>
                <a:lnTo>
                  <a:pt x="56389" y="46554"/>
                </a:lnTo>
                <a:lnTo>
                  <a:pt x="56389" y="58638"/>
                </a:lnTo>
                <a:lnTo>
                  <a:pt x="35407" y="58638"/>
                </a:lnTo>
                <a:lnTo>
                  <a:pt x="35407" y="46554"/>
                </a:lnTo>
                <a:lnTo>
                  <a:pt x="15549" y="46554"/>
                </a:lnTo>
                <a:lnTo>
                  <a:pt x="0" y="20139"/>
                </a:lnTo>
                <a:lnTo>
                  <a:pt x="35407" y="20139"/>
                </a:lnTo>
                <a:lnTo>
                  <a:pt x="35407" y="21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i">
            <a:extLst xmlns:a="http://schemas.openxmlformats.org/drawingml/2006/main">
              <a:ext uri="{FF2B5EF4-FFF2-40B4-BE49-F238E27FC236}">
                <a16:creationId xmlns:a16="http://schemas.microsoft.com/office/drawing/2014/main" id="{9E4B4D1C-8246-40AA-91E9-94B7E925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98" y="3310482"/>
            <a:ext cx="137320" cy="26321"/>
          </a:xfrm>
          <a:custGeom xmlns:a="http://schemas.openxmlformats.org/drawingml/2006/main">
            <a:pathLst>
              <a:path w="137320" h="26321">
                <a:moveTo>
                  <a:pt x="24354" y="26321"/>
                </a:moveTo>
                <a:lnTo>
                  <a:pt x="0" y="26321"/>
                </a:lnTo>
                <a:lnTo>
                  <a:pt x="0" y="0"/>
                </a:lnTo>
                <a:lnTo>
                  <a:pt x="24354" y="0"/>
                </a:lnTo>
                <a:lnTo>
                  <a:pt x="24354" y="26321"/>
                </a:lnTo>
                <a:moveTo>
                  <a:pt x="137320" y="26321"/>
                </a:moveTo>
                <a:lnTo>
                  <a:pt x="37843" y="26321"/>
                </a:lnTo>
                <a:lnTo>
                  <a:pt x="37843" y="0"/>
                </a:lnTo>
                <a:lnTo>
                  <a:pt x="137320" y="0"/>
                </a:lnTo>
                <a:lnTo>
                  <a:pt x="137320" y="263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o">
            <a:extLst xmlns:a="http://schemas.openxmlformats.org/drawingml/2006/main">
              <a:ext uri="{FF2B5EF4-FFF2-40B4-BE49-F238E27FC236}">
                <a16:creationId xmlns:a16="http://schemas.microsoft.com/office/drawing/2014/main" id="{39F7600C-3DD1-4A2F-A774-881D4E85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93" y="3186899"/>
            <a:ext cx="103974" cy="102662"/>
          </a:xfrm>
          <a:custGeom xmlns:a="http://schemas.openxmlformats.org/drawingml/2006/main">
            <a:pathLst>
              <a:path w="103974" h="102662">
                <a:moveTo>
                  <a:pt x="50582" y="102662"/>
                </a:moveTo>
                <a:cubicBezTo>
                  <a:pt x="41839" y="102662"/>
                  <a:pt x="33378" y="100508"/>
                  <a:pt x="25197" y="96199"/>
                </a:cubicBezTo>
                <a:cubicBezTo>
                  <a:pt x="17017" y="91890"/>
                  <a:pt x="10772" y="85786"/>
                  <a:pt x="6463" y="77887"/>
                </a:cubicBezTo>
                <a:cubicBezTo>
                  <a:pt x="2154" y="69987"/>
                  <a:pt x="0" y="61167"/>
                  <a:pt x="0" y="51425"/>
                </a:cubicBezTo>
                <a:cubicBezTo>
                  <a:pt x="0" y="36375"/>
                  <a:pt x="4886" y="24042"/>
                  <a:pt x="14659" y="14425"/>
                </a:cubicBezTo>
                <a:cubicBezTo>
                  <a:pt x="24432" y="4808"/>
                  <a:pt x="36781" y="0"/>
                  <a:pt x="51706" y="0"/>
                </a:cubicBezTo>
                <a:cubicBezTo>
                  <a:pt x="66756" y="0"/>
                  <a:pt x="79229" y="4855"/>
                  <a:pt x="89127" y="14566"/>
                </a:cubicBezTo>
                <a:cubicBezTo>
                  <a:pt x="99025" y="24276"/>
                  <a:pt x="103974" y="36500"/>
                  <a:pt x="103974" y="51238"/>
                </a:cubicBezTo>
                <a:cubicBezTo>
                  <a:pt x="103974" y="60355"/>
                  <a:pt x="101913" y="69050"/>
                  <a:pt x="97792" y="77325"/>
                </a:cubicBezTo>
                <a:cubicBezTo>
                  <a:pt x="93670" y="85599"/>
                  <a:pt x="87628" y="91890"/>
                  <a:pt x="79666" y="96199"/>
                </a:cubicBezTo>
                <a:cubicBezTo>
                  <a:pt x="71704" y="100508"/>
                  <a:pt x="62010" y="102662"/>
                  <a:pt x="50582" y="102662"/>
                </a:cubicBezTo>
                <a:moveTo>
                  <a:pt x="51987" y="75685"/>
                </a:moveTo>
                <a:cubicBezTo>
                  <a:pt x="61822" y="75685"/>
                  <a:pt x="69355" y="73344"/>
                  <a:pt x="74585" y="68660"/>
                </a:cubicBezTo>
                <a:cubicBezTo>
                  <a:pt x="79815" y="63977"/>
                  <a:pt x="82430" y="58200"/>
                  <a:pt x="82430" y="51331"/>
                </a:cubicBezTo>
                <a:cubicBezTo>
                  <a:pt x="82430" y="44462"/>
                  <a:pt x="79815" y="38701"/>
                  <a:pt x="74585" y="34049"/>
                </a:cubicBezTo>
                <a:cubicBezTo>
                  <a:pt x="69355" y="29397"/>
                  <a:pt x="61760" y="27071"/>
                  <a:pt x="51800" y="27071"/>
                </a:cubicBezTo>
                <a:cubicBezTo>
                  <a:pt x="42089" y="27071"/>
                  <a:pt x="34619" y="29397"/>
                  <a:pt x="29389" y="34049"/>
                </a:cubicBezTo>
                <a:cubicBezTo>
                  <a:pt x="24159" y="38701"/>
                  <a:pt x="21544" y="44462"/>
                  <a:pt x="21544" y="51331"/>
                </a:cubicBezTo>
                <a:cubicBezTo>
                  <a:pt x="21544" y="58200"/>
                  <a:pt x="24159" y="63977"/>
                  <a:pt x="29389" y="68660"/>
                </a:cubicBezTo>
                <a:cubicBezTo>
                  <a:pt x="34619" y="73344"/>
                  <a:pt x="42152" y="75685"/>
                  <a:pt x="51987" y="756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n">
            <a:extLst xmlns:a="http://schemas.openxmlformats.org/drawingml/2006/main">
              <a:ext uri="{FF2B5EF4-FFF2-40B4-BE49-F238E27FC236}">
                <a16:creationId xmlns:a16="http://schemas.microsoft.com/office/drawing/2014/main" id="{275F02ED-1ECE-4DEC-9E6B-FFDD422B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93" y="3075775"/>
            <a:ext cx="101726" cy="90673"/>
          </a:xfrm>
          <a:custGeom xmlns:a="http://schemas.openxmlformats.org/drawingml/2006/main">
            <a:pathLst>
              <a:path w="101726" h="90673">
                <a:moveTo>
                  <a:pt x="101726" y="0"/>
                </a:moveTo>
                <a:lnTo>
                  <a:pt x="101726" y="26321"/>
                </a:lnTo>
                <a:lnTo>
                  <a:pt x="51015" y="26321"/>
                </a:lnTo>
                <a:cubicBezTo>
                  <a:pt x="40286" y="26321"/>
                  <a:pt x="33347" y="26883"/>
                  <a:pt x="30197" y="28007"/>
                </a:cubicBezTo>
                <a:cubicBezTo>
                  <a:pt x="27047" y="29131"/>
                  <a:pt x="24599" y="30958"/>
                  <a:pt x="22853" y="33487"/>
                </a:cubicBezTo>
                <a:cubicBezTo>
                  <a:pt x="21106" y="36016"/>
                  <a:pt x="20233" y="39060"/>
                  <a:pt x="20233" y="42620"/>
                </a:cubicBezTo>
                <a:cubicBezTo>
                  <a:pt x="20233" y="47179"/>
                  <a:pt x="21481" y="51269"/>
                  <a:pt x="23977" y="54891"/>
                </a:cubicBezTo>
                <a:cubicBezTo>
                  <a:pt x="26471" y="58513"/>
                  <a:pt x="29776" y="60995"/>
                  <a:pt x="33894" y="62337"/>
                </a:cubicBezTo>
                <a:cubicBezTo>
                  <a:pt x="38010" y="63680"/>
                  <a:pt x="45619" y="64351"/>
                  <a:pt x="56723" y="64351"/>
                </a:cubicBezTo>
                <a:lnTo>
                  <a:pt x="101726" y="64351"/>
                </a:lnTo>
                <a:lnTo>
                  <a:pt x="101726" y="90673"/>
                </a:lnTo>
                <a:lnTo>
                  <a:pt x="2248" y="90673"/>
                </a:lnTo>
                <a:lnTo>
                  <a:pt x="2248" y="66225"/>
                </a:lnTo>
                <a:lnTo>
                  <a:pt x="16861" y="66225"/>
                </a:lnTo>
                <a:cubicBezTo>
                  <a:pt x="5620" y="57545"/>
                  <a:pt x="0" y="46617"/>
                  <a:pt x="0" y="33440"/>
                </a:cubicBezTo>
                <a:cubicBezTo>
                  <a:pt x="0" y="27633"/>
                  <a:pt x="1046" y="22325"/>
                  <a:pt x="3138" y="17516"/>
                </a:cubicBezTo>
                <a:cubicBezTo>
                  <a:pt x="5230" y="12708"/>
                  <a:pt x="7900" y="9070"/>
                  <a:pt x="11147" y="6604"/>
                </a:cubicBezTo>
                <a:cubicBezTo>
                  <a:pt x="14394" y="4137"/>
                  <a:pt x="18078" y="2420"/>
                  <a:pt x="22200" y="1452"/>
                </a:cubicBezTo>
                <a:cubicBezTo>
                  <a:pt x="26321" y="484"/>
                  <a:pt x="32223" y="0"/>
                  <a:pt x="39903" y="0"/>
                </a:cubicBezTo>
                <a:lnTo>
                  <a:pt x="10172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PrioritizationCriteria">
            <a:extLst xmlns:a="http://schemas.openxmlformats.org/drawingml/2006/main">
              <a:ext uri="{FF2B5EF4-FFF2-40B4-BE49-F238E27FC236}">
                <a16:creationId xmlns:a16="http://schemas.microsoft.com/office/drawing/2014/main" id="{F1A0BB8A-08E5-488C-BD92-4441927D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408" y="137805"/>
            <a:ext cx="1877063" cy="142191"/>
          </a:xfrm>
          <a:custGeom xmlns:a="http://schemas.openxmlformats.org/drawingml/2006/main">
            <a:pathLst>
              <a:path w="1877063" h="142191">
                <a:moveTo>
                  <a:pt x="0" y="139756"/>
                </a:moveTo>
                <a:lnTo>
                  <a:pt x="0" y="2435"/>
                </a:lnTo>
                <a:lnTo>
                  <a:pt x="44493" y="2435"/>
                </a:lnTo>
                <a:cubicBezTo>
                  <a:pt x="61354" y="2435"/>
                  <a:pt x="72345" y="3121"/>
                  <a:pt x="77465" y="4493"/>
                </a:cubicBezTo>
                <a:cubicBezTo>
                  <a:pt x="85333" y="6552"/>
                  <a:pt x="91922" y="11028"/>
                  <a:pt x="97230" y="17920"/>
                </a:cubicBezTo>
                <a:cubicBezTo>
                  <a:pt x="102538" y="24813"/>
                  <a:pt x="105192" y="33717"/>
                  <a:pt x="105192" y="44634"/>
                </a:cubicBezTo>
                <a:cubicBezTo>
                  <a:pt x="105192" y="53054"/>
                  <a:pt x="103662" y="60134"/>
                  <a:pt x="100602" y="65874"/>
                </a:cubicBezTo>
                <a:cubicBezTo>
                  <a:pt x="97542" y="71613"/>
                  <a:pt x="93655" y="76120"/>
                  <a:pt x="88940" y="79394"/>
                </a:cubicBezTo>
                <a:cubicBezTo>
                  <a:pt x="84225" y="82669"/>
                  <a:pt x="79432" y="84837"/>
                  <a:pt x="74561" y="85898"/>
                </a:cubicBezTo>
                <a:cubicBezTo>
                  <a:pt x="67942" y="87208"/>
                  <a:pt x="58356" y="87863"/>
                  <a:pt x="45805" y="87863"/>
                </a:cubicBezTo>
                <a:lnTo>
                  <a:pt x="27726" y="87863"/>
                </a:lnTo>
                <a:lnTo>
                  <a:pt x="27726" y="139756"/>
                </a:lnTo>
                <a:lnTo>
                  <a:pt x="0" y="139756"/>
                </a:lnTo>
                <a:moveTo>
                  <a:pt x="27726" y="25666"/>
                </a:moveTo>
                <a:lnTo>
                  <a:pt x="27726" y="64632"/>
                </a:lnTo>
                <a:lnTo>
                  <a:pt x="42901" y="64632"/>
                </a:lnTo>
                <a:cubicBezTo>
                  <a:pt x="53829" y="64632"/>
                  <a:pt x="61135" y="63914"/>
                  <a:pt x="64820" y="62478"/>
                </a:cubicBezTo>
                <a:cubicBezTo>
                  <a:pt x="68504" y="61042"/>
                  <a:pt x="71392" y="58794"/>
                  <a:pt x="73484" y="55734"/>
                </a:cubicBezTo>
                <a:cubicBezTo>
                  <a:pt x="75576" y="52674"/>
                  <a:pt x="76622" y="49114"/>
                  <a:pt x="76622" y="45055"/>
                </a:cubicBezTo>
                <a:cubicBezTo>
                  <a:pt x="76622" y="40060"/>
                  <a:pt x="75155" y="35938"/>
                  <a:pt x="72220" y="32691"/>
                </a:cubicBezTo>
                <a:cubicBezTo>
                  <a:pt x="69285" y="29444"/>
                  <a:pt x="65569" y="27414"/>
                  <a:pt x="61073" y="26602"/>
                </a:cubicBezTo>
                <a:cubicBezTo>
                  <a:pt x="57763" y="25978"/>
                  <a:pt x="51113" y="25666"/>
                  <a:pt x="41121" y="25666"/>
                </a:cubicBezTo>
                <a:lnTo>
                  <a:pt x="27726" y="25666"/>
                </a:lnTo>
                <a:close/>
                <a:moveTo>
                  <a:pt x="152965" y="139756"/>
                </a:moveTo>
                <a:lnTo>
                  <a:pt x="126643" y="139756"/>
                </a:lnTo>
                <a:lnTo>
                  <a:pt x="126643" y="40278"/>
                </a:lnTo>
                <a:lnTo>
                  <a:pt x="151091" y="40278"/>
                </a:lnTo>
                <a:lnTo>
                  <a:pt x="151091" y="54422"/>
                </a:lnTo>
                <a:cubicBezTo>
                  <a:pt x="155275" y="47741"/>
                  <a:pt x="159038" y="43338"/>
                  <a:pt x="162379" y="41215"/>
                </a:cubicBezTo>
                <a:cubicBezTo>
                  <a:pt x="165720" y="39092"/>
                  <a:pt x="169513" y="38030"/>
                  <a:pt x="173760" y="38030"/>
                </a:cubicBezTo>
                <a:cubicBezTo>
                  <a:pt x="179754" y="38030"/>
                  <a:pt x="185531" y="39685"/>
                  <a:pt x="191089" y="42995"/>
                </a:cubicBezTo>
                <a:lnTo>
                  <a:pt x="182939" y="65944"/>
                </a:lnTo>
                <a:cubicBezTo>
                  <a:pt x="178506" y="63071"/>
                  <a:pt x="174384" y="61635"/>
                  <a:pt x="170575" y="61635"/>
                </a:cubicBezTo>
                <a:cubicBezTo>
                  <a:pt x="166890" y="61635"/>
                  <a:pt x="163768" y="62650"/>
                  <a:pt x="161208" y="64679"/>
                </a:cubicBezTo>
                <a:cubicBezTo>
                  <a:pt x="158647" y="66709"/>
                  <a:pt x="156634" y="70377"/>
                  <a:pt x="155166" y="75685"/>
                </a:cubicBezTo>
                <a:cubicBezTo>
                  <a:pt x="153699" y="80993"/>
                  <a:pt x="152965" y="92109"/>
                  <a:pt x="152965" y="109032"/>
                </a:cubicBezTo>
                <a:lnTo>
                  <a:pt x="152965" y="139756"/>
                </a:lnTo>
                <a:close/>
                <a:moveTo>
                  <a:pt x="202392" y="26790"/>
                </a:moveTo>
                <a:lnTo>
                  <a:pt x="202392" y="2435"/>
                </a:lnTo>
                <a:lnTo>
                  <a:pt x="228713" y="2435"/>
                </a:lnTo>
                <a:lnTo>
                  <a:pt x="228713" y="26790"/>
                </a:lnTo>
                <a:lnTo>
                  <a:pt x="202392" y="26790"/>
                </a:lnTo>
                <a:moveTo>
                  <a:pt x="202392" y="139756"/>
                </a:moveTo>
                <a:lnTo>
                  <a:pt x="202392" y="40278"/>
                </a:lnTo>
                <a:lnTo>
                  <a:pt x="228713" y="40278"/>
                </a:lnTo>
                <a:lnTo>
                  <a:pt x="228713" y="139756"/>
                </a:lnTo>
                <a:lnTo>
                  <a:pt x="202392" y="139756"/>
                </a:lnTo>
                <a:close/>
                <a:moveTo>
                  <a:pt x="249634" y="88612"/>
                </a:moveTo>
                <a:cubicBezTo>
                  <a:pt x="249634" y="79869"/>
                  <a:pt x="251788" y="71408"/>
                  <a:pt x="256097" y="63227"/>
                </a:cubicBezTo>
                <a:cubicBezTo>
                  <a:pt x="260406" y="55047"/>
                  <a:pt x="266510" y="48802"/>
                  <a:pt x="274410" y="44493"/>
                </a:cubicBezTo>
                <a:cubicBezTo>
                  <a:pt x="282309" y="40184"/>
                  <a:pt x="291130" y="38030"/>
                  <a:pt x="300872" y="38030"/>
                </a:cubicBezTo>
                <a:cubicBezTo>
                  <a:pt x="315921" y="38030"/>
                  <a:pt x="328254" y="42917"/>
                  <a:pt x="337871" y="52689"/>
                </a:cubicBezTo>
                <a:cubicBezTo>
                  <a:pt x="347488" y="62462"/>
                  <a:pt x="352296" y="74811"/>
                  <a:pt x="352296" y="89736"/>
                </a:cubicBezTo>
                <a:cubicBezTo>
                  <a:pt x="352296" y="104786"/>
                  <a:pt x="347441" y="117259"/>
                  <a:pt x="337731" y="127157"/>
                </a:cubicBezTo>
                <a:cubicBezTo>
                  <a:pt x="328020" y="137055"/>
                  <a:pt x="315796" y="142004"/>
                  <a:pt x="301059" y="142004"/>
                </a:cubicBezTo>
                <a:cubicBezTo>
                  <a:pt x="291942" y="142004"/>
                  <a:pt x="283246" y="139943"/>
                  <a:pt x="274972" y="135822"/>
                </a:cubicBezTo>
                <a:cubicBezTo>
                  <a:pt x="266698" y="131700"/>
                  <a:pt x="260406" y="125658"/>
                  <a:pt x="256097" y="117697"/>
                </a:cubicBezTo>
                <a:cubicBezTo>
                  <a:pt x="251788" y="109735"/>
                  <a:pt x="249634" y="100040"/>
                  <a:pt x="249634" y="88612"/>
                </a:cubicBezTo>
                <a:moveTo>
                  <a:pt x="276611" y="90017"/>
                </a:moveTo>
                <a:cubicBezTo>
                  <a:pt x="276611" y="99852"/>
                  <a:pt x="278953" y="107385"/>
                  <a:pt x="283636" y="112615"/>
                </a:cubicBezTo>
                <a:cubicBezTo>
                  <a:pt x="288320" y="117845"/>
                  <a:pt x="294096" y="120460"/>
                  <a:pt x="300965" y="120460"/>
                </a:cubicBezTo>
                <a:cubicBezTo>
                  <a:pt x="307834" y="120460"/>
                  <a:pt x="313595" y="117845"/>
                  <a:pt x="318247" y="112615"/>
                </a:cubicBezTo>
                <a:cubicBezTo>
                  <a:pt x="322900" y="107385"/>
                  <a:pt x="325226" y="99790"/>
                  <a:pt x="325226" y="89830"/>
                </a:cubicBezTo>
                <a:cubicBezTo>
                  <a:pt x="325226" y="80119"/>
                  <a:pt x="322900" y="72649"/>
                  <a:pt x="318247" y="67419"/>
                </a:cubicBezTo>
                <a:cubicBezTo>
                  <a:pt x="313595" y="62189"/>
                  <a:pt x="307834" y="59574"/>
                  <a:pt x="300965" y="59574"/>
                </a:cubicBezTo>
                <a:cubicBezTo>
                  <a:pt x="294096" y="59574"/>
                  <a:pt x="288320" y="62189"/>
                  <a:pt x="283636" y="67419"/>
                </a:cubicBezTo>
                <a:cubicBezTo>
                  <a:pt x="278953" y="72649"/>
                  <a:pt x="276611" y="80182"/>
                  <a:pt x="276611" y="90017"/>
                </a:cubicBezTo>
                <a:close/>
                <a:moveTo>
                  <a:pt x="398132" y="139756"/>
                </a:moveTo>
                <a:lnTo>
                  <a:pt x="371810" y="139756"/>
                </a:lnTo>
                <a:lnTo>
                  <a:pt x="371810" y="40278"/>
                </a:lnTo>
                <a:lnTo>
                  <a:pt x="396258" y="40278"/>
                </a:lnTo>
                <a:lnTo>
                  <a:pt x="396258" y="54422"/>
                </a:lnTo>
                <a:cubicBezTo>
                  <a:pt x="400442" y="47741"/>
                  <a:pt x="404205" y="43338"/>
                  <a:pt x="407546" y="41215"/>
                </a:cubicBezTo>
                <a:cubicBezTo>
                  <a:pt x="410886" y="39092"/>
                  <a:pt x="414680" y="38030"/>
                  <a:pt x="418927" y="38030"/>
                </a:cubicBezTo>
                <a:cubicBezTo>
                  <a:pt x="424921" y="38030"/>
                  <a:pt x="430698" y="39685"/>
                  <a:pt x="436255" y="42995"/>
                </a:cubicBezTo>
                <a:lnTo>
                  <a:pt x="428106" y="65944"/>
                </a:lnTo>
                <a:cubicBezTo>
                  <a:pt x="423672" y="63071"/>
                  <a:pt x="419551" y="61635"/>
                  <a:pt x="415742" y="61635"/>
                </a:cubicBezTo>
                <a:cubicBezTo>
                  <a:pt x="412057" y="61635"/>
                  <a:pt x="408935" y="62650"/>
                  <a:pt x="406375" y="64679"/>
                </a:cubicBezTo>
                <a:cubicBezTo>
                  <a:pt x="403814" y="66709"/>
                  <a:pt x="401800" y="70377"/>
                  <a:pt x="400333" y="75685"/>
                </a:cubicBezTo>
                <a:cubicBezTo>
                  <a:pt x="398865" y="80993"/>
                  <a:pt x="398132" y="92109"/>
                  <a:pt x="398132" y="109032"/>
                </a:cubicBezTo>
                <a:lnTo>
                  <a:pt x="398132" y="139756"/>
                </a:lnTo>
                <a:close/>
                <a:moveTo>
                  <a:pt x="447559" y="26790"/>
                </a:moveTo>
                <a:lnTo>
                  <a:pt x="447559" y="2435"/>
                </a:lnTo>
                <a:lnTo>
                  <a:pt x="473880" y="2435"/>
                </a:lnTo>
                <a:lnTo>
                  <a:pt x="473880" y="26790"/>
                </a:lnTo>
                <a:lnTo>
                  <a:pt x="447559" y="26790"/>
                </a:lnTo>
                <a:moveTo>
                  <a:pt x="447559" y="139756"/>
                </a:moveTo>
                <a:lnTo>
                  <a:pt x="447559" y="40278"/>
                </a:lnTo>
                <a:lnTo>
                  <a:pt x="473880" y="40278"/>
                </a:lnTo>
                <a:lnTo>
                  <a:pt x="473880" y="139756"/>
                </a:lnTo>
                <a:lnTo>
                  <a:pt x="447559" y="139756"/>
                </a:lnTo>
                <a:close/>
                <a:moveTo>
                  <a:pt x="546507" y="40278"/>
                </a:moveTo>
                <a:lnTo>
                  <a:pt x="546507" y="61260"/>
                </a:lnTo>
                <a:lnTo>
                  <a:pt x="528522" y="61260"/>
                </a:lnTo>
                <a:lnTo>
                  <a:pt x="528522" y="101287"/>
                </a:lnTo>
                <a:cubicBezTo>
                  <a:pt x="528522" y="109393"/>
                  <a:pt x="528694" y="114117"/>
                  <a:pt x="529037" y="115457"/>
                </a:cubicBezTo>
                <a:cubicBezTo>
                  <a:pt x="529381" y="116796"/>
                  <a:pt x="530161" y="117902"/>
                  <a:pt x="531379" y="118777"/>
                </a:cubicBezTo>
                <a:cubicBezTo>
                  <a:pt x="532597" y="119649"/>
                  <a:pt x="534080" y="120085"/>
                  <a:pt x="535828" y="120085"/>
                </a:cubicBezTo>
                <a:cubicBezTo>
                  <a:pt x="538264" y="120085"/>
                  <a:pt x="541792" y="119242"/>
                  <a:pt x="546413" y="117556"/>
                </a:cubicBezTo>
                <a:lnTo>
                  <a:pt x="548661" y="138052"/>
                </a:lnTo>
                <a:cubicBezTo>
                  <a:pt x="542541" y="140687"/>
                  <a:pt x="535610" y="142004"/>
                  <a:pt x="527866" y="142004"/>
                </a:cubicBezTo>
                <a:cubicBezTo>
                  <a:pt x="523121" y="142004"/>
                  <a:pt x="518843" y="141208"/>
                  <a:pt x="515034" y="139615"/>
                </a:cubicBezTo>
                <a:cubicBezTo>
                  <a:pt x="511224" y="138023"/>
                  <a:pt x="508430" y="135962"/>
                  <a:pt x="506650" y="133433"/>
                </a:cubicBezTo>
                <a:cubicBezTo>
                  <a:pt x="504870" y="130904"/>
                  <a:pt x="503637" y="127485"/>
                  <a:pt x="502950" y="123176"/>
                </a:cubicBezTo>
                <a:cubicBezTo>
                  <a:pt x="502388" y="120116"/>
                  <a:pt x="502107" y="113934"/>
                  <a:pt x="502107" y="104630"/>
                </a:cubicBezTo>
                <a:lnTo>
                  <a:pt x="502107" y="61260"/>
                </a:lnTo>
                <a:lnTo>
                  <a:pt x="490024" y="61260"/>
                </a:lnTo>
                <a:lnTo>
                  <a:pt x="490024" y="40278"/>
                </a:lnTo>
                <a:lnTo>
                  <a:pt x="502107" y="40278"/>
                </a:lnTo>
                <a:lnTo>
                  <a:pt x="502107" y="20420"/>
                </a:lnTo>
                <a:lnTo>
                  <a:pt x="528522" y="4871"/>
                </a:lnTo>
                <a:lnTo>
                  <a:pt x="528522" y="40278"/>
                </a:lnTo>
                <a:lnTo>
                  <a:pt x="546507" y="40278"/>
                </a:lnTo>
                <a:close/>
                <a:moveTo>
                  <a:pt x="564771" y="26790"/>
                </a:moveTo>
                <a:lnTo>
                  <a:pt x="564771" y="2435"/>
                </a:lnTo>
                <a:lnTo>
                  <a:pt x="591092" y="2435"/>
                </a:lnTo>
                <a:lnTo>
                  <a:pt x="591092" y="26790"/>
                </a:lnTo>
                <a:lnTo>
                  <a:pt x="564771" y="26790"/>
                </a:lnTo>
                <a:moveTo>
                  <a:pt x="564771" y="139756"/>
                </a:moveTo>
                <a:lnTo>
                  <a:pt x="564771" y="40278"/>
                </a:lnTo>
                <a:lnTo>
                  <a:pt x="591092" y="40278"/>
                </a:lnTo>
                <a:lnTo>
                  <a:pt x="591092" y="139756"/>
                </a:lnTo>
                <a:lnTo>
                  <a:pt x="564771" y="139756"/>
                </a:lnTo>
                <a:close/>
                <a:moveTo>
                  <a:pt x="607517" y="139756"/>
                </a:moveTo>
                <a:lnTo>
                  <a:pt x="607517" y="118961"/>
                </a:lnTo>
                <a:lnTo>
                  <a:pt x="644798" y="76432"/>
                </a:lnTo>
                <a:cubicBezTo>
                  <a:pt x="650917" y="69483"/>
                  <a:pt x="655445" y="64550"/>
                  <a:pt x="658380" y="61635"/>
                </a:cubicBezTo>
                <a:cubicBezTo>
                  <a:pt x="655320" y="61822"/>
                  <a:pt x="651292" y="61947"/>
                  <a:pt x="646296" y="62010"/>
                </a:cubicBezTo>
                <a:lnTo>
                  <a:pt x="611170" y="62197"/>
                </a:lnTo>
                <a:lnTo>
                  <a:pt x="611170" y="40278"/>
                </a:lnTo>
                <a:lnTo>
                  <a:pt x="693412" y="40278"/>
                </a:lnTo>
                <a:lnTo>
                  <a:pt x="693412" y="59012"/>
                </a:lnTo>
                <a:lnTo>
                  <a:pt x="655382" y="102639"/>
                </a:lnTo>
                <a:lnTo>
                  <a:pt x="641987" y="117088"/>
                </a:lnTo>
                <a:cubicBezTo>
                  <a:pt x="649294" y="116713"/>
                  <a:pt x="653821" y="116526"/>
                  <a:pt x="655570" y="116526"/>
                </a:cubicBezTo>
                <a:lnTo>
                  <a:pt x="696316" y="116526"/>
                </a:lnTo>
                <a:lnTo>
                  <a:pt x="696316" y="139756"/>
                </a:lnTo>
                <a:lnTo>
                  <a:pt x="607517" y="139756"/>
                </a:lnTo>
                <a:close/>
                <a:moveTo>
                  <a:pt x="733691" y="71002"/>
                </a:moveTo>
                <a:lnTo>
                  <a:pt x="709805" y="66693"/>
                </a:lnTo>
                <a:cubicBezTo>
                  <a:pt x="712490" y="56949"/>
                  <a:pt x="717111" y="49737"/>
                  <a:pt x="723668" y="45055"/>
                </a:cubicBezTo>
                <a:cubicBezTo>
                  <a:pt x="730225" y="40372"/>
                  <a:pt x="739966" y="38030"/>
                  <a:pt x="752893" y="38030"/>
                </a:cubicBezTo>
                <a:cubicBezTo>
                  <a:pt x="764633" y="38030"/>
                  <a:pt x="773375" y="39420"/>
                  <a:pt x="779121" y="42198"/>
                </a:cubicBezTo>
                <a:cubicBezTo>
                  <a:pt x="784866" y="44977"/>
                  <a:pt x="788909" y="48506"/>
                  <a:pt x="791251" y="52783"/>
                </a:cubicBezTo>
                <a:cubicBezTo>
                  <a:pt x="793593" y="57061"/>
                  <a:pt x="794763" y="64913"/>
                  <a:pt x="794763" y="76341"/>
                </a:cubicBezTo>
                <a:lnTo>
                  <a:pt x="794482" y="107065"/>
                </a:lnTo>
                <a:cubicBezTo>
                  <a:pt x="794482" y="115808"/>
                  <a:pt x="794904" y="122255"/>
                  <a:pt x="795747" y="126408"/>
                </a:cubicBezTo>
                <a:cubicBezTo>
                  <a:pt x="796590" y="130561"/>
                  <a:pt x="798167" y="135010"/>
                  <a:pt x="800477" y="139756"/>
                </a:cubicBezTo>
                <a:lnTo>
                  <a:pt x="774437" y="139756"/>
                </a:lnTo>
                <a:cubicBezTo>
                  <a:pt x="773750" y="138007"/>
                  <a:pt x="772907" y="135416"/>
                  <a:pt x="771908" y="131981"/>
                </a:cubicBezTo>
                <a:cubicBezTo>
                  <a:pt x="771471" y="130420"/>
                  <a:pt x="771159" y="129390"/>
                  <a:pt x="770971" y="128890"/>
                </a:cubicBezTo>
                <a:cubicBezTo>
                  <a:pt x="766475" y="133261"/>
                  <a:pt x="761667" y="136540"/>
                  <a:pt x="756546" y="138725"/>
                </a:cubicBezTo>
                <a:cubicBezTo>
                  <a:pt x="751425" y="140911"/>
                  <a:pt x="745961" y="142004"/>
                  <a:pt x="740154" y="142004"/>
                </a:cubicBezTo>
                <a:cubicBezTo>
                  <a:pt x="729913" y="142004"/>
                  <a:pt x="721841" y="139237"/>
                  <a:pt x="715940" y="133702"/>
                </a:cubicBezTo>
                <a:cubicBezTo>
                  <a:pt x="710039" y="128168"/>
                  <a:pt x="707088" y="121172"/>
                  <a:pt x="707088" y="112714"/>
                </a:cubicBezTo>
                <a:cubicBezTo>
                  <a:pt x="707088" y="107118"/>
                  <a:pt x="708431" y="102128"/>
                  <a:pt x="711116" y="97745"/>
                </a:cubicBezTo>
                <a:cubicBezTo>
                  <a:pt x="713801" y="93360"/>
                  <a:pt x="717564" y="90001"/>
                  <a:pt x="722403" y="87669"/>
                </a:cubicBezTo>
                <a:cubicBezTo>
                  <a:pt x="727243" y="85337"/>
                  <a:pt x="734221" y="83301"/>
                  <a:pt x="743339" y="81560"/>
                </a:cubicBezTo>
                <a:cubicBezTo>
                  <a:pt x="755641" y="79260"/>
                  <a:pt x="764165" y="77114"/>
                  <a:pt x="768911" y="75123"/>
                </a:cubicBezTo>
                <a:lnTo>
                  <a:pt x="768911" y="72471"/>
                </a:lnTo>
                <a:cubicBezTo>
                  <a:pt x="768911" y="67357"/>
                  <a:pt x="767662" y="63710"/>
                  <a:pt x="765164" y="61532"/>
                </a:cubicBezTo>
                <a:cubicBezTo>
                  <a:pt x="762666" y="59353"/>
                  <a:pt x="757951" y="58263"/>
                  <a:pt x="751020" y="58263"/>
                </a:cubicBezTo>
                <a:cubicBezTo>
                  <a:pt x="746336" y="58263"/>
                  <a:pt x="742683" y="59205"/>
                  <a:pt x="740060" y="61090"/>
                </a:cubicBezTo>
                <a:cubicBezTo>
                  <a:pt x="737437" y="62974"/>
                  <a:pt x="735314" y="66277"/>
                  <a:pt x="733691" y="71002"/>
                </a:cubicBezTo>
                <a:moveTo>
                  <a:pt x="768911" y="92359"/>
                </a:moveTo>
                <a:cubicBezTo>
                  <a:pt x="765538" y="93469"/>
                  <a:pt x="760199" y="94796"/>
                  <a:pt x="752893" y="96340"/>
                </a:cubicBezTo>
                <a:cubicBezTo>
                  <a:pt x="745587" y="97881"/>
                  <a:pt x="740809" y="99393"/>
                  <a:pt x="738561" y="100874"/>
                </a:cubicBezTo>
                <a:cubicBezTo>
                  <a:pt x="735127" y="103280"/>
                  <a:pt x="733410" y="106334"/>
                  <a:pt x="733410" y="110036"/>
                </a:cubicBezTo>
                <a:cubicBezTo>
                  <a:pt x="733410" y="113677"/>
                  <a:pt x="734783" y="116825"/>
                  <a:pt x="737531" y="119479"/>
                </a:cubicBezTo>
                <a:cubicBezTo>
                  <a:pt x="740279" y="122131"/>
                  <a:pt x="743776" y="123457"/>
                  <a:pt x="748022" y="123457"/>
                </a:cubicBezTo>
                <a:cubicBezTo>
                  <a:pt x="752768" y="123457"/>
                  <a:pt x="757295" y="121915"/>
                  <a:pt x="761604" y="118829"/>
                </a:cubicBezTo>
                <a:cubicBezTo>
                  <a:pt x="764789" y="116486"/>
                  <a:pt x="766881" y="113616"/>
                  <a:pt x="767880" y="110220"/>
                </a:cubicBezTo>
                <a:cubicBezTo>
                  <a:pt x="768567" y="108000"/>
                  <a:pt x="768911" y="103774"/>
                  <a:pt x="768911" y="97543"/>
                </a:cubicBezTo>
                <a:lnTo>
                  <a:pt x="768911" y="92359"/>
                </a:lnTo>
                <a:close/>
                <a:moveTo>
                  <a:pt x="866298" y="40278"/>
                </a:moveTo>
                <a:lnTo>
                  <a:pt x="866298" y="61260"/>
                </a:lnTo>
                <a:lnTo>
                  <a:pt x="848314" y="61260"/>
                </a:lnTo>
                <a:lnTo>
                  <a:pt x="848314" y="101287"/>
                </a:lnTo>
                <a:cubicBezTo>
                  <a:pt x="848314" y="109393"/>
                  <a:pt x="848485" y="114117"/>
                  <a:pt x="848829" y="115457"/>
                </a:cubicBezTo>
                <a:cubicBezTo>
                  <a:pt x="849172" y="116796"/>
                  <a:pt x="849953" y="117902"/>
                  <a:pt x="851170" y="118777"/>
                </a:cubicBezTo>
                <a:cubicBezTo>
                  <a:pt x="852388" y="119649"/>
                  <a:pt x="853871" y="120085"/>
                  <a:pt x="855620" y="120085"/>
                </a:cubicBezTo>
                <a:cubicBezTo>
                  <a:pt x="858055" y="120085"/>
                  <a:pt x="861583" y="119242"/>
                  <a:pt x="866205" y="117556"/>
                </a:cubicBezTo>
                <a:lnTo>
                  <a:pt x="868453" y="138052"/>
                </a:lnTo>
                <a:cubicBezTo>
                  <a:pt x="862333" y="140687"/>
                  <a:pt x="855401" y="142004"/>
                  <a:pt x="847658" y="142004"/>
                </a:cubicBezTo>
                <a:cubicBezTo>
                  <a:pt x="842912" y="142004"/>
                  <a:pt x="838634" y="141208"/>
                  <a:pt x="834825" y="139615"/>
                </a:cubicBezTo>
                <a:cubicBezTo>
                  <a:pt x="831016" y="138023"/>
                  <a:pt x="828221" y="135962"/>
                  <a:pt x="826442" y="133433"/>
                </a:cubicBezTo>
                <a:cubicBezTo>
                  <a:pt x="824662" y="130904"/>
                  <a:pt x="823429" y="127485"/>
                  <a:pt x="822742" y="123176"/>
                </a:cubicBezTo>
                <a:cubicBezTo>
                  <a:pt x="822180" y="120116"/>
                  <a:pt x="821899" y="113934"/>
                  <a:pt x="821899" y="104630"/>
                </a:cubicBezTo>
                <a:lnTo>
                  <a:pt x="821899" y="61260"/>
                </a:lnTo>
                <a:lnTo>
                  <a:pt x="809815" y="61260"/>
                </a:lnTo>
                <a:lnTo>
                  <a:pt x="809815" y="40278"/>
                </a:lnTo>
                <a:lnTo>
                  <a:pt x="821899" y="40278"/>
                </a:lnTo>
                <a:lnTo>
                  <a:pt x="821899" y="20420"/>
                </a:lnTo>
                <a:lnTo>
                  <a:pt x="848314" y="4871"/>
                </a:lnTo>
                <a:lnTo>
                  <a:pt x="848314" y="40278"/>
                </a:lnTo>
                <a:lnTo>
                  <a:pt x="866298" y="40278"/>
                </a:lnTo>
                <a:close/>
                <a:moveTo>
                  <a:pt x="884562" y="26790"/>
                </a:moveTo>
                <a:lnTo>
                  <a:pt x="884562" y="2435"/>
                </a:lnTo>
                <a:lnTo>
                  <a:pt x="910884" y="2435"/>
                </a:lnTo>
                <a:lnTo>
                  <a:pt x="910884" y="26790"/>
                </a:lnTo>
                <a:lnTo>
                  <a:pt x="884562" y="26790"/>
                </a:lnTo>
                <a:moveTo>
                  <a:pt x="884562" y="139756"/>
                </a:moveTo>
                <a:lnTo>
                  <a:pt x="884562" y="40278"/>
                </a:lnTo>
                <a:lnTo>
                  <a:pt x="910884" y="40278"/>
                </a:lnTo>
                <a:lnTo>
                  <a:pt x="910884" y="139756"/>
                </a:lnTo>
                <a:lnTo>
                  <a:pt x="884562" y="139756"/>
                </a:lnTo>
                <a:close/>
                <a:moveTo>
                  <a:pt x="931804" y="88612"/>
                </a:moveTo>
                <a:cubicBezTo>
                  <a:pt x="931804" y="79869"/>
                  <a:pt x="933959" y="71408"/>
                  <a:pt x="938267" y="63227"/>
                </a:cubicBezTo>
                <a:cubicBezTo>
                  <a:pt x="942576" y="55047"/>
                  <a:pt x="948680" y="48802"/>
                  <a:pt x="956580" y="44493"/>
                </a:cubicBezTo>
                <a:cubicBezTo>
                  <a:pt x="964479" y="40184"/>
                  <a:pt x="973300" y="38030"/>
                  <a:pt x="983042" y="38030"/>
                </a:cubicBezTo>
                <a:cubicBezTo>
                  <a:pt x="998091" y="38030"/>
                  <a:pt x="1010425" y="42917"/>
                  <a:pt x="1020041" y="52689"/>
                </a:cubicBezTo>
                <a:cubicBezTo>
                  <a:pt x="1029658" y="62462"/>
                  <a:pt x="1034467" y="74811"/>
                  <a:pt x="1034467" y="89736"/>
                </a:cubicBezTo>
                <a:cubicBezTo>
                  <a:pt x="1034467" y="104786"/>
                  <a:pt x="1029611" y="117259"/>
                  <a:pt x="1019901" y="127157"/>
                </a:cubicBezTo>
                <a:cubicBezTo>
                  <a:pt x="1010191" y="137055"/>
                  <a:pt x="997967" y="142004"/>
                  <a:pt x="983229" y="142004"/>
                </a:cubicBezTo>
                <a:cubicBezTo>
                  <a:pt x="974112" y="142004"/>
                  <a:pt x="965416" y="139943"/>
                  <a:pt x="957142" y="135822"/>
                </a:cubicBezTo>
                <a:cubicBezTo>
                  <a:pt x="948868" y="131700"/>
                  <a:pt x="942576" y="125658"/>
                  <a:pt x="938267" y="117697"/>
                </a:cubicBezTo>
                <a:cubicBezTo>
                  <a:pt x="933959" y="109735"/>
                  <a:pt x="931804" y="100040"/>
                  <a:pt x="931804" y="88612"/>
                </a:cubicBezTo>
                <a:moveTo>
                  <a:pt x="958781" y="90017"/>
                </a:moveTo>
                <a:cubicBezTo>
                  <a:pt x="958781" y="99852"/>
                  <a:pt x="961123" y="107385"/>
                  <a:pt x="965806" y="112615"/>
                </a:cubicBezTo>
                <a:cubicBezTo>
                  <a:pt x="970490" y="117845"/>
                  <a:pt x="976266" y="120460"/>
                  <a:pt x="983135" y="120460"/>
                </a:cubicBezTo>
                <a:cubicBezTo>
                  <a:pt x="990005" y="120460"/>
                  <a:pt x="995765" y="117845"/>
                  <a:pt x="1000418" y="112615"/>
                </a:cubicBezTo>
                <a:cubicBezTo>
                  <a:pt x="1005070" y="107385"/>
                  <a:pt x="1007396" y="99790"/>
                  <a:pt x="1007396" y="89830"/>
                </a:cubicBezTo>
                <a:cubicBezTo>
                  <a:pt x="1007396" y="80119"/>
                  <a:pt x="1005070" y="72649"/>
                  <a:pt x="1000418" y="67419"/>
                </a:cubicBezTo>
                <a:cubicBezTo>
                  <a:pt x="995765" y="62189"/>
                  <a:pt x="990005" y="59574"/>
                  <a:pt x="983135" y="59574"/>
                </a:cubicBezTo>
                <a:cubicBezTo>
                  <a:pt x="976266" y="59574"/>
                  <a:pt x="970490" y="62189"/>
                  <a:pt x="965806" y="67419"/>
                </a:cubicBezTo>
                <a:cubicBezTo>
                  <a:pt x="961123" y="72649"/>
                  <a:pt x="958781" y="80182"/>
                  <a:pt x="958781" y="90017"/>
                </a:cubicBezTo>
                <a:close/>
                <a:moveTo>
                  <a:pt x="1145590" y="139756"/>
                </a:moveTo>
                <a:lnTo>
                  <a:pt x="1119269" y="139756"/>
                </a:lnTo>
                <a:lnTo>
                  <a:pt x="1119269" y="89045"/>
                </a:lnTo>
                <a:cubicBezTo>
                  <a:pt x="1119269" y="78316"/>
                  <a:pt x="1118707" y="71377"/>
                  <a:pt x="1117583" y="68227"/>
                </a:cubicBezTo>
                <a:cubicBezTo>
                  <a:pt x="1116459" y="65077"/>
                  <a:pt x="1114632" y="62629"/>
                  <a:pt x="1112103" y="60883"/>
                </a:cubicBezTo>
                <a:cubicBezTo>
                  <a:pt x="1109574" y="59136"/>
                  <a:pt x="1106530" y="58263"/>
                  <a:pt x="1102970" y="58263"/>
                </a:cubicBezTo>
                <a:cubicBezTo>
                  <a:pt x="1098412" y="58263"/>
                  <a:pt x="1094321" y="59511"/>
                  <a:pt x="1090700" y="62007"/>
                </a:cubicBezTo>
                <a:cubicBezTo>
                  <a:pt x="1087078" y="64501"/>
                  <a:pt x="1084595" y="67806"/>
                  <a:pt x="1083253" y="71924"/>
                </a:cubicBezTo>
                <a:cubicBezTo>
                  <a:pt x="1081910" y="76040"/>
                  <a:pt x="1081239" y="83649"/>
                  <a:pt x="1081239" y="94753"/>
                </a:cubicBezTo>
                <a:lnTo>
                  <a:pt x="1081239" y="139756"/>
                </a:lnTo>
                <a:lnTo>
                  <a:pt x="1054918" y="139756"/>
                </a:lnTo>
                <a:lnTo>
                  <a:pt x="1054918" y="40278"/>
                </a:lnTo>
                <a:lnTo>
                  <a:pt x="1079365" y="40278"/>
                </a:lnTo>
                <a:lnTo>
                  <a:pt x="1079365" y="54891"/>
                </a:lnTo>
                <a:cubicBezTo>
                  <a:pt x="1088046" y="43650"/>
                  <a:pt x="1098974" y="38030"/>
                  <a:pt x="1112150" y="38030"/>
                </a:cubicBezTo>
                <a:cubicBezTo>
                  <a:pt x="1117958" y="38030"/>
                  <a:pt x="1123266" y="39076"/>
                  <a:pt x="1128074" y="41168"/>
                </a:cubicBezTo>
                <a:cubicBezTo>
                  <a:pt x="1132882" y="43260"/>
                  <a:pt x="1136520" y="45930"/>
                  <a:pt x="1138986" y="49177"/>
                </a:cubicBezTo>
                <a:cubicBezTo>
                  <a:pt x="1141453" y="52424"/>
                  <a:pt x="1143170" y="56108"/>
                  <a:pt x="1144138" y="60230"/>
                </a:cubicBezTo>
                <a:cubicBezTo>
                  <a:pt x="1145106" y="64351"/>
                  <a:pt x="1145590" y="70253"/>
                  <a:pt x="1145590" y="77934"/>
                </a:cubicBezTo>
                <a:lnTo>
                  <a:pt x="1145590" y="139756"/>
                </a:lnTo>
                <a:close/>
                <a:moveTo>
                  <a:pt x="1313698" y="89174"/>
                </a:moveTo>
                <a:lnTo>
                  <a:pt x="1340581" y="97604"/>
                </a:lnTo>
                <a:cubicBezTo>
                  <a:pt x="1336459" y="112687"/>
                  <a:pt x="1329606" y="123889"/>
                  <a:pt x="1320020" y="131211"/>
                </a:cubicBezTo>
                <a:cubicBezTo>
                  <a:pt x="1310435" y="138531"/>
                  <a:pt x="1298273" y="142191"/>
                  <a:pt x="1283536" y="142191"/>
                </a:cubicBezTo>
                <a:cubicBezTo>
                  <a:pt x="1265301" y="142191"/>
                  <a:pt x="1250314" y="135954"/>
                  <a:pt x="1238574" y="123481"/>
                </a:cubicBezTo>
                <a:cubicBezTo>
                  <a:pt x="1226834" y="111005"/>
                  <a:pt x="1220964" y="93950"/>
                  <a:pt x="1220964" y="72316"/>
                </a:cubicBezTo>
                <a:cubicBezTo>
                  <a:pt x="1220964" y="49430"/>
                  <a:pt x="1226865" y="31656"/>
                  <a:pt x="1238668" y="18995"/>
                </a:cubicBezTo>
                <a:cubicBezTo>
                  <a:pt x="1250470" y="6332"/>
                  <a:pt x="1265988" y="0"/>
                  <a:pt x="1285222" y="0"/>
                </a:cubicBezTo>
                <a:cubicBezTo>
                  <a:pt x="1302020" y="0"/>
                  <a:pt x="1315665" y="4976"/>
                  <a:pt x="1326156" y="14929"/>
                </a:cubicBezTo>
                <a:cubicBezTo>
                  <a:pt x="1332400" y="20812"/>
                  <a:pt x="1337084" y="29262"/>
                  <a:pt x="1340206" y="40278"/>
                </a:cubicBezTo>
                <a:lnTo>
                  <a:pt x="1312761" y="46835"/>
                </a:lnTo>
                <a:cubicBezTo>
                  <a:pt x="1311137" y="39716"/>
                  <a:pt x="1307749" y="34096"/>
                  <a:pt x="1302598" y="29974"/>
                </a:cubicBezTo>
                <a:cubicBezTo>
                  <a:pt x="1297446" y="25853"/>
                  <a:pt x="1291185" y="23792"/>
                  <a:pt x="1283817" y="23792"/>
                </a:cubicBezTo>
                <a:cubicBezTo>
                  <a:pt x="1273638" y="23792"/>
                  <a:pt x="1265379" y="27445"/>
                  <a:pt x="1259041" y="34752"/>
                </a:cubicBezTo>
                <a:cubicBezTo>
                  <a:pt x="1252703" y="42058"/>
                  <a:pt x="1249533" y="53892"/>
                  <a:pt x="1249533" y="70253"/>
                </a:cubicBezTo>
                <a:cubicBezTo>
                  <a:pt x="1249533" y="87613"/>
                  <a:pt x="1252656" y="99977"/>
                  <a:pt x="1258900" y="107346"/>
                </a:cubicBezTo>
                <a:cubicBezTo>
                  <a:pt x="1265145" y="114715"/>
                  <a:pt x="1273263" y="118399"/>
                  <a:pt x="1283255" y="118399"/>
                </a:cubicBezTo>
                <a:cubicBezTo>
                  <a:pt x="1290623" y="118399"/>
                  <a:pt x="1296962" y="116050"/>
                  <a:pt x="1302270" y="111353"/>
                </a:cubicBezTo>
                <a:cubicBezTo>
                  <a:pt x="1307578" y="106654"/>
                  <a:pt x="1311387" y="99261"/>
                  <a:pt x="1313698" y="89174"/>
                </a:cubicBezTo>
                <a:close/>
                <a:moveTo>
                  <a:pt x="1389351" y="139756"/>
                </a:moveTo>
                <a:lnTo>
                  <a:pt x="1363029" y="139756"/>
                </a:lnTo>
                <a:lnTo>
                  <a:pt x="1363029" y="40278"/>
                </a:lnTo>
                <a:lnTo>
                  <a:pt x="1387477" y="40278"/>
                </a:lnTo>
                <a:lnTo>
                  <a:pt x="1387477" y="54422"/>
                </a:lnTo>
                <a:cubicBezTo>
                  <a:pt x="1391661" y="47741"/>
                  <a:pt x="1395424" y="43338"/>
                  <a:pt x="1398765" y="41215"/>
                </a:cubicBezTo>
                <a:cubicBezTo>
                  <a:pt x="1402106" y="39092"/>
                  <a:pt x="1405899" y="38030"/>
                  <a:pt x="1410146" y="38030"/>
                </a:cubicBezTo>
                <a:cubicBezTo>
                  <a:pt x="1416140" y="38030"/>
                  <a:pt x="1421917" y="39685"/>
                  <a:pt x="1427475" y="42995"/>
                </a:cubicBezTo>
                <a:lnTo>
                  <a:pt x="1419325" y="65944"/>
                </a:lnTo>
                <a:cubicBezTo>
                  <a:pt x="1414891" y="63071"/>
                  <a:pt x="1410770" y="61635"/>
                  <a:pt x="1406961" y="61635"/>
                </a:cubicBezTo>
                <a:cubicBezTo>
                  <a:pt x="1403276" y="61635"/>
                  <a:pt x="1400154" y="62650"/>
                  <a:pt x="1397594" y="64679"/>
                </a:cubicBezTo>
                <a:cubicBezTo>
                  <a:pt x="1395033" y="66709"/>
                  <a:pt x="1393020" y="70377"/>
                  <a:pt x="1391552" y="75685"/>
                </a:cubicBezTo>
                <a:cubicBezTo>
                  <a:pt x="1390085" y="80993"/>
                  <a:pt x="1389351" y="92109"/>
                  <a:pt x="1389351" y="109032"/>
                </a:cubicBezTo>
                <a:lnTo>
                  <a:pt x="1389351" y="139756"/>
                </a:lnTo>
                <a:close/>
                <a:moveTo>
                  <a:pt x="1438778" y="26790"/>
                </a:moveTo>
                <a:lnTo>
                  <a:pt x="1438778" y="2435"/>
                </a:lnTo>
                <a:lnTo>
                  <a:pt x="1465099" y="2435"/>
                </a:lnTo>
                <a:lnTo>
                  <a:pt x="1465099" y="26790"/>
                </a:lnTo>
                <a:lnTo>
                  <a:pt x="1438778" y="26790"/>
                </a:lnTo>
                <a:moveTo>
                  <a:pt x="1438778" y="139756"/>
                </a:moveTo>
                <a:lnTo>
                  <a:pt x="1438778" y="40278"/>
                </a:lnTo>
                <a:lnTo>
                  <a:pt x="1465099" y="40278"/>
                </a:lnTo>
                <a:lnTo>
                  <a:pt x="1465099" y="139756"/>
                </a:lnTo>
                <a:lnTo>
                  <a:pt x="1438778" y="139756"/>
                </a:lnTo>
                <a:close/>
                <a:moveTo>
                  <a:pt x="1537726" y="40278"/>
                </a:moveTo>
                <a:lnTo>
                  <a:pt x="1537726" y="61260"/>
                </a:lnTo>
                <a:lnTo>
                  <a:pt x="1519741" y="61260"/>
                </a:lnTo>
                <a:lnTo>
                  <a:pt x="1519741" y="101287"/>
                </a:lnTo>
                <a:cubicBezTo>
                  <a:pt x="1519741" y="109393"/>
                  <a:pt x="1519913" y="114117"/>
                  <a:pt x="1520256" y="115457"/>
                </a:cubicBezTo>
                <a:cubicBezTo>
                  <a:pt x="1520600" y="116796"/>
                  <a:pt x="1521380" y="117902"/>
                  <a:pt x="1522598" y="118777"/>
                </a:cubicBezTo>
                <a:cubicBezTo>
                  <a:pt x="1523816" y="119649"/>
                  <a:pt x="1525299" y="120085"/>
                  <a:pt x="1527047" y="120085"/>
                </a:cubicBezTo>
                <a:cubicBezTo>
                  <a:pt x="1529483" y="120085"/>
                  <a:pt x="1533011" y="119242"/>
                  <a:pt x="1537632" y="117556"/>
                </a:cubicBezTo>
                <a:lnTo>
                  <a:pt x="1539880" y="138052"/>
                </a:lnTo>
                <a:cubicBezTo>
                  <a:pt x="1533760" y="140687"/>
                  <a:pt x="1526829" y="142004"/>
                  <a:pt x="1519085" y="142004"/>
                </a:cubicBezTo>
                <a:cubicBezTo>
                  <a:pt x="1514339" y="142004"/>
                  <a:pt x="1510062" y="141208"/>
                  <a:pt x="1506253" y="139615"/>
                </a:cubicBezTo>
                <a:cubicBezTo>
                  <a:pt x="1502443" y="138023"/>
                  <a:pt x="1499649" y="135962"/>
                  <a:pt x="1497869" y="133433"/>
                </a:cubicBezTo>
                <a:cubicBezTo>
                  <a:pt x="1496089" y="130904"/>
                  <a:pt x="1494856" y="127485"/>
                  <a:pt x="1494169" y="123176"/>
                </a:cubicBezTo>
                <a:cubicBezTo>
                  <a:pt x="1493607" y="120116"/>
                  <a:pt x="1493326" y="113934"/>
                  <a:pt x="1493326" y="104630"/>
                </a:cubicBezTo>
                <a:lnTo>
                  <a:pt x="1493326" y="61260"/>
                </a:lnTo>
                <a:lnTo>
                  <a:pt x="1481243" y="61260"/>
                </a:lnTo>
                <a:lnTo>
                  <a:pt x="1481243" y="40278"/>
                </a:lnTo>
                <a:lnTo>
                  <a:pt x="1493326" y="40278"/>
                </a:lnTo>
                <a:lnTo>
                  <a:pt x="1493326" y="20420"/>
                </a:lnTo>
                <a:lnTo>
                  <a:pt x="1519741" y="4871"/>
                </a:lnTo>
                <a:lnTo>
                  <a:pt x="1519741" y="40278"/>
                </a:lnTo>
                <a:lnTo>
                  <a:pt x="1537726" y="40278"/>
                </a:lnTo>
                <a:close/>
                <a:moveTo>
                  <a:pt x="1613597" y="108095"/>
                </a:moveTo>
                <a:lnTo>
                  <a:pt x="1639825" y="112591"/>
                </a:lnTo>
                <a:cubicBezTo>
                  <a:pt x="1636453" y="122177"/>
                  <a:pt x="1631129" y="129476"/>
                  <a:pt x="1623854" y="134487"/>
                </a:cubicBezTo>
                <a:cubicBezTo>
                  <a:pt x="1616579" y="139498"/>
                  <a:pt x="1607477" y="142004"/>
                  <a:pt x="1596549" y="142004"/>
                </a:cubicBezTo>
                <a:cubicBezTo>
                  <a:pt x="1579251" y="142004"/>
                  <a:pt x="1566450" y="136352"/>
                  <a:pt x="1558144" y="125050"/>
                </a:cubicBezTo>
                <a:cubicBezTo>
                  <a:pt x="1551587" y="115995"/>
                  <a:pt x="1548309" y="104567"/>
                  <a:pt x="1548309" y="90766"/>
                </a:cubicBezTo>
                <a:cubicBezTo>
                  <a:pt x="1548309" y="74280"/>
                  <a:pt x="1552618" y="61370"/>
                  <a:pt x="1561236" y="52034"/>
                </a:cubicBezTo>
                <a:cubicBezTo>
                  <a:pt x="1569853" y="42698"/>
                  <a:pt x="1580750" y="38030"/>
                  <a:pt x="1593926" y="38030"/>
                </a:cubicBezTo>
                <a:cubicBezTo>
                  <a:pt x="1608726" y="38030"/>
                  <a:pt x="1620404" y="42917"/>
                  <a:pt x="1628959" y="52689"/>
                </a:cubicBezTo>
                <a:cubicBezTo>
                  <a:pt x="1637514" y="62462"/>
                  <a:pt x="1641604" y="77434"/>
                  <a:pt x="1641230" y="97604"/>
                </a:cubicBezTo>
                <a:lnTo>
                  <a:pt x="1575286" y="97604"/>
                </a:lnTo>
                <a:cubicBezTo>
                  <a:pt x="1575473" y="105410"/>
                  <a:pt x="1577597" y="111483"/>
                  <a:pt x="1581656" y="115823"/>
                </a:cubicBezTo>
                <a:cubicBezTo>
                  <a:pt x="1585715" y="120163"/>
                  <a:pt x="1590773" y="122333"/>
                  <a:pt x="1596830" y="122333"/>
                </a:cubicBezTo>
                <a:cubicBezTo>
                  <a:pt x="1600952" y="122333"/>
                  <a:pt x="1604417" y="121209"/>
                  <a:pt x="1607228" y="118961"/>
                </a:cubicBezTo>
                <a:cubicBezTo>
                  <a:pt x="1610038" y="116713"/>
                  <a:pt x="1612161" y="113091"/>
                  <a:pt x="1613597" y="108095"/>
                </a:cubicBezTo>
                <a:moveTo>
                  <a:pt x="1615096" y="81493"/>
                </a:moveTo>
                <a:cubicBezTo>
                  <a:pt x="1614908" y="73906"/>
                  <a:pt x="1612941" y="68137"/>
                  <a:pt x="1609195" y="64187"/>
                </a:cubicBezTo>
                <a:cubicBezTo>
                  <a:pt x="1605448" y="60238"/>
                  <a:pt x="1600889" y="58263"/>
                  <a:pt x="1595519" y="58263"/>
                </a:cubicBezTo>
                <a:cubicBezTo>
                  <a:pt x="1589774" y="58263"/>
                  <a:pt x="1585028" y="60346"/>
                  <a:pt x="1581281" y="64512"/>
                </a:cubicBezTo>
                <a:cubicBezTo>
                  <a:pt x="1577534" y="68681"/>
                  <a:pt x="1575692" y="74341"/>
                  <a:pt x="1575754" y="81493"/>
                </a:cubicBezTo>
                <a:lnTo>
                  <a:pt x="1615096" y="81493"/>
                </a:lnTo>
                <a:close/>
                <a:moveTo>
                  <a:pt x="1687848" y="139756"/>
                </a:moveTo>
                <a:lnTo>
                  <a:pt x="1661527" y="139756"/>
                </a:lnTo>
                <a:lnTo>
                  <a:pt x="1661527" y="40278"/>
                </a:lnTo>
                <a:lnTo>
                  <a:pt x="1685975" y="40278"/>
                </a:lnTo>
                <a:lnTo>
                  <a:pt x="1685975" y="54422"/>
                </a:lnTo>
                <a:cubicBezTo>
                  <a:pt x="1690159" y="47741"/>
                  <a:pt x="1693921" y="43338"/>
                  <a:pt x="1697262" y="41215"/>
                </a:cubicBezTo>
                <a:cubicBezTo>
                  <a:pt x="1700603" y="39092"/>
                  <a:pt x="1704396" y="38030"/>
                  <a:pt x="1708643" y="38030"/>
                </a:cubicBezTo>
                <a:cubicBezTo>
                  <a:pt x="1714638" y="38030"/>
                  <a:pt x="1720414" y="39685"/>
                  <a:pt x="1725972" y="42995"/>
                </a:cubicBezTo>
                <a:lnTo>
                  <a:pt x="1717823" y="65944"/>
                </a:lnTo>
                <a:cubicBezTo>
                  <a:pt x="1713389" y="63071"/>
                  <a:pt x="1709267" y="61635"/>
                  <a:pt x="1705458" y="61635"/>
                </a:cubicBezTo>
                <a:cubicBezTo>
                  <a:pt x="1701774" y="61635"/>
                  <a:pt x="1698651" y="62650"/>
                  <a:pt x="1696091" y="64679"/>
                </a:cubicBezTo>
                <a:cubicBezTo>
                  <a:pt x="1693531" y="66709"/>
                  <a:pt x="1691517" y="70377"/>
                  <a:pt x="1690049" y="75685"/>
                </a:cubicBezTo>
                <a:cubicBezTo>
                  <a:pt x="1688582" y="80993"/>
                  <a:pt x="1687848" y="92109"/>
                  <a:pt x="1687848" y="109032"/>
                </a:cubicBezTo>
                <a:lnTo>
                  <a:pt x="1687848" y="139756"/>
                </a:lnTo>
                <a:close/>
                <a:moveTo>
                  <a:pt x="1737275" y="26790"/>
                </a:moveTo>
                <a:lnTo>
                  <a:pt x="1737275" y="2435"/>
                </a:lnTo>
                <a:lnTo>
                  <a:pt x="1763597" y="2435"/>
                </a:lnTo>
                <a:lnTo>
                  <a:pt x="1763597" y="26790"/>
                </a:lnTo>
                <a:lnTo>
                  <a:pt x="1737275" y="26790"/>
                </a:lnTo>
                <a:moveTo>
                  <a:pt x="1737275" y="139756"/>
                </a:moveTo>
                <a:lnTo>
                  <a:pt x="1737275" y="40278"/>
                </a:lnTo>
                <a:lnTo>
                  <a:pt x="1763597" y="40278"/>
                </a:lnTo>
                <a:lnTo>
                  <a:pt x="1763597" y="139756"/>
                </a:lnTo>
                <a:lnTo>
                  <a:pt x="1737275" y="139756"/>
                </a:lnTo>
                <a:close/>
                <a:moveTo>
                  <a:pt x="1810276" y="71002"/>
                </a:moveTo>
                <a:lnTo>
                  <a:pt x="1786390" y="66693"/>
                </a:lnTo>
                <a:cubicBezTo>
                  <a:pt x="1789076" y="56949"/>
                  <a:pt x="1793697" y="49737"/>
                  <a:pt x="1800254" y="45055"/>
                </a:cubicBezTo>
                <a:cubicBezTo>
                  <a:pt x="1806811" y="40372"/>
                  <a:pt x="1816552" y="38030"/>
                  <a:pt x="1829479" y="38030"/>
                </a:cubicBezTo>
                <a:cubicBezTo>
                  <a:pt x="1841219" y="38030"/>
                  <a:pt x="1849961" y="39420"/>
                  <a:pt x="1855706" y="42198"/>
                </a:cubicBezTo>
                <a:cubicBezTo>
                  <a:pt x="1861451" y="44977"/>
                  <a:pt x="1865495" y="48506"/>
                  <a:pt x="1867837" y="52783"/>
                </a:cubicBezTo>
                <a:cubicBezTo>
                  <a:pt x="1870178" y="57061"/>
                  <a:pt x="1871349" y="64913"/>
                  <a:pt x="1871349" y="76341"/>
                </a:cubicBezTo>
                <a:lnTo>
                  <a:pt x="1871068" y="107065"/>
                </a:lnTo>
                <a:cubicBezTo>
                  <a:pt x="1871068" y="115808"/>
                  <a:pt x="1871490" y="122255"/>
                  <a:pt x="1872333" y="126408"/>
                </a:cubicBezTo>
                <a:cubicBezTo>
                  <a:pt x="1873176" y="130561"/>
                  <a:pt x="1874753" y="135010"/>
                  <a:pt x="1877063" y="139756"/>
                </a:cubicBezTo>
                <a:lnTo>
                  <a:pt x="1851023" y="139756"/>
                </a:lnTo>
                <a:cubicBezTo>
                  <a:pt x="1850336" y="138007"/>
                  <a:pt x="1849493" y="135416"/>
                  <a:pt x="1848494" y="131981"/>
                </a:cubicBezTo>
                <a:cubicBezTo>
                  <a:pt x="1848057" y="130420"/>
                  <a:pt x="1847744" y="129390"/>
                  <a:pt x="1847557" y="128890"/>
                </a:cubicBezTo>
                <a:cubicBezTo>
                  <a:pt x="1843061" y="133261"/>
                  <a:pt x="1838253" y="136540"/>
                  <a:pt x="1833132" y="138725"/>
                </a:cubicBezTo>
                <a:cubicBezTo>
                  <a:pt x="1828011" y="140911"/>
                  <a:pt x="1822547" y="142004"/>
                  <a:pt x="1816740" y="142004"/>
                </a:cubicBezTo>
                <a:cubicBezTo>
                  <a:pt x="1806498" y="142004"/>
                  <a:pt x="1798427" y="139237"/>
                  <a:pt x="1792526" y="133702"/>
                </a:cubicBezTo>
                <a:cubicBezTo>
                  <a:pt x="1786625" y="128168"/>
                  <a:pt x="1783674" y="121172"/>
                  <a:pt x="1783674" y="112714"/>
                </a:cubicBezTo>
                <a:cubicBezTo>
                  <a:pt x="1783674" y="107118"/>
                  <a:pt x="1785017" y="102128"/>
                  <a:pt x="1787702" y="97745"/>
                </a:cubicBezTo>
                <a:cubicBezTo>
                  <a:pt x="1790387" y="93360"/>
                  <a:pt x="1794150" y="90001"/>
                  <a:pt x="1798989" y="87669"/>
                </a:cubicBezTo>
                <a:cubicBezTo>
                  <a:pt x="1803829" y="85337"/>
                  <a:pt x="1810807" y="83301"/>
                  <a:pt x="1819924" y="81560"/>
                </a:cubicBezTo>
                <a:cubicBezTo>
                  <a:pt x="1832226" y="79260"/>
                  <a:pt x="1840750" y="77114"/>
                  <a:pt x="1845496" y="75123"/>
                </a:cubicBezTo>
                <a:lnTo>
                  <a:pt x="1845496" y="72471"/>
                </a:lnTo>
                <a:cubicBezTo>
                  <a:pt x="1845496" y="67357"/>
                  <a:pt x="1844247" y="63710"/>
                  <a:pt x="1841750" y="61532"/>
                </a:cubicBezTo>
                <a:cubicBezTo>
                  <a:pt x="1839252" y="59353"/>
                  <a:pt x="1834537" y="58263"/>
                  <a:pt x="1827605" y="58263"/>
                </a:cubicBezTo>
                <a:cubicBezTo>
                  <a:pt x="1822922" y="58263"/>
                  <a:pt x="1819269" y="59205"/>
                  <a:pt x="1816646" y="61090"/>
                </a:cubicBezTo>
                <a:cubicBezTo>
                  <a:pt x="1814023" y="62974"/>
                  <a:pt x="1811900" y="66277"/>
                  <a:pt x="1810276" y="71002"/>
                </a:cubicBezTo>
                <a:moveTo>
                  <a:pt x="1845496" y="92359"/>
                </a:moveTo>
                <a:cubicBezTo>
                  <a:pt x="1842124" y="93469"/>
                  <a:pt x="1836785" y="94796"/>
                  <a:pt x="1829479" y="96340"/>
                </a:cubicBezTo>
                <a:cubicBezTo>
                  <a:pt x="1822172" y="97881"/>
                  <a:pt x="1817395" y="99393"/>
                  <a:pt x="1815147" y="100874"/>
                </a:cubicBezTo>
                <a:cubicBezTo>
                  <a:pt x="1811713" y="103280"/>
                  <a:pt x="1809995" y="106334"/>
                  <a:pt x="1809995" y="110036"/>
                </a:cubicBezTo>
                <a:cubicBezTo>
                  <a:pt x="1809995" y="113677"/>
                  <a:pt x="1811369" y="116825"/>
                  <a:pt x="1814117" y="119479"/>
                </a:cubicBezTo>
                <a:cubicBezTo>
                  <a:pt x="1816865" y="122131"/>
                  <a:pt x="1820362" y="123457"/>
                  <a:pt x="1824608" y="123457"/>
                </a:cubicBezTo>
                <a:cubicBezTo>
                  <a:pt x="1829354" y="123457"/>
                  <a:pt x="1833881" y="121915"/>
                  <a:pt x="1838190" y="118829"/>
                </a:cubicBezTo>
                <a:cubicBezTo>
                  <a:pt x="1841375" y="116486"/>
                  <a:pt x="1843467" y="113616"/>
                  <a:pt x="1844466" y="110220"/>
                </a:cubicBezTo>
                <a:cubicBezTo>
                  <a:pt x="1845153" y="108000"/>
                  <a:pt x="1845496" y="103774"/>
                  <a:pt x="1845496" y="97543"/>
                </a:cubicBezTo>
                <a:lnTo>
                  <a:pt x="1845496" y="923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Survey">
            <a:extLst xmlns:a="http://schemas.openxmlformats.org/drawingml/2006/main">
              <a:ext uri="{FF2B5EF4-FFF2-40B4-BE49-F238E27FC236}">
                <a16:creationId xmlns:a16="http://schemas.microsoft.com/office/drawing/2014/main" id="{EB4172B0-D028-4D50-8C61-C6425156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031" y="381960"/>
            <a:ext cx="629781" cy="180221"/>
          </a:xfrm>
          <a:custGeom xmlns:a="http://schemas.openxmlformats.org/drawingml/2006/main">
            <a:pathLst>
              <a:path w="629781" h="180221">
                <a:moveTo>
                  <a:pt x="314630" y="42589"/>
                </a:moveTo>
                <a:lnTo>
                  <a:pt x="313932" y="42202"/>
                </a:lnTo>
                <a:lnTo>
                  <a:pt x="313232" y="41831"/>
                </a:lnTo>
                <a:lnTo>
                  <a:pt x="312529" y="41478"/>
                </a:lnTo>
                <a:lnTo>
                  <a:pt x="311824" y="41142"/>
                </a:lnTo>
                <a:lnTo>
                  <a:pt x="311117" y="40823"/>
                </a:lnTo>
                <a:lnTo>
                  <a:pt x="310407" y="40521"/>
                </a:lnTo>
                <a:lnTo>
                  <a:pt x="309695" y="40237"/>
                </a:lnTo>
                <a:lnTo>
                  <a:pt x="308981" y="39969"/>
                </a:lnTo>
                <a:lnTo>
                  <a:pt x="308265" y="39719"/>
                </a:lnTo>
                <a:lnTo>
                  <a:pt x="307546" y="39487"/>
                </a:lnTo>
                <a:lnTo>
                  <a:pt x="306825" y="39271"/>
                </a:lnTo>
                <a:lnTo>
                  <a:pt x="306102" y="39073"/>
                </a:lnTo>
                <a:lnTo>
                  <a:pt x="305377" y="38892"/>
                </a:lnTo>
                <a:lnTo>
                  <a:pt x="304649" y="38728"/>
                </a:lnTo>
                <a:lnTo>
                  <a:pt x="303919" y="38582"/>
                </a:lnTo>
                <a:lnTo>
                  <a:pt x="303187" y="38452"/>
                </a:lnTo>
                <a:lnTo>
                  <a:pt x="302452" y="38340"/>
                </a:lnTo>
                <a:lnTo>
                  <a:pt x="301715" y="38246"/>
                </a:lnTo>
                <a:lnTo>
                  <a:pt x="300976" y="38168"/>
                </a:lnTo>
                <a:lnTo>
                  <a:pt x="300235" y="38108"/>
                </a:lnTo>
                <a:lnTo>
                  <a:pt x="299491" y="38065"/>
                </a:lnTo>
                <a:lnTo>
                  <a:pt x="298745" y="38039"/>
                </a:lnTo>
                <a:lnTo>
                  <a:pt x="297997" y="38030"/>
                </a:lnTo>
                <a:lnTo>
                  <a:pt x="297469" y="38036"/>
                </a:lnTo>
                <a:lnTo>
                  <a:pt x="296945" y="38052"/>
                </a:lnTo>
                <a:lnTo>
                  <a:pt x="296426" y="38080"/>
                </a:lnTo>
                <a:lnTo>
                  <a:pt x="295912" y="38119"/>
                </a:lnTo>
                <a:lnTo>
                  <a:pt x="295402" y="38168"/>
                </a:lnTo>
                <a:lnTo>
                  <a:pt x="294897" y="38229"/>
                </a:lnTo>
                <a:lnTo>
                  <a:pt x="294397" y="38301"/>
                </a:lnTo>
                <a:lnTo>
                  <a:pt x="293902" y="38384"/>
                </a:lnTo>
                <a:lnTo>
                  <a:pt x="293411" y="38478"/>
                </a:lnTo>
                <a:lnTo>
                  <a:pt x="292925" y="38583"/>
                </a:lnTo>
                <a:lnTo>
                  <a:pt x="292444" y="38699"/>
                </a:lnTo>
                <a:lnTo>
                  <a:pt x="291967" y="38826"/>
                </a:lnTo>
                <a:lnTo>
                  <a:pt x="291495" y="38964"/>
                </a:lnTo>
                <a:lnTo>
                  <a:pt x="291028" y="39114"/>
                </a:lnTo>
                <a:lnTo>
                  <a:pt x="290566" y="39274"/>
                </a:lnTo>
                <a:lnTo>
                  <a:pt x="290108" y="39446"/>
                </a:lnTo>
                <a:lnTo>
                  <a:pt x="289655" y="39628"/>
                </a:lnTo>
                <a:lnTo>
                  <a:pt x="289207" y="39822"/>
                </a:lnTo>
                <a:lnTo>
                  <a:pt x="288763" y="40026"/>
                </a:lnTo>
                <a:lnTo>
                  <a:pt x="288324" y="40242"/>
                </a:lnTo>
                <a:lnTo>
                  <a:pt x="287890" y="40468"/>
                </a:lnTo>
                <a:lnTo>
                  <a:pt x="287461" y="40706"/>
                </a:lnTo>
                <a:lnTo>
                  <a:pt x="287036" y="40955"/>
                </a:lnTo>
                <a:lnTo>
                  <a:pt x="286616" y="41215"/>
                </a:lnTo>
                <a:lnTo>
                  <a:pt x="286196" y="41492"/>
                </a:lnTo>
                <a:lnTo>
                  <a:pt x="285772" y="41793"/>
                </a:lnTo>
                <a:lnTo>
                  <a:pt x="285343" y="42118"/>
                </a:lnTo>
                <a:lnTo>
                  <a:pt x="284910" y="42466"/>
                </a:lnTo>
                <a:lnTo>
                  <a:pt x="284473" y="42839"/>
                </a:lnTo>
                <a:lnTo>
                  <a:pt x="284031" y="43235"/>
                </a:lnTo>
                <a:lnTo>
                  <a:pt x="283585" y="43654"/>
                </a:lnTo>
                <a:lnTo>
                  <a:pt x="283135" y="44098"/>
                </a:lnTo>
                <a:lnTo>
                  <a:pt x="282680" y="44565"/>
                </a:lnTo>
                <a:lnTo>
                  <a:pt x="282220" y="45056"/>
                </a:lnTo>
                <a:lnTo>
                  <a:pt x="281757" y="45571"/>
                </a:lnTo>
                <a:lnTo>
                  <a:pt x="281289" y="46109"/>
                </a:lnTo>
                <a:lnTo>
                  <a:pt x="280816" y="46671"/>
                </a:lnTo>
                <a:lnTo>
                  <a:pt x="280339" y="47257"/>
                </a:lnTo>
                <a:lnTo>
                  <a:pt x="279858" y="47867"/>
                </a:lnTo>
                <a:lnTo>
                  <a:pt x="279372" y="48500"/>
                </a:lnTo>
                <a:lnTo>
                  <a:pt x="278882" y="49157"/>
                </a:lnTo>
                <a:lnTo>
                  <a:pt x="278388" y="49838"/>
                </a:lnTo>
                <a:lnTo>
                  <a:pt x="277889" y="50543"/>
                </a:lnTo>
                <a:lnTo>
                  <a:pt x="277386" y="51271"/>
                </a:lnTo>
                <a:lnTo>
                  <a:pt x="276878" y="52024"/>
                </a:lnTo>
                <a:lnTo>
                  <a:pt x="276366" y="52799"/>
                </a:lnTo>
                <a:lnTo>
                  <a:pt x="275850" y="53599"/>
                </a:lnTo>
                <a:lnTo>
                  <a:pt x="275329" y="54422"/>
                </a:lnTo>
                <a:lnTo>
                  <a:pt x="275329" y="40278"/>
                </a:lnTo>
                <a:lnTo>
                  <a:pt x="250881" y="40278"/>
                </a:lnTo>
                <a:lnTo>
                  <a:pt x="250881" y="139756"/>
                </a:lnTo>
                <a:lnTo>
                  <a:pt x="277202" y="139756"/>
                </a:lnTo>
                <a:lnTo>
                  <a:pt x="277202" y="109032"/>
                </a:lnTo>
                <a:lnTo>
                  <a:pt x="277206" y="106947"/>
                </a:lnTo>
                <a:lnTo>
                  <a:pt x="277217" y="104922"/>
                </a:lnTo>
                <a:lnTo>
                  <a:pt x="277237" y="102958"/>
                </a:lnTo>
                <a:lnTo>
                  <a:pt x="277263" y="101054"/>
                </a:lnTo>
                <a:lnTo>
                  <a:pt x="277298" y="99211"/>
                </a:lnTo>
                <a:lnTo>
                  <a:pt x="277340" y="97429"/>
                </a:lnTo>
                <a:lnTo>
                  <a:pt x="277389" y="95706"/>
                </a:lnTo>
                <a:lnTo>
                  <a:pt x="277447" y="94045"/>
                </a:lnTo>
                <a:lnTo>
                  <a:pt x="277512" y="92444"/>
                </a:lnTo>
                <a:lnTo>
                  <a:pt x="277584" y="90903"/>
                </a:lnTo>
                <a:lnTo>
                  <a:pt x="277665" y="89423"/>
                </a:lnTo>
                <a:lnTo>
                  <a:pt x="277753" y="88003"/>
                </a:lnTo>
                <a:lnTo>
                  <a:pt x="277848" y="86644"/>
                </a:lnTo>
                <a:lnTo>
                  <a:pt x="277951" y="85345"/>
                </a:lnTo>
                <a:lnTo>
                  <a:pt x="278062" y="84107"/>
                </a:lnTo>
                <a:lnTo>
                  <a:pt x="278181" y="82929"/>
                </a:lnTo>
                <a:lnTo>
                  <a:pt x="278307" y="81812"/>
                </a:lnTo>
                <a:lnTo>
                  <a:pt x="278440" y="80755"/>
                </a:lnTo>
                <a:lnTo>
                  <a:pt x="278582" y="79759"/>
                </a:lnTo>
                <a:lnTo>
                  <a:pt x="278731" y="78823"/>
                </a:lnTo>
                <a:lnTo>
                  <a:pt x="278888" y="77948"/>
                </a:lnTo>
                <a:lnTo>
                  <a:pt x="279052" y="77133"/>
                </a:lnTo>
                <a:lnTo>
                  <a:pt x="279224" y="76379"/>
                </a:lnTo>
                <a:lnTo>
                  <a:pt x="279403" y="75685"/>
                </a:lnTo>
                <a:lnTo>
                  <a:pt x="279590" y="75031"/>
                </a:lnTo>
                <a:lnTo>
                  <a:pt x="279782" y="74393"/>
                </a:lnTo>
                <a:lnTo>
                  <a:pt x="279979" y="73772"/>
                </a:lnTo>
                <a:lnTo>
                  <a:pt x="280183" y="73168"/>
                </a:lnTo>
                <a:lnTo>
                  <a:pt x="280392" y="72581"/>
                </a:lnTo>
                <a:lnTo>
                  <a:pt x="280607" y="72012"/>
                </a:lnTo>
                <a:lnTo>
                  <a:pt x="280827" y="71459"/>
                </a:lnTo>
                <a:lnTo>
                  <a:pt x="281053" y="70924"/>
                </a:lnTo>
                <a:lnTo>
                  <a:pt x="281285" y="70406"/>
                </a:lnTo>
                <a:lnTo>
                  <a:pt x="281522" y="69904"/>
                </a:lnTo>
                <a:lnTo>
                  <a:pt x="281766" y="69420"/>
                </a:lnTo>
                <a:lnTo>
                  <a:pt x="282015" y="68953"/>
                </a:lnTo>
                <a:lnTo>
                  <a:pt x="282269" y="68503"/>
                </a:lnTo>
                <a:lnTo>
                  <a:pt x="282529" y="68070"/>
                </a:lnTo>
                <a:lnTo>
                  <a:pt x="282795" y="67654"/>
                </a:lnTo>
                <a:lnTo>
                  <a:pt x="283067" y="67255"/>
                </a:lnTo>
                <a:lnTo>
                  <a:pt x="283344" y="66873"/>
                </a:lnTo>
                <a:lnTo>
                  <a:pt x="283627" y="66509"/>
                </a:lnTo>
                <a:lnTo>
                  <a:pt x="283916" y="66161"/>
                </a:lnTo>
                <a:lnTo>
                  <a:pt x="284211" y="65831"/>
                </a:lnTo>
                <a:lnTo>
                  <a:pt x="284511" y="65517"/>
                </a:lnTo>
                <a:lnTo>
                  <a:pt x="284816" y="65221"/>
                </a:lnTo>
                <a:lnTo>
                  <a:pt x="285128" y="64941"/>
                </a:lnTo>
                <a:lnTo>
                  <a:pt x="285445" y="64679"/>
                </a:lnTo>
                <a:lnTo>
                  <a:pt x="285768" y="64431"/>
                </a:lnTo>
                <a:lnTo>
                  <a:pt x="286097" y="64193"/>
                </a:lnTo>
                <a:lnTo>
                  <a:pt x="286432" y="63966"/>
                </a:lnTo>
                <a:lnTo>
                  <a:pt x="286772" y="63749"/>
                </a:lnTo>
                <a:lnTo>
                  <a:pt x="287119" y="63543"/>
                </a:lnTo>
                <a:lnTo>
                  <a:pt x="287471" y="63347"/>
                </a:lnTo>
                <a:lnTo>
                  <a:pt x="287829" y="63162"/>
                </a:lnTo>
                <a:lnTo>
                  <a:pt x="288193" y="62988"/>
                </a:lnTo>
                <a:lnTo>
                  <a:pt x="288563" y="62824"/>
                </a:lnTo>
                <a:lnTo>
                  <a:pt x="288938" y="62671"/>
                </a:lnTo>
                <a:lnTo>
                  <a:pt x="289320" y="62528"/>
                </a:lnTo>
                <a:lnTo>
                  <a:pt x="289707" y="62396"/>
                </a:lnTo>
                <a:lnTo>
                  <a:pt x="290100" y="62274"/>
                </a:lnTo>
                <a:lnTo>
                  <a:pt x="290499" y="62163"/>
                </a:lnTo>
                <a:lnTo>
                  <a:pt x="290904" y="62063"/>
                </a:lnTo>
                <a:lnTo>
                  <a:pt x="291315" y="61973"/>
                </a:lnTo>
                <a:lnTo>
                  <a:pt x="291732" y="61894"/>
                </a:lnTo>
                <a:lnTo>
                  <a:pt x="292154" y="61825"/>
                </a:lnTo>
                <a:lnTo>
                  <a:pt x="292583" y="61767"/>
                </a:lnTo>
                <a:lnTo>
                  <a:pt x="293017" y="61720"/>
                </a:lnTo>
                <a:lnTo>
                  <a:pt x="293457" y="61683"/>
                </a:lnTo>
                <a:lnTo>
                  <a:pt x="293903" y="61656"/>
                </a:lnTo>
                <a:lnTo>
                  <a:pt x="294355" y="61640"/>
                </a:lnTo>
                <a:lnTo>
                  <a:pt x="294812" y="61635"/>
                </a:lnTo>
                <a:lnTo>
                  <a:pt x="295290" y="61642"/>
                </a:lnTo>
                <a:lnTo>
                  <a:pt x="295771" y="61665"/>
                </a:lnTo>
                <a:lnTo>
                  <a:pt x="296255" y="61702"/>
                </a:lnTo>
                <a:lnTo>
                  <a:pt x="296743" y="61755"/>
                </a:lnTo>
                <a:lnTo>
                  <a:pt x="297234" y="61822"/>
                </a:lnTo>
                <a:lnTo>
                  <a:pt x="297728" y="61904"/>
                </a:lnTo>
                <a:lnTo>
                  <a:pt x="298225" y="62001"/>
                </a:lnTo>
                <a:lnTo>
                  <a:pt x="298726" y="62114"/>
                </a:lnTo>
                <a:lnTo>
                  <a:pt x="299229" y="62241"/>
                </a:lnTo>
                <a:lnTo>
                  <a:pt x="299736" y="62383"/>
                </a:lnTo>
                <a:lnTo>
                  <a:pt x="300247" y="62540"/>
                </a:lnTo>
                <a:lnTo>
                  <a:pt x="300760" y="62712"/>
                </a:lnTo>
                <a:lnTo>
                  <a:pt x="301277" y="62899"/>
                </a:lnTo>
                <a:lnTo>
                  <a:pt x="301797" y="63101"/>
                </a:lnTo>
                <a:lnTo>
                  <a:pt x="302320" y="63318"/>
                </a:lnTo>
                <a:lnTo>
                  <a:pt x="302847" y="63550"/>
                </a:lnTo>
                <a:lnTo>
                  <a:pt x="303377" y="63797"/>
                </a:lnTo>
                <a:lnTo>
                  <a:pt x="303910" y="64059"/>
                </a:lnTo>
                <a:lnTo>
                  <a:pt x="304446" y="64335"/>
                </a:lnTo>
                <a:lnTo>
                  <a:pt x="304986" y="64627"/>
                </a:lnTo>
                <a:lnTo>
                  <a:pt x="305529" y="64934"/>
                </a:lnTo>
                <a:lnTo>
                  <a:pt x="306075" y="65256"/>
                </a:lnTo>
                <a:lnTo>
                  <a:pt x="306624" y="65592"/>
                </a:lnTo>
                <a:lnTo>
                  <a:pt x="307177" y="65944"/>
                </a:lnTo>
                <a:lnTo>
                  <a:pt x="315166" y="43444"/>
                </a:lnTo>
                <a:lnTo>
                  <a:pt x="353981" y="139756"/>
                </a:lnTo>
                <a:lnTo>
                  <a:pt x="377680" y="139756"/>
                </a:lnTo>
                <a:lnTo>
                  <a:pt x="417208" y="40278"/>
                </a:lnTo>
                <a:lnTo>
                  <a:pt x="390138" y="40278"/>
                </a:lnTo>
                <a:lnTo>
                  <a:pt x="371216" y="91047"/>
                </a:lnTo>
                <a:lnTo>
                  <a:pt x="371092" y="91399"/>
                </a:lnTo>
                <a:lnTo>
                  <a:pt x="370968" y="91750"/>
                </a:lnTo>
                <a:lnTo>
                  <a:pt x="370845" y="92101"/>
                </a:lnTo>
                <a:lnTo>
                  <a:pt x="370722" y="92452"/>
                </a:lnTo>
                <a:lnTo>
                  <a:pt x="370600" y="92804"/>
                </a:lnTo>
                <a:lnTo>
                  <a:pt x="370479" y="93155"/>
                </a:lnTo>
                <a:lnTo>
                  <a:pt x="370358" y="93506"/>
                </a:lnTo>
                <a:lnTo>
                  <a:pt x="370238" y="93857"/>
                </a:lnTo>
                <a:lnTo>
                  <a:pt x="370119" y="94209"/>
                </a:lnTo>
                <a:lnTo>
                  <a:pt x="370000" y="94560"/>
                </a:lnTo>
                <a:lnTo>
                  <a:pt x="369882" y="94911"/>
                </a:lnTo>
                <a:lnTo>
                  <a:pt x="369764" y="95263"/>
                </a:lnTo>
                <a:lnTo>
                  <a:pt x="369648" y="95614"/>
                </a:lnTo>
                <a:lnTo>
                  <a:pt x="369532" y="95965"/>
                </a:lnTo>
                <a:lnTo>
                  <a:pt x="369416" y="96316"/>
                </a:lnTo>
                <a:lnTo>
                  <a:pt x="369301" y="96668"/>
                </a:lnTo>
                <a:lnTo>
                  <a:pt x="369187" y="97019"/>
                </a:lnTo>
                <a:lnTo>
                  <a:pt x="369074" y="97370"/>
                </a:lnTo>
                <a:lnTo>
                  <a:pt x="368961" y="97721"/>
                </a:lnTo>
                <a:lnTo>
                  <a:pt x="368849" y="98073"/>
                </a:lnTo>
                <a:lnTo>
                  <a:pt x="368737" y="98424"/>
                </a:lnTo>
                <a:lnTo>
                  <a:pt x="368626" y="98775"/>
                </a:lnTo>
                <a:lnTo>
                  <a:pt x="368516" y="99126"/>
                </a:lnTo>
                <a:lnTo>
                  <a:pt x="368406" y="99478"/>
                </a:lnTo>
                <a:lnTo>
                  <a:pt x="368357" y="99657"/>
                </a:lnTo>
                <a:lnTo>
                  <a:pt x="368301" y="99852"/>
                </a:lnTo>
                <a:lnTo>
                  <a:pt x="368241" y="100062"/>
                </a:lnTo>
                <a:lnTo>
                  <a:pt x="368175" y="100287"/>
                </a:lnTo>
                <a:lnTo>
                  <a:pt x="368103" y="100527"/>
                </a:lnTo>
                <a:lnTo>
                  <a:pt x="368026" y="100783"/>
                </a:lnTo>
                <a:lnTo>
                  <a:pt x="367943" y="101054"/>
                </a:lnTo>
                <a:lnTo>
                  <a:pt x="367855" y="101341"/>
                </a:lnTo>
                <a:lnTo>
                  <a:pt x="367761" y="101642"/>
                </a:lnTo>
                <a:lnTo>
                  <a:pt x="367661" y="101959"/>
                </a:lnTo>
                <a:lnTo>
                  <a:pt x="367556" y="102292"/>
                </a:lnTo>
                <a:lnTo>
                  <a:pt x="367446" y="102639"/>
                </a:lnTo>
                <a:lnTo>
                  <a:pt x="367330" y="103002"/>
                </a:lnTo>
                <a:lnTo>
                  <a:pt x="367209" y="103380"/>
                </a:lnTo>
                <a:lnTo>
                  <a:pt x="367082" y="103773"/>
                </a:lnTo>
                <a:lnTo>
                  <a:pt x="366949" y="104182"/>
                </a:lnTo>
                <a:lnTo>
                  <a:pt x="366811" y="104606"/>
                </a:lnTo>
                <a:lnTo>
                  <a:pt x="366667" y="105045"/>
                </a:lnTo>
                <a:lnTo>
                  <a:pt x="366518" y="105500"/>
                </a:lnTo>
                <a:lnTo>
                  <a:pt x="366364" y="105970"/>
                </a:lnTo>
                <a:lnTo>
                  <a:pt x="366203" y="106455"/>
                </a:lnTo>
                <a:lnTo>
                  <a:pt x="366038" y="106955"/>
                </a:lnTo>
                <a:lnTo>
                  <a:pt x="365867" y="107471"/>
                </a:lnTo>
                <a:lnTo>
                  <a:pt x="365690" y="108002"/>
                </a:lnTo>
                <a:lnTo>
                  <a:pt x="360257" y="91047"/>
                </a:lnTo>
                <a:lnTo>
                  <a:pt x="341523" y="40278"/>
                </a:lnTo>
                <a:lnTo>
                  <a:pt x="313890" y="40278"/>
                </a:lnTo>
                <a:lnTo>
                  <a:pt x="314880" y="42735"/>
                </a:lnTo>
                <a:lnTo>
                  <a:pt x="314630" y="42589"/>
                </a:lnTo>
                <a:close/>
                <a:moveTo>
                  <a:pt x="855" y="100769"/>
                </a:moveTo>
                <a:lnTo>
                  <a:pt x="1218" y="102559"/>
                </a:lnTo>
                <a:lnTo>
                  <a:pt x="1620" y="104311"/>
                </a:lnTo>
                <a:lnTo>
                  <a:pt x="2061" y="106024"/>
                </a:lnTo>
                <a:lnTo>
                  <a:pt x="2541" y="107700"/>
                </a:lnTo>
                <a:lnTo>
                  <a:pt x="3060" y="109336"/>
                </a:lnTo>
                <a:lnTo>
                  <a:pt x="3618" y="110935"/>
                </a:lnTo>
                <a:lnTo>
                  <a:pt x="4215" y="112495"/>
                </a:lnTo>
                <a:lnTo>
                  <a:pt x="4851" y="114017"/>
                </a:lnTo>
                <a:lnTo>
                  <a:pt x="5527" y="115501"/>
                </a:lnTo>
                <a:lnTo>
                  <a:pt x="6241" y="116947"/>
                </a:lnTo>
                <a:lnTo>
                  <a:pt x="6994" y="118354"/>
                </a:lnTo>
                <a:lnTo>
                  <a:pt x="7786" y="119722"/>
                </a:lnTo>
                <a:lnTo>
                  <a:pt x="8618" y="121053"/>
                </a:lnTo>
                <a:lnTo>
                  <a:pt x="9488" y="122345"/>
                </a:lnTo>
                <a:lnTo>
                  <a:pt x="10397" y="123599"/>
                </a:lnTo>
                <a:lnTo>
                  <a:pt x="11346" y="124815"/>
                </a:lnTo>
                <a:lnTo>
                  <a:pt x="12333" y="125992"/>
                </a:lnTo>
                <a:lnTo>
                  <a:pt x="13360" y="127131"/>
                </a:lnTo>
                <a:lnTo>
                  <a:pt x="14425" y="128232"/>
                </a:lnTo>
                <a:lnTo>
                  <a:pt x="15530" y="129294"/>
                </a:lnTo>
                <a:lnTo>
                  <a:pt x="16673" y="130319"/>
                </a:lnTo>
                <a:lnTo>
                  <a:pt x="17857" y="131303"/>
                </a:lnTo>
                <a:lnTo>
                  <a:pt x="19083" y="132245"/>
                </a:lnTo>
                <a:lnTo>
                  <a:pt x="20351" y="133145"/>
                </a:lnTo>
                <a:lnTo>
                  <a:pt x="21661" y="134004"/>
                </a:lnTo>
                <a:lnTo>
                  <a:pt x="23013" y="134820"/>
                </a:lnTo>
                <a:lnTo>
                  <a:pt x="24407" y="135595"/>
                </a:lnTo>
                <a:lnTo>
                  <a:pt x="25843" y="136328"/>
                </a:lnTo>
                <a:lnTo>
                  <a:pt x="27320" y="137019"/>
                </a:lnTo>
                <a:lnTo>
                  <a:pt x="28840" y="137668"/>
                </a:lnTo>
                <a:lnTo>
                  <a:pt x="30402" y="138275"/>
                </a:lnTo>
                <a:lnTo>
                  <a:pt x="32005" y="138840"/>
                </a:lnTo>
                <a:lnTo>
                  <a:pt x="33651" y="139364"/>
                </a:lnTo>
                <a:lnTo>
                  <a:pt x="35339" y="139845"/>
                </a:lnTo>
                <a:lnTo>
                  <a:pt x="37068" y="140285"/>
                </a:lnTo>
                <a:lnTo>
                  <a:pt x="38839" y="140683"/>
                </a:lnTo>
                <a:lnTo>
                  <a:pt x="40653" y="141039"/>
                </a:lnTo>
                <a:lnTo>
                  <a:pt x="42508" y="141353"/>
                </a:lnTo>
                <a:lnTo>
                  <a:pt x="44405" y="141625"/>
                </a:lnTo>
                <a:lnTo>
                  <a:pt x="46345" y="141855"/>
                </a:lnTo>
                <a:lnTo>
                  <a:pt x="48326" y="142044"/>
                </a:lnTo>
                <a:lnTo>
                  <a:pt x="50349" y="142190"/>
                </a:lnTo>
                <a:lnTo>
                  <a:pt x="52414" y="142295"/>
                </a:lnTo>
                <a:lnTo>
                  <a:pt x="54521" y="142358"/>
                </a:lnTo>
                <a:lnTo>
                  <a:pt x="56670" y="142379"/>
                </a:lnTo>
                <a:lnTo>
                  <a:pt x="58151" y="142370"/>
                </a:lnTo>
                <a:lnTo>
                  <a:pt x="59611" y="142344"/>
                </a:lnTo>
                <a:lnTo>
                  <a:pt x="61051" y="142300"/>
                </a:lnTo>
                <a:lnTo>
                  <a:pt x="62470" y="142239"/>
                </a:lnTo>
                <a:lnTo>
                  <a:pt x="63869" y="142161"/>
                </a:lnTo>
                <a:lnTo>
                  <a:pt x="65247" y="142065"/>
                </a:lnTo>
                <a:lnTo>
                  <a:pt x="66605" y="141952"/>
                </a:lnTo>
                <a:lnTo>
                  <a:pt x="67942" y="141821"/>
                </a:lnTo>
                <a:lnTo>
                  <a:pt x="69259" y="141673"/>
                </a:lnTo>
                <a:lnTo>
                  <a:pt x="70555" y="141507"/>
                </a:lnTo>
                <a:lnTo>
                  <a:pt x="71831" y="141324"/>
                </a:lnTo>
                <a:lnTo>
                  <a:pt x="73086" y="141124"/>
                </a:lnTo>
                <a:lnTo>
                  <a:pt x="74321" y="140906"/>
                </a:lnTo>
                <a:lnTo>
                  <a:pt x="75535" y="140670"/>
                </a:lnTo>
                <a:lnTo>
                  <a:pt x="76729" y="140418"/>
                </a:lnTo>
                <a:lnTo>
                  <a:pt x="77902" y="140147"/>
                </a:lnTo>
                <a:lnTo>
                  <a:pt x="79055" y="139860"/>
                </a:lnTo>
                <a:lnTo>
                  <a:pt x="80187" y="139555"/>
                </a:lnTo>
                <a:lnTo>
                  <a:pt x="81299" y="139232"/>
                </a:lnTo>
                <a:lnTo>
                  <a:pt x="82391" y="138892"/>
                </a:lnTo>
                <a:lnTo>
                  <a:pt x="83462" y="138535"/>
                </a:lnTo>
                <a:lnTo>
                  <a:pt x="84512" y="138160"/>
                </a:lnTo>
                <a:lnTo>
                  <a:pt x="85542" y="137768"/>
                </a:lnTo>
                <a:lnTo>
                  <a:pt x="86551" y="137358"/>
                </a:lnTo>
                <a:lnTo>
                  <a:pt x="87541" y="136931"/>
                </a:lnTo>
                <a:lnTo>
                  <a:pt x="88512" y="136485"/>
                </a:lnTo>
                <a:lnTo>
                  <a:pt x="89464" y="136021"/>
                </a:lnTo>
                <a:lnTo>
                  <a:pt x="90397" y="135538"/>
                </a:lnTo>
                <a:lnTo>
                  <a:pt x="91311" y="135037"/>
                </a:lnTo>
                <a:lnTo>
                  <a:pt x="92207" y="134517"/>
                </a:lnTo>
                <a:lnTo>
                  <a:pt x="93083" y="133979"/>
                </a:lnTo>
                <a:lnTo>
                  <a:pt x="93941" y="133422"/>
                </a:lnTo>
                <a:lnTo>
                  <a:pt x="94780" y="132847"/>
                </a:lnTo>
                <a:lnTo>
                  <a:pt x="95599" y="132254"/>
                </a:lnTo>
                <a:lnTo>
                  <a:pt x="96401" y="131642"/>
                </a:lnTo>
                <a:lnTo>
                  <a:pt x="97183" y="131012"/>
                </a:lnTo>
                <a:lnTo>
                  <a:pt x="97946" y="130364"/>
                </a:lnTo>
                <a:lnTo>
                  <a:pt x="98691" y="129697"/>
                </a:lnTo>
                <a:lnTo>
                  <a:pt x="99416" y="129011"/>
                </a:lnTo>
                <a:lnTo>
                  <a:pt x="100123" y="128308"/>
                </a:lnTo>
                <a:lnTo>
                  <a:pt x="100811" y="127585"/>
                </a:lnTo>
                <a:lnTo>
                  <a:pt x="101480" y="126845"/>
                </a:lnTo>
                <a:lnTo>
                  <a:pt x="102130" y="126086"/>
                </a:lnTo>
                <a:lnTo>
                  <a:pt x="102761" y="125308"/>
                </a:lnTo>
                <a:lnTo>
                  <a:pt x="103374" y="124512"/>
                </a:lnTo>
                <a:lnTo>
                  <a:pt x="103967" y="123698"/>
                </a:lnTo>
                <a:lnTo>
                  <a:pt x="104542" y="122865"/>
                </a:lnTo>
                <a:lnTo>
                  <a:pt x="105098" y="122014"/>
                </a:lnTo>
                <a:lnTo>
                  <a:pt x="105633" y="121151"/>
                </a:lnTo>
                <a:lnTo>
                  <a:pt x="106145" y="120283"/>
                </a:lnTo>
                <a:lnTo>
                  <a:pt x="106635" y="119410"/>
                </a:lnTo>
                <a:lnTo>
                  <a:pt x="107101" y="118531"/>
                </a:lnTo>
                <a:lnTo>
                  <a:pt x="107545" y="117647"/>
                </a:lnTo>
                <a:lnTo>
                  <a:pt x="107967" y="116758"/>
                </a:lnTo>
                <a:lnTo>
                  <a:pt x="108365" y="115864"/>
                </a:lnTo>
                <a:lnTo>
                  <a:pt x="108741" y="114965"/>
                </a:lnTo>
                <a:lnTo>
                  <a:pt x="109094" y="114060"/>
                </a:lnTo>
                <a:lnTo>
                  <a:pt x="109424" y="113150"/>
                </a:lnTo>
                <a:lnTo>
                  <a:pt x="109731" y="112235"/>
                </a:lnTo>
                <a:lnTo>
                  <a:pt x="110016" y="111315"/>
                </a:lnTo>
                <a:lnTo>
                  <a:pt x="110277" y="110390"/>
                </a:lnTo>
                <a:lnTo>
                  <a:pt x="110516" y="109459"/>
                </a:lnTo>
                <a:lnTo>
                  <a:pt x="110733" y="108523"/>
                </a:lnTo>
                <a:lnTo>
                  <a:pt x="110926" y="107582"/>
                </a:lnTo>
                <a:lnTo>
                  <a:pt x="111097" y="106636"/>
                </a:lnTo>
                <a:lnTo>
                  <a:pt x="111245" y="105685"/>
                </a:lnTo>
                <a:lnTo>
                  <a:pt x="111370" y="104728"/>
                </a:lnTo>
                <a:lnTo>
                  <a:pt x="111473" y="103766"/>
                </a:lnTo>
                <a:lnTo>
                  <a:pt x="111552" y="102799"/>
                </a:lnTo>
                <a:lnTo>
                  <a:pt x="111609" y="101827"/>
                </a:lnTo>
                <a:lnTo>
                  <a:pt x="111643" y="100850"/>
                </a:lnTo>
                <a:lnTo>
                  <a:pt x="111655" y="99867"/>
                </a:lnTo>
                <a:lnTo>
                  <a:pt x="111645" y="98787"/>
                </a:lnTo>
                <a:lnTo>
                  <a:pt x="111617" y="97722"/>
                </a:lnTo>
                <a:lnTo>
                  <a:pt x="111569" y="96671"/>
                </a:lnTo>
                <a:lnTo>
                  <a:pt x="111503" y="95634"/>
                </a:lnTo>
                <a:lnTo>
                  <a:pt x="111417" y="94612"/>
                </a:lnTo>
                <a:lnTo>
                  <a:pt x="111312" y="93605"/>
                </a:lnTo>
                <a:lnTo>
                  <a:pt x="111189" y="92612"/>
                </a:lnTo>
                <a:lnTo>
                  <a:pt x="111046" y="91634"/>
                </a:lnTo>
                <a:lnTo>
                  <a:pt x="110884" y="90670"/>
                </a:lnTo>
                <a:lnTo>
                  <a:pt x="110703" y="89721"/>
                </a:lnTo>
                <a:lnTo>
                  <a:pt x="110504" y="88786"/>
                </a:lnTo>
                <a:lnTo>
                  <a:pt x="110285" y="87866"/>
                </a:lnTo>
                <a:lnTo>
                  <a:pt x="110047" y="86960"/>
                </a:lnTo>
                <a:lnTo>
                  <a:pt x="109790" y="86068"/>
                </a:lnTo>
                <a:lnTo>
                  <a:pt x="109514" y="85192"/>
                </a:lnTo>
                <a:lnTo>
                  <a:pt x="109219" y="84329"/>
                </a:lnTo>
                <a:lnTo>
                  <a:pt x="108905" y="83482"/>
                </a:lnTo>
                <a:lnTo>
                  <a:pt x="108572" y="82649"/>
                </a:lnTo>
                <a:lnTo>
                  <a:pt x="108220" y="81830"/>
                </a:lnTo>
                <a:lnTo>
                  <a:pt x="107849" y="81026"/>
                </a:lnTo>
                <a:lnTo>
                  <a:pt x="107459" y="80236"/>
                </a:lnTo>
                <a:lnTo>
                  <a:pt x="107050" y="79461"/>
                </a:lnTo>
                <a:lnTo>
                  <a:pt x="106622" y="78700"/>
                </a:lnTo>
                <a:lnTo>
                  <a:pt x="106175" y="77954"/>
                </a:lnTo>
                <a:lnTo>
                  <a:pt x="105711" y="77221"/>
                </a:lnTo>
                <a:lnTo>
                  <a:pt x="105233" y="76502"/>
                </a:lnTo>
                <a:lnTo>
                  <a:pt x="104739" y="75795"/>
                </a:lnTo>
                <a:lnTo>
                  <a:pt x="104231" y="75102"/>
                </a:lnTo>
                <a:lnTo>
                  <a:pt x="103709" y="74421"/>
                </a:lnTo>
                <a:lnTo>
                  <a:pt x="103172" y="73754"/>
                </a:lnTo>
                <a:lnTo>
                  <a:pt x="102620" y="73100"/>
                </a:lnTo>
                <a:lnTo>
                  <a:pt x="102054" y="72458"/>
                </a:lnTo>
                <a:lnTo>
                  <a:pt x="101473" y="71830"/>
                </a:lnTo>
                <a:lnTo>
                  <a:pt x="100877" y="71215"/>
                </a:lnTo>
                <a:lnTo>
                  <a:pt x="100267" y="70613"/>
                </a:lnTo>
                <a:lnTo>
                  <a:pt x="99642" y="70024"/>
                </a:lnTo>
                <a:lnTo>
                  <a:pt x="99002" y="69447"/>
                </a:lnTo>
                <a:lnTo>
                  <a:pt x="98348" y="68884"/>
                </a:lnTo>
                <a:lnTo>
                  <a:pt x="97679" y="68334"/>
                </a:lnTo>
                <a:lnTo>
                  <a:pt x="96995" y="67797"/>
                </a:lnTo>
                <a:lnTo>
                  <a:pt x="96297" y="67273"/>
                </a:lnTo>
                <a:lnTo>
                  <a:pt x="95585" y="66762"/>
                </a:lnTo>
                <a:lnTo>
                  <a:pt x="94857" y="66265"/>
                </a:lnTo>
                <a:lnTo>
                  <a:pt x="94115" y="65780"/>
                </a:lnTo>
                <a:lnTo>
                  <a:pt x="93358" y="65308"/>
                </a:lnTo>
                <a:lnTo>
                  <a:pt x="92587" y="64849"/>
                </a:lnTo>
                <a:lnTo>
                  <a:pt x="91801" y="64404"/>
                </a:lnTo>
                <a:lnTo>
                  <a:pt x="91001" y="63971"/>
                </a:lnTo>
                <a:lnTo>
                  <a:pt x="90174" y="63545"/>
                </a:lnTo>
                <a:lnTo>
                  <a:pt x="89312" y="63120"/>
                </a:lnTo>
                <a:lnTo>
                  <a:pt x="88412" y="62697"/>
                </a:lnTo>
                <a:lnTo>
                  <a:pt x="87476" y="62274"/>
                </a:lnTo>
                <a:lnTo>
                  <a:pt x="86504" y="61853"/>
                </a:lnTo>
                <a:lnTo>
                  <a:pt x="85494" y="61433"/>
                </a:lnTo>
                <a:lnTo>
                  <a:pt x="84449" y="61014"/>
                </a:lnTo>
                <a:lnTo>
                  <a:pt x="83366" y="60596"/>
                </a:lnTo>
                <a:lnTo>
                  <a:pt x="82247" y="60180"/>
                </a:lnTo>
                <a:lnTo>
                  <a:pt x="81092" y="59764"/>
                </a:lnTo>
                <a:lnTo>
                  <a:pt x="79900" y="59350"/>
                </a:lnTo>
                <a:lnTo>
                  <a:pt x="78671" y="58937"/>
                </a:lnTo>
                <a:lnTo>
                  <a:pt x="77406" y="58525"/>
                </a:lnTo>
                <a:lnTo>
                  <a:pt x="76104" y="58114"/>
                </a:lnTo>
                <a:lnTo>
                  <a:pt x="74766" y="57704"/>
                </a:lnTo>
                <a:lnTo>
                  <a:pt x="73391" y="57296"/>
                </a:lnTo>
                <a:lnTo>
                  <a:pt x="71979" y="56888"/>
                </a:lnTo>
                <a:lnTo>
                  <a:pt x="70531" y="56482"/>
                </a:lnTo>
                <a:lnTo>
                  <a:pt x="69046" y="56077"/>
                </a:lnTo>
                <a:lnTo>
                  <a:pt x="67524" y="55673"/>
                </a:lnTo>
                <a:lnTo>
                  <a:pt x="65966" y="55270"/>
                </a:lnTo>
                <a:lnTo>
                  <a:pt x="64372" y="54868"/>
                </a:lnTo>
                <a:lnTo>
                  <a:pt x="62741" y="54468"/>
                </a:lnTo>
                <a:lnTo>
                  <a:pt x="61073" y="54068"/>
                </a:lnTo>
                <a:lnTo>
                  <a:pt x="59413" y="53670"/>
                </a:lnTo>
                <a:lnTo>
                  <a:pt x="57805" y="53273"/>
                </a:lnTo>
                <a:lnTo>
                  <a:pt x="56249" y="52878"/>
                </a:lnTo>
                <a:lnTo>
                  <a:pt x="54745" y="52483"/>
                </a:lnTo>
                <a:lnTo>
                  <a:pt x="53293" y="52091"/>
                </a:lnTo>
                <a:lnTo>
                  <a:pt x="51893" y="51699"/>
                </a:lnTo>
                <a:lnTo>
                  <a:pt x="50545" y="51309"/>
                </a:lnTo>
                <a:lnTo>
                  <a:pt x="49250" y="50920"/>
                </a:lnTo>
                <a:lnTo>
                  <a:pt x="48006" y="50532"/>
                </a:lnTo>
                <a:lnTo>
                  <a:pt x="46814" y="50146"/>
                </a:lnTo>
                <a:lnTo>
                  <a:pt x="45675" y="49761"/>
                </a:lnTo>
                <a:lnTo>
                  <a:pt x="44587" y="49377"/>
                </a:lnTo>
                <a:lnTo>
                  <a:pt x="43551" y="48995"/>
                </a:lnTo>
                <a:lnTo>
                  <a:pt x="42568" y="48614"/>
                </a:lnTo>
                <a:lnTo>
                  <a:pt x="41636" y="48234"/>
                </a:lnTo>
                <a:lnTo>
                  <a:pt x="40757" y="47856"/>
                </a:lnTo>
                <a:lnTo>
                  <a:pt x="39929" y="47479"/>
                </a:lnTo>
                <a:lnTo>
                  <a:pt x="39154" y="47103"/>
                </a:lnTo>
                <a:lnTo>
                  <a:pt x="38431" y="46729"/>
                </a:lnTo>
                <a:lnTo>
                  <a:pt x="37759" y="46356"/>
                </a:lnTo>
                <a:lnTo>
                  <a:pt x="37140" y="45984"/>
                </a:lnTo>
                <a:lnTo>
                  <a:pt x="36573" y="45614"/>
                </a:lnTo>
                <a:lnTo>
                  <a:pt x="36058" y="45245"/>
                </a:lnTo>
                <a:lnTo>
                  <a:pt x="35595" y="44877"/>
                </a:lnTo>
                <a:lnTo>
                  <a:pt x="35258" y="44586"/>
                </a:lnTo>
                <a:lnTo>
                  <a:pt x="34936" y="44289"/>
                </a:lnTo>
                <a:lnTo>
                  <a:pt x="34629" y="43988"/>
                </a:lnTo>
                <a:lnTo>
                  <a:pt x="34335" y="43682"/>
                </a:lnTo>
                <a:lnTo>
                  <a:pt x="34056" y="43372"/>
                </a:lnTo>
                <a:lnTo>
                  <a:pt x="33791" y="43056"/>
                </a:lnTo>
                <a:lnTo>
                  <a:pt x="33541" y="42735"/>
                </a:lnTo>
                <a:lnTo>
                  <a:pt x="33305" y="42410"/>
                </a:lnTo>
                <a:lnTo>
                  <a:pt x="33083" y="42079"/>
                </a:lnTo>
                <a:lnTo>
                  <a:pt x="32876" y="41744"/>
                </a:lnTo>
                <a:lnTo>
                  <a:pt x="32682" y="41404"/>
                </a:lnTo>
                <a:lnTo>
                  <a:pt x="32504" y="41059"/>
                </a:lnTo>
                <a:lnTo>
                  <a:pt x="32339" y="40709"/>
                </a:lnTo>
                <a:lnTo>
                  <a:pt x="32189" y="40354"/>
                </a:lnTo>
                <a:lnTo>
                  <a:pt x="32053" y="39995"/>
                </a:lnTo>
                <a:lnTo>
                  <a:pt x="31931" y="39630"/>
                </a:lnTo>
                <a:lnTo>
                  <a:pt x="31824" y="39260"/>
                </a:lnTo>
                <a:lnTo>
                  <a:pt x="31731" y="38886"/>
                </a:lnTo>
                <a:lnTo>
                  <a:pt x="31652" y="38507"/>
                </a:lnTo>
                <a:lnTo>
                  <a:pt x="31588" y="38123"/>
                </a:lnTo>
                <a:lnTo>
                  <a:pt x="31538" y="37734"/>
                </a:lnTo>
                <a:lnTo>
                  <a:pt x="31502" y="37340"/>
                </a:lnTo>
                <a:lnTo>
                  <a:pt x="31480" y="36941"/>
                </a:lnTo>
                <a:lnTo>
                  <a:pt x="31473" y="36537"/>
                </a:lnTo>
                <a:lnTo>
                  <a:pt x="31481" y="36096"/>
                </a:lnTo>
                <a:lnTo>
                  <a:pt x="31504" y="35662"/>
                </a:lnTo>
                <a:lnTo>
                  <a:pt x="31542" y="35235"/>
                </a:lnTo>
                <a:lnTo>
                  <a:pt x="31595" y="34816"/>
                </a:lnTo>
                <a:lnTo>
                  <a:pt x="31664" y="34405"/>
                </a:lnTo>
                <a:lnTo>
                  <a:pt x="31748" y="34001"/>
                </a:lnTo>
                <a:lnTo>
                  <a:pt x="31848" y="33604"/>
                </a:lnTo>
                <a:lnTo>
                  <a:pt x="31962" y="33215"/>
                </a:lnTo>
                <a:lnTo>
                  <a:pt x="32092" y="32834"/>
                </a:lnTo>
                <a:lnTo>
                  <a:pt x="32237" y="32460"/>
                </a:lnTo>
                <a:lnTo>
                  <a:pt x="32398" y="32093"/>
                </a:lnTo>
                <a:lnTo>
                  <a:pt x="32574" y="31734"/>
                </a:lnTo>
                <a:lnTo>
                  <a:pt x="32765" y="31383"/>
                </a:lnTo>
                <a:lnTo>
                  <a:pt x="32971" y="31039"/>
                </a:lnTo>
                <a:lnTo>
                  <a:pt x="33193" y="30702"/>
                </a:lnTo>
                <a:lnTo>
                  <a:pt x="33430" y="30373"/>
                </a:lnTo>
                <a:lnTo>
                  <a:pt x="33682" y="30052"/>
                </a:lnTo>
                <a:lnTo>
                  <a:pt x="33950" y="29738"/>
                </a:lnTo>
                <a:lnTo>
                  <a:pt x="34232" y="29431"/>
                </a:lnTo>
                <a:lnTo>
                  <a:pt x="34530" y="29132"/>
                </a:lnTo>
                <a:lnTo>
                  <a:pt x="34844" y="28840"/>
                </a:lnTo>
                <a:lnTo>
                  <a:pt x="35172" y="28556"/>
                </a:lnTo>
                <a:lnTo>
                  <a:pt x="35516" y="28279"/>
                </a:lnTo>
                <a:lnTo>
                  <a:pt x="35876" y="28010"/>
                </a:lnTo>
                <a:lnTo>
                  <a:pt x="36455" y="27605"/>
                </a:lnTo>
                <a:lnTo>
                  <a:pt x="37052" y="27217"/>
                </a:lnTo>
                <a:lnTo>
                  <a:pt x="37667" y="26846"/>
                </a:lnTo>
                <a:lnTo>
                  <a:pt x="38301" y="26492"/>
                </a:lnTo>
                <a:lnTo>
                  <a:pt x="38952" y="26156"/>
                </a:lnTo>
                <a:lnTo>
                  <a:pt x="39622" y="25837"/>
                </a:lnTo>
                <a:lnTo>
                  <a:pt x="40311" y="25535"/>
                </a:lnTo>
                <a:lnTo>
                  <a:pt x="41017" y="25251"/>
                </a:lnTo>
                <a:lnTo>
                  <a:pt x="41742" y="24983"/>
                </a:lnTo>
                <a:lnTo>
                  <a:pt x="42485" y="24733"/>
                </a:lnTo>
                <a:lnTo>
                  <a:pt x="43246" y="24500"/>
                </a:lnTo>
                <a:lnTo>
                  <a:pt x="44025" y="24285"/>
                </a:lnTo>
                <a:lnTo>
                  <a:pt x="44822" y="24086"/>
                </a:lnTo>
                <a:lnTo>
                  <a:pt x="45638" y="23905"/>
                </a:lnTo>
                <a:lnTo>
                  <a:pt x="46472" y="23741"/>
                </a:lnTo>
                <a:lnTo>
                  <a:pt x="47324" y="23595"/>
                </a:lnTo>
                <a:lnTo>
                  <a:pt x="48195" y="23465"/>
                </a:lnTo>
                <a:lnTo>
                  <a:pt x="49083" y="23353"/>
                </a:lnTo>
                <a:lnTo>
                  <a:pt x="49990" y="23258"/>
                </a:lnTo>
                <a:lnTo>
                  <a:pt x="50915" y="23181"/>
                </a:lnTo>
                <a:lnTo>
                  <a:pt x="51858" y="23120"/>
                </a:lnTo>
                <a:lnTo>
                  <a:pt x="52820" y="23077"/>
                </a:lnTo>
                <a:lnTo>
                  <a:pt x="53799" y="23051"/>
                </a:lnTo>
                <a:lnTo>
                  <a:pt x="54797" y="23043"/>
                </a:lnTo>
                <a:lnTo>
                  <a:pt x="55763" y="23051"/>
                </a:lnTo>
                <a:lnTo>
                  <a:pt x="56708" y="23075"/>
                </a:lnTo>
                <a:lnTo>
                  <a:pt x="57633" y="23115"/>
                </a:lnTo>
                <a:lnTo>
                  <a:pt x="58537" y="23172"/>
                </a:lnTo>
                <a:lnTo>
                  <a:pt x="59422" y="23244"/>
                </a:lnTo>
                <a:lnTo>
                  <a:pt x="60286" y="23333"/>
                </a:lnTo>
                <a:lnTo>
                  <a:pt x="61129" y="23437"/>
                </a:lnTo>
                <a:lnTo>
                  <a:pt x="61952" y="23558"/>
                </a:lnTo>
                <a:lnTo>
                  <a:pt x="62755" y="23695"/>
                </a:lnTo>
                <a:lnTo>
                  <a:pt x="63538" y="23848"/>
                </a:lnTo>
                <a:lnTo>
                  <a:pt x="64300" y="24017"/>
                </a:lnTo>
                <a:lnTo>
                  <a:pt x="65042" y="24202"/>
                </a:lnTo>
                <a:lnTo>
                  <a:pt x="65764" y="24403"/>
                </a:lnTo>
                <a:lnTo>
                  <a:pt x="66465" y="24621"/>
                </a:lnTo>
                <a:lnTo>
                  <a:pt x="67146" y="24854"/>
                </a:lnTo>
                <a:lnTo>
                  <a:pt x="67807" y="25104"/>
                </a:lnTo>
                <a:lnTo>
                  <a:pt x="68447" y="25369"/>
                </a:lnTo>
                <a:lnTo>
                  <a:pt x="69067" y="25651"/>
                </a:lnTo>
                <a:lnTo>
                  <a:pt x="69667" y="25949"/>
                </a:lnTo>
                <a:lnTo>
                  <a:pt x="70246" y="26263"/>
                </a:lnTo>
                <a:lnTo>
                  <a:pt x="70805" y="26593"/>
                </a:lnTo>
                <a:lnTo>
                  <a:pt x="71344" y="26939"/>
                </a:lnTo>
                <a:lnTo>
                  <a:pt x="71862" y="27301"/>
                </a:lnTo>
                <a:lnTo>
                  <a:pt x="72360" y="27680"/>
                </a:lnTo>
                <a:lnTo>
                  <a:pt x="72841" y="28076"/>
                </a:lnTo>
                <a:lnTo>
                  <a:pt x="73308" y="28494"/>
                </a:lnTo>
                <a:lnTo>
                  <a:pt x="73760" y="28932"/>
                </a:lnTo>
                <a:lnTo>
                  <a:pt x="74198" y="29390"/>
                </a:lnTo>
                <a:lnTo>
                  <a:pt x="74623" y="29870"/>
                </a:lnTo>
                <a:lnTo>
                  <a:pt x="75033" y="30370"/>
                </a:lnTo>
                <a:lnTo>
                  <a:pt x="75429" y="30890"/>
                </a:lnTo>
                <a:lnTo>
                  <a:pt x="75810" y="31432"/>
                </a:lnTo>
                <a:lnTo>
                  <a:pt x="76178" y="31993"/>
                </a:lnTo>
                <a:lnTo>
                  <a:pt x="76531" y="32576"/>
                </a:lnTo>
                <a:lnTo>
                  <a:pt x="76871" y="33179"/>
                </a:lnTo>
                <a:lnTo>
                  <a:pt x="77196" y="33803"/>
                </a:lnTo>
                <a:lnTo>
                  <a:pt x="77507" y="34448"/>
                </a:lnTo>
                <a:lnTo>
                  <a:pt x="77804" y="35113"/>
                </a:lnTo>
                <a:lnTo>
                  <a:pt x="78086" y="35799"/>
                </a:lnTo>
                <a:lnTo>
                  <a:pt x="78355" y="36505"/>
                </a:lnTo>
                <a:lnTo>
                  <a:pt x="78609" y="37232"/>
                </a:lnTo>
                <a:lnTo>
                  <a:pt x="78850" y="37980"/>
                </a:lnTo>
                <a:lnTo>
                  <a:pt x="79076" y="38749"/>
                </a:lnTo>
                <a:lnTo>
                  <a:pt x="79288" y="39538"/>
                </a:lnTo>
                <a:lnTo>
                  <a:pt x="79486" y="40348"/>
                </a:lnTo>
                <a:lnTo>
                  <a:pt x="79669" y="41178"/>
                </a:lnTo>
                <a:lnTo>
                  <a:pt x="79839" y="42029"/>
                </a:lnTo>
                <a:lnTo>
                  <a:pt x="79994" y="42901"/>
                </a:lnTo>
                <a:lnTo>
                  <a:pt x="107721" y="41777"/>
                </a:lnTo>
                <a:lnTo>
                  <a:pt x="107644" y="40206"/>
                </a:lnTo>
                <a:lnTo>
                  <a:pt x="107525" y="38662"/>
                </a:lnTo>
                <a:lnTo>
                  <a:pt x="107363" y="37144"/>
                </a:lnTo>
                <a:lnTo>
                  <a:pt x="107157" y="35653"/>
                </a:lnTo>
                <a:lnTo>
                  <a:pt x="106909" y="34188"/>
                </a:lnTo>
                <a:lnTo>
                  <a:pt x="106617" y="32750"/>
                </a:lnTo>
                <a:lnTo>
                  <a:pt x="106282" y="31338"/>
                </a:lnTo>
                <a:lnTo>
                  <a:pt x="105904" y="29953"/>
                </a:lnTo>
                <a:lnTo>
                  <a:pt x="105484" y="28594"/>
                </a:lnTo>
                <a:lnTo>
                  <a:pt x="105020" y="27262"/>
                </a:lnTo>
                <a:lnTo>
                  <a:pt x="104512" y="25956"/>
                </a:lnTo>
                <a:lnTo>
                  <a:pt x="103962" y="24676"/>
                </a:lnTo>
                <a:lnTo>
                  <a:pt x="103369" y="23423"/>
                </a:lnTo>
                <a:lnTo>
                  <a:pt x="102732" y="22197"/>
                </a:lnTo>
                <a:lnTo>
                  <a:pt x="102053" y="20997"/>
                </a:lnTo>
                <a:lnTo>
                  <a:pt x="101330" y="19823"/>
                </a:lnTo>
                <a:lnTo>
                  <a:pt x="100565" y="18676"/>
                </a:lnTo>
                <a:lnTo>
                  <a:pt x="99756" y="17555"/>
                </a:lnTo>
                <a:lnTo>
                  <a:pt x="98904" y="16461"/>
                </a:lnTo>
                <a:lnTo>
                  <a:pt x="98009" y="15393"/>
                </a:lnTo>
                <a:lnTo>
                  <a:pt x="97071" y="14352"/>
                </a:lnTo>
                <a:lnTo>
                  <a:pt x="96090" y="13337"/>
                </a:lnTo>
                <a:lnTo>
                  <a:pt x="95065" y="12349"/>
                </a:lnTo>
                <a:lnTo>
                  <a:pt x="93998" y="11387"/>
                </a:lnTo>
                <a:lnTo>
                  <a:pt x="92887" y="10458"/>
                </a:lnTo>
                <a:lnTo>
                  <a:pt x="91731" y="9568"/>
                </a:lnTo>
                <a:lnTo>
                  <a:pt x="90531" y="8718"/>
                </a:lnTo>
                <a:lnTo>
                  <a:pt x="89287" y="7907"/>
                </a:lnTo>
                <a:lnTo>
                  <a:pt x="87998" y="7136"/>
                </a:lnTo>
                <a:lnTo>
                  <a:pt x="86665" y="6405"/>
                </a:lnTo>
                <a:lnTo>
                  <a:pt x="85288" y="5713"/>
                </a:lnTo>
                <a:lnTo>
                  <a:pt x="83866" y="5061"/>
                </a:lnTo>
                <a:lnTo>
                  <a:pt x="82400" y="4448"/>
                </a:lnTo>
                <a:lnTo>
                  <a:pt x="80889" y="3875"/>
                </a:lnTo>
                <a:lnTo>
                  <a:pt x="79334" y="3341"/>
                </a:lnTo>
                <a:lnTo>
                  <a:pt x="77735" y="2847"/>
                </a:lnTo>
                <a:lnTo>
                  <a:pt x="76091" y="2392"/>
                </a:lnTo>
                <a:lnTo>
                  <a:pt x="74402" y="1977"/>
                </a:lnTo>
                <a:lnTo>
                  <a:pt x="72670" y="1601"/>
                </a:lnTo>
                <a:lnTo>
                  <a:pt x="70893" y="1265"/>
                </a:lnTo>
                <a:lnTo>
                  <a:pt x="69071" y="969"/>
                </a:lnTo>
                <a:lnTo>
                  <a:pt x="67205" y="712"/>
                </a:lnTo>
                <a:lnTo>
                  <a:pt x="65295" y="494"/>
                </a:lnTo>
                <a:lnTo>
                  <a:pt x="63341" y="316"/>
                </a:lnTo>
                <a:lnTo>
                  <a:pt x="61341" y="178"/>
                </a:lnTo>
                <a:lnTo>
                  <a:pt x="59298" y="79"/>
                </a:lnTo>
                <a:lnTo>
                  <a:pt x="57210" y="20"/>
                </a:lnTo>
                <a:lnTo>
                  <a:pt x="55078" y="0"/>
                </a:lnTo>
                <a:lnTo>
                  <a:pt x="53767" y="8"/>
                </a:lnTo>
                <a:lnTo>
                  <a:pt x="52472" y="33"/>
                </a:lnTo>
                <a:lnTo>
                  <a:pt x="51193" y="75"/>
                </a:lnTo>
                <a:lnTo>
                  <a:pt x="49930" y="133"/>
                </a:lnTo>
                <a:lnTo>
                  <a:pt x="48683" y="208"/>
                </a:lnTo>
                <a:lnTo>
                  <a:pt x="47453" y="299"/>
                </a:lnTo>
                <a:lnTo>
                  <a:pt x="46238" y="407"/>
                </a:lnTo>
                <a:lnTo>
                  <a:pt x="45040" y="532"/>
                </a:lnTo>
                <a:lnTo>
                  <a:pt x="43857" y="673"/>
                </a:lnTo>
                <a:lnTo>
                  <a:pt x="42691" y="831"/>
                </a:lnTo>
                <a:lnTo>
                  <a:pt x="41541" y="1006"/>
                </a:lnTo>
                <a:lnTo>
                  <a:pt x="40407" y="1197"/>
                </a:lnTo>
                <a:lnTo>
                  <a:pt x="39289" y="1405"/>
                </a:lnTo>
                <a:lnTo>
                  <a:pt x="38187" y="1630"/>
                </a:lnTo>
                <a:lnTo>
                  <a:pt x="37101" y="1871"/>
                </a:lnTo>
                <a:lnTo>
                  <a:pt x="36032" y="2128"/>
                </a:lnTo>
                <a:lnTo>
                  <a:pt x="34978" y="2403"/>
                </a:lnTo>
                <a:lnTo>
                  <a:pt x="33941" y="2694"/>
                </a:lnTo>
                <a:lnTo>
                  <a:pt x="32919" y="3001"/>
                </a:lnTo>
                <a:lnTo>
                  <a:pt x="31914" y="3326"/>
                </a:lnTo>
                <a:lnTo>
                  <a:pt x="30925" y="3666"/>
                </a:lnTo>
                <a:lnTo>
                  <a:pt x="29952" y="4024"/>
                </a:lnTo>
                <a:lnTo>
                  <a:pt x="28995" y="4398"/>
                </a:lnTo>
                <a:lnTo>
                  <a:pt x="28054" y="4789"/>
                </a:lnTo>
                <a:lnTo>
                  <a:pt x="27131" y="5195"/>
                </a:lnTo>
                <a:lnTo>
                  <a:pt x="26225" y="5617"/>
                </a:lnTo>
                <a:lnTo>
                  <a:pt x="25338" y="6054"/>
                </a:lnTo>
                <a:lnTo>
                  <a:pt x="24469" y="6506"/>
                </a:lnTo>
                <a:lnTo>
                  <a:pt x="23618" y="6973"/>
                </a:lnTo>
                <a:lnTo>
                  <a:pt x="22785" y="7455"/>
                </a:lnTo>
                <a:lnTo>
                  <a:pt x="21971" y="7952"/>
                </a:lnTo>
                <a:lnTo>
                  <a:pt x="21175" y="8465"/>
                </a:lnTo>
                <a:lnTo>
                  <a:pt x="20397" y="8993"/>
                </a:lnTo>
                <a:lnTo>
                  <a:pt x="19637" y="9535"/>
                </a:lnTo>
                <a:lnTo>
                  <a:pt x="18895" y="10093"/>
                </a:lnTo>
                <a:lnTo>
                  <a:pt x="18172" y="10667"/>
                </a:lnTo>
                <a:lnTo>
                  <a:pt x="17467" y="11255"/>
                </a:lnTo>
                <a:lnTo>
                  <a:pt x="16780" y="11859"/>
                </a:lnTo>
                <a:lnTo>
                  <a:pt x="16111" y="12477"/>
                </a:lnTo>
                <a:lnTo>
                  <a:pt x="15461" y="13111"/>
                </a:lnTo>
                <a:lnTo>
                  <a:pt x="14829" y="13760"/>
                </a:lnTo>
                <a:lnTo>
                  <a:pt x="14214" y="14424"/>
                </a:lnTo>
                <a:lnTo>
                  <a:pt x="13619" y="15104"/>
                </a:lnTo>
                <a:lnTo>
                  <a:pt x="13041" y="15798"/>
                </a:lnTo>
                <a:lnTo>
                  <a:pt x="12482" y="16508"/>
                </a:lnTo>
                <a:lnTo>
                  <a:pt x="11940" y="17233"/>
                </a:lnTo>
                <a:lnTo>
                  <a:pt x="11417" y="17973"/>
                </a:lnTo>
                <a:lnTo>
                  <a:pt x="10913" y="18728"/>
                </a:lnTo>
                <a:lnTo>
                  <a:pt x="10427" y="19493"/>
                </a:lnTo>
                <a:lnTo>
                  <a:pt x="9963" y="20263"/>
                </a:lnTo>
                <a:lnTo>
                  <a:pt x="9518" y="21037"/>
                </a:lnTo>
                <a:lnTo>
                  <a:pt x="9095" y="21816"/>
                </a:lnTo>
                <a:lnTo>
                  <a:pt x="8692" y="22600"/>
                </a:lnTo>
                <a:lnTo>
                  <a:pt x="8310" y="23388"/>
                </a:lnTo>
                <a:lnTo>
                  <a:pt x="7949" y="24182"/>
                </a:lnTo>
                <a:lnTo>
                  <a:pt x="7608" y="24980"/>
                </a:lnTo>
                <a:lnTo>
                  <a:pt x="7288" y="25782"/>
                </a:lnTo>
                <a:lnTo>
                  <a:pt x="6989" y="26590"/>
                </a:lnTo>
                <a:lnTo>
                  <a:pt x="6710" y="27402"/>
                </a:lnTo>
                <a:lnTo>
                  <a:pt x="6452" y="28219"/>
                </a:lnTo>
                <a:lnTo>
                  <a:pt x="6214" y="29040"/>
                </a:lnTo>
                <a:lnTo>
                  <a:pt x="5997" y="29867"/>
                </a:lnTo>
                <a:lnTo>
                  <a:pt x="5801" y="30698"/>
                </a:lnTo>
                <a:lnTo>
                  <a:pt x="5625" y="31534"/>
                </a:lnTo>
                <a:lnTo>
                  <a:pt x="5471" y="32374"/>
                </a:lnTo>
                <a:lnTo>
                  <a:pt x="5336" y="33219"/>
                </a:lnTo>
                <a:lnTo>
                  <a:pt x="5223" y="34069"/>
                </a:lnTo>
                <a:lnTo>
                  <a:pt x="5130" y="34924"/>
                </a:lnTo>
                <a:lnTo>
                  <a:pt x="5057" y="35783"/>
                </a:lnTo>
                <a:lnTo>
                  <a:pt x="5006" y="36648"/>
                </a:lnTo>
                <a:lnTo>
                  <a:pt x="4975" y="37517"/>
                </a:lnTo>
                <a:lnTo>
                  <a:pt x="4965" y="38390"/>
                </a:lnTo>
                <a:lnTo>
                  <a:pt x="4986" y="39742"/>
                </a:lnTo>
                <a:lnTo>
                  <a:pt x="5052" y="41077"/>
                </a:lnTo>
                <a:lnTo>
                  <a:pt x="5162" y="42395"/>
                </a:lnTo>
                <a:lnTo>
                  <a:pt x="5316" y="43696"/>
                </a:lnTo>
                <a:lnTo>
                  <a:pt x="5513" y="44979"/>
                </a:lnTo>
                <a:lnTo>
                  <a:pt x="5755" y="46245"/>
                </a:lnTo>
                <a:lnTo>
                  <a:pt x="6040" y="47493"/>
                </a:lnTo>
                <a:lnTo>
                  <a:pt x="6370" y="48725"/>
                </a:lnTo>
                <a:lnTo>
                  <a:pt x="6743" y="49939"/>
                </a:lnTo>
                <a:lnTo>
                  <a:pt x="7160" y="51136"/>
                </a:lnTo>
                <a:lnTo>
                  <a:pt x="7621" y="52315"/>
                </a:lnTo>
                <a:lnTo>
                  <a:pt x="8126" y="53478"/>
                </a:lnTo>
                <a:lnTo>
                  <a:pt x="8675" y="54623"/>
                </a:lnTo>
                <a:lnTo>
                  <a:pt x="9267" y="55750"/>
                </a:lnTo>
                <a:lnTo>
                  <a:pt x="9904" y="56861"/>
                </a:lnTo>
                <a:lnTo>
                  <a:pt x="10585" y="57954"/>
                </a:lnTo>
                <a:lnTo>
                  <a:pt x="11309" y="59030"/>
                </a:lnTo>
                <a:lnTo>
                  <a:pt x="12078" y="60089"/>
                </a:lnTo>
                <a:lnTo>
                  <a:pt x="12890" y="61130"/>
                </a:lnTo>
                <a:lnTo>
                  <a:pt x="13746" y="62154"/>
                </a:lnTo>
                <a:lnTo>
                  <a:pt x="14646" y="63161"/>
                </a:lnTo>
                <a:lnTo>
                  <a:pt x="15590" y="64151"/>
                </a:lnTo>
                <a:lnTo>
                  <a:pt x="16578" y="65123"/>
                </a:lnTo>
                <a:lnTo>
                  <a:pt x="17610" y="66078"/>
                </a:lnTo>
                <a:lnTo>
                  <a:pt x="18382" y="66747"/>
                </a:lnTo>
                <a:lnTo>
                  <a:pt x="19201" y="67406"/>
                </a:lnTo>
                <a:lnTo>
                  <a:pt x="20066" y="68057"/>
                </a:lnTo>
                <a:lnTo>
                  <a:pt x="20977" y="68699"/>
                </a:lnTo>
                <a:lnTo>
                  <a:pt x="21934" y="69332"/>
                </a:lnTo>
                <a:lnTo>
                  <a:pt x="22937" y="69957"/>
                </a:lnTo>
                <a:lnTo>
                  <a:pt x="23987" y="70572"/>
                </a:lnTo>
                <a:lnTo>
                  <a:pt x="25083" y="71179"/>
                </a:lnTo>
                <a:lnTo>
                  <a:pt x="26225" y="71777"/>
                </a:lnTo>
                <a:lnTo>
                  <a:pt x="27413" y="72366"/>
                </a:lnTo>
                <a:lnTo>
                  <a:pt x="28647" y="72946"/>
                </a:lnTo>
                <a:lnTo>
                  <a:pt x="29928" y="73518"/>
                </a:lnTo>
                <a:lnTo>
                  <a:pt x="31254" y="74081"/>
                </a:lnTo>
                <a:lnTo>
                  <a:pt x="32627" y="74635"/>
                </a:lnTo>
                <a:lnTo>
                  <a:pt x="34046" y="75180"/>
                </a:lnTo>
                <a:lnTo>
                  <a:pt x="35511" y="75716"/>
                </a:lnTo>
                <a:lnTo>
                  <a:pt x="37023" y="76244"/>
                </a:lnTo>
                <a:lnTo>
                  <a:pt x="38580" y="76762"/>
                </a:lnTo>
                <a:lnTo>
                  <a:pt x="40184" y="77272"/>
                </a:lnTo>
                <a:lnTo>
                  <a:pt x="41834" y="77773"/>
                </a:lnTo>
                <a:lnTo>
                  <a:pt x="43530" y="78266"/>
                </a:lnTo>
                <a:lnTo>
                  <a:pt x="45273" y="78749"/>
                </a:lnTo>
                <a:lnTo>
                  <a:pt x="47061" y="79224"/>
                </a:lnTo>
                <a:lnTo>
                  <a:pt x="48896" y="79690"/>
                </a:lnTo>
                <a:lnTo>
                  <a:pt x="50318" y="80045"/>
                </a:lnTo>
                <a:lnTo>
                  <a:pt x="51697" y="80391"/>
                </a:lnTo>
                <a:lnTo>
                  <a:pt x="53033" y="80728"/>
                </a:lnTo>
                <a:lnTo>
                  <a:pt x="54326" y="81056"/>
                </a:lnTo>
                <a:lnTo>
                  <a:pt x="55575" y="81375"/>
                </a:lnTo>
                <a:lnTo>
                  <a:pt x="56782" y="81684"/>
                </a:lnTo>
                <a:lnTo>
                  <a:pt x="57945" y="81985"/>
                </a:lnTo>
                <a:lnTo>
                  <a:pt x="59064" y="82276"/>
                </a:lnTo>
                <a:lnTo>
                  <a:pt x="60141" y="82558"/>
                </a:lnTo>
                <a:lnTo>
                  <a:pt x="61174" y="82832"/>
                </a:lnTo>
                <a:lnTo>
                  <a:pt x="62164" y="83095"/>
                </a:lnTo>
                <a:lnTo>
                  <a:pt x="63110" y="83350"/>
                </a:lnTo>
                <a:lnTo>
                  <a:pt x="64014" y="83596"/>
                </a:lnTo>
                <a:lnTo>
                  <a:pt x="64874" y="83833"/>
                </a:lnTo>
                <a:lnTo>
                  <a:pt x="65691" y="84060"/>
                </a:lnTo>
                <a:lnTo>
                  <a:pt x="66464" y="84278"/>
                </a:lnTo>
                <a:lnTo>
                  <a:pt x="67194" y="84488"/>
                </a:lnTo>
                <a:lnTo>
                  <a:pt x="67882" y="84688"/>
                </a:lnTo>
                <a:lnTo>
                  <a:pt x="68525" y="84879"/>
                </a:lnTo>
                <a:lnTo>
                  <a:pt x="69126" y="85060"/>
                </a:lnTo>
                <a:lnTo>
                  <a:pt x="69683" y="85233"/>
                </a:lnTo>
                <a:lnTo>
                  <a:pt x="70197" y="85397"/>
                </a:lnTo>
                <a:lnTo>
                  <a:pt x="70668" y="85551"/>
                </a:lnTo>
                <a:lnTo>
                  <a:pt x="71096" y="85696"/>
                </a:lnTo>
                <a:lnTo>
                  <a:pt x="71681" y="85909"/>
                </a:lnTo>
                <a:lnTo>
                  <a:pt x="72253" y="86126"/>
                </a:lnTo>
                <a:lnTo>
                  <a:pt x="72809" y="86345"/>
                </a:lnTo>
                <a:lnTo>
                  <a:pt x="73350" y="86567"/>
                </a:lnTo>
                <a:lnTo>
                  <a:pt x="73877" y="86793"/>
                </a:lnTo>
                <a:lnTo>
                  <a:pt x="74389" y="87021"/>
                </a:lnTo>
                <a:lnTo>
                  <a:pt x="74886" y="87253"/>
                </a:lnTo>
                <a:lnTo>
                  <a:pt x="75368" y="87488"/>
                </a:lnTo>
                <a:lnTo>
                  <a:pt x="75835" y="87725"/>
                </a:lnTo>
                <a:lnTo>
                  <a:pt x="76288" y="87966"/>
                </a:lnTo>
                <a:lnTo>
                  <a:pt x="76726" y="88210"/>
                </a:lnTo>
                <a:lnTo>
                  <a:pt x="77149" y="88458"/>
                </a:lnTo>
                <a:lnTo>
                  <a:pt x="77557" y="88708"/>
                </a:lnTo>
                <a:lnTo>
                  <a:pt x="77951" y="88961"/>
                </a:lnTo>
                <a:lnTo>
                  <a:pt x="78329" y="89218"/>
                </a:lnTo>
                <a:lnTo>
                  <a:pt x="78693" y="89477"/>
                </a:lnTo>
                <a:lnTo>
                  <a:pt x="79042" y="89740"/>
                </a:lnTo>
                <a:lnTo>
                  <a:pt x="79377" y="90005"/>
                </a:lnTo>
                <a:lnTo>
                  <a:pt x="79696" y="90274"/>
                </a:lnTo>
                <a:lnTo>
                  <a:pt x="80001" y="90546"/>
                </a:lnTo>
                <a:lnTo>
                  <a:pt x="80291" y="90821"/>
                </a:lnTo>
                <a:lnTo>
                  <a:pt x="80566" y="91099"/>
                </a:lnTo>
                <a:lnTo>
                  <a:pt x="80826" y="91381"/>
                </a:lnTo>
                <a:lnTo>
                  <a:pt x="81071" y="91665"/>
                </a:lnTo>
                <a:lnTo>
                  <a:pt x="81305" y="91953"/>
                </a:lnTo>
                <a:lnTo>
                  <a:pt x="81528" y="92246"/>
                </a:lnTo>
                <a:lnTo>
                  <a:pt x="81741" y="92545"/>
                </a:lnTo>
                <a:lnTo>
                  <a:pt x="81944" y="92848"/>
                </a:lnTo>
                <a:lnTo>
                  <a:pt x="82138" y="93156"/>
                </a:lnTo>
                <a:lnTo>
                  <a:pt x="82321" y="93470"/>
                </a:lnTo>
                <a:lnTo>
                  <a:pt x="82495" y="93789"/>
                </a:lnTo>
                <a:lnTo>
                  <a:pt x="82659" y="94112"/>
                </a:lnTo>
                <a:lnTo>
                  <a:pt x="82812" y="94441"/>
                </a:lnTo>
                <a:lnTo>
                  <a:pt x="82956" y="94775"/>
                </a:lnTo>
                <a:lnTo>
                  <a:pt x="83090" y="95113"/>
                </a:lnTo>
                <a:lnTo>
                  <a:pt x="83214" y="95457"/>
                </a:lnTo>
                <a:lnTo>
                  <a:pt x="83328" y="95806"/>
                </a:lnTo>
                <a:lnTo>
                  <a:pt x="83432" y="96160"/>
                </a:lnTo>
                <a:lnTo>
                  <a:pt x="83527" y="96519"/>
                </a:lnTo>
                <a:lnTo>
                  <a:pt x="83611" y="96883"/>
                </a:lnTo>
                <a:lnTo>
                  <a:pt x="83685" y="97252"/>
                </a:lnTo>
                <a:lnTo>
                  <a:pt x="83750" y="97627"/>
                </a:lnTo>
                <a:lnTo>
                  <a:pt x="83804" y="98006"/>
                </a:lnTo>
                <a:lnTo>
                  <a:pt x="83849" y="98390"/>
                </a:lnTo>
                <a:lnTo>
                  <a:pt x="83884" y="98780"/>
                </a:lnTo>
                <a:lnTo>
                  <a:pt x="83909" y="99174"/>
                </a:lnTo>
                <a:lnTo>
                  <a:pt x="83923" y="99574"/>
                </a:lnTo>
                <a:lnTo>
                  <a:pt x="83928" y="99978"/>
                </a:lnTo>
                <a:lnTo>
                  <a:pt x="83917" y="100609"/>
                </a:lnTo>
                <a:lnTo>
                  <a:pt x="83881" y="101234"/>
                </a:lnTo>
                <a:lnTo>
                  <a:pt x="83822" y="101851"/>
                </a:lnTo>
                <a:lnTo>
                  <a:pt x="83740" y="102463"/>
                </a:lnTo>
                <a:lnTo>
                  <a:pt x="83634" y="103067"/>
                </a:lnTo>
                <a:lnTo>
                  <a:pt x="83504" y="103664"/>
                </a:lnTo>
                <a:lnTo>
                  <a:pt x="83351" y="104255"/>
                </a:lnTo>
                <a:lnTo>
                  <a:pt x="83174" y="104840"/>
                </a:lnTo>
                <a:lnTo>
                  <a:pt x="82973" y="105417"/>
                </a:lnTo>
                <a:lnTo>
                  <a:pt x="82749" y="105988"/>
                </a:lnTo>
                <a:lnTo>
                  <a:pt x="82502" y="106552"/>
                </a:lnTo>
                <a:lnTo>
                  <a:pt x="82231" y="107110"/>
                </a:lnTo>
                <a:lnTo>
                  <a:pt x="81936" y="107660"/>
                </a:lnTo>
                <a:lnTo>
                  <a:pt x="81618" y="108204"/>
                </a:lnTo>
                <a:lnTo>
                  <a:pt x="81276" y="108742"/>
                </a:lnTo>
                <a:lnTo>
                  <a:pt x="80910" y="109272"/>
                </a:lnTo>
                <a:lnTo>
                  <a:pt x="80521" y="109796"/>
                </a:lnTo>
                <a:lnTo>
                  <a:pt x="80108" y="110314"/>
                </a:lnTo>
                <a:lnTo>
                  <a:pt x="79672" y="110824"/>
                </a:lnTo>
                <a:lnTo>
                  <a:pt x="79212" y="111328"/>
                </a:lnTo>
                <a:lnTo>
                  <a:pt x="78729" y="111825"/>
                </a:lnTo>
                <a:lnTo>
                  <a:pt x="78222" y="112316"/>
                </a:lnTo>
                <a:lnTo>
                  <a:pt x="77691" y="112799"/>
                </a:lnTo>
                <a:lnTo>
                  <a:pt x="77137" y="113276"/>
                </a:lnTo>
                <a:lnTo>
                  <a:pt x="76560" y="113740"/>
                </a:lnTo>
                <a:lnTo>
                  <a:pt x="75960" y="114184"/>
                </a:lnTo>
                <a:lnTo>
                  <a:pt x="75336" y="114609"/>
                </a:lnTo>
                <a:lnTo>
                  <a:pt x="74690" y="115013"/>
                </a:lnTo>
                <a:lnTo>
                  <a:pt x="74021" y="115398"/>
                </a:lnTo>
                <a:lnTo>
                  <a:pt x="73329" y="115763"/>
                </a:lnTo>
                <a:lnTo>
                  <a:pt x="72614" y="116109"/>
                </a:lnTo>
                <a:lnTo>
                  <a:pt x="71876" y="116435"/>
                </a:lnTo>
                <a:lnTo>
                  <a:pt x="71115" y="116741"/>
                </a:lnTo>
                <a:lnTo>
                  <a:pt x="70332" y="117027"/>
                </a:lnTo>
                <a:lnTo>
                  <a:pt x="69525" y="117293"/>
                </a:lnTo>
                <a:lnTo>
                  <a:pt x="68695" y="117540"/>
                </a:lnTo>
                <a:lnTo>
                  <a:pt x="67843" y="117767"/>
                </a:lnTo>
                <a:lnTo>
                  <a:pt x="66967" y="117974"/>
                </a:lnTo>
                <a:lnTo>
                  <a:pt x="66069" y="118162"/>
                </a:lnTo>
                <a:lnTo>
                  <a:pt x="65148" y="118329"/>
                </a:lnTo>
                <a:lnTo>
                  <a:pt x="64203" y="118477"/>
                </a:lnTo>
                <a:lnTo>
                  <a:pt x="63236" y="118606"/>
                </a:lnTo>
                <a:lnTo>
                  <a:pt x="62246" y="118714"/>
                </a:lnTo>
                <a:lnTo>
                  <a:pt x="61233" y="118803"/>
                </a:lnTo>
                <a:lnTo>
                  <a:pt x="60197" y="118872"/>
                </a:lnTo>
                <a:lnTo>
                  <a:pt x="59138" y="118922"/>
                </a:lnTo>
                <a:lnTo>
                  <a:pt x="58056" y="118951"/>
                </a:lnTo>
                <a:lnTo>
                  <a:pt x="56951" y="118961"/>
                </a:lnTo>
                <a:lnTo>
                  <a:pt x="55907" y="118950"/>
                </a:lnTo>
                <a:lnTo>
                  <a:pt x="54880" y="118917"/>
                </a:lnTo>
                <a:lnTo>
                  <a:pt x="53871" y="118861"/>
                </a:lnTo>
                <a:lnTo>
                  <a:pt x="52881" y="118784"/>
                </a:lnTo>
                <a:lnTo>
                  <a:pt x="51908" y="118684"/>
                </a:lnTo>
                <a:lnTo>
                  <a:pt x="50954" y="118562"/>
                </a:lnTo>
                <a:lnTo>
                  <a:pt x="50017" y="118417"/>
                </a:lnTo>
                <a:lnTo>
                  <a:pt x="49099" y="118251"/>
                </a:lnTo>
                <a:lnTo>
                  <a:pt x="48198" y="118062"/>
                </a:lnTo>
                <a:lnTo>
                  <a:pt x="47316" y="117852"/>
                </a:lnTo>
                <a:lnTo>
                  <a:pt x="46452" y="117619"/>
                </a:lnTo>
                <a:lnTo>
                  <a:pt x="45606" y="117364"/>
                </a:lnTo>
                <a:lnTo>
                  <a:pt x="44777" y="117086"/>
                </a:lnTo>
                <a:lnTo>
                  <a:pt x="43967" y="116787"/>
                </a:lnTo>
                <a:lnTo>
                  <a:pt x="43175" y="116465"/>
                </a:lnTo>
                <a:lnTo>
                  <a:pt x="42401" y="116121"/>
                </a:lnTo>
                <a:lnTo>
                  <a:pt x="41645" y="115755"/>
                </a:lnTo>
                <a:lnTo>
                  <a:pt x="40908" y="115367"/>
                </a:lnTo>
                <a:lnTo>
                  <a:pt x="40188" y="114956"/>
                </a:lnTo>
                <a:lnTo>
                  <a:pt x="39486" y="114524"/>
                </a:lnTo>
                <a:lnTo>
                  <a:pt x="38802" y="114069"/>
                </a:lnTo>
                <a:lnTo>
                  <a:pt x="38136" y="113592"/>
                </a:lnTo>
                <a:lnTo>
                  <a:pt x="37489" y="113092"/>
                </a:lnTo>
                <a:lnTo>
                  <a:pt x="36859" y="112571"/>
                </a:lnTo>
                <a:lnTo>
                  <a:pt x="36247" y="112026"/>
                </a:lnTo>
                <a:lnTo>
                  <a:pt x="35653" y="111455"/>
                </a:lnTo>
                <a:lnTo>
                  <a:pt x="35076" y="110860"/>
                </a:lnTo>
                <a:lnTo>
                  <a:pt x="34516" y="110239"/>
                </a:lnTo>
                <a:lnTo>
                  <a:pt x="33974" y="109593"/>
                </a:lnTo>
                <a:lnTo>
                  <a:pt x="33449" y="108922"/>
                </a:lnTo>
                <a:lnTo>
                  <a:pt x="32942" y="108226"/>
                </a:lnTo>
                <a:lnTo>
                  <a:pt x="32451" y="107505"/>
                </a:lnTo>
                <a:lnTo>
                  <a:pt x="31979" y="106758"/>
                </a:lnTo>
                <a:lnTo>
                  <a:pt x="31524" y="105987"/>
                </a:lnTo>
                <a:lnTo>
                  <a:pt x="31086" y="105190"/>
                </a:lnTo>
                <a:lnTo>
                  <a:pt x="30665" y="104368"/>
                </a:lnTo>
                <a:lnTo>
                  <a:pt x="30262" y="103521"/>
                </a:lnTo>
                <a:lnTo>
                  <a:pt x="29877" y="102649"/>
                </a:lnTo>
                <a:lnTo>
                  <a:pt x="29508" y="101752"/>
                </a:lnTo>
                <a:lnTo>
                  <a:pt x="29157" y="100830"/>
                </a:lnTo>
                <a:lnTo>
                  <a:pt x="28824" y="99882"/>
                </a:lnTo>
                <a:lnTo>
                  <a:pt x="28508" y="98910"/>
                </a:lnTo>
                <a:lnTo>
                  <a:pt x="28209" y="97912"/>
                </a:lnTo>
                <a:lnTo>
                  <a:pt x="27928" y="96889"/>
                </a:lnTo>
                <a:lnTo>
                  <a:pt x="27664" y="95841"/>
                </a:lnTo>
                <a:lnTo>
                  <a:pt x="27418" y="94768"/>
                </a:lnTo>
                <a:lnTo>
                  <a:pt x="27189" y="93670"/>
                </a:lnTo>
                <a:lnTo>
                  <a:pt x="26977" y="92546"/>
                </a:lnTo>
                <a:lnTo>
                  <a:pt x="0" y="95169"/>
                </a:lnTo>
                <a:lnTo>
                  <a:pt x="246" y="97074"/>
                </a:lnTo>
                <a:lnTo>
                  <a:pt x="531" y="98941"/>
                </a:lnTo>
                <a:lnTo>
                  <a:pt x="855" y="100769"/>
                </a:lnTo>
                <a:close/>
                <a:moveTo>
                  <a:pt x="490326" y="109904"/>
                </a:moveTo>
                <a:lnTo>
                  <a:pt x="490122" y="110479"/>
                </a:lnTo>
                <a:lnTo>
                  <a:pt x="489910" y="111039"/>
                </a:lnTo>
                <a:lnTo>
                  <a:pt x="489691" y="111585"/>
                </a:lnTo>
                <a:lnTo>
                  <a:pt x="489465" y="112116"/>
                </a:lnTo>
                <a:lnTo>
                  <a:pt x="489232" y="112633"/>
                </a:lnTo>
                <a:lnTo>
                  <a:pt x="488992" y="113136"/>
                </a:lnTo>
                <a:lnTo>
                  <a:pt x="488744" y="113624"/>
                </a:lnTo>
                <a:lnTo>
                  <a:pt x="488490" y="114099"/>
                </a:lnTo>
                <a:lnTo>
                  <a:pt x="488228" y="114559"/>
                </a:lnTo>
                <a:lnTo>
                  <a:pt x="487959" y="115004"/>
                </a:lnTo>
                <a:lnTo>
                  <a:pt x="487683" y="115435"/>
                </a:lnTo>
                <a:lnTo>
                  <a:pt x="487399" y="115852"/>
                </a:lnTo>
                <a:lnTo>
                  <a:pt x="487109" y="116255"/>
                </a:lnTo>
                <a:lnTo>
                  <a:pt x="486811" y="116643"/>
                </a:lnTo>
                <a:lnTo>
                  <a:pt x="486507" y="117017"/>
                </a:lnTo>
                <a:lnTo>
                  <a:pt x="486195" y="117377"/>
                </a:lnTo>
                <a:lnTo>
                  <a:pt x="485876" y="117723"/>
                </a:lnTo>
                <a:lnTo>
                  <a:pt x="485549" y="118054"/>
                </a:lnTo>
                <a:lnTo>
                  <a:pt x="485216" y="118370"/>
                </a:lnTo>
                <a:lnTo>
                  <a:pt x="484875" y="118673"/>
                </a:lnTo>
                <a:lnTo>
                  <a:pt x="484528" y="118961"/>
                </a:lnTo>
                <a:lnTo>
                  <a:pt x="484173" y="119236"/>
                </a:lnTo>
                <a:lnTo>
                  <a:pt x="483812" y="119500"/>
                </a:lnTo>
                <a:lnTo>
                  <a:pt x="483443" y="119751"/>
                </a:lnTo>
                <a:lnTo>
                  <a:pt x="483068" y="119991"/>
                </a:lnTo>
                <a:lnTo>
                  <a:pt x="482686" y="120220"/>
                </a:lnTo>
                <a:lnTo>
                  <a:pt x="482297" y="120436"/>
                </a:lnTo>
                <a:lnTo>
                  <a:pt x="481902" y="120641"/>
                </a:lnTo>
                <a:lnTo>
                  <a:pt x="481499" y="120834"/>
                </a:lnTo>
                <a:lnTo>
                  <a:pt x="481090" y="121016"/>
                </a:lnTo>
                <a:lnTo>
                  <a:pt x="480674" y="121186"/>
                </a:lnTo>
                <a:lnTo>
                  <a:pt x="480251" y="121344"/>
                </a:lnTo>
                <a:lnTo>
                  <a:pt x="479821" y="121490"/>
                </a:lnTo>
                <a:lnTo>
                  <a:pt x="479384" y="121625"/>
                </a:lnTo>
                <a:lnTo>
                  <a:pt x="478941" y="121748"/>
                </a:lnTo>
                <a:lnTo>
                  <a:pt x="478490" y="121859"/>
                </a:lnTo>
                <a:lnTo>
                  <a:pt x="478033" y="121959"/>
                </a:lnTo>
                <a:lnTo>
                  <a:pt x="477569" y="122046"/>
                </a:lnTo>
                <a:lnTo>
                  <a:pt x="477099" y="122122"/>
                </a:lnTo>
                <a:lnTo>
                  <a:pt x="476621" y="122187"/>
                </a:lnTo>
                <a:lnTo>
                  <a:pt x="476136" y="122240"/>
                </a:lnTo>
                <a:lnTo>
                  <a:pt x="475645" y="122280"/>
                </a:lnTo>
                <a:lnTo>
                  <a:pt x="475147" y="122310"/>
                </a:lnTo>
                <a:lnTo>
                  <a:pt x="474642" y="122327"/>
                </a:lnTo>
                <a:lnTo>
                  <a:pt x="474130" y="122333"/>
                </a:lnTo>
                <a:lnTo>
                  <a:pt x="473378" y="122322"/>
                </a:lnTo>
                <a:lnTo>
                  <a:pt x="472637" y="122288"/>
                </a:lnTo>
                <a:lnTo>
                  <a:pt x="471906" y="122231"/>
                </a:lnTo>
                <a:lnTo>
                  <a:pt x="471185" y="122152"/>
                </a:lnTo>
                <a:lnTo>
                  <a:pt x="470475" y="122051"/>
                </a:lnTo>
                <a:lnTo>
                  <a:pt x="469775" y="121926"/>
                </a:lnTo>
                <a:lnTo>
                  <a:pt x="469085" y="121779"/>
                </a:lnTo>
                <a:lnTo>
                  <a:pt x="468406" y="121610"/>
                </a:lnTo>
                <a:lnTo>
                  <a:pt x="467737" y="121418"/>
                </a:lnTo>
                <a:lnTo>
                  <a:pt x="467079" y="121203"/>
                </a:lnTo>
                <a:lnTo>
                  <a:pt x="466431" y="120966"/>
                </a:lnTo>
                <a:lnTo>
                  <a:pt x="465794" y="120706"/>
                </a:lnTo>
                <a:lnTo>
                  <a:pt x="465167" y="120423"/>
                </a:lnTo>
                <a:lnTo>
                  <a:pt x="464550" y="120118"/>
                </a:lnTo>
                <a:lnTo>
                  <a:pt x="463944" y="119790"/>
                </a:lnTo>
                <a:lnTo>
                  <a:pt x="463348" y="119440"/>
                </a:lnTo>
                <a:lnTo>
                  <a:pt x="462762" y="119067"/>
                </a:lnTo>
                <a:lnTo>
                  <a:pt x="462187" y="118671"/>
                </a:lnTo>
                <a:lnTo>
                  <a:pt x="461623" y="118253"/>
                </a:lnTo>
                <a:lnTo>
                  <a:pt x="461069" y="117812"/>
                </a:lnTo>
                <a:lnTo>
                  <a:pt x="460525" y="117349"/>
                </a:lnTo>
                <a:lnTo>
                  <a:pt x="459991" y="116863"/>
                </a:lnTo>
                <a:lnTo>
                  <a:pt x="459468" y="116354"/>
                </a:lnTo>
                <a:lnTo>
                  <a:pt x="458956" y="115823"/>
                </a:lnTo>
                <a:lnTo>
                  <a:pt x="458458" y="115272"/>
                </a:lnTo>
                <a:lnTo>
                  <a:pt x="457981" y="114702"/>
                </a:lnTo>
                <a:lnTo>
                  <a:pt x="457524" y="114114"/>
                </a:lnTo>
                <a:lnTo>
                  <a:pt x="457088" y="113509"/>
                </a:lnTo>
                <a:lnTo>
                  <a:pt x="456671" y="112885"/>
                </a:lnTo>
                <a:lnTo>
                  <a:pt x="456274" y="112243"/>
                </a:lnTo>
                <a:lnTo>
                  <a:pt x="455898" y="111583"/>
                </a:lnTo>
                <a:lnTo>
                  <a:pt x="455542" y="110905"/>
                </a:lnTo>
                <a:lnTo>
                  <a:pt x="455206" y="110209"/>
                </a:lnTo>
                <a:lnTo>
                  <a:pt x="454890" y="109495"/>
                </a:lnTo>
                <a:lnTo>
                  <a:pt x="454595" y="108763"/>
                </a:lnTo>
                <a:lnTo>
                  <a:pt x="454319" y="108013"/>
                </a:lnTo>
                <a:lnTo>
                  <a:pt x="454064" y="107245"/>
                </a:lnTo>
                <a:lnTo>
                  <a:pt x="453829" y="106459"/>
                </a:lnTo>
                <a:lnTo>
                  <a:pt x="453614" y="105655"/>
                </a:lnTo>
                <a:lnTo>
                  <a:pt x="453419" y="104832"/>
                </a:lnTo>
                <a:lnTo>
                  <a:pt x="453244" y="103992"/>
                </a:lnTo>
                <a:lnTo>
                  <a:pt x="453090" y="103134"/>
                </a:lnTo>
                <a:lnTo>
                  <a:pt x="452955" y="102257"/>
                </a:lnTo>
                <a:lnTo>
                  <a:pt x="452841" y="101363"/>
                </a:lnTo>
                <a:lnTo>
                  <a:pt x="452747" y="100450"/>
                </a:lnTo>
                <a:lnTo>
                  <a:pt x="452673" y="99520"/>
                </a:lnTo>
                <a:lnTo>
                  <a:pt x="452620" y="98571"/>
                </a:lnTo>
                <a:lnTo>
                  <a:pt x="452586" y="97604"/>
                </a:lnTo>
                <a:lnTo>
                  <a:pt x="518530" y="97604"/>
                </a:lnTo>
                <a:lnTo>
                  <a:pt x="518554" y="95110"/>
                </a:lnTo>
                <a:lnTo>
                  <a:pt x="518531" y="92670"/>
                </a:lnTo>
                <a:lnTo>
                  <a:pt x="518461" y="90284"/>
                </a:lnTo>
                <a:lnTo>
                  <a:pt x="518345" y="87952"/>
                </a:lnTo>
                <a:lnTo>
                  <a:pt x="518183" y="85675"/>
                </a:lnTo>
                <a:lnTo>
                  <a:pt x="517974" y="83451"/>
                </a:lnTo>
                <a:lnTo>
                  <a:pt x="517718" y="81282"/>
                </a:lnTo>
                <a:lnTo>
                  <a:pt x="517416" y="79167"/>
                </a:lnTo>
                <a:lnTo>
                  <a:pt x="517068" y="77106"/>
                </a:lnTo>
                <a:lnTo>
                  <a:pt x="516673" y="75099"/>
                </a:lnTo>
                <a:lnTo>
                  <a:pt x="516231" y="73146"/>
                </a:lnTo>
                <a:lnTo>
                  <a:pt x="515743" y="71248"/>
                </a:lnTo>
                <a:lnTo>
                  <a:pt x="515209" y="69403"/>
                </a:lnTo>
                <a:lnTo>
                  <a:pt x="514628" y="67613"/>
                </a:lnTo>
                <a:lnTo>
                  <a:pt x="514000" y="65877"/>
                </a:lnTo>
                <a:lnTo>
                  <a:pt x="513326" y="64195"/>
                </a:lnTo>
                <a:lnTo>
                  <a:pt x="512606" y="62567"/>
                </a:lnTo>
                <a:lnTo>
                  <a:pt x="511838" y="60994"/>
                </a:lnTo>
                <a:lnTo>
                  <a:pt x="511025" y="59474"/>
                </a:lnTo>
                <a:lnTo>
                  <a:pt x="510165" y="58009"/>
                </a:lnTo>
                <a:lnTo>
                  <a:pt x="509258" y="56598"/>
                </a:lnTo>
                <a:lnTo>
                  <a:pt x="508305" y="55241"/>
                </a:lnTo>
                <a:lnTo>
                  <a:pt x="507305" y="53938"/>
                </a:lnTo>
                <a:lnTo>
                  <a:pt x="506259" y="52689"/>
                </a:lnTo>
                <a:lnTo>
                  <a:pt x="505174" y="51493"/>
                </a:lnTo>
                <a:lnTo>
                  <a:pt x="504055" y="50348"/>
                </a:lnTo>
                <a:lnTo>
                  <a:pt x="502905" y="49254"/>
                </a:lnTo>
                <a:lnTo>
                  <a:pt x="501721" y="48210"/>
                </a:lnTo>
                <a:lnTo>
                  <a:pt x="500506" y="47218"/>
                </a:lnTo>
                <a:lnTo>
                  <a:pt x="499257" y="46276"/>
                </a:lnTo>
                <a:lnTo>
                  <a:pt x="497977" y="45385"/>
                </a:lnTo>
                <a:lnTo>
                  <a:pt x="496663" y="44545"/>
                </a:lnTo>
                <a:lnTo>
                  <a:pt x="495317" y="43756"/>
                </a:lnTo>
                <a:lnTo>
                  <a:pt x="493939" y="43018"/>
                </a:lnTo>
                <a:lnTo>
                  <a:pt x="492528" y="42331"/>
                </a:lnTo>
                <a:lnTo>
                  <a:pt x="491085" y="41695"/>
                </a:lnTo>
                <a:lnTo>
                  <a:pt x="489609" y="41110"/>
                </a:lnTo>
                <a:lnTo>
                  <a:pt x="488100" y="40575"/>
                </a:lnTo>
                <a:lnTo>
                  <a:pt x="486559" y="40092"/>
                </a:lnTo>
                <a:lnTo>
                  <a:pt x="484986" y="39659"/>
                </a:lnTo>
                <a:lnTo>
                  <a:pt x="483380" y="39277"/>
                </a:lnTo>
                <a:lnTo>
                  <a:pt x="481741" y="38946"/>
                </a:lnTo>
                <a:lnTo>
                  <a:pt x="480070" y="38666"/>
                </a:lnTo>
                <a:lnTo>
                  <a:pt x="478366" y="38437"/>
                </a:lnTo>
                <a:lnTo>
                  <a:pt x="476630" y="38259"/>
                </a:lnTo>
                <a:lnTo>
                  <a:pt x="474861" y="38132"/>
                </a:lnTo>
                <a:lnTo>
                  <a:pt x="473060" y="38056"/>
                </a:lnTo>
                <a:lnTo>
                  <a:pt x="471227" y="38030"/>
                </a:lnTo>
                <a:lnTo>
                  <a:pt x="469591" y="38054"/>
                </a:lnTo>
                <a:lnTo>
                  <a:pt x="467980" y="38127"/>
                </a:lnTo>
                <a:lnTo>
                  <a:pt x="466392" y="38249"/>
                </a:lnTo>
                <a:lnTo>
                  <a:pt x="464828" y="38419"/>
                </a:lnTo>
                <a:lnTo>
                  <a:pt x="463288" y="38638"/>
                </a:lnTo>
                <a:lnTo>
                  <a:pt x="461772" y="38905"/>
                </a:lnTo>
                <a:lnTo>
                  <a:pt x="460279" y="39221"/>
                </a:lnTo>
                <a:lnTo>
                  <a:pt x="458810" y="39586"/>
                </a:lnTo>
                <a:lnTo>
                  <a:pt x="457365" y="39999"/>
                </a:lnTo>
                <a:lnTo>
                  <a:pt x="455943" y="40461"/>
                </a:lnTo>
                <a:lnTo>
                  <a:pt x="454546" y="40972"/>
                </a:lnTo>
                <a:lnTo>
                  <a:pt x="453172" y="41531"/>
                </a:lnTo>
                <a:lnTo>
                  <a:pt x="451821" y="42139"/>
                </a:lnTo>
                <a:lnTo>
                  <a:pt x="450495" y="42795"/>
                </a:lnTo>
                <a:lnTo>
                  <a:pt x="449192" y="43500"/>
                </a:lnTo>
                <a:lnTo>
                  <a:pt x="447913" y="44254"/>
                </a:lnTo>
                <a:lnTo>
                  <a:pt x="446658" y="45056"/>
                </a:lnTo>
                <a:lnTo>
                  <a:pt x="445426" y="45907"/>
                </a:lnTo>
                <a:lnTo>
                  <a:pt x="444219" y="46807"/>
                </a:lnTo>
                <a:lnTo>
                  <a:pt x="443034" y="47755"/>
                </a:lnTo>
                <a:lnTo>
                  <a:pt x="441874" y="48752"/>
                </a:lnTo>
                <a:lnTo>
                  <a:pt x="440738" y="49797"/>
                </a:lnTo>
                <a:lnTo>
                  <a:pt x="439625" y="50891"/>
                </a:lnTo>
                <a:lnTo>
                  <a:pt x="438536" y="52034"/>
                </a:lnTo>
                <a:lnTo>
                  <a:pt x="437481" y="53219"/>
                </a:lnTo>
                <a:lnTo>
                  <a:pt x="436471" y="54442"/>
                </a:lnTo>
                <a:lnTo>
                  <a:pt x="435506" y="55702"/>
                </a:lnTo>
                <a:lnTo>
                  <a:pt x="434586" y="57000"/>
                </a:lnTo>
                <a:lnTo>
                  <a:pt x="433711" y="58334"/>
                </a:lnTo>
                <a:lnTo>
                  <a:pt x="432880" y="59706"/>
                </a:lnTo>
                <a:lnTo>
                  <a:pt x="432095" y="61115"/>
                </a:lnTo>
                <a:lnTo>
                  <a:pt x="431354" y="62561"/>
                </a:lnTo>
                <a:lnTo>
                  <a:pt x="430659" y="64045"/>
                </a:lnTo>
                <a:lnTo>
                  <a:pt x="430008" y="65566"/>
                </a:lnTo>
                <a:lnTo>
                  <a:pt x="429402" y="67124"/>
                </a:lnTo>
                <a:lnTo>
                  <a:pt x="428841" y="68719"/>
                </a:lnTo>
                <a:lnTo>
                  <a:pt x="428325" y="70351"/>
                </a:lnTo>
                <a:lnTo>
                  <a:pt x="427853" y="72021"/>
                </a:lnTo>
                <a:lnTo>
                  <a:pt x="427427" y="73728"/>
                </a:lnTo>
                <a:lnTo>
                  <a:pt x="427045" y="75472"/>
                </a:lnTo>
                <a:lnTo>
                  <a:pt x="426709" y="77254"/>
                </a:lnTo>
                <a:lnTo>
                  <a:pt x="426417" y="79072"/>
                </a:lnTo>
                <a:lnTo>
                  <a:pt x="426170" y="80928"/>
                </a:lnTo>
                <a:lnTo>
                  <a:pt x="425968" y="82821"/>
                </a:lnTo>
                <a:lnTo>
                  <a:pt x="425811" y="84752"/>
                </a:lnTo>
                <a:lnTo>
                  <a:pt x="425699" y="86719"/>
                </a:lnTo>
                <a:lnTo>
                  <a:pt x="425632" y="88724"/>
                </a:lnTo>
                <a:lnTo>
                  <a:pt x="425609" y="90766"/>
                </a:lnTo>
                <a:lnTo>
                  <a:pt x="425626" y="92479"/>
                </a:lnTo>
                <a:lnTo>
                  <a:pt x="425678" y="94167"/>
                </a:lnTo>
                <a:lnTo>
                  <a:pt x="425763" y="95830"/>
                </a:lnTo>
                <a:lnTo>
                  <a:pt x="425882" y="97469"/>
                </a:lnTo>
                <a:lnTo>
                  <a:pt x="426036" y="99083"/>
                </a:lnTo>
                <a:lnTo>
                  <a:pt x="426224" y="100672"/>
                </a:lnTo>
                <a:lnTo>
                  <a:pt x="426446" y="102236"/>
                </a:lnTo>
                <a:lnTo>
                  <a:pt x="426702" y="103776"/>
                </a:lnTo>
                <a:lnTo>
                  <a:pt x="426992" y="105291"/>
                </a:lnTo>
                <a:lnTo>
                  <a:pt x="427317" y="106781"/>
                </a:lnTo>
                <a:lnTo>
                  <a:pt x="427675" y="108247"/>
                </a:lnTo>
                <a:lnTo>
                  <a:pt x="428068" y="109688"/>
                </a:lnTo>
                <a:lnTo>
                  <a:pt x="428495" y="111104"/>
                </a:lnTo>
                <a:lnTo>
                  <a:pt x="428956" y="112495"/>
                </a:lnTo>
                <a:lnTo>
                  <a:pt x="429451" y="113862"/>
                </a:lnTo>
                <a:lnTo>
                  <a:pt x="429980" y="115204"/>
                </a:lnTo>
                <a:lnTo>
                  <a:pt x="430544" y="116521"/>
                </a:lnTo>
                <a:lnTo>
                  <a:pt x="431142" y="117814"/>
                </a:lnTo>
                <a:lnTo>
                  <a:pt x="431773" y="119081"/>
                </a:lnTo>
                <a:lnTo>
                  <a:pt x="432439" y="120324"/>
                </a:lnTo>
                <a:lnTo>
                  <a:pt x="433139" y="121543"/>
                </a:lnTo>
                <a:lnTo>
                  <a:pt x="433874" y="122736"/>
                </a:lnTo>
                <a:lnTo>
                  <a:pt x="434642" y="123905"/>
                </a:lnTo>
                <a:lnTo>
                  <a:pt x="435445" y="125050"/>
                </a:lnTo>
                <a:lnTo>
                  <a:pt x="436506" y="126433"/>
                </a:lnTo>
                <a:lnTo>
                  <a:pt x="437615" y="127758"/>
                </a:lnTo>
                <a:lnTo>
                  <a:pt x="438770" y="129023"/>
                </a:lnTo>
                <a:lnTo>
                  <a:pt x="439972" y="130230"/>
                </a:lnTo>
                <a:lnTo>
                  <a:pt x="441221" y="131378"/>
                </a:lnTo>
                <a:lnTo>
                  <a:pt x="442517" y="132467"/>
                </a:lnTo>
                <a:lnTo>
                  <a:pt x="443859" y="133497"/>
                </a:lnTo>
                <a:lnTo>
                  <a:pt x="445249" y="134469"/>
                </a:lnTo>
                <a:lnTo>
                  <a:pt x="446685" y="135381"/>
                </a:lnTo>
                <a:lnTo>
                  <a:pt x="448168" y="136235"/>
                </a:lnTo>
                <a:lnTo>
                  <a:pt x="449698" y="137029"/>
                </a:lnTo>
                <a:lnTo>
                  <a:pt x="451275" y="137765"/>
                </a:lnTo>
                <a:lnTo>
                  <a:pt x="452898" y="138442"/>
                </a:lnTo>
                <a:lnTo>
                  <a:pt x="454569" y="139060"/>
                </a:lnTo>
                <a:lnTo>
                  <a:pt x="456286" y="139620"/>
                </a:lnTo>
                <a:lnTo>
                  <a:pt x="458050" y="140120"/>
                </a:lnTo>
                <a:lnTo>
                  <a:pt x="459861" y="140562"/>
                </a:lnTo>
                <a:lnTo>
                  <a:pt x="461719" y="140944"/>
                </a:lnTo>
                <a:lnTo>
                  <a:pt x="463624" y="141268"/>
                </a:lnTo>
                <a:lnTo>
                  <a:pt x="465575" y="141533"/>
                </a:lnTo>
                <a:lnTo>
                  <a:pt x="467573" y="141739"/>
                </a:lnTo>
                <a:lnTo>
                  <a:pt x="469619" y="141886"/>
                </a:lnTo>
                <a:lnTo>
                  <a:pt x="471711" y="141974"/>
                </a:lnTo>
                <a:lnTo>
                  <a:pt x="473849" y="142004"/>
                </a:lnTo>
                <a:lnTo>
                  <a:pt x="475206" y="141991"/>
                </a:lnTo>
                <a:lnTo>
                  <a:pt x="476543" y="141952"/>
                </a:lnTo>
                <a:lnTo>
                  <a:pt x="477862" y="141886"/>
                </a:lnTo>
                <a:lnTo>
                  <a:pt x="479161" y="141795"/>
                </a:lnTo>
                <a:lnTo>
                  <a:pt x="480442" y="141678"/>
                </a:lnTo>
                <a:lnTo>
                  <a:pt x="481703" y="141534"/>
                </a:lnTo>
                <a:lnTo>
                  <a:pt x="482945" y="141364"/>
                </a:lnTo>
                <a:lnTo>
                  <a:pt x="484169" y="141169"/>
                </a:lnTo>
                <a:lnTo>
                  <a:pt x="485373" y="140947"/>
                </a:lnTo>
                <a:lnTo>
                  <a:pt x="486558" y="140699"/>
                </a:lnTo>
                <a:lnTo>
                  <a:pt x="487724" y="140425"/>
                </a:lnTo>
                <a:lnTo>
                  <a:pt x="488872" y="140125"/>
                </a:lnTo>
                <a:lnTo>
                  <a:pt x="490000" y="139798"/>
                </a:lnTo>
                <a:lnTo>
                  <a:pt x="491109" y="139446"/>
                </a:lnTo>
                <a:lnTo>
                  <a:pt x="492199" y="139068"/>
                </a:lnTo>
                <a:lnTo>
                  <a:pt x="493270" y="138663"/>
                </a:lnTo>
                <a:lnTo>
                  <a:pt x="494322" y="138232"/>
                </a:lnTo>
                <a:lnTo>
                  <a:pt x="495355" y="137776"/>
                </a:lnTo>
                <a:lnTo>
                  <a:pt x="496369" y="137293"/>
                </a:lnTo>
                <a:lnTo>
                  <a:pt x="497364" y="136784"/>
                </a:lnTo>
                <a:lnTo>
                  <a:pt x="498340" y="136249"/>
                </a:lnTo>
                <a:lnTo>
                  <a:pt x="499297" y="135688"/>
                </a:lnTo>
                <a:lnTo>
                  <a:pt x="500235" y="135100"/>
                </a:lnTo>
                <a:lnTo>
                  <a:pt x="501154" y="134487"/>
                </a:lnTo>
                <a:lnTo>
                  <a:pt x="502053" y="133849"/>
                </a:lnTo>
                <a:lnTo>
                  <a:pt x="502932" y="133186"/>
                </a:lnTo>
                <a:lnTo>
                  <a:pt x="503791" y="132500"/>
                </a:lnTo>
                <a:lnTo>
                  <a:pt x="504629" y="131791"/>
                </a:lnTo>
                <a:lnTo>
                  <a:pt x="505447" y="131057"/>
                </a:lnTo>
                <a:lnTo>
                  <a:pt x="506245" y="130300"/>
                </a:lnTo>
                <a:lnTo>
                  <a:pt x="507022" y="129518"/>
                </a:lnTo>
                <a:lnTo>
                  <a:pt x="507779" y="128713"/>
                </a:lnTo>
                <a:lnTo>
                  <a:pt x="508515" y="127884"/>
                </a:lnTo>
                <a:lnTo>
                  <a:pt x="509232" y="127031"/>
                </a:lnTo>
                <a:lnTo>
                  <a:pt x="509928" y="126155"/>
                </a:lnTo>
                <a:lnTo>
                  <a:pt x="510603" y="125255"/>
                </a:lnTo>
                <a:lnTo>
                  <a:pt x="511258" y="124330"/>
                </a:lnTo>
                <a:lnTo>
                  <a:pt x="511893" y="123382"/>
                </a:lnTo>
                <a:lnTo>
                  <a:pt x="512508" y="122410"/>
                </a:lnTo>
                <a:lnTo>
                  <a:pt x="513102" y="121415"/>
                </a:lnTo>
                <a:lnTo>
                  <a:pt x="513676" y="120395"/>
                </a:lnTo>
                <a:lnTo>
                  <a:pt x="514230" y="119352"/>
                </a:lnTo>
                <a:lnTo>
                  <a:pt x="514763" y="118285"/>
                </a:lnTo>
                <a:lnTo>
                  <a:pt x="515276" y="117194"/>
                </a:lnTo>
                <a:lnTo>
                  <a:pt x="515769" y="116079"/>
                </a:lnTo>
                <a:lnTo>
                  <a:pt x="516241" y="114940"/>
                </a:lnTo>
                <a:lnTo>
                  <a:pt x="516693" y="113778"/>
                </a:lnTo>
                <a:lnTo>
                  <a:pt x="517125" y="112591"/>
                </a:lnTo>
                <a:lnTo>
                  <a:pt x="490897" y="108095"/>
                </a:lnTo>
                <a:lnTo>
                  <a:pt x="490714" y="108713"/>
                </a:lnTo>
                <a:lnTo>
                  <a:pt x="490524" y="109316"/>
                </a:lnTo>
                <a:lnTo>
                  <a:pt x="490326" y="109904"/>
                </a:lnTo>
                <a:close/>
                <a:moveTo>
                  <a:pt x="453079" y="79736"/>
                </a:moveTo>
                <a:lnTo>
                  <a:pt x="453120" y="78881"/>
                </a:lnTo>
                <a:lnTo>
                  <a:pt x="453182" y="78041"/>
                </a:lnTo>
                <a:lnTo>
                  <a:pt x="453264" y="77217"/>
                </a:lnTo>
                <a:lnTo>
                  <a:pt x="453365" y="76409"/>
                </a:lnTo>
                <a:lnTo>
                  <a:pt x="453486" y="75616"/>
                </a:lnTo>
                <a:lnTo>
                  <a:pt x="453627" y="74838"/>
                </a:lnTo>
                <a:lnTo>
                  <a:pt x="453788" y="74076"/>
                </a:lnTo>
                <a:lnTo>
                  <a:pt x="453968" y="73330"/>
                </a:lnTo>
                <a:lnTo>
                  <a:pt x="454169" y="72599"/>
                </a:lnTo>
                <a:lnTo>
                  <a:pt x="454389" y="71884"/>
                </a:lnTo>
                <a:lnTo>
                  <a:pt x="454630" y="71184"/>
                </a:lnTo>
                <a:lnTo>
                  <a:pt x="454890" y="70500"/>
                </a:lnTo>
                <a:lnTo>
                  <a:pt x="455169" y="69831"/>
                </a:lnTo>
                <a:lnTo>
                  <a:pt x="455469" y="69178"/>
                </a:lnTo>
                <a:lnTo>
                  <a:pt x="455789" y="68540"/>
                </a:lnTo>
                <a:lnTo>
                  <a:pt x="456128" y="67918"/>
                </a:lnTo>
                <a:lnTo>
                  <a:pt x="456487" y="67312"/>
                </a:lnTo>
                <a:lnTo>
                  <a:pt x="456866" y="66721"/>
                </a:lnTo>
                <a:lnTo>
                  <a:pt x="457265" y="66145"/>
                </a:lnTo>
                <a:lnTo>
                  <a:pt x="457684" y="65586"/>
                </a:lnTo>
                <a:lnTo>
                  <a:pt x="458123" y="65041"/>
                </a:lnTo>
                <a:lnTo>
                  <a:pt x="458581" y="64512"/>
                </a:lnTo>
                <a:lnTo>
                  <a:pt x="459055" y="64002"/>
                </a:lnTo>
                <a:lnTo>
                  <a:pt x="459539" y="63514"/>
                </a:lnTo>
                <a:lnTo>
                  <a:pt x="460033" y="63048"/>
                </a:lnTo>
                <a:lnTo>
                  <a:pt x="460538" y="62603"/>
                </a:lnTo>
                <a:lnTo>
                  <a:pt x="461053" y="62180"/>
                </a:lnTo>
                <a:lnTo>
                  <a:pt x="461579" y="61778"/>
                </a:lnTo>
                <a:lnTo>
                  <a:pt x="462115" y="61398"/>
                </a:lnTo>
                <a:lnTo>
                  <a:pt x="462661" y="61040"/>
                </a:lnTo>
                <a:lnTo>
                  <a:pt x="463218" y="60704"/>
                </a:lnTo>
                <a:lnTo>
                  <a:pt x="463785" y="60389"/>
                </a:lnTo>
                <a:lnTo>
                  <a:pt x="464363" y="60096"/>
                </a:lnTo>
                <a:lnTo>
                  <a:pt x="464951" y="59825"/>
                </a:lnTo>
                <a:lnTo>
                  <a:pt x="465549" y="59576"/>
                </a:lnTo>
                <a:lnTo>
                  <a:pt x="466158" y="59348"/>
                </a:lnTo>
                <a:lnTo>
                  <a:pt x="466777" y="59142"/>
                </a:lnTo>
                <a:lnTo>
                  <a:pt x="467407" y="58957"/>
                </a:lnTo>
                <a:lnTo>
                  <a:pt x="468047" y="58794"/>
                </a:lnTo>
                <a:lnTo>
                  <a:pt x="468697" y="58653"/>
                </a:lnTo>
                <a:lnTo>
                  <a:pt x="469358" y="58534"/>
                </a:lnTo>
                <a:lnTo>
                  <a:pt x="470030" y="58436"/>
                </a:lnTo>
                <a:lnTo>
                  <a:pt x="470711" y="58360"/>
                </a:lnTo>
                <a:lnTo>
                  <a:pt x="471403" y="58306"/>
                </a:lnTo>
                <a:lnTo>
                  <a:pt x="472106" y="58274"/>
                </a:lnTo>
                <a:lnTo>
                  <a:pt x="472819" y="58263"/>
                </a:lnTo>
                <a:lnTo>
                  <a:pt x="473486" y="58273"/>
                </a:lnTo>
                <a:lnTo>
                  <a:pt x="474145" y="58304"/>
                </a:lnTo>
                <a:lnTo>
                  <a:pt x="474795" y="58355"/>
                </a:lnTo>
                <a:lnTo>
                  <a:pt x="475437" y="58427"/>
                </a:lnTo>
                <a:lnTo>
                  <a:pt x="476070" y="58520"/>
                </a:lnTo>
                <a:lnTo>
                  <a:pt x="476695" y="58633"/>
                </a:lnTo>
                <a:lnTo>
                  <a:pt x="477311" y="58767"/>
                </a:lnTo>
                <a:lnTo>
                  <a:pt x="477919" y="58921"/>
                </a:lnTo>
                <a:lnTo>
                  <a:pt x="478518" y="59096"/>
                </a:lnTo>
                <a:lnTo>
                  <a:pt x="479109" y="59291"/>
                </a:lnTo>
                <a:lnTo>
                  <a:pt x="479692" y="59507"/>
                </a:lnTo>
                <a:lnTo>
                  <a:pt x="480266" y="59744"/>
                </a:lnTo>
                <a:lnTo>
                  <a:pt x="480831" y="60001"/>
                </a:lnTo>
                <a:lnTo>
                  <a:pt x="481388" y="60279"/>
                </a:lnTo>
                <a:lnTo>
                  <a:pt x="481937" y="60577"/>
                </a:lnTo>
                <a:lnTo>
                  <a:pt x="482477" y="60896"/>
                </a:lnTo>
                <a:lnTo>
                  <a:pt x="483009" y="61235"/>
                </a:lnTo>
                <a:lnTo>
                  <a:pt x="483532" y="61595"/>
                </a:lnTo>
                <a:lnTo>
                  <a:pt x="484047" y="61976"/>
                </a:lnTo>
                <a:lnTo>
                  <a:pt x="484554" y="62377"/>
                </a:lnTo>
                <a:lnTo>
                  <a:pt x="485052" y="62799"/>
                </a:lnTo>
                <a:lnTo>
                  <a:pt x="485541" y="63241"/>
                </a:lnTo>
                <a:lnTo>
                  <a:pt x="486022" y="63704"/>
                </a:lnTo>
                <a:lnTo>
                  <a:pt x="486495" y="64187"/>
                </a:lnTo>
                <a:lnTo>
                  <a:pt x="486954" y="64691"/>
                </a:lnTo>
                <a:lnTo>
                  <a:pt x="487394" y="65213"/>
                </a:lnTo>
                <a:lnTo>
                  <a:pt x="487816" y="65754"/>
                </a:lnTo>
                <a:lnTo>
                  <a:pt x="488220" y="66314"/>
                </a:lnTo>
                <a:lnTo>
                  <a:pt x="488605" y="66893"/>
                </a:lnTo>
                <a:lnTo>
                  <a:pt x="488971" y="67491"/>
                </a:lnTo>
                <a:lnTo>
                  <a:pt x="489319" y="68108"/>
                </a:lnTo>
                <a:lnTo>
                  <a:pt x="489648" y="68743"/>
                </a:lnTo>
                <a:lnTo>
                  <a:pt x="489959" y="69398"/>
                </a:lnTo>
                <a:lnTo>
                  <a:pt x="490251" y="70072"/>
                </a:lnTo>
                <a:lnTo>
                  <a:pt x="490525" y="70765"/>
                </a:lnTo>
                <a:lnTo>
                  <a:pt x="490780" y="71476"/>
                </a:lnTo>
                <a:lnTo>
                  <a:pt x="491017" y="72207"/>
                </a:lnTo>
                <a:lnTo>
                  <a:pt x="491235" y="72956"/>
                </a:lnTo>
                <a:lnTo>
                  <a:pt x="491434" y="73725"/>
                </a:lnTo>
                <a:lnTo>
                  <a:pt x="491615" y="74512"/>
                </a:lnTo>
                <a:lnTo>
                  <a:pt x="491778" y="75318"/>
                </a:lnTo>
                <a:lnTo>
                  <a:pt x="491922" y="76144"/>
                </a:lnTo>
                <a:lnTo>
                  <a:pt x="492047" y="76988"/>
                </a:lnTo>
                <a:lnTo>
                  <a:pt x="492154" y="77851"/>
                </a:lnTo>
                <a:lnTo>
                  <a:pt x="492242" y="78733"/>
                </a:lnTo>
                <a:lnTo>
                  <a:pt x="492312" y="79634"/>
                </a:lnTo>
                <a:lnTo>
                  <a:pt x="492363" y="80554"/>
                </a:lnTo>
                <a:lnTo>
                  <a:pt x="492396" y="81493"/>
                </a:lnTo>
                <a:lnTo>
                  <a:pt x="453055" y="81493"/>
                </a:lnTo>
                <a:lnTo>
                  <a:pt x="453057" y="80607"/>
                </a:lnTo>
                <a:lnTo>
                  <a:pt x="453079" y="79736"/>
                </a:lnTo>
                <a:close/>
                <a:moveTo>
                  <a:pt x="198395" y="40278"/>
                </a:moveTo>
                <a:lnTo>
                  <a:pt x="198395" y="82146"/>
                </a:lnTo>
                <a:lnTo>
                  <a:pt x="198391" y="83894"/>
                </a:lnTo>
                <a:lnTo>
                  <a:pt x="198381" y="85587"/>
                </a:lnTo>
                <a:lnTo>
                  <a:pt x="198364" y="87225"/>
                </a:lnTo>
                <a:lnTo>
                  <a:pt x="198340" y="88808"/>
                </a:lnTo>
                <a:lnTo>
                  <a:pt x="198309" y="90336"/>
                </a:lnTo>
                <a:lnTo>
                  <a:pt x="198272" y="91809"/>
                </a:lnTo>
                <a:lnTo>
                  <a:pt x="198228" y="93227"/>
                </a:lnTo>
                <a:lnTo>
                  <a:pt x="198176" y="94591"/>
                </a:lnTo>
                <a:lnTo>
                  <a:pt x="198118" y="95899"/>
                </a:lnTo>
                <a:lnTo>
                  <a:pt x="198053" y="97152"/>
                </a:lnTo>
                <a:lnTo>
                  <a:pt x="197982" y="98350"/>
                </a:lnTo>
                <a:lnTo>
                  <a:pt x="197903" y="99493"/>
                </a:lnTo>
                <a:lnTo>
                  <a:pt x="197818" y="100581"/>
                </a:lnTo>
                <a:lnTo>
                  <a:pt x="197726" y="101614"/>
                </a:lnTo>
                <a:lnTo>
                  <a:pt x="197626" y="102592"/>
                </a:lnTo>
                <a:lnTo>
                  <a:pt x="197521" y="103516"/>
                </a:lnTo>
                <a:lnTo>
                  <a:pt x="197408" y="104384"/>
                </a:lnTo>
                <a:lnTo>
                  <a:pt x="197288" y="105197"/>
                </a:lnTo>
                <a:lnTo>
                  <a:pt x="197162" y="105955"/>
                </a:lnTo>
                <a:lnTo>
                  <a:pt x="197029" y="106658"/>
                </a:lnTo>
                <a:lnTo>
                  <a:pt x="196889" y="107306"/>
                </a:lnTo>
                <a:lnTo>
                  <a:pt x="196742" y="107899"/>
                </a:lnTo>
                <a:lnTo>
                  <a:pt x="196588" y="108438"/>
                </a:lnTo>
                <a:lnTo>
                  <a:pt x="196428" y="108921"/>
                </a:lnTo>
                <a:lnTo>
                  <a:pt x="196258" y="109373"/>
                </a:lnTo>
                <a:lnTo>
                  <a:pt x="196077" y="109820"/>
                </a:lnTo>
                <a:lnTo>
                  <a:pt x="195883" y="110260"/>
                </a:lnTo>
                <a:lnTo>
                  <a:pt x="195678" y="110694"/>
                </a:lnTo>
                <a:lnTo>
                  <a:pt x="195462" y="111122"/>
                </a:lnTo>
                <a:lnTo>
                  <a:pt x="195234" y="111544"/>
                </a:lnTo>
                <a:lnTo>
                  <a:pt x="194993" y="111959"/>
                </a:lnTo>
                <a:lnTo>
                  <a:pt x="194742" y="112369"/>
                </a:lnTo>
                <a:lnTo>
                  <a:pt x="194478" y="112772"/>
                </a:lnTo>
                <a:lnTo>
                  <a:pt x="194203" y="113169"/>
                </a:lnTo>
                <a:lnTo>
                  <a:pt x="193916" y="113560"/>
                </a:lnTo>
                <a:lnTo>
                  <a:pt x="193618" y="113945"/>
                </a:lnTo>
                <a:lnTo>
                  <a:pt x="193307" y="114323"/>
                </a:lnTo>
                <a:lnTo>
                  <a:pt x="192985" y="114696"/>
                </a:lnTo>
                <a:lnTo>
                  <a:pt x="192652" y="115062"/>
                </a:lnTo>
                <a:lnTo>
                  <a:pt x="192306" y="115422"/>
                </a:lnTo>
                <a:lnTo>
                  <a:pt x="191949" y="115776"/>
                </a:lnTo>
                <a:lnTo>
                  <a:pt x="191580" y="116123"/>
                </a:lnTo>
                <a:lnTo>
                  <a:pt x="191200" y="116465"/>
                </a:lnTo>
                <a:lnTo>
                  <a:pt x="190808" y="116800"/>
                </a:lnTo>
                <a:lnTo>
                  <a:pt x="190404" y="117129"/>
                </a:lnTo>
                <a:lnTo>
                  <a:pt x="189988" y="117452"/>
                </a:lnTo>
                <a:lnTo>
                  <a:pt x="189561" y="117769"/>
                </a:lnTo>
                <a:lnTo>
                  <a:pt x="189122" y="118080"/>
                </a:lnTo>
                <a:lnTo>
                  <a:pt x="188674" y="118381"/>
                </a:lnTo>
                <a:lnTo>
                  <a:pt x="188222" y="118670"/>
                </a:lnTo>
                <a:lnTo>
                  <a:pt x="187765" y="118945"/>
                </a:lnTo>
                <a:lnTo>
                  <a:pt x="187303" y="119208"/>
                </a:lnTo>
                <a:lnTo>
                  <a:pt x="186836" y="119458"/>
                </a:lnTo>
                <a:lnTo>
                  <a:pt x="186364" y="119695"/>
                </a:lnTo>
                <a:lnTo>
                  <a:pt x="185887" y="119919"/>
                </a:lnTo>
                <a:lnTo>
                  <a:pt x="185406" y="120131"/>
                </a:lnTo>
                <a:lnTo>
                  <a:pt x="184920" y="120329"/>
                </a:lnTo>
                <a:lnTo>
                  <a:pt x="184428" y="120515"/>
                </a:lnTo>
                <a:lnTo>
                  <a:pt x="183932" y="120688"/>
                </a:lnTo>
                <a:lnTo>
                  <a:pt x="183431" y="120848"/>
                </a:lnTo>
                <a:lnTo>
                  <a:pt x="182925" y="120996"/>
                </a:lnTo>
                <a:lnTo>
                  <a:pt x="182414" y="121130"/>
                </a:lnTo>
                <a:lnTo>
                  <a:pt x="181899" y="121252"/>
                </a:lnTo>
                <a:lnTo>
                  <a:pt x="181378" y="121361"/>
                </a:lnTo>
                <a:lnTo>
                  <a:pt x="180853" y="121457"/>
                </a:lnTo>
                <a:lnTo>
                  <a:pt x="180322" y="121540"/>
                </a:lnTo>
                <a:lnTo>
                  <a:pt x="179787" y="121611"/>
                </a:lnTo>
                <a:lnTo>
                  <a:pt x="179247" y="121669"/>
                </a:lnTo>
                <a:lnTo>
                  <a:pt x="178702" y="121713"/>
                </a:lnTo>
                <a:lnTo>
                  <a:pt x="178152" y="121746"/>
                </a:lnTo>
                <a:lnTo>
                  <a:pt x="177598" y="121765"/>
                </a:lnTo>
                <a:lnTo>
                  <a:pt x="177038" y="121771"/>
                </a:lnTo>
                <a:lnTo>
                  <a:pt x="176550" y="121766"/>
                </a:lnTo>
                <a:lnTo>
                  <a:pt x="176069" y="121752"/>
                </a:lnTo>
                <a:lnTo>
                  <a:pt x="175595" y="121728"/>
                </a:lnTo>
                <a:lnTo>
                  <a:pt x="175128" y="121695"/>
                </a:lnTo>
                <a:lnTo>
                  <a:pt x="174669" y="121651"/>
                </a:lnTo>
                <a:lnTo>
                  <a:pt x="174216" y="121599"/>
                </a:lnTo>
                <a:lnTo>
                  <a:pt x="173771" y="121537"/>
                </a:lnTo>
                <a:lnTo>
                  <a:pt x="173333" y="121465"/>
                </a:lnTo>
                <a:lnTo>
                  <a:pt x="172902" y="121383"/>
                </a:lnTo>
                <a:lnTo>
                  <a:pt x="172478" y="121292"/>
                </a:lnTo>
                <a:lnTo>
                  <a:pt x="172062" y="121192"/>
                </a:lnTo>
                <a:lnTo>
                  <a:pt x="171652" y="121082"/>
                </a:lnTo>
                <a:lnTo>
                  <a:pt x="171250" y="120962"/>
                </a:lnTo>
                <a:lnTo>
                  <a:pt x="170855" y="120833"/>
                </a:lnTo>
                <a:lnTo>
                  <a:pt x="170467" y="120694"/>
                </a:lnTo>
                <a:lnTo>
                  <a:pt x="170086" y="120546"/>
                </a:lnTo>
                <a:lnTo>
                  <a:pt x="169712" y="120388"/>
                </a:lnTo>
                <a:lnTo>
                  <a:pt x="169345" y="120220"/>
                </a:lnTo>
                <a:lnTo>
                  <a:pt x="168986" y="120043"/>
                </a:lnTo>
                <a:lnTo>
                  <a:pt x="168634" y="119856"/>
                </a:lnTo>
                <a:lnTo>
                  <a:pt x="168289" y="119660"/>
                </a:lnTo>
                <a:lnTo>
                  <a:pt x="167951" y="119454"/>
                </a:lnTo>
                <a:lnTo>
                  <a:pt x="167620" y="119239"/>
                </a:lnTo>
                <a:lnTo>
                  <a:pt x="167296" y="119014"/>
                </a:lnTo>
                <a:lnTo>
                  <a:pt x="166980" y="118781"/>
                </a:lnTo>
                <a:lnTo>
                  <a:pt x="166673" y="118541"/>
                </a:lnTo>
                <a:lnTo>
                  <a:pt x="166374" y="118294"/>
                </a:lnTo>
                <a:lnTo>
                  <a:pt x="166083" y="118040"/>
                </a:lnTo>
                <a:lnTo>
                  <a:pt x="165800" y="117780"/>
                </a:lnTo>
                <a:lnTo>
                  <a:pt x="165525" y="117512"/>
                </a:lnTo>
                <a:lnTo>
                  <a:pt x="165259" y="117238"/>
                </a:lnTo>
                <a:lnTo>
                  <a:pt x="165001" y="116958"/>
                </a:lnTo>
                <a:lnTo>
                  <a:pt x="164752" y="116670"/>
                </a:lnTo>
                <a:lnTo>
                  <a:pt x="164511" y="116375"/>
                </a:lnTo>
                <a:lnTo>
                  <a:pt x="164278" y="116074"/>
                </a:lnTo>
                <a:lnTo>
                  <a:pt x="164053" y="115766"/>
                </a:lnTo>
                <a:lnTo>
                  <a:pt x="163837" y="115451"/>
                </a:lnTo>
                <a:lnTo>
                  <a:pt x="163629" y="115129"/>
                </a:lnTo>
                <a:lnTo>
                  <a:pt x="163429" y="114801"/>
                </a:lnTo>
                <a:lnTo>
                  <a:pt x="163237" y="114466"/>
                </a:lnTo>
                <a:lnTo>
                  <a:pt x="163054" y="114123"/>
                </a:lnTo>
                <a:lnTo>
                  <a:pt x="162879" y="113774"/>
                </a:lnTo>
                <a:lnTo>
                  <a:pt x="162713" y="113419"/>
                </a:lnTo>
                <a:lnTo>
                  <a:pt x="162554" y="113056"/>
                </a:lnTo>
                <a:lnTo>
                  <a:pt x="162404" y="112687"/>
                </a:lnTo>
                <a:lnTo>
                  <a:pt x="162263" y="112311"/>
                </a:lnTo>
                <a:lnTo>
                  <a:pt x="162129" y="111928"/>
                </a:lnTo>
                <a:lnTo>
                  <a:pt x="162004" y="111538"/>
                </a:lnTo>
                <a:lnTo>
                  <a:pt x="161886" y="111116"/>
                </a:lnTo>
                <a:lnTo>
                  <a:pt x="161772" y="110639"/>
                </a:lnTo>
                <a:lnTo>
                  <a:pt x="161664" y="110105"/>
                </a:lnTo>
                <a:lnTo>
                  <a:pt x="161560" y="109514"/>
                </a:lnTo>
                <a:lnTo>
                  <a:pt x="161462" y="108868"/>
                </a:lnTo>
                <a:lnTo>
                  <a:pt x="161369" y="108165"/>
                </a:lnTo>
                <a:lnTo>
                  <a:pt x="161281" y="107406"/>
                </a:lnTo>
                <a:lnTo>
                  <a:pt x="161197" y="106590"/>
                </a:lnTo>
                <a:lnTo>
                  <a:pt x="161119" y="105718"/>
                </a:lnTo>
                <a:lnTo>
                  <a:pt x="161046" y="104790"/>
                </a:lnTo>
                <a:lnTo>
                  <a:pt x="160978" y="103806"/>
                </a:lnTo>
                <a:lnTo>
                  <a:pt x="160915" y="102765"/>
                </a:lnTo>
                <a:lnTo>
                  <a:pt x="160857" y="101668"/>
                </a:lnTo>
                <a:lnTo>
                  <a:pt x="160804" y="100514"/>
                </a:lnTo>
                <a:lnTo>
                  <a:pt x="160756" y="99305"/>
                </a:lnTo>
                <a:lnTo>
                  <a:pt x="160713" y="98039"/>
                </a:lnTo>
                <a:lnTo>
                  <a:pt x="160676" y="96716"/>
                </a:lnTo>
                <a:lnTo>
                  <a:pt x="160643" y="95338"/>
                </a:lnTo>
                <a:lnTo>
                  <a:pt x="160615" y="93903"/>
                </a:lnTo>
                <a:lnTo>
                  <a:pt x="160592" y="92412"/>
                </a:lnTo>
                <a:lnTo>
                  <a:pt x="160575" y="90864"/>
                </a:lnTo>
                <a:lnTo>
                  <a:pt x="160562" y="89260"/>
                </a:lnTo>
                <a:lnTo>
                  <a:pt x="160555" y="87600"/>
                </a:lnTo>
                <a:lnTo>
                  <a:pt x="160552" y="85884"/>
                </a:lnTo>
                <a:lnTo>
                  <a:pt x="160552" y="40278"/>
                </a:lnTo>
                <a:lnTo>
                  <a:pt x="134231" y="40278"/>
                </a:lnTo>
                <a:lnTo>
                  <a:pt x="134231" y="103224"/>
                </a:lnTo>
                <a:lnTo>
                  <a:pt x="134237" y="104385"/>
                </a:lnTo>
                <a:lnTo>
                  <a:pt x="134256" y="105524"/>
                </a:lnTo>
                <a:lnTo>
                  <a:pt x="134286" y="106642"/>
                </a:lnTo>
                <a:lnTo>
                  <a:pt x="134330" y="107739"/>
                </a:lnTo>
                <a:lnTo>
                  <a:pt x="134385" y="108815"/>
                </a:lnTo>
                <a:lnTo>
                  <a:pt x="134453" y="109869"/>
                </a:lnTo>
                <a:lnTo>
                  <a:pt x="134534" y="110903"/>
                </a:lnTo>
                <a:lnTo>
                  <a:pt x="134626" y="111915"/>
                </a:lnTo>
                <a:lnTo>
                  <a:pt x="134731" y="112906"/>
                </a:lnTo>
                <a:lnTo>
                  <a:pt x="134849" y="113876"/>
                </a:lnTo>
                <a:lnTo>
                  <a:pt x="134979" y="114825"/>
                </a:lnTo>
                <a:lnTo>
                  <a:pt x="135121" y="115753"/>
                </a:lnTo>
                <a:lnTo>
                  <a:pt x="135275" y="116659"/>
                </a:lnTo>
                <a:lnTo>
                  <a:pt x="135442" y="117545"/>
                </a:lnTo>
                <a:lnTo>
                  <a:pt x="135621" y="118409"/>
                </a:lnTo>
                <a:lnTo>
                  <a:pt x="135813" y="119252"/>
                </a:lnTo>
                <a:lnTo>
                  <a:pt x="136017" y="120075"/>
                </a:lnTo>
                <a:lnTo>
                  <a:pt x="136233" y="120875"/>
                </a:lnTo>
                <a:lnTo>
                  <a:pt x="136462" y="121655"/>
                </a:lnTo>
                <a:lnTo>
                  <a:pt x="136703" y="122414"/>
                </a:lnTo>
                <a:lnTo>
                  <a:pt x="136956" y="123151"/>
                </a:lnTo>
                <a:lnTo>
                  <a:pt x="137222" y="123868"/>
                </a:lnTo>
                <a:lnTo>
                  <a:pt x="137500" y="124563"/>
                </a:lnTo>
                <a:lnTo>
                  <a:pt x="137790" y="125237"/>
                </a:lnTo>
                <a:lnTo>
                  <a:pt x="138095" y="125894"/>
                </a:lnTo>
                <a:lnTo>
                  <a:pt x="138414" y="126539"/>
                </a:lnTo>
                <a:lnTo>
                  <a:pt x="138749" y="127172"/>
                </a:lnTo>
                <a:lnTo>
                  <a:pt x="139099" y="127792"/>
                </a:lnTo>
                <a:lnTo>
                  <a:pt x="139464" y="128400"/>
                </a:lnTo>
                <a:lnTo>
                  <a:pt x="139845" y="128995"/>
                </a:lnTo>
                <a:lnTo>
                  <a:pt x="140241" y="129579"/>
                </a:lnTo>
                <a:lnTo>
                  <a:pt x="140652" y="130149"/>
                </a:lnTo>
                <a:lnTo>
                  <a:pt x="141079" y="130708"/>
                </a:lnTo>
                <a:lnTo>
                  <a:pt x="141521" y="131254"/>
                </a:lnTo>
                <a:lnTo>
                  <a:pt x="141978" y="131788"/>
                </a:lnTo>
                <a:lnTo>
                  <a:pt x="142450" y="132309"/>
                </a:lnTo>
                <a:lnTo>
                  <a:pt x="142938" y="132818"/>
                </a:lnTo>
                <a:lnTo>
                  <a:pt x="143441" y="133315"/>
                </a:lnTo>
                <a:lnTo>
                  <a:pt x="143959" y="133799"/>
                </a:lnTo>
                <a:lnTo>
                  <a:pt x="144493" y="134271"/>
                </a:lnTo>
                <a:lnTo>
                  <a:pt x="145042" y="134730"/>
                </a:lnTo>
                <a:lnTo>
                  <a:pt x="145606" y="135178"/>
                </a:lnTo>
                <a:lnTo>
                  <a:pt x="146185" y="135613"/>
                </a:lnTo>
                <a:lnTo>
                  <a:pt x="146780" y="136035"/>
                </a:lnTo>
                <a:lnTo>
                  <a:pt x="147390" y="136445"/>
                </a:lnTo>
                <a:lnTo>
                  <a:pt x="148015" y="136843"/>
                </a:lnTo>
                <a:lnTo>
                  <a:pt x="148656" y="137228"/>
                </a:lnTo>
                <a:lnTo>
                  <a:pt x="149312" y="137601"/>
                </a:lnTo>
                <a:lnTo>
                  <a:pt x="149979" y="137961"/>
                </a:lnTo>
                <a:lnTo>
                  <a:pt x="150653" y="138305"/>
                </a:lnTo>
                <a:lnTo>
                  <a:pt x="151334" y="138633"/>
                </a:lnTo>
                <a:lnTo>
                  <a:pt x="152023" y="138947"/>
                </a:lnTo>
                <a:lnTo>
                  <a:pt x="152719" y="139245"/>
                </a:lnTo>
                <a:lnTo>
                  <a:pt x="153422" y="139528"/>
                </a:lnTo>
                <a:lnTo>
                  <a:pt x="154132" y="139795"/>
                </a:lnTo>
                <a:lnTo>
                  <a:pt x="154849" y="140047"/>
                </a:lnTo>
                <a:lnTo>
                  <a:pt x="155573" y="140284"/>
                </a:lnTo>
                <a:lnTo>
                  <a:pt x="156304" y="140506"/>
                </a:lnTo>
                <a:lnTo>
                  <a:pt x="157043" y="140712"/>
                </a:lnTo>
                <a:lnTo>
                  <a:pt x="157789" y="140903"/>
                </a:lnTo>
                <a:lnTo>
                  <a:pt x="158542" y="141079"/>
                </a:lnTo>
                <a:lnTo>
                  <a:pt x="159302" y="141240"/>
                </a:lnTo>
                <a:lnTo>
                  <a:pt x="160069" y="141385"/>
                </a:lnTo>
                <a:lnTo>
                  <a:pt x="160844" y="141515"/>
                </a:lnTo>
                <a:lnTo>
                  <a:pt x="161625" y="141629"/>
                </a:lnTo>
                <a:lnTo>
                  <a:pt x="162414" y="141729"/>
                </a:lnTo>
                <a:lnTo>
                  <a:pt x="163210" y="141813"/>
                </a:lnTo>
                <a:lnTo>
                  <a:pt x="164013" y="141882"/>
                </a:lnTo>
                <a:lnTo>
                  <a:pt x="164823" y="141935"/>
                </a:lnTo>
                <a:lnTo>
                  <a:pt x="165640" y="141973"/>
                </a:lnTo>
                <a:lnTo>
                  <a:pt x="166465" y="141996"/>
                </a:lnTo>
                <a:lnTo>
                  <a:pt x="167296" y="142004"/>
                </a:lnTo>
                <a:lnTo>
                  <a:pt x="168114" y="141996"/>
                </a:lnTo>
                <a:lnTo>
                  <a:pt x="168929" y="141972"/>
                </a:lnTo>
                <a:lnTo>
                  <a:pt x="169740" y="141932"/>
                </a:lnTo>
                <a:lnTo>
                  <a:pt x="170548" y="141876"/>
                </a:lnTo>
                <a:lnTo>
                  <a:pt x="171352" y="141805"/>
                </a:lnTo>
                <a:lnTo>
                  <a:pt x="172153" y="141717"/>
                </a:lnTo>
                <a:lnTo>
                  <a:pt x="172950" y="141613"/>
                </a:lnTo>
                <a:lnTo>
                  <a:pt x="173744" y="141494"/>
                </a:lnTo>
                <a:lnTo>
                  <a:pt x="174535" y="141358"/>
                </a:lnTo>
                <a:lnTo>
                  <a:pt x="175322" y="141207"/>
                </a:lnTo>
                <a:lnTo>
                  <a:pt x="176106" y="141040"/>
                </a:lnTo>
                <a:lnTo>
                  <a:pt x="176886" y="140856"/>
                </a:lnTo>
                <a:lnTo>
                  <a:pt x="177663" y="140657"/>
                </a:lnTo>
                <a:lnTo>
                  <a:pt x="178436" y="140442"/>
                </a:lnTo>
                <a:lnTo>
                  <a:pt x="179206" y="140211"/>
                </a:lnTo>
                <a:lnTo>
                  <a:pt x="179973" y="139964"/>
                </a:lnTo>
                <a:lnTo>
                  <a:pt x="180736" y="139701"/>
                </a:lnTo>
                <a:lnTo>
                  <a:pt x="181496" y="139422"/>
                </a:lnTo>
                <a:lnTo>
                  <a:pt x="182253" y="139127"/>
                </a:lnTo>
                <a:lnTo>
                  <a:pt x="183006" y="138817"/>
                </a:lnTo>
                <a:lnTo>
                  <a:pt x="183755" y="138490"/>
                </a:lnTo>
                <a:lnTo>
                  <a:pt x="184501" y="138147"/>
                </a:lnTo>
                <a:lnTo>
                  <a:pt x="185244" y="137789"/>
                </a:lnTo>
                <a:lnTo>
                  <a:pt x="185984" y="137414"/>
                </a:lnTo>
                <a:lnTo>
                  <a:pt x="186715" y="137026"/>
                </a:lnTo>
                <a:lnTo>
                  <a:pt x="187435" y="136626"/>
                </a:lnTo>
                <a:lnTo>
                  <a:pt x="188143" y="136214"/>
                </a:lnTo>
                <a:lnTo>
                  <a:pt x="188839" y="135790"/>
                </a:lnTo>
                <a:lnTo>
                  <a:pt x="189523" y="135355"/>
                </a:lnTo>
                <a:lnTo>
                  <a:pt x="190196" y="134908"/>
                </a:lnTo>
                <a:lnTo>
                  <a:pt x="190856" y="134450"/>
                </a:lnTo>
                <a:lnTo>
                  <a:pt x="191505" y="133980"/>
                </a:lnTo>
                <a:lnTo>
                  <a:pt x="192142" y="133497"/>
                </a:lnTo>
                <a:lnTo>
                  <a:pt x="192767" y="133004"/>
                </a:lnTo>
                <a:lnTo>
                  <a:pt x="193380" y="132498"/>
                </a:lnTo>
                <a:lnTo>
                  <a:pt x="193981" y="131981"/>
                </a:lnTo>
                <a:lnTo>
                  <a:pt x="194570" y="131452"/>
                </a:lnTo>
                <a:lnTo>
                  <a:pt x="195147" y="130912"/>
                </a:lnTo>
                <a:lnTo>
                  <a:pt x="195713" y="130360"/>
                </a:lnTo>
                <a:lnTo>
                  <a:pt x="196266" y="129796"/>
                </a:lnTo>
                <a:lnTo>
                  <a:pt x="196808" y="129220"/>
                </a:lnTo>
                <a:lnTo>
                  <a:pt x="197338" y="128633"/>
                </a:lnTo>
                <a:lnTo>
                  <a:pt x="197856" y="128033"/>
                </a:lnTo>
                <a:lnTo>
                  <a:pt x="198362" y="127423"/>
                </a:lnTo>
                <a:lnTo>
                  <a:pt x="198857" y="126800"/>
                </a:lnTo>
                <a:lnTo>
                  <a:pt x="199339" y="126166"/>
                </a:lnTo>
                <a:lnTo>
                  <a:pt x="199810" y="125520"/>
                </a:lnTo>
                <a:lnTo>
                  <a:pt x="200268" y="124862"/>
                </a:lnTo>
                <a:lnTo>
                  <a:pt x="200268" y="139756"/>
                </a:lnTo>
                <a:lnTo>
                  <a:pt x="224716" y="139756"/>
                </a:lnTo>
                <a:lnTo>
                  <a:pt x="224716" y="40278"/>
                </a:lnTo>
                <a:lnTo>
                  <a:pt x="198395" y="40278"/>
                </a:lnTo>
                <a:close/>
                <a:moveTo>
                  <a:pt x="564931" y="141499"/>
                </a:moveTo>
                <a:lnTo>
                  <a:pt x="564718" y="142169"/>
                </a:lnTo>
                <a:lnTo>
                  <a:pt x="564498" y="142827"/>
                </a:lnTo>
                <a:lnTo>
                  <a:pt x="564271" y="143476"/>
                </a:lnTo>
                <a:lnTo>
                  <a:pt x="564036" y="144114"/>
                </a:lnTo>
                <a:lnTo>
                  <a:pt x="563794" y="144743"/>
                </a:lnTo>
                <a:lnTo>
                  <a:pt x="563546" y="145360"/>
                </a:lnTo>
                <a:lnTo>
                  <a:pt x="563290" y="145968"/>
                </a:lnTo>
                <a:lnTo>
                  <a:pt x="563027" y="146565"/>
                </a:lnTo>
                <a:lnTo>
                  <a:pt x="562756" y="147153"/>
                </a:lnTo>
                <a:lnTo>
                  <a:pt x="562479" y="147730"/>
                </a:lnTo>
                <a:lnTo>
                  <a:pt x="562194" y="148296"/>
                </a:lnTo>
                <a:lnTo>
                  <a:pt x="561903" y="148853"/>
                </a:lnTo>
                <a:lnTo>
                  <a:pt x="561604" y="149399"/>
                </a:lnTo>
                <a:lnTo>
                  <a:pt x="561298" y="149935"/>
                </a:lnTo>
                <a:lnTo>
                  <a:pt x="560984" y="150460"/>
                </a:lnTo>
                <a:lnTo>
                  <a:pt x="560664" y="150976"/>
                </a:lnTo>
                <a:lnTo>
                  <a:pt x="560336" y="151481"/>
                </a:lnTo>
                <a:lnTo>
                  <a:pt x="560002" y="151976"/>
                </a:lnTo>
                <a:lnTo>
                  <a:pt x="559660" y="152461"/>
                </a:lnTo>
                <a:lnTo>
                  <a:pt x="559311" y="152935"/>
                </a:lnTo>
                <a:lnTo>
                  <a:pt x="558955" y="153399"/>
                </a:lnTo>
                <a:lnTo>
                  <a:pt x="558592" y="153853"/>
                </a:lnTo>
                <a:lnTo>
                  <a:pt x="558216" y="154293"/>
                </a:lnTo>
                <a:lnTo>
                  <a:pt x="557825" y="154713"/>
                </a:lnTo>
                <a:lnTo>
                  <a:pt x="557416" y="155116"/>
                </a:lnTo>
                <a:lnTo>
                  <a:pt x="556991" y="155499"/>
                </a:lnTo>
                <a:lnTo>
                  <a:pt x="556550" y="155864"/>
                </a:lnTo>
                <a:lnTo>
                  <a:pt x="556092" y="156210"/>
                </a:lnTo>
                <a:lnTo>
                  <a:pt x="555617" y="156537"/>
                </a:lnTo>
                <a:lnTo>
                  <a:pt x="555126" y="156845"/>
                </a:lnTo>
                <a:lnTo>
                  <a:pt x="554618" y="157135"/>
                </a:lnTo>
                <a:lnTo>
                  <a:pt x="554093" y="157406"/>
                </a:lnTo>
                <a:lnTo>
                  <a:pt x="553552" y="157659"/>
                </a:lnTo>
                <a:lnTo>
                  <a:pt x="552995" y="157893"/>
                </a:lnTo>
                <a:lnTo>
                  <a:pt x="552421" y="158108"/>
                </a:lnTo>
                <a:lnTo>
                  <a:pt x="551830" y="158304"/>
                </a:lnTo>
                <a:lnTo>
                  <a:pt x="551222" y="158482"/>
                </a:lnTo>
                <a:lnTo>
                  <a:pt x="550598" y="158641"/>
                </a:lnTo>
                <a:lnTo>
                  <a:pt x="549958" y="158781"/>
                </a:lnTo>
                <a:lnTo>
                  <a:pt x="549301" y="158903"/>
                </a:lnTo>
                <a:lnTo>
                  <a:pt x="548627" y="159005"/>
                </a:lnTo>
                <a:lnTo>
                  <a:pt x="547937" y="159090"/>
                </a:lnTo>
                <a:lnTo>
                  <a:pt x="547230" y="159155"/>
                </a:lnTo>
                <a:lnTo>
                  <a:pt x="546506" y="159202"/>
                </a:lnTo>
                <a:lnTo>
                  <a:pt x="545766" y="159230"/>
                </a:lnTo>
                <a:lnTo>
                  <a:pt x="545009" y="159239"/>
                </a:lnTo>
                <a:lnTo>
                  <a:pt x="544594" y="159237"/>
                </a:lnTo>
                <a:lnTo>
                  <a:pt x="544174" y="159231"/>
                </a:lnTo>
                <a:lnTo>
                  <a:pt x="543749" y="159220"/>
                </a:lnTo>
                <a:lnTo>
                  <a:pt x="543321" y="159205"/>
                </a:lnTo>
                <a:lnTo>
                  <a:pt x="542888" y="159186"/>
                </a:lnTo>
                <a:lnTo>
                  <a:pt x="542451" y="159163"/>
                </a:lnTo>
                <a:lnTo>
                  <a:pt x="542010" y="159136"/>
                </a:lnTo>
                <a:lnTo>
                  <a:pt x="541564" y="159104"/>
                </a:lnTo>
                <a:lnTo>
                  <a:pt x="541115" y="159068"/>
                </a:lnTo>
                <a:lnTo>
                  <a:pt x="540661" y="159028"/>
                </a:lnTo>
                <a:lnTo>
                  <a:pt x="540203" y="158983"/>
                </a:lnTo>
                <a:lnTo>
                  <a:pt x="539740" y="158935"/>
                </a:lnTo>
                <a:lnTo>
                  <a:pt x="539274" y="158882"/>
                </a:lnTo>
                <a:lnTo>
                  <a:pt x="538803" y="158825"/>
                </a:lnTo>
                <a:lnTo>
                  <a:pt x="538328" y="158764"/>
                </a:lnTo>
                <a:lnTo>
                  <a:pt x="537849" y="158698"/>
                </a:lnTo>
                <a:lnTo>
                  <a:pt x="537365" y="158628"/>
                </a:lnTo>
                <a:lnTo>
                  <a:pt x="536878" y="158554"/>
                </a:lnTo>
                <a:lnTo>
                  <a:pt x="536386" y="158476"/>
                </a:lnTo>
                <a:lnTo>
                  <a:pt x="535890" y="158394"/>
                </a:lnTo>
                <a:lnTo>
                  <a:pt x="535389" y="158307"/>
                </a:lnTo>
                <a:lnTo>
                  <a:pt x="534885" y="158216"/>
                </a:lnTo>
                <a:lnTo>
                  <a:pt x="534376" y="158121"/>
                </a:lnTo>
                <a:lnTo>
                  <a:pt x="533863" y="158022"/>
                </a:lnTo>
                <a:lnTo>
                  <a:pt x="536204" y="178629"/>
                </a:lnTo>
                <a:lnTo>
                  <a:pt x="536814" y="178759"/>
                </a:lnTo>
                <a:lnTo>
                  <a:pt x="537424" y="178883"/>
                </a:lnTo>
                <a:lnTo>
                  <a:pt x="538035" y="179002"/>
                </a:lnTo>
                <a:lnTo>
                  <a:pt x="538648" y="179115"/>
                </a:lnTo>
                <a:lnTo>
                  <a:pt x="539261" y="179223"/>
                </a:lnTo>
                <a:lnTo>
                  <a:pt x="539875" y="179326"/>
                </a:lnTo>
                <a:lnTo>
                  <a:pt x="540490" y="179422"/>
                </a:lnTo>
                <a:lnTo>
                  <a:pt x="541106" y="179514"/>
                </a:lnTo>
                <a:lnTo>
                  <a:pt x="541724" y="179599"/>
                </a:lnTo>
                <a:lnTo>
                  <a:pt x="542342" y="179679"/>
                </a:lnTo>
                <a:lnTo>
                  <a:pt x="542961" y="179754"/>
                </a:lnTo>
                <a:lnTo>
                  <a:pt x="543581" y="179823"/>
                </a:lnTo>
                <a:lnTo>
                  <a:pt x="544202" y="179887"/>
                </a:lnTo>
                <a:lnTo>
                  <a:pt x="544824" y="179945"/>
                </a:lnTo>
                <a:lnTo>
                  <a:pt x="545447" y="179997"/>
                </a:lnTo>
                <a:lnTo>
                  <a:pt x="546071" y="180044"/>
                </a:lnTo>
                <a:lnTo>
                  <a:pt x="546696" y="180086"/>
                </a:lnTo>
                <a:lnTo>
                  <a:pt x="547322" y="180122"/>
                </a:lnTo>
                <a:lnTo>
                  <a:pt x="547949" y="180152"/>
                </a:lnTo>
                <a:lnTo>
                  <a:pt x="548577" y="180177"/>
                </a:lnTo>
                <a:lnTo>
                  <a:pt x="549206" y="180196"/>
                </a:lnTo>
                <a:lnTo>
                  <a:pt x="549835" y="180210"/>
                </a:lnTo>
                <a:lnTo>
                  <a:pt x="550466" y="180219"/>
                </a:lnTo>
                <a:lnTo>
                  <a:pt x="551098" y="180221"/>
                </a:lnTo>
                <a:lnTo>
                  <a:pt x="551720" y="180219"/>
                </a:lnTo>
                <a:lnTo>
                  <a:pt x="552336" y="180210"/>
                </a:lnTo>
                <a:lnTo>
                  <a:pt x="552947" y="180196"/>
                </a:lnTo>
                <a:lnTo>
                  <a:pt x="553553" y="180177"/>
                </a:lnTo>
                <a:lnTo>
                  <a:pt x="554153" y="180152"/>
                </a:lnTo>
                <a:lnTo>
                  <a:pt x="554748" y="180122"/>
                </a:lnTo>
                <a:lnTo>
                  <a:pt x="555338" y="180086"/>
                </a:lnTo>
                <a:lnTo>
                  <a:pt x="555922" y="180044"/>
                </a:lnTo>
                <a:lnTo>
                  <a:pt x="556501" y="179997"/>
                </a:lnTo>
                <a:lnTo>
                  <a:pt x="557074" y="179945"/>
                </a:lnTo>
                <a:lnTo>
                  <a:pt x="557642" y="179887"/>
                </a:lnTo>
                <a:lnTo>
                  <a:pt x="558205" y="179823"/>
                </a:lnTo>
                <a:lnTo>
                  <a:pt x="558763" y="179754"/>
                </a:lnTo>
                <a:lnTo>
                  <a:pt x="559315" y="179679"/>
                </a:lnTo>
                <a:lnTo>
                  <a:pt x="559861" y="179599"/>
                </a:lnTo>
                <a:lnTo>
                  <a:pt x="560403" y="179514"/>
                </a:lnTo>
                <a:lnTo>
                  <a:pt x="560938" y="179422"/>
                </a:lnTo>
                <a:lnTo>
                  <a:pt x="561469" y="179326"/>
                </a:lnTo>
                <a:lnTo>
                  <a:pt x="561994" y="179223"/>
                </a:lnTo>
                <a:lnTo>
                  <a:pt x="562514" y="179115"/>
                </a:lnTo>
                <a:lnTo>
                  <a:pt x="563028" y="179002"/>
                </a:lnTo>
                <a:lnTo>
                  <a:pt x="563538" y="178883"/>
                </a:lnTo>
                <a:lnTo>
                  <a:pt x="564041" y="178759"/>
                </a:lnTo>
                <a:lnTo>
                  <a:pt x="564540" y="178629"/>
                </a:lnTo>
                <a:lnTo>
                  <a:pt x="565032" y="178494"/>
                </a:lnTo>
                <a:lnTo>
                  <a:pt x="565518" y="178355"/>
                </a:lnTo>
                <a:lnTo>
                  <a:pt x="565997" y="178211"/>
                </a:lnTo>
                <a:lnTo>
                  <a:pt x="566470" y="178063"/>
                </a:lnTo>
                <a:lnTo>
                  <a:pt x="566937" y="177911"/>
                </a:lnTo>
                <a:lnTo>
                  <a:pt x="567397" y="177754"/>
                </a:lnTo>
                <a:lnTo>
                  <a:pt x="567850" y="177592"/>
                </a:lnTo>
                <a:lnTo>
                  <a:pt x="568297" y="177427"/>
                </a:lnTo>
                <a:lnTo>
                  <a:pt x="568737" y="177257"/>
                </a:lnTo>
                <a:lnTo>
                  <a:pt x="569171" y="177082"/>
                </a:lnTo>
                <a:lnTo>
                  <a:pt x="569598" y="176904"/>
                </a:lnTo>
                <a:lnTo>
                  <a:pt x="570019" y="176720"/>
                </a:lnTo>
                <a:lnTo>
                  <a:pt x="570434" y="176533"/>
                </a:lnTo>
                <a:lnTo>
                  <a:pt x="570842" y="176341"/>
                </a:lnTo>
                <a:lnTo>
                  <a:pt x="571243" y="176144"/>
                </a:lnTo>
                <a:lnTo>
                  <a:pt x="571638" y="175944"/>
                </a:lnTo>
                <a:lnTo>
                  <a:pt x="572026" y="175739"/>
                </a:lnTo>
                <a:lnTo>
                  <a:pt x="572408" y="175529"/>
                </a:lnTo>
                <a:lnTo>
                  <a:pt x="572783" y="175315"/>
                </a:lnTo>
                <a:lnTo>
                  <a:pt x="573152" y="175097"/>
                </a:lnTo>
                <a:lnTo>
                  <a:pt x="573514" y="174874"/>
                </a:lnTo>
                <a:lnTo>
                  <a:pt x="573870" y="174647"/>
                </a:lnTo>
                <a:lnTo>
                  <a:pt x="574220" y="174415"/>
                </a:lnTo>
                <a:lnTo>
                  <a:pt x="574562" y="174180"/>
                </a:lnTo>
                <a:lnTo>
                  <a:pt x="574900" y="173939"/>
                </a:lnTo>
                <a:lnTo>
                  <a:pt x="575235" y="173691"/>
                </a:lnTo>
                <a:lnTo>
                  <a:pt x="575566" y="173438"/>
                </a:lnTo>
                <a:lnTo>
                  <a:pt x="575895" y="173179"/>
                </a:lnTo>
                <a:lnTo>
                  <a:pt x="576219" y="172914"/>
                </a:lnTo>
                <a:lnTo>
                  <a:pt x="576541" y="172643"/>
                </a:lnTo>
                <a:lnTo>
                  <a:pt x="576860" y="172366"/>
                </a:lnTo>
                <a:lnTo>
                  <a:pt x="577175" y="172082"/>
                </a:lnTo>
                <a:lnTo>
                  <a:pt x="577487" y="171793"/>
                </a:lnTo>
                <a:lnTo>
                  <a:pt x="577795" y="171498"/>
                </a:lnTo>
                <a:lnTo>
                  <a:pt x="578101" y="171197"/>
                </a:lnTo>
                <a:lnTo>
                  <a:pt x="578403" y="170889"/>
                </a:lnTo>
                <a:lnTo>
                  <a:pt x="578702" y="170576"/>
                </a:lnTo>
                <a:lnTo>
                  <a:pt x="578997" y="170257"/>
                </a:lnTo>
                <a:lnTo>
                  <a:pt x="579290" y="169932"/>
                </a:lnTo>
                <a:lnTo>
                  <a:pt x="579579" y="169600"/>
                </a:lnTo>
                <a:lnTo>
                  <a:pt x="579865" y="169263"/>
                </a:lnTo>
                <a:lnTo>
                  <a:pt x="580147" y="168919"/>
                </a:lnTo>
                <a:lnTo>
                  <a:pt x="580427" y="168570"/>
                </a:lnTo>
                <a:lnTo>
                  <a:pt x="580703" y="168215"/>
                </a:lnTo>
                <a:lnTo>
                  <a:pt x="580976" y="167853"/>
                </a:lnTo>
                <a:lnTo>
                  <a:pt x="581245" y="167486"/>
                </a:lnTo>
                <a:lnTo>
                  <a:pt x="581512" y="167112"/>
                </a:lnTo>
                <a:lnTo>
                  <a:pt x="581775" y="166733"/>
                </a:lnTo>
                <a:lnTo>
                  <a:pt x="582037" y="166343"/>
                </a:lnTo>
                <a:lnTo>
                  <a:pt x="582300" y="165939"/>
                </a:lnTo>
                <a:lnTo>
                  <a:pt x="582565" y="165521"/>
                </a:lnTo>
                <a:lnTo>
                  <a:pt x="582830" y="165088"/>
                </a:lnTo>
                <a:lnTo>
                  <a:pt x="583097" y="164642"/>
                </a:lnTo>
                <a:lnTo>
                  <a:pt x="583364" y="164180"/>
                </a:lnTo>
                <a:lnTo>
                  <a:pt x="583633" y="163705"/>
                </a:lnTo>
                <a:lnTo>
                  <a:pt x="583903" y="163215"/>
                </a:lnTo>
                <a:lnTo>
                  <a:pt x="584174" y="162711"/>
                </a:lnTo>
                <a:lnTo>
                  <a:pt x="584447" y="162192"/>
                </a:lnTo>
                <a:lnTo>
                  <a:pt x="584720" y="161660"/>
                </a:lnTo>
                <a:lnTo>
                  <a:pt x="584995" y="161113"/>
                </a:lnTo>
                <a:lnTo>
                  <a:pt x="585271" y="160551"/>
                </a:lnTo>
                <a:lnTo>
                  <a:pt x="585547" y="159976"/>
                </a:lnTo>
                <a:lnTo>
                  <a:pt x="585825" y="159386"/>
                </a:lnTo>
                <a:lnTo>
                  <a:pt x="586105" y="158781"/>
                </a:lnTo>
                <a:lnTo>
                  <a:pt x="586385" y="158163"/>
                </a:lnTo>
                <a:lnTo>
                  <a:pt x="586666" y="157530"/>
                </a:lnTo>
                <a:lnTo>
                  <a:pt x="586949" y="156883"/>
                </a:lnTo>
                <a:lnTo>
                  <a:pt x="587233" y="156221"/>
                </a:lnTo>
                <a:lnTo>
                  <a:pt x="587517" y="155545"/>
                </a:lnTo>
                <a:lnTo>
                  <a:pt x="587803" y="154855"/>
                </a:lnTo>
                <a:lnTo>
                  <a:pt x="588090" y="154150"/>
                </a:lnTo>
                <a:lnTo>
                  <a:pt x="588379" y="153432"/>
                </a:lnTo>
                <a:lnTo>
                  <a:pt x="594655" y="136041"/>
                </a:lnTo>
                <a:lnTo>
                  <a:pt x="629781" y="40278"/>
                </a:lnTo>
                <a:lnTo>
                  <a:pt x="602523" y="40278"/>
                </a:lnTo>
                <a:lnTo>
                  <a:pt x="579293" y="110973"/>
                </a:lnTo>
                <a:lnTo>
                  <a:pt x="555500" y="40278"/>
                </a:lnTo>
                <a:lnTo>
                  <a:pt x="527493" y="40278"/>
                </a:lnTo>
                <a:lnTo>
                  <a:pt x="565336" y="140131"/>
                </a:lnTo>
                <a:lnTo>
                  <a:pt x="565137" y="140820"/>
                </a:lnTo>
                <a:lnTo>
                  <a:pt x="564931" y="1414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HistoricalBacklogData">
            <a:extLst xmlns:a="http://schemas.openxmlformats.org/drawingml/2006/main">
              <a:ext uri="{FF2B5EF4-FFF2-40B4-BE49-F238E27FC236}">
                <a16:creationId xmlns:a16="http://schemas.microsoft.com/office/drawing/2014/main" id="{49B5E213-ECCC-4FA7-9D06-D2FA258A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025" y="262318"/>
            <a:ext cx="2122329" cy="177786"/>
          </a:xfrm>
          <a:custGeom xmlns:a="http://schemas.openxmlformats.org/drawingml/2006/main">
            <a:pathLst>
              <a:path w="2122329" h="177786">
                <a:moveTo>
                  <a:pt x="0" y="137320"/>
                </a:moveTo>
                <a:lnTo>
                  <a:pt x="0" y="0"/>
                </a:lnTo>
                <a:lnTo>
                  <a:pt x="27726" y="0"/>
                </a:lnTo>
                <a:lnTo>
                  <a:pt x="27726" y="53954"/>
                </a:lnTo>
                <a:lnTo>
                  <a:pt x="82055" y="53954"/>
                </a:lnTo>
                <a:lnTo>
                  <a:pt x="82055" y="0"/>
                </a:lnTo>
                <a:lnTo>
                  <a:pt x="109781" y="0"/>
                </a:lnTo>
                <a:lnTo>
                  <a:pt x="109781" y="137320"/>
                </a:lnTo>
                <a:lnTo>
                  <a:pt x="82055" y="137320"/>
                </a:lnTo>
                <a:lnTo>
                  <a:pt x="82055" y="77184"/>
                </a:lnTo>
                <a:lnTo>
                  <a:pt x="27726" y="77184"/>
                </a:lnTo>
                <a:lnTo>
                  <a:pt x="27726" y="137320"/>
                </a:lnTo>
                <a:lnTo>
                  <a:pt x="0" y="137320"/>
                </a:lnTo>
                <a:close/>
                <a:moveTo>
                  <a:pt x="138225" y="24354"/>
                </a:moveTo>
                <a:lnTo>
                  <a:pt x="138225" y="0"/>
                </a:lnTo>
                <a:lnTo>
                  <a:pt x="164546" y="0"/>
                </a:lnTo>
                <a:lnTo>
                  <a:pt x="164546" y="24354"/>
                </a:lnTo>
                <a:lnTo>
                  <a:pt x="138225" y="24354"/>
                </a:lnTo>
                <a:moveTo>
                  <a:pt x="138225" y="137320"/>
                </a:moveTo>
                <a:lnTo>
                  <a:pt x="138225" y="37843"/>
                </a:lnTo>
                <a:lnTo>
                  <a:pt x="164546" y="37843"/>
                </a:lnTo>
                <a:lnTo>
                  <a:pt x="164546" y="137320"/>
                </a:lnTo>
                <a:lnTo>
                  <a:pt x="138225" y="137320"/>
                </a:lnTo>
                <a:close/>
                <a:moveTo>
                  <a:pt x="182282" y="109032"/>
                </a:moveTo>
                <a:lnTo>
                  <a:pt x="208697" y="104911"/>
                </a:lnTo>
                <a:cubicBezTo>
                  <a:pt x="209821" y="110000"/>
                  <a:pt x="212101" y="113864"/>
                  <a:pt x="215535" y="116502"/>
                </a:cubicBezTo>
                <a:cubicBezTo>
                  <a:pt x="218970" y="119141"/>
                  <a:pt x="223778" y="120460"/>
                  <a:pt x="229960" y="120460"/>
                </a:cubicBezTo>
                <a:cubicBezTo>
                  <a:pt x="236767" y="120460"/>
                  <a:pt x="241888" y="119213"/>
                  <a:pt x="245322" y="116719"/>
                </a:cubicBezTo>
                <a:cubicBezTo>
                  <a:pt x="247633" y="114972"/>
                  <a:pt x="248788" y="112633"/>
                  <a:pt x="248788" y="109702"/>
                </a:cubicBezTo>
                <a:cubicBezTo>
                  <a:pt x="248788" y="107706"/>
                  <a:pt x="248164" y="106053"/>
                  <a:pt x="246915" y="104744"/>
                </a:cubicBezTo>
                <a:cubicBezTo>
                  <a:pt x="245603" y="103497"/>
                  <a:pt x="242668" y="102343"/>
                  <a:pt x="238110" y="101284"/>
                </a:cubicBezTo>
                <a:cubicBezTo>
                  <a:pt x="216878" y="96608"/>
                  <a:pt x="203420" y="92336"/>
                  <a:pt x="197738" y="88469"/>
                </a:cubicBezTo>
                <a:cubicBezTo>
                  <a:pt x="189869" y="83102"/>
                  <a:pt x="185935" y="75646"/>
                  <a:pt x="185935" y="66102"/>
                </a:cubicBezTo>
                <a:cubicBezTo>
                  <a:pt x="185935" y="57492"/>
                  <a:pt x="189339" y="50255"/>
                  <a:pt x="196145" y="44391"/>
                </a:cubicBezTo>
                <a:cubicBezTo>
                  <a:pt x="202952" y="38527"/>
                  <a:pt x="213506" y="35595"/>
                  <a:pt x="227806" y="35595"/>
                </a:cubicBezTo>
                <a:cubicBezTo>
                  <a:pt x="241419" y="35595"/>
                  <a:pt x="251536" y="37804"/>
                  <a:pt x="258155" y="42222"/>
                </a:cubicBezTo>
                <a:cubicBezTo>
                  <a:pt x="264774" y="46640"/>
                  <a:pt x="269333" y="53173"/>
                  <a:pt x="271831" y="61822"/>
                </a:cubicBezTo>
                <a:lnTo>
                  <a:pt x="247008" y="66506"/>
                </a:lnTo>
                <a:cubicBezTo>
                  <a:pt x="245947" y="62634"/>
                  <a:pt x="243933" y="59668"/>
                  <a:pt x="240967" y="57607"/>
                </a:cubicBezTo>
                <a:cubicBezTo>
                  <a:pt x="238000" y="55546"/>
                  <a:pt x="233770" y="54516"/>
                  <a:pt x="228274" y="54516"/>
                </a:cubicBezTo>
                <a:cubicBezTo>
                  <a:pt x="221343" y="54516"/>
                  <a:pt x="216378" y="55483"/>
                  <a:pt x="213381" y="57417"/>
                </a:cubicBezTo>
                <a:cubicBezTo>
                  <a:pt x="211382" y="58787"/>
                  <a:pt x="210383" y="60564"/>
                  <a:pt x="210383" y="62747"/>
                </a:cubicBezTo>
                <a:cubicBezTo>
                  <a:pt x="210383" y="64617"/>
                  <a:pt x="211257" y="66206"/>
                  <a:pt x="213006" y="67516"/>
                </a:cubicBezTo>
                <a:cubicBezTo>
                  <a:pt x="215379" y="69262"/>
                  <a:pt x="223575" y="71726"/>
                  <a:pt x="237594" y="74907"/>
                </a:cubicBezTo>
                <a:cubicBezTo>
                  <a:pt x="251614" y="78088"/>
                  <a:pt x="261402" y="81990"/>
                  <a:pt x="266960" y="86613"/>
                </a:cubicBezTo>
                <a:cubicBezTo>
                  <a:pt x="272455" y="91300"/>
                  <a:pt x="275203" y="97830"/>
                  <a:pt x="275203" y="106201"/>
                </a:cubicBezTo>
                <a:cubicBezTo>
                  <a:pt x="275203" y="115325"/>
                  <a:pt x="271394" y="123166"/>
                  <a:pt x="263775" y="129727"/>
                </a:cubicBezTo>
                <a:cubicBezTo>
                  <a:pt x="256157" y="136288"/>
                  <a:pt x="244885" y="139568"/>
                  <a:pt x="229960" y="139568"/>
                </a:cubicBezTo>
                <a:cubicBezTo>
                  <a:pt x="216409" y="139568"/>
                  <a:pt x="205684" y="136830"/>
                  <a:pt x="197785" y="131352"/>
                </a:cubicBezTo>
                <a:cubicBezTo>
                  <a:pt x="189885" y="125872"/>
                  <a:pt x="184718" y="118432"/>
                  <a:pt x="182282" y="109032"/>
                </a:cubicBezTo>
                <a:close/>
                <a:moveTo>
                  <a:pt x="343834" y="37843"/>
                </a:moveTo>
                <a:lnTo>
                  <a:pt x="343834" y="58825"/>
                </a:lnTo>
                <a:lnTo>
                  <a:pt x="325849" y="58825"/>
                </a:lnTo>
                <a:lnTo>
                  <a:pt x="325849" y="98851"/>
                </a:lnTo>
                <a:cubicBezTo>
                  <a:pt x="325849" y="106958"/>
                  <a:pt x="326021" y="111681"/>
                  <a:pt x="326364" y="113022"/>
                </a:cubicBezTo>
                <a:cubicBezTo>
                  <a:pt x="326708" y="114360"/>
                  <a:pt x="327488" y="115467"/>
                  <a:pt x="328706" y="116341"/>
                </a:cubicBezTo>
                <a:cubicBezTo>
                  <a:pt x="329924" y="117214"/>
                  <a:pt x="331407" y="117650"/>
                  <a:pt x="333156" y="117650"/>
                </a:cubicBezTo>
                <a:cubicBezTo>
                  <a:pt x="335591" y="117650"/>
                  <a:pt x="339119" y="116807"/>
                  <a:pt x="343740" y="115121"/>
                </a:cubicBezTo>
                <a:lnTo>
                  <a:pt x="345988" y="135617"/>
                </a:lnTo>
                <a:cubicBezTo>
                  <a:pt x="339869" y="138251"/>
                  <a:pt x="332937" y="139568"/>
                  <a:pt x="325194" y="139568"/>
                </a:cubicBezTo>
                <a:cubicBezTo>
                  <a:pt x="320448" y="139568"/>
                  <a:pt x="316170" y="138772"/>
                  <a:pt x="312361" y="137180"/>
                </a:cubicBezTo>
                <a:cubicBezTo>
                  <a:pt x="308552" y="135588"/>
                  <a:pt x="305757" y="133527"/>
                  <a:pt x="303977" y="130998"/>
                </a:cubicBezTo>
                <a:cubicBezTo>
                  <a:pt x="302198" y="128469"/>
                  <a:pt x="300964" y="125050"/>
                  <a:pt x="300277" y="120741"/>
                </a:cubicBezTo>
                <a:cubicBezTo>
                  <a:pt x="299715" y="117681"/>
                  <a:pt x="299434" y="111499"/>
                  <a:pt x="299434" y="102194"/>
                </a:cubicBezTo>
                <a:lnTo>
                  <a:pt x="299434" y="58825"/>
                </a:lnTo>
                <a:lnTo>
                  <a:pt x="287351" y="58825"/>
                </a:lnTo>
                <a:lnTo>
                  <a:pt x="287351" y="37843"/>
                </a:lnTo>
                <a:lnTo>
                  <a:pt x="299434" y="37843"/>
                </a:lnTo>
                <a:lnTo>
                  <a:pt x="299434" y="17985"/>
                </a:lnTo>
                <a:lnTo>
                  <a:pt x="325849" y="2435"/>
                </a:lnTo>
                <a:lnTo>
                  <a:pt x="325849" y="37843"/>
                </a:lnTo>
                <a:lnTo>
                  <a:pt x="343834" y="37843"/>
                </a:lnTo>
                <a:close/>
                <a:moveTo>
                  <a:pt x="356009" y="86177"/>
                </a:moveTo>
                <a:cubicBezTo>
                  <a:pt x="356009" y="77434"/>
                  <a:pt x="358164" y="68972"/>
                  <a:pt x="362473" y="60792"/>
                </a:cubicBezTo>
                <a:cubicBezTo>
                  <a:pt x="366782" y="52611"/>
                  <a:pt x="372886" y="46367"/>
                  <a:pt x="380785" y="42058"/>
                </a:cubicBezTo>
                <a:cubicBezTo>
                  <a:pt x="388685" y="37749"/>
                  <a:pt x="397505" y="35595"/>
                  <a:pt x="407247" y="35595"/>
                </a:cubicBezTo>
                <a:cubicBezTo>
                  <a:pt x="422297" y="35595"/>
                  <a:pt x="434630" y="40481"/>
                  <a:pt x="444247" y="50254"/>
                </a:cubicBezTo>
                <a:cubicBezTo>
                  <a:pt x="453863" y="60027"/>
                  <a:pt x="458672" y="72376"/>
                  <a:pt x="458672" y="87301"/>
                </a:cubicBezTo>
                <a:cubicBezTo>
                  <a:pt x="458672" y="102350"/>
                  <a:pt x="453817" y="114824"/>
                  <a:pt x="444106" y="124722"/>
                </a:cubicBezTo>
                <a:cubicBezTo>
                  <a:pt x="434396" y="134620"/>
                  <a:pt x="422172" y="139568"/>
                  <a:pt x="407434" y="139568"/>
                </a:cubicBezTo>
                <a:cubicBezTo>
                  <a:pt x="398317" y="139568"/>
                  <a:pt x="389621" y="137508"/>
                  <a:pt x="381347" y="133386"/>
                </a:cubicBezTo>
                <a:cubicBezTo>
                  <a:pt x="373073" y="129265"/>
                  <a:pt x="366782" y="123223"/>
                  <a:pt x="362473" y="115261"/>
                </a:cubicBezTo>
                <a:cubicBezTo>
                  <a:pt x="358164" y="107299"/>
                  <a:pt x="356009" y="97604"/>
                  <a:pt x="356009" y="86177"/>
                </a:cubicBezTo>
                <a:moveTo>
                  <a:pt x="382986" y="87582"/>
                </a:moveTo>
                <a:cubicBezTo>
                  <a:pt x="382986" y="97417"/>
                  <a:pt x="385328" y="104950"/>
                  <a:pt x="390012" y="110179"/>
                </a:cubicBezTo>
                <a:cubicBezTo>
                  <a:pt x="394695" y="115409"/>
                  <a:pt x="400472" y="118024"/>
                  <a:pt x="407341" y="118024"/>
                </a:cubicBezTo>
                <a:cubicBezTo>
                  <a:pt x="414210" y="118024"/>
                  <a:pt x="419971" y="115409"/>
                  <a:pt x="424623" y="110179"/>
                </a:cubicBezTo>
                <a:cubicBezTo>
                  <a:pt x="429275" y="104950"/>
                  <a:pt x="431601" y="97354"/>
                  <a:pt x="431601" y="87394"/>
                </a:cubicBezTo>
                <a:cubicBezTo>
                  <a:pt x="431601" y="77684"/>
                  <a:pt x="429275" y="70214"/>
                  <a:pt x="424623" y="64984"/>
                </a:cubicBezTo>
                <a:cubicBezTo>
                  <a:pt x="419971" y="59754"/>
                  <a:pt x="414210" y="57139"/>
                  <a:pt x="407341" y="57139"/>
                </a:cubicBezTo>
                <a:cubicBezTo>
                  <a:pt x="400472" y="57139"/>
                  <a:pt x="394695" y="59754"/>
                  <a:pt x="390012" y="64984"/>
                </a:cubicBezTo>
                <a:cubicBezTo>
                  <a:pt x="385328" y="70214"/>
                  <a:pt x="382986" y="77746"/>
                  <a:pt x="382986" y="87582"/>
                </a:cubicBezTo>
                <a:close/>
                <a:moveTo>
                  <a:pt x="504508" y="137320"/>
                </a:moveTo>
                <a:lnTo>
                  <a:pt x="478186" y="137320"/>
                </a:lnTo>
                <a:lnTo>
                  <a:pt x="478186" y="37843"/>
                </a:lnTo>
                <a:lnTo>
                  <a:pt x="502634" y="37843"/>
                </a:lnTo>
                <a:lnTo>
                  <a:pt x="502634" y="51987"/>
                </a:lnTo>
                <a:cubicBezTo>
                  <a:pt x="506818" y="45305"/>
                  <a:pt x="510581" y="40903"/>
                  <a:pt x="513921" y="38779"/>
                </a:cubicBezTo>
                <a:cubicBezTo>
                  <a:pt x="517262" y="36656"/>
                  <a:pt x="521056" y="35595"/>
                  <a:pt x="525302" y="35595"/>
                </a:cubicBezTo>
                <a:cubicBezTo>
                  <a:pt x="531297" y="35595"/>
                  <a:pt x="537074" y="37249"/>
                  <a:pt x="542631" y="40559"/>
                </a:cubicBezTo>
                <a:lnTo>
                  <a:pt x="534482" y="63508"/>
                </a:lnTo>
                <a:cubicBezTo>
                  <a:pt x="530048" y="60636"/>
                  <a:pt x="525927" y="59200"/>
                  <a:pt x="522118" y="59200"/>
                </a:cubicBezTo>
                <a:cubicBezTo>
                  <a:pt x="518433" y="59200"/>
                  <a:pt x="515311" y="60214"/>
                  <a:pt x="512751" y="62244"/>
                </a:cubicBezTo>
                <a:cubicBezTo>
                  <a:pt x="510190" y="64273"/>
                  <a:pt x="508176" y="67942"/>
                  <a:pt x="506709" y="73250"/>
                </a:cubicBezTo>
                <a:cubicBezTo>
                  <a:pt x="505241" y="78558"/>
                  <a:pt x="504508" y="89674"/>
                  <a:pt x="504508" y="106597"/>
                </a:cubicBezTo>
                <a:lnTo>
                  <a:pt x="504508" y="137320"/>
                </a:lnTo>
                <a:close/>
                <a:moveTo>
                  <a:pt x="553935" y="24354"/>
                </a:moveTo>
                <a:lnTo>
                  <a:pt x="553935" y="0"/>
                </a:lnTo>
                <a:lnTo>
                  <a:pt x="580256" y="0"/>
                </a:lnTo>
                <a:lnTo>
                  <a:pt x="580256" y="24354"/>
                </a:lnTo>
                <a:lnTo>
                  <a:pt x="553935" y="24354"/>
                </a:lnTo>
                <a:moveTo>
                  <a:pt x="553935" y="137320"/>
                </a:moveTo>
                <a:lnTo>
                  <a:pt x="553935" y="37843"/>
                </a:lnTo>
                <a:lnTo>
                  <a:pt x="580256" y="37843"/>
                </a:lnTo>
                <a:lnTo>
                  <a:pt x="580256" y="137320"/>
                </a:lnTo>
                <a:lnTo>
                  <a:pt x="553935" y="137320"/>
                </a:lnTo>
                <a:close/>
                <a:moveTo>
                  <a:pt x="694004" y="67255"/>
                </a:moveTo>
                <a:lnTo>
                  <a:pt x="668057" y="71939"/>
                </a:lnTo>
                <a:cubicBezTo>
                  <a:pt x="667183" y="66787"/>
                  <a:pt x="665200" y="62907"/>
                  <a:pt x="662109" y="60300"/>
                </a:cubicBezTo>
                <a:cubicBezTo>
                  <a:pt x="659018" y="57693"/>
                  <a:pt x="655006" y="56389"/>
                  <a:pt x="650072" y="56389"/>
                </a:cubicBezTo>
                <a:cubicBezTo>
                  <a:pt x="643516" y="56389"/>
                  <a:pt x="638286" y="58646"/>
                  <a:pt x="634383" y="63160"/>
                </a:cubicBezTo>
                <a:cubicBezTo>
                  <a:pt x="630480" y="67674"/>
                  <a:pt x="628528" y="75222"/>
                  <a:pt x="628528" y="85805"/>
                </a:cubicBezTo>
                <a:cubicBezTo>
                  <a:pt x="628528" y="97572"/>
                  <a:pt x="630511" y="105884"/>
                  <a:pt x="634476" y="110742"/>
                </a:cubicBezTo>
                <a:cubicBezTo>
                  <a:pt x="638442" y="115597"/>
                  <a:pt x="643765" y="118024"/>
                  <a:pt x="650447" y="118024"/>
                </a:cubicBezTo>
                <a:cubicBezTo>
                  <a:pt x="655443" y="118024"/>
                  <a:pt x="659533" y="116604"/>
                  <a:pt x="662718" y="113762"/>
                </a:cubicBezTo>
                <a:cubicBezTo>
                  <a:pt x="665903" y="110921"/>
                  <a:pt x="668151" y="106035"/>
                  <a:pt x="669462" y="99103"/>
                </a:cubicBezTo>
                <a:lnTo>
                  <a:pt x="695315" y="103599"/>
                </a:lnTo>
                <a:cubicBezTo>
                  <a:pt x="692630" y="115464"/>
                  <a:pt x="687478" y="124425"/>
                  <a:pt x="679860" y="130482"/>
                </a:cubicBezTo>
                <a:cubicBezTo>
                  <a:pt x="672241" y="136540"/>
                  <a:pt x="662031" y="139568"/>
                  <a:pt x="649229" y="139568"/>
                </a:cubicBezTo>
                <a:cubicBezTo>
                  <a:pt x="634679" y="139568"/>
                  <a:pt x="623080" y="134979"/>
                  <a:pt x="614431" y="125799"/>
                </a:cubicBezTo>
                <a:cubicBezTo>
                  <a:pt x="605782" y="116619"/>
                  <a:pt x="601458" y="103911"/>
                  <a:pt x="601458" y="87675"/>
                </a:cubicBezTo>
                <a:cubicBezTo>
                  <a:pt x="601458" y="71252"/>
                  <a:pt x="605798" y="58466"/>
                  <a:pt x="614478" y="49317"/>
                </a:cubicBezTo>
                <a:cubicBezTo>
                  <a:pt x="623158" y="40169"/>
                  <a:pt x="634898" y="35595"/>
                  <a:pt x="649698" y="35595"/>
                </a:cubicBezTo>
                <a:cubicBezTo>
                  <a:pt x="661812" y="35595"/>
                  <a:pt x="671445" y="38202"/>
                  <a:pt x="678595" y="43416"/>
                </a:cubicBezTo>
                <a:cubicBezTo>
                  <a:pt x="685745" y="48630"/>
                  <a:pt x="690881" y="56577"/>
                  <a:pt x="694004" y="67255"/>
                </a:cubicBezTo>
                <a:close/>
                <a:moveTo>
                  <a:pt x="733597" y="68567"/>
                </a:moveTo>
                <a:lnTo>
                  <a:pt x="709711" y="64258"/>
                </a:lnTo>
                <a:cubicBezTo>
                  <a:pt x="712396" y="54514"/>
                  <a:pt x="717017" y="47301"/>
                  <a:pt x="723574" y="42620"/>
                </a:cubicBezTo>
                <a:cubicBezTo>
                  <a:pt x="730131" y="37936"/>
                  <a:pt x="739873" y="35595"/>
                  <a:pt x="752799" y="35595"/>
                </a:cubicBezTo>
                <a:cubicBezTo>
                  <a:pt x="764539" y="35595"/>
                  <a:pt x="773282" y="36984"/>
                  <a:pt x="779027" y="39763"/>
                </a:cubicBezTo>
                <a:cubicBezTo>
                  <a:pt x="784772" y="42542"/>
                  <a:pt x="788816" y="46070"/>
                  <a:pt x="791157" y="50348"/>
                </a:cubicBezTo>
                <a:cubicBezTo>
                  <a:pt x="793499" y="54625"/>
                  <a:pt x="794670" y="62478"/>
                  <a:pt x="794670" y="73906"/>
                </a:cubicBezTo>
                <a:lnTo>
                  <a:pt x="794389" y="104630"/>
                </a:lnTo>
                <a:cubicBezTo>
                  <a:pt x="794389" y="113372"/>
                  <a:pt x="794810" y="119820"/>
                  <a:pt x="795653" y="123972"/>
                </a:cubicBezTo>
                <a:cubicBezTo>
                  <a:pt x="796496" y="128125"/>
                  <a:pt x="798073" y="132574"/>
                  <a:pt x="800384" y="137320"/>
                </a:cubicBezTo>
                <a:lnTo>
                  <a:pt x="774343" y="137320"/>
                </a:lnTo>
                <a:cubicBezTo>
                  <a:pt x="773657" y="135572"/>
                  <a:pt x="772814" y="132980"/>
                  <a:pt x="771814" y="129546"/>
                </a:cubicBezTo>
                <a:cubicBezTo>
                  <a:pt x="771377" y="127985"/>
                  <a:pt x="771065" y="126954"/>
                  <a:pt x="770878" y="126455"/>
                </a:cubicBezTo>
                <a:cubicBezTo>
                  <a:pt x="766382" y="130826"/>
                  <a:pt x="761573" y="134104"/>
                  <a:pt x="756452" y="136290"/>
                </a:cubicBezTo>
                <a:cubicBezTo>
                  <a:pt x="751332" y="138476"/>
                  <a:pt x="745868" y="139568"/>
                  <a:pt x="740060" y="139568"/>
                </a:cubicBezTo>
                <a:cubicBezTo>
                  <a:pt x="729819" y="139568"/>
                  <a:pt x="721748" y="136801"/>
                  <a:pt x="715846" y="131267"/>
                </a:cubicBezTo>
                <a:cubicBezTo>
                  <a:pt x="709945" y="125733"/>
                  <a:pt x="706995" y="118737"/>
                  <a:pt x="706995" y="110279"/>
                </a:cubicBezTo>
                <a:cubicBezTo>
                  <a:pt x="706995" y="104682"/>
                  <a:pt x="708337" y="99692"/>
                  <a:pt x="711022" y="95309"/>
                </a:cubicBezTo>
                <a:cubicBezTo>
                  <a:pt x="713708" y="90924"/>
                  <a:pt x="717470" y="87566"/>
                  <a:pt x="722310" y="85234"/>
                </a:cubicBezTo>
                <a:cubicBezTo>
                  <a:pt x="727149" y="82902"/>
                  <a:pt x="734128" y="80866"/>
                  <a:pt x="743245" y="79125"/>
                </a:cubicBezTo>
                <a:cubicBezTo>
                  <a:pt x="755547" y="76824"/>
                  <a:pt x="764071" y="74679"/>
                  <a:pt x="768817" y="72688"/>
                </a:cubicBezTo>
                <a:lnTo>
                  <a:pt x="768817" y="70036"/>
                </a:lnTo>
                <a:cubicBezTo>
                  <a:pt x="768817" y="64921"/>
                  <a:pt x="767568" y="61275"/>
                  <a:pt x="765070" y="59097"/>
                </a:cubicBezTo>
                <a:cubicBezTo>
                  <a:pt x="762572" y="56917"/>
                  <a:pt x="757858" y="55827"/>
                  <a:pt x="750926" y="55827"/>
                </a:cubicBezTo>
                <a:cubicBezTo>
                  <a:pt x="746242" y="55827"/>
                  <a:pt x="742589" y="56770"/>
                  <a:pt x="739967" y="58655"/>
                </a:cubicBezTo>
                <a:cubicBezTo>
                  <a:pt x="737344" y="60538"/>
                  <a:pt x="735221" y="63842"/>
                  <a:pt x="733597" y="68567"/>
                </a:cubicBezTo>
                <a:moveTo>
                  <a:pt x="768817" y="89923"/>
                </a:moveTo>
                <a:cubicBezTo>
                  <a:pt x="765445" y="91034"/>
                  <a:pt x="760106" y="92361"/>
                  <a:pt x="752799" y="93904"/>
                </a:cubicBezTo>
                <a:cubicBezTo>
                  <a:pt x="745493" y="95446"/>
                  <a:pt x="740716" y="96957"/>
                  <a:pt x="738468" y="98439"/>
                </a:cubicBezTo>
                <a:cubicBezTo>
                  <a:pt x="735033" y="100845"/>
                  <a:pt x="733316" y="103899"/>
                  <a:pt x="733316" y="107601"/>
                </a:cubicBezTo>
                <a:cubicBezTo>
                  <a:pt x="733316" y="111242"/>
                  <a:pt x="734690" y="114390"/>
                  <a:pt x="737437" y="117044"/>
                </a:cubicBezTo>
                <a:cubicBezTo>
                  <a:pt x="740185" y="119696"/>
                  <a:pt x="743682" y="121022"/>
                  <a:pt x="747929" y="121022"/>
                </a:cubicBezTo>
                <a:cubicBezTo>
                  <a:pt x="752674" y="121022"/>
                  <a:pt x="757202" y="119479"/>
                  <a:pt x="761511" y="116394"/>
                </a:cubicBezTo>
                <a:cubicBezTo>
                  <a:pt x="764695" y="114050"/>
                  <a:pt x="766787" y="111181"/>
                  <a:pt x="767787" y="107785"/>
                </a:cubicBezTo>
                <a:cubicBezTo>
                  <a:pt x="768473" y="105564"/>
                  <a:pt x="768817" y="101338"/>
                  <a:pt x="768817" y="95107"/>
                </a:cubicBezTo>
                <a:lnTo>
                  <a:pt x="768817" y="89923"/>
                </a:lnTo>
                <a:close/>
                <a:moveTo>
                  <a:pt x="820588" y="137320"/>
                </a:moveTo>
                <a:lnTo>
                  <a:pt x="820588" y="0"/>
                </a:lnTo>
                <a:lnTo>
                  <a:pt x="846909" y="0"/>
                </a:lnTo>
                <a:lnTo>
                  <a:pt x="846909" y="137320"/>
                </a:lnTo>
                <a:lnTo>
                  <a:pt x="820588" y="137320"/>
                </a:lnTo>
                <a:close/>
                <a:moveTo>
                  <a:pt x="927530" y="0"/>
                </a:moveTo>
                <a:lnTo>
                  <a:pt x="982420" y="0"/>
                </a:lnTo>
                <a:cubicBezTo>
                  <a:pt x="993286" y="0"/>
                  <a:pt x="1001389" y="453"/>
                  <a:pt x="1006728" y="1358"/>
                </a:cubicBezTo>
                <a:cubicBezTo>
                  <a:pt x="1012067" y="2262"/>
                  <a:pt x="1016844" y="4148"/>
                  <a:pt x="1021059" y="7016"/>
                </a:cubicBezTo>
                <a:cubicBezTo>
                  <a:pt x="1025274" y="9883"/>
                  <a:pt x="1028787" y="13702"/>
                  <a:pt x="1031597" y="18474"/>
                </a:cubicBezTo>
                <a:cubicBezTo>
                  <a:pt x="1034407" y="23243"/>
                  <a:pt x="1035812" y="28590"/>
                  <a:pt x="1035812" y="34515"/>
                </a:cubicBezTo>
                <a:cubicBezTo>
                  <a:pt x="1035812" y="40937"/>
                  <a:pt x="1034079" y="46829"/>
                  <a:pt x="1030614" y="52192"/>
                </a:cubicBezTo>
                <a:cubicBezTo>
                  <a:pt x="1027148" y="57554"/>
                  <a:pt x="1022449" y="61576"/>
                  <a:pt x="1016516" y="64258"/>
                </a:cubicBezTo>
                <a:cubicBezTo>
                  <a:pt x="1024884" y="66697"/>
                  <a:pt x="1031316" y="70856"/>
                  <a:pt x="1035812" y="76733"/>
                </a:cubicBezTo>
                <a:cubicBezTo>
                  <a:pt x="1040308" y="82609"/>
                  <a:pt x="1042557" y="89518"/>
                  <a:pt x="1042557" y="97461"/>
                </a:cubicBezTo>
                <a:cubicBezTo>
                  <a:pt x="1042557" y="103713"/>
                  <a:pt x="1041105" y="109794"/>
                  <a:pt x="1038201" y="115703"/>
                </a:cubicBezTo>
                <a:cubicBezTo>
                  <a:pt x="1035297" y="121610"/>
                  <a:pt x="1031332" y="126331"/>
                  <a:pt x="1026305" y="129865"/>
                </a:cubicBezTo>
                <a:cubicBezTo>
                  <a:pt x="1021278" y="133397"/>
                  <a:pt x="1015080" y="135570"/>
                  <a:pt x="1007711" y="136384"/>
                </a:cubicBezTo>
                <a:cubicBezTo>
                  <a:pt x="1003090" y="136883"/>
                  <a:pt x="991943" y="137196"/>
                  <a:pt x="974271" y="137320"/>
                </a:cubicBezTo>
                <a:lnTo>
                  <a:pt x="927530" y="137320"/>
                </a:lnTo>
                <a:lnTo>
                  <a:pt x="927530" y="0"/>
                </a:lnTo>
                <a:moveTo>
                  <a:pt x="955256" y="22856"/>
                </a:moveTo>
                <a:lnTo>
                  <a:pt x="955256" y="54516"/>
                </a:lnTo>
                <a:lnTo>
                  <a:pt x="973428" y="54516"/>
                </a:lnTo>
                <a:cubicBezTo>
                  <a:pt x="984231" y="54516"/>
                  <a:pt x="990944" y="54360"/>
                  <a:pt x="993567" y="54048"/>
                </a:cubicBezTo>
                <a:cubicBezTo>
                  <a:pt x="998313" y="53488"/>
                  <a:pt x="1002044" y="51854"/>
                  <a:pt x="1004761" y="49148"/>
                </a:cubicBezTo>
                <a:cubicBezTo>
                  <a:pt x="1007477" y="46439"/>
                  <a:pt x="1008835" y="42874"/>
                  <a:pt x="1008835" y="38452"/>
                </a:cubicBezTo>
                <a:cubicBezTo>
                  <a:pt x="1008835" y="34219"/>
                  <a:pt x="1007664" y="30779"/>
                  <a:pt x="1005323" y="28133"/>
                </a:cubicBezTo>
                <a:cubicBezTo>
                  <a:pt x="1002981" y="25487"/>
                  <a:pt x="999500" y="23884"/>
                  <a:pt x="994878" y="23324"/>
                </a:cubicBezTo>
                <a:cubicBezTo>
                  <a:pt x="992131" y="23012"/>
                  <a:pt x="984231" y="22856"/>
                  <a:pt x="971180" y="22856"/>
                </a:cubicBezTo>
                <a:lnTo>
                  <a:pt x="955256" y="22856"/>
                </a:lnTo>
                <a:moveTo>
                  <a:pt x="955256" y="77372"/>
                </a:moveTo>
                <a:lnTo>
                  <a:pt x="955256" y="114090"/>
                </a:lnTo>
                <a:lnTo>
                  <a:pt x="980922" y="114090"/>
                </a:lnTo>
                <a:cubicBezTo>
                  <a:pt x="990913" y="114090"/>
                  <a:pt x="997251" y="113809"/>
                  <a:pt x="999937" y="113247"/>
                </a:cubicBezTo>
                <a:cubicBezTo>
                  <a:pt x="1004058" y="112498"/>
                  <a:pt x="1007415" y="110671"/>
                  <a:pt x="1010006" y="107767"/>
                </a:cubicBezTo>
                <a:cubicBezTo>
                  <a:pt x="1012598" y="104864"/>
                  <a:pt x="1013894" y="100976"/>
                  <a:pt x="1013894" y="96106"/>
                </a:cubicBezTo>
                <a:cubicBezTo>
                  <a:pt x="1013894" y="91984"/>
                  <a:pt x="1012894" y="88487"/>
                  <a:pt x="1010896" y="85614"/>
                </a:cubicBezTo>
                <a:cubicBezTo>
                  <a:pt x="1008898" y="82742"/>
                  <a:pt x="1006010" y="80650"/>
                  <a:pt x="1002232" y="79339"/>
                </a:cubicBezTo>
                <a:cubicBezTo>
                  <a:pt x="998454" y="78027"/>
                  <a:pt x="990257" y="77372"/>
                  <a:pt x="977643" y="77372"/>
                </a:cubicBezTo>
                <a:lnTo>
                  <a:pt x="955256" y="77372"/>
                </a:lnTo>
                <a:close/>
                <a:moveTo>
                  <a:pt x="1085425" y="68567"/>
                </a:moveTo>
                <a:lnTo>
                  <a:pt x="1061539" y="64258"/>
                </a:lnTo>
                <a:cubicBezTo>
                  <a:pt x="1064225" y="54514"/>
                  <a:pt x="1068846" y="47301"/>
                  <a:pt x="1075403" y="42620"/>
                </a:cubicBezTo>
                <a:cubicBezTo>
                  <a:pt x="1081959" y="37936"/>
                  <a:pt x="1091701" y="35595"/>
                  <a:pt x="1104628" y="35595"/>
                </a:cubicBezTo>
                <a:cubicBezTo>
                  <a:pt x="1116368" y="35595"/>
                  <a:pt x="1125110" y="36984"/>
                  <a:pt x="1130855" y="39763"/>
                </a:cubicBezTo>
                <a:cubicBezTo>
                  <a:pt x="1136600" y="42542"/>
                  <a:pt x="1140644" y="46070"/>
                  <a:pt x="1142986" y="50348"/>
                </a:cubicBezTo>
                <a:cubicBezTo>
                  <a:pt x="1145327" y="54625"/>
                  <a:pt x="1146498" y="62478"/>
                  <a:pt x="1146498" y="73906"/>
                </a:cubicBezTo>
                <a:lnTo>
                  <a:pt x="1146217" y="104630"/>
                </a:lnTo>
                <a:cubicBezTo>
                  <a:pt x="1146217" y="113372"/>
                  <a:pt x="1146639" y="119820"/>
                  <a:pt x="1147482" y="123972"/>
                </a:cubicBezTo>
                <a:cubicBezTo>
                  <a:pt x="1148325" y="128125"/>
                  <a:pt x="1149902" y="132574"/>
                  <a:pt x="1152212" y="137320"/>
                </a:cubicBezTo>
                <a:lnTo>
                  <a:pt x="1126172" y="137320"/>
                </a:lnTo>
                <a:cubicBezTo>
                  <a:pt x="1125485" y="135572"/>
                  <a:pt x="1124642" y="132980"/>
                  <a:pt x="1123643" y="129546"/>
                </a:cubicBezTo>
                <a:cubicBezTo>
                  <a:pt x="1123206" y="127985"/>
                  <a:pt x="1122893" y="126954"/>
                  <a:pt x="1122706" y="126455"/>
                </a:cubicBezTo>
                <a:cubicBezTo>
                  <a:pt x="1118210" y="130826"/>
                  <a:pt x="1113401" y="134104"/>
                  <a:pt x="1108281" y="136290"/>
                </a:cubicBezTo>
                <a:cubicBezTo>
                  <a:pt x="1103160" y="138476"/>
                  <a:pt x="1097696" y="139568"/>
                  <a:pt x="1091888" y="139568"/>
                </a:cubicBezTo>
                <a:cubicBezTo>
                  <a:pt x="1081647" y="139568"/>
                  <a:pt x="1073576" y="136801"/>
                  <a:pt x="1067675" y="131267"/>
                </a:cubicBezTo>
                <a:cubicBezTo>
                  <a:pt x="1061774" y="125733"/>
                  <a:pt x="1058823" y="118737"/>
                  <a:pt x="1058823" y="110279"/>
                </a:cubicBezTo>
                <a:cubicBezTo>
                  <a:pt x="1058823" y="104682"/>
                  <a:pt x="1060166" y="99692"/>
                  <a:pt x="1062851" y="95309"/>
                </a:cubicBezTo>
                <a:cubicBezTo>
                  <a:pt x="1065536" y="90924"/>
                  <a:pt x="1069298" y="87566"/>
                  <a:pt x="1074138" y="85234"/>
                </a:cubicBezTo>
                <a:cubicBezTo>
                  <a:pt x="1078978" y="82902"/>
                  <a:pt x="1085956" y="80866"/>
                  <a:pt x="1095073" y="79125"/>
                </a:cubicBezTo>
                <a:cubicBezTo>
                  <a:pt x="1107375" y="76824"/>
                  <a:pt x="1115899" y="74679"/>
                  <a:pt x="1120645" y="72688"/>
                </a:cubicBezTo>
                <a:lnTo>
                  <a:pt x="1120645" y="70036"/>
                </a:lnTo>
                <a:cubicBezTo>
                  <a:pt x="1120645" y="64921"/>
                  <a:pt x="1119396" y="61275"/>
                  <a:pt x="1116898" y="59097"/>
                </a:cubicBezTo>
                <a:cubicBezTo>
                  <a:pt x="1114401" y="56917"/>
                  <a:pt x="1109686" y="55827"/>
                  <a:pt x="1102754" y="55827"/>
                </a:cubicBezTo>
                <a:cubicBezTo>
                  <a:pt x="1098071" y="55827"/>
                  <a:pt x="1094418" y="56770"/>
                  <a:pt x="1091795" y="58655"/>
                </a:cubicBezTo>
                <a:cubicBezTo>
                  <a:pt x="1089172" y="60538"/>
                  <a:pt x="1087049" y="63842"/>
                  <a:pt x="1085425" y="68567"/>
                </a:cubicBezTo>
                <a:moveTo>
                  <a:pt x="1120645" y="89923"/>
                </a:moveTo>
                <a:cubicBezTo>
                  <a:pt x="1117273" y="91034"/>
                  <a:pt x="1111934" y="92361"/>
                  <a:pt x="1104628" y="93904"/>
                </a:cubicBezTo>
                <a:cubicBezTo>
                  <a:pt x="1097321" y="95446"/>
                  <a:pt x="1092544" y="96957"/>
                  <a:pt x="1090296" y="98439"/>
                </a:cubicBezTo>
                <a:cubicBezTo>
                  <a:pt x="1086862" y="100845"/>
                  <a:pt x="1085144" y="103899"/>
                  <a:pt x="1085144" y="107601"/>
                </a:cubicBezTo>
                <a:cubicBezTo>
                  <a:pt x="1085144" y="111242"/>
                  <a:pt x="1086518" y="114390"/>
                  <a:pt x="1089266" y="117044"/>
                </a:cubicBezTo>
                <a:cubicBezTo>
                  <a:pt x="1092013" y="119696"/>
                  <a:pt x="1095510" y="121022"/>
                  <a:pt x="1099757" y="121022"/>
                </a:cubicBezTo>
                <a:cubicBezTo>
                  <a:pt x="1104503" y="121022"/>
                  <a:pt x="1109030" y="119479"/>
                  <a:pt x="1113339" y="116394"/>
                </a:cubicBezTo>
                <a:cubicBezTo>
                  <a:pt x="1116524" y="114050"/>
                  <a:pt x="1118616" y="111181"/>
                  <a:pt x="1119615" y="107785"/>
                </a:cubicBezTo>
                <a:cubicBezTo>
                  <a:pt x="1120302" y="105564"/>
                  <a:pt x="1120645" y="101338"/>
                  <a:pt x="1120645" y="95107"/>
                </a:cubicBezTo>
                <a:lnTo>
                  <a:pt x="1120645" y="89923"/>
                </a:lnTo>
                <a:close/>
                <a:moveTo>
                  <a:pt x="1259154" y="67255"/>
                </a:moveTo>
                <a:lnTo>
                  <a:pt x="1233208" y="71939"/>
                </a:lnTo>
                <a:cubicBezTo>
                  <a:pt x="1232334" y="66787"/>
                  <a:pt x="1230351" y="62907"/>
                  <a:pt x="1227260" y="60300"/>
                </a:cubicBezTo>
                <a:cubicBezTo>
                  <a:pt x="1224169" y="57693"/>
                  <a:pt x="1220156" y="56389"/>
                  <a:pt x="1215223" y="56389"/>
                </a:cubicBezTo>
                <a:cubicBezTo>
                  <a:pt x="1208666" y="56389"/>
                  <a:pt x="1203436" y="58646"/>
                  <a:pt x="1199533" y="63160"/>
                </a:cubicBezTo>
                <a:cubicBezTo>
                  <a:pt x="1195630" y="67674"/>
                  <a:pt x="1193679" y="75222"/>
                  <a:pt x="1193679" y="85805"/>
                </a:cubicBezTo>
                <a:cubicBezTo>
                  <a:pt x="1193679" y="97572"/>
                  <a:pt x="1195662" y="105884"/>
                  <a:pt x="1199627" y="110742"/>
                </a:cubicBezTo>
                <a:cubicBezTo>
                  <a:pt x="1203592" y="115597"/>
                  <a:pt x="1208916" y="118024"/>
                  <a:pt x="1215598" y="118024"/>
                </a:cubicBezTo>
                <a:cubicBezTo>
                  <a:pt x="1220594" y="118024"/>
                  <a:pt x="1224684" y="116604"/>
                  <a:pt x="1227869" y="113762"/>
                </a:cubicBezTo>
                <a:cubicBezTo>
                  <a:pt x="1231053" y="110921"/>
                  <a:pt x="1233301" y="106035"/>
                  <a:pt x="1234613" y="99103"/>
                </a:cubicBezTo>
                <a:lnTo>
                  <a:pt x="1260466" y="103599"/>
                </a:lnTo>
                <a:cubicBezTo>
                  <a:pt x="1257781" y="115464"/>
                  <a:pt x="1252629" y="124425"/>
                  <a:pt x="1245010" y="130482"/>
                </a:cubicBezTo>
                <a:cubicBezTo>
                  <a:pt x="1237392" y="136540"/>
                  <a:pt x="1227182" y="139568"/>
                  <a:pt x="1214380" y="139568"/>
                </a:cubicBezTo>
                <a:cubicBezTo>
                  <a:pt x="1199830" y="139568"/>
                  <a:pt x="1188230" y="134979"/>
                  <a:pt x="1179582" y="125799"/>
                </a:cubicBezTo>
                <a:cubicBezTo>
                  <a:pt x="1170933" y="116619"/>
                  <a:pt x="1166608" y="103911"/>
                  <a:pt x="1166608" y="87675"/>
                </a:cubicBezTo>
                <a:cubicBezTo>
                  <a:pt x="1166608" y="71252"/>
                  <a:pt x="1170948" y="58466"/>
                  <a:pt x="1179628" y="49317"/>
                </a:cubicBezTo>
                <a:cubicBezTo>
                  <a:pt x="1188309" y="40169"/>
                  <a:pt x="1200049" y="35595"/>
                  <a:pt x="1214848" y="35595"/>
                </a:cubicBezTo>
                <a:cubicBezTo>
                  <a:pt x="1226963" y="35595"/>
                  <a:pt x="1236595" y="38202"/>
                  <a:pt x="1243746" y="43416"/>
                </a:cubicBezTo>
                <a:cubicBezTo>
                  <a:pt x="1250896" y="48630"/>
                  <a:pt x="1256032" y="56577"/>
                  <a:pt x="1259154" y="67255"/>
                </a:cubicBezTo>
                <a:close/>
                <a:moveTo>
                  <a:pt x="1278140" y="137320"/>
                </a:moveTo>
                <a:lnTo>
                  <a:pt x="1278140" y="0"/>
                </a:lnTo>
                <a:lnTo>
                  <a:pt x="1304461" y="0"/>
                </a:lnTo>
                <a:lnTo>
                  <a:pt x="1304461" y="72875"/>
                </a:lnTo>
                <a:lnTo>
                  <a:pt x="1335279" y="37843"/>
                </a:lnTo>
                <a:lnTo>
                  <a:pt x="1367689" y="37843"/>
                </a:lnTo>
                <a:lnTo>
                  <a:pt x="1333687" y="74201"/>
                </a:lnTo>
                <a:lnTo>
                  <a:pt x="1370124" y="137320"/>
                </a:lnTo>
                <a:lnTo>
                  <a:pt x="1341742" y="137320"/>
                </a:lnTo>
                <a:lnTo>
                  <a:pt x="1316732" y="92628"/>
                </a:lnTo>
                <a:lnTo>
                  <a:pt x="1304461" y="105473"/>
                </a:lnTo>
                <a:lnTo>
                  <a:pt x="1304461" y="137320"/>
                </a:lnTo>
                <a:lnTo>
                  <a:pt x="1278140" y="137320"/>
                </a:lnTo>
                <a:close/>
                <a:moveTo>
                  <a:pt x="1385738" y="137320"/>
                </a:moveTo>
                <a:lnTo>
                  <a:pt x="1385738" y="0"/>
                </a:lnTo>
                <a:lnTo>
                  <a:pt x="1412059" y="0"/>
                </a:lnTo>
                <a:lnTo>
                  <a:pt x="1412059" y="137320"/>
                </a:lnTo>
                <a:lnTo>
                  <a:pt x="1385738" y="137320"/>
                </a:lnTo>
                <a:close/>
                <a:moveTo>
                  <a:pt x="1432980" y="86177"/>
                </a:moveTo>
                <a:cubicBezTo>
                  <a:pt x="1432980" y="77434"/>
                  <a:pt x="1435134" y="68972"/>
                  <a:pt x="1439443" y="60792"/>
                </a:cubicBezTo>
                <a:cubicBezTo>
                  <a:pt x="1443752" y="52611"/>
                  <a:pt x="1449856" y="46367"/>
                  <a:pt x="1457756" y="42058"/>
                </a:cubicBezTo>
                <a:cubicBezTo>
                  <a:pt x="1465655" y="37749"/>
                  <a:pt x="1474476" y="35595"/>
                  <a:pt x="1484218" y="35595"/>
                </a:cubicBezTo>
                <a:cubicBezTo>
                  <a:pt x="1499267" y="35595"/>
                  <a:pt x="1511601" y="40481"/>
                  <a:pt x="1521217" y="50254"/>
                </a:cubicBezTo>
                <a:cubicBezTo>
                  <a:pt x="1530834" y="60027"/>
                  <a:pt x="1535643" y="72376"/>
                  <a:pt x="1535643" y="87301"/>
                </a:cubicBezTo>
                <a:cubicBezTo>
                  <a:pt x="1535643" y="102350"/>
                  <a:pt x="1530787" y="114824"/>
                  <a:pt x="1521077" y="124722"/>
                </a:cubicBezTo>
                <a:cubicBezTo>
                  <a:pt x="1511366" y="134620"/>
                  <a:pt x="1499142" y="139568"/>
                  <a:pt x="1484405" y="139568"/>
                </a:cubicBezTo>
                <a:cubicBezTo>
                  <a:pt x="1475288" y="139568"/>
                  <a:pt x="1466592" y="137508"/>
                  <a:pt x="1458318" y="133386"/>
                </a:cubicBezTo>
                <a:cubicBezTo>
                  <a:pt x="1450044" y="129265"/>
                  <a:pt x="1443752" y="123223"/>
                  <a:pt x="1439443" y="115261"/>
                </a:cubicBezTo>
                <a:cubicBezTo>
                  <a:pt x="1435134" y="107299"/>
                  <a:pt x="1432980" y="97604"/>
                  <a:pt x="1432980" y="86177"/>
                </a:cubicBezTo>
                <a:moveTo>
                  <a:pt x="1459957" y="87582"/>
                </a:moveTo>
                <a:cubicBezTo>
                  <a:pt x="1459957" y="97417"/>
                  <a:pt x="1462299" y="104950"/>
                  <a:pt x="1466982" y="110179"/>
                </a:cubicBezTo>
                <a:cubicBezTo>
                  <a:pt x="1471666" y="115409"/>
                  <a:pt x="1477442" y="118024"/>
                  <a:pt x="1484311" y="118024"/>
                </a:cubicBezTo>
                <a:cubicBezTo>
                  <a:pt x="1491180" y="118024"/>
                  <a:pt x="1496941" y="115409"/>
                  <a:pt x="1501593" y="110179"/>
                </a:cubicBezTo>
                <a:cubicBezTo>
                  <a:pt x="1506246" y="104950"/>
                  <a:pt x="1508572" y="97354"/>
                  <a:pt x="1508572" y="87394"/>
                </a:cubicBezTo>
                <a:cubicBezTo>
                  <a:pt x="1508572" y="77684"/>
                  <a:pt x="1506246" y="70214"/>
                  <a:pt x="1501593" y="64984"/>
                </a:cubicBezTo>
                <a:cubicBezTo>
                  <a:pt x="1496941" y="59754"/>
                  <a:pt x="1491180" y="57139"/>
                  <a:pt x="1484311" y="57139"/>
                </a:cubicBezTo>
                <a:cubicBezTo>
                  <a:pt x="1477442" y="57139"/>
                  <a:pt x="1471666" y="59754"/>
                  <a:pt x="1466982" y="64984"/>
                </a:cubicBezTo>
                <a:cubicBezTo>
                  <a:pt x="1462299" y="70214"/>
                  <a:pt x="1459957" y="77746"/>
                  <a:pt x="1459957" y="87582"/>
                </a:cubicBezTo>
                <a:close/>
                <a:moveTo>
                  <a:pt x="1553845" y="143690"/>
                </a:moveTo>
                <a:lnTo>
                  <a:pt x="1583913" y="147437"/>
                </a:lnTo>
                <a:cubicBezTo>
                  <a:pt x="1584413" y="150967"/>
                  <a:pt x="1585568" y="153394"/>
                  <a:pt x="1587379" y="154717"/>
                </a:cubicBezTo>
                <a:cubicBezTo>
                  <a:pt x="1589877" y="156608"/>
                  <a:pt x="1593811" y="157553"/>
                  <a:pt x="1599181" y="157553"/>
                </a:cubicBezTo>
                <a:cubicBezTo>
                  <a:pt x="1606050" y="157553"/>
                  <a:pt x="1611202" y="156515"/>
                  <a:pt x="1614637" y="154439"/>
                </a:cubicBezTo>
                <a:cubicBezTo>
                  <a:pt x="1616947" y="153055"/>
                  <a:pt x="1618696" y="150823"/>
                  <a:pt x="1619882" y="147741"/>
                </a:cubicBezTo>
                <a:cubicBezTo>
                  <a:pt x="1620694" y="145540"/>
                  <a:pt x="1621100" y="141484"/>
                  <a:pt x="1621100" y="135573"/>
                </a:cubicBezTo>
                <a:lnTo>
                  <a:pt x="1621100" y="120949"/>
                </a:lnTo>
                <a:cubicBezTo>
                  <a:pt x="1613232" y="131863"/>
                  <a:pt x="1603303" y="137320"/>
                  <a:pt x="1591313" y="137320"/>
                </a:cubicBezTo>
                <a:cubicBezTo>
                  <a:pt x="1577949" y="137320"/>
                  <a:pt x="1567365" y="131669"/>
                  <a:pt x="1559559" y="120366"/>
                </a:cubicBezTo>
                <a:cubicBezTo>
                  <a:pt x="1553439" y="111436"/>
                  <a:pt x="1550379" y="100321"/>
                  <a:pt x="1550379" y="87020"/>
                </a:cubicBezTo>
                <a:cubicBezTo>
                  <a:pt x="1550379" y="70346"/>
                  <a:pt x="1554391" y="57607"/>
                  <a:pt x="1562416" y="48802"/>
                </a:cubicBezTo>
                <a:cubicBezTo>
                  <a:pt x="1570440" y="39997"/>
                  <a:pt x="1580416" y="35595"/>
                  <a:pt x="1592343" y="35595"/>
                </a:cubicBezTo>
                <a:cubicBezTo>
                  <a:pt x="1604645" y="35595"/>
                  <a:pt x="1614793" y="41022"/>
                  <a:pt x="1622786" y="51876"/>
                </a:cubicBezTo>
                <a:lnTo>
                  <a:pt x="1622786" y="37843"/>
                </a:lnTo>
                <a:lnTo>
                  <a:pt x="1647421" y="37843"/>
                </a:lnTo>
                <a:lnTo>
                  <a:pt x="1647421" y="127169"/>
                </a:lnTo>
                <a:cubicBezTo>
                  <a:pt x="1647421" y="138917"/>
                  <a:pt x="1646453" y="147696"/>
                  <a:pt x="1644518" y="153508"/>
                </a:cubicBezTo>
                <a:cubicBezTo>
                  <a:pt x="1642582" y="159319"/>
                  <a:pt x="1639865" y="163881"/>
                  <a:pt x="1636368" y="167192"/>
                </a:cubicBezTo>
                <a:cubicBezTo>
                  <a:pt x="1632871" y="170506"/>
                  <a:pt x="1628203" y="173099"/>
                  <a:pt x="1622365" y="174973"/>
                </a:cubicBezTo>
                <a:cubicBezTo>
                  <a:pt x="1616526" y="176848"/>
                  <a:pt x="1609142" y="177786"/>
                  <a:pt x="1600212" y="177786"/>
                </a:cubicBezTo>
                <a:cubicBezTo>
                  <a:pt x="1583351" y="177786"/>
                  <a:pt x="1571393" y="174873"/>
                  <a:pt x="1564336" y="169048"/>
                </a:cubicBezTo>
                <a:cubicBezTo>
                  <a:pt x="1557280" y="163225"/>
                  <a:pt x="1553751" y="155843"/>
                  <a:pt x="1553751" y="146901"/>
                </a:cubicBezTo>
                <a:cubicBezTo>
                  <a:pt x="1553751" y="146019"/>
                  <a:pt x="1553783" y="144949"/>
                  <a:pt x="1553845" y="143690"/>
                </a:cubicBezTo>
                <a:moveTo>
                  <a:pt x="1577356" y="85521"/>
                </a:moveTo>
                <a:cubicBezTo>
                  <a:pt x="1577356" y="96043"/>
                  <a:pt x="1579401" y="103747"/>
                  <a:pt x="1583492" y="108634"/>
                </a:cubicBezTo>
                <a:cubicBezTo>
                  <a:pt x="1587582" y="113520"/>
                  <a:pt x="1592624" y="115964"/>
                  <a:pt x="1598619" y="115964"/>
                </a:cubicBezTo>
                <a:cubicBezTo>
                  <a:pt x="1605051" y="115964"/>
                  <a:pt x="1610484" y="113458"/>
                  <a:pt x="1614918" y="108447"/>
                </a:cubicBezTo>
                <a:cubicBezTo>
                  <a:pt x="1619352" y="103435"/>
                  <a:pt x="1621568" y="96012"/>
                  <a:pt x="1621568" y="86177"/>
                </a:cubicBezTo>
                <a:cubicBezTo>
                  <a:pt x="1621568" y="75904"/>
                  <a:pt x="1619445" y="68278"/>
                  <a:pt x="1615199" y="63298"/>
                </a:cubicBezTo>
                <a:cubicBezTo>
                  <a:pt x="1610953" y="58317"/>
                  <a:pt x="1605582" y="55827"/>
                  <a:pt x="1599088" y="55827"/>
                </a:cubicBezTo>
                <a:cubicBezTo>
                  <a:pt x="1592781" y="55827"/>
                  <a:pt x="1587582" y="58271"/>
                  <a:pt x="1583492" y="63157"/>
                </a:cubicBezTo>
                <a:cubicBezTo>
                  <a:pt x="1579401" y="68044"/>
                  <a:pt x="1577356" y="75498"/>
                  <a:pt x="1577356" y="85521"/>
                </a:cubicBezTo>
                <a:close/>
                <a:moveTo>
                  <a:pt x="1726917" y="0"/>
                </a:moveTo>
                <a:lnTo>
                  <a:pt x="1777592" y="0"/>
                </a:lnTo>
                <a:cubicBezTo>
                  <a:pt x="1789020" y="0"/>
                  <a:pt x="1797731" y="874"/>
                  <a:pt x="1803726" y="2623"/>
                </a:cubicBezTo>
                <a:cubicBezTo>
                  <a:pt x="1811782" y="4996"/>
                  <a:pt x="1818682" y="9211"/>
                  <a:pt x="1824427" y="15268"/>
                </a:cubicBezTo>
                <a:cubicBezTo>
                  <a:pt x="1830172" y="21326"/>
                  <a:pt x="1834544" y="28741"/>
                  <a:pt x="1837541" y="37515"/>
                </a:cubicBezTo>
                <a:cubicBezTo>
                  <a:pt x="1840538" y="46289"/>
                  <a:pt x="1842037" y="57108"/>
                  <a:pt x="1842037" y="69972"/>
                </a:cubicBezTo>
                <a:cubicBezTo>
                  <a:pt x="1842037" y="81274"/>
                  <a:pt x="1840632" y="91016"/>
                  <a:pt x="1837822" y="99197"/>
                </a:cubicBezTo>
                <a:cubicBezTo>
                  <a:pt x="1834387" y="109188"/>
                  <a:pt x="1829485" y="117275"/>
                  <a:pt x="1823116" y="123457"/>
                </a:cubicBezTo>
                <a:cubicBezTo>
                  <a:pt x="1818307" y="128141"/>
                  <a:pt x="1811813" y="131794"/>
                  <a:pt x="1803632" y="134417"/>
                </a:cubicBezTo>
                <a:cubicBezTo>
                  <a:pt x="1797513" y="136352"/>
                  <a:pt x="1789332" y="137320"/>
                  <a:pt x="1779091" y="137320"/>
                </a:cubicBezTo>
                <a:lnTo>
                  <a:pt x="1726917" y="137320"/>
                </a:lnTo>
                <a:lnTo>
                  <a:pt x="1726917" y="0"/>
                </a:lnTo>
                <a:moveTo>
                  <a:pt x="1754643" y="23230"/>
                </a:moveTo>
                <a:lnTo>
                  <a:pt x="1754643" y="114090"/>
                </a:lnTo>
                <a:lnTo>
                  <a:pt x="1775344" y="114090"/>
                </a:lnTo>
                <a:cubicBezTo>
                  <a:pt x="1783087" y="114090"/>
                  <a:pt x="1788676" y="113653"/>
                  <a:pt x="1792111" y="112779"/>
                </a:cubicBezTo>
                <a:cubicBezTo>
                  <a:pt x="1796607" y="111657"/>
                  <a:pt x="1800338" y="109755"/>
                  <a:pt x="1803305" y="107074"/>
                </a:cubicBezTo>
                <a:cubicBezTo>
                  <a:pt x="1806271" y="104390"/>
                  <a:pt x="1808691" y="99976"/>
                  <a:pt x="1810564" y="93831"/>
                </a:cubicBezTo>
                <a:cubicBezTo>
                  <a:pt x="1812437" y="87686"/>
                  <a:pt x="1813374" y="79311"/>
                  <a:pt x="1813374" y="68707"/>
                </a:cubicBezTo>
                <a:cubicBezTo>
                  <a:pt x="1813374" y="58103"/>
                  <a:pt x="1812437" y="49962"/>
                  <a:pt x="1810564" y="44285"/>
                </a:cubicBezTo>
                <a:cubicBezTo>
                  <a:pt x="1808691" y="38609"/>
                  <a:pt x="1806068" y="34180"/>
                  <a:pt x="1802696" y="30999"/>
                </a:cubicBezTo>
                <a:cubicBezTo>
                  <a:pt x="1799324" y="27816"/>
                  <a:pt x="1795046" y="25664"/>
                  <a:pt x="1789863" y="24542"/>
                </a:cubicBezTo>
                <a:cubicBezTo>
                  <a:pt x="1785991" y="23667"/>
                  <a:pt x="1778404" y="23230"/>
                  <a:pt x="1767101" y="23230"/>
                </a:cubicBezTo>
                <a:lnTo>
                  <a:pt x="1754643" y="23230"/>
                </a:lnTo>
                <a:close/>
                <a:moveTo>
                  <a:pt x="1885000" y="68567"/>
                </a:moveTo>
                <a:lnTo>
                  <a:pt x="1861114" y="64258"/>
                </a:lnTo>
                <a:cubicBezTo>
                  <a:pt x="1863799" y="54514"/>
                  <a:pt x="1868420" y="47301"/>
                  <a:pt x="1874977" y="42620"/>
                </a:cubicBezTo>
                <a:cubicBezTo>
                  <a:pt x="1881534" y="37936"/>
                  <a:pt x="1891276" y="35595"/>
                  <a:pt x="1904202" y="35595"/>
                </a:cubicBezTo>
                <a:cubicBezTo>
                  <a:pt x="1915942" y="35595"/>
                  <a:pt x="1924685" y="36984"/>
                  <a:pt x="1930430" y="39763"/>
                </a:cubicBezTo>
                <a:cubicBezTo>
                  <a:pt x="1936175" y="42542"/>
                  <a:pt x="1940218" y="46070"/>
                  <a:pt x="1942560" y="50348"/>
                </a:cubicBezTo>
                <a:cubicBezTo>
                  <a:pt x="1944902" y="54625"/>
                  <a:pt x="1946073" y="62478"/>
                  <a:pt x="1946073" y="73906"/>
                </a:cubicBezTo>
                <a:lnTo>
                  <a:pt x="1945792" y="104630"/>
                </a:lnTo>
                <a:cubicBezTo>
                  <a:pt x="1945792" y="113372"/>
                  <a:pt x="1946213" y="119820"/>
                  <a:pt x="1947056" y="123972"/>
                </a:cubicBezTo>
                <a:cubicBezTo>
                  <a:pt x="1947899" y="128125"/>
                  <a:pt x="1949476" y="132574"/>
                  <a:pt x="1951787" y="137320"/>
                </a:cubicBezTo>
                <a:lnTo>
                  <a:pt x="1925746" y="137320"/>
                </a:lnTo>
                <a:cubicBezTo>
                  <a:pt x="1925059" y="135572"/>
                  <a:pt x="1924216" y="132980"/>
                  <a:pt x="1923217" y="129546"/>
                </a:cubicBezTo>
                <a:cubicBezTo>
                  <a:pt x="1922780" y="127985"/>
                  <a:pt x="1922468" y="126954"/>
                  <a:pt x="1922280" y="126455"/>
                </a:cubicBezTo>
                <a:cubicBezTo>
                  <a:pt x="1917784" y="130826"/>
                  <a:pt x="1912976" y="134104"/>
                  <a:pt x="1907855" y="136290"/>
                </a:cubicBezTo>
                <a:cubicBezTo>
                  <a:pt x="1902735" y="138476"/>
                  <a:pt x="1897271" y="139568"/>
                  <a:pt x="1891463" y="139568"/>
                </a:cubicBezTo>
                <a:cubicBezTo>
                  <a:pt x="1881222" y="139568"/>
                  <a:pt x="1873150" y="136801"/>
                  <a:pt x="1867249" y="131267"/>
                </a:cubicBezTo>
                <a:cubicBezTo>
                  <a:pt x="1861348" y="125733"/>
                  <a:pt x="1858397" y="118737"/>
                  <a:pt x="1858397" y="110279"/>
                </a:cubicBezTo>
                <a:cubicBezTo>
                  <a:pt x="1858397" y="104682"/>
                  <a:pt x="1859740" y="99692"/>
                  <a:pt x="1862425" y="95309"/>
                </a:cubicBezTo>
                <a:cubicBezTo>
                  <a:pt x="1865110" y="90924"/>
                  <a:pt x="1868873" y="87566"/>
                  <a:pt x="1873712" y="85234"/>
                </a:cubicBezTo>
                <a:cubicBezTo>
                  <a:pt x="1878552" y="82902"/>
                  <a:pt x="1885531" y="80866"/>
                  <a:pt x="1894648" y="79125"/>
                </a:cubicBezTo>
                <a:cubicBezTo>
                  <a:pt x="1906950" y="76824"/>
                  <a:pt x="1915474" y="74679"/>
                  <a:pt x="1920220" y="72688"/>
                </a:cubicBezTo>
                <a:lnTo>
                  <a:pt x="1920220" y="70036"/>
                </a:lnTo>
                <a:cubicBezTo>
                  <a:pt x="1920220" y="64921"/>
                  <a:pt x="1918971" y="61275"/>
                  <a:pt x="1916473" y="59097"/>
                </a:cubicBezTo>
                <a:cubicBezTo>
                  <a:pt x="1913975" y="56917"/>
                  <a:pt x="1909260" y="55827"/>
                  <a:pt x="1902329" y="55827"/>
                </a:cubicBezTo>
                <a:cubicBezTo>
                  <a:pt x="1897645" y="55827"/>
                  <a:pt x="1893992" y="56770"/>
                  <a:pt x="1891369" y="58655"/>
                </a:cubicBezTo>
                <a:cubicBezTo>
                  <a:pt x="1888747" y="60538"/>
                  <a:pt x="1886623" y="63842"/>
                  <a:pt x="1885000" y="68567"/>
                </a:cubicBezTo>
                <a:moveTo>
                  <a:pt x="1920220" y="89923"/>
                </a:moveTo>
                <a:cubicBezTo>
                  <a:pt x="1916848" y="91034"/>
                  <a:pt x="1911508" y="92361"/>
                  <a:pt x="1904202" y="93904"/>
                </a:cubicBezTo>
                <a:cubicBezTo>
                  <a:pt x="1896896" y="95446"/>
                  <a:pt x="1892119" y="96957"/>
                  <a:pt x="1889871" y="98439"/>
                </a:cubicBezTo>
                <a:cubicBezTo>
                  <a:pt x="1886436" y="100845"/>
                  <a:pt x="1884719" y="103899"/>
                  <a:pt x="1884719" y="107601"/>
                </a:cubicBezTo>
                <a:cubicBezTo>
                  <a:pt x="1884719" y="111242"/>
                  <a:pt x="1886093" y="114390"/>
                  <a:pt x="1888840" y="117044"/>
                </a:cubicBezTo>
                <a:cubicBezTo>
                  <a:pt x="1891588" y="119696"/>
                  <a:pt x="1895085" y="121022"/>
                  <a:pt x="1899331" y="121022"/>
                </a:cubicBezTo>
                <a:cubicBezTo>
                  <a:pt x="1904077" y="121022"/>
                  <a:pt x="1908605" y="119479"/>
                  <a:pt x="1912913" y="116394"/>
                </a:cubicBezTo>
                <a:cubicBezTo>
                  <a:pt x="1916098" y="114050"/>
                  <a:pt x="1918190" y="111181"/>
                  <a:pt x="1919189" y="107785"/>
                </a:cubicBezTo>
                <a:cubicBezTo>
                  <a:pt x="1919876" y="105564"/>
                  <a:pt x="1920220" y="101338"/>
                  <a:pt x="1920220" y="95107"/>
                </a:cubicBezTo>
                <a:lnTo>
                  <a:pt x="1920220" y="89923"/>
                </a:lnTo>
                <a:close/>
                <a:moveTo>
                  <a:pt x="2017607" y="37843"/>
                </a:moveTo>
                <a:lnTo>
                  <a:pt x="2017607" y="58825"/>
                </a:lnTo>
                <a:lnTo>
                  <a:pt x="1999623" y="58825"/>
                </a:lnTo>
                <a:lnTo>
                  <a:pt x="1999623" y="98851"/>
                </a:lnTo>
                <a:cubicBezTo>
                  <a:pt x="1999623" y="106958"/>
                  <a:pt x="1999794" y="111681"/>
                  <a:pt x="2000138" y="113022"/>
                </a:cubicBezTo>
                <a:cubicBezTo>
                  <a:pt x="2000481" y="114360"/>
                  <a:pt x="2001262" y="115467"/>
                  <a:pt x="2002480" y="116341"/>
                </a:cubicBezTo>
                <a:cubicBezTo>
                  <a:pt x="2003697" y="117214"/>
                  <a:pt x="2005181" y="117650"/>
                  <a:pt x="2006929" y="117650"/>
                </a:cubicBezTo>
                <a:cubicBezTo>
                  <a:pt x="2009364" y="117650"/>
                  <a:pt x="2012893" y="116807"/>
                  <a:pt x="2017514" y="115121"/>
                </a:cubicBezTo>
                <a:lnTo>
                  <a:pt x="2019762" y="135617"/>
                </a:lnTo>
                <a:cubicBezTo>
                  <a:pt x="2013642" y="138251"/>
                  <a:pt x="2006710" y="139568"/>
                  <a:pt x="1998967" y="139568"/>
                </a:cubicBezTo>
                <a:cubicBezTo>
                  <a:pt x="1994221" y="139568"/>
                  <a:pt x="1989944" y="138772"/>
                  <a:pt x="1986134" y="137180"/>
                </a:cubicBezTo>
                <a:cubicBezTo>
                  <a:pt x="1982325" y="135588"/>
                  <a:pt x="1979531" y="133527"/>
                  <a:pt x="1977751" y="130998"/>
                </a:cubicBezTo>
                <a:cubicBezTo>
                  <a:pt x="1975971" y="128469"/>
                  <a:pt x="1974738" y="125050"/>
                  <a:pt x="1974051" y="120741"/>
                </a:cubicBezTo>
                <a:cubicBezTo>
                  <a:pt x="1973489" y="117681"/>
                  <a:pt x="1973208" y="111499"/>
                  <a:pt x="1973208" y="102194"/>
                </a:cubicBezTo>
                <a:lnTo>
                  <a:pt x="1973208" y="58825"/>
                </a:lnTo>
                <a:lnTo>
                  <a:pt x="1961124" y="58825"/>
                </a:lnTo>
                <a:lnTo>
                  <a:pt x="1961124" y="37843"/>
                </a:lnTo>
                <a:lnTo>
                  <a:pt x="1973208" y="37843"/>
                </a:lnTo>
                <a:lnTo>
                  <a:pt x="1973208" y="17985"/>
                </a:lnTo>
                <a:lnTo>
                  <a:pt x="1999623" y="2435"/>
                </a:lnTo>
                <a:lnTo>
                  <a:pt x="1999623" y="37843"/>
                </a:lnTo>
                <a:lnTo>
                  <a:pt x="2017607" y="37843"/>
                </a:lnTo>
                <a:close/>
                <a:moveTo>
                  <a:pt x="2055542" y="68567"/>
                </a:moveTo>
                <a:lnTo>
                  <a:pt x="2031657" y="64258"/>
                </a:lnTo>
                <a:cubicBezTo>
                  <a:pt x="2034342" y="54514"/>
                  <a:pt x="2038963" y="47301"/>
                  <a:pt x="2045520" y="42620"/>
                </a:cubicBezTo>
                <a:cubicBezTo>
                  <a:pt x="2052077" y="37936"/>
                  <a:pt x="2061818" y="35595"/>
                  <a:pt x="2074745" y="35595"/>
                </a:cubicBezTo>
                <a:cubicBezTo>
                  <a:pt x="2086485" y="35595"/>
                  <a:pt x="2095227" y="36984"/>
                  <a:pt x="2100973" y="39763"/>
                </a:cubicBezTo>
                <a:cubicBezTo>
                  <a:pt x="2106718" y="42542"/>
                  <a:pt x="2110761" y="46070"/>
                  <a:pt x="2113103" y="50348"/>
                </a:cubicBezTo>
                <a:cubicBezTo>
                  <a:pt x="2115445" y="54625"/>
                  <a:pt x="2116615" y="62478"/>
                  <a:pt x="2116615" y="73906"/>
                </a:cubicBezTo>
                <a:lnTo>
                  <a:pt x="2116334" y="104630"/>
                </a:lnTo>
                <a:cubicBezTo>
                  <a:pt x="2116334" y="113372"/>
                  <a:pt x="2116756" y="119820"/>
                  <a:pt x="2117599" y="123972"/>
                </a:cubicBezTo>
                <a:cubicBezTo>
                  <a:pt x="2118442" y="128125"/>
                  <a:pt x="2120019" y="132574"/>
                  <a:pt x="2122329" y="137320"/>
                </a:cubicBezTo>
                <a:lnTo>
                  <a:pt x="2096289" y="137320"/>
                </a:lnTo>
                <a:cubicBezTo>
                  <a:pt x="2095602" y="135572"/>
                  <a:pt x="2094759" y="132980"/>
                  <a:pt x="2093760" y="129546"/>
                </a:cubicBezTo>
                <a:cubicBezTo>
                  <a:pt x="2093323" y="127985"/>
                  <a:pt x="2093011" y="126954"/>
                  <a:pt x="2092823" y="126455"/>
                </a:cubicBezTo>
                <a:cubicBezTo>
                  <a:pt x="2088327" y="130826"/>
                  <a:pt x="2083519" y="134104"/>
                  <a:pt x="2078398" y="136290"/>
                </a:cubicBezTo>
                <a:cubicBezTo>
                  <a:pt x="2073277" y="138476"/>
                  <a:pt x="2067813" y="139568"/>
                  <a:pt x="2062006" y="139568"/>
                </a:cubicBezTo>
                <a:cubicBezTo>
                  <a:pt x="2051764" y="139568"/>
                  <a:pt x="2043693" y="136801"/>
                  <a:pt x="2037792" y="131267"/>
                </a:cubicBezTo>
                <a:cubicBezTo>
                  <a:pt x="2031891" y="125733"/>
                  <a:pt x="2028940" y="118737"/>
                  <a:pt x="2028940" y="110279"/>
                </a:cubicBezTo>
                <a:cubicBezTo>
                  <a:pt x="2028940" y="104682"/>
                  <a:pt x="2030283" y="99692"/>
                  <a:pt x="2032968" y="95309"/>
                </a:cubicBezTo>
                <a:cubicBezTo>
                  <a:pt x="2035653" y="90924"/>
                  <a:pt x="2039416" y="87566"/>
                  <a:pt x="2044255" y="85234"/>
                </a:cubicBezTo>
                <a:cubicBezTo>
                  <a:pt x="2049095" y="82902"/>
                  <a:pt x="2056073" y="80866"/>
                  <a:pt x="2065191" y="79125"/>
                </a:cubicBezTo>
                <a:cubicBezTo>
                  <a:pt x="2077493" y="76824"/>
                  <a:pt x="2086017" y="74679"/>
                  <a:pt x="2090762" y="72688"/>
                </a:cubicBezTo>
                <a:lnTo>
                  <a:pt x="2090762" y="70036"/>
                </a:lnTo>
                <a:cubicBezTo>
                  <a:pt x="2090762" y="64921"/>
                  <a:pt x="2089514" y="61275"/>
                  <a:pt x="2087016" y="59097"/>
                </a:cubicBezTo>
                <a:cubicBezTo>
                  <a:pt x="2084518" y="56917"/>
                  <a:pt x="2079803" y="55827"/>
                  <a:pt x="2072871" y="55827"/>
                </a:cubicBezTo>
                <a:cubicBezTo>
                  <a:pt x="2068188" y="55827"/>
                  <a:pt x="2064535" y="56770"/>
                  <a:pt x="2061912" y="58655"/>
                </a:cubicBezTo>
                <a:cubicBezTo>
                  <a:pt x="2059289" y="60538"/>
                  <a:pt x="2057166" y="63842"/>
                  <a:pt x="2055542" y="68567"/>
                </a:cubicBezTo>
                <a:moveTo>
                  <a:pt x="2090762" y="89923"/>
                </a:moveTo>
                <a:cubicBezTo>
                  <a:pt x="2087390" y="91034"/>
                  <a:pt x="2082051" y="92361"/>
                  <a:pt x="2074745" y="93904"/>
                </a:cubicBezTo>
                <a:cubicBezTo>
                  <a:pt x="2067439" y="95446"/>
                  <a:pt x="2062661" y="96957"/>
                  <a:pt x="2060413" y="98439"/>
                </a:cubicBezTo>
                <a:cubicBezTo>
                  <a:pt x="2056979" y="100845"/>
                  <a:pt x="2055261" y="103899"/>
                  <a:pt x="2055261" y="107601"/>
                </a:cubicBezTo>
                <a:cubicBezTo>
                  <a:pt x="2055261" y="111242"/>
                  <a:pt x="2056635" y="114390"/>
                  <a:pt x="2059383" y="117044"/>
                </a:cubicBezTo>
                <a:cubicBezTo>
                  <a:pt x="2062131" y="119696"/>
                  <a:pt x="2065628" y="121022"/>
                  <a:pt x="2069874" y="121022"/>
                </a:cubicBezTo>
                <a:cubicBezTo>
                  <a:pt x="2074620" y="121022"/>
                  <a:pt x="2079147" y="119479"/>
                  <a:pt x="2083456" y="116394"/>
                </a:cubicBezTo>
                <a:cubicBezTo>
                  <a:pt x="2086641" y="114050"/>
                  <a:pt x="2088733" y="111181"/>
                  <a:pt x="2089732" y="107785"/>
                </a:cubicBezTo>
                <a:cubicBezTo>
                  <a:pt x="2090419" y="105564"/>
                  <a:pt x="2090762" y="101338"/>
                  <a:pt x="2090762" y="95107"/>
                </a:cubicBezTo>
                <a:lnTo>
                  <a:pt x="2090762" y="899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e930c7b904612"/>
          <a:stretch xmlns:a="http://schemas.openxmlformats.org/drawingml/2006/main"/>
        </p:blipFill>
        <p:spPr>
          <a:xfrm xmlns:a="http://schemas.openxmlformats.org/drawingml/2006/main">
            <a:off x="1390162" y="609365"/>
            <a:ext cx="615479" cy="717167"/>
          </a:xfrm>
          <a:prstGeom xmlns:a="http://schemas.openxmlformats.org/drawingml/2006/main" prst="rect">
            <a:avLst/>
          </a:prstGeom>
        </p:spPr>
      </p:pic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01DEE3-FDFC-4FAA-B605-9B0A5614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6" y="2954694"/>
            <a:ext cx="6801835" cy="10"/>
          </a:xfrm>
          <a:custGeom xmlns:a="http://schemas.openxmlformats.org/drawingml/2006/main">
            <a:pathLst>
              <a:path w="6801835" h="1" fill="none">
                <a:moveTo>
                  <a:pt x="0" y="0"/>
                </a:moveTo>
                <a:lnTo>
                  <a:pt x="68018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41" cap="flat">
            <a:solidFill>
              <a:srgbClr val="000000"/>
            </a:solidFill>
            <a:miter/>
          </a:ln>
        </p:spPr>
      </p:sp>
      <p:sp>
        <p:nvSpPr>
          <p:cNvPr id="118" name="Text PrioritizationCriteria">
            <a:extLst xmlns:a="http://schemas.openxmlformats.org/drawingml/2006/main">
              <a:ext uri="{FF2B5EF4-FFF2-40B4-BE49-F238E27FC236}">
                <a16:creationId xmlns:a16="http://schemas.microsoft.com/office/drawing/2014/main" id="{CD82B956-B329-4AE4-8CCB-79EB3524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1291" y="748226"/>
            <a:ext cx="1703801" cy="142004"/>
          </a:xfrm>
          <a:custGeom xmlns:a="http://schemas.openxmlformats.org/drawingml/2006/main">
            <a:pathLst>
              <a:path w="1703801" h="142004">
                <a:moveTo>
                  <a:pt x="0" y="139756"/>
                </a:moveTo>
                <a:lnTo>
                  <a:pt x="0" y="2435"/>
                </a:lnTo>
                <a:lnTo>
                  <a:pt x="51800" y="2435"/>
                </a:lnTo>
                <a:cubicBezTo>
                  <a:pt x="60917" y="2435"/>
                  <a:pt x="67880" y="2872"/>
                  <a:pt x="72688" y="3744"/>
                </a:cubicBezTo>
                <a:cubicBezTo>
                  <a:pt x="79432" y="4868"/>
                  <a:pt x="85084" y="7005"/>
                  <a:pt x="89642" y="10154"/>
                </a:cubicBezTo>
                <a:cubicBezTo>
                  <a:pt x="94201" y="13304"/>
                  <a:pt x="97870" y="17717"/>
                  <a:pt x="100649" y="23394"/>
                </a:cubicBezTo>
                <a:cubicBezTo>
                  <a:pt x="103427" y="29069"/>
                  <a:pt x="104817" y="35306"/>
                  <a:pt x="104817" y="42105"/>
                </a:cubicBezTo>
                <a:cubicBezTo>
                  <a:pt x="104817" y="53771"/>
                  <a:pt x="101101" y="63642"/>
                  <a:pt x="93670" y="71719"/>
                </a:cubicBezTo>
                <a:cubicBezTo>
                  <a:pt x="86239" y="79796"/>
                  <a:pt x="72813" y="83835"/>
                  <a:pt x="53392" y="83835"/>
                </a:cubicBezTo>
                <a:lnTo>
                  <a:pt x="18172" y="83835"/>
                </a:lnTo>
                <a:lnTo>
                  <a:pt x="18172" y="139756"/>
                </a:lnTo>
                <a:lnTo>
                  <a:pt x="0" y="139756"/>
                </a:lnTo>
                <a:moveTo>
                  <a:pt x="18172" y="67630"/>
                </a:moveTo>
                <a:lnTo>
                  <a:pt x="53673" y="67630"/>
                </a:lnTo>
                <a:cubicBezTo>
                  <a:pt x="65413" y="67630"/>
                  <a:pt x="73750" y="65449"/>
                  <a:pt x="78683" y="61088"/>
                </a:cubicBezTo>
                <a:cubicBezTo>
                  <a:pt x="83616" y="56724"/>
                  <a:pt x="86083" y="50584"/>
                  <a:pt x="86083" y="42667"/>
                </a:cubicBezTo>
                <a:cubicBezTo>
                  <a:pt x="86083" y="36933"/>
                  <a:pt x="84631" y="32025"/>
                  <a:pt x="81727" y="27943"/>
                </a:cubicBezTo>
                <a:cubicBezTo>
                  <a:pt x="78823" y="23861"/>
                  <a:pt x="74999" y="21165"/>
                  <a:pt x="70253" y="19855"/>
                </a:cubicBezTo>
                <a:cubicBezTo>
                  <a:pt x="67193" y="19045"/>
                  <a:pt x="61541" y="18640"/>
                  <a:pt x="53298" y="18640"/>
                </a:cubicBezTo>
                <a:lnTo>
                  <a:pt x="18172" y="18640"/>
                </a:lnTo>
                <a:lnTo>
                  <a:pt x="18172" y="67630"/>
                </a:lnTo>
                <a:close/>
                <a:moveTo>
                  <a:pt x="125614" y="139756"/>
                </a:moveTo>
                <a:lnTo>
                  <a:pt x="125614" y="40278"/>
                </a:lnTo>
                <a:lnTo>
                  <a:pt x="140788" y="40278"/>
                </a:lnTo>
                <a:lnTo>
                  <a:pt x="140788" y="55265"/>
                </a:lnTo>
                <a:cubicBezTo>
                  <a:pt x="144660" y="48248"/>
                  <a:pt x="148235" y="43621"/>
                  <a:pt x="151513" y="41385"/>
                </a:cubicBezTo>
                <a:cubicBezTo>
                  <a:pt x="154792" y="39148"/>
                  <a:pt x="158398" y="38030"/>
                  <a:pt x="162332" y="38030"/>
                </a:cubicBezTo>
                <a:cubicBezTo>
                  <a:pt x="168015" y="38030"/>
                  <a:pt x="173791" y="39833"/>
                  <a:pt x="179661" y="43440"/>
                </a:cubicBezTo>
                <a:lnTo>
                  <a:pt x="173854" y="59012"/>
                </a:lnTo>
                <a:cubicBezTo>
                  <a:pt x="169732" y="56577"/>
                  <a:pt x="165611" y="55359"/>
                  <a:pt x="161489" y="55359"/>
                </a:cubicBezTo>
                <a:cubicBezTo>
                  <a:pt x="157805" y="55359"/>
                  <a:pt x="154495" y="56469"/>
                  <a:pt x="151560" y="58690"/>
                </a:cubicBezTo>
                <a:cubicBezTo>
                  <a:pt x="148625" y="60909"/>
                  <a:pt x="146533" y="63987"/>
                  <a:pt x="145284" y="67925"/>
                </a:cubicBezTo>
                <a:cubicBezTo>
                  <a:pt x="143411" y="73926"/>
                  <a:pt x="142474" y="80490"/>
                  <a:pt x="142474" y="87617"/>
                </a:cubicBezTo>
                <a:lnTo>
                  <a:pt x="142474" y="139756"/>
                </a:lnTo>
                <a:lnTo>
                  <a:pt x="125614" y="139756"/>
                </a:lnTo>
                <a:close/>
                <a:moveTo>
                  <a:pt x="189776" y="21919"/>
                </a:moveTo>
                <a:lnTo>
                  <a:pt x="189776" y="2435"/>
                </a:lnTo>
                <a:lnTo>
                  <a:pt x="206636" y="2435"/>
                </a:lnTo>
                <a:lnTo>
                  <a:pt x="206636" y="21919"/>
                </a:lnTo>
                <a:lnTo>
                  <a:pt x="189776" y="21919"/>
                </a:lnTo>
                <a:moveTo>
                  <a:pt x="189776" y="139756"/>
                </a:moveTo>
                <a:lnTo>
                  <a:pt x="189776" y="40278"/>
                </a:lnTo>
                <a:lnTo>
                  <a:pt x="206636" y="40278"/>
                </a:lnTo>
                <a:lnTo>
                  <a:pt x="206636" y="139756"/>
                </a:lnTo>
                <a:lnTo>
                  <a:pt x="189776" y="139756"/>
                </a:lnTo>
                <a:close/>
                <a:moveTo>
                  <a:pt x="225994" y="90017"/>
                </a:moveTo>
                <a:cubicBezTo>
                  <a:pt x="225994" y="71595"/>
                  <a:pt x="231115" y="57951"/>
                  <a:pt x="241356" y="49083"/>
                </a:cubicBezTo>
                <a:cubicBezTo>
                  <a:pt x="249911" y="41714"/>
                  <a:pt x="260340" y="38030"/>
                  <a:pt x="272642" y="38030"/>
                </a:cubicBezTo>
                <a:cubicBezTo>
                  <a:pt x="286318" y="38030"/>
                  <a:pt x="297496" y="42511"/>
                  <a:pt x="306176" y="51472"/>
                </a:cubicBezTo>
                <a:cubicBezTo>
                  <a:pt x="314856" y="60433"/>
                  <a:pt x="319196" y="72813"/>
                  <a:pt x="319196" y="88612"/>
                </a:cubicBezTo>
                <a:cubicBezTo>
                  <a:pt x="319196" y="101414"/>
                  <a:pt x="317276" y="111483"/>
                  <a:pt x="313435" y="118821"/>
                </a:cubicBezTo>
                <a:cubicBezTo>
                  <a:pt x="309595" y="126158"/>
                  <a:pt x="304006" y="131856"/>
                  <a:pt x="296668" y="135915"/>
                </a:cubicBezTo>
                <a:cubicBezTo>
                  <a:pt x="289331" y="139974"/>
                  <a:pt x="281322" y="142004"/>
                  <a:pt x="272642" y="142004"/>
                </a:cubicBezTo>
                <a:cubicBezTo>
                  <a:pt x="258716" y="142004"/>
                  <a:pt x="247460" y="137539"/>
                  <a:pt x="238874" y="128609"/>
                </a:cubicBezTo>
                <a:cubicBezTo>
                  <a:pt x="230287" y="119679"/>
                  <a:pt x="225994" y="106815"/>
                  <a:pt x="225994" y="90017"/>
                </a:cubicBezTo>
                <a:moveTo>
                  <a:pt x="243323" y="89970"/>
                </a:moveTo>
                <a:cubicBezTo>
                  <a:pt x="243323" y="102662"/>
                  <a:pt x="246102" y="112166"/>
                  <a:pt x="251660" y="118481"/>
                </a:cubicBezTo>
                <a:cubicBezTo>
                  <a:pt x="257218" y="124796"/>
                  <a:pt x="264212" y="127953"/>
                  <a:pt x="272642" y="127953"/>
                </a:cubicBezTo>
                <a:cubicBezTo>
                  <a:pt x="281010" y="127953"/>
                  <a:pt x="287973" y="124780"/>
                  <a:pt x="293530" y="118434"/>
                </a:cubicBezTo>
                <a:cubicBezTo>
                  <a:pt x="299088" y="112088"/>
                  <a:pt x="301867" y="102414"/>
                  <a:pt x="301867" y="89411"/>
                </a:cubicBezTo>
                <a:cubicBezTo>
                  <a:pt x="301867" y="77154"/>
                  <a:pt x="299072" y="67868"/>
                  <a:pt x="293483" y="61553"/>
                </a:cubicBezTo>
                <a:cubicBezTo>
                  <a:pt x="287894" y="55238"/>
                  <a:pt x="280947" y="52081"/>
                  <a:pt x="272642" y="52081"/>
                </a:cubicBezTo>
                <a:cubicBezTo>
                  <a:pt x="264212" y="52081"/>
                  <a:pt x="257218" y="55222"/>
                  <a:pt x="251660" y="61506"/>
                </a:cubicBezTo>
                <a:cubicBezTo>
                  <a:pt x="246102" y="67790"/>
                  <a:pt x="243323" y="77278"/>
                  <a:pt x="243323" y="89970"/>
                </a:cubicBezTo>
                <a:close/>
                <a:moveTo>
                  <a:pt x="338744" y="139756"/>
                </a:moveTo>
                <a:lnTo>
                  <a:pt x="338744" y="40278"/>
                </a:lnTo>
                <a:lnTo>
                  <a:pt x="353918" y="40278"/>
                </a:lnTo>
                <a:lnTo>
                  <a:pt x="353918" y="55265"/>
                </a:lnTo>
                <a:cubicBezTo>
                  <a:pt x="357790" y="48248"/>
                  <a:pt x="361365" y="43621"/>
                  <a:pt x="364644" y="41385"/>
                </a:cubicBezTo>
                <a:cubicBezTo>
                  <a:pt x="367922" y="39148"/>
                  <a:pt x="371528" y="38030"/>
                  <a:pt x="375462" y="38030"/>
                </a:cubicBezTo>
                <a:cubicBezTo>
                  <a:pt x="381145" y="38030"/>
                  <a:pt x="386921" y="39833"/>
                  <a:pt x="392791" y="43440"/>
                </a:cubicBezTo>
                <a:lnTo>
                  <a:pt x="386984" y="59012"/>
                </a:lnTo>
                <a:cubicBezTo>
                  <a:pt x="382862" y="56577"/>
                  <a:pt x="378741" y="55359"/>
                  <a:pt x="374619" y="55359"/>
                </a:cubicBezTo>
                <a:cubicBezTo>
                  <a:pt x="370935" y="55359"/>
                  <a:pt x="367625" y="56469"/>
                  <a:pt x="364690" y="58690"/>
                </a:cubicBezTo>
                <a:cubicBezTo>
                  <a:pt x="361755" y="60909"/>
                  <a:pt x="359663" y="63987"/>
                  <a:pt x="358414" y="67925"/>
                </a:cubicBezTo>
                <a:cubicBezTo>
                  <a:pt x="356541" y="73926"/>
                  <a:pt x="355604" y="80490"/>
                  <a:pt x="355604" y="87617"/>
                </a:cubicBezTo>
                <a:lnTo>
                  <a:pt x="355604" y="139756"/>
                </a:lnTo>
                <a:lnTo>
                  <a:pt x="338744" y="139756"/>
                </a:lnTo>
                <a:close/>
                <a:moveTo>
                  <a:pt x="402906" y="21919"/>
                </a:moveTo>
                <a:lnTo>
                  <a:pt x="402906" y="2435"/>
                </a:lnTo>
                <a:lnTo>
                  <a:pt x="419767" y="2435"/>
                </a:lnTo>
                <a:lnTo>
                  <a:pt x="419767" y="21919"/>
                </a:lnTo>
                <a:lnTo>
                  <a:pt x="402906" y="21919"/>
                </a:lnTo>
                <a:moveTo>
                  <a:pt x="402906" y="139756"/>
                </a:moveTo>
                <a:lnTo>
                  <a:pt x="402906" y="40278"/>
                </a:lnTo>
                <a:lnTo>
                  <a:pt x="419767" y="40278"/>
                </a:lnTo>
                <a:lnTo>
                  <a:pt x="419767" y="139756"/>
                </a:lnTo>
                <a:lnTo>
                  <a:pt x="402906" y="139756"/>
                </a:lnTo>
                <a:close/>
                <a:moveTo>
                  <a:pt x="482213" y="124862"/>
                </a:moveTo>
                <a:lnTo>
                  <a:pt x="484648" y="139756"/>
                </a:lnTo>
                <a:cubicBezTo>
                  <a:pt x="479902" y="140630"/>
                  <a:pt x="475656" y="141067"/>
                  <a:pt x="471909" y="141067"/>
                </a:cubicBezTo>
                <a:cubicBezTo>
                  <a:pt x="465789" y="141067"/>
                  <a:pt x="461043" y="140099"/>
                  <a:pt x="457671" y="138163"/>
                </a:cubicBezTo>
                <a:cubicBezTo>
                  <a:pt x="454299" y="136228"/>
                  <a:pt x="451926" y="133683"/>
                  <a:pt x="450552" y="130529"/>
                </a:cubicBezTo>
                <a:cubicBezTo>
                  <a:pt x="449178" y="127376"/>
                  <a:pt x="448491" y="120741"/>
                  <a:pt x="448491" y="110624"/>
                </a:cubicBezTo>
                <a:lnTo>
                  <a:pt x="448491" y="53392"/>
                </a:lnTo>
                <a:lnTo>
                  <a:pt x="436127" y="53392"/>
                </a:lnTo>
                <a:lnTo>
                  <a:pt x="436127" y="40278"/>
                </a:lnTo>
                <a:lnTo>
                  <a:pt x="448491" y="40278"/>
                </a:lnTo>
                <a:lnTo>
                  <a:pt x="448491" y="15576"/>
                </a:lnTo>
                <a:lnTo>
                  <a:pt x="465258" y="5433"/>
                </a:lnTo>
                <a:lnTo>
                  <a:pt x="465258" y="40278"/>
                </a:lnTo>
                <a:lnTo>
                  <a:pt x="482213" y="40278"/>
                </a:lnTo>
                <a:lnTo>
                  <a:pt x="482213" y="53392"/>
                </a:lnTo>
                <a:lnTo>
                  <a:pt x="465258" y="53392"/>
                </a:lnTo>
                <a:lnTo>
                  <a:pt x="465258" y="111561"/>
                </a:lnTo>
                <a:cubicBezTo>
                  <a:pt x="465258" y="116370"/>
                  <a:pt x="465555" y="119461"/>
                  <a:pt x="466148" y="120834"/>
                </a:cubicBezTo>
                <a:cubicBezTo>
                  <a:pt x="466742" y="122208"/>
                  <a:pt x="467709" y="123301"/>
                  <a:pt x="469052" y="124113"/>
                </a:cubicBezTo>
                <a:cubicBezTo>
                  <a:pt x="470395" y="124925"/>
                  <a:pt x="472315" y="125331"/>
                  <a:pt x="474813" y="125331"/>
                </a:cubicBezTo>
                <a:cubicBezTo>
                  <a:pt x="476686" y="125331"/>
                  <a:pt x="479153" y="125175"/>
                  <a:pt x="482213" y="124862"/>
                </a:cubicBezTo>
                <a:close/>
                <a:moveTo>
                  <a:pt x="498825" y="21919"/>
                </a:moveTo>
                <a:lnTo>
                  <a:pt x="498825" y="2435"/>
                </a:lnTo>
                <a:lnTo>
                  <a:pt x="515685" y="2435"/>
                </a:lnTo>
                <a:lnTo>
                  <a:pt x="515685" y="21919"/>
                </a:lnTo>
                <a:lnTo>
                  <a:pt x="498825" y="21919"/>
                </a:lnTo>
                <a:moveTo>
                  <a:pt x="498825" y="139756"/>
                </a:moveTo>
                <a:lnTo>
                  <a:pt x="498825" y="40278"/>
                </a:lnTo>
                <a:lnTo>
                  <a:pt x="515685" y="40278"/>
                </a:lnTo>
                <a:lnTo>
                  <a:pt x="515685" y="139756"/>
                </a:lnTo>
                <a:lnTo>
                  <a:pt x="498825" y="139756"/>
                </a:lnTo>
                <a:close/>
                <a:moveTo>
                  <a:pt x="532420" y="139756"/>
                </a:moveTo>
                <a:lnTo>
                  <a:pt x="532420" y="126080"/>
                </a:lnTo>
                <a:lnTo>
                  <a:pt x="595741" y="53392"/>
                </a:lnTo>
                <a:cubicBezTo>
                  <a:pt x="588560" y="53767"/>
                  <a:pt x="582221" y="53954"/>
                  <a:pt x="576726" y="53954"/>
                </a:cubicBezTo>
                <a:lnTo>
                  <a:pt x="536167" y="53954"/>
                </a:lnTo>
                <a:lnTo>
                  <a:pt x="536167" y="40278"/>
                </a:lnTo>
                <a:lnTo>
                  <a:pt x="617472" y="40278"/>
                </a:lnTo>
                <a:lnTo>
                  <a:pt x="617472" y="51425"/>
                </a:lnTo>
                <a:lnTo>
                  <a:pt x="563612" y="114559"/>
                </a:lnTo>
                <a:lnTo>
                  <a:pt x="553215" y="126080"/>
                </a:lnTo>
                <a:cubicBezTo>
                  <a:pt x="560771" y="125518"/>
                  <a:pt x="567859" y="125237"/>
                  <a:pt x="574478" y="125237"/>
                </a:cubicBezTo>
                <a:lnTo>
                  <a:pt x="620470" y="125237"/>
                </a:lnTo>
                <a:lnTo>
                  <a:pt x="620470" y="139756"/>
                </a:lnTo>
                <a:lnTo>
                  <a:pt x="532420" y="139756"/>
                </a:lnTo>
                <a:close/>
                <a:moveTo>
                  <a:pt x="702150" y="127473"/>
                </a:moveTo>
                <a:cubicBezTo>
                  <a:pt x="695906" y="132785"/>
                  <a:pt x="689895" y="136535"/>
                  <a:pt x="684119" y="138723"/>
                </a:cubicBezTo>
                <a:cubicBezTo>
                  <a:pt x="678343" y="140910"/>
                  <a:pt x="672145" y="142004"/>
                  <a:pt x="665525" y="142004"/>
                </a:cubicBezTo>
                <a:cubicBezTo>
                  <a:pt x="654597" y="142004"/>
                  <a:pt x="646198" y="139332"/>
                  <a:pt x="640328" y="133989"/>
                </a:cubicBezTo>
                <a:cubicBezTo>
                  <a:pt x="634458" y="128646"/>
                  <a:pt x="631523" y="121819"/>
                  <a:pt x="631523" y="113508"/>
                </a:cubicBezTo>
                <a:cubicBezTo>
                  <a:pt x="631523" y="108635"/>
                  <a:pt x="632631" y="104184"/>
                  <a:pt x="634848" y="100154"/>
                </a:cubicBezTo>
                <a:cubicBezTo>
                  <a:pt x="637065" y="96122"/>
                  <a:pt x="639969" y="92888"/>
                  <a:pt x="643560" y="90450"/>
                </a:cubicBezTo>
                <a:cubicBezTo>
                  <a:pt x="647150" y="88013"/>
                  <a:pt x="651194" y="86170"/>
                  <a:pt x="655690" y="84921"/>
                </a:cubicBezTo>
                <a:cubicBezTo>
                  <a:pt x="659000" y="84045"/>
                  <a:pt x="663995" y="83201"/>
                  <a:pt x="670677" y="82389"/>
                </a:cubicBezTo>
                <a:cubicBezTo>
                  <a:pt x="684291" y="80777"/>
                  <a:pt x="694313" y="78855"/>
                  <a:pt x="700745" y="76622"/>
                </a:cubicBezTo>
                <a:cubicBezTo>
                  <a:pt x="700808" y="74321"/>
                  <a:pt x="700839" y="72860"/>
                  <a:pt x="700839" y="72237"/>
                </a:cubicBezTo>
                <a:cubicBezTo>
                  <a:pt x="700839" y="65393"/>
                  <a:pt x="699247" y="60572"/>
                  <a:pt x="696062" y="57774"/>
                </a:cubicBezTo>
                <a:cubicBezTo>
                  <a:pt x="691753" y="53978"/>
                  <a:pt x="685352" y="52081"/>
                  <a:pt x="676859" y="52081"/>
                </a:cubicBezTo>
                <a:cubicBezTo>
                  <a:pt x="668929" y="52081"/>
                  <a:pt x="663074" y="53470"/>
                  <a:pt x="659296" y="56249"/>
                </a:cubicBezTo>
                <a:cubicBezTo>
                  <a:pt x="655518" y="59028"/>
                  <a:pt x="652724" y="63945"/>
                  <a:pt x="650913" y="71002"/>
                </a:cubicBezTo>
                <a:lnTo>
                  <a:pt x="634427" y="68754"/>
                </a:lnTo>
                <a:cubicBezTo>
                  <a:pt x="635926" y="61676"/>
                  <a:pt x="638392" y="55960"/>
                  <a:pt x="641827" y="51606"/>
                </a:cubicBezTo>
                <a:cubicBezTo>
                  <a:pt x="645261" y="47253"/>
                  <a:pt x="650226" y="43902"/>
                  <a:pt x="656720" y="41554"/>
                </a:cubicBezTo>
                <a:cubicBezTo>
                  <a:pt x="663215" y="39205"/>
                  <a:pt x="670740" y="38030"/>
                  <a:pt x="679295" y="38030"/>
                </a:cubicBezTo>
                <a:cubicBezTo>
                  <a:pt x="687788" y="38030"/>
                  <a:pt x="694688" y="39029"/>
                  <a:pt x="699996" y="41028"/>
                </a:cubicBezTo>
                <a:cubicBezTo>
                  <a:pt x="705304" y="43026"/>
                  <a:pt x="709207" y="45539"/>
                  <a:pt x="711705" y="48568"/>
                </a:cubicBezTo>
                <a:cubicBezTo>
                  <a:pt x="714203" y="51597"/>
                  <a:pt x="715951" y="55421"/>
                  <a:pt x="716950" y="60043"/>
                </a:cubicBezTo>
                <a:cubicBezTo>
                  <a:pt x="717512" y="62915"/>
                  <a:pt x="717793" y="68098"/>
                  <a:pt x="717793" y="75592"/>
                </a:cubicBezTo>
                <a:lnTo>
                  <a:pt x="717793" y="98073"/>
                </a:lnTo>
                <a:cubicBezTo>
                  <a:pt x="717793" y="113747"/>
                  <a:pt x="718152" y="123660"/>
                  <a:pt x="718870" y="127813"/>
                </a:cubicBezTo>
                <a:cubicBezTo>
                  <a:pt x="719589" y="131966"/>
                  <a:pt x="721009" y="135947"/>
                  <a:pt x="723132" y="139756"/>
                </a:cubicBezTo>
                <a:lnTo>
                  <a:pt x="705522" y="139756"/>
                </a:lnTo>
                <a:cubicBezTo>
                  <a:pt x="703774" y="136255"/>
                  <a:pt x="702650" y="132161"/>
                  <a:pt x="702150" y="127473"/>
                </a:cubicBezTo>
                <a:moveTo>
                  <a:pt x="700745" y="89736"/>
                </a:moveTo>
                <a:cubicBezTo>
                  <a:pt x="694625" y="92255"/>
                  <a:pt x="685446" y="94396"/>
                  <a:pt x="673206" y="96158"/>
                </a:cubicBezTo>
                <a:cubicBezTo>
                  <a:pt x="666275" y="97161"/>
                  <a:pt x="661373" y="98290"/>
                  <a:pt x="658500" y="99545"/>
                </a:cubicBezTo>
                <a:cubicBezTo>
                  <a:pt x="655627" y="100798"/>
                  <a:pt x="653411" y="102632"/>
                  <a:pt x="651849" y="105048"/>
                </a:cubicBezTo>
                <a:cubicBezTo>
                  <a:pt x="650288" y="107462"/>
                  <a:pt x="649508" y="110142"/>
                  <a:pt x="649508" y="113089"/>
                </a:cubicBezTo>
                <a:cubicBezTo>
                  <a:pt x="649508" y="117603"/>
                  <a:pt x="651209" y="121365"/>
                  <a:pt x="654613" y="124376"/>
                </a:cubicBezTo>
                <a:cubicBezTo>
                  <a:pt x="658016" y="127386"/>
                  <a:pt x="662996" y="128890"/>
                  <a:pt x="669553" y="128890"/>
                </a:cubicBezTo>
                <a:cubicBezTo>
                  <a:pt x="676048" y="128890"/>
                  <a:pt x="681824" y="127463"/>
                  <a:pt x="686882" y="124608"/>
                </a:cubicBezTo>
                <a:cubicBezTo>
                  <a:pt x="691940" y="121753"/>
                  <a:pt x="695656" y="117847"/>
                  <a:pt x="698029" y="112890"/>
                </a:cubicBezTo>
                <a:cubicBezTo>
                  <a:pt x="699840" y="109061"/>
                  <a:pt x="700745" y="103414"/>
                  <a:pt x="700745" y="95947"/>
                </a:cubicBezTo>
                <a:lnTo>
                  <a:pt x="700745" y="89736"/>
                </a:lnTo>
                <a:close/>
                <a:moveTo>
                  <a:pt x="780710" y="124862"/>
                </a:moveTo>
                <a:lnTo>
                  <a:pt x="783146" y="139756"/>
                </a:lnTo>
                <a:cubicBezTo>
                  <a:pt x="778400" y="140630"/>
                  <a:pt x="774153" y="141067"/>
                  <a:pt x="770407" y="141067"/>
                </a:cubicBezTo>
                <a:cubicBezTo>
                  <a:pt x="764287" y="141067"/>
                  <a:pt x="759541" y="140099"/>
                  <a:pt x="756169" y="138163"/>
                </a:cubicBezTo>
                <a:cubicBezTo>
                  <a:pt x="752797" y="136228"/>
                  <a:pt x="750424" y="133683"/>
                  <a:pt x="749050" y="130529"/>
                </a:cubicBezTo>
                <a:cubicBezTo>
                  <a:pt x="747676" y="127376"/>
                  <a:pt x="746989" y="120741"/>
                  <a:pt x="746989" y="110624"/>
                </a:cubicBezTo>
                <a:lnTo>
                  <a:pt x="746989" y="53392"/>
                </a:lnTo>
                <a:lnTo>
                  <a:pt x="734625" y="53392"/>
                </a:lnTo>
                <a:lnTo>
                  <a:pt x="734625" y="40278"/>
                </a:lnTo>
                <a:lnTo>
                  <a:pt x="746989" y="40278"/>
                </a:lnTo>
                <a:lnTo>
                  <a:pt x="746989" y="15576"/>
                </a:lnTo>
                <a:lnTo>
                  <a:pt x="763756" y="5433"/>
                </a:lnTo>
                <a:lnTo>
                  <a:pt x="763756" y="40278"/>
                </a:lnTo>
                <a:lnTo>
                  <a:pt x="780710" y="40278"/>
                </a:lnTo>
                <a:lnTo>
                  <a:pt x="780710" y="53392"/>
                </a:lnTo>
                <a:lnTo>
                  <a:pt x="763756" y="53392"/>
                </a:lnTo>
                <a:lnTo>
                  <a:pt x="763756" y="111561"/>
                </a:lnTo>
                <a:cubicBezTo>
                  <a:pt x="763756" y="116370"/>
                  <a:pt x="764053" y="119461"/>
                  <a:pt x="764646" y="120834"/>
                </a:cubicBezTo>
                <a:cubicBezTo>
                  <a:pt x="765239" y="122208"/>
                  <a:pt x="766207" y="123301"/>
                  <a:pt x="767550" y="124113"/>
                </a:cubicBezTo>
                <a:cubicBezTo>
                  <a:pt x="768892" y="124925"/>
                  <a:pt x="770813" y="125331"/>
                  <a:pt x="773310" y="125331"/>
                </a:cubicBezTo>
                <a:cubicBezTo>
                  <a:pt x="775184" y="125331"/>
                  <a:pt x="777650" y="125175"/>
                  <a:pt x="780710" y="124862"/>
                </a:cubicBezTo>
                <a:close/>
                <a:moveTo>
                  <a:pt x="797323" y="21919"/>
                </a:moveTo>
                <a:lnTo>
                  <a:pt x="797323" y="2435"/>
                </a:lnTo>
                <a:lnTo>
                  <a:pt x="814183" y="2435"/>
                </a:lnTo>
                <a:lnTo>
                  <a:pt x="814183" y="21919"/>
                </a:lnTo>
                <a:lnTo>
                  <a:pt x="797323" y="21919"/>
                </a:lnTo>
                <a:moveTo>
                  <a:pt x="797323" y="139756"/>
                </a:moveTo>
                <a:lnTo>
                  <a:pt x="797323" y="40278"/>
                </a:lnTo>
                <a:lnTo>
                  <a:pt x="814183" y="40278"/>
                </a:lnTo>
                <a:lnTo>
                  <a:pt x="814183" y="139756"/>
                </a:lnTo>
                <a:lnTo>
                  <a:pt x="797323" y="139756"/>
                </a:lnTo>
                <a:close/>
                <a:moveTo>
                  <a:pt x="833540" y="90017"/>
                </a:moveTo>
                <a:cubicBezTo>
                  <a:pt x="833540" y="71595"/>
                  <a:pt x="838661" y="57951"/>
                  <a:pt x="848902" y="49083"/>
                </a:cubicBezTo>
                <a:cubicBezTo>
                  <a:pt x="857457" y="41714"/>
                  <a:pt x="867886" y="38030"/>
                  <a:pt x="880188" y="38030"/>
                </a:cubicBezTo>
                <a:cubicBezTo>
                  <a:pt x="893864" y="38030"/>
                  <a:pt x="905042" y="42511"/>
                  <a:pt x="913722" y="51472"/>
                </a:cubicBezTo>
                <a:cubicBezTo>
                  <a:pt x="922402" y="60433"/>
                  <a:pt x="926742" y="72813"/>
                  <a:pt x="926742" y="88612"/>
                </a:cubicBezTo>
                <a:cubicBezTo>
                  <a:pt x="926742" y="101414"/>
                  <a:pt x="924822" y="111483"/>
                  <a:pt x="920981" y="118821"/>
                </a:cubicBezTo>
                <a:cubicBezTo>
                  <a:pt x="917141" y="126158"/>
                  <a:pt x="911552" y="131856"/>
                  <a:pt x="904214" y="135915"/>
                </a:cubicBezTo>
                <a:cubicBezTo>
                  <a:pt x="896877" y="139974"/>
                  <a:pt x="888868" y="142004"/>
                  <a:pt x="880188" y="142004"/>
                </a:cubicBezTo>
                <a:cubicBezTo>
                  <a:pt x="866262" y="142004"/>
                  <a:pt x="855006" y="137539"/>
                  <a:pt x="846420" y="128609"/>
                </a:cubicBezTo>
                <a:cubicBezTo>
                  <a:pt x="837833" y="119679"/>
                  <a:pt x="833540" y="106815"/>
                  <a:pt x="833540" y="90017"/>
                </a:cubicBezTo>
                <a:moveTo>
                  <a:pt x="850869" y="89970"/>
                </a:moveTo>
                <a:cubicBezTo>
                  <a:pt x="850869" y="102662"/>
                  <a:pt x="853648" y="112166"/>
                  <a:pt x="859206" y="118481"/>
                </a:cubicBezTo>
                <a:cubicBezTo>
                  <a:pt x="864763" y="124796"/>
                  <a:pt x="871757" y="127953"/>
                  <a:pt x="880188" y="127953"/>
                </a:cubicBezTo>
                <a:cubicBezTo>
                  <a:pt x="888556" y="127953"/>
                  <a:pt x="895518" y="124780"/>
                  <a:pt x="901076" y="118434"/>
                </a:cubicBezTo>
                <a:cubicBezTo>
                  <a:pt x="906634" y="112088"/>
                  <a:pt x="909413" y="102414"/>
                  <a:pt x="909413" y="89411"/>
                </a:cubicBezTo>
                <a:cubicBezTo>
                  <a:pt x="909413" y="77154"/>
                  <a:pt x="906618" y="67868"/>
                  <a:pt x="901029" y="61553"/>
                </a:cubicBezTo>
                <a:cubicBezTo>
                  <a:pt x="895440" y="55238"/>
                  <a:pt x="888493" y="52081"/>
                  <a:pt x="880188" y="52081"/>
                </a:cubicBezTo>
                <a:cubicBezTo>
                  <a:pt x="871757" y="52081"/>
                  <a:pt x="864763" y="55222"/>
                  <a:pt x="859206" y="61506"/>
                </a:cubicBezTo>
                <a:cubicBezTo>
                  <a:pt x="853648" y="67790"/>
                  <a:pt x="850869" y="77278"/>
                  <a:pt x="850869" y="89970"/>
                </a:cubicBezTo>
                <a:close/>
                <a:moveTo>
                  <a:pt x="946477" y="139756"/>
                </a:moveTo>
                <a:lnTo>
                  <a:pt x="946477" y="40278"/>
                </a:lnTo>
                <a:lnTo>
                  <a:pt x="961652" y="40278"/>
                </a:lnTo>
                <a:lnTo>
                  <a:pt x="961652" y="54329"/>
                </a:lnTo>
                <a:cubicBezTo>
                  <a:pt x="968958" y="43463"/>
                  <a:pt x="979512" y="38030"/>
                  <a:pt x="993312" y="38030"/>
                </a:cubicBezTo>
                <a:cubicBezTo>
                  <a:pt x="999307" y="38030"/>
                  <a:pt x="1004818" y="39107"/>
                  <a:pt x="1009845" y="41262"/>
                </a:cubicBezTo>
                <a:cubicBezTo>
                  <a:pt x="1014872" y="43416"/>
                  <a:pt x="1018635" y="46242"/>
                  <a:pt x="1021132" y="49739"/>
                </a:cubicBezTo>
                <a:cubicBezTo>
                  <a:pt x="1023630" y="53236"/>
                  <a:pt x="1025379" y="57389"/>
                  <a:pt x="1026378" y="62197"/>
                </a:cubicBezTo>
                <a:cubicBezTo>
                  <a:pt x="1027002" y="65319"/>
                  <a:pt x="1027315" y="70783"/>
                  <a:pt x="1027315" y="78589"/>
                </a:cubicBezTo>
                <a:lnTo>
                  <a:pt x="1027315" y="139756"/>
                </a:lnTo>
                <a:lnTo>
                  <a:pt x="1010454" y="139756"/>
                </a:lnTo>
                <a:lnTo>
                  <a:pt x="1010454" y="79181"/>
                </a:lnTo>
                <a:cubicBezTo>
                  <a:pt x="1010454" y="72304"/>
                  <a:pt x="1009798" y="67161"/>
                  <a:pt x="1008487" y="63754"/>
                </a:cubicBezTo>
                <a:cubicBezTo>
                  <a:pt x="1007176" y="60347"/>
                  <a:pt x="1004849" y="57628"/>
                  <a:pt x="1001508" y="55596"/>
                </a:cubicBezTo>
                <a:cubicBezTo>
                  <a:pt x="998168" y="53565"/>
                  <a:pt x="994249" y="52549"/>
                  <a:pt x="989753" y="52549"/>
                </a:cubicBezTo>
                <a:cubicBezTo>
                  <a:pt x="982572" y="52549"/>
                  <a:pt x="976374" y="54831"/>
                  <a:pt x="971159" y="59396"/>
                </a:cubicBezTo>
                <a:cubicBezTo>
                  <a:pt x="965945" y="63958"/>
                  <a:pt x="963338" y="72616"/>
                  <a:pt x="963338" y="85369"/>
                </a:cubicBezTo>
                <a:lnTo>
                  <a:pt x="963338" y="139756"/>
                </a:lnTo>
                <a:lnTo>
                  <a:pt x="946477" y="139756"/>
                </a:lnTo>
                <a:close/>
                <a:moveTo>
                  <a:pt x="1206602" y="91422"/>
                </a:moveTo>
                <a:lnTo>
                  <a:pt x="1224774" y="96012"/>
                </a:lnTo>
                <a:cubicBezTo>
                  <a:pt x="1220965" y="110968"/>
                  <a:pt x="1214111" y="122372"/>
                  <a:pt x="1204213" y="130225"/>
                </a:cubicBezTo>
                <a:cubicBezTo>
                  <a:pt x="1194315" y="138078"/>
                  <a:pt x="1182216" y="142004"/>
                  <a:pt x="1167916" y="142004"/>
                </a:cubicBezTo>
                <a:cubicBezTo>
                  <a:pt x="1153116" y="142004"/>
                  <a:pt x="1141080" y="138991"/>
                  <a:pt x="1131806" y="132965"/>
                </a:cubicBezTo>
                <a:cubicBezTo>
                  <a:pt x="1122533" y="126939"/>
                  <a:pt x="1115476" y="118212"/>
                  <a:pt x="1110637" y="106784"/>
                </a:cubicBezTo>
                <a:cubicBezTo>
                  <a:pt x="1105797" y="95356"/>
                  <a:pt x="1103377" y="83085"/>
                  <a:pt x="1103377" y="69972"/>
                </a:cubicBezTo>
                <a:cubicBezTo>
                  <a:pt x="1103377" y="55671"/>
                  <a:pt x="1106109" y="43198"/>
                  <a:pt x="1111573" y="32550"/>
                </a:cubicBezTo>
                <a:cubicBezTo>
                  <a:pt x="1117038" y="21903"/>
                  <a:pt x="1124812" y="13816"/>
                  <a:pt x="1134897" y="8290"/>
                </a:cubicBezTo>
                <a:cubicBezTo>
                  <a:pt x="1144982" y="2763"/>
                  <a:pt x="1156082" y="0"/>
                  <a:pt x="1168197" y="0"/>
                </a:cubicBezTo>
                <a:cubicBezTo>
                  <a:pt x="1181935" y="0"/>
                  <a:pt x="1193488" y="3497"/>
                  <a:pt x="1202855" y="10491"/>
                </a:cubicBezTo>
                <a:cubicBezTo>
                  <a:pt x="1212222" y="17485"/>
                  <a:pt x="1218748" y="27320"/>
                  <a:pt x="1222432" y="39997"/>
                </a:cubicBezTo>
                <a:lnTo>
                  <a:pt x="1204541" y="44212"/>
                </a:lnTo>
                <a:cubicBezTo>
                  <a:pt x="1201356" y="34188"/>
                  <a:pt x="1196735" y="26889"/>
                  <a:pt x="1190678" y="22317"/>
                </a:cubicBezTo>
                <a:cubicBezTo>
                  <a:pt x="1184621" y="17743"/>
                  <a:pt x="1177002" y="15456"/>
                  <a:pt x="1167822" y="15456"/>
                </a:cubicBezTo>
                <a:cubicBezTo>
                  <a:pt x="1157269" y="15456"/>
                  <a:pt x="1148448" y="17990"/>
                  <a:pt x="1141361" y="23057"/>
                </a:cubicBezTo>
                <a:cubicBezTo>
                  <a:pt x="1134273" y="28123"/>
                  <a:pt x="1129293" y="34926"/>
                  <a:pt x="1126420" y="43466"/>
                </a:cubicBezTo>
                <a:cubicBezTo>
                  <a:pt x="1123548" y="52004"/>
                  <a:pt x="1122111" y="60807"/>
                  <a:pt x="1122111" y="69875"/>
                </a:cubicBezTo>
                <a:cubicBezTo>
                  <a:pt x="1122111" y="81572"/>
                  <a:pt x="1123813" y="91784"/>
                  <a:pt x="1127216" y="100511"/>
                </a:cubicBezTo>
                <a:cubicBezTo>
                  <a:pt x="1130620" y="109238"/>
                  <a:pt x="1135912" y="115760"/>
                  <a:pt x="1143093" y="120076"/>
                </a:cubicBezTo>
                <a:cubicBezTo>
                  <a:pt x="1150275" y="124391"/>
                  <a:pt x="1158049" y="126548"/>
                  <a:pt x="1166417" y="126548"/>
                </a:cubicBezTo>
                <a:cubicBezTo>
                  <a:pt x="1176596" y="126548"/>
                  <a:pt x="1185214" y="123598"/>
                  <a:pt x="1192270" y="117697"/>
                </a:cubicBezTo>
                <a:cubicBezTo>
                  <a:pt x="1199327" y="111795"/>
                  <a:pt x="1204104" y="103037"/>
                  <a:pt x="1206602" y="91422"/>
                </a:cubicBezTo>
                <a:close/>
                <a:moveTo>
                  <a:pt x="1244787" y="139756"/>
                </a:moveTo>
                <a:lnTo>
                  <a:pt x="1244787" y="40278"/>
                </a:lnTo>
                <a:lnTo>
                  <a:pt x="1259962" y="40278"/>
                </a:lnTo>
                <a:lnTo>
                  <a:pt x="1259962" y="55265"/>
                </a:lnTo>
                <a:cubicBezTo>
                  <a:pt x="1263833" y="48248"/>
                  <a:pt x="1267408" y="43621"/>
                  <a:pt x="1270687" y="41385"/>
                </a:cubicBezTo>
                <a:cubicBezTo>
                  <a:pt x="1273965" y="39148"/>
                  <a:pt x="1277572" y="38030"/>
                  <a:pt x="1281506" y="38030"/>
                </a:cubicBezTo>
                <a:cubicBezTo>
                  <a:pt x="1287188" y="38030"/>
                  <a:pt x="1292965" y="39833"/>
                  <a:pt x="1298835" y="43440"/>
                </a:cubicBezTo>
                <a:lnTo>
                  <a:pt x="1293027" y="59012"/>
                </a:lnTo>
                <a:cubicBezTo>
                  <a:pt x="1288906" y="56577"/>
                  <a:pt x="1284784" y="55359"/>
                  <a:pt x="1280663" y="55359"/>
                </a:cubicBezTo>
                <a:cubicBezTo>
                  <a:pt x="1276978" y="55359"/>
                  <a:pt x="1273669" y="56469"/>
                  <a:pt x="1270734" y="58690"/>
                </a:cubicBezTo>
                <a:cubicBezTo>
                  <a:pt x="1267799" y="60909"/>
                  <a:pt x="1265707" y="63987"/>
                  <a:pt x="1264458" y="67925"/>
                </a:cubicBezTo>
                <a:cubicBezTo>
                  <a:pt x="1262584" y="73926"/>
                  <a:pt x="1261648" y="80490"/>
                  <a:pt x="1261648" y="87617"/>
                </a:cubicBezTo>
                <a:lnTo>
                  <a:pt x="1261648" y="139756"/>
                </a:lnTo>
                <a:lnTo>
                  <a:pt x="1244787" y="139756"/>
                </a:lnTo>
                <a:close/>
                <a:moveTo>
                  <a:pt x="1308950" y="21919"/>
                </a:moveTo>
                <a:lnTo>
                  <a:pt x="1308950" y="2435"/>
                </a:lnTo>
                <a:lnTo>
                  <a:pt x="1325810" y="2435"/>
                </a:lnTo>
                <a:lnTo>
                  <a:pt x="1325810" y="21919"/>
                </a:lnTo>
                <a:lnTo>
                  <a:pt x="1308950" y="21919"/>
                </a:lnTo>
                <a:moveTo>
                  <a:pt x="1308950" y="139756"/>
                </a:moveTo>
                <a:lnTo>
                  <a:pt x="1308950" y="40278"/>
                </a:lnTo>
                <a:lnTo>
                  <a:pt x="1325810" y="40278"/>
                </a:lnTo>
                <a:lnTo>
                  <a:pt x="1325810" y="139756"/>
                </a:lnTo>
                <a:lnTo>
                  <a:pt x="1308950" y="139756"/>
                </a:lnTo>
                <a:close/>
                <a:moveTo>
                  <a:pt x="1388256" y="124862"/>
                </a:moveTo>
                <a:lnTo>
                  <a:pt x="1390691" y="139756"/>
                </a:lnTo>
                <a:cubicBezTo>
                  <a:pt x="1385945" y="140630"/>
                  <a:pt x="1381699" y="141067"/>
                  <a:pt x="1377952" y="141067"/>
                </a:cubicBezTo>
                <a:cubicBezTo>
                  <a:pt x="1371832" y="141067"/>
                  <a:pt x="1367087" y="140099"/>
                  <a:pt x="1363714" y="138163"/>
                </a:cubicBezTo>
                <a:cubicBezTo>
                  <a:pt x="1360342" y="136228"/>
                  <a:pt x="1357969" y="133683"/>
                  <a:pt x="1356595" y="130529"/>
                </a:cubicBezTo>
                <a:cubicBezTo>
                  <a:pt x="1355222" y="127376"/>
                  <a:pt x="1354535" y="120741"/>
                  <a:pt x="1354535" y="110624"/>
                </a:cubicBezTo>
                <a:lnTo>
                  <a:pt x="1354535" y="53392"/>
                </a:lnTo>
                <a:lnTo>
                  <a:pt x="1342170" y="53392"/>
                </a:lnTo>
                <a:lnTo>
                  <a:pt x="1342170" y="40278"/>
                </a:lnTo>
                <a:lnTo>
                  <a:pt x="1354535" y="40278"/>
                </a:lnTo>
                <a:lnTo>
                  <a:pt x="1354535" y="15576"/>
                </a:lnTo>
                <a:lnTo>
                  <a:pt x="1371302" y="5433"/>
                </a:lnTo>
                <a:lnTo>
                  <a:pt x="1371302" y="40278"/>
                </a:lnTo>
                <a:lnTo>
                  <a:pt x="1388256" y="40278"/>
                </a:lnTo>
                <a:lnTo>
                  <a:pt x="1388256" y="53392"/>
                </a:lnTo>
                <a:lnTo>
                  <a:pt x="1371302" y="53392"/>
                </a:lnTo>
                <a:lnTo>
                  <a:pt x="1371302" y="111561"/>
                </a:lnTo>
                <a:cubicBezTo>
                  <a:pt x="1371302" y="116370"/>
                  <a:pt x="1371598" y="119461"/>
                  <a:pt x="1372192" y="120834"/>
                </a:cubicBezTo>
                <a:cubicBezTo>
                  <a:pt x="1372785" y="122208"/>
                  <a:pt x="1373753" y="123301"/>
                  <a:pt x="1375095" y="124113"/>
                </a:cubicBezTo>
                <a:cubicBezTo>
                  <a:pt x="1376438" y="124925"/>
                  <a:pt x="1378358" y="125331"/>
                  <a:pt x="1380856" y="125331"/>
                </a:cubicBezTo>
                <a:cubicBezTo>
                  <a:pt x="1382729" y="125331"/>
                  <a:pt x="1385196" y="125175"/>
                  <a:pt x="1388256" y="124862"/>
                </a:cubicBezTo>
                <a:close/>
                <a:moveTo>
                  <a:pt x="1472872" y="107721"/>
                </a:moveTo>
                <a:lnTo>
                  <a:pt x="1490295" y="109875"/>
                </a:lnTo>
                <a:cubicBezTo>
                  <a:pt x="1487547" y="120054"/>
                  <a:pt x="1482458" y="127953"/>
                  <a:pt x="1475027" y="133574"/>
                </a:cubicBezTo>
                <a:cubicBezTo>
                  <a:pt x="1467596" y="139194"/>
                  <a:pt x="1458104" y="142004"/>
                  <a:pt x="1446551" y="142004"/>
                </a:cubicBezTo>
                <a:cubicBezTo>
                  <a:pt x="1432001" y="142004"/>
                  <a:pt x="1420464" y="137523"/>
                  <a:pt x="1411940" y="128562"/>
                </a:cubicBezTo>
                <a:cubicBezTo>
                  <a:pt x="1403416" y="119601"/>
                  <a:pt x="1399154" y="107034"/>
                  <a:pt x="1399154" y="90860"/>
                </a:cubicBezTo>
                <a:cubicBezTo>
                  <a:pt x="1399154" y="74124"/>
                  <a:pt x="1403463" y="61135"/>
                  <a:pt x="1412081" y="51893"/>
                </a:cubicBezTo>
                <a:cubicBezTo>
                  <a:pt x="1420698" y="42651"/>
                  <a:pt x="1431876" y="38030"/>
                  <a:pt x="1445614" y="38030"/>
                </a:cubicBezTo>
                <a:cubicBezTo>
                  <a:pt x="1458916" y="38030"/>
                  <a:pt x="1469781" y="42551"/>
                  <a:pt x="1478212" y="51592"/>
                </a:cubicBezTo>
                <a:cubicBezTo>
                  <a:pt x="1486642" y="60631"/>
                  <a:pt x="1490857" y="73349"/>
                  <a:pt x="1490857" y="89745"/>
                </a:cubicBezTo>
                <a:cubicBezTo>
                  <a:pt x="1490857" y="90742"/>
                  <a:pt x="1490826" y="92238"/>
                  <a:pt x="1490763" y="94232"/>
                </a:cubicBezTo>
                <a:lnTo>
                  <a:pt x="1416577" y="94232"/>
                </a:lnTo>
                <a:cubicBezTo>
                  <a:pt x="1417201" y="105129"/>
                  <a:pt x="1420292" y="113474"/>
                  <a:pt x="1425850" y="119265"/>
                </a:cubicBezTo>
                <a:cubicBezTo>
                  <a:pt x="1431408" y="125057"/>
                  <a:pt x="1438339" y="127953"/>
                  <a:pt x="1446645" y="127953"/>
                </a:cubicBezTo>
                <a:cubicBezTo>
                  <a:pt x="1452827" y="127953"/>
                  <a:pt x="1458104" y="126345"/>
                  <a:pt x="1462475" y="123129"/>
                </a:cubicBezTo>
                <a:cubicBezTo>
                  <a:pt x="1466846" y="119911"/>
                  <a:pt x="1470312" y="114775"/>
                  <a:pt x="1472872" y="107721"/>
                </a:cubicBezTo>
                <a:moveTo>
                  <a:pt x="1417513" y="80182"/>
                </a:moveTo>
                <a:lnTo>
                  <a:pt x="1473060" y="80182"/>
                </a:lnTo>
                <a:cubicBezTo>
                  <a:pt x="1472310" y="71950"/>
                  <a:pt x="1470187" y="65777"/>
                  <a:pt x="1466690" y="61661"/>
                </a:cubicBezTo>
                <a:cubicBezTo>
                  <a:pt x="1461320" y="55274"/>
                  <a:pt x="1454357" y="52081"/>
                  <a:pt x="1445802" y="52081"/>
                </a:cubicBezTo>
                <a:cubicBezTo>
                  <a:pt x="1438058" y="52081"/>
                  <a:pt x="1431548" y="54630"/>
                  <a:pt x="1426272" y="59729"/>
                </a:cubicBezTo>
                <a:cubicBezTo>
                  <a:pt x="1420995" y="64827"/>
                  <a:pt x="1418075" y="71644"/>
                  <a:pt x="1417513" y="80182"/>
                </a:cubicBezTo>
                <a:close/>
                <a:moveTo>
                  <a:pt x="1511248" y="139756"/>
                </a:moveTo>
                <a:lnTo>
                  <a:pt x="1511248" y="40278"/>
                </a:lnTo>
                <a:lnTo>
                  <a:pt x="1526423" y="40278"/>
                </a:lnTo>
                <a:lnTo>
                  <a:pt x="1526423" y="55265"/>
                </a:lnTo>
                <a:cubicBezTo>
                  <a:pt x="1530295" y="48248"/>
                  <a:pt x="1533870" y="43621"/>
                  <a:pt x="1537148" y="41385"/>
                </a:cubicBezTo>
                <a:cubicBezTo>
                  <a:pt x="1540427" y="39148"/>
                  <a:pt x="1544033" y="38030"/>
                  <a:pt x="1547967" y="38030"/>
                </a:cubicBezTo>
                <a:cubicBezTo>
                  <a:pt x="1553650" y="38030"/>
                  <a:pt x="1559426" y="39833"/>
                  <a:pt x="1565296" y="43440"/>
                </a:cubicBezTo>
                <a:lnTo>
                  <a:pt x="1559488" y="59012"/>
                </a:lnTo>
                <a:cubicBezTo>
                  <a:pt x="1555367" y="56577"/>
                  <a:pt x="1551245" y="55359"/>
                  <a:pt x="1547124" y="55359"/>
                </a:cubicBezTo>
                <a:cubicBezTo>
                  <a:pt x="1543440" y="55359"/>
                  <a:pt x="1540130" y="56469"/>
                  <a:pt x="1537195" y="58690"/>
                </a:cubicBezTo>
                <a:cubicBezTo>
                  <a:pt x="1534260" y="60909"/>
                  <a:pt x="1532168" y="63987"/>
                  <a:pt x="1530919" y="67925"/>
                </a:cubicBezTo>
                <a:cubicBezTo>
                  <a:pt x="1529046" y="73926"/>
                  <a:pt x="1528109" y="80490"/>
                  <a:pt x="1528109" y="87617"/>
                </a:cubicBezTo>
                <a:lnTo>
                  <a:pt x="1528109" y="139756"/>
                </a:lnTo>
                <a:lnTo>
                  <a:pt x="1511248" y="139756"/>
                </a:lnTo>
                <a:close/>
                <a:moveTo>
                  <a:pt x="1575411" y="21919"/>
                </a:moveTo>
                <a:lnTo>
                  <a:pt x="1575411" y="2435"/>
                </a:lnTo>
                <a:lnTo>
                  <a:pt x="1592272" y="2435"/>
                </a:lnTo>
                <a:lnTo>
                  <a:pt x="1592272" y="21919"/>
                </a:lnTo>
                <a:lnTo>
                  <a:pt x="1575411" y="21919"/>
                </a:lnTo>
                <a:moveTo>
                  <a:pt x="1575411" y="139756"/>
                </a:moveTo>
                <a:lnTo>
                  <a:pt x="1575411" y="40278"/>
                </a:lnTo>
                <a:lnTo>
                  <a:pt x="1592272" y="40278"/>
                </a:lnTo>
                <a:lnTo>
                  <a:pt x="1592272" y="139756"/>
                </a:lnTo>
                <a:lnTo>
                  <a:pt x="1575411" y="139756"/>
                </a:lnTo>
                <a:close/>
                <a:moveTo>
                  <a:pt x="1682819" y="127473"/>
                </a:moveTo>
                <a:cubicBezTo>
                  <a:pt x="1676574" y="132785"/>
                  <a:pt x="1670563" y="136535"/>
                  <a:pt x="1664787" y="138723"/>
                </a:cubicBezTo>
                <a:cubicBezTo>
                  <a:pt x="1659011" y="140910"/>
                  <a:pt x="1652813" y="142004"/>
                  <a:pt x="1646194" y="142004"/>
                </a:cubicBezTo>
                <a:cubicBezTo>
                  <a:pt x="1635265" y="142004"/>
                  <a:pt x="1626866" y="139332"/>
                  <a:pt x="1620996" y="133989"/>
                </a:cubicBezTo>
                <a:cubicBezTo>
                  <a:pt x="1615126" y="128646"/>
                  <a:pt x="1612191" y="121819"/>
                  <a:pt x="1612191" y="113508"/>
                </a:cubicBezTo>
                <a:cubicBezTo>
                  <a:pt x="1612191" y="108635"/>
                  <a:pt x="1613300" y="104184"/>
                  <a:pt x="1615517" y="100154"/>
                </a:cubicBezTo>
                <a:cubicBezTo>
                  <a:pt x="1617733" y="96122"/>
                  <a:pt x="1620637" y="92888"/>
                  <a:pt x="1624228" y="90450"/>
                </a:cubicBezTo>
                <a:cubicBezTo>
                  <a:pt x="1627819" y="88013"/>
                  <a:pt x="1631862" y="86170"/>
                  <a:pt x="1636358" y="84921"/>
                </a:cubicBezTo>
                <a:cubicBezTo>
                  <a:pt x="1639668" y="84045"/>
                  <a:pt x="1644664" y="83201"/>
                  <a:pt x="1651345" y="82389"/>
                </a:cubicBezTo>
                <a:cubicBezTo>
                  <a:pt x="1664959" y="80777"/>
                  <a:pt x="1674982" y="78855"/>
                  <a:pt x="1681414" y="76622"/>
                </a:cubicBezTo>
                <a:cubicBezTo>
                  <a:pt x="1681476" y="74321"/>
                  <a:pt x="1681507" y="72860"/>
                  <a:pt x="1681507" y="72237"/>
                </a:cubicBezTo>
                <a:cubicBezTo>
                  <a:pt x="1681507" y="65393"/>
                  <a:pt x="1679915" y="60572"/>
                  <a:pt x="1676730" y="57774"/>
                </a:cubicBezTo>
                <a:cubicBezTo>
                  <a:pt x="1672421" y="53978"/>
                  <a:pt x="1666020" y="52081"/>
                  <a:pt x="1657528" y="52081"/>
                </a:cubicBezTo>
                <a:cubicBezTo>
                  <a:pt x="1649597" y="52081"/>
                  <a:pt x="1643743" y="53470"/>
                  <a:pt x="1639965" y="56249"/>
                </a:cubicBezTo>
                <a:cubicBezTo>
                  <a:pt x="1636186" y="59028"/>
                  <a:pt x="1633392" y="63945"/>
                  <a:pt x="1631581" y="71002"/>
                </a:cubicBezTo>
                <a:lnTo>
                  <a:pt x="1615095" y="68754"/>
                </a:lnTo>
                <a:cubicBezTo>
                  <a:pt x="1616594" y="61676"/>
                  <a:pt x="1619060" y="55960"/>
                  <a:pt x="1622495" y="51606"/>
                </a:cubicBezTo>
                <a:cubicBezTo>
                  <a:pt x="1625930" y="47253"/>
                  <a:pt x="1630894" y="43902"/>
                  <a:pt x="1637389" y="41554"/>
                </a:cubicBezTo>
                <a:cubicBezTo>
                  <a:pt x="1643883" y="39205"/>
                  <a:pt x="1651408" y="38030"/>
                  <a:pt x="1659963" y="38030"/>
                </a:cubicBezTo>
                <a:cubicBezTo>
                  <a:pt x="1668456" y="38030"/>
                  <a:pt x="1675356" y="39029"/>
                  <a:pt x="1680664" y="41028"/>
                </a:cubicBezTo>
                <a:cubicBezTo>
                  <a:pt x="1685972" y="43026"/>
                  <a:pt x="1689875" y="45539"/>
                  <a:pt x="1692373" y="48568"/>
                </a:cubicBezTo>
                <a:cubicBezTo>
                  <a:pt x="1694871" y="51597"/>
                  <a:pt x="1696619" y="55421"/>
                  <a:pt x="1697618" y="60043"/>
                </a:cubicBezTo>
                <a:cubicBezTo>
                  <a:pt x="1698181" y="62915"/>
                  <a:pt x="1698462" y="68098"/>
                  <a:pt x="1698462" y="75592"/>
                </a:cubicBezTo>
                <a:lnTo>
                  <a:pt x="1698462" y="98073"/>
                </a:lnTo>
                <a:cubicBezTo>
                  <a:pt x="1698462" y="113747"/>
                  <a:pt x="1698821" y="123660"/>
                  <a:pt x="1699539" y="127813"/>
                </a:cubicBezTo>
                <a:cubicBezTo>
                  <a:pt x="1700257" y="131966"/>
                  <a:pt x="1701678" y="135947"/>
                  <a:pt x="1703801" y="139756"/>
                </a:cubicBezTo>
                <a:lnTo>
                  <a:pt x="1686191" y="139756"/>
                </a:lnTo>
                <a:cubicBezTo>
                  <a:pt x="1684442" y="136255"/>
                  <a:pt x="1683318" y="132161"/>
                  <a:pt x="1682819" y="127473"/>
                </a:cubicBezTo>
                <a:moveTo>
                  <a:pt x="1681414" y="89736"/>
                </a:moveTo>
                <a:cubicBezTo>
                  <a:pt x="1675294" y="92255"/>
                  <a:pt x="1666114" y="94396"/>
                  <a:pt x="1653875" y="96158"/>
                </a:cubicBezTo>
                <a:cubicBezTo>
                  <a:pt x="1646943" y="97161"/>
                  <a:pt x="1642041" y="98290"/>
                  <a:pt x="1639168" y="99545"/>
                </a:cubicBezTo>
                <a:cubicBezTo>
                  <a:pt x="1636296" y="100798"/>
                  <a:pt x="1634079" y="102632"/>
                  <a:pt x="1632518" y="105048"/>
                </a:cubicBezTo>
                <a:cubicBezTo>
                  <a:pt x="1630957" y="107462"/>
                  <a:pt x="1630176" y="110142"/>
                  <a:pt x="1630176" y="113089"/>
                </a:cubicBezTo>
                <a:cubicBezTo>
                  <a:pt x="1630176" y="117603"/>
                  <a:pt x="1631878" y="121365"/>
                  <a:pt x="1635281" y="124376"/>
                </a:cubicBezTo>
                <a:cubicBezTo>
                  <a:pt x="1638684" y="127386"/>
                  <a:pt x="1643664" y="128890"/>
                  <a:pt x="1650221" y="128890"/>
                </a:cubicBezTo>
                <a:cubicBezTo>
                  <a:pt x="1656716" y="128890"/>
                  <a:pt x="1662492" y="127463"/>
                  <a:pt x="1667550" y="124608"/>
                </a:cubicBezTo>
                <a:cubicBezTo>
                  <a:pt x="1672609" y="121753"/>
                  <a:pt x="1676324" y="117847"/>
                  <a:pt x="1678697" y="112890"/>
                </a:cubicBezTo>
                <a:cubicBezTo>
                  <a:pt x="1680508" y="109061"/>
                  <a:pt x="1681414" y="103414"/>
                  <a:pt x="1681414" y="95947"/>
                </a:cubicBezTo>
                <a:lnTo>
                  <a:pt x="1681414" y="897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1E9B67-24B7-496A-84EF-996A6EAA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6" y="4349942"/>
            <a:ext cx="6801835" cy="10"/>
          </a:xfrm>
          <a:custGeom xmlns:a="http://schemas.openxmlformats.org/drawingml/2006/main">
            <a:pathLst>
              <a:path w="6801835" h="1" fill="none">
                <a:moveTo>
                  <a:pt x="0" y="0"/>
                </a:moveTo>
                <a:lnTo>
                  <a:pt x="68018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41" cap="flat">
            <a:solidFill>
              <a:srgbClr val="000000"/>
            </a:solidFill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F803F9-B845-47FE-9365-EA6F63CE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14" y="600213"/>
            <a:ext cx="6278617" cy="10"/>
          </a:xfrm>
          <a:custGeom xmlns:a="http://schemas.openxmlformats.org/drawingml/2006/main">
            <a:pathLst>
              <a:path w="6278617" h="1" fill="none">
                <a:moveTo>
                  <a:pt x="0" y="0"/>
                </a:moveTo>
                <a:lnTo>
                  <a:pt x="62786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41" cap="flat">
            <a:solidFill>
              <a:srgbClr val="000000"/>
            </a:solidFill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687229-2761-43C9-AD25-2BBCACEF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6" y="76995"/>
            <a:ext cx="6809334" cy="10"/>
          </a:xfrm>
          <a:custGeom xmlns:a="http://schemas.openxmlformats.org/drawingml/2006/main">
            <a:pathLst>
              <a:path w="6809334" h="1" fill="none">
                <a:moveTo>
                  <a:pt x="0" y="0"/>
                </a:moveTo>
                <a:lnTo>
                  <a:pt x="68093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41" cap="flat">
            <a:solidFill>
              <a:srgbClr val="000000"/>
            </a:solidFill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5F8E0C-C052-4BF4-8C58-EF40D215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6" y="76995"/>
            <a:ext cx="10" cy="4272948"/>
          </a:xfrm>
          <a:custGeom xmlns:a="http://schemas.openxmlformats.org/drawingml/2006/main">
            <a:pathLst>
              <a:path w="1" h="4272948" fill="none">
                <a:moveTo>
                  <a:pt x="0" y="0"/>
                </a:moveTo>
                <a:lnTo>
                  <a:pt x="0" y="4272948"/>
                </a:lnTo>
              </a:path>
            </a:pathLst>
          </a:custGeom>
          <a:noFill xmlns:a="http://schemas.openxmlformats.org/drawingml/2006/main"/>
          <a:ln xmlns:a="http://schemas.openxmlformats.org/drawingml/2006/main" w="17441" cap="flat">
            <a:solidFill>
              <a:srgbClr val="000000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FE6A34-246D-49DC-AC1E-95FEC7EA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486" y="76995"/>
            <a:ext cx="10" cy="2877699"/>
          </a:xfrm>
          <a:custGeom xmlns:a="http://schemas.openxmlformats.org/drawingml/2006/main">
            <a:pathLst>
              <a:path w="1" h="2877699" fill="none">
                <a:moveTo>
                  <a:pt x="0" y="0"/>
                </a:moveTo>
                <a:lnTo>
                  <a:pt x="0" y="2877699"/>
                </a:lnTo>
              </a:path>
            </a:pathLst>
          </a:custGeom>
          <a:noFill xmlns:a="http://schemas.openxmlformats.org/drawingml/2006/main"/>
          <a:ln xmlns:a="http://schemas.openxmlformats.org/drawingml/2006/main" w="17441" cap="flat">
            <a:solidFill>
              <a:srgbClr val="000000"/>
            </a:solidFill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09901D-82FE-4856-9281-BE286467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14" y="76995"/>
            <a:ext cx="10" cy="4272948"/>
          </a:xfrm>
          <a:custGeom xmlns:a="http://schemas.openxmlformats.org/drawingml/2006/main">
            <a:pathLst>
              <a:path w="1" h="4272948" fill="none">
                <a:moveTo>
                  <a:pt x="0" y="0"/>
                </a:moveTo>
                <a:lnTo>
                  <a:pt x="0" y="4272948"/>
                </a:lnTo>
              </a:path>
            </a:pathLst>
          </a:custGeom>
          <a:noFill xmlns:a="http://schemas.openxmlformats.org/drawingml/2006/main"/>
          <a:ln xmlns:a="http://schemas.openxmlformats.org/drawingml/2006/main" w="17441" cap="flat">
            <a:solidFill>
              <a:srgbClr val="000000"/>
            </a:solidFill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D6D6DA-C2E0-420C-82C2-BDBEF818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5231" y="76995"/>
            <a:ext cx="10" cy="4272948"/>
          </a:xfrm>
          <a:custGeom xmlns:a="http://schemas.openxmlformats.org/drawingml/2006/main">
            <a:pathLst>
              <a:path w="1" h="4272948" fill="none">
                <a:moveTo>
                  <a:pt x="0" y="0"/>
                </a:moveTo>
                <a:lnTo>
                  <a:pt x="0" y="4272948"/>
                </a:lnTo>
              </a:path>
            </a:pathLst>
          </a:custGeom>
          <a:noFill xmlns:a="http://schemas.openxmlformats.org/drawingml/2006/main"/>
          <a:ln xmlns:a="http://schemas.openxmlformats.org/drawingml/2006/main" w="17441" cap="flat">
            <a:solidFill>
              <a:srgbClr val="000000"/>
            </a:solidFill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25FFD6-F9BA-4FB9-A7EB-9821E298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674" y="3565115"/>
            <a:ext cx="1308045" cy="10"/>
          </a:xfrm>
          <a:custGeom xmlns:a="http://schemas.openxmlformats.org/drawingml/2006/main">
            <a:pathLst>
              <a:path w="1308045" h="1" fill="none">
                <a:moveTo>
                  <a:pt x="0" y="0"/>
                </a:moveTo>
                <a:lnTo>
                  <a:pt x="13080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41" cap="flat">
            <a:solidFill>
              <a:srgbClr val="000000"/>
            </a:solidFill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C047DF-041B-46E5-BDB5-1A6C43CA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329" y="3565115"/>
            <a:ext cx="2441684" cy="10"/>
          </a:xfrm>
          <a:custGeom xmlns:a="http://schemas.openxmlformats.org/drawingml/2006/main">
            <a:pathLst>
              <a:path w="2441684" h="1" fill="none">
                <a:moveTo>
                  <a:pt x="0" y="0"/>
                </a:moveTo>
                <a:lnTo>
                  <a:pt x="24416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41" cap="flat">
            <a:solidFill>
              <a:srgbClr val="000000"/>
            </a:solidFill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D7AEFF-6CA1-4F46-A52F-3A532258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141" y="2169867"/>
            <a:ext cx="10" cy="935340"/>
          </a:xfrm>
          <a:custGeom xmlns:a="http://schemas.openxmlformats.org/drawingml/2006/main">
            <a:pathLst>
              <a:path w="1" h="935340" fill="none">
                <a:moveTo>
                  <a:pt x="0" y="0"/>
                </a:moveTo>
                <a:lnTo>
                  <a:pt x="0" y="935340"/>
                </a:lnTo>
              </a:path>
            </a:pathLst>
          </a:custGeom>
          <a:noFill xmlns:a="http://schemas.openxmlformats.org/drawingml/2006/main"/>
          <a:ln xmlns:a="http://schemas.openxmlformats.org/drawingml/2006/main" w="17441" cap="flat">
            <a:solidFill>
              <a:srgbClr val="000000"/>
            </a:solidFill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6907A-2C31-4A0A-894C-84960CDC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099" y="3074686"/>
            <a:ext cx="122084" cy="122084"/>
          </a:xfrm>
          <a:custGeom xmlns:a="http://schemas.openxmlformats.org/drawingml/2006/main">
            <a:pathLst>
              <a:path w="122084" h="122084">
                <a:moveTo>
                  <a:pt x="61042" y="122084"/>
                </a:moveTo>
                <a:lnTo>
                  <a:pt x="0" y="0"/>
                </a:lnTo>
                <a:lnTo>
                  <a:pt x="61042" y="30521"/>
                </a:lnTo>
                <a:lnTo>
                  <a:pt x="122084" y="0"/>
                </a:lnTo>
                <a:lnTo>
                  <a:pt x="61042" y="1220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3BC885-7B57-4024-9D6D-729D5A02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099" y="3074686"/>
            <a:ext cx="122084" cy="122084"/>
          </a:xfrm>
          <a:custGeom xmlns:a="http://schemas.openxmlformats.org/drawingml/2006/main">
            <a:pathLst>
              <a:path w="122084" h="122084" fill="none">
                <a:moveTo>
                  <a:pt x="61042" y="122084"/>
                </a:moveTo>
                <a:lnTo>
                  <a:pt x="0" y="0"/>
                </a:lnTo>
                <a:lnTo>
                  <a:pt x="61042" y="30521"/>
                </a:lnTo>
                <a:lnTo>
                  <a:pt x="122084" y="0"/>
                </a:lnTo>
                <a:lnTo>
                  <a:pt x="61042" y="1220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441" cap="flat">
            <a:solidFill>
              <a:srgbClr val="000000"/>
            </a:solidFill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F812CC-8882-4C49-B380-1A6A1DAD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268" y="1821055"/>
            <a:ext cx="385437" cy="1290779"/>
          </a:xfrm>
          <a:custGeom xmlns:a="http://schemas.openxmlformats.org/drawingml/2006/main">
            <a:pathLst>
              <a:path w="385437" h="1290779" fill="none">
                <a:moveTo>
                  <a:pt x="0" y="0"/>
                </a:moveTo>
                <a:lnTo>
                  <a:pt x="385437" y="0"/>
                </a:lnTo>
                <a:lnTo>
                  <a:pt x="385089" y="1290779"/>
                </a:lnTo>
              </a:path>
            </a:pathLst>
          </a:custGeom>
          <a:noFill xmlns:a="http://schemas.openxmlformats.org/drawingml/2006/main"/>
          <a:ln xmlns:a="http://schemas.openxmlformats.org/drawingml/2006/main" w="17441" cap="flat">
            <a:solidFill>
              <a:srgbClr val="000000"/>
            </a:solidFill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949D5C-F790-4F66-9DF5-24E193CE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315" y="3081313"/>
            <a:ext cx="122084" cy="122084"/>
          </a:xfrm>
          <a:custGeom xmlns:a="http://schemas.openxmlformats.org/drawingml/2006/main">
            <a:pathLst>
              <a:path w="122084" h="122084">
                <a:moveTo>
                  <a:pt x="61042" y="122084"/>
                </a:moveTo>
                <a:lnTo>
                  <a:pt x="0" y="0"/>
                </a:lnTo>
                <a:lnTo>
                  <a:pt x="61042" y="30521"/>
                </a:lnTo>
                <a:lnTo>
                  <a:pt x="122084" y="0"/>
                </a:lnTo>
                <a:lnTo>
                  <a:pt x="61042" y="1220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164974-A984-46D6-ADCC-41A773B2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315" y="3081313"/>
            <a:ext cx="122084" cy="122084"/>
          </a:xfrm>
          <a:custGeom xmlns:a="http://schemas.openxmlformats.org/drawingml/2006/main">
            <a:pathLst>
              <a:path w="122084" h="122084" fill="none">
                <a:moveTo>
                  <a:pt x="61042" y="122084"/>
                </a:moveTo>
                <a:lnTo>
                  <a:pt x="0" y="0"/>
                </a:lnTo>
                <a:lnTo>
                  <a:pt x="61042" y="30521"/>
                </a:lnTo>
                <a:lnTo>
                  <a:pt x="122084" y="0"/>
                </a:lnTo>
                <a:lnTo>
                  <a:pt x="61042" y="1220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441" cap="flat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5378066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2026-09-08T02:50:47.5360000Z</dcterms:created>
  <dcterms:modified xsi:type="dcterms:W3CDTF">2026-09-08T02:50:47.5360000Z</dcterms:modified>
</coreProperties>
</file>