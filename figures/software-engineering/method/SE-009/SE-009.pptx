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536a5025d484b" /><Relationship Type="http://schemas.openxmlformats.org/officeDocument/2006/relationships/extended-properties" Target="/docProps/app.xml" Id="R036ed26238e44be3" /><Relationship Type="http://schemas.openxmlformats.org/officeDocument/2006/relationships/officeDocument" Target="/ppt/presentation.xml" Id="R91438978099f4e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ae72d50b54b21"/>
  </p:sldMasterIdLst>
  <p:notesMasterIdLst>
    <p:notesMasterId xmlns:r="http://schemas.openxmlformats.org/officeDocument/2006/relationships" r:id="Re1660cc4faf741fc"/>
  </p:notesMasterIdLst>
  <p:sldIdLst>
    <p:sldId xmlns:r="http://schemas.openxmlformats.org/officeDocument/2006/relationships" id="256" r:id="R07babacd24fd4548"/>
  </p:sldIdLst>
  <p:sldSz cx="13830300" cy="6572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002e6ef3849ab" /><Relationship Type="http://schemas.openxmlformats.org/officeDocument/2006/relationships/slideMaster" Target="/ppt/slideMasters/slideMaster1.xml" Id="Rc9dae72d50b54b21" /><Relationship Type="http://schemas.openxmlformats.org/officeDocument/2006/relationships/notesMaster" Target="/ppt/notesMasters/notesMaster1.xml" Id="Re1660cc4faf741fc" /><Relationship Type="http://schemas.openxmlformats.org/officeDocument/2006/relationships/presProps" Target="/ppt/presProps.xml" Id="R8a7a47eed3bc4a35" /><Relationship Type="http://schemas.openxmlformats.org/officeDocument/2006/relationships/tableStyles" Target="/ppt/tableStyles.xml" Id="R696e2ba6a40e45b1" /><Relationship Type="http://schemas.openxmlformats.org/officeDocument/2006/relationships/slide" Target="/ppt/slides/slide1.xml" Id="R07babacd24fd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9b6b5f78a148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04d866eb4943d7" /><Relationship Type="http://schemas.openxmlformats.org/officeDocument/2006/relationships/notesMaster" Target="/ppt/notesMasters/notesMaster1.xml" Id="R87dadf3639a949c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素材ID：SE-009</ns1:t>
            </ns1:r>
          </ns1:p>
          <ns1:p>
            <ns1:r>
              <ns1:t>论文：SEAlign: Alignment Training for Software Engineering Agent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类型：方法机制</ns1:t>
            </ns1:r>
          </ns1:p>
          <ns1:p>
            <ns1:r>
              <ns1:t>借鉴点：四区图串起轨迹数据、轨迹树、关键动作评分和偏好优化；适合把训练数据生成与优化目标放到同一张方法图。</ns1:t>
            </ns1:r>
          </ns1:p>
          <ns1:p>
            <ns1:r>
              <ns1:t>论文URL：https://arxiv.org/pdf/2503.18455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c665fc5aa46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81cfd2ad54e37" /><Relationship Type="http://schemas.openxmlformats.org/officeDocument/2006/relationships/slideLayout" Target="/ppt/slideLayouts/slideLayout1.xml" Id="R097ddfc0df60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7ddfc0df60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16d86032d4d5c" /><Relationship Type="http://schemas.openxmlformats.org/officeDocument/2006/relationships/image" Target="/ppt/media/image.png" Id="R5d945dee57fd4668" /><Relationship Type="http://schemas.openxmlformats.org/officeDocument/2006/relationships/image" Target="/ppt/media/image2.png" Id="Rdeff8d26814e4a8a" /><Relationship Type="http://schemas.openxmlformats.org/officeDocument/2006/relationships/image" Target="/ppt/media/image3.png" Id="R0c6a08dfa16d4d45" /><Relationship Type="http://schemas.openxmlformats.org/officeDocument/2006/relationships/image" Target="/ppt/media/image4.png" Id="R07623d9b133742fe" /><Relationship Type="http://schemas.openxmlformats.org/officeDocument/2006/relationships/image" Target="/ppt/media/image5.png" Id="Rcde54b11bc084b48" /><Relationship Type="http://schemas.openxmlformats.org/officeDocument/2006/relationships/image" Target="/ppt/media/image6.png" Id="R05ce4b4893b440aa" /><Relationship Type="http://schemas.openxmlformats.org/officeDocument/2006/relationships/image" Target="/ppt/media/image7.png" Id="Rdca2550a92a7486c" /><Relationship Type="http://schemas.openxmlformats.org/officeDocument/2006/relationships/image" Target="/ppt/media/image8.png" Id="R93550031235849e1" /><Relationship Type="http://schemas.openxmlformats.org/officeDocument/2006/relationships/image" Target="/ppt/media/image9.png" Id="R61397c1a303a498a" /><Relationship Type="http://schemas.openxmlformats.org/officeDocument/2006/relationships/image" Target="/ppt/media/image10.png" Id="R4d13db9b48e14ca1" /><Relationship Type="http://schemas.openxmlformats.org/officeDocument/2006/relationships/image" Target="/ppt/media/image11.png" Id="Rea65540030954080" /><Relationship Type="http://schemas.openxmlformats.org/officeDocument/2006/relationships/image" Target="/ppt/media/image12.png" Id="R55e65614769440e4" /><Relationship Type="http://schemas.openxmlformats.org/officeDocument/2006/relationships/image" Target="/ppt/media/image13.png" Id="R6095e102fd56495e" /><Relationship Type="http://schemas.openxmlformats.org/officeDocument/2006/relationships/image" Target="/ppt/media/image14.png" Id="Rd8c6fa243f9743f8" /><Relationship Type="http://schemas.openxmlformats.org/officeDocument/2006/relationships/image" Target="/ppt/media/image15.png" Id="Rff0be9ba94c54b93" /><Relationship Type="http://schemas.openxmlformats.org/officeDocument/2006/relationships/notesSlide" Target="/ppt/notesSlides/notesSlide1.xml" Id="R0ca3a63a879b46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8" name="SE-009-1">
            <a:extLst xmlns:a="http://schemas.openxmlformats.org/drawingml/2006/main">
              <a:ext uri="{FF2B5EF4-FFF2-40B4-BE49-F238E27FC236}">
                <a16:creationId xmlns:a16="http://schemas.microsoft.com/office/drawing/2014/main" id="{19738C64-6C46-4AF0-BD4F-FAAC4C1B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95250"/>
            <a:ext cx="11658600" cy="585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2" name="SE-009-2">
            <a:extLst xmlns:a="http://schemas.openxmlformats.org/drawingml/2006/main">
              <a:ext uri="{FF2B5EF4-FFF2-40B4-BE49-F238E27FC236}">
                <a16:creationId xmlns:a16="http://schemas.microsoft.com/office/drawing/2014/main" id="{386083E1-7DA0-4A34-9C80-6BE382FC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"/>
            <a:ext cx="6772275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" name="SE-009-3">
            <a:extLst xmlns:a="http://schemas.openxmlformats.org/drawingml/2006/main">
              <a:ext uri="{FF2B5EF4-FFF2-40B4-BE49-F238E27FC236}">
                <a16:creationId xmlns:a16="http://schemas.microsoft.com/office/drawing/2014/main" id="{19BD0AF3-4EDC-49BF-9050-17E1172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"/>
            <a:ext cx="4410075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4" name="SE-009-4">
            <a:extLst xmlns:a="http://schemas.openxmlformats.org/drawingml/2006/main">
              <a:ext uri="{FF2B5EF4-FFF2-40B4-BE49-F238E27FC236}">
                <a16:creationId xmlns:a16="http://schemas.microsoft.com/office/drawing/2014/main" id="{EF289169-CACB-4D17-908F-984B4696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8950"/>
            <a:ext cx="55149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" name="SE-009-5">
            <a:extLst xmlns:a="http://schemas.openxmlformats.org/drawingml/2006/main">
              <a:ext uri="{FF2B5EF4-FFF2-40B4-BE49-F238E27FC236}">
                <a16:creationId xmlns:a16="http://schemas.microsoft.com/office/drawing/2014/main" id="{FF2C037D-B5D1-4B45-8BDB-E3EC8374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028950"/>
            <a:ext cx="5657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6" name="SE-009-6">
            <a:extLst xmlns:a="http://schemas.openxmlformats.org/drawingml/2006/main">
              <a:ext uri="{FF2B5EF4-FFF2-40B4-BE49-F238E27FC236}">
                <a16:creationId xmlns:a16="http://schemas.microsoft.com/office/drawing/2014/main" id="{1EE22B3D-1800-4C33-87C6-2CC60D2F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29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7" name="SE-009-7">
            <a:extLst xmlns:a="http://schemas.openxmlformats.org/drawingml/2006/main">
              <a:ext uri="{FF2B5EF4-FFF2-40B4-BE49-F238E27FC236}">
                <a16:creationId xmlns:a16="http://schemas.microsoft.com/office/drawing/2014/main" id="{F3D7990D-1924-49F9-A269-0666D23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Sampled Trajectory</a:t>
            </a:r>
          </a:p>
        </p:txBody>
      </p:sp>
      <p:sp>
        <p:nvSpPr>
          <p:cNvPr id="8" name="SE-009-8">
            <a:extLst xmlns:a="http://schemas.openxmlformats.org/drawingml/2006/main">
              <a:ext uri="{FF2B5EF4-FFF2-40B4-BE49-F238E27FC236}">
                <a16:creationId xmlns:a16="http://schemas.microsoft.com/office/drawing/2014/main" id="{5FFDC96E-7C1E-4B2D-82D2-C25A8B7F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"/>
            <a:ext cx="9429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9" name="SE-009-path-9">
            <a:extLst xmlns:a="http://schemas.openxmlformats.org/drawingml/2006/main">
              <a:ext uri="{FF2B5EF4-FFF2-40B4-BE49-F238E27FC236}">
                <a16:creationId xmlns:a16="http://schemas.microsoft.com/office/drawing/2014/main" id="{9618E096-5248-4C22-B247-0E218D9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3450"/>
            <a:ext cx="942975" cy="66675"/>
          </a:xfrm>
          <a:custGeom xmlns:a="http://schemas.openxmlformats.org/drawingml/2006/main">
            <a:pathLst>
              <a:path w="942975" h="66675">
                <a:moveTo>
                  <a:pt x="942975" y="0"/>
                </a:moveTo>
                <a:lnTo>
                  <a:pt x="938941" y="8703"/>
                </a:lnTo>
                <a:lnTo>
                  <a:pt x="926909" y="17257"/>
                </a:lnTo>
                <a:lnTo>
                  <a:pt x="907085" y="25515"/>
                </a:lnTo>
                <a:lnTo>
                  <a:pt x="879808" y="33338"/>
                </a:lnTo>
                <a:lnTo>
                  <a:pt x="845544" y="40589"/>
                </a:lnTo>
                <a:lnTo>
                  <a:pt x="804880" y="47146"/>
                </a:lnTo>
                <a:lnTo>
                  <a:pt x="758511" y="52897"/>
                </a:lnTo>
                <a:lnTo>
                  <a:pt x="707231" y="57742"/>
                </a:lnTo>
                <a:lnTo>
                  <a:pt x="651918" y="61600"/>
                </a:lnTo>
                <a:lnTo>
                  <a:pt x="593517" y="64403"/>
                </a:lnTo>
                <a:lnTo>
                  <a:pt x="533029" y="66105"/>
                </a:lnTo>
                <a:lnTo>
                  <a:pt x="471488" y="66675"/>
                </a:lnTo>
                <a:lnTo>
                  <a:pt x="409946" y="66105"/>
                </a:lnTo>
                <a:lnTo>
                  <a:pt x="349458" y="64403"/>
                </a:lnTo>
                <a:lnTo>
                  <a:pt x="291057" y="61600"/>
                </a:lnTo>
                <a:lnTo>
                  <a:pt x="235744" y="57742"/>
                </a:lnTo>
                <a:lnTo>
                  <a:pt x="184464" y="52897"/>
                </a:lnTo>
                <a:lnTo>
                  <a:pt x="138095" y="47146"/>
                </a:lnTo>
                <a:lnTo>
                  <a:pt x="97431" y="40589"/>
                </a:lnTo>
                <a:lnTo>
                  <a:pt x="63167" y="33338"/>
                </a:lnTo>
                <a:lnTo>
                  <a:pt x="35890" y="25515"/>
                </a:lnTo>
                <a:lnTo>
                  <a:pt x="16066" y="17257"/>
                </a:lnTo>
                <a:lnTo>
                  <a:pt x="4034" y="870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0" name="SE-009-10">
            <a:extLst xmlns:a="http://schemas.openxmlformats.org/drawingml/2006/main">
              <a:ext uri="{FF2B5EF4-FFF2-40B4-BE49-F238E27FC236}">
                <a16:creationId xmlns:a16="http://schemas.microsoft.com/office/drawing/2014/main" id="{4D175D12-5A82-4CA3-B8C8-5010354C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942975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1" name="SE-009-path-11">
            <a:extLst xmlns:a="http://schemas.openxmlformats.org/drawingml/2006/main">
              <a:ext uri="{FF2B5EF4-FFF2-40B4-BE49-F238E27FC236}">
                <a16:creationId xmlns:a16="http://schemas.microsoft.com/office/drawing/2014/main" id="{88FF29BF-E5C1-4481-BB43-7D5A6284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"/>
            <a:ext cx="95" cy="276225"/>
          </a:xfrm>
          <a:custGeom xmlns:a="http://schemas.openxmlformats.org/drawingml/2006/main"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2" name="SE-009-path-12">
            <a:extLst xmlns:a="http://schemas.openxmlformats.org/drawingml/2006/main">
              <a:ext uri="{FF2B5EF4-FFF2-40B4-BE49-F238E27FC236}">
                <a16:creationId xmlns:a16="http://schemas.microsoft.com/office/drawing/2014/main" id="{F38B0800-1230-4B1A-ADEB-0ACC1208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57225"/>
            <a:ext cx="95" cy="276225"/>
          </a:xfrm>
          <a:custGeom xmlns:a="http://schemas.openxmlformats.org/drawingml/2006/main"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3" name="SE-009-13">
            <a:extLst xmlns:a="http://schemas.openxmlformats.org/drawingml/2006/main">
              <a:ext uri="{FF2B5EF4-FFF2-40B4-BE49-F238E27FC236}">
                <a16:creationId xmlns:a16="http://schemas.microsoft.com/office/drawing/2014/main" id="{61673204-5377-4511-AE99-8163DD6F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SWE-Gym</a:t>
            </a:r>
          </a:p>
        </p:txBody>
      </p:sp>
      <p:sp>
        <p:nvSpPr>
          <p:cNvPr id="14" name="SE-009-14">
            <a:extLst xmlns:a="http://schemas.openxmlformats.org/drawingml/2006/main">
              <a:ext uri="{FF2B5EF4-FFF2-40B4-BE49-F238E27FC236}">
                <a16:creationId xmlns:a16="http://schemas.microsoft.com/office/drawing/2014/main" id="{E6E25E8C-935C-4EFD-B628-EAE19333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668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15" name="SE-009-path-15">
            <a:extLst xmlns:a="http://schemas.openxmlformats.org/drawingml/2006/main">
              <a:ext uri="{FF2B5EF4-FFF2-40B4-BE49-F238E27FC236}">
                <a16:creationId xmlns:a16="http://schemas.microsoft.com/office/drawing/2014/main" id="{C608BFAF-AD01-469D-A59A-2996F2EA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209675"/>
            <a:ext cx="95" cy="352425"/>
          </a:xfrm>
          <a:custGeom xmlns:a="http://schemas.openxmlformats.org/drawingml/2006/main"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6" name="SE-009-path-16">
            <a:extLst xmlns:a="http://schemas.openxmlformats.org/drawingml/2006/main">
              <a:ext uri="{FF2B5EF4-FFF2-40B4-BE49-F238E27FC236}">
                <a16:creationId xmlns:a16="http://schemas.microsoft.com/office/drawing/2014/main" id="{1592D8BE-E751-4C15-AF72-DE2B6D2D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92" y="1469165"/>
            <a:ext cx="96766" cy="92935"/>
          </a:xfrm>
          <a:custGeom xmlns:a="http://schemas.openxmlformats.org/drawingml/2006/main">
            <a:pathLst>
              <a:path w="96766" h="92935">
                <a:moveTo>
                  <a:pt x="0" y="0"/>
                </a:moveTo>
                <a:lnTo>
                  <a:pt x="48383" y="92935"/>
                </a:lnTo>
                <a:lnTo>
                  <a:pt x="967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7" name="SE-009-path-17">
            <a:extLst xmlns:a="http://schemas.openxmlformats.org/drawingml/2006/main">
              <a:ext uri="{FF2B5EF4-FFF2-40B4-BE49-F238E27FC236}">
                <a16:creationId xmlns:a16="http://schemas.microsoft.com/office/drawing/2014/main" id="{F0A2FB1C-C5DB-4C56-8EA5-F1310CA8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43075"/>
            <a:ext cx="314325" cy="409575"/>
          </a:xfrm>
          <a:custGeom xmlns:a="http://schemas.openxmlformats.org/drawingml/2006/main">
            <a:pathLst>
              <a:path w="314325" h="409575">
                <a:moveTo>
                  <a:pt x="0" y="0"/>
                </a:moveTo>
                <a:lnTo>
                  <a:pt x="220027" y="0"/>
                </a:lnTo>
                <a:lnTo>
                  <a:pt x="314325" y="90107"/>
                </a:lnTo>
                <a:lnTo>
                  <a:pt x="314325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8" name="SE-009-path-18">
            <a:extLst xmlns:a="http://schemas.openxmlformats.org/drawingml/2006/main">
              <a:ext uri="{FF2B5EF4-FFF2-40B4-BE49-F238E27FC236}">
                <a16:creationId xmlns:a16="http://schemas.microsoft.com/office/drawing/2014/main" id="{D9651369-1CC0-450B-A14A-ACECD4EF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8" y="1743075"/>
            <a:ext cx="94298" cy="90107"/>
          </a:xfrm>
          <a:custGeom xmlns:a="http://schemas.openxmlformats.org/drawingml/2006/main">
            <a:pathLst>
              <a:path w="94298" h="90107">
                <a:moveTo>
                  <a:pt x="0" y="0"/>
                </a:moveTo>
                <a:lnTo>
                  <a:pt x="0" y="90107"/>
                </a:lnTo>
                <a:lnTo>
                  <a:pt x="94298" y="9010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9" name="SE-009-19">
            <a:extLst xmlns:a="http://schemas.openxmlformats.org/drawingml/2006/main">
              <a:ext uri="{FF2B5EF4-FFF2-40B4-BE49-F238E27FC236}">
                <a16:creationId xmlns:a16="http://schemas.microsoft.com/office/drawing/2014/main" id="{758EA870-6CEF-40E1-BAFB-E3B1B7D0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574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20" name="SE-009-path-20">
            <a:extLst xmlns:a="http://schemas.openxmlformats.org/drawingml/2006/main">
              <a:ext uri="{FF2B5EF4-FFF2-40B4-BE49-F238E27FC236}">
                <a16:creationId xmlns:a16="http://schemas.microsoft.com/office/drawing/2014/main" id="{9D3E44A8-CA85-4382-819E-AB9200C1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621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21" name="SE-009-path-21">
            <a:extLst xmlns:a="http://schemas.openxmlformats.org/drawingml/2006/main">
              <a:ext uri="{FF2B5EF4-FFF2-40B4-BE49-F238E27FC236}">
                <a16:creationId xmlns:a16="http://schemas.microsoft.com/office/drawing/2014/main" id="{8420D94B-8744-425C-AC21-7AF75052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036" y="1926962"/>
            <a:ext cx="67589" cy="70375"/>
          </a:xfrm>
          <a:custGeom xmlns:a="http://schemas.openxmlformats.org/drawingml/2006/main">
            <a:pathLst>
              <a:path w="67589" h="70375">
                <a:moveTo>
                  <a:pt x="0" y="70375"/>
                </a:moveTo>
                <a:lnTo>
                  <a:pt x="67589" y="351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22" name="SE-009-path-22">
            <a:extLst xmlns:a="http://schemas.openxmlformats.org/drawingml/2006/main">
              <a:ext uri="{FF2B5EF4-FFF2-40B4-BE49-F238E27FC236}">
                <a16:creationId xmlns:a16="http://schemas.microsoft.com/office/drawing/2014/main" id="{8E6A9FDF-66A7-4097-A8CA-C122D3D3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" name="SE-009-path-23">
            <a:extLst xmlns:a="http://schemas.openxmlformats.org/drawingml/2006/main">
              <a:ext uri="{FF2B5EF4-FFF2-40B4-BE49-F238E27FC236}">
                <a16:creationId xmlns:a16="http://schemas.microsoft.com/office/drawing/2014/main" id="{15DD1223-BDAC-4A3C-9822-D19583CA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" name="SE-009-path-24">
            <a:extLst xmlns:a="http://schemas.openxmlformats.org/drawingml/2006/main">
              <a:ext uri="{FF2B5EF4-FFF2-40B4-BE49-F238E27FC236}">
                <a16:creationId xmlns:a16="http://schemas.microsoft.com/office/drawing/2014/main" id="{3FC2A83B-132A-460B-9551-DB3092DF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5" name="SE-009-path-25">
            <a:extLst xmlns:a="http://schemas.openxmlformats.org/drawingml/2006/main">
              <a:ext uri="{FF2B5EF4-FFF2-40B4-BE49-F238E27FC236}">
                <a16:creationId xmlns:a16="http://schemas.microsoft.com/office/drawing/2014/main" id="{39EBEAC6-B52E-43E6-85F3-4A431F0C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6" name="SE-009-path-26">
            <a:extLst xmlns:a="http://schemas.openxmlformats.org/drawingml/2006/main">
              <a:ext uri="{FF2B5EF4-FFF2-40B4-BE49-F238E27FC236}">
                <a16:creationId xmlns:a16="http://schemas.microsoft.com/office/drawing/2014/main" id="{B7733E18-8F98-4A62-9A37-68D1B23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7" name="SE-009-path-27">
            <a:extLst xmlns:a="http://schemas.openxmlformats.org/drawingml/2006/main">
              <a:ext uri="{FF2B5EF4-FFF2-40B4-BE49-F238E27FC236}">
                <a16:creationId xmlns:a16="http://schemas.microsoft.com/office/drawing/2014/main" id="{70BED57D-0E43-4134-AD1F-9AECE2BE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8" name="SE-009-path-28">
            <a:extLst xmlns:a="http://schemas.openxmlformats.org/drawingml/2006/main">
              <a:ext uri="{FF2B5EF4-FFF2-40B4-BE49-F238E27FC236}">
                <a16:creationId xmlns:a16="http://schemas.microsoft.com/office/drawing/2014/main" id="{80D37727-991D-4D3C-85F5-A109023E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9" name="SE-009-path-29">
            <a:extLst xmlns:a="http://schemas.openxmlformats.org/drawingml/2006/main">
              <a:ext uri="{FF2B5EF4-FFF2-40B4-BE49-F238E27FC236}">
                <a16:creationId xmlns:a16="http://schemas.microsoft.com/office/drawing/2014/main" id="{CA06990B-2B5B-489F-85C8-4694C55D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0" name="SE-009-path-30">
            <a:extLst xmlns:a="http://schemas.openxmlformats.org/drawingml/2006/main">
              <a:ext uri="{FF2B5EF4-FFF2-40B4-BE49-F238E27FC236}">
                <a16:creationId xmlns:a16="http://schemas.microsoft.com/office/drawing/2014/main" id="{1F395E16-12E3-45F1-9A1C-B578DB1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1" name="SE-009-path-31">
            <a:extLst xmlns:a="http://schemas.openxmlformats.org/drawingml/2006/main">
              <a:ext uri="{FF2B5EF4-FFF2-40B4-BE49-F238E27FC236}">
                <a16:creationId xmlns:a16="http://schemas.microsoft.com/office/drawing/2014/main" id="{0493B010-E3AD-4028-A621-51F987B3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0960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2" name="SE-009-path-32">
            <a:extLst xmlns:a="http://schemas.openxmlformats.org/drawingml/2006/main">
              <a:ext uri="{FF2B5EF4-FFF2-40B4-BE49-F238E27FC236}">
                <a16:creationId xmlns:a16="http://schemas.microsoft.com/office/drawing/2014/main" id="{8A21B042-DC1D-46F9-8A9F-2F228121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09600"/>
            <a:ext cx="9525" cy="95"/>
          </a:xfrm>
          <a:custGeom xmlns:a="http://schemas.openxmlformats.org/drawingml/2006/main">
            <a:pathLst>
              <a:path w="9525" h="9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3" name="SE-009-path-33">
            <a:extLst xmlns:a="http://schemas.openxmlformats.org/drawingml/2006/main">
              <a:ext uri="{FF2B5EF4-FFF2-40B4-BE49-F238E27FC236}">
                <a16:creationId xmlns:a16="http://schemas.microsoft.com/office/drawing/2014/main" id="{A67DCA70-BE68-49A5-84C5-D6F17D6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096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4" name="SE-009-path-34">
            <a:extLst xmlns:a="http://schemas.openxmlformats.org/drawingml/2006/main">
              <a:ext uri="{FF2B5EF4-FFF2-40B4-BE49-F238E27FC236}">
                <a16:creationId xmlns:a16="http://schemas.microsoft.com/office/drawing/2014/main" id="{86BAB1F3-1471-4776-B34A-CEE92F7E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667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5" name="SE-009-path-35">
            <a:extLst xmlns:a="http://schemas.openxmlformats.org/drawingml/2006/main">
              <a:ext uri="{FF2B5EF4-FFF2-40B4-BE49-F238E27FC236}">
                <a16:creationId xmlns:a16="http://schemas.microsoft.com/office/drawing/2014/main" id="{55B47685-118E-47B9-852D-F899BDA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239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6" name="SE-009-path-36">
            <a:extLst xmlns:a="http://schemas.openxmlformats.org/drawingml/2006/main">
              <a:ext uri="{FF2B5EF4-FFF2-40B4-BE49-F238E27FC236}">
                <a16:creationId xmlns:a16="http://schemas.microsoft.com/office/drawing/2014/main" id="{6839D378-1039-4DF0-B3BF-5630498C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810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7" name="SE-009-path-37">
            <a:extLst xmlns:a="http://schemas.openxmlformats.org/drawingml/2006/main">
              <a:ext uri="{FF2B5EF4-FFF2-40B4-BE49-F238E27FC236}">
                <a16:creationId xmlns:a16="http://schemas.microsoft.com/office/drawing/2014/main" id="{4997D155-DF1C-4FBD-9B8F-5463D3F8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8382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8" name="SE-009-path-38">
            <a:extLst xmlns:a="http://schemas.openxmlformats.org/drawingml/2006/main">
              <a:ext uri="{FF2B5EF4-FFF2-40B4-BE49-F238E27FC236}">
                <a16:creationId xmlns:a16="http://schemas.microsoft.com/office/drawing/2014/main" id="{55279B7A-2A2E-49FA-8C5C-389E3E8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8953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39" name="SE-009-path-39">
            <a:extLst xmlns:a="http://schemas.openxmlformats.org/drawingml/2006/main">
              <a:ext uri="{FF2B5EF4-FFF2-40B4-BE49-F238E27FC236}">
                <a16:creationId xmlns:a16="http://schemas.microsoft.com/office/drawing/2014/main" id="{F1DFB8AD-6D3F-41BA-86FC-15E42CC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525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0" name="SE-009-path-40">
            <a:extLst xmlns:a="http://schemas.openxmlformats.org/drawingml/2006/main">
              <a:ext uri="{FF2B5EF4-FFF2-40B4-BE49-F238E27FC236}">
                <a16:creationId xmlns:a16="http://schemas.microsoft.com/office/drawing/2014/main" id="{88C90F0E-2E94-4E90-903E-45704D10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0096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" name="SE-009-path-41">
            <a:extLst xmlns:a="http://schemas.openxmlformats.org/drawingml/2006/main">
              <a:ext uri="{FF2B5EF4-FFF2-40B4-BE49-F238E27FC236}">
                <a16:creationId xmlns:a16="http://schemas.microsoft.com/office/drawing/2014/main" id="{37159E1D-4F63-4415-ADD5-B49F4A73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0668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" name="SE-009-path-42">
            <a:extLst xmlns:a="http://schemas.openxmlformats.org/drawingml/2006/main">
              <a:ext uri="{FF2B5EF4-FFF2-40B4-BE49-F238E27FC236}">
                <a16:creationId xmlns:a16="http://schemas.microsoft.com/office/drawing/2014/main" id="{806141B5-5815-4D47-A740-2F3436CC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1239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" name="SE-009-path-43">
            <a:extLst xmlns:a="http://schemas.openxmlformats.org/drawingml/2006/main">
              <a:ext uri="{FF2B5EF4-FFF2-40B4-BE49-F238E27FC236}">
                <a16:creationId xmlns:a16="http://schemas.microsoft.com/office/drawing/2014/main" id="{650F0FAD-EAC2-408C-AE7B-CA013CB4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1811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" name="SE-009-path-44">
            <a:extLst xmlns:a="http://schemas.openxmlformats.org/drawingml/2006/main">
              <a:ext uri="{FF2B5EF4-FFF2-40B4-BE49-F238E27FC236}">
                <a16:creationId xmlns:a16="http://schemas.microsoft.com/office/drawing/2014/main" id="{7CD01F3B-8063-46C6-A728-24B02076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2382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" name="SE-009-path-45">
            <a:extLst xmlns:a="http://schemas.openxmlformats.org/drawingml/2006/main">
              <a:ext uri="{FF2B5EF4-FFF2-40B4-BE49-F238E27FC236}">
                <a16:creationId xmlns:a16="http://schemas.microsoft.com/office/drawing/2014/main" id="{1AF3DF8D-6B98-4809-98B9-857EE57B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2954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" name="SE-009-path-46">
            <a:extLst xmlns:a="http://schemas.openxmlformats.org/drawingml/2006/main">
              <a:ext uri="{FF2B5EF4-FFF2-40B4-BE49-F238E27FC236}">
                <a16:creationId xmlns:a16="http://schemas.microsoft.com/office/drawing/2014/main" id="{44EFA03C-9E84-458A-9816-67F2BF0E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3525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" name="SE-009-path-47">
            <a:extLst xmlns:a="http://schemas.openxmlformats.org/drawingml/2006/main">
              <a:ext uri="{FF2B5EF4-FFF2-40B4-BE49-F238E27FC236}">
                <a16:creationId xmlns:a16="http://schemas.microsoft.com/office/drawing/2014/main" id="{5F774443-1D5F-452F-B85E-BF0BA96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097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" name="SE-009-path-48">
            <a:extLst xmlns:a="http://schemas.openxmlformats.org/drawingml/2006/main">
              <a:ext uri="{FF2B5EF4-FFF2-40B4-BE49-F238E27FC236}">
                <a16:creationId xmlns:a16="http://schemas.microsoft.com/office/drawing/2014/main" id="{921AC789-7740-42FA-B63A-5F13EF4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" name="SE-009-path-49">
            <a:extLst xmlns:a="http://schemas.openxmlformats.org/drawingml/2006/main">
              <a:ext uri="{FF2B5EF4-FFF2-40B4-BE49-F238E27FC236}">
                <a16:creationId xmlns:a16="http://schemas.microsoft.com/office/drawing/2014/main" id="{FE695228-B076-4733-B46C-D92A6FE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240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" name="SE-009-path-50">
            <a:extLst xmlns:a="http://schemas.openxmlformats.org/drawingml/2006/main">
              <a:ext uri="{FF2B5EF4-FFF2-40B4-BE49-F238E27FC236}">
                <a16:creationId xmlns:a16="http://schemas.microsoft.com/office/drawing/2014/main" id="{67F35B51-1994-407E-9C83-DD4C0B4A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811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" name="SE-009-path-51">
            <a:extLst xmlns:a="http://schemas.openxmlformats.org/drawingml/2006/main">
              <a:ext uri="{FF2B5EF4-FFF2-40B4-BE49-F238E27FC236}">
                <a16:creationId xmlns:a16="http://schemas.microsoft.com/office/drawing/2014/main" id="{44A13A0C-FDA8-4933-A324-805290B3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383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2" name="SE-009-path-52">
            <a:extLst xmlns:a="http://schemas.openxmlformats.org/drawingml/2006/main">
              <a:ext uri="{FF2B5EF4-FFF2-40B4-BE49-F238E27FC236}">
                <a16:creationId xmlns:a16="http://schemas.microsoft.com/office/drawing/2014/main" id="{3F0980A0-6D85-4F37-B4C8-2EED438F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954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3" name="SE-009-path-53">
            <a:extLst xmlns:a="http://schemas.openxmlformats.org/drawingml/2006/main">
              <a:ext uri="{FF2B5EF4-FFF2-40B4-BE49-F238E27FC236}">
                <a16:creationId xmlns:a16="http://schemas.microsoft.com/office/drawing/2014/main" id="{91A2F522-076C-4880-8331-944C7843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526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4" name="SE-009-path-54">
            <a:extLst xmlns:a="http://schemas.openxmlformats.org/drawingml/2006/main">
              <a:ext uri="{FF2B5EF4-FFF2-40B4-BE49-F238E27FC236}">
                <a16:creationId xmlns:a16="http://schemas.microsoft.com/office/drawing/2014/main" id="{BF869B26-D0FD-4A79-84D7-CA0D98D7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097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5" name="SE-009-path-55">
            <a:extLst xmlns:a="http://schemas.openxmlformats.org/drawingml/2006/main">
              <a:ext uri="{FF2B5EF4-FFF2-40B4-BE49-F238E27FC236}">
                <a16:creationId xmlns:a16="http://schemas.microsoft.com/office/drawing/2014/main" id="{17EBEB11-8310-4816-B4C8-7F7F9018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669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6" name="SE-009-path-56">
            <a:extLst xmlns:a="http://schemas.openxmlformats.org/drawingml/2006/main">
              <a:ext uri="{FF2B5EF4-FFF2-40B4-BE49-F238E27FC236}">
                <a16:creationId xmlns:a16="http://schemas.microsoft.com/office/drawing/2014/main" id="{F0F211A3-3EE4-4764-860F-5E45F8CB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240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" name="SE-009-path-57">
            <a:extLst xmlns:a="http://schemas.openxmlformats.org/drawingml/2006/main">
              <a:ext uri="{FF2B5EF4-FFF2-40B4-BE49-F238E27FC236}">
                <a16:creationId xmlns:a16="http://schemas.microsoft.com/office/drawing/2014/main" id="{744A0D53-6F56-4498-99A4-18651A6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" name="SE-009-path-58">
            <a:extLst xmlns:a="http://schemas.openxmlformats.org/drawingml/2006/main">
              <a:ext uri="{FF2B5EF4-FFF2-40B4-BE49-F238E27FC236}">
                <a16:creationId xmlns:a16="http://schemas.microsoft.com/office/drawing/2014/main" id="{4B461D57-2697-408C-961D-365EE1E1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383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" name="SE-009-path-59">
            <a:extLst xmlns:a="http://schemas.openxmlformats.org/drawingml/2006/main">
              <a:ext uri="{FF2B5EF4-FFF2-40B4-BE49-F238E27FC236}">
                <a16:creationId xmlns:a16="http://schemas.microsoft.com/office/drawing/2014/main" id="{4FD12E82-B9A5-465C-9253-3AFC2431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955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" name="SE-009-path-60">
            <a:extLst xmlns:a="http://schemas.openxmlformats.org/drawingml/2006/main">
              <a:ext uri="{FF2B5EF4-FFF2-40B4-BE49-F238E27FC236}">
                <a16:creationId xmlns:a16="http://schemas.microsoft.com/office/drawing/2014/main" id="{629B37A7-9DC8-4CD7-8017-D09C875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" name="SE-009-path-61">
            <a:extLst xmlns:a="http://schemas.openxmlformats.org/drawingml/2006/main">
              <a:ext uri="{FF2B5EF4-FFF2-40B4-BE49-F238E27FC236}">
                <a16:creationId xmlns:a16="http://schemas.microsoft.com/office/drawing/2014/main" id="{A94E505A-3044-46BE-B331-D2B0D28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098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" name="SE-009-path-62">
            <a:extLst xmlns:a="http://schemas.openxmlformats.org/drawingml/2006/main">
              <a:ext uri="{FF2B5EF4-FFF2-40B4-BE49-F238E27FC236}">
                <a16:creationId xmlns:a16="http://schemas.microsoft.com/office/drawing/2014/main" id="{D4822A13-6854-443C-92ED-8ABC5E8C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" name="SE-009-path-63">
            <a:extLst xmlns:a="http://schemas.openxmlformats.org/drawingml/2006/main">
              <a:ext uri="{FF2B5EF4-FFF2-40B4-BE49-F238E27FC236}">
                <a16:creationId xmlns:a16="http://schemas.microsoft.com/office/drawing/2014/main" id="{1E429325-3AD8-4217-A1CA-588BDB71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241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" name="SE-009-path-64">
            <a:extLst xmlns:a="http://schemas.openxmlformats.org/drawingml/2006/main">
              <a:ext uri="{FF2B5EF4-FFF2-40B4-BE49-F238E27FC236}">
                <a16:creationId xmlns:a16="http://schemas.microsoft.com/office/drawing/2014/main" id="{120B669E-27B6-49CC-8FA8-E2FF35AB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812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" name="SE-009-path-65">
            <a:extLst xmlns:a="http://schemas.openxmlformats.org/drawingml/2006/main">
              <a:ext uri="{FF2B5EF4-FFF2-40B4-BE49-F238E27FC236}">
                <a16:creationId xmlns:a16="http://schemas.microsoft.com/office/drawing/2014/main" id="{D450B341-52E8-40CC-B67A-BA65BDAF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384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" name="SE-009-path-66">
            <a:extLst xmlns:a="http://schemas.openxmlformats.org/drawingml/2006/main">
              <a:ext uri="{FF2B5EF4-FFF2-40B4-BE49-F238E27FC236}">
                <a16:creationId xmlns:a16="http://schemas.microsoft.com/office/drawing/2014/main" id="{2FD90616-60A7-41A2-9346-59DE961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955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" name="SE-009-path-67">
            <a:extLst xmlns:a="http://schemas.openxmlformats.org/drawingml/2006/main">
              <a:ext uri="{FF2B5EF4-FFF2-40B4-BE49-F238E27FC236}">
                <a16:creationId xmlns:a16="http://schemas.microsoft.com/office/drawing/2014/main" id="{2B313EB5-E60A-4F55-B765-D0D7732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" name="SE-009-path-68">
            <a:extLst xmlns:a="http://schemas.openxmlformats.org/drawingml/2006/main">
              <a:ext uri="{FF2B5EF4-FFF2-40B4-BE49-F238E27FC236}">
                <a16:creationId xmlns:a16="http://schemas.microsoft.com/office/drawing/2014/main" id="{8B0A9A37-0367-42C1-9185-0099A99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" name="SE-009-path-69">
            <a:extLst xmlns:a="http://schemas.openxmlformats.org/drawingml/2006/main">
              <a:ext uri="{FF2B5EF4-FFF2-40B4-BE49-F238E27FC236}">
                <a16:creationId xmlns:a16="http://schemas.microsoft.com/office/drawing/2014/main" id="{5424BA6B-9ECD-45E0-84C1-20CC1F35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" name="SE-009-path-70">
            <a:extLst xmlns:a="http://schemas.openxmlformats.org/drawingml/2006/main">
              <a:ext uri="{FF2B5EF4-FFF2-40B4-BE49-F238E27FC236}">
                <a16:creationId xmlns:a16="http://schemas.microsoft.com/office/drawing/2014/main" id="{101EC34E-2233-4211-BD4A-9AE01DFE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" name="SE-009-path-71">
            <a:extLst xmlns:a="http://schemas.openxmlformats.org/drawingml/2006/main">
              <a:ext uri="{FF2B5EF4-FFF2-40B4-BE49-F238E27FC236}">
                <a16:creationId xmlns:a16="http://schemas.microsoft.com/office/drawing/2014/main" id="{989498D5-FDA1-46B5-A6F9-914E435B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2" name="SE-009-path-72">
            <a:extLst xmlns:a="http://schemas.openxmlformats.org/drawingml/2006/main">
              <a:ext uri="{FF2B5EF4-FFF2-40B4-BE49-F238E27FC236}">
                <a16:creationId xmlns:a16="http://schemas.microsoft.com/office/drawing/2014/main" id="{0A6FE2F3-734F-4A30-9C30-F4BFDCE0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3" name="SE-009-path-73">
            <a:extLst xmlns:a="http://schemas.openxmlformats.org/drawingml/2006/main">
              <a:ext uri="{FF2B5EF4-FFF2-40B4-BE49-F238E27FC236}">
                <a16:creationId xmlns:a16="http://schemas.microsoft.com/office/drawing/2014/main" id="{B8E14A4A-660B-46D1-8512-DAEDD62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4" name="SE-009-path-74">
            <a:extLst xmlns:a="http://schemas.openxmlformats.org/drawingml/2006/main">
              <a:ext uri="{FF2B5EF4-FFF2-40B4-BE49-F238E27FC236}">
                <a16:creationId xmlns:a16="http://schemas.microsoft.com/office/drawing/2014/main" id="{2D9278C0-9E13-4655-8A0C-C4CEC906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5" name="SE-009-path-75">
            <a:extLst xmlns:a="http://schemas.openxmlformats.org/drawingml/2006/main">
              <a:ext uri="{FF2B5EF4-FFF2-40B4-BE49-F238E27FC236}">
                <a16:creationId xmlns:a16="http://schemas.microsoft.com/office/drawing/2014/main" id="{C8FDE6DF-A460-4013-B816-0E1B9E99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" name="SE-009-path-76">
            <a:extLst xmlns:a="http://schemas.openxmlformats.org/drawingml/2006/main">
              <a:ext uri="{FF2B5EF4-FFF2-40B4-BE49-F238E27FC236}">
                <a16:creationId xmlns:a16="http://schemas.microsoft.com/office/drawing/2014/main" id="{99FD97E7-B3D0-443F-B8F8-04DE6827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552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7" name="SE-009-path-77">
            <a:extLst xmlns:a="http://schemas.openxmlformats.org/drawingml/2006/main">
              <a:ext uri="{FF2B5EF4-FFF2-40B4-BE49-F238E27FC236}">
                <a16:creationId xmlns:a16="http://schemas.microsoft.com/office/drawing/2014/main" id="{7B0C149A-0395-4F25-AC39-4BE1E223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52700"/>
            <a:ext cx="9525" cy="95"/>
          </a:xfrm>
          <a:custGeom xmlns:a="http://schemas.openxmlformats.org/drawingml/2006/main">
            <a:pathLst>
              <a:path w="9525" h="95">
                <a:moveTo>
                  <a:pt x="9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" name="SE-009-path-78">
            <a:extLst xmlns:a="http://schemas.openxmlformats.org/drawingml/2006/main">
              <a:ext uri="{FF2B5EF4-FFF2-40B4-BE49-F238E27FC236}">
                <a16:creationId xmlns:a16="http://schemas.microsoft.com/office/drawing/2014/main" id="{EE866043-73F6-412C-B1E1-560C0EB2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24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" name="SE-009-path-79">
            <a:extLst xmlns:a="http://schemas.openxmlformats.org/drawingml/2006/main">
              <a:ext uri="{FF2B5EF4-FFF2-40B4-BE49-F238E27FC236}">
                <a16:creationId xmlns:a16="http://schemas.microsoft.com/office/drawing/2014/main" id="{F74C390E-7B86-4FC8-8DDD-8CDF455B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669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" name="SE-009-path-80">
            <a:extLst xmlns:a="http://schemas.openxmlformats.org/drawingml/2006/main">
              <a:ext uri="{FF2B5EF4-FFF2-40B4-BE49-F238E27FC236}">
                <a16:creationId xmlns:a16="http://schemas.microsoft.com/office/drawing/2014/main" id="{9B4A98B9-BE66-45E1-9567-01663758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098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" name="SE-009-path-81">
            <a:extLst xmlns:a="http://schemas.openxmlformats.org/drawingml/2006/main">
              <a:ext uri="{FF2B5EF4-FFF2-40B4-BE49-F238E27FC236}">
                <a16:creationId xmlns:a16="http://schemas.microsoft.com/office/drawing/2014/main" id="{FEEC9695-95AB-49C5-9F9F-386E0C2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52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" name="SE-009-path-82">
            <a:extLst xmlns:a="http://schemas.openxmlformats.org/drawingml/2006/main">
              <a:ext uri="{FF2B5EF4-FFF2-40B4-BE49-F238E27FC236}">
                <a16:creationId xmlns:a16="http://schemas.microsoft.com/office/drawing/2014/main" id="{5DF3B373-8242-46FB-B7C8-F7962363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95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" name="SE-009-path-83">
            <a:extLst xmlns:a="http://schemas.openxmlformats.org/drawingml/2006/main">
              <a:ext uri="{FF2B5EF4-FFF2-40B4-BE49-F238E27FC236}">
                <a16:creationId xmlns:a16="http://schemas.microsoft.com/office/drawing/2014/main" id="{A520238D-7CD8-4A09-A7D6-AFB139BD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38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" name="SE-009-path-84">
            <a:extLst xmlns:a="http://schemas.openxmlformats.org/drawingml/2006/main">
              <a:ext uri="{FF2B5EF4-FFF2-40B4-BE49-F238E27FC236}">
                <a16:creationId xmlns:a16="http://schemas.microsoft.com/office/drawing/2014/main" id="{646415F0-E8D1-4B72-9ACD-4E3BF604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812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" name="SE-009-path-85">
            <a:extLst xmlns:a="http://schemas.openxmlformats.org/drawingml/2006/main">
              <a:ext uri="{FF2B5EF4-FFF2-40B4-BE49-F238E27FC236}">
                <a16:creationId xmlns:a16="http://schemas.microsoft.com/office/drawing/2014/main" id="{1E7CB25B-F2DD-42F0-80F5-AB4CE653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24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" name="SE-009-path-86">
            <a:extLst xmlns:a="http://schemas.openxmlformats.org/drawingml/2006/main">
              <a:ext uri="{FF2B5EF4-FFF2-40B4-BE49-F238E27FC236}">
                <a16:creationId xmlns:a16="http://schemas.microsoft.com/office/drawing/2014/main" id="{F5AF3FD9-DDF5-4CE0-ACD4-74B48254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66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" name="SE-009-path-87">
            <a:extLst xmlns:a="http://schemas.openxmlformats.org/drawingml/2006/main">
              <a:ext uri="{FF2B5EF4-FFF2-40B4-BE49-F238E27FC236}">
                <a16:creationId xmlns:a16="http://schemas.microsoft.com/office/drawing/2014/main" id="{1975E277-446C-4045-BB52-1397648E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09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" name="SE-009-path-88">
            <a:extLst xmlns:a="http://schemas.openxmlformats.org/drawingml/2006/main">
              <a:ext uri="{FF2B5EF4-FFF2-40B4-BE49-F238E27FC236}">
                <a16:creationId xmlns:a16="http://schemas.microsoft.com/office/drawing/2014/main" id="{EDFA16C8-FA79-44FA-A688-D3E0E98F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52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" name="SE-009-path-89">
            <a:extLst xmlns:a="http://schemas.openxmlformats.org/drawingml/2006/main">
              <a:ext uri="{FF2B5EF4-FFF2-40B4-BE49-F238E27FC236}">
                <a16:creationId xmlns:a16="http://schemas.microsoft.com/office/drawing/2014/main" id="{A8BC3641-1041-4EF7-B34A-8D1DADAC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954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" name="SE-009-path-90">
            <a:extLst xmlns:a="http://schemas.openxmlformats.org/drawingml/2006/main">
              <a:ext uri="{FF2B5EF4-FFF2-40B4-BE49-F238E27FC236}">
                <a16:creationId xmlns:a16="http://schemas.microsoft.com/office/drawing/2014/main" id="{AC60BFF8-DEFF-4D04-93A5-C438DBBF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383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" name="SE-009-path-91">
            <a:extLst xmlns:a="http://schemas.openxmlformats.org/drawingml/2006/main">
              <a:ext uri="{FF2B5EF4-FFF2-40B4-BE49-F238E27FC236}">
                <a16:creationId xmlns:a16="http://schemas.microsoft.com/office/drawing/2014/main" id="{C9ADB064-0F4B-4B16-A003-96F7969D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811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" name="SE-009-path-92">
            <a:extLst xmlns:a="http://schemas.openxmlformats.org/drawingml/2006/main">
              <a:ext uri="{FF2B5EF4-FFF2-40B4-BE49-F238E27FC236}">
                <a16:creationId xmlns:a16="http://schemas.microsoft.com/office/drawing/2014/main" id="{2BC56EF7-A54C-4361-B7D6-956A3686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240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" name="SE-009-path-93">
            <a:extLst xmlns:a="http://schemas.openxmlformats.org/drawingml/2006/main">
              <a:ext uri="{FF2B5EF4-FFF2-40B4-BE49-F238E27FC236}">
                <a16:creationId xmlns:a16="http://schemas.microsoft.com/office/drawing/2014/main" id="{0BB5A77C-3C7D-4F57-A2E0-490A27AF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668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" name="SE-009-path-94">
            <a:extLst xmlns:a="http://schemas.openxmlformats.org/drawingml/2006/main">
              <a:ext uri="{FF2B5EF4-FFF2-40B4-BE49-F238E27FC236}">
                <a16:creationId xmlns:a16="http://schemas.microsoft.com/office/drawing/2014/main" id="{3ACD163D-9F4E-4D8F-9726-FFE43ECD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097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" name="SE-009-path-95">
            <a:extLst xmlns:a="http://schemas.openxmlformats.org/drawingml/2006/main">
              <a:ext uri="{FF2B5EF4-FFF2-40B4-BE49-F238E27FC236}">
                <a16:creationId xmlns:a16="http://schemas.microsoft.com/office/drawing/2014/main" id="{FBEAC01D-1CED-41AE-84EF-A0CB7AE8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5525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" name="SE-009-path-96">
            <a:extLst xmlns:a="http://schemas.openxmlformats.org/drawingml/2006/main">
              <a:ext uri="{FF2B5EF4-FFF2-40B4-BE49-F238E27FC236}">
                <a16:creationId xmlns:a16="http://schemas.microsoft.com/office/drawing/2014/main" id="{B2C6AFEE-F412-43BB-8DD0-A9D4ECDE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95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7" name="SE-009-path-97">
            <a:extLst xmlns:a="http://schemas.openxmlformats.org/drawingml/2006/main">
              <a:ext uri="{FF2B5EF4-FFF2-40B4-BE49-F238E27FC236}">
                <a16:creationId xmlns:a16="http://schemas.microsoft.com/office/drawing/2014/main" id="{B5795FC7-4CBB-49DC-B84C-2CEF7C8C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38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8" name="SE-009-path-98">
            <a:extLst xmlns:a="http://schemas.openxmlformats.org/drawingml/2006/main">
              <a:ext uri="{FF2B5EF4-FFF2-40B4-BE49-F238E27FC236}">
                <a16:creationId xmlns:a16="http://schemas.microsoft.com/office/drawing/2014/main" id="{AC9F8CB6-C456-4EB1-95F0-8639774C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81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9" name="SE-009-path-99">
            <a:extLst xmlns:a="http://schemas.openxmlformats.org/drawingml/2006/main">
              <a:ext uri="{FF2B5EF4-FFF2-40B4-BE49-F238E27FC236}">
                <a16:creationId xmlns:a16="http://schemas.microsoft.com/office/drawing/2014/main" id="{BA3A32EB-D656-418B-9DA7-36FFAE72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239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" name="SE-009-path-100">
            <a:extLst xmlns:a="http://schemas.openxmlformats.org/drawingml/2006/main">
              <a:ext uri="{FF2B5EF4-FFF2-40B4-BE49-F238E27FC236}">
                <a16:creationId xmlns:a16="http://schemas.microsoft.com/office/drawing/2014/main" id="{86E7DC01-BE16-469D-A81D-EFA5358F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668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" name="SE-009-path-101">
            <a:extLst xmlns:a="http://schemas.openxmlformats.org/drawingml/2006/main">
              <a:ext uri="{FF2B5EF4-FFF2-40B4-BE49-F238E27FC236}">
                <a16:creationId xmlns:a16="http://schemas.microsoft.com/office/drawing/2014/main" id="{005E75B2-7B0F-4E74-864A-DE8F3C39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09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" name="SE-009-path-102">
            <a:extLst xmlns:a="http://schemas.openxmlformats.org/drawingml/2006/main">
              <a:ext uri="{FF2B5EF4-FFF2-40B4-BE49-F238E27FC236}">
                <a16:creationId xmlns:a16="http://schemas.microsoft.com/office/drawing/2014/main" id="{300A1C94-3F33-4BC0-A609-1F5F4237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152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" name="SE-009-path-103">
            <a:extLst xmlns:a="http://schemas.openxmlformats.org/drawingml/2006/main">
              <a:ext uri="{FF2B5EF4-FFF2-40B4-BE49-F238E27FC236}">
                <a16:creationId xmlns:a16="http://schemas.microsoft.com/office/drawing/2014/main" id="{4A76C348-5E7C-4948-9054-C693C9F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095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" name="SE-009-path-104">
            <a:extLst xmlns:a="http://schemas.openxmlformats.org/drawingml/2006/main">
              <a:ext uri="{FF2B5EF4-FFF2-40B4-BE49-F238E27FC236}">
                <a16:creationId xmlns:a16="http://schemas.microsoft.com/office/drawing/2014/main" id="{97DA3FE4-6DEE-419D-A741-21806B03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0382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" name="SE-009-path-105">
            <a:extLst xmlns:a="http://schemas.openxmlformats.org/drawingml/2006/main">
              <a:ext uri="{FF2B5EF4-FFF2-40B4-BE49-F238E27FC236}">
                <a16:creationId xmlns:a16="http://schemas.microsoft.com/office/drawing/2014/main" id="{A4DAB3D3-E65E-4446-9C45-DC6F92BE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81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" name="SE-009-path-106">
            <a:extLst xmlns:a="http://schemas.openxmlformats.org/drawingml/2006/main">
              <a:ext uri="{FF2B5EF4-FFF2-40B4-BE49-F238E27FC236}">
                <a16:creationId xmlns:a16="http://schemas.microsoft.com/office/drawing/2014/main" id="{0221896C-C15E-4057-841A-B3688491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23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7" name="SE-009-path-107">
            <a:extLst xmlns:a="http://schemas.openxmlformats.org/drawingml/2006/main">
              <a:ext uri="{FF2B5EF4-FFF2-40B4-BE49-F238E27FC236}">
                <a16:creationId xmlns:a16="http://schemas.microsoft.com/office/drawing/2014/main" id="{7D9A56D8-DE0E-46D0-98DF-DB504317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66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8" name="SE-009-path-108">
            <a:extLst xmlns:a="http://schemas.openxmlformats.org/drawingml/2006/main">
              <a:ext uri="{FF2B5EF4-FFF2-40B4-BE49-F238E27FC236}">
                <a16:creationId xmlns:a16="http://schemas.microsoft.com/office/drawing/2014/main" id="{8ED532EE-800D-4B3C-956D-A4DAEDE1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09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" name="SE-009-path-109">
            <a:extLst xmlns:a="http://schemas.openxmlformats.org/drawingml/2006/main">
              <a:ext uri="{FF2B5EF4-FFF2-40B4-BE49-F238E27FC236}">
                <a16:creationId xmlns:a16="http://schemas.microsoft.com/office/drawing/2014/main" id="{88763FA2-B9E6-4C5A-A12E-60647BAE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524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" name="SE-009-path-110">
            <a:extLst xmlns:a="http://schemas.openxmlformats.org/drawingml/2006/main">
              <a:ext uri="{FF2B5EF4-FFF2-40B4-BE49-F238E27FC236}">
                <a16:creationId xmlns:a16="http://schemas.microsoft.com/office/drawing/2014/main" id="{6412F052-996B-48A6-BFF3-01618D0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953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" name="SE-009-path-111">
            <a:extLst xmlns:a="http://schemas.openxmlformats.org/drawingml/2006/main">
              <a:ext uri="{FF2B5EF4-FFF2-40B4-BE49-F238E27FC236}">
                <a16:creationId xmlns:a16="http://schemas.microsoft.com/office/drawing/2014/main" id="{1895B687-9596-4167-9072-713332F1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381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" name="SE-009-path-112">
            <a:extLst xmlns:a="http://schemas.openxmlformats.org/drawingml/2006/main">
              <a:ext uri="{FF2B5EF4-FFF2-40B4-BE49-F238E27FC236}">
                <a16:creationId xmlns:a16="http://schemas.microsoft.com/office/drawing/2014/main" id="{BD6D25D2-576C-497D-B915-5CA14D7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" name="SE-009-path-113">
            <a:extLst xmlns:a="http://schemas.openxmlformats.org/drawingml/2006/main">
              <a:ext uri="{FF2B5EF4-FFF2-40B4-BE49-F238E27FC236}">
                <a16:creationId xmlns:a16="http://schemas.microsoft.com/office/drawing/2014/main" id="{955A1EC0-0876-4BC2-AD5F-96A6D14F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" name="SE-009-path-114">
            <a:extLst xmlns:a="http://schemas.openxmlformats.org/drawingml/2006/main">
              <a:ext uri="{FF2B5EF4-FFF2-40B4-BE49-F238E27FC236}">
                <a16:creationId xmlns:a16="http://schemas.microsoft.com/office/drawing/2014/main" id="{DD9D8A76-1E7F-4725-A9EF-267BBE22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" name="SE-009-path-115">
            <a:extLst xmlns:a="http://schemas.openxmlformats.org/drawingml/2006/main">
              <a:ext uri="{FF2B5EF4-FFF2-40B4-BE49-F238E27FC236}">
                <a16:creationId xmlns:a16="http://schemas.microsoft.com/office/drawing/2014/main" id="{6144F4E0-69BB-456E-9359-16617E56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6" name="SE-009-path-116">
            <a:extLst xmlns:a="http://schemas.openxmlformats.org/drawingml/2006/main">
              <a:ext uri="{FF2B5EF4-FFF2-40B4-BE49-F238E27FC236}">
                <a16:creationId xmlns:a16="http://schemas.microsoft.com/office/drawing/2014/main" id="{43F7DC54-D7DE-466B-86AE-93F7AD26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7" name="SE-009-path-117">
            <a:extLst xmlns:a="http://schemas.openxmlformats.org/drawingml/2006/main">
              <a:ext uri="{FF2B5EF4-FFF2-40B4-BE49-F238E27FC236}">
                <a16:creationId xmlns:a16="http://schemas.microsoft.com/office/drawing/2014/main" id="{E162F444-FEE4-41CC-9CBD-B8850D0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8" name="SE-009-path-118">
            <a:extLst xmlns:a="http://schemas.openxmlformats.org/drawingml/2006/main">
              <a:ext uri="{FF2B5EF4-FFF2-40B4-BE49-F238E27FC236}">
                <a16:creationId xmlns:a16="http://schemas.microsoft.com/office/drawing/2014/main" id="{B35C3B66-3830-4F97-9174-673F794F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9" name="SE-009-path-119">
            <a:extLst xmlns:a="http://schemas.openxmlformats.org/drawingml/2006/main">
              <a:ext uri="{FF2B5EF4-FFF2-40B4-BE49-F238E27FC236}">
                <a16:creationId xmlns:a16="http://schemas.microsoft.com/office/drawing/2014/main" id="{111F9C65-7ACF-4399-8754-2E6BDFFB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0" name="SE-009-path-120">
            <a:extLst xmlns:a="http://schemas.openxmlformats.org/drawingml/2006/main">
              <a:ext uri="{FF2B5EF4-FFF2-40B4-BE49-F238E27FC236}">
                <a16:creationId xmlns:a16="http://schemas.microsoft.com/office/drawing/2014/main" id="{8427D934-8F61-45F2-A604-936850C3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1" name="SE-009-path-121">
            <a:extLst xmlns:a="http://schemas.openxmlformats.org/drawingml/2006/main">
              <a:ext uri="{FF2B5EF4-FFF2-40B4-BE49-F238E27FC236}">
                <a16:creationId xmlns:a16="http://schemas.microsoft.com/office/drawing/2014/main" id="{B802D3D1-513B-4D87-9562-EFF2992F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2" name="SE-009-path-122">
            <a:extLst xmlns:a="http://schemas.openxmlformats.org/drawingml/2006/main">
              <a:ext uri="{FF2B5EF4-FFF2-40B4-BE49-F238E27FC236}">
                <a16:creationId xmlns:a16="http://schemas.microsoft.com/office/drawing/2014/main" id="{474992A7-915B-43FB-BA62-53B7B300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3" name="SE-009-path-123">
            <a:extLst xmlns:a="http://schemas.openxmlformats.org/drawingml/2006/main">
              <a:ext uri="{FF2B5EF4-FFF2-40B4-BE49-F238E27FC236}">
                <a16:creationId xmlns:a16="http://schemas.microsoft.com/office/drawing/2014/main" id="{049EA7EC-0A60-4FE0-9EC8-4551D177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4" name="SE-009-path-124">
            <a:extLst xmlns:a="http://schemas.openxmlformats.org/drawingml/2006/main">
              <a:ext uri="{FF2B5EF4-FFF2-40B4-BE49-F238E27FC236}">
                <a16:creationId xmlns:a16="http://schemas.microsoft.com/office/drawing/2014/main" id="{9F4B92F3-B2D2-4CDE-BC25-CE8B4963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5" name="SE-009-path-125">
            <a:extLst xmlns:a="http://schemas.openxmlformats.org/drawingml/2006/main">
              <a:ext uri="{FF2B5EF4-FFF2-40B4-BE49-F238E27FC236}">
                <a16:creationId xmlns:a16="http://schemas.microsoft.com/office/drawing/2014/main" id="{B4043A7B-9726-4818-9316-5A186BCD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6" name="SE-009-path-126">
            <a:extLst xmlns:a="http://schemas.openxmlformats.org/drawingml/2006/main">
              <a:ext uri="{FF2B5EF4-FFF2-40B4-BE49-F238E27FC236}">
                <a16:creationId xmlns:a16="http://schemas.microsoft.com/office/drawing/2014/main" id="{113134A5-F81F-4EE0-A512-FFCE1E5E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7" name="SE-009-path-127">
            <a:extLst xmlns:a="http://schemas.openxmlformats.org/drawingml/2006/main">
              <a:ext uri="{FF2B5EF4-FFF2-40B4-BE49-F238E27FC236}">
                <a16:creationId xmlns:a16="http://schemas.microsoft.com/office/drawing/2014/main" id="{1801BDAA-EB80-4F17-B926-DDAC5FC0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8" name="SE-009-path-128">
            <a:extLst xmlns:a="http://schemas.openxmlformats.org/drawingml/2006/main">
              <a:ext uri="{FF2B5EF4-FFF2-40B4-BE49-F238E27FC236}">
                <a16:creationId xmlns:a16="http://schemas.microsoft.com/office/drawing/2014/main" id="{5E96BF88-F280-4C8D-B75A-20444CE9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29" name="SE-009-path-129">
            <a:extLst xmlns:a="http://schemas.openxmlformats.org/drawingml/2006/main">
              <a:ext uri="{FF2B5EF4-FFF2-40B4-BE49-F238E27FC236}">
                <a16:creationId xmlns:a16="http://schemas.microsoft.com/office/drawing/2014/main" id="{42CA6D26-D0AB-40A3-93A5-BF1D09C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0" name="SE-009-path-130">
            <a:extLst xmlns:a="http://schemas.openxmlformats.org/drawingml/2006/main">
              <a:ext uri="{FF2B5EF4-FFF2-40B4-BE49-F238E27FC236}">
                <a16:creationId xmlns:a16="http://schemas.microsoft.com/office/drawing/2014/main" id="{B5B57C24-9AD0-463E-A89B-C9CBDE7F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1" name="SE-009-path-131">
            <a:extLst xmlns:a="http://schemas.openxmlformats.org/drawingml/2006/main">
              <a:ext uri="{FF2B5EF4-FFF2-40B4-BE49-F238E27FC236}">
                <a16:creationId xmlns:a16="http://schemas.microsoft.com/office/drawing/2014/main" id="{3A030585-852F-4AF8-80CA-3D097214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2" name="SE-009-path-132">
            <a:extLst xmlns:a="http://schemas.openxmlformats.org/drawingml/2006/main">
              <a:ext uri="{FF2B5EF4-FFF2-40B4-BE49-F238E27FC236}">
                <a16:creationId xmlns:a16="http://schemas.microsoft.com/office/drawing/2014/main" id="{077238A1-900F-4659-BB48-89C83903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3" name="SE-009-path-133">
            <a:extLst xmlns:a="http://schemas.openxmlformats.org/drawingml/2006/main">
              <a:ext uri="{FF2B5EF4-FFF2-40B4-BE49-F238E27FC236}">
                <a16:creationId xmlns:a16="http://schemas.microsoft.com/office/drawing/2014/main" id="{3D0B80E2-A1D1-41B2-BB33-0666208C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4" name="SE-009-path-134">
            <a:extLst xmlns:a="http://schemas.openxmlformats.org/drawingml/2006/main">
              <a:ext uri="{FF2B5EF4-FFF2-40B4-BE49-F238E27FC236}">
                <a16:creationId xmlns:a16="http://schemas.microsoft.com/office/drawing/2014/main" id="{65E7BEED-3591-44FD-8D8B-F913D078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5" name="SE-009-path-135">
            <a:extLst xmlns:a="http://schemas.openxmlformats.org/drawingml/2006/main">
              <a:ext uri="{FF2B5EF4-FFF2-40B4-BE49-F238E27FC236}">
                <a16:creationId xmlns:a16="http://schemas.microsoft.com/office/drawing/2014/main" id="{B5016C7B-0257-42B9-9C92-939CD8C3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6" name="SE-009-path-136">
            <a:extLst xmlns:a="http://schemas.openxmlformats.org/drawingml/2006/main">
              <a:ext uri="{FF2B5EF4-FFF2-40B4-BE49-F238E27FC236}">
                <a16:creationId xmlns:a16="http://schemas.microsoft.com/office/drawing/2014/main" id="{EDE2E7B2-805C-4748-B0BC-9767997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7" name="SE-009-path-137">
            <a:extLst xmlns:a="http://schemas.openxmlformats.org/drawingml/2006/main">
              <a:ext uri="{FF2B5EF4-FFF2-40B4-BE49-F238E27FC236}">
                <a16:creationId xmlns:a16="http://schemas.microsoft.com/office/drawing/2014/main" id="{75B396B1-5649-4E10-A607-F8D728ED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8" name="SE-009-path-138">
            <a:extLst xmlns:a="http://schemas.openxmlformats.org/drawingml/2006/main">
              <a:ext uri="{FF2B5EF4-FFF2-40B4-BE49-F238E27FC236}">
                <a16:creationId xmlns:a16="http://schemas.microsoft.com/office/drawing/2014/main" id="{2393DA17-9C31-40EE-93EA-156C25D6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39" name="SE-009-path-139">
            <a:extLst xmlns:a="http://schemas.openxmlformats.org/drawingml/2006/main">
              <a:ext uri="{FF2B5EF4-FFF2-40B4-BE49-F238E27FC236}">
                <a16:creationId xmlns:a16="http://schemas.microsoft.com/office/drawing/2014/main" id="{709F1F61-F44D-499A-BF39-B421070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0" name="SE-009-path-140">
            <a:extLst xmlns:a="http://schemas.openxmlformats.org/drawingml/2006/main">
              <a:ext uri="{FF2B5EF4-FFF2-40B4-BE49-F238E27FC236}">
                <a16:creationId xmlns:a16="http://schemas.microsoft.com/office/drawing/2014/main" id="{E4681198-E9E7-408F-BFD7-0E678BC1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1" name="SE-009-path-141">
            <a:extLst xmlns:a="http://schemas.openxmlformats.org/drawingml/2006/main">
              <a:ext uri="{FF2B5EF4-FFF2-40B4-BE49-F238E27FC236}">
                <a16:creationId xmlns:a16="http://schemas.microsoft.com/office/drawing/2014/main" id="{459FBCF5-50EB-4398-81EB-C29D37D7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2" name="SE-009-path-142">
            <a:extLst xmlns:a="http://schemas.openxmlformats.org/drawingml/2006/main">
              <a:ext uri="{FF2B5EF4-FFF2-40B4-BE49-F238E27FC236}">
                <a16:creationId xmlns:a16="http://schemas.microsoft.com/office/drawing/2014/main" id="{92A7DB78-AB43-410A-AC6B-4F11C1F8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3" name="SE-009-path-143">
            <a:extLst xmlns:a="http://schemas.openxmlformats.org/drawingml/2006/main">
              <a:ext uri="{FF2B5EF4-FFF2-40B4-BE49-F238E27FC236}">
                <a16:creationId xmlns:a16="http://schemas.microsoft.com/office/drawing/2014/main" id="{F558AF89-7E9A-4239-AAD7-692A0207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4" name="SE-009-path-144">
            <a:extLst xmlns:a="http://schemas.openxmlformats.org/drawingml/2006/main">
              <a:ext uri="{FF2B5EF4-FFF2-40B4-BE49-F238E27FC236}">
                <a16:creationId xmlns:a16="http://schemas.microsoft.com/office/drawing/2014/main" id="{C8620E25-BE43-4F94-B1F1-51BAAC03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5" name="SE-009-path-145">
            <a:extLst xmlns:a="http://schemas.openxmlformats.org/drawingml/2006/main">
              <a:ext uri="{FF2B5EF4-FFF2-40B4-BE49-F238E27FC236}">
                <a16:creationId xmlns:a16="http://schemas.microsoft.com/office/drawing/2014/main" id="{C73351FA-3937-4C2A-BAC3-70440E2E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6" name="SE-009-path-146">
            <a:extLst xmlns:a="http://schemas.openxmlformats.org/drawingml/2006/main">
              <a:ext uri="{FF2B5EF4-FFF2-40B4-BE49-F238E27FC236}">
                <a16:creationId xmlns:a16="http://schemas.microsoft.com/office/drawing/2014/main" id="{15ED082F-CD47-4BCD-A249-0EE23E70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6191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7" name="SE-009-path-147">
            <a:extLst xmlns:a="http://schemas.openxmlformats.org/drawingml/2006/main">
              <a:ext uri="{FF2B5EF4-FFF2-40B4-BE49-F238E27FC236}">
                <a16:creationId xmlns:a16="http://schemas.microsoft.com/office/drawing/2014/main" id="{86675D65-FA02-4499-9D03-9B17FDBF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19125"/>
            <a:ext cx="9525" cy="95"/>
          </a:xfrm>
          <a:custGeom xmlns:a="http://schemas.openxmlformats.org/drawingml/2006/main">
            <a:pathLst>
              <a:path w="9525" h="9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8" name="SE-009-path-148">
            <a:extLst xmlns:a="http://schemas.openxmlformats.org/drawingml/2006/main">
              <a:ext uri="{FF2B5EF4-FFF2-40B4-BE49-F238E27FC236}">
                <a16:creationId xmlns:a16="http://schemas.microsoft.com/office/drawing/2014/main" id="{4C5BE7EC-F4B1-42D3-903E-5AE9BEF0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191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49" name="SE-009-path-149">
            <a:extLst xmlns:a="http://schemas.openxmlformats.org/drawingml/2006/main">
              <a:ext uri="{FF2B5EF4-FFF2-40B4-BE49-F238E27FC236}">
                <a16:creationId xmlns:a16="http://schemas.microsoft.com/office/drawing/2014/main" id="{4B830287-B533-4ECD-B8A8-B773B4DF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762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0" name="SE-009-path-150">
            <a:extLst xmlns:a="http://schemas.openxmlformats.org/drawingml/2006/main">
              <a:ext uri="{FF2B5EF4-FFF2-40B4-BE49-F238E27FC236}">
                <a16:creationId xmlns:a16="http://schemas.microsoft.com/office/drawing/2014/main" id="{3B0536B4-24CE-479F-B39D-E816D818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33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1" name="SE-009-path-151">
            <a:extLst xmlns:a="http://schemas.openxmlformats.org/drawingml/2006/main">
              <a:ext uri="{FF2B5EF4-FFF2-40B4-BE49-F238E27FC236}">
                <a16:creationId xmlns:a16="http://schemas.microsoft.com/office/drawing/2014/main" id="{5B993012-2CB3-4D0D-B9FA-0900B8BB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90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2" name="SE-009-path-152">
            <a:extLst xmlns:a="http://schemas.openxmlformats.org/drawingml/2006/main">
              <a:ext uri="{FF2B5EF4-FFF2-40B4-BE49-F238E27FC236}">
                <a16:creationId xmlns:a16="http://schemas.microsoft.com/office/drawing/2014/main" id="{AA7E267C-3084-49B1-B074-587FF23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477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3" name="SE-009-path-153">
            <a:extLst xmlns:a="http://schemas.openxmlformats.org/drawingml/2006/main">
              <a:ext uri="{FF2B5EF4-FFF2-40B4-BE49-F238E27FC236}">
                <a16:creationId xmlns:a16="http://schemas.microsoft.com/office/drawing/2014/main" id="{BE482A2E-53E7-460A-BFE0-55DB252E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048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4" name="SE-009-path-154">
            <a:extLst xmlns:a="http://schemas.openxmlformats.org/drawingml/2006/main">
              <a:ext uri="{FF2B5EF4-FFF2-40B4-BE49-F238E27FC236}">
                <a16:creationId xmlns:a16="http://schemas.microsoft.com/office/drawing/2014/main" id="{1D4CF10A-EE87-4369-9F69-8AD646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620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5" name="SE-009-path-155">
            <a:extLst xmlns:a="http://schemas.openxmlformats.org/drawingml/2006/main">
              <a:ext uri="{FF2B5EF4-FFF2-40B4-BE49-F238E27FC236}">
                <a16:creationId xmlns:a16="http://schemas.microsoft.com/office/drawing/2014/main" id="{99DE35E4-47FC-4CF4-9858-329738E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19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6" name="SE-009-path-156">
            <a:extLst xmlns:a="http://schemas.openxmlformats.org/drawingml/2006/main">
              <a:ext uri="{FF2B5EF4-FFF2-40B4-BE49-F238E27FC236}">
                <a16:creationId xmlns:a16="http://schemas.microsoft.com/office/drawing/2014/main" id="{25719731-56E6-41AE-BF2C-C4CF226A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763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7" name="SE-009-path-157">
            <a:extLst xmlns:a="http://schemas.openxmlformats.org/drawingml/2006/main">
              <a:ext uri="{FF2B5EF4-FFF2-40B4-BE49-F238E27FC236}">
                <a16:creationId xmlns:a16="http://schemas.microsoft.com/office/drawing/2014/main" id="{638F68DD-40D1-4814-AE91-A23C7313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334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8" name="SE-009-path-158">
            <a:extLst xmlns:a="http://schemas.openxmlformats.org/drawingml/2006/main">
              <a:ext uri="{FF2B5EF4-FFF2-40B4-BE49-F238E27FC236}">
                <a16:creationId xmlns:a16="http://schemas.microsoft.com/office/drawing/2014/main" id="{D871A78E-358E-48B0-8999-DA9ACBB3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906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59" name="SE-009-path-159">
            <a:extLst xmlns:a="http://schemas.openxmlformats.org/drawingml/2006/main">
              <a:ext uri="{FF2B5EF4-FFF2-40B4-BE49-F238E27FC236}">
                <a16:creationId xmlns:a16="http://schemas.microsoft.com/office/drawing/2014/main" id="{48916B37-A95D-4C95-865E-2E2A0BA2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2477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0" name="SE-009-path-160">
            <a:extLst xmlns:a="http://schemas.openxmlformats.org/drawingml/2006/main">
              <a:ext uri="{FF2B5EF4-FFF2-40B4-BE49-F238E27FC236}">
                <a16:creationId xmlns:a16="http://schemas.microsoft.com/office/drawing/2014/main" id="{BAD1083F-D530-42DB-8D50-F1974FAB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049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1" name="SE-009-path-161">
            <a:extLst xmlns:a="http://schemas.openxmlformats.org/drawingml/2006/main">
              <a:ext uri="{FF2B5EF4-FFF2-40B4-BE49-F238E27FC236}">
                <a16:creationId xmlns:a16="http://schemas.microsoft.com/office/drawing/2014/main" id="{EE225BEC-2908-4708-9100-BE8D19C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620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2" name="SE-009-path-162">
            <a:extLst xmlns:a="http://schemas.openxmlformats.org/drawingml/2006/main">
              <a:ext uri="{FF2B5EF4-FFF2-40B4-BE49-F238E27FC236}">
                <a16:creationId xmlns:a16="http://schemas.microsoft.com/office/drawing/2014/main" id="{42338E68-3686-4060-B697-093F6D98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192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3" name="SE-009-path-163">
            <a:extLst xmlns:a="http://schemas.openxmlformats.org/drawingml/2006/main">
              <a:ext uri="{FF2B5EF4-FFF2-40B4-BE49-F238E27FC236}">
                <a16:creationId xmlns:a16="http://schemas.microsoft.com/office/drawing/2014/main" id="{143865FD-B017-46FF-964B-8C0BCFC2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763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4" name="SE-009-path-164">
            <a:extLst xmlns:a="http://schemas.openxmlformats.org/drawingml/2006/main">
              <a:ext uri="{FF2B5EF4-FFF2-40B4-BE49-F238E27FC236}">
                <a16:creationId xmlns:a16="http://schemas.microsoft.com/office/drawing/2014/main" id="{6EF62E82-4719-49AF-B2A6-BDE006E5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335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5" name="SE-009-path-165">
            <a:extLst xmlns:a="http://schemas.openxmlformats.org/drawingml/2006/main">
              <a:ext uri="{FF2B5EF4-FFF2-40B4-BE49-F238E27FC236}">
                <a16:creationId xmlns:a16="http://schemas.microsoft.com/office/drawing/2014/main" id="{C55D89E6-C40D-43CC-9E08-355602EC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90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6" name="SE-009-path-166">
            <a:extLst xmlns:a="http://schemas.openxmlformats.org/drawingml/2006/main">
              <a:ext uri="{FF2B5EF4-FFF2-40B4-BE49-F238E27FC236}">
                <a16:creationId xmlns:a16="http://schemas.microsoft.com/office/drawing/2014/main" id="{52F66609-5281-44BA-B031-3362B484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478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7" name="SE-009-path-167">
            <a:extLst xmlns:a="http://schemas.openxmlformats.org/drawingml/2006/main">
              <a:ext uri="{FF2B5EF4-FFF2-40B4-BE49-F238E27FC236}">
                <a16:creationId xmlns:a16="http://schemas.microsoft.com/office/drawing/2014/main" id="{3159738D-1768-41A8-9B25-8E7123B0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049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8" name="SE-009-path-168">
            <a:extLst xmlns:a="http://schemas.openxmlformats.org/drawingml/2006/main">
              <a:ext uri="{FF2B5EF4-FFF2-40B4-BE49-F238E27FC236}">
                <a16:creationId xmlns:a16="http://schemas.microsoft.com/office/drawing/2014/main" id="{5EBC403C-3EB4-49DC-83DF-4A1AB13C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621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69" name="SE-009-path-169">
            <a:extLst xmlns:a="http://schemas.openxmlformats.org/drawingml/2006/main">
              <a:ext uri="{FF2B5EF4-FFF2-40B4-BE49-F238E27FC236}">
                <a16:creationId xmlns:a16="http://schemas.microsoft.com/office/drawing/2014/main" id="{AA3BBC3E-CB9F-4D16-B701-BBED5D63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192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0" name="SE-009-path-170">
            <a:extLst xmlns:a="http://schemas.openxmlformats.org/drawingml/2006/main">
              <a:ext uri="{FF2B5EF4-FFF2-40B4-BE49-F238E27FC236}">
                <a16:creationId xmlns:a16="http://schemas.microsoft.com/office/drawing/2014/main" id="{53DCA17D-BC01-4BDE-A221-915CA5F2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76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1" name="SE-009-path-171">
            <a:extLst xmlns:a="http://schemas.openxmlformats.org/drawingml/2006/main">
              <a:ext uri="{FF2B5EF4-FFF2-40B4-BE49-F238E27FC236}">
                <a16:creationId xmlns:a16="http://schemas.microsoft.com/office/drawing/2014/main" id="{403CE282-6C02-4A48-84A6-DD542EB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33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2" name="SE-009-path-172">
            <a:extLst xmlns:a="http://schemas.openxmlformats.org/drawingml/2006/main">
              <a:ext uri="{FF2B5EF4-FFF2-40B4-BE49-F238E27FC236}">
                <a16:creationId xmlns:a16="http://schemas.microsoft.com/office/drawing/2014/main" id="{D47F2FCB-D1A5-442C-89B4-80CF1461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907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3" name="SE-009-path-173">
            <a:extLst xmlns:a="http://schemas.openxmlformats.org/drawingml/2006/main">
              <a:ext uri="{FF2B5EF4-FFF2-40B4-BE49-F238E27FC236}">
                <a16:creationId xmlns:a16="http://schemas.microsoft.com/office/drawing/2014/main" id="{1C2CD7E4-94ED-4FCB-9F0E-9DEF5563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4" name="SE-009-path-174">
            <a:extLst xmlns:a="http://schemas.openxmlformats.org/drawingml/2006/main">
              <a:ext uri="{FF2B5EF4-FFF2-40B4-BE49-F238E27FC236}">
                <a16:creationId xmlns:a16="http://schemas.microsoft.com/office/drawing/2014/main" id="{3757F6CA-2CD1-40D3-B952-AA5344B0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050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5" name="SE-009-path-175">
            <a:extLst xmlns:a="http://schemas.openxmlformats.org/drawingml/2006/main">
              <a:ext uri="{FF2B5EF4-FFF2-40B4-BE49-F238E27FC236}">
                <a16:creationId xmlns:a16="http://schemas.microsoft.com/office/drawing/2014/main" id="{01A71160-F0FE-4515-B1D2-BBDA6481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62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6" name="SE-009-path-176">
            <a:extLst xmlns:a="http://schemas.openxmlformats.org/drawingml/2006/main">
              <a:ext uri="{FF2B5EF4-FFF2-40B4-BE49-F238E27FC236}">
                <a16:creationId xmlns:a16="http://schemas.microsoft.com/office/drawing/2014/main" id="{C0198523-38B1-4430-B8F9-C57DCCAA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193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7" name="SE-009-path-177">
            <a:extLst xmlns:a="http://schemas.openxmlformats.org/drawingml/2006/main">
              <a:ext uri="{FF2B5EF4-FFF2-40B4-BE49-F238E27FC236}">
                <a16:creationId xmlns:a16="http://schemas.microsoft.com/office/drawing/2014/main" id="{0C8CF602-38BC-405F-88C7-AD77AC59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764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8" name="SE-009-path-178">
            <a:extLst xmlns:a="http://schemas.openxmlformats.org/drawingml/2006/main">
              <a:ext uri="{FF2B5EF4-FFF2-40B4-BE49-F238E27FC236}">
                <a16:creationId xmlns:a16="http://schemas.microsoft.com/office/drawing/2014/main" id="{E73840F1-13BA-4B6D-A9B9-FA1665B9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79" name="SE-009-path-179">
            <a:extLst xmlns:a="http://schemas.openxmlformats.org/drawingml/2006/main">
              <a:ext uri="{FF2B5EF4-FFF2-40B4-BE49-F238E27FC236}">
                <a16:creationId xmlns:a16="http://schemas.microsoft.com/office/drawing/2014/main" id="{E7F069F3-492E-4BE9-A9AE-3503F876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907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0" name="SE-009-path-180">
            <a:extLst xmlns:a="http://schemas.openxmlformats.org/drawingml/2006/main">
              <a:ext uri="{FF2B5EF4-FFF2-40B4-BE49-F238E27FC236}">
                <a16:creationId xmlns:a16="http://schemas.microsoft.com/office/drawing/2014/main" id="{945A7AF1-D47E-4B2B-9FCA-15DAA87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479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1" name="SE-009-path-181">
            <a:extLst xmlns:a="http://schemas.openxmlformats.org/drawingml/2006/main">
              <a:ext uri="{FF2B5EF4-FFF2-40B4-BE49-F238E27FC236}">
                <a16:creationId xmlns:a16="http://schemas.microsoft.com/office/drawing/2014/main" id="{C70B812E-BB56-4D33-B7A2-97B9CEBD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050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2" name="SE-009-path-182">
            <a:extLst xmlns:a="http://schemas.openxmlformats.org/drawingml/2006/main">
              <a:ext uri="{FF2B5EF4-FFF2-40B4-BE49-F238E27FC236}">
                <a16:creationId xmlns:a16="http://schemas.microsoft.com/office/drawing/2014/main" id="{AA3D9E22-520E-40E8-9DA8-37B629C8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3" name="SE-009-path-183">
            <a:extLst xmlns:a="http://schemas.openxmlformats.org/drawingml/2006/main">
              <a:ext uri="{FF2B5EF4-FFF2-40B4-BE49-F238E27FC236}">
                <a16:creationId xmlns:a16="http://schemas.microsoft.com/office/drawing/2014/main" id="{14BF670F-FD2D-4923-AB8F-CFC2CCCC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4" name="SE-009-path-184">
            <a:extLst xmlns:a="http://schemas.openxmlformats.org/drawingml/2006/main">
              <a:ext uri="{FF2B5EF4-FFF2-40B4-BE49-F238E27FC236}">
                <a16:creationId xmlns:a16="http://schemas.microsoft.com/office/drawing/2014/main" id="{E28A0E3C-9BE2-416E-9348-3B8A6A53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5" name="SE-009-path-185">
            <a:extLst xmlns:a="http://schemas.openxmlformats.org/drawingml/2006/main">
              <a:ext uri="{FF2B5EF4-FFF2-40B4-BE49-F238E27FC236}">
                <a16:creationId xmlns:a16="http://schemas.microsoft.com/office/drawing/2014/main" id="{90A0E79A-4D6D-4340-B3F7-237DBFE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6" name="SE-009-path-186">
            <a:extLst xmlns:a="http://schemas.openxmlformats.org/drawingml/2006/main">
              <a:ext uri="{FF2B5EF4-FFF2-40B4-BE49-F238E27FC236}">
                <a16:creationId xmlns:a16="http://schemas.microsoft.com/office/drawing/2014/main" id="{508D69A3-E09F-4EA1-8FBF-7CDC6F19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7" name="SE-009-path-187">
            <a:extLst xmlns:a="http://schemas.openxmlformats.org/drawingml/2006/main">
              <a:ext uri="{FF2B5EF4-FFF2-40B4-BE49-F238E27FC236}">
                <a16:creationId xmlns:a16="http://schemas.microsoft.com/office/drawing/2014/main" id="{ABBA0E09-FF06-4EFC-B796-19E0658C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8" name="SE-009-path-188">
            <a:extLst xmlns:a="http://schemas.openxmlformats.org/drawingml/2006/main">
              <a:ext uri="{FF2B5EF4-FFF2-40B4-BE49-F238E27FC236}">
                <a16:creationId xmlns:a16="http://schemas.microsoft.com/office/drawing/2014/main" id="{5F1FDD69-B2A1-4140-B466-6CBCA04B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89" name="SE-009-path-189">
            <a:extLst xmlns:a="http://schemas.openxmlformats.org/drawingml/2006/main">
              <a:ext uri="{FF2B5EF4-FFF2-40B4-BE49-F238E27FC236}">
                <a16:creationId xmlns:a16="http://schemas.microsoft.com/office/drawing/2014/main" id="{47A2CCB5-60DC-4DF6-8742-0E62F410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0" name="SE-009-path-190">
            <a:extLst xmlns:a="http://schemas.openxmlformats.org/drawingml/2006/main">
              <a:ext uri="{FF2B5EF4-FFF2-40B4-BE49-F238E27FC236}">
                <a16:creationId xmlns:a16="http://schemas.microsoft.com/office/drawing/2014/main" id="{4CFC52CE-450F-45B8-92AF-D764EAC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1" name="SE-009-path-191">
            <a:extLst xmlns:a="http://schemas.openxmlformats.org/drawingml/2006/main">
              <a:ext uri="{FF2B5EF4-FFF2-40B4-BE49-F238E27FC236}">
                <a16:creationId xmlns:a16="http://schemas.microsoft.com/office/drawing/2014/main" id="{A984F1DC-B969-47ED-93CD-B6609873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2" name="SE-009-path-192">
            <a:extLst xmlns:a="http://schemas.openxmlformats.org/drawingml/2006/main">
              <a:ext uri="{FF2B5EF4-FFF2-40B4-BE49-F238E27FC236}">
                <a16:creationId xmlns:a16="http://schemas.microsoft.com/office/drawing/2014/main" id="{7408DA7A-2BBE-42C6-AD29-7A3CDE7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3" name="SE-009-path-193">
            <a:extLst xmlns:a="http://schemas.openxmlformats.org/drawingml/2006/main">
              <a:ext uri="{FF2B5EF4-FFF2-40B4-BE49-F238E27FC236}">
                <a16:creationId xmlns:a16="http://schemas.microsoft.com/office/drawing/2014/main" id="{773F7C97-9505-4970-8E0C-01F64CD2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4" name="SE-009-path-194">
            <a:extLst xmlns:a="http://schemas.openxmlformats.org/drawingml/2006/main">
              <a:ext uri="{FF2B5EF4-FFF2-40B4-BE49-F238E27FC236}">
                <a16:creationId xmlns:a16="http://schemas.microsoft.com/office/drawing/2014/main" id="{80CCA49F-5515-4426-B0E5-05C93E6C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5" name="SE-009-path-195">
            <a:extLst xmlns:a="http://schemas.openxmlformats.org/drawingml/2006/main">
              <a:ext uri="{FF2B5EF4-FFF2-40B4-BE49-F238E27FC236}">
                <a16:creationId xmlns:a16="http://schemas.microsoft.com/office/drawing/2014/main" id="{669EC84E-B93A-4EEB-9E5B-D410FF71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6" name="SE-009-path-196">
            <a:extLst xmlns:a="http://schemas.openxmlformats.org/drawingml/2006/main">
              <a:ext uri="{FF2B5EF4-FFF2-40B4-BE49-F238E27FC236}">
                <a16:creationId xmlns:a16="http://schemas.microsoft.com/office/drawing/2014/main" id="{BE20A336-26EE-4970-BCDE-1A5886E7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7" name="SE-009-path-197">
            <a:extLst xmlns:a="http://schemas.openxmlformats.org/drawingml/2006/main">
              <a:ext uri="{FF2B5EF4-FFF2-40B4-BE49-F238E27FC236}">
                <a16:creationId xmlns:a16="http://schemas.microsoft.com/office/drawing/2014/main" id="{C05244A1-A411-4DA6-86A0-DDD55ACC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8" name="SE-009-path-198">
            <a:extLst xmlns:a="http://schemas.openxmlformats.org/drawingml/2006/main">
              <a:ext uri="{FF2B5EF4-FFF2-40B4-BE49-F238E27FC236}">
                <a16:creationId xmlns:a16="http://schemas.microsoft.com/office/drawing/2014/main" id="{6ED4DD3E-6D5D-4774-879A-A8DB2623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99" name="SE-009-path-199">
            <a:extLst xmlns:a="http://schemas.openxmlformats.org/drawingml/2006/main">
              <a:ext uri="{FF2B5EF4-FFF2-40B4-BE49-F238E27FC236}">
                <a16:creationId xmlns:a16="http://schemas.microsoft.com/office/drawing/2014/main" id="{C33D80BE-E4E9-450C-AA6A-8A29F60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0" name="SE-009-path-200">
            <a:extLst xmlns:a="http://schemas.openxmlformats.org/drawingml/2006/main">
              <a:ext uri="{FF2B5EF4-FFF2-40B4-BE49-F238E27FC236}">
                <a16:creationId xmlns:a16="http://schemas.microsoft.com/office/drawing/2014/main" id="{BD21527A-1C71-4A9B-A0EF-83715268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1" name="SE-009-path-201">
            <a:extLst xmlns:a="http://schemas.openxmlformats.org/drawingml/2006/main">
              <a:ext uri="{FF2B5EF4-FFF2-40B4-BE49-F238E27FC236}">
                <a16:creationId xmlns:a16="http://schemas.microsoft.com/office/drawing/2014/main" id="{18D1AEF6-D304-49C2-B623-D15726E2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2" name="SE-009-path-202">
            <a:extLst xmlns:a="http://schemas.openxmlformats.org/drawingml/2006/main">
              <a:ext uri="{FF2B5EF4-FFF2-40B4-BE49-F238E27FC236}">
                <a16:creationId xmlns:a16="http://schemas.microsoft.com/office/drawing/2014/main" id="{08CAB5EC-BECA-4B52-A496-1DF514AC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3" name="SE-009-path-203">
            <a:extLst xmlns:a="http://schemas.openxmlformats.org/drawingml/2006/main">
              <a:ext uri="{FF2B5EF4-FFF2-40B4-BE49-F238E27FC236}">
                <a16:creationId xmlns:a16="http://schemas.microsoft.com/office/drawing/2014/main" id="{BCDE5842-B50E-47CE-A670-D9F941DF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4" name="SE-009-path-204">
            <a:extLst xmlns:a="http://schemas.openxmlformats.org/drawingml/2006/main">
              <a:ext uri="{FF2B5EF4-FFF2-40B4-BE49-F238E27FC236}">
                <a16:creationId xmlns:a16="http://schemas.microsoft.com/office/drawing/2014/main" id="{DCAF1A33-56A1-46BA-AC86-E5EC2631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5" name="SE-009-path-205">
            <a:extLst xmlns:a="http://schemas.openxmlformats.org/drawingml/2006/main">
              <a:ext uri="{FF2B5EF4-FFF2-40B4-BE49-F238E27FC236}">
                <a16:creationId xmlns:a16="http://schemas.microsoft.com/office/drawing/2014/main" id="{63100030-ED95-4A70-A354-300E974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6" name="SE-009-path-206">
            <a:extLst xmlns:a="http://schemas.openxmlformats.org/drawingml/2006/main">
              <a:ext uri="{FF2B5EF4-FFF2-40B4-BE49-F238E27FC236}">
                <a16:creationId xmlns:a16="http://schemas.microsoft.com/office/drawing/2014/main" id="{96A30173-5A37-4131-9EF2-9364C88A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7" name="SE-009-path-207">
            <a:extLst xmlns:a="http://schemas.openxmlformats.org/drawingml/2006/main">
              <a:ext uri="{FF2B5EF4-FFF2-40B4-BE49-F238E27FC236}">
                <a16:creationId xmlns:a16="http://schemas.microsoft.com/office/drawing/2014/main" id="{2CD0D23B-9595-40C5-9040-2C8A38A4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8" name="SE-009-path-208">
            <a:extLst xmlns:a="http://schemas.openxmlformats.org/drawingml/2006/main">
              <a:ext uri="{FF2B5EF4-FFF2-40B4-BE49-F238E27FC236}">
                <a16:creationId xmlns:a16="http://schemas.microsoft.com/office/drawing/2014/main" id="{17AC14FC-9521-4E8F-9E84-F76C1CAB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09" name="SE-009-path-209">
            <a:extLst xmlns:a="http://schemas.openxmlformats.org/drawingml/2006/main">
              <a:ext uri="{FF2B5EF4-FFF2-40B4-BE49-F238E27FC236}">
                <a16:creationId xmlns:a16="http://schemas.microsoft.com/office/drawing/2014/main" id="{D919E42F-C4F6-4EDC-91D5-63E21E9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0" name="SE-009-path-210">
            <a:extLst xmlns:a="http://schemas.openxmlformats.org/drawingml/2006/main">
              <a:ext uri="{FF2B5EF4-FFF2-40B4-BE49-F238E27FC236}">
                <a16:creationId xmlns:a16="http://schemas.microsoft.com/office/drawing/2014/main" id="{CEA55216-6866-46B8-9EE0-2CA5C013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1" name="SE-009-path-211">
            <a:extLst xmlns:a="http://schemas.openxmlformats.org/drawingml/2006/main">
              <a:ext uri="{FF2B5EF4-FFF2-40B4-BE49-F238E27FC236}">
                <a16:creationId xmlns:a16="http://schemas.microsoft.com/office/drawing/2014/main" id="{7CA083D6-F42C-4F83-B0AC-239AE868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2" name="SE-009-path-212">
            <a:extLst xmlns:a="http://schemas.openxmlformats.org/drawingml/2006/main">
              <a:ext uri="{FF2B5EF4-FFF2-40B4-BE49-F238E27FC236}">
                <a16:creationId xmlns:a16="http://schemas.microsoft.com/office/drawing/2014/main" id="{AA30BC2F-43FD-49A2-9E41-587F8FD2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3" name="SE-009-path-213">
            <a:extLst xmlns:a="http://schemas.openxmlformats.org/drawingml/2006/main">
              <a:ext uri="{FF2B5EF4-FFF2-40B4-BE49-F238E27FC236}">
                <a16:creationId xmlns:a16="http://schemas.microsoft.com/office/drawing/2014/main" id="{9027D281-6230-4436-A70E-8BB99130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4" name="SE-009-path-214">
            <a:extLst xmlns:a="http://schemas.openxmlformats.org/drawingml/2006/main">
              <a:ext uri="{FF2B5EF4-FFF2-40B4-BE49-F238E27FC236}">
                <a16:creationId xmlns:a16="http://schemas.microsoft.com/office/drawing/2014/main" id="{113052A3-1429-496A-AC48-0C9D9096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5" name="SE-009-path-215">
            <a:extLst xmlns:a="http://schemas.openxmlformats.org/drawingml/2006/main">
              <a:ext uri="{FF2B5EF4-FFF2-40B4-BE49-F238E27FC236}">
                <a16:creationId xmlns:a16="http://schemas.microsoft.com/office/drawing/2014/main" id="{630D4A3B-D6DB-424E-9AB9-04F59B51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6" name="SE-009-path-216">
            <a:extLst xmlns:a="http://schemas.openxmlformats.org/drawingml/2006/main">
              <a:ext uri="{FF2B5EF4-FFF2-40B4-BE49-F238E27FC236}">
                <a16:creationId xmlns:a16="http://schemas.microsoft.com/office/drawing/2014/main" id="{FAF32AAF-37D5-4F9A-B7D4-237CAA55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5431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7" name="SE-009-path-217">
            <a:extLst xmlns:a="http://schemas.openxmlformats.org/drawingml/2006/main">
              <a:ext uri="{FF2B5EF4-FFF2-40B4-BE49-F238E27FC236}">
                <a16:creationId xmlns:a16="http://schemas.microsoft.com/office/drawing/2014/main" id="{58B2844C-8DBF-4601-ADA8-1174E590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43175"/>
            <a:ext cx="9525" cy="95"/>
          </a:xfrm>
          <a:custGeom xmlns:a="http://schemas.openxmlformats.org/drawingml/2006/main">
            <a:pathLst>
              <a:path w="9525" h="95">
                <a:moveTo>
                  <a:pt x="9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8" name="SE-009-path-218">
            <a:extLst xmlns:a="http://schemas.openxmlformats.org/drawingml/2006/main">
              <a:ext uri="{FF2B5EF4-FFF2-40B4-BE49-F238E27FC236}">
                <a16:creationId xmlns:a16="http://schemas.microsoft.com/office/drawing/2014/main" id="{C6FB0C9B-34A3-4E49-BE2F-9B814551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146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19" name="SE-009-path-219">
            <a:extLst xmlns:a="http://schemas.openxmlformats.org/drawingml/2006/main">
              <a:ext uri="{FF2B5EF4-FFF2-40B4-BE49-F238E27FC236}">
                <a16:creationId xmlns:a16="http://schemas.microsoft.com/office/drawing/2014/main" id="{3F67A147-ACF7-4758-9EF4-5E706A9C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574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0" name="SE-009-path-220">
            <a:extLst xmlns:a="http://schemas.openxmlformats.org/drawingml/2006/main">
              <a:ext uri="{FF2B5EF4-FFF2-40B4-BE49-F238E27FC236}">
                <a16:creationId xmlns:a16="http://schemas.microsoft.com/office/drawing/2014/main" id="{1B1C1857-7D90-448C-875A-C4FF0323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003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1" name="SE-009-path-221">
            <a:extLst xmlns:a="http://schemas.openxmlformats.org/drawingml/2006/main">
              <a:ext uri="{FF2B5EF4-FFF2-40B4-BE49-F238E27FC236}">
                <a16:creationId xmlns:a16="http://schemas.microsoft.com/office/drawing/2014/main" id="{B45A9CD0-1070-484E-8F70-C22C1338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431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2" name="SE-009-path-222">
            <a:extLst xmlns:a="http://schemas.openxmlformats.org/drawingml/2006/main">
              <a:ext uri="{FF2B5EF4-FFF2-40B4-BE49-F238E27FC236}">
                <a16:creationId xmlns:a16="http://schemas.microsoft.com/office/drawing/2014/main" id="{37FE9B8D-FC74-4BDA-A20E-B057E0F7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3" name="SE-009-path-223">
            <a:extLst xmlns:a="http://schemas.openxmlformats.org/drawingml/2006/main">
              <a:ext uri="{FF2B5EF4-FFF2-40B4-BE49-F238E27FC236}">
                <a16:creationId xmlns:a16="http://schemas.microsoft.com/office/drawing/2014/main" id="{A3A131F1-6ABD-4948-AF00-BB4F112F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288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4" name="SE-009-path-224">
            <a:extLst xmlns:a="http://schemas.openxmlformats.org/drawingml/2006/main">
              <a:ext uri="{FF2B5EF4-FFF2-40B4-BE49-F238E27FC236}">
                <a16:creationId xmlns:a16="http://schemas.microsoft.com/office/drawing/2014/main" id="{6E16B2FE-CC00-4229-B4CC-DF5789F9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717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5" name="SE-009-path-225">
            <a:extLst xmlns:a="http://schemas.openxmlformats.org/drawingml/2006/main">
              <a:ext uri="{FF2B5EF4-FFF2-40B4-BE49-F238E27FC236}">
                <a16:creationId xmlns:a16="http://schemas.microsoft.com/office/drawing/2014/main" id="{444B858E-9E5A-4E23-BC5E-B792F73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145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6" name="SE-009-path-226">
            <a:extLst xmlns:a="http://schemas.openxmlformats.org/drawingml/2006/main">
              <a:ext uri="{FF2B5EF4-FFF2-40B4-BE49-F238E27FC236}">
                <a16:creationId xmlns:a16="http://schemas.microsoft.com/office/drawing/2014/main" id="{C187E6BB-B93B-40AC-B848-71EA88E5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574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7" name="SE-009-path-227">
            <a:extLst xmlns:a="http://schemas.openxmlformats.org/drawingml/2006/main">
              <a:ext uri="{FF2B5EF4-FFF2-40B4-BE49-F238E27FC236}">
                <a16:creationId xmlns:a16="http://schemas.microsoft.com/office/drawing/2014/main" id="{B90FBB64-A1AD-4C70-AC13-91192346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002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8" name="SE-009-path-228">
            <a:extLst xmlns:a="http://schemas.openxmlformats.org/drawingml/2006/main">
              <a:ext uri="{FF2B5EF4-FFF2-40B4-BE49-F238E27FC236}">
                <a16:creationId xmlns:a16="http://schemas.microsoft.com/office/drawing/2014/main" id="{7D3E964B-0AF9-461B-AD13-2F5C4A12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431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29" name="SE-009-path-229">
            <a:extLst xmlns:a="http://schemas.openxmlformats.org/drawingml/2006/main">
              <a:ext uri="{FF2B5EF4-FFF2-40B4-BE49-F238E27FC236}">
                <a16:creationId xmlns:a16="http://schemas.microsoft.com/office/drawing/2014/main" id="{46FCDD41-601A-43EB-A5BC-3747B840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859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0" name="SE-009-path-230">
            <a:extLst xmlns:a="http://schemas.openxmlformats.org/drawingml/2006/main">
              <a:ext uri="{FF2B5EF4-FFF2-40B4-BE49-F238E27FC236}">
                <a16:creationId xmlns:a16="http://schemas.microsoft.com/office/drawing/2014/main" id="{9DA8B5C1-7755-4F83-930C-C64A1DDD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288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1" name="SE-009-path-231">
            <a:extLst xmlns:a="http://schemas.openxmlformats.org/drawingml/2006/main">
              <a:ext uri="{FF2B5EF4-FFF2-40B4-BE49-F238E27FC236}">
                <a16:creationId xmlns:a16="http://schemas.microsoft.com/office/drawing/2014/main" id="{D54785B7-3678-445C-A7B5-63D161BA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7716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2" name="SE-009-path-232">
            <a:extLst xmlns:a="http://schemas.openxmlformats.org/drawingml/2006/main">
              <a:ext uri="{FF2B5EF4-FFF2-40B4-BE49-F238E27FC236}">
                <a16:creationId xmlns:a16="http://schemas.microsoft.com/office/drawing/2014/main" id="{C6CC9987-5473-450B-806D-8AE26F26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7145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3" name="SE-009-path-233">
            <a:extLst xmlns:a="http://schemas.openxmlformats.org/drawingml/2006/main">
              <a:ext uri="{FF2B5EF4-FFF2-40B4-BE49-F238E27FC236}">
                <a16:creationId xmlns:a16="http://schemas.microsoft.com/office/drawing/2014/main" id="{64890A66-EFAC-4FE4-BAA7-52063F7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573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4" name="SE-009-path-234">
            <a:extLst xmlns:a="http://schemas.openxmlformats.org/drawingml/2006/main">
              <a:ext uri="{FF2B5EF4-FFF2-40B4-BE49-F238E27FC236}">
                <a16:creationId xmlns:a16="http://schemas.microsoft.com/office/drawing/2014/main" id="{D84354E1-EB3F-4431-83A0-62BB8DFB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002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5" name="SE-009-path-235">
            <a:extLst xmlns:a="http://schemas.openxmlformats.org/drawingml/2006/main">
              <a:ext uri="{FF2B5EF4-FFF2-40B4-BE49-F238E27FC236}">
                <a16:creationId xmlns:a16="http://schemas.microsoft.com/office/drawing/2014/main" id="{BC659203-0BD8-4A0A-BF79-FFFEF22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430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6" name="SE-009-path-236">
            <a:extLst xmlns:a="http://schemas.openxmlformats.org/drawingml/2006/main">
              <a:ext uri="{FF2B5EF4-FFF2-40B4-BE49-F238E27FC236}">
                <a16:creationId xmlns:a16="http://schemas.microsoft.com/office/drawing/2014/main" id="{871F3AD5-2561-4621-96E5-E9B9B81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859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7" name="SE-009-path-237">
            <a:extLst xmlns:a="http://schemas.openxmlformats.org/drawingml/2006/main">
              <a:ext uri="{FF2B5EF4-FFF2-40B4-BE49-F238E27FC236}">
                <a16:creationId xmlns:a16="http://schemas.microsoft.com/office/drawing/2014/main" id="{C9187472-3912-4A64-991A-B540CEA3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287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8" name="SE-009-path-238">
            <a:extLst xmlns:a="http://schemas.openxmlformats.org/drawingml/2006/main">
              <a:ext uri="{FF2B5EF4-FFF2-40B4-BE49-F238E27FC236}">
                <a16:creationId xmlns:a16="http://schemas.microsoft.com/office/drawing/2014/main" id="{F7BB5C88-625B-45F0-9A02-D2E5E146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3716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39" name="SE-009-path-239">
            <a:extLst xmlns:a="http://schemas.openxmlformats.org/drawingml/2006/main">
              <a:ext uri="{FF2B5EF4-FFF2-40B4-BE49-F238E27FC236}">
                <a16:creationId xmlns:a16="http://schemas.microsoft.com/office/drawing/2014/main" id="{BBC91104-2A3F-47E5-B1A4-CF4A1FD0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3144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0" name="SE-009-path-240">
            <a:extLst xmlns:a="http://schemas.openxmlformats.org/drawingml/2006/main">
              <a:ext uri="{FF2B5EF4-FFF2-40B4-BE49-F238E27FC236}">
                <a16:creationId xmlns:a16="http://schemas.microsoft.com/office/drawing/2014/main" id="{82ACA943-3A2D-4608-8189-A122BAD0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2573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1" name="SE-009-path-241">
            <a:extLst xmlns:a="http://schemas.openxmlformats.org/drawingml/2006/main">
              <a:ext uri="{FF2B5EF4-FFF2-40B4-BE49-F238E27FC236}">
                <a16:creationId xmlns:a16="http://schemas.microsoft.com/office/drawing/2014/main" id="{28B1ABCD-660C-4808-AAE6-B7044547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2001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2" name="SE-009-path-242">
            <a:extLst xmlns:a="http://schemas.openxmlformats.org/drawingml/2006/main">
              <a:ext uri="{FF2B5EF4-FFF2-40B4-BE49-F238E27FC236}">
                <a16:creationId xmlns:a16="http://schemas.microsoft.com/office/drawing/2014/main" id="{427A7E3E-5461-49E5-9194-7AC115D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1430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3" name="SE-009-path-243">
            <a:extLst xmlns:a="http://schemas.openxmlformats.org/drawingml/2006/main">
              <a:ext uri="{FF2B5EF4-FFF2-40B4-BE49-F238E27FC236}">
                <a16:creationId xmlns:a16="http://schemas.microsoft.com/office/drawing/2014/main" id="{F4CA66AE-9E7C-46BB-8055-1EE13EB7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0858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4" name="SE-009-path-244">
            <a:extLst xmlns:a="http://schemas.openxmlformats.org/drawingml/2006/main">
              <a:ext uri="{FF2B5EF4-FFF2-40B4-BE49-F238E27FC236}">
                <a16:creationId xmlns:a16="http://schemas.microsoft.com/office/drawing/2014/main" id="{F7CAE724-C8CA-4CB9-A303-A31CD202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0287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5" name="SE-009-path-245">
            <a:extLst xmlns:a="http://schemas.openxmlformats.org/drawingml/2006/main">
              <a:ext uri="{FF2B5EF4-FFF2-40B4-BE49-F238E27FC236}">
                <a16:creationId xmlns:a16="http://schemas.microsoft.com/office/drawing/2014/main" id="{0A346C2A-D737-4790-A9A3-62F1CB33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9715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6" name="SE-009-path-246">
            <a:extLst xmlns:a="http://schemas.openxmlformats.org/drawingml/2006/main">
              <a:ext uri="{FF2B5EF4-FFF2-40B4-BE49-F238E27FC236}">
                <a16:creationId xmlns:a16="http://schemas.microsoft.com/office/drawing/2014/main" id="{3139E832-B171-42D4-A228-07C82F1E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9144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7" name="SE-009-path-247">
            <a:extLst xmlns:a="http://schemas.openxmlformats.org/drawingml/2006/main">
              <a:ext uri="{FF2B5EF4-FFF2-40B4-BE49-F238E27FC236}">
                <a16:creationId xmlns:a16="http://schemas.microsoft.com/office/drawing/2014/main" id="{6075F716-2DD3-4000-AE5D-E7285B5D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8572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8" name="SE-009-path-248">
            <a:extLst xmlns:a="http://schemas.openxmlformats.org/drawingml/2006/main">
              <a:ext uri="{FF2B5EF4-FFF2-40B4-BE49-F238E27FC236}">
                <a16:creationId xmlns:a16="http://schemas.microsoft.com/office/drawing/2014/main" id="{1FA0207D-2050-4EC9-861F-CF3714ED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8001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49" name="SE-009-path-249">
            <a:extLst xmlns:a="http://schemas.openxmlformats.org/drawingml/2006/main">
              <a:ext uri="{FF2B5EF4-FFF2-40B4-BE49-F238E27FC236}">
                <a16:creationId xmlns:a16="http://schemas.microsoft.com/office/drawing/2014/main" id="{980DEF12-4EBC-4C82-AE87-A1EA5C66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7429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50" name="SE-009-path-250">
            <a:extLst xmlns:a="http://schemas.openxmlformats.org/drawingml/2006/main">
              <a:ext uri="{FF2B5EF4-FFF2-40B4-BE49-F238E27FC236}">
                <a16:creationId xmlns:a16="http://schemas.microsoft.com/office/drawing/2014/main" id="{F0F2C491-02DA-4083-8478-EEA200EB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858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251" name="SE-009-path-251">
            <a:extLst xmlns:a="http://schemas.openxmlformats.org/drawingml/2006/main">
              <a:ext uri="{FF2B5EF4-FFF2-40B4-BE49-F238E27FC236}">
                <a16:creationId xmlns:a16="http://schemas.microsoft.com/office/drawing/2014/main" id="{DA6ABC11-9B76-474D-BC7D-777F16BB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286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pic>
        <p:nvPicPr>
          <p:cNvPr id="1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45dee57fd4668"/>
          <a:stretch xmlns:a="http://schemas.openxmlformats.org/drawingml/2006/main"/>
        </p:blipFill>
        <p:spPr>
          <a:xfrm xmlns:a="http://schemas.openxmlformats.org/drawingml/2006/main">
            <a:off x="1814513" y="647700"/>
            <a:ext cx="447675" cy="438150"/>
          </a:xfrm>
          <a:prstGeom xmlns:a="http://schemas.openxmlformats.org/drawingml/2006/main" prst="rect">
            <a:avLst/>
          </a:prstGeom>
        </p:spPr>
      </p:pic>
      <p:sp>
        <p:nvSpPr>
          <p:cNvPr id="253" name="SE-009-path-252">
            <a:extLst xmlns:a="http://schemas.openxmlformats.org/drawingml/2006/main">
              <a:ext uri="{FF2B5EF4-FFF2-40B4-BE49-F238E27FC236}">
                <a16:creationId xmlns:a16="http://schemas.microsoft.com/office/drawing/2014/main" id="{7C1D145A-37CC-4D18-8BEC-9542AA59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66775"/>
            <a:ext cx="352425" cy="95"/>
          </a:xfrm>
          <a:custGeom xmlns:a="http://schemas.openxmlformats.org/drawingml/2006/main"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9670A"/>
            </a:solidFill>
          </a:ln>
        </p:spPr>
      </p:sp>
      <p:sp>
        <p:nvSpPr>
          <p:cNvPr id="254" name="SE-009-path-253">
            <a:extLst xmlns:a="http://schemas.openxmlformats.org/drawingml/2006/main">
              <a:ext uri="{FF2B5EF4-FFF2-40B4-BE49-F238E27FC236}">
                <a16:creationId xmlns:a16="http://schemas.microsoft.com/office/drawing/2014/main" id="{9846013B-9D39-46A9-BACD-B511EFF4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387" y="82718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670A"/>
          </a:solidFill>
          <a:ln xmlns:a="http://schemas.openxmlformats.org/drawingml/2006/main" w="16193">
            <a:solidFill>
              <a:srgbClr val="C9670A"/>
            </a:solidFill>
          </a:ln>
        </p:spPr>
      </p:sp>
      <p:sp>
        <p:nvSpPr>
          <p:cNvPr id="255" name="SE-009-path-254">
            <a:extLst xmlns:a="http://schemas.openxmlformats.org/drawingml/2006/main">
              <a:ext uri="{FF2B5EF4-FFF2-40B4-BE49-F238E27FC236}">
                <a16:creationId xmlns:a16="http://schemas.microsoft.com/office/drawing/2014/main" id="{544B0D2E-20CD-4918-BC28-1E14E84E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866775"/>
            <a:ext cx="1552575" cy="95"/>
          </a:xfrm>
          <a:custGeom xmlns:a="http://schemas.openxmlformats.org/drawingml/2006/main">
            <a:pathLst>
              <a:path w="1552575" h="95">
                <a:moveTo>
                  <a:pt x="0" y="0"/>
                </a:moveTo>
                <a:lnTo>
                  <a:pt x="1552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256" name="SE-009-255">
            <a:extLst xmlns:a="http://schemas.openxmlformats.org/drawingml/2006/main">
              <a:ext uri="{FF2B5EF4-FFF2-40B4-BE49-F238E27FC236}">
                <a16:creationId xmlns:a16="http://schemas.microsoft.com/office/drawing/2014/main" id="{C8A5782E-C376-40BE-880B-09DFFAC4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781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257" name="SE-009-256">
            <a:extLst xmlns:a="http://schemas.openxmlformats.org/drawingml/2006/main">
              <a:ext uri="{FF2B5EF4-FFF2-40B4-BE49-F238E27FC236}">
                <a16:creationId xmlns:a16="http://schemas.microsoft.com/office/drawing/2014/main" id="{05E2E4DF-6150-4289-812F-043ED025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781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258" name="SE-009-257">
            <a:extLst xmlns:a="http://schemas.openxmlformats.org/drawingml/2006/main">
              <a:ext uri="{FF2B5EF4-FFF2-40B4-BE49-F238E27FC236}">
                <a16:creationId xmlns:a16="http://schemas.microsoft.com/office/drawing/2014/main" id="{B0F03A24-4175-4D57-AF13-EC117258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781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259" name="SE-009-258">
            <a:extLst xmlns:a="http://schemas.openxmlformats.org/drawingml/2006/main">
              <a:ext uri="{FF2B5EF4-FFF2-40B4-BE49-F238E27FC236}">
                <a16:creationId xmlns:a16="http://schemas.microsoft.com/office/drawing/2014/main" id="{ACB93095-909E-4550-882C-CEE28715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81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260" name="SE-009-259">
            <a:extLst xmlns:a="http://schemas.openxmlformats.org/drawingml/2006/main">
              <a:ext uri="{FF2B5EF4-FFF2-40B4-BE49-F238E27FC236}">
                <a16:creationId xmlns:a16="http://schemas.microsoft.com/office/drawing/2014/main" id="{0DAF84F1-B05A-4EE1-99B4-4FDBBEA8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8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pic>
        <p:nvPicPr>
          <p:cNvPr id="14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f8d26814e4a8a"/>
          <a:stretch xmlns:a="http://schemas.openxmlformats.org/drawingml/2006/main"/>
        </p:blipFill>
        <p:spPr>
          <a:xfrm xmlns:a="http://schemas.openxmlformats.org/drawingml/2006/main">
            <a:off x="1809750" y="1218811"/>
            <a:ext cx="457200" cy="419878"/>
          </a:xfrm>
          <a:prstGeom xmlns:a="http://schemas.openxmlformats.org/drawingml/2006/main" prst="rect">
            <a:avLst/>
          </a:prstGeom>
        </p:spPr>
      </p:pic>
      <p:sp>
        <p:nvSpPr>
          <p:cNvPr id="262" name="SE-009-path-260">
            <a:extLst xmlns:a="http://schemas.openxmlformats.org/drawingml/2006/main">
              <a:ext uri="{FF2B5EF4-FFF2-40B4-BE49-F238E27FC236}">
                <a16:creationId xmlns:a16="http://schemas.microsoft.com/office/drawing/2014/main" id="{91EB4F57-4615-483F-BBED-911A1688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352425" cy="95"/>
          </a:xfrm>
          <a:custGeom xmlns:a="http://schemas.openxmlformats.org/drawingml/2006/main"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B9805"/>
            </a:solidFill>
          </a:ln>
        </p:spPr>
      </p:sp>
      <p:sp>
        <p:nvSpPr>
          <p:cNvPr id="263" name="SE-009-path-261">
            <a:extLst xmlns:a="http://schemas.openxmlformats.org/drawingml/2006/main">
              <a:ext uri="{FF2B5EF4-FFF2-40B4-BE49-F238E27FC236}">
                <a16:creationId xmlns:a16="http://schemas.microsoft.com/office/drawing/2014/main" id="{E2D44C1C-34A4-4350-A14F-7E3D098A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387" y="1389164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B9805"/>
          </a:solidFill>
          <a:ln xmlns:a="http://schemas.openxmlformats.org/drawingml/2006/main" w="16193">
            <a:solidFill>
              <a:srgbClr val="BB9805"/>
            </a:solidFill>
          </a:ln>
        </p:spPr>
      </p:sp>
      <p:sp>
        <p:nvSpPr>
          <p:cNvPr id="264" name="SE-009-path-262">
            <a:extLst xmlns:a="http://schemas.openxmlformats.org/drawingml/2006/main">
              <a:ext uri="{FF2B5EF4-FFF2-40B4-BE49-F238E27FC236}">
                <a16:creationId xmlns:a16="http://schemas.microsoft.com/office/drawing/2014/main" id="{5CCCA197-9450-414E-AA93-A29E5D63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28750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265" name="SE-009-263">
            <a:extLst xmlns:a="http://schemas.openxmlformats.org/drawingml/2006/main">
              <a:ext uri="{FF2B5EF4-FFF2-40B4-BE49-F238E27FC236}">
                <a16:creationId xmlns:a16="http://schemas.microsoft.com/office/drawing/2014/main" id="{8E66EC27-B477-4F31-B293-D706DEC4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34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266" name="SE-009-264">
            <a:extLst xmlns:a="http://schemas.openxmlformats.org/drawingml/2006/main">
              <a:ext uri="{FF2B5EF4-FFF2-40B4-BE49-F238E27FC236}">
                <a16:creationId xmlns:a16="http://schemas.microsoft.com/office/drawing/2014/main" id="{3950DF08-8766-4372-817D-75293859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4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267" name="SE-009-265">
            <a:extLst xmlns:a="http://schemas.openxmlformats.org/drawingml/2006/main">
              <a:ext uri="{FF2B5EF4-FFF2-40B4-BE49-F238E27FC236}">
                <a16:creationId xmlns:a16="http://schemas.microsoft.com/office/drawing/2014/main" id="{319064C5-2CA8-4047-99CC-D9F4BFE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43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pic>
        <p:nvPicPr>
          <p:cNvPr id="14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a08dfa16d4d45"/>
          <a:stretch xmlns:a="http://schemas.openxmlformats.org/drawingml/2006/main"/>
        </p:blipFill>
        <p:spPr>
          <a:xfrm xmlns:a="http://schemas.openxmlformats.org/drawingml/2006/main">
            <a:off x="1809750" y="2076653"/>
            <a:ext cx="457200" cy="437745"/>
          </a:xfrm>
          <a:prstGeom xmlns:a="http://schemas.openxmlformats.org/drawingml/2006/main" prst="rect">
            <a:avLst/>
          </a:prstGeom>
        </p:spPr>
      </p:pic>
      <p:sp>
        <p:nvSpPr>
          <p:cNvPr id="269" name="SE-009-path-266">
            <a:extLst xmlns:a="http://schemas.openxmlformats.org/drawingml/2006/main">
              <a:ext uri="{FF2B5EF4-FFF2-40B4-BE49-F238E27FC236}">
                <a16:creationId xmlns:a16="http://schemas.microsoft.com/office/drawing/2014/main" id="{C7711E27-9C95-47A1-BE80-E5A5EEB6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352425" cy="95"/>
          </a:xfrm>
          <a:custGeom xmlns:a="http://schemas.openxmlformats.org/drawingml/2006/main"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88A3B"/>
            </a:solidFill>
          </a:ln>
        </p:spPr>
      </p:sp>
      <p:sp>
        <p:nvSpPr>
          <p:cNvPr id="270" name="SE-009-path-267">
            <a:extLst xmlns:a="http://schemas.openxmlformats.org/drawingml/2006/main">
              <a:ext uri="{FF2B5EF4-FFF2-40B4-BE49-F238E27FC236}">
                <a16:creationId xmlns:a16="http://schemas.microsoft.com/office/drawing/2014/main" id="{E6228C0B-6683-45EA-8FFB-3BF27DE7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387" y="2227364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88A3B"/>
          </a:solidFill>
          <a:ln xmlns:a="http://schemas.openxmlformats.org/drawingml/2006/main" w="16193">
            <a:solidFill>
              <a:srgbClr val="588A3B"/>
            </a:solidFill>
          </a:ln>
        </p:spPr>
      </p:sp>
      <p:sp>
        <p:nvSpPr>
          <p:cNvPr id="271" name="SE-009-path-268">
            <a:extLst xmlns:a="http://schemas.openxmlformats.org/drawingml/2006/main">
              <a:ext uri="{FF2B5EF4-FFF2-40B4-BE49-F238E27FC236}">
                <a16:creationId xmlns:a16="http://schemas.microsoft.com/office/drawing/2014/main" id="{B81BEA66-3B41-4656-AFB0-C9D99457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66950"/>
            <a:ext cx="1162050" cy="95"/>
          </a:xfrm>
          <a:custGeom xmlns:a="http://schemas.openxmlformats.org/drawingml/2006/main">
            <a:pathLst>
              <a:path w="1162050" h="9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272" name="SE-009-269">
            <a:extLst xmlns:a="http://schemas.openxmlformats.org/drawingml/2006/main">
              <a:ext uri="{FF2B5EF4-FFF2-40B4-BE49-F238E27FC236}">
                <a16:creationId xmlns:a16="http://schemas.microsoft.com/office/drawing/2014/main" id="{C7FF6D82-478A-4075-970D-0FFD14CC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81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273" name="SE-009-270">
            <a:extLst xmlns:a="http://schemas.openxmlformats.org/drawingml/2006/main">
              <a:ext uri="{FF2B5EF4-FFF2-40B4-BE49-F238E27FC236}">
                <a16:creationId xmlns:a16="http://schemas.microsoft.com/office/drawing/2014/main" id="{ADE96253-2441-4C6B-AB4F-98CFE0FC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81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274" name="SE-009-271">
            <a:extLst xmlns:a="http://schemas.openxmlformats.org/drawingml/2006/main">
              <a:ext uri="{FF2B5EF4-FFF2-40B4-BE49-F238E27FC236}">
                <a16:creationId xmlns:a16="http://schemas.microsoft.com/office/drawing/2014/main" id="{44D6BE24-9157-4B31-B135-57E76E97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81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275" name="SE-009-272">
            <a:extLst xmlns:a="http://schemas.openxmlformats.org/drawingml/2006/main">
              <a:ext uri="{FF2B5EF4-FFF2-40B4-BE49-F238E27FC236}">
                <a16:creationId xmlns:a16="http://schemas.microsoft.com/office/drawing/2014/main" id="{EE9FBA2D-57FA-44FC-A657-1F33B5D4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81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276" name="SE-009-273">
            <a:extLst xmlns:a="http://schemas.openxmlformats.org/drawingml/2006/main">
              <a:ext uri="{FF2B5EF4-FFF2-40B4-BE49-F238E27FC236}">
                <a16:creationId xmlns:a16="http://schemas.microsoft.com/office/drawing/2014/main" id="{E2B18063-20BE-42D7-B65D-9BB99951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52600"/>
            <a:ext cx="14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277" name="SE-009-274">
            <a:extLst xmlns:a="http://schemas.openxmlformats.org/drawingml/2006/main">
              <a:ext uri="{FF2B5EF4-FFF2-40B4-BE49-F238E27FC236}">
                <a16:creationId xmlns:a16="http://schemas.microsoft.com/office/drawing/2014/main" id="{06997B91-FAEA-4D26-811A-D4CDF03C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14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278" name="SE-009-path-275">
            <a:extLst xmlns:a="http://schemas.openxmlformats.org/drawingml/2006/main">
              <a:ext uri="{FF2B5EF4-FFF2-40B4-BE49-F238E27FC236}">
                <a16:creationId xmlns:a16="http://schemas.microsoft.com/office/drawing/2014/main" id="{DC933030-59FE-49C7-BD78-32FFE93E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"/>
            <a:ext cx="2409825" cy="1504950"/>
          </a:xfrm>
          <a:custGeom xmlns:a="http://schemas.openxmlformats.org/drawingml/2006/main">
            <a:pathLst>
              <a:path w="2409825" h="1504950">
                <a:moveTo>
                  <a:pt x="190500" y="0"/>
                </a:moveTo>
                <a:lnTo>
                  <a:pt x="2409825" y="0"/>
                </a:lnTo>
                <a:lnTo>
                  <a:pt x="2409825" y="1504950"/>
                </a:lnTo>
                <a:lnTo>
                  <a:pt x="190500" y="1504950"/>
                </a:lnTo>
                <a:lnTo>
                  <a:pt x="190500" y="647700"/>
                </a:lnTo>
                <a:lnTo>
                  <a:pt x="0" y="542925"/>
                </a:lnTo>
                <a:lnTo>
                  <a:pt x="190500" y="390525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19050">
            <a:solidFill>
              <a:srgbClr val="888888"/>
            </a:solidFill>
          </a:ln>
        </p:spPr>
      </p:sp>
      <p:sp>
        <p:nvSpPr>
          <p:cNvPr id="279" name="SE-009-276">
            <a:extLst xmlns:a="http://schemas.openxmlformats.org/drawingml/2006/main">
              <a:ext uri="{FF2B5EF4-FFF2-40B4-BE49-F238E27FC236}">
                <a16:creationId xmlns:a16="http://schemas.microsoft.com/office/drawing/2014/main" id="{024241B5-F8DC-4749-ADBB-F51FFC7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"/>
            <a:ext cx="1990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Traj. = Steps + Result</a:t>
            </a:r>
          </a:p>
        </p:txBody>
      </p:sp>
      <p:sp>
        <p:nvSpPr>
          <p:cNvPr id="280" name="SE-009-path-277">
            <a:extLst xmlns:a="http://schemas.openxmlformats.org/drawingml/2006/main">
              <a:ext uri="{FF2B5EF4-FFF2-40B4-BE49-F238E27FC236}">
                <a16:creationId xmlns:a16="http://schemas.microsoft.com/office/drawing/2014/main" id="{30927640-B26F-4DC4-8BCF-B71ED07A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1" name="SE-009-path-278">
            <a:extLst xmlns:a="http://schemas.openxmlformats.org/drawingml/2006/main">
              <a:ext uri="{FF2B5EF4-FFF2-40B4-BE49-F238E27FC236}">
                <a16:creationId xmlns:a16="http://schemas.microsoft.com/office/drawing/2014/main" id="{A65BFBD9-CE45-4C9F-99C3-466D4E1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2" name="SE-009-path-279">
            <a:extLst xmlns:a="http://schemas.openxmlformats.org/drawingml/2006/main">
              <a:ext uri="{FF2B5EF4-FFF2-40B4-BE49-F238E27FC236}">
                <a16:creationId xmlns:a16="http://schemas.microsoft.com/office/drawing/2014/main" id="{32A5B2E8-C40D-411F-BC30-BED14A8D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3" name="SE-009-path-280">
            <a:extLst xmlns:a="http://schemas.openxmlformats.org/drawingml/2006/main">
              <a:ext uri="{FF2B5EF4-FFF2-40B4-BE49-F238E27FC236}">
                <a16:creationId xmlns:a16="http://schemas.microsoft.com/office/drawing/2014/main" id="{B9DF7654-E148-4EA3-BEAE-EB71E0F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4" name="SE-009-path-281">
            <a:extLst xmlns:a="http://schemas.openxmlformats.org/drawingml/2006/main">
              <a:ext uri="{FF2B5EF4-FFF2-40B4-BE49-F238E27FC236}">
                <a16:creationId xmlns:a16="http://schemas.microsoft.com/office/drawing/2014/main" id="{0E64E5DD-F9D7-4478-953D-491E2B60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5" name="SE-009-path-282">
            <a:extLst xmlns:a="http://schemas.openxmlformats.org/drawingml/2006/main">
              <a:ext uri="{FF2B5EF4-FFF2-40B4-BE49-F238E27FC236}">
                <a16:creationId xmlns:a16="http://schemas.microsoft.com/office/drawing/2014/main" id="{91F41697-2931-4872-B486-7FCA43CD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6" name="SE-009-path-283">
            <a:extLst xmlns:a="http://schemas.openxmlformats.org/drawingml/2006/main">
              <a:ext uri="{FF2B5EF4-FFF2-40B4-BE49-F238E27FC236}">
                <a16:creationId xmlns:a16="http://schemas.microsoft.com/office/drawing/2014/main" id="{B02C94A0-0833-4822-8026-AB12AC74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7" name="SE-009-path-284">
            <a:extLst xmlns:a="http://schemas.openxmlformats.org/drawingml/2006/main">
              <a:ext uri="{FF2B5EF4-FFF2-40B4-BE49-F238E27FC236}">
                <a16:creationId xmlns:a16="http://schemas.microsoft.com/office/drawing/2014/main" id="{A20BC391-FDDA-4F4F-89C7-FFFD3AF6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8" name="SE-009-path-285">
            <a:extLst xmlns:a="http://schemas.openxmlformats.org/drawingml/2006/main">
              <a:ext uri="{FF2B5EF4-FFF2-40B4-BE49-F238E27FC236}">
                <a16:creationId xmlns:a16="http://schemas.microsoft.com/office/drawing/2014/main" id="{27C30710-AE03-4AF0-94E3-1250AE55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89" name="SE-009-path-286">
            <a:extLst xmlns:a="http://schemas.openxmlformats.org/drawingml/2006/main">
              <a:ext uri="{FF2B5EF4-FFF2-40B4-BE49-F238E27FC236}">
                <a16:creationId xmlns:a16="http://schemas.microsoft.com/office/drawing/2014/main" id="{BCB61C55-4D70-42B6-90FA-3B172662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0" name="SE-009-path-287">
            <a:extLst xmlns:a="http://schemas.openxmlformats.org/drawingml/2006/main">
              <a:ext uri="{FF2B5EF4-FFF2-40B4-BE49-F238E27FC236}">
                <a16:creationId xmlns:a16="http://schemas.microsoft.com/office/drawing/2014/main" id="{80443149-7117-4185-ABD0-606893E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1" name="SE-009-path-288">
            <a:extLst xmlns:a="http://schemas.openxmlformats.org/drawingml/2006/main">
              <a:ext uri="{FF2B5EF4-FFF2-40B4-BE49-F238E27FC236}">
                <a16:creationId xmlns:a16="http://schemas.microsoft.com/office/drawing/2014/main" id="{B7D2FD11-6CC2-4996-B3B0-CEDACBF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2" name="SE-009-path-289">
            <a:extLst xmlns:a="http://schemas.openxmlformats.org/drawingml/2006/main">
              <a:ext uri="{FF2B5EF4-FFF2-40B4-BE49-F238E27FC236}">
                <a16:creationId xmlns:a16="http://schemas.microsoft.com/office/drawing/2014/main" id="{D4A3D03B-947B-4FF2-AE8A-D0B62511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3" name="SE-009-path-290">
            <a:extLst xmlns:a="http://schemas.openxmlformats.org/drawingml/2006/main">
              <a:ext uri="{FF2B5EF4-FFF2-40B4-BE49-F238E27FC236}">
                <a16:creationId xmlns:a16="http://schemas.microsoft.com/office/drawing/2014/main" id="{231808C2-9772-4BB8-821D-9880452E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4" name="SE-009-path-291">
            <a:extLst xmlns:a="http://schemas.openxmlformats.org/drawingml/2006/main">
              <a:ext uri="{FF2B5EF4-FFF2-40B4-BE49-F238E27FC236}">
                <a16:creationId xmlns:a16="http://schemas.microsoft.com/office/drawing/2014/main" id="{F25A614F-CEB4-4220-BC23-82A8D022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5" name="SE-009-path-292">
            <a:extLst xmlns:a="http://schemas.openxmlformats.org/drawingml/2006/main">
              <a:ext uri="{FF2B5EF4-FFF2-40B4-BE49-F238E27FC236}">
                <a16:creationId xmlns:a16="http://schemas.microsoft.com/office/drawing/2014/main" id="{1DD41B45-A39F-4293-8200-0460B642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6" name="SE-009-path-293">
            <a:extLst xmlns:a="http://schemas.openxmlformats.org/drawingml/2006/main">
              <a:ext uri="{FF2B5EF4-FFF2-40B4-BE49-F238E27FC236}">
                <a16:creationId xmlns:a16="http://schemas.microsoft.com/office/drawing/2014/main" id="{69F1F866-101B-46B5-B089-CA12AB27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7" name="SE-009-path-294">
            <a:extLst xmlns:a="http://schemas.openxmlformats.org/drawingml/2006/main">
              <a:ext uri="{FF2B5EF4-FFF2-40B4-BE49-F238E27FC236}">
                <a16:creationId xmlns:a16="http://schemas.microsoft.com/office/drawing/2014/main" id="{B77BA62F-A54E-43ED-85CA-729E0BD2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8" name="SE-009-path-295">
            <a:extLst xmlns:a="http://schemas.openxmlformats.org/drawingml/2006/main">
              <a:ext uri="{FF2B5EF4-FFF2-40B4-BE49-F238E27FC236}">
                <a16:creationId xmlns:a16="http://schemas.microsoft.com/office/drawing/2014/main" id="{BC779486-BD01-42C5-B612-41947B65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299" name="SE-009-path-296">
            <a:extLst xmlns:a="http://schemas.openxmlformats.org/drawingml/2006/main">
              <a:ext uri="{FF2B5EF4-FFF2-40B4-BE49-F238E27FC236}">
                <a16:creationId xmlns:a16="http://schemas.microsoft.com/office/drawing/2014/main" id="{61ECBE93-00A3-4BA6-BD21-A2D90632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0" name="SE-009-path-297">
            <a:extLst xmlns:a="http://schemas.openxmlformats.org/drawingml/2006/main">
              <a:ext uri="{FF2B5EF4-FFF2-40B4-BE49-F238E27FC236}">
                <a16:creationId xmlns:a16="http://schemas.microsoft.com/office/drawing/2014/main" id="{940B3254-3755-47C7-BEFE-9BF79275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1" name="SE-009-path-298">
            <a:extLst xmlns:a="http://schemas.openxmlformats.org/drawingml/2006/main">
              <a:ext uri="{FF2B5EF4-FFF2-40B4-BE49-F238E27FC236}">
                <a16:creationId xmlns:a16="http://schemas.microsoft.com/office/drawing/2014/main" id="{72540C9A-30C1-43DA-ACFC-2FC6807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2" name="SE-009-path-299">
            <a:extLst xmlns:a="http://schemas.openxmlformats.org/drawingml/2006/main">
              <a:ext uri="{FF2B5EF4-FFF2-40B4-BE49-F238E27FC236}">
                <a16:creationId xmlns:a16="http://schemas.microsoft.com/office/drawing/2014/main" id="{DD2BFD3B-4C3E-43B4-B6F1-F210815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3" name="SE-009-path-300">
            <a:extLst xmlns:a="http://schemas.openxmlformats.org/drawingml/2006/main">
              <a:ext uri="{FF2B5EF4-FFF2-40B4-BE49-F238E27FC236}">
                <a16:creationId xmlns:a16="http://schemas.microsoft.com/office/drawing/2014/main" id="{DFCFB9A8-B12D-49C6-AD79-D05EE723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4" name="SE-009-path-301">
            <a:extLst xmlns:a="http://schemas.openxmlformats.org/drawingml/2006/main">
              <a:ext uri="{FF2B5EF4-FFF2-40B4-BE49-F238E27FC236}">
                <a16:creationId xmlns:a16="http://schemas.microsoft.com/office/drawing/2014/main" id="{B706782C-EB6E-44BB-9A76-AD8E14F3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5" name="SE-009-path-302">
            <a:extLst xmlns:a="http://schemas.openxmlformats.org/drawingml/2006/main">
              <a:ext uri="{FF2B5EF4-FFF2-40B4-BE49-F238E27FC236}">
                <a16:creationId xmlns:a16="http://schemas.microsoft.com/office/drawing/2014/main" id="{78808C03-AE3F-4D21-847D-0C94635F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6" name="SE-009-path-303">
            <a:extLst xmlns:a="http://schemas.openxmlformats.org/drawingml/2006/main">
              <a:ext uri="{FF2B5EF4-FFF2-40B4-BE49-F238E27FC236}">
                <a16:creationId xmlns:a16="http://schemas.microsoft.com/office/drawing/2014/main" id="{DF8FF5E9-78C9-48DF-B12B-748E6D98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7" name="SE-009-path-304">
            <a:extLst xmlns:a="http://schemas.openxmlformats.org/drawingml/2006/main">
              <a:ext uri="{FF2B5EF4-FFF2-40B4-BE49-F238E27FC236}">
                <a16:creationId xmlns:a16="http://schemas.microsoft.com/office/drawing/2014/main" id="{CACDF98A-21EC-4303-B12C-D25D2AD1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8" name="SE-009-path-305">
            <a:extLst xmlns:a="http://schemas.openxmlformats.org/drawingml/2006/main">
              <a:ext uri="{FF2B5EF4-FFF2-40B4-BE49-F238E27FC236}">
                <a16:creationId xmlns:a16="http://schemas.microsoft.com/office/drawing/2014/main" id="{762DF56F-8B2A-4B15-8128-B386DFA2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09" name="SE-009-path-306">
            <a:extLst xmlns:a="http://schemas.openxmlformats.org/drawingml/2006/main">
              <a:ext uri="{FF2B5EF4-FFF2-40B4-BE49-F238E27FC236}">
                <a16:creationId xmlns:a16="http://schemas.microsoft.com/office/drawing/2014/main" id="{22937C49-2F30-49B8-89B5-9D955A31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0" name="SE-009-path-307">
            <a:extLst xmlns:a="http://schemas.openxmlformats.org/drawingml/2006/main">
              <a:ext uri="{FF2B5EF4-FFF2-40B4-BE49-F238E27FC236}">
                <a16:creationId xmlns:a16="http://schemas.microsoft.com/office/drawing/2014/main" id="{2EA81CCA-D84B-40E7-945A-CBCC4439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143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1" name="SE-009-path-308">
            <a:extLst xmlns:a="http://schemas.openxmlformats.org/drawingml/2006/main">
              <a:ext uri="{FF2B5EF4-FFF2-40B4-BE49-F238E27FC236}">
                <a16:creationId xmlns:a16="http://schemas.microsoft.com/office/drawing/2014/main" id="{B9AA8669-2D59-409C-8C29-46CBA4F7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143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2" name="SE-009-path-309">
            <a:extLst xmlns:a="http://schemas.openxmlformats.org/drawingml/2006/main">
              <a:ext uri="{FF2B5EF4-FFF2-40B4-BE49-F238E27FC236}">
                <a16:creationId xmlns:a16="http://schemas.microsoft.com/office/drawing/2014/main" id="{8F1C7F17-5F92-41A4-BF1B-DCB9D031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715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3" name="SE-009-path-310">
            <a:extLst xmlns:a="http://schemas.openxmlformats.org/drawingml/2006/main">
              <a:ext uri="{FF2B5EF4-FFF2-40B4-BE49-F238E27FC236}">
                <a16:creationId xmlns:a16="http://schemas.microsoft.com/office/drawing/2014/main" id="{0C631332-6F55-41C9-9F55-9CFFBD5D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28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4" name="SE-009-path-311">
            <a:extLst xmlns:a="http://schemas.openxmlformats.org/drawingml/2006/main">
              <a:ext uri="{FF2B5EF4-FFF2-40B4-BE49-F238E27FC236}">
                <a16:creationId xmlns:a16="http://schemas.microsoft.com/office/drawing/2014/main" id="{E17867AC-1F07-4DFB-BDAD-B610857C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858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5" name="SE-009-path-312">
            <a:extLst xmlns:a="http://schemas.openxmlformats.org/drawingml/2006/main">
              <a:ext uri="{FF2B5EF4-FFF2-40B4-BE49-F238E27FC236}">
                <a16:creationId xmlns:a16="http://schemas.microsoft.com/office/drawing/2014/main" id="{40A545DC-A489-41DC-AF9C-8DFBCE4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429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6" name="SE-009-path-313">
            <a:extLst xmlns:a="http://schemas.openxmlformats.org/drawingml/2006/main">
              <a:ext uri="{FF2B5EF4-FFF2-40B4-BE49-F238E27FC236}">
                <a16:creationId xmlns:a16="http://schemas.microsoft.com/office/drawing/2014/main" id="{1E42F0AC-3619-4357-B68D-2CFD01A0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001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7" name="SE-009-path-314">
            <a:extLst xmlns:a="http://schemas.openxmlformats.org/drawingml/2006/main">
              <a:ext uri="{FF2B5EF4-FFF2-40B4-BE49-F238E27FC236}">
                <a16:creationId xmlns:a16="http://schemas.microsoft.com/office/drawing/2014/main" id="{D7F9FDB9-7055-4408-AB24-20A1C4DA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572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8" name="SE-009-path-315">
            <a:extLst xmlns:a="http://schemas.openxmlformats.org/drawingml/2006/main">
              <a:ext uri="{FF2B5EF4-FFF2-40B4-BE49-F238E27FC236}">
                <a16:creationId xmlns:a16="http://schemas.microsoft.com/office/drawing/2014/main" id="{C4665373-2664-4C60-B86E-F40C174A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14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19" name="SE-009-path-316">
            <a:extLst xmlns:a="http://schemas.openxmlformats.org/drawingml/2006/main">
              <a:ext uri="{FF2B5EF4-FFF2-40B4-BE49-F238E27FC236}">
                <a16:creationId xmlns:a16="http://schemas.microsoft.com/office/drawing/2014/main" id="{6D9155F0-FF3C-4F38-9726-9310C5D8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71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0" name="SE-009-path-317">
            <a:extLst xmlns:a="http://schemas.openxmlformats.org/drawingml/2006/main">
              <a:ext uri="{FF2B5EF4-FFF2-40B4-BE49-F238E27FC236}">
                <a16:creationId xmlns:a16="http://schemas.microsoft.com/office/drawing/2014/main" id="{91B98F1F-7ABA-464E-9BFE-4DA18443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287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1" name="SE-009-path-318">
            <a:extLst xmlns:a="http://schemas.openxmlformats.org/drawingml/2006/main">
              <a:ext uri="{FF2B5EF4-FFF2-40B4-BE49-F238E27FC236}">
                <a16:creationId xmlns:a16="http://schemas.microsoft.com/office/drawing/2014/main" id="{3032F10F-37F1-43DB-880D-BBE2BBD4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858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2" name="SE-009-path-319">
            <a:extLst xmlns:a="http://schemas.openxmlformats.org/drawingml/2006/main">
              <a:ext uri="{FF2B5EF4-FFF2-40B4-BE49-F238E27FC236}">
                <a16:creationId xmlns:a16="http://schemas.microsoft.com/office/drawing/2014/main" id="{9264CE1D-FAEA-4202-BA86-001FBB4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430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3" name="SE-009-path-320">
            <a:extLst xmlns:a="http://schemas.openxmlformats.org/drawingml/2006/main">
              <a:ext uri="{FF2B5EF4-FFF2-40B4-BE49-F238E27FC236}">
                <a16:creationId xmlns:a16="http://schemas.microsoft.com/office/drawing/2014/main" id="{C266B920-5391-4ED0-9CD6-6EEDBF0B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00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4" name="SE-009-path-321">
            <a:extLst xmlns:a="http://schemas.openxmlformats.org/drawingml/2006/main">
              <a:ext uri="{FF2B5EF4-FFF2-40B4-BE49-F238E27FC236}">
                <a16:creationId xmlns:a16="http://schemas.microsoft.com/office/drawing/2014/main" id="{146EF426-495D-49A2-B470-E066D721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573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5" name="SE-009-path-322">
            <a:extLst xmlns:a="http://schemas.openxmlformats.org/drawingml/2006/main">
              <a:ext uri="{FF2B5EF4-FFF2-40B4-BE49-F238E27FC236}">
                <a16:creationId xmlns:a16="http://schemas.microsoft.com/office/drawing/2014/main" id="{EC5733D8-4846-44EE-9815-BFC56ADD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14475"/>
            <a:ext cx="95" cy="9525"/>
          </a:xfrm>
          <a:custGeom xmlns:a="http://schemas.openxmlformats.org/drawingml/2006/main">
            <a:pathLst>
              <a:path w="95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6" name="SE-009-path-323">
            <a:extLst xmlns:a="http://schemas.openxmlformats.org/drawingml/2006/main">
              <a:ext uri="{FF2B5EF4-FFF2-40B4-BE49-F238E27FC236}">
                <a16:creationId xmlns:a16="http://schemas.microsoft.com/office/drawing/2014/main" id="{3E1A4E40-F069-4ABB-AAE2-6ACA18FB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7" name="SE-009-path-324">
            <a:extLst xmlns:a="http://schemas.openxmlformats.org/drawingml/2006/main">
              <a:ext uri="{FF2B5EF4-FFF2-40B4-BE49-F238E27FC236}">
                <a16:creationId xmlns:a16="http://schemas.microsoft.com/office/drawing/2014/main" id="{C580321B-D934-4080-8EA5-E15A827D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8" name="SE-009-path-325">
            <a:extLst xmlns:a="http://schemas.openxmlformats.org/drawingml/2006/main">
              <a:ext uri="{FF2B5EF4-FFF2-40B4-BE49-F238E27FC236}">
                <a16:creationId xmlns:a16="http://schemas.microsoft.com/office/drawing/2014/main" id="{413F3E5D-384C-4526-BEE5-67648429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29" name="SE-009-path-326">
            <a:extLst xmlns:a="http://schemas.openxmlformats.org/drawingml/2006/main">
              <a:ext uri="{FF2B5EF4-FFF2-40B4-BE49-F238E27FC236}">
                <a16:creationId xmlns:a16="http://schemas.microsoft.com/office/drawing/2014/main" id="{85F01DBE-4459-46AA-AF42-48A2F6A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0" name="SE-009-path-327">
            <a:extLst xmlns:a="http://schemas.openxmlformats.org/drawingml/2006/main">
              <a:ext uri="{FF2B5EF4-FFF2-40B4-BE49-F238E27FC236}">
                <a16:creationId xmlns:a16="http://schemas.microsoft.com/office/drawing/2014/main" id="{96A184A6-30C9-41F8-B2F7-845FB487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1" name="SE-009-path-328">
            <a:extLst xmlns:a="http://schemas.openxmlformats.org/drawingml/2006/main">
              <a:ext uri="{FF2B5EF4-FFF2-40B4-BE49-F238E27FC236}">
                <a16:creationId xmlns:a16="http://schemas.microsoft.com/office/drawing/2014/main" id="{7A5D6B2D-27FA-420B-B28A-2BD8B65A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2" name="SE-009-path-329">
            <a:extLst xmlns:a="http://schemas.openxmlformats.org/drawingml/2006/main">
              <a:ext uri="{FF2B5EF4-FFF2-40B4-BE49-F238E27FC236}">
                <a16:creationId xmlns:a16="http://schemas.microsoft.com/office/drawing/2014/main" id="{474058C3-5615-482E-A4D1-ACCD9D8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3" name="SE-009-path-330">
            <a:extLst xmlns:a="http://schemas.openxmlformats.org/drawingml/2006/main">
              <a:ext uri="{FF2B5EF4-FFF2-40B4-BE49-F238E27FC236}">
                <a16:creationId xmlns:a16="http://schemas.microsoft.com/office/drawing/2014/main" id="{D1E948FF-4B69-44AD-A1A6-DD1555A0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4" name="SE-009-path-331">
            <a:extLst xmlns:a="http://schemas.openxmlformats.org/drawingml/2006/main">
              <a:ext uri="{FF2B5EF4-FFF2-40B4-BE49-F238E27FC236}">
                <a16:creationId xmlns:a16="http://schemas.microsoft.com/office/drawing/2014/main" id="{23E196C4-ADB5-4504-A54C-155506A0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5" name="SE-009-path-332">
            <a:extLst xmlns:a="http://schemas.openxmlformats.org/drawingml/2006/main">
              <a:ext uri="{FF2B5EF4-FFF2-40B4-BE49-F238E27FC236}">
                <a16:creationId xmlns:a16="http://schemas.microsoft.com/office/drawing/2014/main" id="{ABEAC535-A89A-472C-B3D9-C806792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6" name="SE-009-path-333">
            <a:extLst xmlns:a="http://schemas.openxmlformats.org/drawingml/2006/main">
              <a:ext uri="{FF2B5EF4-FFF2-40B4-BE49-F238E27FC236}">
                <a16:creationId xmlns:a16="http://schemas.microsoft.com/office/drawing/2014/main" id="{9CE2B8B2-AF62-4B4B-903D-9DD6DCDB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7" name="SE-009-path-334">
            <a:extLst xmlns:a="http://schemas.openxmlformats.org/drawingml/2006/main">
              <a:ext uri="{FF2B5EF4-FFF2-40B4-BE49-F238E27FC236}">
                <a16:creationId xmlns:a16="http://schemas.microsoft.com/office/drawing/2014/main" id="{3FCB2DE9-52A1-484A-873F-586A6A1C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8" name="SE-009-path-335">
            <a:extLst xmlns:a="http://schemas.openxmlformats.org/drawingml/2006/main">
              <a:ext uri="{FF2B5EF4-FFF2-40B4-BE49-F238E27FC236}">
                <a16:creationId xmlns:a16="http://schemas.microsoft.com/office/drawing/2014/main" id="{5681F23E-F682-4854-AFDD-DA29D05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39" name="SE-009-path-336">
            <a:extLst xmlns:a="http://schemas.openxmlformats.org/drawingml/2006/main">
              <a:ext uri="{FF2B5EF4-FFF2-40B4-BE49-F238E27FC236}">
                <a16:creationId xmlns:a16="http://schemas.microsoft.com/office/drawing/2014/main" id="{759D6B38-ACEF-4713-8C11-3C67FCD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0" name="SE-009-path-337">
            <a:extLst xmlns:a="http://schemas.openxmlformats.org/drawingml/2006/main">
              <a:ext uri="{FF2B5EF4-FFF2-40B4-BE49-F238E27FC236}">
                <a16:creationId xmlns:a16="http://schemas.microsoft.com/office/drawing/2014/main" id="{1873A746-4E64-4B26-8026-BB399769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1" name="SE-009-path-338">
            <a:extLst xmlns:a="http://schemas.openxmlformats.org/drawingml/2006/main">
              <a:ext uri="{FF2B5EF4-FFF2-40B4-BE49-F238E27FC236}">
                <a16:creationId xmlns:a16="http://schemas.microsoft.com/office/drawing/2014/main" id="{EBF930CB-B36D-4AE4-A82E-2F2184DD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2" name="SE-009-path-339">
            <a:extLst xmlns:a="http://schemas.openxmlformats.org/drawingml/2006/main">
              <a:ext uri="{FF2B5EF4-FFF2-40B4-BE49-F238E27FC236}">
                <a16:creationId xmlns:a16="http://schemas.microsoft.com/office/drawing/2014/main" id="{C215F595-82DA-4A63-A298-3F780BC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3" name="SE-009-path-340">
            <a:extLst xmlns:a="http://schemas.openxmlformats.org/drawingml/2006/main">
              <a:ext uri="{FF2B5EF4-FFF2-40B4-BE49-F238E27FC236}">
                <a16:creationId xmlns:a16="http://schemas.microsoft.com/office/drawing/2014/main" id="{C9C1D0A7-0983-4805-BCAC-52F53169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4" name="SE-009-path-341">
            <a:extLst xmlns:a="http://schemas.openxmlformats.org/drawingml/2006/main">
              <a:ext uri="{FF2B5EF4-FFF2-40B4-BE49-F238E27FC236}">
                <a16:creationId xmlns:a16="http://schemas.microsoft.com/office/drawing/2014/main" id="{F3D9098D-E42E-4D5A-886C-E4084ACF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5" name="SE-009-path-342">
            <a:extLst xmlns:a="http://schemas.openxmlformats.org/drawingml/2006/main">
              <a:ext uri="{FF2B5EF4-FFF2-40B4-BE49-F238E27FC236}">
                <a16:creationId xmlns:a16="http://schemas.microsoft.com/office/drawing/2014/main" id="{843312B8-AC8A-415C-B57D-B97497C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6" name="SE-009-path-343">
            <a:extLst xmlns:a="http://schemas.openxmlformats.org/drawingml/2006/main">
              <a:ext uri="{FF2B5EF4-FFF2-40B4-BE49-F238E27FC236}">
                <a16:creationId xmlns:a16="http://schemas.microsoft.com/office/drawing/2014/main" id="{9246EFA4-605D-4E93-A4ED-B6D72FF0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7" name="SE-009-path-344">
            <a:extLst xmlns:a="http://schemas.openxmlformats.org/drawingml/2006/main">
              <a:ext uri="{FF2B5EF4-FFF2-40B4-BE49-F238E27FC236}">
                <a16:creationId xmlns:a16="http://schemas.microsoft.com/office/drawing/2014/main" id="{7AB71086-FF4B-4511-BA74-F329857C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8" name="SE-009-path-345">
            <a:extLst xmlns:a="http://schemas.openxmlformats.org/drawingml/2006/main">
              <a:ext uri="{FF2B5EF4-FFF2-40B4-BE49-F238E27FC236}">
                <a16:creationId xmlns:a16="http://schemas.microsoft.com/office/drawing/2014/main" id="{AA2E91AA-D0DF-4FF0-A09A-AA087FF3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49" name="SE-009-path-346">
            <a:extLst xmlns:a="http://schemas.openxmlformats.org/drawingml/2006/main">
              <a:ext uri="{FF2B5EF4-FFF2-40B4-BE49-F238E27FC236}">
                <a16:creationId xmlns:a16="http://schemas.microsoft.com/office/drawing/2014/main" id="{D51E50B9-DD8A-47C9-8E07-FD391F56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0" name="SE-009-path-347">
            <a:extLst xmlns:a="http://schemas.openxmlformats.org/drawingml/2006/main">
              <a:ext uri="{FF2B5EF4-FFF2-40B4-BE49-F238E27FC236}">
                <a16:creationId xmlns:a16="http://schemas.microsoft.com/office/drawing/2014/main" id="{150B3E99-CDDC-4936-B051-4C2C970B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1" name="SE-009-path-348">
            <a:extLst xmlns:a="http://schemas.openxmlformats.org/drawingml/2006/main">
              <a:ext uri="{FF2B5EF4-FFF2-40B4-BE49-F238E27FC236}">
                <a16:creationId xmlns:a16="http://schemas.microsoft.com/office/drawing/2014/main" id="{81BCBCB5-0E5F-49AA-955A-5CD9DC4F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2" name="SE-009-path-349">
            <a:extLst xmlns:a="http://schemas.openxmlformats.org/drawingml/2006/main">
              <a:ext uri="{FF2B5EF4-FFF2-40B4-BE49-F238E27FC236}">
                <a16:creationId xmlns:a16="http://schemas.microsoft.com/office/drawing/2014/main" id="{9209D02A-979F-4B3E-A370-20FC76EA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3" name="SE-009-path-350">
            <a:extLst xmlns:a="http://schemas.openxmlformats.org/drawingml/2006/main">
              <a:ext uri="{FF2B5EF4-FFF2-40B4-BE49-F238E27FC236}">
                <a16:creationId xmlns:a16="http://schemas.microsoft.com/office/drawing/2014/main" id="{3CF75C74-524E-4844-B8EA-7A3BA52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4" name="SE-009-path-351">
            <a:extLst xmlns:a="http://schemas.openxmlformats.org/drawingml/2006/main">
              <a:ext uri="{FF2B5EF4-FFF2-40B4-BE49-F238E27FC236}">
                <a16:creationId xmlns:a16="http://schemas.microsoft.com/office/drawing/2014/main" id="{EF508862-21A5-4843-ADF5-A7D71A89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5" name="SE-009-path-352">
            <a:extLst xmlns:a="http://schemas.openxmlformats.org/drawingml/2006/main">
              <a:ext uri="{FF2B5EF4-FFF2-40B4-BE49-F238E27FC236}">
                <a16:creationId xmlns:a16="http://schemas.microsoft.com/office/drawing/2014/main" id="{FA5435AE-306A-4DF8-9270-B6AE9FE1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6" name="SE-009-path-353">
            <a:extLst xmlns:a="http://schemas.openxmlformats.org/drawingml/2006/main">
              <a:ext uri="{FF2B5EF4-FFF2-40B4-BE49-F238E27FC236}">
                <a16:creationId xmlns:a16="http://schemas.microsoft.com/office/drawing/2014/main" id="{8EF8FBE7-C8E3-4E8A-B1A5-550BAC54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5240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7" name="SE-009-path-354">
            <a:extLst xmlns:a="http://schemas.openxmlformats.org/drawingml/2006/main">
              <a:ext uri="{FF2B5EF4-FFF2-40B4-BE49-F238E27FC236}">
                <a16:creationId xmlns:a16="http://schemas.microsoft.com/office/drawing/2014/main" id="{0189845C-7DB8-430A-8F5B-8F6D978D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95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8" name="SE-009-path-355">
            <a:extLst xmlns:a="http://schemas.openxmlformats.org/drawingml/2006/main">
              <a:ext uri="{FF2B5EF4-FFF2-40B4-BE49-F238E27FC236}">
                <a16:creationId xmlns:a16="http://schemas.microsoft.com/office/drawing/2014/main" id="{ABDF0E0F-0D44-4BE9-BB1B-5E8CA8CC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38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59" name="SE-009-path-356">
            <a:extLst xmlns:a="http://schemas.openxmlformats.org/drawingml/2006/main">
              <a:ext uri="{FF2B5EF4-FFF2-40B4-BE49-F238E27FC236}">
                <a16:creationId xmlns:a16="http://schemas.microsoft.com/office/drawing/2014/main" id="{D3990F17-00A4-41DC-9C72-2CF61308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81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0" name="SE-009-path-357">
            <a:extLst xmlns:a="http://schemas.openxmlformats.org/drawingml/2006/main">
              <a:ext uri="{FF2B5EF4-FFF2-40B4-BE49-F238E27FC236}">
                <a16:creationId xmlns:a16="http://schemas.microsoft.com/office/drawing/2014/main" id="{857A963F-2779-4720-8651-6844D166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239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1" name="SE-009-path-358">
            <a:extLst xmlns:a="http://schemas.openxmlformats.org/drawingml/2006/main">
              <a:ext uri="{FF2B5EF4-FFF2-40B4-BE49-F238E27FC236}">
                <a16:creationId xmlns:a16="http://schemas.microsoft.com/office/drawing/2014/main" id="{864894D0-AAC0-45F1-A6A4-1F43CB0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668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2" name="SE-009-path-359">
            <a:extLst xmlns:a="http://schemas.openxmlformats.org/drawingml/2006/main">
              <a:ext uri="{FF2B5EF4-FFF2-40B4-BE49-F238E27FC236}">
                <a16:creationId xmlns:a16="http://schemas.microsoft.com/office/drawing/2014/main" id="{089AF5F0-AF0A-4682-A9AD-50D4A352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09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3" name="SE-009-path-360">
            <a:extLst xmlns:a="http://schemas.openxmlformats.org/drawingml/2006/main">
              <a:ext uri="{FF2B5EF4-FFF2-40B4-BE49-F238E27FC236}">
                <a16:creationId xmlns:a16="http://schemas.microsoft.com/office/drawing/2014/main" id="{5206D2FB-F29F-4CF9-99E4-1841FD68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152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4" name="SE-009-path-361">
            <a:extLst xmlns:a="http://schemas.openxmlformats.org/drawingml/2006/main">
              <a:ext uri="{FF2B5EF4-FFF2-40B4-BE49-F238E27FC236}">
                <a16:creationId xmlns:a16="http://schemas.microsoft.com/office/drawing/2014/main" id="{8FEB3C30-B9F6-422B-AF9B-CD3052B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095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5" name="SE-009-path-362">
            <a:extLst xmlns:a="http://schemas.openxmlformats.org/drawingml/2006/main">
              <a:ext uri="{FF2B5EF4-FFF2-40B4-BE49-F238E27FC236}">
                <a16:creationId xmlns:a16="http://schemas.microsoft.com/office/drawing/2014/main" id="{5DF7D3AC-7869-48C1-93D9-7F475CDF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0382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6" name="SE-009-path-363">
            <a:extLst xmlns:a="http://schemas.openxmlformats.org/drawingml/2006/main">
              <a:ext uri="{FF2B5EF4-FFF2-40B4-BE49-F238E27FC236}">
                <a16:creationId xmlns:a16="http://schemas.microsoft.com/office/drawing/2014/main" id="{47A617DC-F7CA-4070-AAD9-AA1F03D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981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7" name="SE-009-path-364">
            <a:extLst xmlns:a="http://schemas.openxmlformats.org/drawingml/2006/main">
              <a:ext uri="{FF2B5EF4-FFF2-40B4-BE49-F238E27FC236}">
                <a16:creationId xmlns:a16="http://schemas.microsoft.com/office/drawing/2014/main" id="{B4427FF3-9FC0-4335-A5BF-FA27BCA3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923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8" name="SE-009-path-365">
            <a:extLst xmlns:a="http://schemas.openxmlformats.org/drawingml/2006/main">
              <a:ext uri="{FF2B5EF4-FFF2-40B4-BE49-F238E27FC236}">
                <a16:creationId xmlns:a16="http://schemas.microsoft.com/office/drawing/2014/main" id="{3CA7D873-CE80-4CF2-AA86-3AADAF90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66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69" name="SE-009-path-366">
            <a:extLst xmlns:a="http://schemas.openxmlformats.org/drawingml/2006/main">
              <a:ext uri="{FF2B5EF4-FFF2-40B4-BE49-F238E27FC236}">
                <a16:creationId xmlns:a16="http://schemas.microsoft.com/office/drawing/2014/main" id="{547311FE-BAF2-4766-A29E-7EDF251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09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70" name="SE-009-path-367">
            <a:extLst xmlns:a="http://schemas.openxmlformats.org/drawingml/2006/main">
              <a:ext uri="{FF2B5EF4-FFF2-40B4-BE49-F238E27FC236}">
                <a16:creationId xmlns:a16="http://schemas.microsoft.com/office/drawing/2014/main" id="{E457BCD1-51C8-409F-9F47-B2855F9D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524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71" name="SE-009-path-368">
            <a:extLst xmlns:a="http://schemas.openxmlformats.org/drawingml/2006/main">
              <a:ext uri="{FF2B5EF4-FFF2-40B4-BE49-F238E27FC236}">
                <a16:creationId xmlns:a16="http://schemas.microsoft.com/office/drawing/2014/main" id="{6291E172-D460-48DA-B42F-89F6DA2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14375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372" name="SE-009-path-369">
            <a:extLst xmlns:a="http://schemas.openxmlformats.org/drawingml/2006/main">
              <a:ext uri="{FF2B5EF4-FFF2-40B4-BE49-F238E27FC236}">
                <a16:creationId xmlns:a16="http://schemas.microsoft.com/office/drawing/2014/main" id="{F4978180-0888-4C92-87CF-ECD2121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819150"/>
            <a:ext cx="1543050" cy="781050"/>
          </a:xfrm>
          <a:custGeom xmlns:a="http://schemas.openxmlformats.org/drawingml/2006/main">
            <a:pathLst>
              <a:path w="1543050" h="781050">
                <a:moveTo>
                  <a:pt x="0" y="0"/>
                </a:moveTo>
                <a:lnTo>
                  <a:pt x="154305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73" name="SE-009-370">
            <a:extLst xmlns:a="http://schemas.openxmlformats.org/drawingml/2006/main">
              <a:ext uri="{FF2B5EF4-FFF2-40B4-BE49-F238E27FC236}">
                <a16:creationId xmlns:a16="http://schemas.microsoft.com/office/drawing/2014/main" id="{3E1638A9-F74F-45B0-9E08-C4FED00E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33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74" name="SE-009-371">
            <a:extLst xmlns:a="http://schemas.openxmlformats.org/drawingml/2006/main">
              <a:ext uri="{FF2B5EF4-FFF2-40B4-BE49-F238E27FC236}">
                <a16:creationId xmlns:a16="http://schemas.microsoft.com/office/drawing/2014/main" id="{5C5DEBE8-A40B-4988-9900-3B275757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23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75" name="SE-009-372">
            <a:extLst xmlns:a="http://schemas.openxmlformats.org/drawingml/2006/main">
              <a:ext uri="{FF2B5EF4-FFF2-40B4-BE49-F238E27FC236}">
                <a16:creationId xmlns:a16="http://schemas.microsoft.com/office/drawing/2014/main" id="{33A879FF-3817-41AF-A3F2-590BD12E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133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76" name="SE-009-373">
            <a:extLst xmlns:a="http://schemas.openxmlformats.org/drawingml/2006/main">
              <a:ext uri="{FF2B5EF4-FFF2-40B4-BE49-F238E27FC236}">
                <a16:creationId xmlns:a16="http://schemas.microsoft.com/office/drawing/2014/main" id="{0ACAA75D-168A-408A-B262-9F6A9109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04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77" name="SE-009-374">
            <a:extLst xmlns:a="http://schemas.openxmlformats.org/drawingml/2006/main">
              <a:ext uri="{FF2B5EF4-FFF2-40B4-BE49-F238E27FC236}">
                <a16:creationId xmlns:a16="http://schemas.microsoft.com/office/drawing/2014/main" id="{421721DB-81A6-42A7-AE51-1B88ED87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04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78" name="SE-009-375">
            <a:extLst xmlns:a="http://schemas.openxmlformats.org/drawingml/2006/main">
              <a:ext uri="{FF2B5EF4-FFF2-40B4-BE49-F238E27FC236}">
                <a16:creationId xmlns:a16="http://schemas.microsoft.com/office/drawing/2014/main" id="{8F5A7CDA-4625-47E7-AFC8-9E3241E8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33425"/>
            <a:ext cx="1085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Steps / Actions</a:t>
            </a:r>
          </a:p>
        </p:txBody>
      </p:sp>
      <p:sp>
        <p:nvSpPr>
          <p:cNvPr id="379" name="SE-009-376">
            <a:extLst xmlns:a="http://schemas.openxmlformats.org/drawingml/2006/main">
              <a:ext uri="{FF2B5EF4-FFF2-40B4-BE49-F238E27FC236}">
                <a16:creationId xmlns:a16="http://schemas.microsoft.com/office/drawing/2014/main" id="{C877E07B-13D7-4490-ABE6-04681154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1438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Result: Success / Fail</a:t>
            </a:r>
          </a:p>
        </p:txBody>
      </p:sp>
      <p:sp>
        <p:nvSpPr>
          <p:cNvPr id="380" name="SE-009-path-377">
            <a:extLst xmlns:a="http://schemas.openxmlformats.org/drawingml/2006/main">
              <a:ext uri="{FF2B5EF4-FFF2-40B4-BE49-F238E27FC236}">
                <a16:creationId xmlns:a16="http://schemas.microsoft.com/office/drawing/2014/main" id="{2F46A5F1-4EF4-4DE5-8969-83BABB58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28775"/>
            <a:ext cx="247650" cy="47625"/>
          </a:xfrm>
          <a:custGeom xmlns:a="http://schemas.openxmlformats.org/drawingml/2006/main">
            <a:pathLst>
              <a:path w="247650" h="47625">
                <a:moveTo>
                  <a:pt x="0" y="47625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A5ABAF"/>
            </a:solidFill>
          </a:ln>
        </p:spPr>
      </p:sp>
      <p:sp>
        <p:nvSpPr>
          <p:cNvPr id="381" name="SE-009-path-378">
            <a:extLst xmlns:a="http://schemas.openxmlformats.org/drawingml/2006/main">
              <a:ext uri="{FF2B5EF4-FFF2-40B4-BE49-F238E27FC236}">
                <a16:creationId xmlns:a16="http://schemas.microsoft.com/office/drawing/2014/main" id="{E12B747D-0894-4657-81E1-77B0080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232" y="1606985"/>
            <a:ext cx="73018" cy="69109"/>
          </a:xfrm>
          <a:custGeom xmlns:a="http://schemas.openxmlformats.org/drawingml/2006/main">
            <a:pathLst>
              <a:path w="73018" h="69109">
                <a:moveTo>
                  <a:pt x="13290" y="69109"/>
                </a:moveTo>
                <a:lnTo>
                  <a:pt x="73018" y="217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16193">
            <a:solidFill>
              <a:srgbClr val="A5ABAF"/>
            </a:solidFill>
          </a:ln>
        </p:spPr>
      </p:sp>
      <p:sp>
        <p:nvSpPr>
          <p:cNvPr id="382" name="SE-009-379">
            <a:extLst xmlns:a="http://schemas.openxmlformats.org/drawingml/2006/main">
              <a:ext uri="{FF2B5EF4-FFF2-40B4-BE49-F238E27FC236}">
                <a16:creationId xmlns:a16="http://schemas.microsoft.com/office/drawing/2014/main" id="{842EB826-D597-47A1-B9A5-E29859E9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742950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44444"/>
            </a:solidFill>
          </a:ln>
        </p:spPr>
      </p:sp>
      <p:sp>
        <p:nvSpPr>
          <p:cNvPr id="383" name="SE-009-path-380">
            <a:extLst xmlns:a="http://schemas.openxmlformats.org/drawingml/2006/main">
              <a:ext uri="{FF2B5EF4-FFF2-40B4-BE49-F238E27FC236}">
                <a16:creationId xmlns:a16="http://schemas.microsoft.com/office/drawing/2014/main" id="{61915906-682C-4545-A8C2-5544B3AA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857250"/>
            <a:ext cx="85725" cy="95250"/>
          </a:xfrm>
          <a:custGeom xmlns:a="http://schemas.openxmlformats.org/drawingml/2006/main">
            <a:pathLst>
              <a:path w="85725" h="95250">
                <a:moveTo>
                  <a:pt x="0" y="0"/>
                </a:moveTo>
                <a:lnTo>
                  <a:pt x="8572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44444"/>
            </a:solidFill>
          </a:ln>
        </p:spPr>
      </p:sp>
      <p:sp>
        <p:nvSpPr>
          <p:cNvPr id="384" name="SE-009-path-381">
            <a:extLst xmlns:a="http://schemas.openxmlformats.org/drawingml/2006/main">
              <a:ext uri="{FF2B5EF4-FFF2-40B4-BE49-F238E27FC236}">
                <a16:creationId xmlns:a16="http://schemas.microsoft.com/office/drawing/2014/main" id="{ED81C7E6-AA7D-4862-B22B-F2DFF72A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514350" cy="95"/>
          </a:xfrm>
          <a:custGeom xmlns:a="http://schemas.openxmlformats.org/drawingml/2006/main"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85" name="SE-009-path-382">
            <a:extLst xmlns:a="http://schemas.openxmlformats.org/drawingml/2006/main">
              <a:ext uri="{FF2B5EF4-FFF2-40B4-BE49-F238E27FC236}">
                <a16:creationId xmlns:a16="http://schemas.microsoft.com/office/drawing/2014/main" id="{50F0AC71-5655-433D-967C-B77AF896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868" y="2228820"/>
            <a:ext cx="109832" cy="114360"/>
          </a:xfrm>
          <a:custGeom xmlns:a="http://schemas.openxmlformats.org/drawingml/2006/main">
            <a:pathLst>
              <a:path w="109832" h="114360">
                <a:moveTo>
                  <a:pt x="0" y="114360"/>
                </a:moveTo>
                <a:lnTo>
                  <a:pt x="109832" y="5718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86" name="SE-009-383">
            <a:extLst xmlns:a="http://schemas.openxmlformats.org/drawingml/2006/main">
              <a:ext uri="{FF2B5EF4-FFF2-40B4-BE49-F238E27FC236}">
                <a16:creationId xmlns:a16="http://schemas.microsoft.com/office/drawing/2014/main" id="{4F05707C-C9D7-49A2-9F87-11FFA20D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907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Gather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Samples</a:t>
            </a:r>
          </a:p>
        </p:txBody>
      </p:sp>
      <p:sp>
        <p:nvSpPr>
          <p:cNvPr id="387" name="SE-009-384">
            <a:extLst xmlns:a="http://schemas.openxmlformats.org/drawingml/2006/main">
              <a:ext uri="{FF2B5EF4-FFF2-40B4-BE49-F238E27FC236}">
                <a16:creationId xmlns:a16="http://schemas.microsoft.com/office/drawing/2014/main" id="{DC496A82-E6B7-4170-B3F5-F028E26B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</a:ln>
        </p:spPr>
      </p:sp>
      <p:sp>
        <p:nvSpPr>
          <p:cNvPr id="388" name="SE-009-path-385">
            <a:extLst xmlns:a="http://schemas.openxmlformats.org/drawingml/2006/main">
              <a:ext uri="{FF2B5EF4-FFF2-40B4-BE49-F238E27FC236}">
                <a16:creationId xmlns:a16="http://schemas.microsoft.com/office/drawing/2014/main" id="{F81085BD-4D0F-4AFE-887E-EBA3FDFF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28900"/>
            <a:ext cx="952500" cy="66675"/>
          </a:xfrm>
          <a:custGeom xmlns:a="http://schemas.openxmlformats.org/drawingml/2006/main">
            <a:pathLst>
              <a:path w="952500" h="66675">
                <a:moveTo>
                  <a:pt x="952500" y="0"/>
                </a:moveTo>
                <a:lnTo>
                  <a:pt x="948426" y="8703"/>
                </a:lnTo>
                <a:lnTo>
                  <a:pt x="936272" y="17257"/>
                </a:lnTo>
                <a:lnTo>
                  <a:pt x="916248" y="25515"/>
                </a:lnTo>
                <a:lnTo>
                  <a:pt x="888695" y="33338"/>
                </a:lnTo>
                <a:lnTo>
                  <a:pt x="854085" y="40589"/>
                </a:lnTo>
                <a:lnTo>
                  <a:pt x="813010" y="47146"/>
                </a:lnTo>
                <a:lnTo>
                  <a:pt x="766173" y="52897"/>
                </a:lnTo>
                <a:lnTo>
                  <a:pt x="714375" y="57742"/>
                </a:lnTo>
                <a:lnTo>
                  <a:pt x="658503" y="61600"/>
                </a:lnTo>
                <a:lnTo>
                  <a:pt x="599513" y="64403"/>
                </a:lnTo>
                <a:lnTo>
                  <a:pt x="538413" y="66105"/>
                </a:lnTo>
                <a:lnTo>
                  <a:pt x="476250" y="66675"/>
                </a:lnTo>
                <a:lnTo>
                  <a:pt x="414087" y="66105"/>
                </a:lnTo>
                <a:lnTo>
                  <a:pt x="352987" y="64403"/>
                </a:lnTo>
                <a:lnTo>
                  <a:pt x="293997" y="61600"/>
                </a:lnTo>
                <a:lnTo>
                  <a:pt x="238125" y="57742"/>
                </a:lnTo>
                <a:lnTo>
                  <a:pt x="186327" y="52897"/>
                </a:lnTo>
                <a:lnTo>
                  <a:pt x="139490" y="47146"/>
                </a:lnTo>
                <a:lnTo>
                  <a:pt x="98415" y="40589"/>
                </a:lnTo>
                <a:lnTo>
                  <a:pt x="63805" y="33338"/>
                </a:lnTo>
                <a:lnTo>
                  <a:pt x="36252" y="25515"/>
                </a:lnTo>
                <a:lnTo>
                  <a:pt x="16228" y="17257"/>
                </a:lnTo>
                <a:lnTo>
                  <a:pt x="4074" y="870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89" name="SE-009-386">
            <a:extLst xmlns:a="http://schemas.openxmlformats.org/drawingml/2006/main">
              <a:ext uri="{FF2B5EF4-FFF2-40B4-BE49-F238E27FC236}">
                <a16:creationId xmlns:a16="http://schemas.microsoft.com/office/drawing/2014/main" id="{120548ED-D6CB-4621-9E9A-82EC653E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95500"/>
            <a:ext cx="9525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90" name="SE-009-path-387">
            <a:extLst xmlns:a="http://schemas.openxmlformats.org/drawingml/2006/main">
              <a:ext uri="{FF2B5EF4-FFF2-40B4-BE49-F238E27FC236}">
                <a16:creationId xmlns:a16="http://schemas.microsoft.com/office/drawing/2014/main" id="{0CAA584E-46C7-4F35-AB51-98965D1E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91" name="SE-009-path-388">
            <a:extLst xmlns:a="http://schemas.openxmlformats.org/drawingml/2006/main">
              <a:ext uri="{FF2B5EF4-FFF2-40B4-BE49-F238E27FC236}">
                <a16:creationId xmlns:a16="http://schemas.microsoft.com/office/drawing/2014/main" id="{2A33F7C7-D1CA-4254-9962-D78FB680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62175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92" name="SE-009-389">
            <a:extLst xmlns:a="http://schemas.openxmlformats.org/drawingml/2006/main">
              <a:ext uri="{FF2B5EF4-FFF2-40B4-BE49-F238E27FC236}">
                <a16:creationId xmlns:a16="http://schemas.microsoft.com/office/drawing/2014/main" id="{24ED6D43-7E97-43B0-A76F-E78FEF09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764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Trajectory</a:t>
            </a:r>
          </a:p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393" name="SE-009-390">
            <a:extLst xmlns:a="http://schemas.openxmlformats.org/drawingml/2006/main">
              <a:ext uri="{FF2B5EF4-FFF2-40B4-BE49-F238E27FC236}">
                <a16:creationId xmlns:a16="http://schemas.microsoft.com/office/drawing/2014/main" id="{055119EA-5490-46BF-AE8D-1BB54C10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28900"/>
            <a:ext cx="6181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Trajectory Dataset Collection</a:t>
            </a:r>
          </a:p>
        </p:txBody>
      </p:sp>
      <p:sp>
        <p:nvSpPr>
          <p:cNvPr id="394" name="SE-009-path-391">
            <a:extLst xmlns:a="http://schemas.openxmlformats.org/drawingml/2006/main">
              <a:ext uri="{FF2B5EF4-FFF2-40B4-BE49-F238E27FC236}">
                <a16:creationId xmlns:a16="http://schemas.microsoft.com/office/drawing/2014/main" id="{CF695F89-0939-421C-8C77-0DF21F37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828675"/>
            <a:ext cx="1543050" cy="95"/>
          </a:xfrm>
          <a:custGeom xmlns:a="http://schemas.openxmlformats.org/drawingml/2006/main">
            <a:pathLst>
              <a:path w="1543050" h="95">
                <a:moveTo>
                  <a:pt x="0" y="0"/>
                </a:moveTo>
                <a:lnTo>
                  <a:pt x="154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95" name="SE-009-392">
            <a:extLst xmlns:a="http://schemas.openxmlformats.org/drawingml/2006/main">
              <a:ext uri="{FF2B5EF4-FFF2-40B4-BE49-F238E27FC236}">
                <a16:creationId xmlns:a16="http://schemas.microsoft.com/office/drawing/2014/main" id="{C8D332EA-1246-4931-B153-EE75BD57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96" name="SE-009-393">
            <a:extLst xmlns:a="http://schemas.openxmlformats.org/drawingml/2006/main">
              <a:ext uri="{FF2B5EF4-FFF2-40B4-BE49-F238E27FC236}">
                <a16:creationId xmlns:a16="http://schemas.microsoft.com/office/drawing/2014/main" id="{DC894CFF-52E1-4B04-8BED-EE6A6B9F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97" name="SE-009-394">
            <a:extLst xmlns:a="http://schemas.openxmlformats.org/drawingml/2006/main">
              <a:ext uri="{FF2B5EF4-FFF2-40B4-BE49-F238E27FC236}">
                <a16:creationId xmlns:a16="http://schemas.microsoft.com/office/drawing/2014/main" id="{8FD3B5C7-F5B4-48CB-8614-CB9E8075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98" name="SE-009-395">
            <a:extLst xmlns:a="http://schemas.openxmlformats.org/drawingml/2006/main">
              <a:ext uri="{FF2B5EF4-FFF2-40B4-BE49-F238E27FC236}">
                <a16:creationId xmlns:a16="http://schemas.microsoft.com/office/drawing/2014/main" id="{688C8AE3-3E7C-4407-A18F-E8683B43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399" name="SE-009-396">
            <a:extLst xmlns:a="http://schemas.openxmlformats.org/drawingml/2006/main">
              <a:ext uri="{FF2B5EF4-FFF2-40B4-BE49-F238E27FC236}">
                <a16:creationId xmlns:a16="http://schemas.microsoft.com/office/drawing/2014/main" id="{0D5F69C2-596F-4B41-B002-F22EC7D7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42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400" name="SE-009-path-397">
            <a:extLst xmlns:a="http://schemas.openxmlformats.org/drawingml/2006/main">
              <a:ext uri="{FF2B5EF4-FFF2-40B4-BE49-F238E27FC236}">
                <a16:creationId xmlns:a16="http://schemas.microsoft.com/office/drawing/2014/main" id="{D02DD184-C5D8-4727-B533-D5B34818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200150"/>
            <a:ext cx="771525" cy="95"/>
          </a:xfrm>
          <a:custGeom xmlns:a="http://schemas.openxmlformats.org/drawingml/2006/main">
            <a:pathLst>
              <a:path w="771525" h="9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401" name="SE-009-398">
            <a:extLst xmlns:a="http://schemas.openxmlformats.org/drawingml/2006/main">
              <a:ext uri="{FF2B5EF4-FFF2-40B4-BE49-F238E27FC236}">
                <a16:creationId xmlns:a16="http://schemas.microsoft.com/office/drawing/2014/main" id="{4FFC49C6-8163-43F7-B26A-86EC2426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14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402" name="SE-009-399">
            <a:extLst xmlns:a="http://schemas.openxmlformats.org/drawingml/2006/main">
              <a:ext uri="{FF2B5EF4-FFF2-40B4-BE49-F238E27FC236}">
                <a16:creationId xmlns:a16="http://schemas.microsoft.com/office/drawing/2014/main" id="{33EDD239-D993-4E21-9F40-11E0FD2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114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403" name="SE-009-400">
            <a:extLst xmlns:a="http://schemas.openxmlformats.org/drawingml/2006/main">
              <a:ext uri="{FF2B5EF4-FFF2-40B4-BE49-F238E27FC236}">
                <a16:creationId xmlns:a16="http://schemas.microsoft.com/office/drawing/2014/main" id="{2669C0CE-54BF-4DAC-B480-503FC014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14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404" name="SE-009-path-401">
            <a:extLst xmlns:a="http://schemas.openxmlformats.org/drawingml/2006/main">
              <a:ext uri="{FF2B5EF4-FFF2-40B4-BE49-F238E27FC236}">
                <a16:creationId xmlns:a16="http://schemas.microsoft.com/office/drawing/2014/main" id="{C4D49501-F3C5-47FE-B37F-0B11C588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581150"/>
            <a:ext cx="1162050" cy="95"/>
          </a:xfrm>
          <a:custGeom xmlns:a="http://schemas.openxmlformats.org/drawingml/2006/main">
            <a:pathLst>
              <a:path w="1162050" h="9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405" name="SE-009-402">
            <a:extLst xmlns:a="http://schemas.openxmlformats.org/drawingml/2006/main">
              <a:ext uri="{FF2B5EF4-FFF2-40B4-BE49-F238E27FC236}">
                <a16:creationId xmlns:a16="http://schemas.microsoft.com/office/drawing/2014/main" id="{BE1F3BF0-6766-4A1F-B27A-3FAE0B1F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406" name="SE-009-403">
            <a:extLst xmlns:a="http://schemas.openxmlformats.org/drawingml/2006/main">
              <a:ext uri="{FF2B5EF4-FFF2-40B4-BE49-F238E27FC236}">
                <a16:creationId xmlns:a16="http://schemas.microsoft.com/office/drawing/2014/main" id="{CCE019AC-75A1-48C5-92E5-0F6C86F2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407" name="SE-009-404">
            <a:extLst xmlns:a="http://schemas.openxmlformats.org/drawingml/2006/main">
              <a:ext uri="{FF2B5EF4-FFF2-40B4-BE49-F238E27FC236}">
                <a16:creationId xmlns:a16="http://schemas.microsoft.com/office/drawing/2014/main" id="{45941F54-0C33-4A28-93F8-B78AB3A8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408" name="SE-009-405">
            <a:extLst xmlns:a="http://schemas.openxmlformats.org/drawingml/2006/main">
              <a:ext uri="{FF2B5EF4-FFF2-40B4-BE49-F238E27FC236}">
                <a16:creationId xmlns:a16="http://schemas.microsoft.com/office/drawing/2014/main" id="{22134EB1-09C6-43D5-84E9-678DB64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95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409" name="SE-009-path-406">
            <a:extLst xmlns:a="http://schemas.openxmlformats.org/drawingml/2006/main">
              <a:ext uri="{FF2B5EF4-FFF2-40B4-BE49-F238E27FC236}">
                <a16:creationId xmlns:a16="http://schemas.microsoft.com/office/drawing/2014/main" id="{B56C9C61-F087-4CCB-B645-5939001B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67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0" name="SE-009-path-407">
            <a:extLst xmlns:a="http://schemas.openxmlformats.org/drawingml/2006/main">
              <a:ext uri="{FF2B5EF4-FFF2-40B4-BE49-F238E27FC236}">
                <a16:creationId xmlns:a16="http://schemas.microsoft.com/office/drawing/2014/main" id="{4F914E7A-13F1-49F1-BC38-1CC6A308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667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1" name="SE-009-path-408">
            <a:extLst xmlns:a="http://schemas.openxmlformats.org/drawingml/2006/main">
              <a:ext uri="{FF2B5EF4-FFF2-40B4-BE49-F238E27FC236}">
                <a16:creationId xmlns:a16="http://schemas.microsoft.com/office/drawing/2014/main" id="{5C37B505-17E9-43FB-9374-16A6673D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667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2" name="SE-009-path-409">
            <a:extLst xmlns:a="http://schemas.openxmlformats.org/drawingml/2006/main">
              <a:ext uri="{FF2B5EF4-FFF2-40B4-BE49-F238E27FC236}">
                <a16:creationId xmlns:a16="http://schemas.microsoft.com/office/drawing/2014/main" id="{87DA3F01-8553-4104-8C04-F74F04B0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667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3" name="SE-009-path-410">
            <a:extLst xmlns:a="http://schemas.openxmlformats.org/drawingml/2006/main">
              <a:ext uri="{FF2B5EF4-FFF2-40B4-BE49-F238E27FC236}">
                <a16:creationId xmlns:a16="http://schemas.microsoft.com/office/drawing/2014/main" id="{F9524943-2EED-45FE-AEBA-D961C329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67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4" name="SE-009-path-411">
            <a:extLst xmlns:a="http://schemas.openxmlformats.org/drawingml/2006/main">
              <a:ext uri="{FF2B5EF4-FFF2-40B4-BE49-F238E27FC236}">
                <a16:creationId xmlns:a16="http://schemas.microsoft.com/office/drawing/2014/main" id="{CA8C557F-6397-4426-8B57-A4E7E974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667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5" name="SE-009-path-412">
            <a:extLst xmlns:a="http://schemas.openxmlformats.org/drawingml/2006/main">
              <a:ext uri="{FF2B5EF4-FFF2-40B4-BE49-F238E27FC236}">
                <a16:creationId xmlns:a16="http://schemas.microsoft.com/office/drawing/2014/main" id="{30654C70-38E6-4444-9E2E-8CC4D43B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7239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6" name="SE-009-path-413">
            <a:extLst xmlns:a="http://schemas.openxmlformats.org/drawingml/2006/main">
              <a:ext uri="{FF2B5EF4-FFF2-40B4-BE49-F238E27FC236}">
                <a16:creationId xmlns:a16="http://schemas.microsoft.com/office/drawing/2014/main" id="{58935C73-FCDB-4D32-BC62-5E7E1373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7810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7" name="SE-009-path-414">
            <a:extLst xmlns:a="http://schemas.openxmlformats.org/drawingml/2006/main">
              <a:ext uri="{FF2B5EF4-FFF2-40B4-BE49-F238E27FC236}">
                <a16:creationId xmlns:a16="http://schemas.microsoft.com/office/drawing/2014/main" id="{7B1E627C-BF62-4FE9-ADE7-5C9291B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8382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8" name="SE-009-path-415">
            <a:extLst xmlns:a="http://schemas.openxmlformats.org/drawingml/2006/main">
              <a:ext uri="{FF2B5EF4-FFF2-40B4-BE49-F238E27FC236}">
                <a16:creationId xmlns:a16="http://schemas.microsoft.com/office/drawing/2014/main" id="{40317985-C93E-4924-8CA1-289C7482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8953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19" name="SE-009-path-416">
            <a:extLst xmlns:a="http://schemas.openxmlformats.org/drawingml/2006/main">
              <a:ext uri="{FF2B5EF4-FFF2-40B4-BE49-F238E27FC236}">
                <a16:creationId xmlns:a16="http://schemas.microsoft.com/office/drawing/2014/main" id="{2069DDC9-720C-4977-A58A-57BEE40D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9525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0" name="SE-009-path-417">
            <a:extLst xmlns:a="http://schemas.openxmlformats.org/drawingml/2006/main">
              <a:ext uri="{FF2B5EF4-FFF2-40B4-BE49-F238E27FC236}">
                <a16:creationId xmlns:a16="http://schemas.microsoft.com/office/drawing/2014/main" id="{56CBFBF8-A3E1-4B63-86B3-AF0D6464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0096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1" name="SE-009-path-418">
            <a:extLst xmlns:a="http://schemas.openxmlformats.org/drawingml/2006/main">
              <a:ext uri="{FF2B5EF4-FFF2-40B4-BE49-F238E27FC236}">
                <a16:creationId xmlns:a16="http://schemas.microsoft.com/office/drawing/2014/main" id="{EAA70FD2-F784-4695-9660-E07BC9A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0668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2" name="SE-009-path-419">
            <a:extLst xmlns:a="http://schemas.openxmlformats.org/drawingml/2006/main">
              <a:ext uri="{FF2B5EF4-FFF2-40B4-BE49-F238E27FC236}">
                <a16:creationId xmlns:a16="http://schemas.microsoft.com/office/drawing/2014/main" id="{69A6B737-141E-444F-9858-B2D033EB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1239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3" name="SE-009-path-420">
            <a:extLst xmlns:a="http://schemas.openxmlformats.org/drawingml/2006/main">
              <a:ext uri="{FF2B5EF4-FFF2-40B4-BE49-F238E27FC236}">
                <a16:creationId xmlns:a16="http://schemas.microsoft.com/office/drawing/2014/main" id="{EAC7C591-F29D-42F9-B6A4-90D0F642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1811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4" name="SE-009-path-421">
            <a:extLst xmlns:a="http://schemas.openxmlformats.org/drawingml/2006/main">
              <a:ext uri="{FF2B5EF4-FFF2-40B4-BE49-F238E27FC236}">
                <a16:creationId xmlns:a16="http://schemas.microsoft.com/office/drawing/2014/main" id="{A4106751-38D5-4887-8FD4-1C6932EB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382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5" name="SE-009-path-422">
            <a:extLst xmlns:a="http://schemas.openxmlformats.org/drawingml/2006/main">
              <a:ext uri="{FF2B5EF4-FFF2-40B4-BE49-F238E27FC236}">
                <a16:creationId xmlns:a16="http://schemas.microsoft.com/office/drawing/2014/main" id="{28292934-0DFD-4770-93A8-F53609F9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954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6" name="SE-009-path-423">
            <a:extLst xmlns:a="http://schemas.openxmlformats.org/drawingml/2006/main">
              <a:ext uri="{FF2B5EF4-FFF2-40B4-BE49-F238E27FC236}">
                <a16:creationId xmlns:a16="http://schemas.microsoft.com/office/drawing/2014/main" id="{2FB401BE-FCD4-4A79-8DA1-FDDE9D9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525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7" name="SE-009-path-424">
            <a:extLst xmlns:a="http://schemas.openxmlformats.org/drawingml/2006/main">
              <a:ext uri="{FF2B5EF4-FFF2-40B4-BE49-F238E27FC236}">
                <a16:creationId xmlns:a16="http://schemas.microsoft.com/office/drawing/2014/main" id="{6B678246-3C8F-4427-8930-4AA6E2C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097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8" name="SE-009-path-425">
            <a:extLst xmlns:a="http://schemas.openxmlformats.org/drawingml/2006/main">
              <a:ext uri="{FF2B5EF4-FFF2-40B4-BE49-F238E27FC236}">
                <a16:creationId xmlns:a16="http://schemas.microsoft.com/office/drawing/2014/main" id="{A6903971-8DF1-48D3-AC57-36FC7C6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668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29" name="SE-009-path-426">
            <a:extLst xmlns:a="http://schemas.openxmlformats.org/drawingml/2006/main">
              <a:ext uri="{FF2B5EF4-FFF2-40B4-BE49-F238E27FC236}">
                <a16:creationId xmlns:a16="http://schemas.microsoft.com/office/drawing/2014/main" id="{D9F1CFF7-36D5-426E-BA6E-3A454653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0" name="SE-009-path-427">
            <a:extLst xmlns:a="http://schemas.openxmlformats.org/drawingml/2006/main">
              <a:ext uri="{FF2B5EF4-FFF2-40B4-BE49-F238E27FC236}">
                <a16:creationId xmlns:a16="http://schemas.microsoft.com/office/drawing/2014/main" id="{C275EE96-59C2-4B3A-889D-B5B99544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811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1" name="SE-009-path-428">
            <a:extLst xmlns:a="http://schemas.openxmlformats.org/drawingml/2006/main">
              <a:ext uri="{FF2B5EF4-FFF2-40B4-BE49-F238E27FC236}">
                <a16:creationId xmlns:a16="http://schemas.microsoft.com/office/drawing/2014/main" id="{FACBCDFB-408A-4B02-A91A-E14864B0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383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2" name="SE-009-path-429">
            <a:extLst xmlns:a="http://schemas.openxmlformats.org/drawingml/2006/main">
              <a:ext uri="{FF2B5EF4-FFF2-40B4-BE49-F238E27FC236}">
                <a16:creationId xmlns:a16="http://schemas.microsoft.com/office/drawing/2014/main" id="{07529288-A450-4952-8C5B-76A518A4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954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3" name="SE-009-path-430">
            <a:extLst xmlns:a="http://schemas.openxmlformats.org/drawingml/2006/main">
              <a:ext uri="{FF2B5EF4-FFF2-40B4-BE49-F238E27FC236}">
                <a16:creationId xmlns:a16="http://schemas.microsoft.com/office/drawing/2014/main" id="{FA79B450-F768-4DB0-AD76-9AD1B594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526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4" name="SE-009-path-431">
            <a:extLst xmlns:a="http://schemas.openxmlformats.org/drawingml/2006/main">
              <a:ext uri="{FF2B5EF4-FFF2-40B4-BE49-F238E27FC236}">
                <a16:creationId xmlns:a16="http://schemas.microsoft.com/office/drawing/2014/main" id="{7E24907B-6138-434F-B9EE-036137F2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5" name="SE-009-path-432">
            <a:extLst xmlns:a="http://schemas.openxmlformats.org/drawingml/2006/main">
              <a:ext uri="{FF2B5EF4-FFF2-40B4-BE49-F238E27FC236}">
                <a16:creationId xmlns:a16="http://schemas.microsoft.com/office/drawing/2014/main" id="{076802DB-37AB-4CA6-B820-96A3A386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6" name="SE-009-path-433">
            <a:extLst xmlns:a="http://schemas.openxmlformats.org/drawingml/2006/main">
              <a:ext uri="{FF2B5EF4-FFF2-40B4-BE49-F238E27FC236}">
                <a16:creationId xmlns:a16="http://schemas.microsoft.com/office/drawing/2014/main" id="{99C0131D-B434-4465-B2DC-67DB3A4E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240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7" name="SE-009-path-434">
            <a:extLst xmlns:a="http://schemas.openxmlformats.org/drawingml/2006/main">
              <a:ext uri="{FF2B5EF4-FFF2-40B4-BE49-F238E27FC236}">
                <a16:creationId xmlns:a16="http://schemas.microsoft.com/office/drawing/2014/main" id="{5F6E4A83-1997-4CD7-86A7-E9F25AA8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812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8" name="SE-009-path-435">
            <a:extLst xmlns:a="http://schemas.openxmlformats.org/drawingml/2006/main">
              <a:ext uri="{FF2B5EF4-FFF2-40B4-BE49-F238E27FC236}">
                <a16:creationId xmlns:a16="http://schemas.microsoft.com/office/drawing/2014/main" id="{1037DA13-84FF-43E7-93B0-38A57F8A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383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39" name="SE-009-path-436">
            <a:extLst xmlns:a="http://schemas.openxmlformats.org/drawingml/2006/main">
              <a:ext uri="{FF2B5EF4-FFF2-40B4-BE49-F238E27FC236}">
                <a16:creationId xmlns:a16="http://schemas.microsoft.com/office/drawing/2014/main" id="{24225ABC-5DC1-4F57-ACFA-4AC1B342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764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0" name="SE-009-path-437">
            <a:extLst xmlns:a="http://schemas.openxmlformats.org/drawingml/2006/main">
              <a:ext uri="{FF2B5EF4-FFF2-40B4-BE49-F238E27FC236}">
                <a16:creationId xmlns:a16="http://schemas.microsoft.com/office/drawing/2014/main" id="{A8A21AD1-9E70-4371-9DC3-61081B37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764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1" name="SE-009-path-438">
            <a:extLst xmlns:a="http://schemas.openxmlformats.org/drawingml/2006/main">
              <a:ext uri="{FF2B5EF4-FFF2-40B4-BE49-F238E27FC236}">
                <a16:creationId xmlns:a16="http://schemas.microsoft.com/office/drawing/2014/main" id="{1BF2757B-9F4A-4854-A343-875D1FED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764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2" name="SE-009-path-439">
            <a:extLst xmlns:a="http://schemas.openxmlformats.org/drawingml/2006/main">
              <a:ext uri="{FF2B5EF4-FFF2-40B4-BE49-F238E27FC236}">
                <a16:creationId xmlns:a16="http://schemas.microsoft.com/office/drawing/2014/main" id="{CBC2E51B-4782-4F23-83F3-994040C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3" name="SE-009-path-440">
            <a:extLst xmlns:a="http://schemas.openxmlformats.org/drawingml/2006/main">
              <a:ext uri="{FF2B5EF4-FFF2-40B4-BE49-F238E27FC236}">
                <a16:creationId xmlns:a16="http://schemas.microsoft.com/office/drawing/2014/main" id="{06763F20-9650-427D-AF87-9315D243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4" name="SE-009-path-441">
            <a:extLst xmlns:a="http://schemas.openxmlformats.org/drawingml/2006/main">
              <a:ext uri="{FF2B5EF4-FFF2-40B4-BE49-F238E27FC236}">
                <a16:creationId xmlns:a16="http://schemas.microsoft.com/office/drawing/2014/main" id="{FDDBB44D-5E3F-467E-89B8-1C80453A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5" name="SE-009-path-442">
            <a:extLst xmlns:a="http://schemas.openxmlformats.org/drawingml/2006/main">
              <a:ext uri="{FF2B5EF4-FFF2-40B4-BE49-F238E27FC236}">
                <a16:creationId xmlns:a16="http://schemas.microsoft.com/office/drawing/2014/main" id="{853EC74D-D4B1-47A8-8183-BBA766E7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907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6" name="SE-009-path-443">
            <a:extLst xmlns:a="http://schemas.openxmlformats.org/drawingml/2006/main">
              <a:ext uri="{FF2B5EF4-FFF2-40B4-BE49-F238E27FC236}">
                <a16:creationId xmlns:a16="http://schemas.microsoft.com/office/drawing/2014/main" id="{FAF7B30B-134B-4359-B3B5-7383FC9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335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7" name="SE-009-path-444">
            <a:extLst xmlns:a="http://schemas.openxmlformats.org/drawingml/2006/main">
              <a:ext uri="{FF2B5EF4-FFF2-40B4-BE49-F238E27FC236}">
                <a16:creationId xmlns:a16="http://schemas.microsoft.com/office/drawing/2014/main" id="{80C1A423-9FF5-4DD6-8176-CD394559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76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8" name="SE-009-path-445">
            <a:extLst xmlns:a="http://schemas.openxmlformats.org/drawingml/2006/main">
              <a:ext uri="{FF2B5EF4-FFF2-40B4-BE49-F238E27FC236}">
                <a16:creationId xmlns:a16="http://schemas.microsoft.com/office/drawing/2014/main" id="{11E5AE9C-38E7-4C7F-8A91-A83E7D60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19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49" name="SE-009-path-446">
            <a:extLst xmlns:a="http://schemas.openxmlformats.org/drawingml/2006/main">
              <a:ext uri="{FF2B5EF4-FFF2-40B4-BE49-F238E27FC236}">
                <a16:creationId xmlns:a16="http://schemas.microsoft.com/office/drawing/2014/main" id="{8FFBE28C-3501-4E7D-BF82-F6ADAD25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0" name="SE-009-path-447">
            <a:extLst xmlns:a="http://schemas.openxmlformats.org/drawingml/2006/main">
              <a:ext uri="{FF2B5EF4-FFF2-40B4-BE49-F238E27FC236}">
                <a16:creationId xmlns:a16="http://schemas.microsoft.com/office/drawing/2014/main" id="{591ED6F1-F4F1-4E65-9513-CE22242C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049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1" name="SE-009-path-448">
            <a:extLst xmlns:a="http://schemas.openxmlformats.org/drawingml/2006/main">
              <a:ext uri="{FF2B5EF4-FFF2-40B4-BE49-F238E27FC236}">
                <a16:creationId xmlns:a16="http://schemas.microsoft.com/office/drawing/2014/main" id="{850ABDBA-6F08-4090-A98B-6878D52E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478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2" name="SE-009-path-449">
            <a:extLst xmlns:a="http://schemas.openxmlformats.org/drawingml/2006/main">
              <a:ext uri="{FF2B5EF4-FFF2-40B4-BE49-F238E27FC236}">
                <a16:creationId xmlns:a16="http://schemas.microsoft.com/office/drawing/2014/main" id="{3D21E983-F60D-4622-B400-E311468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90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3" name="SE-009-path-450">
            <a:extLst xmlns:a="http://schemas.openxmlformats.org/drawingml/2006/main">
              <a:ext uri="{FF2B5EF4-FFF2-40B4-BE49-F238E27FC236}">
                <a16:creationId xmlns:a16="http://schemas.microsoft.com/office/drawing/2014/main" id="{DB63B575-9B2E-40C5-B4F4-F47AE0E0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33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4" name="SE-009-path-451">
            <a:extLst xmlns:a="http://schemas.openxmlformats.org/drawingml/2006/main">
              <a:ext uri="{FF2B5EF4-FFF2-40B4-BE49-F238E27FC236}">
                <a16:creationId xmlns:a16="http://schemas.microsoft.com/office/drawing/2014/main" id="{66FFEF91-1EBE-493A-B019-31B75B4E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5" name="SE-009-path-452">
            <a:extLst xmlns:a="http://schemas.openxmlformats.org/drawingml/2006/main">
              <a:ext uri="{FF2B5EF4-FFF2-40B4-BE49-F238E27FC236}">
                <a16:creationId xmlns:a16="http://schemas.microsoft.com/office/drawing/2014/main" id="{430B9405-4B26-499C-BDBA-9D2D3C53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192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6" name="SE-009-path-453">
            <a:extLst xmlns:a="http://schemas.openxmlformats.org/drawingml/2006/main">
              <a:ext uri="{FF2B5EF4-FFF2-40B4-BE49-F238E27FC236}">
                <a16:creationId xmlns:a16="http://schemas.microsoft.com/office/drawing/2014/main" id="{1192105A-D0FC-465A-8FEF-5C9DFE31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62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7" name="SE-009-path-454">
            <a:extLst xmlns:a="http://schemas.openxmlformats.org/drawingml/2006/main">
              <a:ext uri="{FF2B5EF4-FFF2-40B4-BE49-F238E27FC236}">
                <a16:creationId xmlns:a16="http://schemas.microsoft.com/office/drawing/2014/main" id="{AF6921A2-9C1F-4EBD-8DD3-A9B7F3B2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04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8" name="SE-009-path-455">
            <a:extLst xmlns:a="http://schemas.openxmlformats.org/drawingml/2006/main">
              <a:ext uri="{FF2B5EF4-FFF2-40B4-BE49-F238E27FC236}">
                <a16:creationId xmlns:a16="http://schemas.microsoft.com/office/drawing/2014/main" id="{9E57C317-8CE6-4E00-902B-83E522DF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47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59" name="SE-009-path-456">
            <a:extLst xmlns:a="http://schemas.openxmlformats.org/drawingml/2006/main">
              <a:ext uri="{FF2B5EF4-FFF2-40B4-BE49-F238E27FC236}">
                <a16:creationId xmlns:a16="http://schemas.microsoft.com/office/drawing/2014/main" id="{06C6809A-7F75-4CF8-8FD9-95675EFC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90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0" name="SE-009-path-457">
            <a:extLst xmlns:a="http://schemas.openxmlformats.org/drawingml/2006/main">
              <a:ext uri="{FF2B5EF4-FFF2-40B4-BE49-F238E27FC236}">
                <a16:creationId xmlns:a16="http://schemas.microsoft.com/office/drawing/2014/main" id="{09E66D45-7FE6-40F1-8BE1-A04A982B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334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1" name="SE-009-path-458">
            <a:extLst xmlns:a="http://schemas.openxmlformats.org/drawingml/2006/main">
              <a:ext uri="{FF2B5EF4-FFF2-40B4-BE49-F238E27FC236}">
                <a16:creationId xmlns:a16="http://schemas.microsoft.com/office/drawing/2014/main" id="{09BC15B1-B5D2-401B-9746-697BD71D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763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2" name="SE-009-path-459">
            <a:extLst xmlns:a="http://schemas.openxmlformats.org/drawingml/2006/main">
              <a:ext uri="{FF2B5EF4-FFF2-40B4-BE49-F238E27FC236}">
                <a16:creationId xmlns:a16="http://schemas.microsoft.com/office/drawing/2014/main" id="{F8F91CDF-A36C-4973-A90B-60D2192E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191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3" name="SE-009-path-460">
            <a:extLst xmlns:a="http://schemas.openxmlformats.org/drawingml/2006/main">
              <a:ext uri="{FF2B5EF4-FFF2-40B4-BE49-F238E27FC236}">
                <a16:creationId xmlns:a16="http://schemas.microsoft.com/office/drawing/2014/main" id="{F54C659D-0FA8-4B62-8959-C2F92A6B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620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4" name="SE-009-path-461">
            <a:extLst xmlns:a="http://schemas.openxmlformats.org/drawingml/2006/main">
              <a:ext uri="{FF2B5EF4-FFF2-40B4-BE49-F238E27FC236}">
                <a16:creationId xmlns:a16="http://schemas.microsoft.com/office/drawing/2014/main" id="{454DF190-EECB-4A1C-91AA-97155953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048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5" name="SE-009-path-462">
            <a:extLst xmlns:a="http://schemas.openxmlformats.org/drawingml/2006/main">
              <a:ext uri="{FF2B5EF4-FFF2-40B4-BE49-F238E27FC236}">
                <a16:creationId xmlns:a16="http://schemas.microsoft.com/office/drawing/2014/main" id="{4EA8629B-83A2-4331-A15C-23030464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477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6" name="SE-009-path-463">
            <a:extLst xmlns:a="http://schemas.openxmlformats.org/drawingml/2006/main">
              <a:ext uri="{FF2B5EF4-FFF2-40B4-BE49-F238E27FC236}">
                <a16:creationId xmlns:a16="http://schemas.microsoft.com/office/drawing/2014/main" id="{348CA120-A5C3-475A-8627-1AA86E56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905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7" name="SE-009-path-464">
            <a:extLst xmlns:a="http://schemas.openxmlformats.org/drawingml/2006/main">
              <a:ext uri="{FF2B5EF4-FFF2-40B4-BE49-F238E27FC236}">
                <a16:creationId xmlns:a16="http://schemas.microsoft.com/office/drawing/2014/main" id="{75417CED-0F45-4A44-B481-4CAD775C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33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8" name="SE-009-path-465">
            <a:extLst xmlns:a="http://schemas.openxmlformats.org/drawingml/2006/main">
              <a:ext uri="{FF2B5EF4-FFF2-40B4-BE49-F238E27FC236}">
                <a16:creationId xmlns:a16="http://schemas.microsoft.com/office/drawing/2014/main" id="{D0164A5E-89EE-40FD-A162-B07FA30A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76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69" name="SE-009-path-466">
            <a:extLst xmlns:a="http://schemas.openxmlformats.org/drawingml/2006/main">
              <a:ext uri="{FF2B5EF4-FFF2-40B4-BE49-F238E27FC236}">
                <a16:creationId xmlns:a16="http://schemas.microsoft.com/office/drawing/2014/main" id="{51123ACA-A5E1-44F0-B088-A371EF89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038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0" name="SE-009-path-467">
            <a:extLst xmlns:a="http://schemas.openxmlformats.org/drawingml/2006/main">
              <a:ext uri="{FF2B5EF4-FFF2-40B4-BE49-F238E27FC236}">
                <a16:creationId xmlns:a16="http://schemas.microsoft.com/office/drawing/2014/main" id="{F8EED8EF-9720-46D8-8ACD-F58B9047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38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1" name="SE-009-path-468">
            <a:extLst xmlns:a="http://schemas.openxmlformats.org/drawingml/2006/main">
              <a:ext uri="{FF2B5EF4-FFF2-40B4-BE49-F238E27FC236}">
                <a16:creationId xmlns:a16="http://schemas.microsoft.com/office/drawing/2014/main" id="{BFAF6AD3-86D6-4793-8FBE-DD12C6F1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038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2" name="SE-009-path-469">
            <a:extLst xmlns:a="http://schemas.openxmlformats.org/drawingml/2006/main">
              <a:ext uri="{FF2B5EF4-FFF2-40B4-BE49-F238E27FC236}">
                <a16:creationId xmlns:a16="http://schemas.microsoft.com/office/drawing/2014/main" id="{12E6C316-36AC-4C8E-AE30-791C5416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0382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3" name="SE-009-path-470">
            <a:extLst xmlns:a="http://schemas.openxmlformats.org/drawingml/2006/main">
              <a:ext uri="{FF2B5EF4-FFF2-40B4-BE49-F238E27FC236}">
                <a16:creationId xmlns:a16="http://schemas.microsoft.com/office/drawing/2014/main" id="{B04DBEF6-F01A-4450-B999-8ABF1B53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38225"/>
            <a:ext cx="9525" cy="95"/>
          </a:xfrm>
          <a:custGeom xmlns:a="http://schemas.openxmlformats.org/drawingml/2006/main">
            <a:pathLst>
              <a:path w="9525" h="9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4" name="SE-009-path-471">
            <a:extLst xmlns:a="http://schemas.openxmlformats.org/drawingml/2006/main">
              <a:ext uri="{FF2B5EF4-FFF2-40B4-BE49-F238E27FC236}">
                <a16:creationId xmlns:a16="http://schemas.microsoft.com/office/drawing/2014/main" id="{78902EBF-B883-404E-998F-6DC766A6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382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5" name="SE-009-path-472">
            <a:extLst xmlns:a="http://schemas.openxmlformats.org/drawingml/2006/main">
              <a:ext uri="{FF2B5EF4-FFF2-40B4-BE49-F238E27FC236}">
                <a16:creationId xmlns:a16="http://schemas.microsoft.com/office/drawing/2014/main" id="{DF090655-9945-4DE6-A795-344FFBA6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953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6" name="SE-009-path-473">
            <a:extLst xmlns:a="http://schemas.openxmlformats.org/drawingml/2006/main">
              <a:ext uri="{FF2B5EF4-FFF2-40B4-BE49-F238E27FC236}">
                <a16:creationId xmlns:a16="http://schemas.microsoft.com/office/drawing/2014/main" id="{068D7DB3-5CE4-41A9-BF44-5C0ADBF5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525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7" name="SE-009-path-474">
            <a:extLst xmlns:a="http://schemas.openxmlformats.org/drawingml/2006/main">
              <a:ext uri="{FF2B5EF4-FFF2-40B4-BE49-F238E27FC236}">
                <a16:creationId xmlns:a16="http://schemas.microsoft.com/office/drawing/2014/main" id="{52E95C63-FB09-4ED5-AF21-02ECD5E0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9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8" name="SE-009-path-475">
            <a:extLst xmlns:a="http://schemas.openxmlformats.org/drawingml/2006/main">
              <a:ext uri="{FF2B5EF4-FFF2-40B4-BE49-F238E27FC236}">
                <a16:creationId xmlns:a16="http://schemas.microsoft.com/office/drawing/2014/main" id="{F359C6AF-0C97-481B-B4CA-23D6513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668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79" name="SE-009-path-476">
            <a:extLst xmlns:a="http://schemas.openxmlformats.org/drawingml/2006/main">
              <a:ext uri="{FF2B5EF4-FFF2-40B4-BE49-F238E27FC236}">
                <a16:creationId xmlns:a16="http://schemas.microsoft.com/office/drawing/2014/main" id="{3C993B20-6D5C-4091-89B9-BEF7445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239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0" name="SE-009-path-477">
            <a:extLst xmlns:a="http://schemas.openxmlformats.org/drawingml/2006/main">
              <a:ext uri="{FF2B5EF4-FFF2-40B4-BE49-F238E27FC236}">
                <a16:creationId xmlns:a16="http://schemas.microsoft.com/office/drawing/2014/main" id="{18877BDE-7D24-4D9B-A1C7-D7323CA1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811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1" name="SE-009-path-478">
            <a:extLst xmlns:a="http://schemas.openxmlformats.org/drawingml/2006/main">
              <a:ext uri="{FF2B5EF4-FFF2-40B4-BE49-F238E27FC236}">
                <a16:creationId xmlns:a16="http://schemas.microsoft.com/office/drawing/2014/main" id="{6F89528A-93CD-4024-AC70-B754AC3E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382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2" name="SE-009-path-479">
            <a:extLst xmlns:a="http://schemas.openxmlformats.org/drawingml/2006/main">
              <a:ext uri="{FF2B5EF4-FFF2-40B4-BE49-F238E27FC236}">
                <a16:creationId xmlns:a16="http://schemas.microsoft.com/office/drawing/2014/main" id="{CE8797FF-5C82-4D89-85D4-4AB65E3E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95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3" name="SE-009-path-480">
            <a:extLst xmlns:a="http://schemas.openxmlformats.org/drawingml/2006/main">
              <a:ext uri="{FF2B5EF4-FFF2-40B4-BE49-F238E27FC236}">
                <a16:creationId xmlns:a16="http://schemas.microsoft.com/office/drawing/2014/main" id="{F5B50727-C3A8-4A6D-A295-0FA9BBD1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52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4" name="SE-009-path-481">
            <a:extLst xmlns:a="http://schemas.openxmlformats.org/drawingml/2006/main">
              <a:ext uri="{FF2B5EF4-FFF2-40B4-BE49-F238E27FC236}">
                <a16:creationId xmlns:a16="http://schemas.microsoft.com/office/drawing/2014/main" id="{0AAE27FE-7F93-48E6-850F-3E97E77D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97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5" name="SE-009-path-482">
            <a:extLst xmlns:a="http://schemas.openxmlformats.org/drawingml/2006/main">
              <a:ext uri="{FF2B5EF4-FFF2-40B4-BE49-F238E27FC236}">
                <a16:creationId xmlns:a16="http://schemas.microsoft.com/office/drawing/2014/main" id="{F6196AB0-EDC4-4AA8-AFBA-1785CAEC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668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6" name="SE-009-path-483">
            <a:extLst xmlns:a="http://schemas.openxmlformats.org/drawingml/2006/main">
              <a:ext uri="{FF2B5EF4-FFF2-40B4-BE49-F238E27FC236}">
                <a16:creationId xmlns:a16="http://schemas.microsoft.com/office/drawing/2014/main" id="{338A5EC8-9AFD-41CF-B60D-668CCD5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240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7" name="SE-009-path-484">
            <a:extLst xmlns:a="http://schemas.openxmlformats.org/drawingml/2006/main">
              <a:ext uri="{FF2B5EF4-FFF2-40B4-BE49-F238E27FC236}">
                <a16:creationId xmlns:a16="http://schemas.microsoft.com/office/drawing/2014/main" id="{061D1BF7-74BB-41D5-9670-F847D01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81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8" name="SE-009-path-485">
            <a:extLst xmlns:a="http://schemas.openxmlformats.org/drawingml/2006/main">
              <a:ext uri="{FF2B5EF4-FFF2-40B4-BE49-F238E27FC236}">
                <a16:creationId xmlns:a16="http://schemas.microsoft.com/office/drawing/2014/main" id="{4E7EE9F6-92F4-4416-BBF5-E7F45311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383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89" name="SE-009-path-486">
            <a:extLst xmlns:a="http://schemas.openxmlformats.org/drawingml/2006/main">
              <a:ext uri="{FF2B5EF4-FFF2-40B4-BE49-F238E27FC236}">
                <a16:creationId xmlns:a16="http://schemas.microsoft.com/office/drawing/2014/main" id="{D51BC5CB-2592-4C70-B1B7-23B8CFC6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954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0" name="SE-009-path-487">
            <a:extLst xmlns:a="http://schemas.openxmlformats.org/drawingml/2006/main">
              <a:ext uri="{FF2B5EF4-FFF2-40B4-BE49-F238E27FC236}">
                <a16:creationId xmlns:a16="http://schemas.microsoft.com/office/drawing/2014/main" id="{0B79BC33-4DDA-42A8-87F5-88B5266E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1" name="SE-009-path-488">
            <a:extLst xmlns:a="http://schemas.openxmlformats.org/drawingml/2006/main">
              <a:ext uri="{FF2B5EF4-FFF2-40B4-BE49-F238E27FC236}">
                <a16:creationId xmlns:a16="http://schemas.microsoft.com/office/drawing/2014/main" id="{6214C73F-3347-4A32-8D93-B848FBCC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97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2" name="SE-009-path-489">
            <a:extLst xmlns:a="http://schemas.openxmlformats.org/drawingml/2006/main">
              <a:ext uri="{FF2B5EF4-FFF2-40B4-BE49-F238E27FC236}">
                <a16:creationId xmlns:a16="http://schemas.microsoft.com/office/drawing/2014/main" id="{DF2BEB35-0864-4874-815F-0EA78B27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66925"/>
            <a:ext cx="95" cy="9525"/>
          </a:xfrm>
          <a:custGeom xmlns:a="http://schemas.openxmlformats.org/drawingml/2006/main">
            <a:pathLst>
              <a:path w="95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3" name="SE-009-path-490">
            <a:extLst xmlns:a="http://schemas.openxmlformats.org/drawingml/2006/main">
              <a:ext uri="{FF2B5EF4-FFF2-40B4-BE49-F238E27FC236}">
                <a16:creationId xmlns:a16="http://schemas.microsoft.com/office/drawing/2014/main" id="{F18484DF-9785-4CDA-8DD7-5CCFBA81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764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4" name="SE-009-path-491">
            <a:extLst xmlns:a="http://schemas.openxmlformats.org/drawingml/2006/main">
              <a:ext uri="{FF2B5EF4-FFF2-40B4-BE49-F238E27FC236}">
                <a16:creationId xmlns:a16="http://schemas.microsoft.com/office/drawing/2014/main" id="{B457E197-C478-49EA-BFAE-C528BC10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764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5" name="SE-009-path-492">
            <a:extLst xmlns:a="http://schemas.openxmlformats.org/drawingml/2006/main">
              <a:ext uri="{FF2B5EF4-FFF2-40B4-BE49-F238E27FC236}">
                <a16:creationId xmlns:a16="http://schemas.microsoft.com/office/drawing/2014/main" id="{D2B0FE5F-9B55-4156-AFF8-EEA2D8F4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764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6" name="SE-009-path-493">
            <a:extLst xmlns:a="http://schemas.openxmlformats.org/drawingml/2006/main">
              <a:ext uri="{FF2B5EF4-FFF2-40B4-BE49-F238E27FC236}">
                <a16:creationId xmlns:a16="http://schemas.microsoft.com/office/drawing/2014/main" id="{6AF96658-9C09-48EB-87C7-9BAFEE6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764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7" name="SE-009-path-494">
            <a:extLst xmlns:a="http://schemas.openxmlformats.org/drawingml/2006/main">
              <a:ext uri="{FF2B5EF4-FFF2-40B4-BE49-F238E27FC236}">
                <a16:creationId xmlns:a16="http://schemas.microsoft.com/office/drawing/2014/main" id="{8C1B459D-403A-4789-B9C0-455431FE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9525" cy="95"/>
          </a:xfrm>
          <a:custGeom xmlns:a="http://schemas.openxmlformats.org/drawingml/2006/main">
            <a:pathLst>
              <a:path w="9525" h="95">
                <a:moveTo>
                  <a:pt x="9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8" name="SE-009-path-495">
            <a:extLst xmlns:a="http://schemas.openxmlformats.org/drawingml/2006/main">
              <a:ext uri="{FF2B5EF4-FFF2-40B4-BE49-F238E27FC236}">
                <a16:creationId xmlns:a16="http://schemas.microsoft.com/office/drawing/2014/main" id="{613FB6F3-C961-4BF7-B398-F65E23D2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478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499" name="SE-009-path-496">
            <a:extLst xmlns:a="http://schemas.openxmlformats.org/drawingml/2006/main">
              <a:ext uri="{FF2B5EF4-FFF2-40B4-BE49-F238E27FC236}">
                <a16:creationId xmlns:a16="http://schemas.microsoft.com/office/drawing/2014/main" id="{499C6E36-B30A-4017-8B58-7956C58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9907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0" name="SE-009-path-497">
            <a:extLst xmlns:a="http://schemas.openxmlformats.org/drawingml/2006/main">
              <a:ext uri="{FF2B5EF4-FFF2-40B4-BE49-F238E27FC236}">
                <a16:creationId xmlns:a16="http://schemas.microsoft.com/office/drawing/2014/main" id="{DEF21D34-8E60-48A5-A7AD-59E43072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9335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1" name="SE-009-path-498">
            <a:extLst xmlns:a="http://schemas.openxmlformats.org/drawingml/2006/main">
              <a:ext uri="{FF2B5EF4-FFF2-40B4-BE49-F238E27FC236}">
                <a16:creationId xmlns:a16="http://schemas.microsoft.com/office/drawing/2014/main" id="{5E55B4D4-2E07-48BF-9767-0D810C18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76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2" name="SE-009-path-499">
            <a:extLst xmlns:a="http://schemas.openxmlformats.org/drawingml/2006/main">
              <a:ext uri="{FF2B5EF4-FFF2-40B4-BE49-F238E27FC236}">
                <a16:creationId xmlns:a16="http://schemas.microsoft.com/office/drawing/2014/main" id="{D94427A6-F03E-4E69-923B-20CCEC8B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19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3" name="SE-009-path-500">
            <a:extLst xmlns:a="http://schemas.openxmlformats.org/drawingml/2006/main">
              <a:ext uri="{FF2B5EF4-FFF2-40B4-BE49-F238E27FC236}">
                <a16:creationId xmlns:a16="http://schemas.microsoft.com/office/drawing/2014/main" id="{311C0CE3-2D1C-45CA-BEB1-74954360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62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4" name="SE-009-path-501">
            <a:extLst xmlns:a="http://schemas.openxmlformats.org/drawingml/2006/main">
              <a:ext uri="{FF2B5EF4-FFF2-40B4-BE49-F238E27FC236}">
                <a16:creationId xmlns:a16="http://schemas.microsoft.com/office/drawing/2014/main" id="{6F5B422B-1B50-4574-8AEC-287EB572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049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5" name="SE-009-path-502">
            <a:extLst xmlns:a="http://schemas.openxmlformats.org/drawingml/2006/main">
              <a:ext uri="{FF2B5EF4-FFF2-40B4-BE49-F238E27FC236}">
                <a16:creationId xmlns:a16="http://schemas.microsoft.com/office/drawing/2014/main" id="{D9BD9899-2CCB-44BB-96BF-F7252753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478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6" name="SE-009-path-503">
            <a:extLst xmlns:a="http://schemas.openxmlformats.org/drawingml/2006/main">
              <a:ext uri="{FF2B5EF4-FFF2-40B4-BE49-F238E27FC236}">
                <a16:creationId xmlns:a16="http://schemas.microsoft.com/office/drawing/2014/main" id="{42A5BD35-8B9E-43D4-8EDD-E8834026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90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7" name="SE-009-path-504">
            <a:extLst xmlns:a="http://schemas.openxmlformats.org/drawingml/2006/main">
              <a:ext uri="{FF2B5EF4-FFF2-40B4-BE49-F238E27FC236}">
                <a16:creationId xmlns:a16="http://schemas.microsoft.com/office/drawing/2014/main" id="{CA1E5412-4A32-41B3-95A0-D79A7715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33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8" name="SE-009-path-505">
            <a:extLst xmlns:a="http://schemas.openxmlformats.org/drawingml/2006/main">
              <a:ext uri="{FF2B5EF4-FFF2-40B4-BE49-F238E27FC236}">
                <a16:creationId xmlns:a16="http://schemas.microsoft.com/office/drawing/2014/main" id="{3DD44823-D71B-4A28-9B8A-E6A56CAA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76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09" name="SE-009-path-506">
            <a:extLst xmlns:a="http://schemas.openxmlformats.org/drawingml/2006/main">
              <a:ext uri="{FF2B5EF4-FFF2-40B4-BE49-F238E27FC236}">
                <a16:creationId xmlns:a16="http://schemas.microsoft.com/office/drawing/2014/main" id="{06DED0F6-F4D8-459E-A8BD-59392F34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192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0" name="SE-009-path-507">
            <a:extLst xmlns:a="http://schemas.openxmlformats.org/drawingml/2006/main">
              <a:ext uri="{FF2B5EF4-FFF2-40B4-BE49-F238E27FC236}">
                <a16:creationId xmlns:a16="http://schemas.microsoft.com/office/drawing/2014/main" id="{44C584DB-8280-4ACA-B0FD-5F0E301A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362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1" name="SE-009-path-508">
            <a:extLst xmlns:a="http://schemas.openxmlformats.org/drawingml/2006/main">
              <a:ext uri="{FF2B5EF4-FFF2-40B4-BE49-F238E27FC236}">
                <a16:creationId xmlns:a16="http://schemas.microsoft.com/office/drawing/2014/main" id="{C168B3AA-C8B3-4550-A84B-250BE806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304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2" name="SE-009-path-509">
            <a:extLst xmlns:a="http://schemas.openxmlformats.org/drawingml/2006/main">
              <a:ext uri="{FF2B5EF4-FFF2-40B4-BE49-F238E27FC236}">
                <a16:creationId xmlns:a16="http://schemas.microsoft.com/office/drawing/2014/main" id="{5707CA95-2A1A-4A37-9393-5B7CFFC8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247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3" name="SE-009-path-510">
            <a:extLst xmlns:a="http://schemas.openxmlformats.org/drawingml/2006/main">
              <a:ext uri="{FF2B5EF4-FFF2-40B4-BE49-F238E27FC236}">
                <a16:creationId xmlns:a16="http://schemas.microsoft.com/office/drawing/2014/main" id="{DA892651-AEA7-4663-B2E8-7AEDAF1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190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4" name="SE-009-path-511">
            <a:extLst xmlns:a="http://schemas.openxmlformats.org/drawingml/2006/main">
              <a:ext uri="{FF2B5EF4-FFF2-40B4-BE49-F238E27FC236}">
                <a16:creationId xmlns:a16="http://schemas.microsoft.com/office/drawing/2014/main" id="{5DC760A9-CC9D-4FA0-91A1-0940682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1334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5" name="SE-009-path-512">
            <a:extLst xmlns:a="http://schemas.openxmlformats.org/drawingml/2006/main">
              <a:ext uri="{FF2B5EF4-FFF2-40B4-BE49-F238E27FC236}">
                <a16:creationId xmlns:a16="http://schemas.microsoft.com/office/drawing/2014/main" id="{FAB0AE50-FFDB-46D8-9033-28AB0227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0763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6" name="SE-009-path-513">
            <a:extLst xmlns:a="http://schemas.openxmlformats.org/drawingml/2006/main">
              <a:ext uri="{FF2B5EF4-FFF2-40B4-BE49-F238E27FC236}">
                <a16:creationId xmlns:a16="http://schemas.microsoft.com/office/drawing/2014/main" id="{E9C9A682-32DA-4D48-84B5-8A9F6C7B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038225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17" name="SE-009-514">
            <a:extLst xmlns:a="http://schemas.openxmlformats.org/drawingml/2006/main">
              <a:ext uri="{FF2B5EF4-FFF2-40B4-BE49-F238E27FC236}">
                <a16:creationId xmlns:a16="http://schemas.microsoft.com/office/drawing/2014/main" id="{784FE599-9241-4B68-90D0-2D622FB0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66900"/>
            <a:ext cx="161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518" name="SE-009-515">
            <a:extLst xmlns:a="http://schemas.openxmlformats.org/drawingml/2006/main">
              <a:ext uri="{FF2B5EF4-FFF2-40B4-BE49-F238E27FC236}">
                <a16:creationId xmlns:a16="http://schemas.microsoft.com/office/drawing/2014/main" id="{567C0C67-3FD4-449E-9DF4-4F54888E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955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Identical Steps</a:t>
            </a:r>
          </a:p>
        </p:txBody>
      </p:sp>
      <p:sp>
        <p:nvSpPr>
          <p:cNvPr id="519" name="SE-009-path-516">
            <a:extLst xmlns:a="http://schemas.openxmlformats.org/drawingml/2006/main">
              <a:ext uri="{FF2B5EF4-FFF2-40B4-BE49-F238E27FC236}">
                <a16:creationId xmlns:a16="http://schemas.microsoft.com/office/drawing/2014/main" id="{363947BD-351A-4878-AB02-A83FF8F0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76450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13335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520" name="SE-009-path-517">
            <a:extLst xmlns:a="http://schemas.openxmlformats.org/drawingml/2006/main">
              <a:ext uri="{FF2B5EF4-FFF2-40B4-BE49-F238E27FC236}">
                <a16:creationId xmlns:a16="http://schemas.microsoft.com/office/drawing/2014/main" id="{51436CF2-C22E-4E87-9EFA-37DAA2B2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308" y="2076450"/>
            <a:ext cx="83292" cy="79863"/>
          </a:xfrm>
          <a:custGeom xmlns:a="http://schemas.openxmlformats.org/drawingml/2006/main">
            <a:pathLst>
              <a:path w="83292" h="79863">
                <a:moveTo>
                  <a:pt x="52135" y="79863"/>
                </a:moveTo>
                <a:lnTo>
                  <a:pt x="83292" y="0"/>
                </a:lnTo>
                <a:lnTo>
                  <a:pt x="0" y="20280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521" name="SE-009-path-518">
            <a:extLst xmlns:a="http://schemas.openxmlformats.org/drawingml/2006/main">
              <a:ext uri="{FF2B5EF4-FFF2-40B4-BE49-F238E27FC236}">
                <a16:creationId xmlns:a16="http://schemas.microsoft.com/office/drawing/2014/main" id="{F9806C65-C73A-481C-B7F1-74824269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76200" cy="123825"/>
          </a:xfrm>
          <a:custGeom xmlns:a="http://schemas.openxmlformats.org/drawingml/2006/main">
            <a:pathLst>
              <a:path w="76200" h="123825">
                <a:moveTo>
                  <a:pt x="76200" y="123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522" name="SE-009-path-519">
            <a:extLst xmlns:a="http://schemas.openxmlformats.org/drawingml/2006/main">
              <a:ext uri="{FF2B5EF4-FFF2-40B4-BE49-F238E27FC236}">
                <a16:creationId xmlns:a16="http://schemas.microsoft.com/office/drawing/2014/main" id="{BB33B53D-2A5E-452E-AB2B-BE612640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73565" cy="85505"/>
          </a:xfrm>
          <a:custGeom xmlns:a="http://schemas.openxmlformats.org/drawingml/2006/main">
            <a:pathLst>
              <a:path w="73565" h="85505">
                <a:moveTo>
                  <a:pt x="73565" y="44011"/>
                </a:moveTo>
                <a:lnTo>
                  <a:pt x="0" y="0"/>
                </a:lnTo>
                <a:lnTo>
                  <a:pt x="6137" y="85505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14288">
            <a:solidFill>
              <a:srgbClr val="A5ABAF"/>
            </a:solidFill>
          </a:ln>
        </p:spPr>
      </p:sp>
      <p:sp>
        <p:nvSpPr>
          <p:cNvPr id="523" name="SE-009-path-520">
            <a:extLst xmlns:a="http://schemas.openxmlformats.org/drawingml/2006/main">
              <a:ext uri="{FF2B5EF4-FFF2-40B4-BE49-F238E27FC236}">
                <a16:creationId xmlns:a16="http://schemas.microsoft.com/office/drawing/2014/main" id="{C8AECDFA-2F83-46B0-B965-70DFA533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573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524" name="SE-009-path-521">
            <a:extLst xmlns:a="http://schemas.openxmlformats.org/drawingml/2006/main">
              <a:ext uri="{FF2B5EF4-FFF2-40B4-BE49-F238E27FC236}">
                <a16:creationId xmlns:a16="http://schemas.microsoft.com/office/drawing/2014/main" id="{E64E08C9-D6F0-452E-B375-696924DB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212" y="141773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525" name="SE-009-522">
            <a:extLst xmlns:a="http://schemas.openxmlformats.org/drawingml/2006/main">
              <a:ext uri="{FF2B5EF4-FFF2-40B4-BE49-F238E27FC236}">
                <a16:creationId xmlns:a16="http://schemas.microsoft.com/office/drawing/2014/main" id="{1BAF4F75-BA07-4637-A4D0-B80C1F2A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19250"/>
            <a:ext cx="885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</a:t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Identical</a:t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Steps</a:t>
            </a:r>
          </a:p>
        </p:txBody>
      </p:sp>
      <p:sp>
        <p:nvSpPr>
          <p:cNvPr id="526" name="SE-009-523">
            <a:extLst xmlns:a="http://schemas.openxmlformats.org/drawingml/2006/main">
              <a:ext uri="{FF2B5EF4-FFF2-40B4-BE49-F238E27FC236}">
                <a16:creationId xmlns:a16="http://schemas.microsoft.com/office/drawing/2014/main" id="{D7E49CE5-2688-493D-9DC0-8A3643FD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527" name="SE-009-524">
            <a:extLst xmlns:a="http://schemas.openxmlformats.org/drawingml/2006/main">
              <a:ext uri="{FF2B5EF4-FFF2-40B4-BE49-F238E27FC236}">
                <a16:creationId xmlns:a16="http://schemas.microsoft.com/office/drawing/2014/main" id="{D14C2E0E-E7C7-4A52-9C23-8C52DF8A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35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7145">
            <a:solidFill>
              <a:srgbClr val="588A3B"/>
            </a:solidFill>
          </a:ln>
        </p:spPr>
      </p:sp>
      <p:sp>
        <p:nvSpPr>
          <p:cNvPr id="528" name="SE-009-path-525">
            <a:extLst xmlns:a="http://schemas.openxmlformats.org/drawingml/2006/main">
              <a:ext uri="{FF2B5EF4-FFF2-40B4-BE49-F238E27FC236}">
                <a16:creationId xmlns:a16="http://schemas.microsoft.com/office/drawing/2014/main" id="{036D62C4-D778-4BA1-A8E0-81B5EDD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133475"/>
            <a:ext cx="390525" cy="304800"/>
          </a:xfrm>
          <a:custGeom xmlns:a="http://schemas.openxmlformats.org/drawingml/2006/main">
            <a:pathLst>
              <a:path w="390525" h="304800">
                <a:moveTo>
                  <a:pt x="0" y="30480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529" name="SE-009-path-526">
            <a:extLst xmlns:a="http://schemas.openxmlformats.org/drawingml/2006/main">
              <a:ext uri="{FF2B5EF4-FFF2-40B4-BE49-F238E27FC236}">
                <a16:creationId xmlns:a16="http://schemas.microsoft.com/office/drawing/2014/main" id="{0E53760D-4677-4DB8-B912-EB8FCB49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28675"/>
            <a:ext cx="381000" cy="304800"/>
          </a:xfrm>
          <a:custGeom xmlns:a="http://schemas.openxmlformats.org/drawingml/2006/main">
            <a:pathLst>
              <a:path w="381000" h="304800">
                <a:moveTo>
                  <a:pt x="0" y="30480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530" name="SE-009-path-527">
            <a:extLst xmlns:a="http://schemas.openxmlformats.org/drawingml/2006/main">
              <a:ext uri="{FF2B5EF4-FFF2-40B4-BE49-F238E27FC236}">
                <a16:creationId xmlns:a16="http://schemas.microsoft.com/office/drawing/2014/main" id="{C3955FFA-BFDD-4841-9DBE-8A9B1EA9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28675"/>
            <a:ext cx="790575" cy="95"/>
          </a:xfrm>
          <a:custGeom xmlns:a="http://schemas.openxmlformats.org/drawingml/2006/main">
            <a:pathLst>
              <a:path w="790575" h="95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531" name="SE-009-528">
            <a:extLst xmlns:a="http://schemas.openxmlformats.org/drawingml/2006/main">
              <a:ext uri="{FF2B5EF4-FFF2-40B4-BE49-F238E27FC236}">
                <a16:creationId xmlns:a16="http://schemas.microsoft.com/office/drawing/2014/main" id="{DA8612E5-2BCC-4945-B919-A3DE309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04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532" name="SE-009-529">
            <a:extLst xmlns:a="http://schemas.openxmlformats.org/drawingml/2006/main">
              <a:ext uri="{FF2B5EF4-FFF2-40B4-BE49-F238E27FC236}">
                <a16:creationId xmlns:a16="http://schemas.microsoft.com/office/drawing/2014/main" id="{361404DB-2314-4F70-805E-16ADCE24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533" name="SE-009-530">
            <a:extLst xmlns:a="http://schemas.openxmlformats.org/drawingml/2006/main">
              <a:ext uri="{FF2B5EF4-FFF2-40B4-BE49-F238E27FC236}">
                <a16:creationId xmlns:a16="http://schemas.microsoft.com/office/drawing/2014/main" id="{D9970CAA-FF4B-4883-B117-AB27F519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534" name="SE-009-531">
            <a:extLst xmlns:a="http://schemas.openxmlformats.org/drawingml/2006/main">
              <a:ext uri="{FF2B5EF4-FFF2-40B4-BE49-F238E27FC236}">
                <a16:creationId xmlns:a16="http://schemas.microsoft.com/office/drawing/2014/main" id="{3E96671F-501A-4DCA-AF10-1E4CD4B1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742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82"/>
          </a:solidFill>
          <a:ln xmlns:a="http://schemas.openxmlformats.org/drawingml/2006/main" w="19050">
            <a:solidFill>
              <a:srgbClr val="C9670A"/>
            </a:solidFill>
          </a:ln>
        </p:spPr>
      </p:sp>
      <p:sp>
        <p:nvSpPr>
          <p:cNvPr id="535" name="SE-009-path-532">
            <a:extLst xmlns:a="http://schemas.openxmlformats.org/drawingml/2006/main">
              <a:ext uri="{FF2B5EF4-FFF2-40B4-BE49-F238E27FC236}">
                <a16:creationId xmlns:a16="http://schemas.microsoft.com/office/drawing/2014/main" id="{2F6507CD-A6A0-4A4D-B280-ABF2648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438275"/>
            <a:ext cx="390525" cy="314325"/>
          </a:xfrm>
          <a:custGeom xmlns:a="http://schemas.openxmlformats.org/drawingml/2006/main">
            <a:pathLst>
              <a:path w="390525" h="314325">
                <a:moveTo>
                  <a:pt x="0" y="0"/>
                </a:moveTo>
                <a:lnTo>
                  <a:pt x="390525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536" name="SE-009-533">
            <a:extLst xmlns:a="http://schemas.openxmlformats.org/drawingml/2006/main">
              <a:ext uri="{FF2B5EF4-FFF2-40B4-BE49-F238E27FC236}">
                <a16:creationId xmlns:a16="http://schemas.microsoft.com/office/drawing/2014/main" id="{88E58F01-8CB0-4D0A-9E71-F1BDE31B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666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537" name="SE-009-534">
            <a:extLst xmlns:a="http://schemas.openxmlformats.org/drawingml/2006/main">
              <a:ext uri="{FF2B5EF4-FFF2-40B4-BE49-F238E27FC236}">
                <a16:creationId xmlns:a16="http://schemas.microsoft.com/office/drawing/2014/main" id="{31DB5A52-6905-4822-924A-6C44E60F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666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5240">
            <a:solidFill>
              <a:srgbClr val="588A3B"/>
            </a:solidFill>
          </a:ln>
        </p:spPr>
      </p:sp>
      <p:sp>
        <p:nvSpPr>
          <p:cNvPr id="538" name="SE-009-path-535">
            <a:extLst xmlns:a="http://schemas.openxmlformats.org/drawingml/2006/main">
              <a:ext uri="{FF2B5EF4-FFF2-40B4-BE49-F238E27FC236}">
                <a16:creationId xmlns:a16="http://schemas.microsoft.com/office/drawing/2014/main" id="{C1DA6BF6-BABF-43DB-B4B7-8F30E636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381000" cy="95"/>
          </a:xfrm>
          <a:custGeom xmlns:a="http://schemas.openxmlformats.org/drawingml/2006/main">
            <a:pathLst>
              <a:path w="381000" h="9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539" name="SE-009-536">
            <a:extLst xmlns:a="http://schemas.openxmlformats.org/drawingml/2006/main">
              <a:ext uri="{FF2B5EF4-FFF2-40B4-BE49-F238E27FC236}">
                <a16:creationId xmlns:a16="http://schemas.microsoft.com/office/drawing/2014/main" id="{F3DB161F-318E-49A4-9D5E-304F4D12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666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E56"/>
          </a:solidFill>
          <a:ln xmlns:a="http://schemas.openxmlformats.org/drawingml/2006/main" w="19050">
            <a:solidFill>
              <a:srgbClr val="BB9805"/>
            </a:solidFill>
          </a:ln>
        </p:spPr>
      </p:sp>
      <p:sp>
        <p:nvSpPr>
          <p:cNvPr id="540" name="SE-009-path-537">
            <a:extLst xmlns:a="http://schemas.openxmlformats.org/drawingml/2006/main">
              <a:ext uri="{FF2B5EF4-FFF2-40B4-BE49-F238E27FC236}">
                <a16:creationId xmlns:a16="http://schemas.microsoft.com/office/drawing/2014/main" id="{E3D8F947-E9DB-4C38-A2D7-1D4F67B3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381000" cy="304800"/>
          </a:xfrm>
          <a:custGeom xmlns:a="http://schemas.openxmlformats.org/drawingml/2006/main">
            <a:pathLst>
              <a:path w="381000" h="304800">
                <a:moveTo>
                  <a:pt x="0" y="0"/>
                </a:moveTo>
                <a:lnTo>
                  <a:pt x="3810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541" name="SE-009-path-538">
            <a:extLst xmlns:a="http://schemas.openxmlformats.org/drawingml/2006/main">
              <a:ext uri="{FF2B5EF4-FFF2-40B4-BE49-F238E27FC236}">
                <a16:creationId xmlns:a16="http://schemas.microsoft.com/office/drawing/2014/main" id="{67EBA9A8-2925-4992-8B03-0E81D8B6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57400"/>
            <a:ext cx="390525" cy="95"/>
          </a:xfrm>
          <a:custGeom xmlns:a="http://schemas.openxmlformats.org/drawingml/2006/main"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542" name="SE-009-539">
            <a:extLst xmlns:a="http://schemas.openxmlformats.org/drawingml/2006/main">
              <a:ext uri="{FF2B5EF4-FFF2-40B4-BE49-F238E27FC236}">
                <a16:creationId xmlns:a16="http://schemas.microsoft.com/office/drawing/2014/main" id="{B28D8FFC-7DB4-4D79-9DE8-F1A8D03E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971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543" name="SE-009-540">
            <a:extLst xmlns:a="http://schemas.openxmlformats.org/drawingml/2006/main">
              <a:ext uri="{FF2B5EF4-FFF2-40B4-BE49-F238E27FC236}">
                <a16:creationId xmlns:a16="http://schemas.microsoft.com/office/drawing/2014/main" id="{730742EB-1B49-4C56-AFE2-433FD69B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716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D189"/>
          </a:solidFill>
          <a:ln xmlns:a="http://schemas.openxmlformats.org/drawingml/2006/main" w="19050">
            <a:solidFill>
              <a:srgbClr val="588A3B"/>
            </a:solidFill>
          </a:ln>
        </p:spPr>
      </p:sp>
      <p:sp>
        <p:nvSpPr>
          <p:cNvPr id="544" name="SE-009-path-541">
            <a:extLst xmlns:a="http://schemas.openxmlformats.org/drawingml/2006/main">
              <a:ext uri="{FF2B5EF4-FFF2-40B4-BE49-F238E27FC236}">
                <a16:creationId xmlns:a16="http://schemas.microsoft.com/office/drawing/2014/main" id="{29F795A5-A124-48A3-A082-2D08BAAD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3347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545" name="SE-009-542">
            <a:extLst xmlns:a="http://schemas.openxmlformats.org/drawingml/2006/main">
              <a:ext uri="{FF2B5EF4-FFF2-40B4-BE49-F238E27FC236}">
                <a16:creationId xmlns:a16="http://schemas.microsoft.com/office/drawing/2014/main" id="{17DE1883-5EFF-4316-BCF4-3AA5AF94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00012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… …</a:t>
            </a:r>
          </a:p>
        </p:txBody>
      </p:sp>
      <p:sp>
        <p:nvSpPr>
          <p:cNvPr id="546" name="SE-009-path-543">
            <a:extLst xmlns:a="http://schemas.openxmlformats.org/drawingml/2006/main">
              <a:ext uri="{FF2B5EF4-FFF2-40B4-BE49-F238E27FC236}">
                <a16:creationId xmlns:a16="http://schemas.microsoft.com/office/drawing/2014/main" id="{BB53B3A8-83CB-496D-8AF5-EE89436E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57325"/>
            <a:ext cx="295275" cy="295275"/>
          </a:xfrm>
          <a:custGeom xmlns:a="http://schemas.openxmlformats.org/drawingml/2006/main">
            <a:pathLst>
              <a:path w="295275" h="295275">
                <a:moveTo>
                  <a:pt x="0" y="295275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547" name="SE-009-544">
            <a:extLst xmlns:a="http://schemas.openxmlformats.org/drawingml/2006/main">
              <a:ext uri="{FF2B5EF4-FFF2-40B4-BE49-F238E27FC236}">
                <a16:creationId xmlns:a16="http://schemas.microsoft.com/office/drawing/2014/main" id="{A2CC6685-CF74-470A-870D-FD58A908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34302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… …</a:t>
            </a:r>
          </a:p>
        </p:txBody>
      </p:sp>
      <p:sp>
        <p:nvSpPr>
          <p:cNvPr id="548" name="SE-009-545">
            <a:extLst xmlns:a="http://schemas.openxmlformats.org/drawingml/2006/main">
              <a:ext uri="{FF2B5EF4-FFF2-40B4-BE49-F238E27FC236}">
                <a16:creationId xmlns:a16="http://schemas.microsoft.com/office/drawing/2014/main" id="{444012D3-3E7F-42C1-9BE6-4CEF240A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Merged Steps</a:t>
            </a:r>
          </a:p>
        </p:txBody>
      </p:sp>
      <p:sp>
        <p:nvSpPr>
          <p:cNvPr id="549" name="SE-009-path-546">
            <a:extLst xmlns:a="http://schemas.openxmlformats.org/drawingml/2006/main">
              <a:ext uri="{FF2B5EF4-FFF2-40B4-BE49-F238E27FC236}">
                <a16:creationId xmlns:a16="http://schemas.microsoft.com/office/drawing/2014/main" id="{46A529E6-791F-4ACF-90FF-7E76CC6B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14525"/>
            <a:ext cx="95250" cy="361950"/>
          </a:xfrm>
          <a:custGeom xmlns:a="http://schemas.openxmlformats.org/drawingml/2006/main">
            <a:pathLst>
              <a:path w="95250" h="361950">
                <a:moveTo>
                  <a:pt x="0" y="36195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5ABAF"/>
            </a:solidFill>
          </a:ln>
        </p:spPr>
      </p:sp>
      <p:sp>
        <p:nvSpPr>
          <p:cNvPr id="550" name="SE-009-path-547">
            <a:extLst xmlns:a="http://schemas.openxmlformats.org/drawingml/2006/main">
              <a:ext uri="{FF2B5EF4-FFF2-40B4-BE49-F238E27FC236}">
                <a16:creationId xmlns:a16="http://schemas.microsoft.com/office/drawing/2014/main" id="{4630B655-C26C-4E7E-983F-AF3C3C5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720" y="1914525"/>
            <a:ext cx="68058" cy="74319"/>
          </a:xfrm>
          <a:custGeom xmlns:a="http://schemas.openxmlformats.org/drawingml/2006/main">
            <a:pathLst>
              <a:path w="68058" h="74319">
                <a:moveTo>
                  <a:pt x="68058" y="74319"/>
                </a:moveTo>
                <a:lnTo>
                  <a:pt x="51230" y="0"/>
                </a:lnTo>
                <a:lnTo>
                  <a:pt x="0" y="56409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11430">
            <a:solidFill>
              <a:srgbClr val="A5ABAF"/>
            </a:solidFill>
          </a:ln>
        </p:spPr>
      </p:sp>
      <p:sp>
        <p:nvSpPr>
          <p:cNvPr id="551" name="SE-009-path-548">
            <a:extLst xmlns:a="http://schemas.openxmlformats.org/drawingml/2006/main">
              <a:ext uri="{FF2B5EF4-FFF2-40B4-BE49-F238E27FC236}">
                <a16:creationId xmlns:a16="http://schemas.microsoft.com/office/drawing/2014/main" id="{A5243068-2FF0-4856-9D74-6840E6F3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57350"/>
            <a:ext cx="133350" cy="638175"/>
          </a:xfrm>
          <a:custGeom xmlns:a="http://schemas.openxmlformats.org/drawingml/2006/main">
            <a:pathLst>
              <a:path w="133350" h="638175">
                <a:moveTo>
                  <a:pt x="133350" y="638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5ABAF"/>
            </a:solidFill>
          </a:ln>
        </p:spPr>
      </p:sp>
      <p:sp>
        <p:nvSpPr>
          <p:cNvPr id="552" name="SE-009-path-549">
            <a:extLst xmlns:a="http://schemas.openxmlformats.org/drawingml/2006/main">
              <a:ext uri="{FF2B5EF4-FFF2-40B4-BE49-F238E27FC236}">
                <a16:creationId xmlns:a16="http://schemas.microsoft.com/office/drawing/2014/main" id="{D8D8DBE8-EB58-4816-9DCD-8808E54A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481" y="1657350"/>
            <a:ext cx="68887" cy="73357"/>
          </a:xfrm>
          <a:custGeom xmlns:a="http://schemas.openxmlformats.org/drawingml/2006/main">
            <a:pathLst>
              <a:path w="68887" h="73357">
                <a:moveTo>
                  <a:pt x="68887" y="58963"/>
                </a:moveTo>
                <a:lnTo>
                  <a:pt x="20619" y="0"/>
                </a:lnTo>
                <a:lnTo>
                  <a:pt x="0" y="73357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11430">
            <a:solidFill>
              <a:srgbClr val="A5ABAF"/>
            </a:solidFill>
          </a:ln>
        </p:spPr>
      </p:sp>
      <p:sp>
        <p:nvSpPr>
          <p:cNvPr id="553" name="SE-009-550">
            <a:extLst xmlns:a="http://schemas.openxmlformats.org/drawingml/2006/main">
              <a:ext uri="{FF2B5EF4-FFF2-40B4-BE49-F238E27FC236}">
                <a16:creationId xmlns:a16="http://schemas.microsoft.com/office/drawing/2014/main" id="{9286989D-327A-4F61-BBA0-DE6194AB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2890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Trajectory Tree Construction</a:t>
            </a:r>
          </a:p>
        </p:txBody>
      </p:sp>
      <p:pic>
        <p:nvPicPr>
          <p:cNvPr id="17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23d9b133742fe"/>
          <a:stretch xmlns:a="http://schemas.openxmlformats.org/drawingml/2006/main"/>
        </p:blipFill>
        <p:spPr>
          <a:xfrm xmlns:a="http://schemas.openxmlformats.org/drawingml/2006/main">
            <a:off x="11830050" y="409575"/>
            <a:ext cx="1895475" cy="1047750"/>
          </a:xfrm>
          <a:prstGeom xmlns:a="http://schemas.openxmlformats.org/drawingml/2006/main" prst="rect">
            <a:avLst/>
          </a:prstGeom>
        </p:spPr>
      </p:pic>
      <p:pic>
        <p:nvPicPr>
          <p:cNvPr id="17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54b11bc084b48"/>
          <a:stretch xmlns:a="http://schemas.openxmlformats.org/drawingml/2006/main"/>
        </p:blipFill>
        <p:spPr>
          <a:xfrm xmlns:a="http://schemas.openxmlformats.org/drawingml/2006/main">
            <a:off x="12258675" y="1438275"/>
            <a:ext cx="1057275" cy="1047750"/>
          </a:xfrm>
          <a:prstGeom xmlns:a="http://schemas.openxmlformats.org/drawingml/2006/main" prst="rect">
            <a:avLst/>
          </a:prstGeom>
        </p:spPr>
      </p:pic>
      <p:sp>
        <p:nvSpPr>
          <p:cNvPr id="556" name="SE-009-551">
            <a:extLst xmlns:a="http://schemas.openxmlformats.org/drawingml/2006/main">
              <a:ext uri="{FF2B5EF4-FFF2-40B4-BE49-F238E27FC236}">
                <a16:creationId xmlns:a16="http://schemas.microsoft.com/office/drawing/2014/main" id="{73AAE2B4-BC05-4C98-B11F-485B4C90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26289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To-be-aligned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Agentic LLM</a:t>
            </a:r>
          </a:p>
        </p:txBody>
      </p:sp>
      <p:sp>
        <p:nvSpPr>
          <p:cNvPr id="557" name="SE-009-path-552">
            <a:extLst xmlns:a="http://schemas.openxmlformats.org/drawingml/2006/main">
              <a:ext uri="{FF2B5EF4-FFF2-40B4-BE49-F238E27FC236}">
                <a16:creationId xmlns:a16="http://schemas.microsoft.com/office/drawing/2014/main" id="{508CF78A-D53C-4C40-B13E-901A90BB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162175"/>
            <a:ext cx="390525" cy="95"/>
          </a:xfrm>
          <a:custGeom xmlns:a="http://schemas.openxmlformats.org/drawingml/2006/main">
            <a:pathLst>
              <a:path w="390525" h="95">
                <a:moveTo>
                  <a:pt x="390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sp>
        <p:nvSpPr>
          <p:cNvPr id="558" name="SE-009-path-553">
            <a:extLst xmlns:a="http://schemas.openxmlformats.org/drawingml/2006/main">
              <a:ext uri="{FF2B5EF4-FFF2-40B4-BE49-F238E27FC236}">
                <a16:creationId xmlns:a16="http://schemas.microsoft.com/office/drawing/2014/main" id="{2EB8BFEF-B784-4058-88B4-658EEC56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083003"/>
            <a:ext cx="152075" cy="158344"/>
          </a:xfrm>
          <a:custGeom xmlns:a="http://schemas.openxmlformats.org/drawingml/2006/main">
            <a:pathLst>
              <a:path w="152075" h="158344">
                <a:moveTo>
                  <a:pt x="152075" y="0"/>
                </a:moveTo>
                <a:lnTo>
                  <a:pt x="0" y="79172"/>
                </a:lnTo>
                <a:lnTo>
                  <a:pt x="152075" y="15834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pic>
        <p:nvPicPr>
          <p:cNvPr id="17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e4b4893b440aa"/>
          <a:stretch xmlns:a="http://schemas.openxmlformats.org/drawingml/2006/main"/>
        </p:blipFill>
        <p:spPr>
          <a:xfrm xmlns:a="http://schemas.openxmlformats.org/drawingml/2006/main">
            <a:off x="11811000" y="3581400"/>
            <a:ext cx="952500" cy="866775"/>
          </a:xfrm>
          <a:prstGeom xmlns:a="http://schemas.openxmlformats.org/drawingml/2006/main" prst="rect">
            <a:avLst/>
          </a:prstGeom>
        </p:spPr>
      </p:pic>
      <p:pic>
        <p:nvPicPr>
          <p:cNvPr id="17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2550a92a7486c"/>
          <a:stretch xmlns:a="http://schemas.openxmlformats.org/drawingml/2006/main"/>
        </p:blipFill>
        <p:spPr>
          <a:xfrm xmlns:a="http://schemas.openxmlformats.org/drawingml/2006/main">
            <a:off x="12239625" y="4429125"/>
            <a:ext cx="990600" cy="733425"/>
          </a:xfrm>
          <a:prstGeom xmlns:a="http://schemas.openxmlformats.org/drawingml/2006/main" prst="rect">
            <a:avLst/>
          </a:prstGeom>
        </p:spPr>
      </p:pic>
      <p:sp>
        <p:nvSpPr>
          <p:cNvPr id="561" name="SE-009-554">
            <a:extLst xmlns:a="http://schemas.openxmlformats.org/drawingml/2006/main">
              <a:ext uri="{FF2B5EF4-FFF2-40B4-BE49-F238E27FC236}">
                <a16:creationId xmlns:a16="http://schemas.microsoft.com/office/drawing/2014/main" id="{29BA9E80-59B1-4CAE-8326-6871387A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5305425"/>
            <a:ext cx="1762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Well Aligned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Agentic LLM</a:t>
            </a:r>
          </a:p>
        </p:txBody>
      </p:sp>
      <p:sp>
        <p:nvSpPr>
          <p:cNvPr id="562" name="SE-009-path-555">
            <a:extLst xmlns:a="http://schemas.openxmlformats.org/drawingml/2006/main">
              <a:ext uri="{FF2B5EF4-FFF2-40B4-BE49-F238E27FC236}">
                <a16:creationId xmlns:a16="http://schemas.microsoft.com/office/drawing/2014/main" id="{3A7A4F64-1713-425D-A136-954D830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829175"/>
            <a:ext cx="400050" cy="95"/>
          </a:xfrm>
          <a:custGeom xmlns:a="http://schemas.openxmlformats.org/drawingml/2006/main"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sp>
        <p:nvSpPr>
          <p:cNvPr id="563" name="SE-009-path-556">
            <a:extLst xmlns:a="http://schemas.openxmlformats.org/drawingml/2006/main">
              <a:ext uri="{FF2B5EF4-FFF2-40B4-BE49-F238E27FC236}">
                <a16:creationId xmlns:a16="http://schemas.microsoft.com/office/drawing/2014/main" id="{09E94EA0-89EB-4FA0-8FEF-F8321A31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675" y="4750003"/>
            <a:ext cx="152075" cy="158344"/>
          </a:xfrm>
          <a:custGeom xmlns:a="http://schemas.openxmlformats.org/drawingml/2006/main">
            <a:pathLst>
              <a:path w="152075" h="158344">
                <a:moveTo>
                  <a:pt x="0" y="158344"/>
                </a:moveTo>
                <a:lnTo>
                  <a:pt x="152075" y="7917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sp>
        <p:nvSpPr>
          <p:cNvPr id="564" name="SE-009-path-557">
            <a:extLst xmlns:a="http://schemas.openxmlformats.org/drawingml/2006/main">
              <a:ext uri="{FF2B5EF4-FFF2-40B4-BE49-F238E27FC236}">
                <a16:creationId xmlns:a16="http://schemas.microsoft.com/office/drawing/2014/main" id="{A3966512-3873-499C-87FF-70BCFC12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65" name="SE-009-path-558">
            <a:extLst xmlns:a="http://schemas.openxmlformats.org/drawingml/2006/main">
              <a:ext uri="{FF2B5EF4-FFF2-40B4-BE49-F238E27FC236}">
                <a16:creationId xmlns:a16="http://schemas.microsoft.com/office/drawing/2014/main" id="{F4337DC0-EF29-4D41-880A-02A9222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66" name="SE-009-path-559">
            <a:extLst xmlns:a="http://schemas.openxmlformats.org/drawingml/2006/main">
              <a:ext uri="{FF2B5EF4-FFF2-40B4-BE49-F238E27FC236}">
                <a16:creationId xmlns:a16="http://schemas.microsoft.com/office/drawing/2014/main" id="{3DFF1FE5-B171-439E-B766-7759D15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67" name="SE-009-path-560">
            <a:extLst xmlns:a="http://schemas.openxmlformats.org/drawingml/2006/main">
              <a:ext uri="{FF2B5EF4-FFF2-40B4-BE49-F238E27FC236}">
                <a16:creationId xmlns:a16="http://schemas.microsoft.com/office/drawing/2014/main" id="{8BE3060A-765E-410E-95CB-10990A5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68" name="SE-009-path-561">
            <a:extLst xmlns:a="http://schemas.openxmlformats.org/drawingml/2006/main">
              <a:ext uri="{FF2B5EF4-FFF2-40B4-BE49-F238E27FC236}">
                <a16:creationId xmlns:a16="http://schemas.microsoft.com/office/drawing/2014/main" id="{D3394C8D-D4A6-4959-9927-DEE2581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69" name="SE-009-path-562">
            <a:extLst xmlns:a="http://schemas.openxmlformats.org/drawingml/2006/main">
              <a:ext uri="{FF2B5EF4-FFF2-40B4-BE49-F238E27FC236}">
                <a16:creationId xmlns:a16="http://schemas.microsoft.com/office/drawing/2014/main" id="{34B5F93C-888F-403D-B00F-3C45BE29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0" name="SE-009-path-563">
            <a:extLst xmlns:a="http://schemas.openxmlformats.org/drawingml/2006/main">
              <a:ext uri="{FF2B5EF4-FFF2-40B4-BE49-F238E27FC236}">
                <a16:creationId xmlns:a16="http://schemas.microsoft.com/office/drawing/2014/main" id="{43E7ADA4-AB2A-4E1D-99B7-351278B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1" name="SE-009-path-564">
            <a:extLst xmlns:a="http://schemas.openxmlformats.org/drawingml/2006/main">
              <a:ext uri="{FF2B5EF4-FFF2-40B4-BE49-F238E27FC236}">
                <a16:creationId xmlns:a16="http://schemas.microsoft.com/office/drawing/2014/main" id="{57D0E8DD-1666-40F6-A6AD-86B368E0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2" name="SE-009-path-565">
            <a:extLst xmlns:a="http://schemas.openxmlformats.org/drawingml/2006/main">
              <a:ext uri="{FF2B5EF4-FFF2-40B4-BE49-F238E27FC236}">
                <a16:creationId xmlns:a16="http://schemas.microsoft.com/office/drawing/2014/main" id="{7CCB1B0C-6CCC-4A19-ABB7-8F526896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3" name="SE-009-path-566">
            <a:extLst xmlns:a="http://schemas.openxmlformats.org/drawingml/2006/main">
              <a:ext uri="{FF2B5EF4-FFF2-40B4-BE49-F238E27FC236}">
                <a16:creationId xmlns:a16="http://schemas.microsoft.com/office/drawing/2014/main" id="{4C3B3EAB-3151-4D71-B9FA-6BB4B3FB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4" name="SE-009-path-567">
            <a:extLst xmlns:a="http://schemas.openxmlformats.org/drawingml/2006/main">
              <a:ext uri="{FF2B5EF4-FFF2-40B4-BE49-F238E27FC236}">
                <a16:creationId xmlns:a16="http://schemas.microsoft.com/office/drawing/2014/main" id="{8ABC539A-366F-4F99-805F-D5B8DE4B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5" name="SE-009-path-568">
            <a:extLst xmlns:a="http://schemas.openxmlformats.org/drawingml/2006/main">
              <a:ext uri="{FF2B5EF4-FFF2-40B4-BE49-F238E27FC236}">
                <a16:creationId xmlns:a16="http://schemas.microsoft.com/office/drawing/2014/main" id="{28D84C30-1245-49C9-BEB5-C763679C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6" name="SE-009-path-569">
            <a:extLst xmlns:a="http://schemas.openxmlformats.org/drawingml/2006/main">
              <a:ext uri="{FF2B5EF4-FFF2-40B4-BE49-F238E27FC236}">
                <a16:creationId xmlns:a16="http://schemas.microsoft.com/office/drawing/2014/main" id="{065A42E2-6E96-453C-9B56-3A6B00DF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7" name="SE-009-path-570">
            <a:extLst xmlns:a="http://schemas.openxmlformats.org/drawingml/2006/main">
              <a:ext uri="{FF2B5EF4-FFF2-40B4-BE49-F238E27FC236}">
                <a16:creationId xmlns:a16="http://schemas.microsoft.com/office/drawing/2014/main" id="{5B2D1008-B6F9-47A1-9836-C2C7FE94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8" name="SE-009-path-571">
            <a:extLst xmlns:a="http://schemas.openxmlformats.org/drawingml/2006/main">
              <a:ext uri="{FF2B5EF4-FFF2-40B4-BE49-F238E27FC236}">
                <a16:creationId xmlns:a16="http://schemas.microsoft.com/office/drawing/2014/main" id="{0FA224E2-548C-446F-8301-07237BC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79" name="SE-009-path-572">
            <a:extLst xmlns:a="http://schemas.openxmlformats.org/drawingml/2006/main">
              <a:ext uri="{FF2B5EF4-FFF2-40B4-BE49-F238E27FC236}">
                <a16:creationId xmlns:a16="http://schemas.microsoft.com/office/drawing/2014/main" id="{16E96C18-BF3D-4602-BD3D-F62B29F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0" name="SE-009-path-573">
            <a:extLst xmlns:a="http://schemas.openxmlformats.org/drawingml/2006/main">
              <a:ext uri="{FF2B5EF4-FFF2-40B4-BE49-F238E27FC236}">
                <a16:creationId xmlns:a16="http://schemas.microsoft.com/office/drawing/2014/main" id="{23E1CAE9-7EA7-436A-ACE7-4AE539FE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1" name="SE-009-path-574">
            <a:extLst xmlns:a="http://schemas.openxmlformats.org/drawingml/2006/main">
              <a:ext uri="{FF2B5EF4-FFF2-40B4-BE49-F238E27FC236}">
                <a16:creationId xmlns:a16="http://schemas.microsoft.com/office/drawing/2014/main" id="{D7CDA3EA-739C-4328-9831-67071749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2" name="SE-009-path-575">
            <a:extLst xmlns:a="http://schemas.openxmlformats.org/drawingml/2006/main">
              <a:ext uri="{FF2B5EF4-FFF2-40B4-BE49-F238E27FC236}">
                <a16:creationId xmlns:a16="http://schemas.microsoft.com/office/drawing/2014/main" id="{9EA7D0F2-B2C6-4855-933C-D34A4B2A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3" name="SE-009-path-576">
            <a:extLst xmlns:a="http://schemas.openxmlformats.org/drawingml/2006/main">
              <a:ext uri="{FF2B5EF4-FFF2-40B4-BE49-F238E27FC236}">
                <a16:creationId xmlns:a16="http://schemas.microsoft.com/office/drawing/2014/main" id="{2BB45E6C-F693-40C4-ADD0-B7B8530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4" name="SE-009-path-577">
            <a:extLst xmlns:a="http://schemas.openxmlformats.org/drawingml/2006/main">
              <a:ext uri="{FF2B5EF4-FFF2-40B4-BE49-F238E27FC236}">
                <a16:creationId xmlns:a16="http://schemas.microsoft.com/office/drawing/2014/main" id="{659A411E-2251-4DFD-A67E-2F01B667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5" name="SE-009-path-578">
            <a:extLst xmlns:a="http://schemas.openxmlformats.org/drawingml/2006/main">
              <a:ext uri="{FF2B5EF4-FFF2-40B4-BE49-F238E27FC236}">
                <a16:creationId xmlns:a16="http://schemas.microsoft.com/office/drawing/2014/main" id="{0BA9EABE-DC22-42B0-82EB-F8C59B67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6" name="SE-009-path-579">
            <a:extLst xmlns:a="http://schemas.openxmlformats.org/drawingml/2006/main">
              <a:ext uri="{FF2B5EF4-FFF2-40B4-BE49-F238E27FC236}">
                <a16:creationId xmlns:a16="http://schemas.microsoft.com/office/drawing/2014/main" id="{5BB0700C-289A-4DDC-94B8-39B41ECB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7" name="SE-009-path-580">
            <a:extLst xmlns:a="http://schemas.openxmlformats.org/drawingml/2006/main">
              <a:ext uri="{FF2B5EF4-FFF2-40B4-BE49-F238E27FC236}">
                <a16:creationId xmlns:a16="http://schemas.microsoft.com/office/drawing/2014/main" id="{0D1177D1-FB17-453E-9F4B-4507600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8" name="SE-009-path-581">
            <a:extLst xmlns:a="http://schemas.openxmlformats.org/drawingml/2006/main">
              <a:ext uri="{FF2B5EF4-FFF2-40B4-BE49-F238E27FC236}">
                <a16:creationId xmlns:a16="http://schemas.microsoft.com/office/drawing/2014/main" id="{6C1EE7F6-B2A5-4029-8135-24E895CC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89" name="SE-009-path-582">
            <a:extLst xmlns:a="http://schemas.openxmlformats.org/drawingml/2006/main">
              <a:ext uri="{FF2B5EF4-FFF2-40B4-BE49-F238E27FC236}">
                <a16:creationId xmlns:a16="http://schemas.microsoft.com/office/drawing/2014/main" id="{19D5C915-18BB-4872-9AD6-0E7EBA50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0" name="SE-009-path-583">
            <a:extLst xmlns:a="http://schemas.openxmlformats.org/drawingml/2006/main">
              <a:ext uri="{FF2B5EF4-FFF2-40B4-BE49-F238E27FC236}">
                <a16:creationId xmlns:a16="http://schemas.microsoft.com/office/drawing/2014/main" id="{72006ECC-1B7C-417B-A54C-659D5078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1" name="SE-009-path-584">
            <a:extLst xmlns:a="http://schemas.openxmlformats.org/drawingml/2006/main">
              <a:ext uri="{FF2B5EF4-FFF2-40B4-BE49-F238E27FC236}">
                <a16:creationId xmlns:a16="http://schemas.microsoft.com/office/drawing/2014/main" id="{2F0E2770-67AD-4B69-8F87-E9535C6B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2" name="SE-009-path-585">
            <a:extLst xmlns:a="http://schemas.openxmlformats.org/drawingml/2006/main">
              <a:ext uri="{FF2B5EF4-FFF2-40B4-BE49-F238E27FC236}">
                <a16:creationId xmlns:a16="http://schemas.microsoft.com/office/drawing/2014/main" id="{17854256-FA1A-4C89-B0A2-F0D7F4E2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3" name="SE-009-path-586">
            <a:extLst xmlns:a="http://schemas.openxmlformats.org/drawingml/2006/main">
              <a:ext uri="{FF2B5EF4-FFF2-40B4-BE49-F238E27FC236}">
                <a16:creationId xmlns:a16="http://schemas.microsoft.com/office/drawing/2014/main" id="{FBD9D942-334F-4C88-B48D-CAE2F7A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4" name="SE-009-path-587">
            <a:extLst xmlns:a="http://schemas.openxmlformats.org/drawingml/2006/main">
              <a:ext uri="{FF2B5EF4-FFF2-40B4-BE49-F238E27FC236}">
                <a16:creationId xmlns:a16="http://schemas.microsoft.com/office/drawing/2014/main" id="{05E16626-B24E-4B03-A6B5-D063CAA6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5" name="SE-009-path-588">
            <a:extLst xmlns:a="http://schemas.openxmlformats.org/drawingml/2006/main">
              <a:ext uri="{FF2B5EF4-FFF2-40B4-BE49-F238E27FC236}">
                <a16:creationId xmlns:a16="http://schemas.microsoft.com/office/drawing/2014/main" id="{E3218ED4-0519-4873-9CFF-83614EEF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6" name="SE-009-path-589">
            <a:extLst xmlns:a="http://schemas.openxmlformats.org/drawingml/2006/main">
              <a:ext uri="{FF2B5EF4-FFF2-40B4-BE49-F238E27FC236}">
                <a16:creationId xmlns:a16="http://schemas.microsoft.com/office/drawing/2014/main" id="{48C0B16F-4D81-4F4E-BB86-FF7A8DF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7" name="SE-009-path-590">
            <a:extLst xmlns:a="http://schemas.openxmlformats.org/drawingml/2006/main">
              <a:ext uri="{FF2B5EF4-FFF2-40B4-BE49-F238E27FC236}">
                <a16:creationId xmlns:a16="http://schemas.microsoft.com/office/drawing/2014/main" id="{6FF628AD-85B0-4BEA-9134-0488D369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8" name="SE-009-path-591">
            <a:extLst xmlns:a="http://schemas.openxmlformats.org/drawingml/2006/main">
              <a:ext uri="{FF2B5EF4-FFF2-40B4-BE49-F238E27FC236}">
                <a16:creationId xmlns:a16="http://schemas.microsoft.com/office/drawing/2014/main" id="{A6ACCC34-6D90-4843-9C57-B166032C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599" name="SE-009-path-592">
            <a:extLst xmlns:a="http://schemas.openxmlformats.org/drawingml/2006/main">
              <a:ext uri="{FF2B5EF4-FFF2-40B4-BE49-F238E27FC236}">
                <a16:creationId xmlns:a16="http://schemas.microsoft.com/office/drawing/2014/main" id="{4E3C5579-94B3-4122-96B4-945A8AEF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0" name="SE-009-path-593">
            <a:extLst xmlns:a="http://schemas.openxmlformats.org/drawingml/2006/main">
              <a:ext uri="{FF2B5EF4-FFF2-40B4-BE49-F238E27FC236}">
                <a16:creationId xmlns:a16="http://schemas.microsoft.com/office/drawing/2014/main" id="{F66B9468-BE2C-4D37-9343-1701B0C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1" name="SE-009-path-594">
            <a:extLst xmlns:a="http://schemas.openxmlformats.org/drawingml/2006/main">
              <a:ext uri="{FF2B5EF4-FFF2-40B4-BE49-F238E27FC236}">
                <a16:creationId xmlns:a16="http://schemas.microsoft.com/office/drawing/2014/main" id="{AE10B3A2-F131-4876-AD6F-644169F6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2" name="SE-009-path-595">
            <a:extLst xmlns:a="http://schemas.openxmlformats.org/drawingml/2006/main">
              <a:ext uri="{FF2B5EF4-FFF2-40B4-BE49-F238E27FC236}">
                <a16:creationId xmlns:a16="http://schemas.microsoft.com/office/drawing/2014/main" id="{89C2DE93-7E93-47BA-9CC6-054B374C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3" name="SE-009-path-596">
            <a:extLst xmlns:a="http://schemas.openxmlformats.org/drawingml/2006/main">
              <a:ext uri="{FF2B5EF4-FFF2-40B4-BE49-F238E27FC236}">
                <a16:creationId xmlns:a16="http://schemas.microsoft.com/office/drawing/2014/main" id="{4A9FA4A8-C2C7-4547-B539-625C44CC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4" name="SE-009-path-597">
            <a:extLst xmlns:a="http://schemas.openxmlformats.org/drawingml/2006/main">
              <a:ext uri="{FF2B5EF4-FFF2-40B4-BE49-F238E27FC236}">
                <a16:creationId xmlns:a16="http://schemas.microsoft.com/office/drawing/2014/main" id="{1414579B-924A-4EA9-8863-9867FAB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5" name="SE-009-path-598">
            <a:extLst xmlns:a="http://schemas.openxmlformats.org/drawingml/2006/main">
              <a:ext uri="{FF2B5EF4-FFF2-40B4-BE49-F238E27FC236}">
                <a16:creationId xmlns:a16="http://schemas.microsoft.com/office/drawing/2014/main" id="{E3DF0469-8784-444D-ACC8-B647E5A2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6" name="SE-009-path-599">
            <a:extLst xmlns:a="http://schemas.openxmlformats.org/drawingml/2006/main">
              <a:ext uri="{FF2B5EF4-FFF2-40B4-BE49-F238E27FC236}">
                <a16:creationId xmlns:a16="http://schemas.microsoft.com/office/drawing/2014/main" id="{D92786F5-71C2-4D5E-9CFC-BBF09DF3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7" name="SE-009-path-600">
            <a:extLst xmlns:a="http://schemas.openxmlformats.org/drawingml/2006/main">
              <a:ext uri="{FF2B5EF4-FFF2-40B4-BE49-F238E27FC236}">
                <a16:creationId xmlns:a16="http://schemas.microsoft.com/office/drawing/2014/main" id="{7A5EA589-5206-4F03-A28D-817D4D60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1467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8" name="SE-009-path-601">
            <a:extLst xmlns:a="http://schemas.openxmlformats.org/drawingml/2006/main">
              <a:ext uri="{FF2B5EF4-FFF2-40B4-BE49-F238E27FC236}">
                <a16:creationId xmlns:a16="http://schemas.microsoft.com/office/drawing/2014/main" id="{1B64D6F3-3A3F-4F22-B544-86B3C1F3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14675"/>
            <a:ext cx="9525" cy="95"/>
          </a:xfrm>
          <a:custGeom xmlns:a="http://schemas.openxmlformats.org/drawingml/2006/main">
            <a:pathLst>
              <a:path w="9525" h="9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09" name="SE-009-path-602">
            <a:extLst xmlns:a="http://schemas.openxmlformats.org/drawingml/2006/main">
              <a:ext uri="{FF2B5EF4-FFF2-40B4-BE49-F238E27FC236}">
                <a16:creationId xmlns:a16="http://schemas.microsoft.com/office/drawing/2014/main" id="{36C34380-3A48-432C-AEB0-DA150AC2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14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0" name="SE-009-path-603">
            <a:extLst xmlns:a="http://schemas.openxmlformats.org/drawingml/2006/main">
              <a:ext uri="{FF2B5EF4-FFF2-40B4-BE49-F238E27FC236}">
                <a16:creationId xmlns:a16="http://schemas.microsoft.com/office/drawing/2014/main" id="{D2313A49-C609-4CE2-BA64-AC396A1F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718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1" name="SE-009-path-604">
            <a:extLst xmlns:a="http://schemas.openxmlformats.org/drawingml/2006/main">
              <a:ext uri="{FF2B5EF4-FFF2-40B4-BE49-F238E27FC236}">
                <a16:creationId xmlns:a16="http://schemas.microsoft.com/office/drawing/2014/main" id="{BEE76CA2-B950-4D75-9169-B72397E7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289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2" name="SE-009-path-605">
            <a:extLst xmlns:a="http://schemas.openxmlformats.org/drawingml/2006/main">
              <a:ext uri="{FF2B5EF4-FFF2-40B4-BE49-F238E27FC236}">
                <a16:creationId xmlns:a16="http://schemas.microsoft.com/office/drawing/2014/main" id="{9CD3C24C-4CBA-47F8-A911-D5961594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861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3" name="SE-009-path-606">
            <a:extLst xmlns:a="http://schemas.openxmlformats.org/drawingml/2006/main">
              <a:ext uri="{FF2B5EF4-FFF2-40B4-BE49-F238E27FC236}">
                <a16:creationId xmlns:a16="http://schemas.microsoft.com/office/drawing/2014/main" id="{10F84C30-C309-440F-8A63-16541747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432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4" name="SE-009-path-607">
            <a:extLst xmlns:a="http://schemas.openxmlformats.org/drawingml/2006/main">
              <a:ext uri="{FF2B5EF4-FFF2-40B4-BE49-F238E27FC236}">
                <a16:creationId xmlns:a16="http://schemas.microsoft.com/office/drawing/2014/main" id="{080BC836-1463-41BF-8FD7-C62D726C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00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5" name="SE-009-path-608">
            <a:extLst xmlns:a="http://schemas.openxmlformats.org/drawingml/2006/main">
              <a:ext uri="{FF2B5EF4-FFF2-40B4-BE49-F238E27FC236}">
                <a16:creationId xmlns:a16="http://schemas.microsoft.com/office/drawing/2014/main" id="{8F0138A6-C2E7-4495-A7FB-0A6FB387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57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6" name="SE-009-path-609">
            <a:extLst xmlns:a="http://schemas.openxmlformats.org/drawingml/2006/main">
              <a:ext uri="{FF2B5EF4-FFF2-40B4-BE49-F238E27FC236}">
                <a16:creationId xmlns:a16="http://schemas.microsoft.com/office/drawing/2014/main" id="{F6A085F6-9858-487F-99DF-09DB0D8B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147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7" name="SE-009-path-610">
            <a:extLst xmlns:a="http://schemas.openxmlformats.org/drawingml/2006/main">
              <a:ext uri="{FF2B5EF4-FFF2-40B4-BE49-F238E27FC236}">
                <a16:creationId xmlns:a16="http://schemas.microsoft.com/office/drawing/2014/main" id="{21D4E3DB-5E77-4EF1-A8A6-611E7AC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718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8" name="SE-009-path-611">
            <a:extLst xmlns:a="http://schemas.openxmlformats.org/drawingml/2006/main">
              <a:ext uri="{FF2B5EF4-FFF2-40B4-BE49-F238E27FC236}">
                <a16:creationId xmlns:a16="http://schemas.microsoft.com/office/drawing/2014/main" id="{907B4CC6-4FEF-4610-BD4B-181CCB3E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290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19" name="SE-009-path-612">
            <a:extLst xmlns:a="http://schemas.openxmlformats.org/drawingml/2006/main">
              <a:ext uri="{FF2B5EF4-FFF2-40B4-BE49-F238E27FC236}">
                <a16:creationId xmlns:a16="http://schemas.microsoft.com/office/drawing/2014/main" id="{1B9FA3D6-0EF6-486A-8171-DF16860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86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0" name="SE-009-path-613">
            <a:extLst xmlns:a="http://schemas.openxmlformats.org/drawingml/2006/main">
              <a:ext uri="{FF2B5EF4-FFF2-40B4-BE49-F238E27FC236}">
                <a16:creationId xmlns:a16="http://schemas.microsoft.com/office/drawing/2014/main" id="{2C6B3CC7-F846-4A20-8130-98663E52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7433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1" name="SE-009-path-614">
            <a:extLst xmlns:a="http://schemas.openxmlformats.org/drawingml/2006/main">
              <a:ext uri="{FF2B5EF4-FFF2-40B4-BE49-F238E27FC236}">
                <a16:creationId xmlns:a16="http://schemas.microsoft.com/office/drawing/2014/main" id="{75C2A16C-98C2-43B0-B17B-5185E24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004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2" name="SE-009-path-615">
            <a:extLst xmlns:a="http://schemas.openxmlformats.org/drawingml/2006/main">
              <a:ext uri="{FF2B5EF4-FFF2-40B4-BE49-F238E27FC236}">
                <a16:creationId xmlns:a16="http://schemas.microsoft.com/office/drawing/2014/main" id="{1B866203-FCC4-4985-AFBC-234311F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576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3" name="SE-009-path-616">
            <a:extLst xmlns:a="http://schemas.openxmlformats.org/drawingml/2006/main">
              <a:ext uri="{FF2B5EF4-FFF2-40B4-BE49-F238E27FC236}">
                <a16:creationId xmlns:a16="http://schemas.microsoft.com/office/drawing/2014/main" id="{C120305C-1D6D-4DC8-A3F5-3E9D01AE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9147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4" name="SE-009-path-617">
            <a:extLst xmlns:a="http://schemas.openxmlformats.org/drawingml/2006/main">
              <a:ext uri="{FF2B5EF4-FFF2-40B4-BE49-F238E27FC236}">
                <a16:creationId xmlns:a16="http://schemas.microsoft.com/office/drawing/2014/main" id="{B692AF79-1C42-4098-83A2-9F69247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9719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5" name="SE-009-path-618">
            <a:extLst xmlns:a="http://schemas.openxmlformats.org/drawingml/2006/main">
              <a:ext uri="{FF2B5EF4-FFF2-40B4-BE49-F238E27FC236}">
                <a16:creationId xmlns:a16="http://schemas.microsoft.com/office/drawing/2014/main" id="{B3BB935A-AB4D-4020-B5D3-100B3269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290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6" name="SE-009-path-619">
            <a:extLst xmlns:a="http://schemas.openxmlformats.org/drawingml/2006/main">
              <a:ext uri="{FF2B5EF4-FFF2-40B4-BE49-F238E27FC236}">
                <a16:creationId xmlns:a16="http://schemas.microsoft.com/office/drawing/2014/main" id="{B20DEDCD-6F45-4011-9B76-77D6F515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862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7" name="SE-009-path-620">
            <a:extLst xmlns:a="http://schemas.openxmlformats.org/drawingml/2006/main">
              <a:ext uri="{FF2B5EF4-FFF2-40B4-BE49-F238E27FC236}">
                <a16:creationId xmlns:a16="http://schemas.microsoft.com/office/drawing/2014/main" id="{DDAC31D6-CB00-4D82-BEEF-9018F5E6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433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8" name="SE-009-path-621">
            <a:extLst xmlns:a="http://schemas.openxmlformats.org/drawingml/2006/main">
              <a:ext uri="{FF2B5EF4-FFF2-40B4-BE49-F238E27FC236}">
                <a16:creationId xmlns:a16="http://schemas.microsoft.com/office/drawing/2014/main" id="{96FE8BEC-7986-4309-8354-64E05FA7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005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29" name="SE-009-path-622">
            <a:extLst xmlns:a="http://schemas.openxmlformats.org/drawingml/2006/main">
              <a:ext uri="{FF2B5EF4-FFF2-40B4-BE49-F238E27FC236}">
                <a16:creationId xmlns:a16="http://schemas.microsoft.com/office/drawing/2014/main" id="{FF3E1179-78F4-4738-BB72-1CA954D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57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0" name="SE-009-path-623">
            <a:extLst xmlns:a="http://schemas.openxmlformats.org/drawingml/2006/main">
              <a:ext uri="{FF2B5EF4-FFF2-40B4-BE49-F238E27FC236}">
                <a16:creationId xmlns:a16="http://schemas.microsoft.com/office/drawing/2014/main" id="{68F30B32-A1AC-49B2-9821-9ED45135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3148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1" name="SE-009-path-624">
            <a:extLst xmlns:a="http://schemas.openxmlformats.org/drawingml/2006/main">
              <a:ext uri="{FF2B5EF4-FFF2-40B4-BE49-F238E27FC236}">
                <a16:creationId xmlns:a16="http://schemas.microsoft.com/office/drawing/2014/main" id="{0A092D84-9FF8-4A2E-B56A-5FA27A38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3719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2" name="SE-009-path-625">
            <a:extLst xmlns:a="http://schemas.openxmlformats.org/drawingml/2006/main">
              <a:ext uri="{FF2B5EF4-FFF2-40B4-BE49-F238E27FC236}">
                <a16:creationId xmlns:a16="http://schemas.microsoft.com/office/drawing/2014/main" id="{3936D07C-461F-4D19-9CE7-280879F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291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3" name="SE-009-path-626">
            <a:extLst xmlns:a="http://schemas.openxmlformats.org/drawingml/2006/main">
              <a:ext uri="{FF2B5EF4-FFF2-40B4-BE49-F238E27FC236}">
                <a16:creationId xmlns:a16="http://schemas.microsoft.com/office/drawing/2014/main" id="{B7F6F40D-32D5-4225-BC45-6364C423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862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4" name="SE-009-path-627">
            <a:extLst xmlns:a="http://schemas.openxmlformats.org/drawingml/2006/main">
              <a:ext uri="{FF2B5EF4-FFF2-40B4-BE49-F238E27FC236}">
                <a16:creationId xmlns:a16="http://schemas.microsoft.com/office/drawing/2014/main" id="{43CD9358-D34D-452D-A9B1-AF2F1433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43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5" name="SE-009-path-628">
            <a:extLst xmlns:a="http://schemas.openxmlformats.org/drawingml/2006/main">
              <a:ext uri="{FF2B5EF4-FFF2-40B4-BE49-F238E27FC236}">
                <a16:creationId xmlns:a16="http://schemas.microsoft.com/office/drawing/2014/main" id="{AFE47621-92A8-4925-8DE5-F554B99B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00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6" name="SE-009-path-629">
            <a:extLst xmlns:a="http://schemas.openxmlformats.org/drawingml/2006/main">
              <a:ext uri="{FF2B5EF4-FFF2-40B4-BE49-F238E27FC236}">
                <a16:creationId xmlns:a16="http://schemas.microsoft.com/office/drawing/2014/main" id="{3F6FC153-C96F-4C1C-8E05-B2B5C781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577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7" name="SE-009-path-630">
            <a:extLst xmlns:a="http://schemas.openxmlformats.org/drawingml/2006/main">
              <a:ext uri="{FF2B5EF4-FFF2-40B4-BE49-F238E27FC236}">
                <a16:creationId xmlns:a16="http://schemas.microsoft.com/office/drawing/2014/main" id="{4321FA6D-B80E-49FC-A914-7F7A94DB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7148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8" name="SE-009-path-631">
            <a:extLst xmlns:a="http://schemas.openxmlformats.org/drawingml/2006/main">
              <a:ext uri="{FF2B5EF4-FFF2-40B4-BE49-F238E27FC236}">
                <a16:creationId xmlns:a16="http://schemas.microsoft.com/office/drawing/2014/main" id="{183EBDB4-0373-45C8-A37B-0A393AA4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7720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39" name="SE-009-path-632">
            <a:extLst xmlns:a="http://schemas.openxmlformats.org/drawingml/2006/main">
              <a:ext uri="{FF2B5EF4-FFF2-40B4-BE49-F238E27FC236}">
                <a16:creationId xmlns:a16="http://schemas.microsoft.com/office/drawing/2014/main" id="{0BB08CCB-6D16-4A69-8A8B-62576229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829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0" name="SE-009-path-633">
            <a:extLst xmlns:a="http://schemas.openxmlformats.org/drawingml/2006/main">
              <a:ext uri="{FF2B5EF4-FFF2-40B4-BE49-F238E27FC236}">
                <a16:creationId xmlns:a16="http://schemas.microsoft.com/office/drawing/2014/main" id="{0F225D7F-9A81-4F76-9665-AC425B2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886325"/>
            <a:ext cx="95" cy="9525"/>
          </a:xfrm>
          <a:custGeom xmlns:a="http://schemas.openxmlformats.org/drawingml/2006/main">
            <a:pathLst>
              <a:path w="95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1" name="SE-009-path-634">
            <a:extLst xmlns:a="http://schemas.openxmlformats.org/drawingml/2006/main">
              <a:ext uri="{FF2B5EF4-FFF2-40B4-BE49-F238E27FC236}">
                <a16:creationId xmlns:a16="http://schemas.microsoft.com/office/drawing/2014/main" id="{A184E3FA-DB5C-4533-B147-3576F021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2" name="SE-009-path-635">
            <a:extLst xmlns:a="http://schemas.openxmlformats.org/drawingml/2006/main">
              <a:ext uri="{FF2B5EF4-FFF2-40B4-BE49-F238E27FC236}">
                <a16:creationId xmlns:a16="http://schemas.microsoft.com/office/drawing/2014/main" id="{9E363C4A-EEA2-489F-8212-273167D3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3" name="SE-009-path-636">
            <a:extLst xmlns:a="http://schemas.openxmlformats.org/drawingml/2006/main">
              <a:ext uri="{FF2B5EF4-FFF2-40B4-BE49-F238E27FC236}">
                <a16:creationId xmlns:a16="http://schemas.microsoft.com/office/drawing/2014/main" id="{34A0C27B-56CE-43BF-AF1E-8F5741D4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4" name="SE-009-path-637">
            <a:extLst xmlns:a="http://schemas.openxmlformats.org/drawingml/2006/main">
              <a:ext uri="{FF2B5EF4-FFF2-40B4-BE49-F238E27FC236}">
                <a16:creationId xmlns:a16="http://schemas.microsoft.com/office/drawing/2014/main" id="{1E996750-E931-49B5-880D-A3B094D9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5" name="SE-009-path-638">
            <a:extLst xmlns:a="http://schemas.openxmlformats.org/drawingml/2006/main">
              <a:ext uri="{FF2B5EF4-FFF2-40B4-BE49-F238E27FC236}">
                <a16:creationId xmlns:a16="http://schemas.microsoft.com/office/drawing/2014/main" id="{55C7DC45-B4C1-4725-B5B7-2E5EAFB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6" name="SE-009-path-639">
            <a:extLst xmlns:a="http://schemas.openxmlformats.org/drawingml/2006/main">
              <a:ext uri="{FF2B5EF4-FFF2-40B4-BE49-F238E27FC236}">
                <a16:creationId xmlns:a16="http://schemas.microsoft.com/office/drawing/2014/main" id="{BED39354-0740-4EFB-B27B-037EC0F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7" name="SE-009-path-640">
            <a:extLst xmlns:a="http://schemas.openxmlformats.org/drawingml/2006/main">
              <a:ext uri="{FF2B5EF4-FFF2-40B4-BE49-F238E27FC236}">
                <a16:creationId xmlns:a16="http://schemas.microsoft.com/office/drawing/2014/main" id="{DCB660DB-B5DE-439D-A091-2555E840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8" name="SE-009-path-641">
            <a:extLst xmlns:a="http://schemas.openxmlformats.org/drawingml/2006/main">
              <a:ext uri="{FF2B5EF4-FFF2-40B4-BE49-F238E27FC236}">
                <a16:creationId xmlns:a16="http://schemas.microsoft.com/office/drawing/2014/main" id="{C9726475-0671-43C6-8D99-564B5EF7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49" name="SE-009-path-642">
            <a:extLst xmlns:a="http://schemas.openxmlformats.org/drawingml/2006/main">
              <a:ext uri="{FF2B5EF4-FFF2-40B4-BE49-F238E27FC236}">
                <a16:creationId xmlns:a16="http://schemas.microsoft.com/office/drawing/2014/main" id="{05FC4E0B-CC5D-4F95-B173-35742370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0" name="SE-009-path-643">
            <a:extLst xmlns:a="http://schemas.openxmlformats.org/drawingml/2006/main">
              <a:ext uri="{FF2B5EF4-FFF2-40B4-BE49-F238E27FC236}">
                <a16:creationId xmlns:a16="http://schemas.microsoft.com/office/drawing/2014/main" id="{6EE302BA-E447-422E-832E-BA0DF9CA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1" name="SE-009-path-644">
            <a:extLst xmlns:a="http://schemas.openxmlformats.org/drawingml/2006/main">
              <a:ext uri="{FF2B5EF4-FFF2-40B4-BE49-F238E27FC236}">
                <a16:creationId xmlns:a16="http://schemas.microsoft.com/office/drawing/2014/main" id="{0074332F-E92B-45C2-BC44-9999891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2" name="SE-009-path-645">
            <a:extLst xmlns:a="http://schemas.openxmlformats.org/drawingml/2006/main">
              <a:ext uri="{FF2B5EF4-FFF2-40B4-BE49-F238E27FC236}">
                <a16:creationId xmlns:a16="http://schemas.microsoft.com/office/drawing/2014/main" id="{F0DD5473-1FFB-4763-AA06-D7B93497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3" name="SE-009-path-646">
            <a:extLst xmlns:a="http://schemas.openxmlformats.org/drawingml/2006/main">
              <a:ext uri="{FF2B5EF4-FFF2-40B4-BE49-F238E27FC236}">
                <a16:creationId xmlns:a16="http://schemas.microsoft.com/office/drawing/2014/main" id="{1C2A3762-49C5-4B43-A62B-2AF06C0D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4" name="SE-009-path-647">
            <a:extLst xmlns:a="http://schemas.openxmlformats.org/drawingml/2006/main">
              <a:ext uri="{FF2B5EF4-FFF2-40B4-BE49-F238E27FC236}">
                <a16:creationId xmlns:a16="http://schemas.microsoft.com/office/drawing/2014/main" id="{35F5C94C-ABF7-4EEB-B265-741BD292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5" name="SE-009-path-648">
            <a:extLst xmlns:a="http://schemas.openxmlformats.org/drawingml/2006/main">
              <a:ext uri="{FF2B5EF4-FFF2-40B4-BE49-F238E27FC236}">
                <a16:creationId xmlns:a16="http://schemas.microsoft.com/office/drawing/2014/main" id="{B0C7AC8B-E54B-441D-8D4B-F2839D4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6" name="SE-009-path-649">
            <a:extLst xmlns:a="http://schemas.openxmlformats.org/drawingml/2006/main">
              <a:ext uri="{FF2B5EF4-FFF2-40B4-BE49-F238E27FC236}">
                <a16:creationId xmlns:a16="http://schemas.microsoft.com/office/drawing/2014/main" id="{415C6793-EE98-4FDD-9FF1-D26EC916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7" name="SE-009-path-650">
            <a:extLst xmlns:a="http://schemas.openxmlformats.org/drawingml/2006/main">
              <a:ext uri="{FF2B5EF4-FFF2-40B4-BE49-F238E27FC236}">
                <a16:creationId xmlns:a16="http://schemas.microsoft.com/office/drawing/2014/main" id="{DD74569F-6FDB-4764-9763-5F8AE75C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8" name="SE-009-path-651">
            <a:extLst xmlns:a="http://schemas.openxmlformats.org/drawingml/2006/main">
              <a:ext uri="{FF2B5EF4-FFF2-40B4-BE49-F238E27FC236}">
                <a16:creationId xmlns:a16="http://schemas.microsoft.com/office/drawing/2014/main" id="{BC91D771-BBF6-4D1F-9A91-4BE26242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59" name="SE-009-path-652">
            <a:extLst xmlns:a="http://schemas.openxmlformats.org/drawingml/2006/main">
              <a:ext uri="{FF2B5EF4-FFF2-40B4-BE49-F238E27FC236}">
                <a16:creationId xmlns:a16="http://schemas.microsoft.com/office/drawing/2014/main" id="{38F407E6-21B8-46D8-A653-01EA1738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0" name="SE-009-path-653">
            <a:extLst xmlns:a="http://schemas.openxmlformats.org/drawingml/2006/main">
              <a:ext uri="{FF2B5EF4-FFF2-40B4-BE49-F238E27FC236}">
                <a16:creationId xmlns:a16="http://schemas.microsoft.com/office/drawing/2014/main" id="{B07A2686-68B3-4ECA-BB1B-7D25281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1" name="SE-009-path-654">
            <a:extLst xmlns:a="http://schemas.openxmlformats.org/drawingml/2006/main">
              <a:ext uri="{FF2B5EF4-FFF2-40B4-BE49-F238E27FC236}">
                <a16:creationId xmlns:a16="http://schemas.microsoft.com/office/drawing/2014/main" id="{3E37623B-4989-4FD1-815F-E99E6190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2" name="SE-009-path-655">
            <a:extLst xmlns:a="http://schemas.openxmlformats.org/drawingml/2006/main">
              <a:ext uri="{FF2B5EF4-FFF2-40B4-BE49-F238E27FC236}">
                <a16:creationId xmlns:a16="http://schemas.microsoft.com/office/drawing/2014/main" id="{CDC5F99E-A4BB-43D3-B7B7-F92F8222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3" name="SE-009-path-656">
            <a:extLst xmlns:a="http://schemas.openxmlformats.org/drawingml/2006/main">
              <a:ext uri="{FF2B5EF4-FFF2-40B4-BE49-F238E27FC236}">
                <a16:creationId xmlns:a16="http://schemas.microsoft.com/office/drawing/2014/main" id="{2F0B6F30-636B-494A-956B-A42D935A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4" name="SE-009-path-657">
            <a:extLst xmlns:a="http://schemas.openxmlformats.org/drawingml/2006/main">
              <a:ext uri="{FF2B5EF4-FFF2-40B4-BE49-F238E27FC236}">
                <a16:creationId xmlns:a16="http://schemas.microsoft.com/office/drawing/2014/main" id="{4DB2D494-7446-4BD3-AC8E-ED76982B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5" name="SE-009-path-658">
            <a:extLst xmlns:a="http://schemas.openxmlformats.org/drawingml/2006/main">
              <a:ext uri="{FF2B5EF4-FFF2-40B4-BE49-F238E27FC236}">
                <a16:creationId xmlns:a16="http://schemas.microsoft.com/office/drawing/2014/main" id="{04692CA7-5CCE-470F-A626-803A4008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6" name="SE-009-path-659">
            <a:extLst xmlns:a="http://schemas.openxmlformats.org/drawingml/2006/main">
              <a:ext uri="{FF2B5EF4-FFF2-40B4-BE49-F238E27FC236}">
                <a16:creationId xmlns:a16="http://schemas.microsoft.com/office/drawing/2014/main" id="{DE6968C0-66F8-444F-BEB6-AC6B295F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7" name="SE-009-path-660">
            <a:extLst xmlns:a="http://schemas.openxmlformats.org/drawingml/2006/main">
              <a:ext uri="{FF2B5EF4-FFF2-40B4-BE49-F238E27FC236}">
                <a16:creationId xmlns:a16="http://schemas.microsoft.com/office/drawing/2014/main" id="{BB1A13F3-080E-4C29-96EB-359AF25B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8" name="SE-009-path-661">
            <a:extLst xmlns:a="http://schemas.openxmlformats.org/drawingml/2006/main">
              <a:ext uri="{FF2B5EF4-FFF2-40B4-BE49-F238E27FC236}">
                <a16:creationId xmlns:a16="http://schemas.microsoft.com/office/drawing/2014/main" id="{491B42FD-DCEF-4326-A7FD-B70FE264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69" name="SE-009-path-662">
            <a:extLst xmlns:a="http://schemas.openxmlformats.org/drawingml/2006/main">
              <a:ext uri="{FF2B5EF4-FFF2-40B4-BE49-F238E27FC236}">
                <a16:creationId xmlns:a16="http://schemas.microsoft.com/office/drawing/2014/main" id="{7ED93280-F1E3-49C1-8C32-45DD05DB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0" name="SE-009-path-663">
            <a:extLst xmlns:a="http://schemas.openxmlformats.org/drawingml/2006/main">
              <a:ext uri="{FF2B5EF4-FFF2-40B4-BE49-F238E27FC236}">
                <a16:creationId xmlns:a16="http://schemas.microsoft.com/office/drawing/2014/main" id="{17A36288-9A3C-4122-A949-68B45EB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1" name="SE-009-path-664">
            <a:extLst xmlns:a="http://schemas.openxmlformats.org/drawingml/2006/main">
              <a:ext uri="{FF2B5EF4-FFF2-40B4-BE49-F238E27FC236}">
                <a16:creationId xmlns:a16="http://schemas.microsoft.com/office/drawing/2014/main" id="{216CC81A-0DC7-4C19-BB03-8BE90A2B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2" name="SE-009-path-665">
            <a:extLst xmlns:a="http://schemas.openxmlformats.org/drawingml/2006/main">
              <a:ext uri="{FF2B5EF4-FFF2-40B4-BE49-F238E27FC236}">
                <a16:creationId xmlns:a16="http://schemas.microsoft.com/office/drawing/2014/main" id="{E4EDC0BE-1B0F-4DCF-B2FF-FB9EBDBE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3" name="SE-009-path-666">
            <a:extLst xmlns:a="http://schemas.openxmlformats.org/drawingml/2006/main">
              <a:ext uri="{FF2B5EF4-FFF2-40B4-BE49-F238E27FC236}">
                <a16:creationId xmlns:a16="http://schemas.microsoft.com/office/drawing/2014/main" id="{719B98DE-9DB8-46D4-988C-F6A0637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4" name="SE-009-path-667">
            <a:extLst xmlns:a="http://schemas.openxmlformats.org/drawingml/2006/main">
              <a:ext uri="{FF2B5EF4-FFF2-40B4-BE49-F238E27FC236}">
                <a16:creationId xmlns:a16="http://schemas.microsoft.com/office/drawing/2014/main" id="{28EEA882-B40B-4D8D-9A3B-3B45A556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5" name="SE-009-path-668">
            <a:extLst xmlns:a="http://schemas.openxmlformats.org/drawingml/2006/main">
              <a:ext uri="{FF2B5EF4-FFF2-40B4-BE49-F238E27FC236}">
                <a16:creationId xmlns:a16="http://schemas.microsoft.com/office/drawing/2014/main" id="{955F9D4A-B046-40CA-832A-196131C3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6" name="SE-009-path-669">
            <a:extLst xmlns:a="http://schemas.openxmlformats.org/drawingml/2006/main">
              <a:ext uri="{FF2B5EF4-FFF2-40B4-BE49-F238E27FC236}">
                <a16:creationId xmlns:a16="http://schemas.microsoft.com/office/drawing/2014/main" id="{D0DA01CB-5BF6-4A82-B782-480A5265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7" name="SE-009-path-670">
            <a:extLst xmlns:a="http://schemas.openxmlformats.org/drawingml/2006/main">
              <a:ext uri="{FF2B5EF4-FFF2-40B4-BE49-F238E27FC236}">
                <a16:creationId xmlns:a16="http://schemas.microsoft.com/office/drawing/2014/main" id="{2E67E13C-89E0-468D-8FD5-B78C53C2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8" name="SE-009-path-671">
            <a:extLst xmlns:a="http://schemas.openxmlformats.org/drawingml/2006/main">
              <a:ext uri="{FF2B5EF4-FFF2-40B4-BE49-F238E27FC236}">
                <a16:creationId xmlns:a16="http://schemas.microsoft.com/office/drawing/2014/main" id="{170373EA-41D2-4971-A61A-A3B206E7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79" name="SE-009-path-672">
            <a:extLst xmlns:a="http://schemas.openxmlformats.org/drawingml/2006/main">
              <a:ext uri="{FF2B5EF4-FFF2-40B4-BE49-F238E27FC236}">
                <a16:creationId xmlns:a16="http://schemas.microsoft.com/office/drawing/2014/main" id="{1408EC22-57F1-4883-ABEF-83C1F339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0" name="SE-009-path-673">
            <a:extLst xmlns:a="http://schemas.openxmlformats.org/drawingml/2006/main">
              <a:ext uri="{FF2B5EF4-FFF2-40B4-BE49-F238E27FC236}">
                <a16:creationId xmlns:a16="http://schemas.microsoft.com/office/drawing/2014/main" id="{ABEBE58F-99B7-4570-A116-7BBF287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1" name="SE-009-path-674">
            <a:extLst xmlns:a="http://schemas.openxmlformats.org/drawingml/2006/main">
              <a:ext uri="{FF2B5EF4-FFF2-40B4-BE49-F238E27FC236}">
                <a16:creationId xmlns:a16="http://schemas.microsoft.com/office/drawing/2014/main" id="{54A09CBF-7701-4357-87FA-AF498B63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2" name="SE-009-path-675">
            <a:extLst xmlns:a="http://schemas.openxmlformats.org/drawingml/2006/main">
              <a:ext uri="{FF2B5EF4-FFF2-40B4-BE49-F238E27FC236}">
                <a16:creationId xmlns:a16="http://schemas.microsoft.com/office/drawing/2014/main" id="{AD43F40D-A702-423E-9173-47F3C02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3" name="SE-009-path-676">
            <a:extLst xmlns:a="http://schemas.openxmlformats.org/drawingml/2006/main">
              <a:ext uri="{FF2B5EF4-FFF2-40B4-BE49-F238E27FC236}">
                <a16:creationId xmlns:a16="http://schemas.microsoft.com/office/drawing/2014/main" id="{D389E84F-AAE4-48BF-9F29-BB1F1D2E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4" name="SE-009-path-677">
            <a:extLst xmlns:a="http://schemas.openxmlformats.org/drawingml/2006/main">
              <a:ext uri="{FF2B5EF4-FFF2-40B4-BE49-F238E27FC236}">
                <a16:creationId xmlns:a16="http://schemas.microsoft.com/office/drawing/2014/main" id="{017CB17B-4FFD-48EB-8EF9-04BB652D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5" name="SE-009-path-678">
            <a:extLst xmlns:a="http://schemas.openxmlformats.org/drawingml/2006/main">
              <a:ext uri="{FF2B5EF4-FFF2-40B4-BE49-F238E27FC236}">
                <a16:creationId xmlns:a16="http://schemas.microsoft.com/office/drawing/2014/main" id="{B9A2D97E-7B0D-40F9-8243-725066B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9525" cy="95"/>
          </a:xfrm>
          <a:custGeom xmlns:a="http://schemas.openxmlformats.org/drawingml/2006/main">
            <a:pathLst>
              <a:path w="9525" h="95">
                <a:moveTo>
                  <a:pt x="9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6" name="SE-009-path-679">
            <a:extLst xmlns:a="http://schemas.openxmlformats.org/drawingml/2006/main">
              <a:ext uri="{FF2B5EF4-FFF2-40B4-BE49-F238E27FC236}">
                <a16:creationId xmlns:a16="http://schemas.microsoft.com/office/drawing/2014/main" id="{87591586-371C-416E-AD8C-FAD154DA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7" name="SE-009-path-680">
            <a:extLst xmlns:a="http://schemas.openxmlformats.org/drawingml/2006/main">
              <a:ext uri="{FF2B5EF4-FFF2-40B4-BE49-F238E27FC236}">
                <a16:creationId xmlns:a16="http://schemas.microsoft.com/office/drawing/2014/main" id="{4ED46A65-ABCB-461C-9E18-289D048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8" name="SE-009-path-681">
            <a:extLst xmlns:a="http://schemas.openxmlformats.org/drawingml/2006/main">
              <a:ext uri="{FF2B5EF4-FFF2-40B4-BE49-F238E27FC236}">
                <a16:creationId xmlns:a16="http://schemas.microsoft.com/office/drawing/2014/main" id="{37D6C06E-452D-422D-B014-A6920159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89" name="SE-009-path-682">
            <a:extLst xmlns:a="http://schemas.openxmlformats.org/drawingml/2006/main">
              <a:ext uri="{FF2B5EF4-FFF2-40B4-BE49-F238E27FC236}">
                <a16:creationId xmlns:a16="http://schemas.microsoft.com/office/drawing/2014/main" id="{290A9D66-9008-413E-BAFB-ADC3E931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0" name="SE-009-path-683">
            <a:extLst xmlns:a="http://schemas.openxmlformats.org/drawingml/2006/main">
              <a:ext uri="{FF2B5EF4-FFF2-40B4-BE49-F238E27FC236}">
                <a16:creationId xmlns:a16="http://schemas.microsoft.com/office/drawing/2014/main" id="{53C06994-9C52-4E09-9FBE-99F8F039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1" name="SE-009-path-684">
            <a:extLst xmlns:a="http://schemas.openxmlformats.org/drawingml/2006/main">
              <a:ext uri="{FF2B5EF4-FFF2-40B4-BE49-F238E27FC236}">
                <a16:creationId xmlns:a16="http://schemas.microsoft.com/office/drawing/2014/main" id="{F95DDE85-E533-4B72-9493-BBDF99F8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2" name="SE-009-path-685">
            <a:extLst xmlns:a="http://schemas.openxmlformats.org/drawingml/2006/main">
              <a:ext uri="{FF2B5EF4-FFF2-40B4-BE49-F238E27FC236}">
                <a16:creationId xmlns:a16="http://schemas.microsoft.com/office/drawing/2014/main" id="{7F01325B-F0E2-4FE1-BAFC-9EA7A4E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3" name="SE-009-path-686">
            <a:extLst xmlns:a="http://schemas.openxmlformats.org/drawingml/2006/main">
              <a:ext uri="{FF2B5EF4-FFF2-40B4-BE49-F238E27FC236}">
                <a16:creationId xmlns:a16="http://schemas.microsoft.com/office/drawing/2014/main" id="{7385636E-986C-4AF9-9D94-B42E7A49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4" name="SE-009-path-687">
            <a:extLst xmlns:a="http://schemas.openxmlformats.org/drawingml/2006/main">
              <a:ext uri="{FF2B5EF4-FFF2-40B4-BE49-F238E27FC236}">
                <a16:creationId xmlns:a16="http://schemas.microsoft.com/office/drawing/2014/main" id="{335BC212-0B1B-4A0A-B698-3938304A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5" name="SE-009-path-688">
            <a:extLst xmlns:a="http://schemas.openxmlformats.org/drawingml/2006/main">
              <a:ext uri="{FF2B5EF4-FFF2-40B4-BE49-F238E27FC236}">
                <a16:creationId xmlns:a16="http://schemas.microsoft.com/office/drawing/2014/main" id="{C2D41911-6BF3-43EB-AEC9-177A5A6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52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6" name="SE-009-path-689">
            <a:extLst xmlns:a="http://schemas.openxmlformats.org/drawingml/2006/main">
              <a:ext uri="{FF2B5EF4-FFF2-40B4-BE49-F238E27FC236}">
                <a16:creationId xmlns:a16="http://schemas.microsoft.com/office/drawing/2014/main" id="{91FEB8A2-93F7-4C50-AB35-CE64F783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7" name="SE-009-path-690">
            <a:extLst xmlns:a="http://schemas.openxmlformats.org/drawingml/2006/main">
              <a:ext uri="{FF2B5EF4-FFF2-40B4-BE49-F238E27FC236}">
                <a16:creationId xmlns:a16="http://schemas.microsoft.com/office/drawing/2014/main" id="{F812A77B-F9E1-4F0F-9674-8A9B5A2C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8" name="SE-009-path-691">
            <a:extLst xmlns:a="http://schemas.openxmlformats.org/drawingml/2006/main">
              <a:ext uri="{FF2B5EF4-FFF2-40B4-BE49-F238E27FC236}">
                <a16:creationId xmlns:a16="http://schemas.microsoft.com/office/drawing/2014/main" id="{42670442-2B0E-4357-9E4A-46E221F8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699" name="SE-009-path-692">
            <a:extLst xmlns:a="http://schemas.openxmlformats.org/drawingml/2006/main">
              <a:ext uri="{FF2B5EF4-FFF2-40B4-BE49-F238E27FC236}">
                <a16:creationId xmlns:a16="http://schemas.microsoft.com/office/drawing/2014/main" id="{B70072ED-6C1C-46C1-BDBD-4F64FAD0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0" name="SE-009-path-693">
            <a:extLst xmlns:a="http://schemas.openxmlformats.org/drawingml/2006/main">
              <a:ext uri="{FF2B5EF4-FFF2-40B4-BE49-F238E27FC236}">
                <a16:creationId xmlns:a16="http://schemas.microsoft.com/office/drawing/2014/main" id="{A8BE9394-4AC6-4CAF-AB56-0B335223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1" name="SE-009-path-694">
            <a:extLst xmlns:a="http://schemas.openxmlformats.org/drawingml/2006/main">
              <a:ext uri="{FF2B5EF4-FFF2-40B4-BE49-F238E27FC236}">
                <a16:creationId xmlns:a16="http://schemas.microsoft.com/office/drawing/2014/main" id="{108399C3-FD14-4954-B542-1B4A912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2" name="SE-009-path-695">
            <a:extLst xmlns:a="http://schemas.openxmlformats.org/drawingml/2006/main">
              <a:ext uri="{FF2B5EF4-FFF2-40B4-BE49-F238E27FC236}">
                <a16:creationId xmlns:a16="http://schemas.microsoft.com/office/drawing/2014/main" id="{22DF57F8-08B3-4E74-A675-B58F61D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3" name="SE-009-path-696">
            <a:extLst xmlns:a="http://schemas.openxmlformats.org/drawingml/2006/main">
              <a:ext uri="{FF2B5EF4-FFF2-40B4-BE49-F238E27FC236}">
                <a16:creationId xmlns:a16="http://schemas.microsoft.com/office/drawing/2014/main" id="{3010406E-B5AE-40BA-8BF5-23938621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957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4" name="SE-009-path-697">
            <a:extLst xmlns:a="http://schemas.openxmlformats.org/drawingml/2006/main">
              <a:ext uri="{FF2B5EF4-FFF2-40B4-BE49-F238E27FC236}">
                <a16:creationId xmlns:a16="http://schemas.microsoft.com/office/drawing/2014/main" id="{95B9FAA5-D24E-4C4F-A34D-34E31886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5" name="SE-009-path-698">
            <a:extLst xmlns:a="http://schemas.openxmlformats.org/drawingml/2006/main">
              <a:ext uri="{FF2B5EF4-FFF2-40B4-BE49-F238E27FC236}">
                <a16:creationId xmlns:a16="http://schemas.microsoft.com/office/drawing/2014/main" id="{1375F9BE-421D-4815-A103-4677C96D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6" name="SE-009-path-699">
            <a:extLst xmlns:a="http://schemas.openxmlformats.org/drawingml/2006/main">
              <a:ext uri="{FF2B5EF4-FFF2-40B4-BE49-F238E27FC236}">
                <a16:creationId xmlns:a16="http://schemas.microsoft.com/office/drawing/2014/main" id="{75DD2D71-0804-40C9-9E78-727630CE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7" name="SE-009-path-700">
            <a:extLst xmlns:a="http://schemas.openxmlformats.org/drawingml/2006/main">
              <a:ext uri="{FF2B5EF4-FFF2-40B4-BE49-F238E27FC236}">
                <a16:creationId xmlns:a16="http://schemas.microsoft.com/office/drawing/2014/main" id="{5964488C-7CDA-40D9-851B-428DE08A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8" name="SE-009-path-701">
            <a:extLst xmlns:a="http://schemas.openxmlformats.org/drawingml/2006/main">
              <a:ext uri="{FF2B5EF4-FFF2-40B4-BE49-F238E27FC236}">
                <a16:creationId xmlns:a16="http://schemas.microsoft.com/office/drawing/2014/main" id="{8C0987E9-A457-45EF-A64D-BD74A70B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99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09" name="SE-009-path-702">
            <a:extLst xmlns:a="http://schemas.openxmlformats.org/drawingml/2006/main">
              <a:ext uri="{FF2B5EF4-FFF2-40B4-BE49-F238E27FC236}">
                <a16:creationId xmlns:a16="http://schemas.microsoft.com/office/drawing/2014/main" id="{7176C9E1-7964-46C7-9384-D147D901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0" name="SE-009-path-703">
            <a:extLst xmlns:a="http://schemas.openxmlformats.org/drawingml/2006/main">
              <a:ext uri="{FF2B5EF4-FFF2-40B4-BE49-F238E27FC236}">
                <a16:creationId xmlns:a16="http://schemas.microsoft.com/office/drawing/2014/main" id="{7EC7E75A-DE21-4AE0-A7F1-01E876E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95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1" name="SE-009-path-704">
            <a:extLst xmlns:a="http://schemas.openxmlformats.org/drawingml/2006/main">
              <a:ext uri="{FF2B5EF4-FFF2-40B4-BE49-F238E27FC236}">
                <a16:creationId xmlns:a16="http://schemas.microsoft.com/office/drawing/2014/main" id="{521809F0-713D-448C-9B4D-8404418B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2" name="SE-009-path-705">
            <a:extLst xmlns:a="http://schemas.openxmlformats.org/drawingml/2006/main">
              <a:ext uri="{FF2B5EF4-FFF2-40B4-BE49-F238E27FC236}">
                <a16:creationId xmlns:a16="http://schemas.microsoft.com/office/drawing/2014/main" id="{CBCDCFDE-8BDD-4AE6-B4F8-F347CE06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3" name="SE-009-path-706">
            <a:extLst xmlns:a="http://schemas.openxmlformats.org/drawingml/2006/main">
              <a:ext uri="{FF2B5EF4-FFF2-40B4-BE49-F238E27FC236}">
                <a16:creationId xmlns:a16="http://schemas.microsoft.com/office/drawing/2014/main" id="{052A4AEB-C47A-4618-AA1F-9D4AA799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4" name="SE-009-path-707">
            <a:extLst xmlns:a="http://schemas.openxmlformats.org/drawingml/2006/main">
              <a:ext uri="{FF2B5EF4-FFF2-40B4-BE49-F238E27FC236}">
                <a16:creationId xmlns:a16="http://schemas.microsoft.com/office/drawing/2014/main" id="{E60042B0-0A95-45CA-B354-EA12D1E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67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5" name="SE-009-path-708">
            <a:extLst xmlns:a="http://schemas.openxmlformats.org/drawingml/2006/main">
              <a:ext uri="{FF2B5EF4-FFF2-40B4-BE49-F238E27FC236}">
                <a16:creationId xmlns:a16="http://schemas.microsoft.com/office/drawing/2014/main" id="{98A8493C-8411-43B7-B9E7-55AFED07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6" name="SE-009-path-709">
            <a:extLst xmlns:a="http://schemas.openxmlformats.org/drawingml/2006/main">
              <a:ext uri="{FF2B5EF4-FFF2-40B4-BE49-F238E27FC236}">
                <a16:creationId xmlns:a16="http://schemas.microsoft.com/office/drawing/2014/main" id="{EAB0EDBC-13EE-4743-8DDE-D8187A7B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7" name="SE-009-path-710">
            <a:extLst xmlns:a="http://schemas.openxmlformats.org/drawingml/2006/main">
              <a:ext uri="{FF2B5EF4-FFF2-40B4-BE49-F238E27FC236}">
                <a16:creationId xmlns:a16="http://schemas.microsoft.com/office/drawing/2014/main" id="{EFE45927-E099-4170-ACFC-DC886978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95" cy="9525"/>
          </a:xfrm>
          <a:custGeom xmlns:a="http://schemas.openxmlformats.org/drawingml/2006/main">
            <a:pathLst>
              <a:path w="95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18" name="SE-009-711">
            <a:extLst xmlns:a="http://schemas.openxmlformats.org/drawingml/2006/main">
              <a:ext uri="{FF2B5EF4-FFF2-40B4-BE49-F238E27FC236}">
                <a16:creationId xmlns:a16="http://schemas.microsoft.com/office/drawing/2014/main" id="{D51B8843-6FD4-4E4C-8620-8F857F62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Non Leaf Score =</a:t>
            </a:r>
          </a:p>
        </p:txBody>
      </p:sp>
      <p:sp>
        <p:nvSpPr>
          <p:cNvPr id="719" name="SE-009-712">
            <a:extLst xmlns:a="http://schemas.openxmlformats.org/drawingml/2006/main">
              <a:ext uri="{FF2B5EF4-FFF2-40B4-BE49-F238E27FC236}">
                <a16:creationId xmlns:a16="http://schemas.microsoft.com/office/drawing/2014/main" id="{A572F9EF-827C-42D8-8561-44446F80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14675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Success Path #</a:t>
            </a:r>
          </a:p>
        </p:txBody>
      </p:sp>
      <p:sp>
        <p:nvSpPr>
          <p:cNvPr id="720" name="SE-009-path-713">
            <a:extLst xmlns:a="http://schemas.openxmlformats.org/drawingml/2006/main">
              <a:ext uri="{FF2B5EF4-FFF2-40B4-BE49-F238E27FC236}">
                <a16:creationId xmlns:a16="http://schemas.microsoft.com/office/drawing/2014/main" id="{15E7C3F3-B9EF-4DD4-8B72-71A64872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95650"/>
            <a:ext cx="1152525" cy="95"/>
          </a:xfrm>
          <a:custGeom xmlns:a="http://schemas.openxmlformats.org/drawingml/2006/main">
            <a:pathLst>
              <a:path w="1152525" h="95">
                <a:moveTo>
                  <a:pt x="0" y="0"/>
                </a:moveTo>
                <a:lnTo>
                  <a:pt x="1152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721" name="SE-009-714">
            <a:extLst xmlns:a="http://schemas.openxmlformats.org/drawingml/2006/main">
              <a:ext uri="{FF2B5EF4-FFF2-40B4-BE49-F238E27FC236}">
                <a16:creationId xmlns:a16="http://schemas.microsoft.com/office/drawing/2014/main" id="{74E481A1-2A92-4165-B5E3-AFE592FC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051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Total Path #</a:t>
            </a:r>
          </a:p>
        </p:txBody>
      </p:sp>
      <p:sp>
        <p:nvSpPr>
          <p:cNvPr id="722" name="SE-009-715">
            <a:extLst xmlns:a="http://schemas.openxmlformats.org/drawingml/2006/main">
              <a:ext uri="{FF2B5EF4-FFF2-40B4-BE49-F238E27FC236}">
                <a16:creationId xmlns:a16="http://schemas.microsoft.com/office/drawing/2014/main" id="{E755EAF9-67AD-4A74-A6FF-BC30E8D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914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723" name="SE-009-path-716">
            <a:extLst xmlns:a="http://schemas.openxmlformats.org/drawingml/2006/main">
              <a:ext uri="{FF2B5EF4-FFF2-40B4-BE49-F238E27FC236}">
                <a16:creationId xmlns:a16="http://schemas.microsoft.com/office/drawing/2014/main" id="{5E9360FD-54D6-421F-B311-E4E5932D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753973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24" name="SE-009-path-717">
            <a:extLst xmlns:a="http://schemas.openxmlformats.org/drawingml/2006/main">
              <a:ext uri="{FF2B5EF4-FFF2-40B4-BE49-F238E27FC236}">
                <a16:creationId xmlns:a16="http://schemas.microsoft.com/office/drawing/2014/main" id="{8A8F25AE-4113-4BF5-BA48-F67DF8CA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1" y="4662726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25" name="SE-009-path-718">
            <a:extLst xmlns:a="http://schemas.openxmlformats.org/drawingml/2006/main">
              <a:ext uri="{FF2B5EF4-FFF2-40B4-BE49-F238E27FC236}">
                <a16:creationId xmlns:a16="http://schemas.microsoft.com/office/drawing/2014/main" id="{58DC714D-8C2E-4E61-9B13-02F4E91E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" y="4571480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26" name="SE-009-path-719">
            <a:extLst xmlns:a="http://schemas.openxmlformats.org/drawingml/2006/main">
              <a:ext uri="{FF2B5EF4-FFF2-40B4-BE49-F238E27FC236}">
                <a16:creationId xmlns:a16="http://schemas.microsoft.com/office/drawing/2014/main" id="{F34A2509-C7AB-4083-9BF6-538B72D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42" y="4480233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27" name="SE-009-path-720">
            <a:extLst xmlns:a="http://schemas.openxmlformats.org/drawingml/2006/main">
              <a:ext uri="{FF2B5EF4-FFF2-40B4-BE49-F238E27FC236}">
                <a16:creationId xmlns:a16="http://schemas.microsoft.com/office/drawing/2014/main" id="{2E828F80-6B95-4E90-A571-A75A4809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48" y="4388986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28" name="SE-009-path-721">
            <a:extLst xmlns:a="http://schemas.openxmlformats.org/drawingml/2006/main">
              <a:ext uri="{FF2B5EF4-FFF2-40B4-BE49-F238E27FC236}">
                <a16:creationId xmlns:a16="http://schemas.microsoft.com/office/drawing/2014/main" id="{0DEA2C79-FF0D-4767-9BAF-3CF8C02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54" y="4297739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29" name="SE-009-path-722">
            <a:extLst xmlns:a="http://schemas.openxmlformats.org/drawingml/2006/main">
              <a:ext uri="{FF2B5EF4-FFF2-40B4-BE49-F238E27FC236}">
                <a16:creationId xmlns:a16="http://schemas.microsoft.com/office/drawing/2014/main" id="{8CBAC596-16D2-4A9F-8D74-A78B872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59" y="4206492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30" name="SE-009-path-723">
            <a:extLst xmlns:a="http://schemas.openxmlformats.org/drawingml/2006/main">
              <a:ext uri="{FF2B5EF4-FFF2-40B4-BE49-F238E27FC236}">
                <a16:creationId xmlns:a16="http://schemas.microsoft.com/office/drawing/2014/main" id="{8330116F-0BDB-4432-AC44-75864960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65" y="4115246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31" name="SE-009-path-724">
            <a:extLst xmlns:a="http://schemas.openxmlformats.org/drawingml/2006/main">
              <a:ext uri="{FF2B5EF4-FFF2-40B4-BE49-F238E27FC236}">
                <a16:creationId xmlns:a16="http://schemas.microsoft.com/office/drawing/2014/main" id="{11B2D5B5-E334-4824-9815-806ABD3B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71" y="4023999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32" name="SE-009-path-725">
            <a:extLst xmlns:a="http://schemas.openxmlformats.org/drawingml/2006/main">
              <a:ext uri="{FF2B5EF4-FFF2-40B4-BE49-F238E27FC236}">
                <a16:creationId xmlns:a16="http://schemas.microsoft.com/office/drawing/2014/main" id="{2DEB790F-81FC-4F10-A17B-0C126D8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77" y="3932752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33" name="SE-009-path-726">
            <a:extLst xmlns:a="http://schemas.openxmlformats.org/drawingml/2006/main">
              <a:ext uri="{FF2B5EF4-FFF2-40B4-BE49-F238E27FC236}">
                <a16:creationId xmlns:a16="http://schemas.microsoft.com/office/drawing/2014/main" id="{3129ADAD-4587-412F-84A2-947BD8DE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782" y="3841505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34" name="SE-009-path-727">
            <a:extLst xmlns:a="http://schemas.openxmlformats.org/drawingml/2006/main">
              <a:ext uri="{FF2B5EF4-FFF2-40B4-BE49-F238E27FC236}">
                <a16:creationId xmlns:a16="http://schemas.microsoft.com/office/drawing/2014/main" id="{31CA47B7-C514-45CC-9FA8-12C88A36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488" y="3750258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35" name="SE-009-path-728">
            <a:extLst xmlns:a="http://schemas.openxmlformats.org/drawingml/2006/main">
              <a:ext uri="{FF2B5EF4-FFF2-40B4-BE49-F238E27FC236}">
                <a16:creationId xmlns:a16="http://schemas.microsoft.com/office/drawing/2014/main" id="{F0788EFC-ECAA-44B0-8ED0-E13CA52D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194" y="3659011"/>
            <a:ext cx="51511" cy="56152"/>
          </a:xfrm>
          <a:custGeom xmlns:a="http://schemas.openxmlformats.org/drawingml/2006/main">
            <a:pathLst>
              <a:path w="51511" h="56152">
                <a:moveTo>
                  <a:pt x="0" y="56152"/>
                </a:moveTo>
                <a:lnTo>
                  <a:pt x="5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5ABAF"/>
            </a:solidFill>
          </a:ln>
        </p:spPr>
      </p:sp>
      <p:sp>
        <p:nvSpPr>
          <p:cNvPr id="736" name="SE-009-path-729">
            <a:extLst xmlns:a="http://schemas.openxmlformats.org/drawingml/2006/main">
              <a:ext uri="{FF2B5EF4-FFF2-40B4-BE49-F238E27FC236}">
                <a16:creationId xmlns:a16="http://schemas.microsoft.com/office/drawing/2014/main" id="{3324E74E-A5FD-4200-891B-5591617F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57600"/>
            <a:ext cx="104775" cy="114300"/>
          </a:xfrm>
          <a:custGeom xmlns:a="http://schemas.openxmlformats.org/drawingml/2006/main">
            <a:pathLst>
              <a:path w="104775" h="114300">
                <a:moveTo>
                  <a:pt x="0" y="11430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5ABAF"/>
            </a:solidFill>
          </a:ln>
        </p:spPr>
      </p:sp>
      <p:sp>
        <p:nvSpPr>
          <p:cNvPr id="737" name="SE-009-path-730">
            <a:extLst xmlns:a="http://schemas.openxmlformats.org/drawingml/2006/main">
              <a:ext uri="{FF2B5EF4-FFF2-40B4-BE49-F238E27FC236}">
                <a16:creationId xmlns:a16="http://schemas.microsoft.com/office/drawing/2014/main" id="{444EC4D6-C281-43A8-A4EA-F07DDF30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87" y="3657600"/>
            <a:ext cx="89513" cy="92001"/>
          </a:xfrm>
          <a:custGeom xmlns:a="http://schemas.openxmlformats.org/drawingml/2006/main">
            <a:pathLst>
              <a:path w="89513" h="92001">
                <a:moveTo>
                  <a:pt x="64847" y="92001"/>
                </a:moveTo>
                <a:lnTo>
                  <a:pt x="89513" y="0"/>
                </a:lnTo>
                <a:lnTo>
                  <a:pt x="0" y="32558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23813">
            <a:solidFill>
              <a:srgbClr val="A5ABAF"/>
            </a:solidFill>
          </a:ln>
        </p:spPr>
      </p:sp>
      <p:sp>
        <p:nvSpPr>
          <p:cNvPr id="738" name="SE-009-path-731">
            <a:extLst xmlns:a="http://schemas.openxmlformats.org/drawingml/2006/main">
              <a:ext uri="{FF2B5EF4-FFF2-40B4-BE49-F238E27FC236}">
                <a16:creationId xmlns:a16="http://schemas.microsoft.com/office/drawing/2014/main" id="{2B574061-DD83-4766-91D8-F8733484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914400" cy="1057275"/>
          </a:xfrm>
          <a:custGeom xmlns:a="http://schemas.openxmlformats.org/drawingml/2006/main">
            <a:pathLst>
              <a:path w="914400" h="1057275">
                <a:moveTo>
                  <a:pt x="914400" y="0"/>
                </a:moveTo>
                <a:lnTo>
                  <a:pt x="0" y="105727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A5ABAF"/>
            </a:solidFill>
          </a:ln>
        </p:spPr>
      </p:sp>
      <p:sp>
        <p:nvSpPr>
          <p:cNvPr id="739" name="SE-009-path-732">
            <a:extLst xmlns:a="http://schemas.openxmlformats.org/drawingml/2006/main">
              <a:ext uri="{FF2B5EF4-FFF2-40B4-BE49-F238E27FC236}">
                <a16:creationId xmlns:a16="http://schemas.microsoft.com/office/drawing/2014/main" id="{711B9C83-CE9D-4FA1-8264-3A7BFEC2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57600"/>
            <a:ext cx="276225" cy="1057275"/>
          </a:xfrm>
          <a:custGeom xmlns:a="http://schemas.openxmlformats.org/drawingml/2006/main">
            <a:pathLst>
              <a:path w="276225" h="1057275">
                <a:moveTo>
                  <a:pt x="276225" y="0"/>
                </a:moveTo>
                <a:lnTo>
                  <a:pt x="0" y="105727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A5ABAF"/>
            </a:solidFill>
          </a:ln>
        </p:spPr>
      </p:sp>
      <p:sp>
        <p:nvSpPr>
          <p:cNvPr id="740" name="SE-009-path-733">
            <a:extLst xmlns:a="http://schemas.openxmlformats.org/drawingml/2006/main">
              <a:ext uri="{FF2B5EF4-FFF2-40B4-BE49-F238E27FC236}">
                <a16:creationId xmlns:a16="http://schemas.microsoft.com/office/drawing/2014/main" id="{147B8CBE-52A5-49D8-8264-E337731B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857250" cy="1057275"/>
          </a:xfrm>
          <a:custGeom xmlns:a="http://schemas.openxmlformats.org/drawingml/2006/main">
            <a:pathLst>
              <a:path w="857250" h="1057275">
                <a:moveTo>
                  <a:pt x="0" y="0"/>
                </a:moveTo>
                <a:lnTo>
                  <a:pt x="857250" y="105727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A5ABAF"/>
            </a:solidFill>
          </a:ln>
        </p:spPr>
      </p:sp>
      <p:sp>
        <p:nvSpPr>
          <p:cNvPr id="741" name="SE-009-734">
            <a:extLst xmlns:a="http://schemas.openxmlformats.org/drawingml/2006/main">
              <a:ext uri="{FF2B5EF4-FFF2-40B4-BE49-F238E27FC236}">
                <a16:creationId xmlns:a16="http://schemas.microsoft.com/office/drawing/2014/main" id="{2B334A9C-F99B-430B-801C-717104A1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71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3813">
            <a:solidFill>
              <a:srgbClr val="A5ABAF"/>
            </a:solidFill>
          </a:ln>
        </p:spPr>
      </p:sp>
      <p:sp>
        <p:nvSpPr>
          <p:cNvPr id="742" name="SE-009-735">
            <a:extLst xmlns:a="http://schemas.openxmlformats.org/drawingml/2006/main">
              <a:ext uri="{FF2B5EF4-FFF2-40B4-BE49-F238E27FC236}">
                <a16:creationId xmlns:a16="http://schemas.microsoft.com/office/drawing/2014/main" id="{F7005704-6FB0-4EF8-AC2F-D429B84F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29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3813">
            <a:solidFill>
              <a:srgbClr val="A5ABAF"/>
            </a:solidFill>
          </a:ln>
        </p:spPr>
      </p:sp>
      <p:sp>
        <p:nvSpPr>
          <p:cNvPr id="743" name="SE-009-736">
            <a:extLst xmlns:a="http://schemas.openxmlformats.org/drawingml/2006/main">
              <a:ext uri="{FF2B5EF4-FFF2-40B4-BE49-F238E27FC236}">
                <a16:creationId xmlns:a16="http://schemas.microsoft.com/office/drawing/2014/main" id="{647B42A9-568A-47EA-8FC1-770E9F44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3813">
            <a:solidFill>
              <a:srgbClr val="A5ABAF"/>
            </a:solidFill>
          </a:ln>
        </p:spPr>
      </p:sp>
      <p:sp>
        <p:nvSpPr>
          <p:cNvPr id="744" name="SE-009-737">
            <a:extLst xmlns:a="http://schemas.openxmlformats.org/drawingml/2006/main">
              <a:ext uri="{FF2B5EF4-FFF2-40B4-BE49-F238E27FC236}">
                <a16:creationId xmlns:a16="http://schemas.microsoft.com/office/drawing/2014/main" id="{66B7F2E0-3CF2-4E92-8200-15F49E40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29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3813">
            <a:solidFill>
              <a:srgbClr val="A5ABAF"/>
            </a:solidFill>
          </a:ln>
        </p:spPr>
      </p:sp>
      <p:sp>
        <p:nvSpPr>
          <p:cNvPr id="745" name="SE-009-738">
            <a:extLst xmlns:a="http://schemas.openxmlformats.org/drawingml/2006/main">
              <a:ext uri="{FF2B5EF4-FFF2-40B4-BE49-F238E27FC236}">
                <a16:creationId xmlns:a16="http://schemas.microsoft.com/office/drawing/2014/main" id="{EC8B1562-A21D-41D2-95ED-3F79572E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4766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746" name="SE-009-path-739">
            <a:extLst xmlns:a="http://schemas.openxmlformats.org/drawingml/2006/main">
              <a:ext uri="{FF2B5EF4-FFF2-40B4-BE49-F238E27FC236}">
                <a16:creationId xmlns:a16="http://schemas.microsoft.com/office/drawing/2014/main" id="{53C28B40-9991-40B5-8F01-0289E4A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57600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747" name="SE-009-740">
            <a:extLst xmlns:a="http://schemas.openxmlformats.org/drawingml/2006/main">
              <a:ext uri="{FF2B5EF4-FFF2-40B4-BE49-F238E27FC236}">
                <a16:creationId xmlns:a16="http://schemas.microsoft.com/office/drawing/2014/main" id="{F5A59128-8902-4C97-A7C1-8B1C70DA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480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748" name="SE-009-741">
            <a:extLst xmlns:a="http://schemas.openxmlformats.org/drawingml/2006/main">
              <a:ext uri="{FF2B5EF4-FFF2-40B4-BE49-F238E27FC236}">
                <a16:creationId xmlns:a16="http://schemas.microsoft.com/office/drawing/2014/main" id="{4CB16303-8177-488A-88FE-D1418C67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076700"/>
            <a:ext cx="257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749" name="SE-009-742">
            <a:extLst xmlns:a="http://schemas.openxmlformats.org/drawingml/2006/main">
              <a:ext uri="{FF2B5EF4-FFF2-40B4-BE49-F238E27FC236}">
                <a16:creationId xmlns:a16="http://schemas.microsoft.com/office/drawing/2014/main" id="{B1644FA4-FFF3-4D08-998C-A5B2B6D3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95750"/>
            <a:ext cx="19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750" name="SE-009-743">
            <a:extLst xmlns:a="http://schemas.openxmlformats.org/drawingml/2006/main">
              <a:ext uri="{FF2B5EF4-FFF2-40B4-BE49-F238E27FC236}">
                <a16:creationId xmlns:a16="http://schemas.microsoft.com/office/drawing/2014/main" id="{620B42F2-86C8-4E7A-A296-18EC4F5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171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51" name="SE-009-path-744">
            <a:extLst xmlns:a="http://schemas.openxmlformats.org/drawingml/2006/main">
              <a:ext uri="{FF2B5EF4-FFF2-40B4-BE49-F238E27FC236}">
                <a16:creationId xmlns:a16="http://schemas.microsoft.com/office/drawing/2014/main" id="{88DE9F7F-E873-4D4D-A69B-B2E2FF87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7677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752" name="SE-009-745">
            <a:extLst xmlns:a="http://schemas.openxmlformats.org/drawingml/2006/main">
              <a:ext uri="{FF2B5EF4-FFF2-40B4-BE49-F238E27FC236}">
                <a16:creationId xmlns:a16="http://schemas.microsoft.com/office/drawing/2014/main" id="{5CB4E705-D813-450B-A10E-BD8F82E3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53" name="SE-009-746">
            <a:extLst xmlns:a="http://schemas.openxmlformats.org/drawingml/2006/main">
              <a:ext uri="{FF2B5EF4-FFF2-40B4-BE49-F238E27FC236}">
                <a16:creationId xmlns:a16="http://schemas.microsoft.com/office/drawing/2014/main" id="{3EA51BC6-C30B-483B-B57D-2E71B40E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95800"/>
            <a:ext cx="171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54" name="SE-009-path-747">
            <a:extLst xmlns:a="http://schemas.openxmlformats.org/drawingml/2006/main">
              <a:ext uri="{FF2B5EF4-FFF2-40B4-BE49-F238E27FC236}">
                <a16:creationId xmlns:a16="http://schemas.microsoft.com/office/drawing/2014/main" id="{84794D43-4B7F-4EF1-9B1A-C84B139A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7677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755" name="SE-009-748">
            <a:extLst xmlns:a="http://schemas.openxmlformats.org/drawingml/2006/main">
              <a:ext uri="{FF2B5EF4-FFF2-40B4-BE49-F238E27FC236}">
                <a16:creationId xmlns:a16="http://schemas.microsoft.com/office/drawing/2014/main" id="{B3A313E5-72BA-407D-B9EF-61762344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76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56" name="SE-009-749">
            <a:extLst xmlns:a="http://schemas.openxmlformats.org/drawingml/2006/main">
              <a:ext uri="{FF2B5EF4-FFF2-40B4-BE49-F238E27FC236}">
                <a16:creationId xmlns:a16="http://schemas.microsoft.com/office/drawing/2014/main" id="{A516675B-F6A2-41B7-ACF5-79448FBC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95800"/>
            <a:ext cx="171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57" name="SE-009-path-750">
            <a:extLst xmlns:a="http://schemas.openxmlformats.org/drawingml/2006/main">
              <a:ext uri="{FF2B5EF4-FFF2-40B4-BE49-F238E27FC236}">
                <a16:creationId xmlns:a16="http://schemas.microsoft.com/office/drawing/2014/main" id="{F0588F94-B721-4BE2-96D7-3A333773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7677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758" name="SE-009-751">
            <a:extLst xmlns:a="http://schemas.openxmlformats.org/drawingml/2006/main">
              <a:ext uri="{FF2B5EF4-FFF2-40B4-BE49-F238E27FC236}">
                <a16:creationId xmlns:a16="http://schemas.microsoft.com/office/drawing/2014/main" id="{6F50BBFF-A6A5-4841-9DE0-49BDD0AC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676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59" name="SE-009-path-752">
            <a:extLst xmlns:a="http://schemas.openxmlformats.org/drawingml/2006/main">
              <a:ext uri="{FF2B5EF4-FFF2-40B4-BE49-F238E27FC236}">
                <a16:creationId xmlns:a16="http://schemas.microsoft.com/office/drawing/2014/main" id="{9D34E84B-75B9-475A-9A6A-2578AA54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4875"/>
            <a:ext cx="219075" cy="419100"/>
          </a:xfrm>
          <a:custGeom xmlns:a="http://schemas.openxmlformats.org/drawingml/2006/main">
            <a:pathLst>
              <a:path w="219075" h="419100">
                <a:moveTo>
                  <a:pt x="219075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0" name="SE-009-path-753">
            <a:extLst xmlns:a="http://schemas.openxmlformats.org/drawingml/2006/main">
              <a:ext uri="{FF2B5EF4-FFF2-40B4-BE49-F238E27FC236}">
                <a16:creationId xmlns:a16="http://schemas.microsoft.com/office/drawing/2014/main" id="{963F3D51-8896-4381-A1E6-1D63636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209550" cy="419100"/>
          </a:xfrm>
          <a:custGeom xmlns:a="http://schemas.openxmlformats.org/drawingml/2006/main">
            <a:pathLst>
              <a:path w="209550" h="419100">
                <a:moveTo>
                  <a:pt x="0" y="0"/>
                </a:moveTo>
                <a:lnTo>
                  <a:pt x="20955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1" name="SE-009-path-754">
            <a:extLst xmlns:a="http://schemas.openxmlformats.org/drawingml/2006/main">
              <a:ext uri="{FF2B5EF4-FFF2-40B4-BE49-F238E27FC236}">
                <a16:creationId xmlns:a16="http://schemas.microsoft.com/office/drawing/2014/main" id="{467E83BA-9933-449D-9D18-48FCCD67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14875"/>
            <a:ext cx="95" cy="419100"/>
          </a:xfrm>
          <a:custGeom xmlns:a="http://schemas.openxmlformats.org/drawingml/2006/main">
            <a:pathLst>
              <a:path w="9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2" name="SE-009-path-755">
            <a:extLst xmlns:a="http://schemas.openxmlformats.org/drawingml/2006/main">
              <a:ext uri="{FF2B5EF4-FFF2-40B4-BE49-F238E27FC236}">
                <a16:creationId xmlns:a16="http://schemas.microsoft.com/office/drawing/2014/main" id="{7DAF36C7-915C-4A6C-BBD1-2CECAB47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14875"/>
            <a:ext cx="428625" cy="419100"/>
          </a:xfrm>
          <a:custGeom xmlns:a="http://schemas.openxmlformats.org/drawingml/2006/main">
            <a:pathLst>
              <a:path w="428625" h="419100">
                <a:moveTo>
                  <a:pt x="428625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3" name="SE-009-path-756">
            <a:extLst xmlns:a="http://schemas.openxmlformats.org/drawingml/2006/main">
              <a:ext uri="{FF2B5EF4-FFF2-40B4-BE49-F238E27FC236}">
                <a16:creationId xmlns:a16="http://schemas.microsoft.com/office/drawing/2014/main" id="{5CC93D0F-10F0-4D6F-889B-1183686F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14875"/>
            <a:ext cx="95" cy="419100"/>
          </a:xfrm>
          <a:custGeom xmlns:a="http://schemas.openxmlformats.org/drawingml/2006/main">
            <a:pathLst>
              <a:path w="9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4" name="SE-009-path-757">
            <a:extLst xmlns:a="http://schemas.openxmlformats.org/drawingml/2006/main">
              <a:ext uri="{FF2B5EF4-FFF2-40B4-BE49-F238E27FC236}">
                <a16:creationId xmlns:a16="http://schemas.microsoft.com/office/drawing/2014/main" id="{FA3D8656-4953-4AE5-BA68-BFBC7F7B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14875"/>
            <a:ext cx="428625" cy="419100"/>
          </a:xfrm>
          <a:custGeom xmlns:a="http://schemas.openxmlformats.org/drawingml/2006/main">
            <a:pathLst>
              <a:path w="428625" h="419100">
                <a:moveTo>
                  <a:pt x="0" y="0"/>
                </a:moveTo>
                <a:lnTo>
                  <a:pt x="428625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5" name="SE-009-758">
            <a:extLst xmlns:a="http://schemas.openxmlformats.org/drawingml/2006/main">
              <a:ext uri="{FF2B5EF4-FFF2-40B4-BE49-F238E27FC236}">
                <a16:creationId xmlns:a16="http://schemas.microsoft.com/office/drawing/2014/main" id="{0B431083-93A8-41E6-B0A6-6E5A005F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6" name="SE-009-759">
            <a:extLst xmlns:a="http://schemas.openxmlformats.org/drawingml/2006/main">
              <a:ext uri="{FF2B5EF4-FFF2-40B4-BE49-F238E27FC236}">
                <a16:creationId xmlns:a16="http://schemas.microsoft.com/office/drawing/2014/main" id="{EE26A911-89A5-4E35-AA38-5770E23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48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67" name="SE-009-760">
            <a:extLst xmlns:a="http://schemas.openxmlformats.org/drawingml/2006/main">
              <a:ext uri="{FF2B5EF4-FFF2-40B4-BE49-F238E27FC236}">
                <a16:creationId xmlns:a16="http://schemas.microsoft.com/office/drawing/2014/main" id="{A95F2510-BC9A-4992-A89E-D32CE346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48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68" name="SE-009-761">
            <a:extLst xmlns:a="http://schemas.openxmlformats.org/drawingml/2006/main">
              <a:ext uri="{FF2B5EF4-FFF2-40B4-BE49-F238E27FC236}">
                <a16:creationId xmlns:a16="http://schemas.microsoft.com/office/drawing/2014/main" id="{838B8231-3D2B-4AA2-9D87-48958DDC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8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9" name="SE-009-762">
            <a:extLst xmlns:a="http://schemas.openxmlformats.org/drawingml/2006/main">
              <a:ext uri="{FF2B5EF4-FFF2-40B4-BE49-F238E27FC236}">
                <a16:creationId xmlns:a16="http://schemas.microsoft.com/office/drawing/2014/main" id="{F901502A-D6C8-4FD2-9E72-63622078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70" name="SE-009-763">
            <a:extLst xmlns:a="http://schemas.openxmlformats.org/drawingml/2006/main">
              <a:ext uri="{FF2B5EF4-FFF2-40B4-BE49-F238E27FC236}">
                <a16:creationId xmlns:a16="http://schemas.microsoft.com/office/drawing/2014/main" id="{B54CC62F-ECD7-4B2C-B21E-67F0359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048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71" name="SE-009-764">
            <a:extLst xmlns:a="http://schemas.openxmlformats.org/drawingml/2006/main">
              <a:ext uri="{FF2B5EF4-FFF2-40B4-BE49-F238E27FC236}">
                <a16:creationId xmlns:a16="http://schemas.microsoft.com/office/drawing/2014/main" id="{9F6BFE8F-CCBB-4ECB-A84C-94B06E9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48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72" name="SE-009-765">
            <a:extLst xmlns:a="http://schemas.openxmlformats.org/drawingml/2006/main">
              <a:ext uri="{FF2B5EF4-FFF2-40B4-BE49-F238E27FC236}">
                <a16:creationId xmlns:a16="http://schemas.microsoft.com/office/drawing/2014/main" id="{21D6406D-8B8C-4CC7-906E-8AE6E1CE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048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73" name="SE-009-766">
            <a:extLst xmlns:a="http://schemas.openxmlformats.org/drawingml/2006/main">
              <a:ext uri="{FF2B5EF4-FFF2-40B4-BE49-F238E27FC236}">
                <a16:creationId xmlns:a16="http://schemas.microsoft.com/office/drawing/2014/main" id="{61D0EFA3-BDC2-4D11-8F88-DAC46D32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48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74" name="SE-009-767">
            <a:extLst xmlns:a="http://schemas.openxmlformats.org/drawingml/2006/main">
              <a:ext uri="{FF2B5EF4-FFF2-40B4-BE49-F238E27FC236}">
                <a16:creationId xmlns:a16="http://schemas.microsoft.com/office/drawing/2014/main" id="{15C796EA-15F3-4B44-8C2D-7496846E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48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75" name="SE-009-768">
            <a:extLst xmlns:a="http://schemas.openxmlformats.org/drawingml/2006/main">
              <a:ext uri="{FF2B5EF4-FFF2-40B4-BE49-F238E27FC236}">
                <a16:creationId xmlns:a16="http://schemas.microsoft.com/office/drawing/2014/main" id="{6F47EBFC-EAB7-45CA-A54A-E90CEFA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48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76" name="SE-009-769">
            <a:extLst xmlns:a="http://schemas.openxmlformats.org/drawingml/2006/main">
              <a:ext uri="{FF2B5EF4-FFF2-40B4-BE49-F238E27FC236}">
                <a16:creationId xmlns:a16="http://schemas.microsoft.com/office/drawing/2014/main" id="{868063EB-75CD-4BB9-9B1A-872BD5B6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48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77" name="SE-009-770">
            <a:extLst xmlns:a="http://schemas.openxmlformats.org/drawingml/2006/main">
              <a:ext uri="{FF2B5EF4-FFF2-40B4-BE49-F238E27FC236}">
                <a16:creationId xmlns:a16="http://schemas.microsoft.com/office/drawing/2014/main" id="{25122FF5-E23E-4B2B-AC3F-1FDB1300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295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778" name="SE-009-path-771">
            <a:extLst xmlns:a="http://schemas.openxmlformats.org/drawingml/2006/main">
              <a:ext uri="{FF2B5EF4-FFF2-40B4-BE49-F238E27FC236}">
                <a16:creationId xmlns:a16="http://schemas.microsoft.com/office/drawing/2014/main" id="{04D61B4A-46F3-48AA-B465-28B83A18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79" name="SE-009-path-772">
            <a:extLst xmlns:a="http://schemas.openxmlformats.org/drawingml/2006/main">
              <a:ext uri="{FF2B5EF4-FFF2-40B4-BE49-F238E27FC236}">
                <a16:creationId xmlns:a16="http://schemas.microsoft.com/office/drawing/2014/main" id="{967CF11C-0DBA-47B8-99E5-A1515D30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0" name="SE-009-path-773">
            <a:extLst xmlns:a="http://schemas.openxmlformats.org/drawingml/2006/main">
              <a:ext uri="{FF2B5EF4-FFF2-40B4-BE49-F238E27FC236}">
                <a16:creationId xmlns:a16="http://schemas.microsoft.com/office/drawing/2014/main" id="{D4040C04-C16B-4251-AAF9-2B3CAE26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1" name="SE-009-path-774">
            <a:extLst xmlns:a="http://schemas.openxmlformats.org/drawingml/2006/main">
              <a:ext uri="{FF2B5EF4-FFF2-40B4-BE49-F238E27FC236}">
                <a16:creationId xmlns:a16="http://schemas.microsoft.com/office/drawing/2014/main" id="{C22E09D9-B885-43A4-9ACA-7F160A85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2" name="SE-009-path-775">
            <a:extLst xmlns:a="http://schemas.openxmlformats.org/drawingml/2006/main">
              <a:ext uri="{FF2B5EF4-FFF2-40B4-BE49-F238E27FC236}">
                <a16:creationId xmlns:a16="http://schemas.microsoft.com/office/drawing/2014/main" id="{9F7EA6B4-F915-43E1-BA1D-D732B408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3" name="SE-009-path-776">
            <a:extLst xmlns:a="http://schemas.openxmlformats.org/drawingml/2006/main">
              <a:ext uri="{FF2B5EF4-FFF2-40B4-BE49-F238E27FC236}">
                <a16:creationId xmlns:a16="http://schemas.microsoft.com/office/drawing/2014/main" id="{41CCE7D8-C183-455A-A7A6-6B2AE301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4" name="SE-009-path-777">
            <a:extLst xmlns:a="http://schemas.openxmlformats.org/drawingml/2006/main">
              <a:ext uri="{FF2B5EF4-FFF2-40B4-BE49-F238E27FC236}">
                <a16:creationId xmlns:a16="http://schemas.microsoft.com/office/drawing/2014/main" id="{63A48F5C-5013-429D-A0C6-56380232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5" name="SE-009-path-778">
            <a:extLst xmlns:a="http://schemas.openxmlformats.org/drawingml/2006/main">
              <a:ext uri="{FF2B5EF4-FFF2-40B4-BE49-F238E27FC236}">
                <a16:creationId xmlns:a16="http://schemas.microsoft.com/office/drawing/2014/main" id="{924A3C0A-A959-4AFC-8198-722F0160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6" name="SE-009-path-779">
            <a:extLst xmlns:a="http://schemas.openxmlformats.org/drawingml/2006/main">
              <a:ext uri="{FF2B5EF4-FFF2-40B4-BE49-F238E27FC236}">
                <a16:creationId xmlns:a16="http://schemas.microsoft.com/office/drawing/2014/main" id="{DEE54CE8-560B-4841-B968-9E3A34CB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7" name="SE-009-path-780">
            <a:extLst xmlns:a="http://schemas.openxmlformats.org/drawingml/2006/main">
              <a:ext uri="{FF2B5EF4-FFF2-40B4-BE49-F238E27FC236}">
                <a16:creationId xmlns:a16="http://schemas.microsoft.com/office/drawing/2014/main" id="{9BF61715-D995-4275-8415-350AC830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8" name="SE-009-path-781">
            <a:extLst xmlns:a="http://schemas.openxmlformats.org/drawingml/2006/main">
              <a:ext uri="{FF2B5EF4-FFF2-40B4-BE49-F238E27FC236}">
                <a16:creationId xmlns:a16="http://schemas.microsoft.com/office/drawing/2014/main" id="{E7DBE426-367C-409F-B13D-B49E64A8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89" name="SE-009-path-782">
            <a:extLst xmlns:a="http://schemas.openxmlformats.org/drawingml/2006/main">
              <a:ext uri="{FF2B5EF4-FFF2-40B4-BE49-F238E27FC236}">
                <a16:creationId xmlns:a16="http://schemas.microsoft.com/office/drawing/2014/main" id="{30ABCC9F-5C0E-4DF9-AA81-4E98457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0" name="SE-009-path-783">
            <a:extLst xmlns:a="http://schemas.openxmlformats.org/drawingml/2006/main">
              <a:ext uri="{FF2B5EF4-FFF2-40B4-BE49-F238E27FC236}">
                <a16:creationId xmlns:a16="http://schemas.microsoft.com/office/drawing/2014/main" id="{9A71AFB6-F87F-4559-831A-8C9FD594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1" name="SE-009-path-784">
            <a:extLst xmlns:a="http://schemas.openxmlformats.org/drawingml/2006/main">
              <a:ext uri="{FF2B5EF4-FFF2-40B4-BE49-F238E27FC236}">
                <a16:creationId xmlns:a16="http://schemas.microsoft.com/office/drawing/2014/main" id="{8D66EF6F-B3F5-4222-BE75-38975FF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2" name="SE-009-path-785">
            <a:extLst xmlns:a="http://schemas.openxmlformats.org/drawingml/2006/main">
              <a:ext uri="{FF2B5EF4-FFF2-40B4-BE49-F238E27FC236}">
                <a16:creationId xmlns:a16="http://schemas.microsoft.com/office/drawing/2014/main" id="{052A561A-8D2F-41DB-9CF2-3BBF2614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3" name="SE-009-path-786">
            <a:extLst xmlns:a="http://schemas.openxmlformats.org/drawingml/2006/main">
              <a:ext uri="{FF2B5EF4-FFF2-40B4-BE49-F238E27FC236}">
                <a16:creationId xmlns:a16="http://schemas.microsoft.com/office/drawing/2014/main" id="{F13B4EEE-4B51-4E27-87DF-1FEEF519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4" name="SE-009-path-787">
            <a:extLst xmlns:a="http://schemas.openxmlformats.org/drawingml/2006/main">
              <a:ext uri="{FF2B5EF4-FFF2-40B4-BE49-F238E27FC236}">
                <a16:creationId xmlns:a16="http://schemas.microsoft.com/office/drawing/2014/main" id="{534AAB04-9527-4DBD-9A13-BB8DB5A1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5" name="SE-009-path-788">
            <a:extLst xmlns:a="http://schemas.openxmlformats.org/drawingml/2006/main">
              <a:ext uri="{FF2B5EF4-FFF2-40B4-BE49-F238E27FC236}">
                <a16:creationId xmlns:a16="http://schemas.microsoft.com/office/drawing/2014/main" id="{1094B099-4B95-4003-9F71-9BC085A3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6" name="SE-009-path-789">
            <a:extLst xmlns:a="http://schemas.openxmlformats.org/drawingml/2006/main">
              <a:ext uri="{FF2B5EF4-FFF2-40B4-BE49-F238E27FC236}">
                <a16:creationId xmlns:a16="http://schemas.microsoft.com/office/drawing/2014/main" id="{BD3235B1-6F95-4E3C-860A-FA2DB7F2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7" name="SE-009-path-790">
            <a:extLst xmlns:a="http://schemas.openxmlformats.org/drawingml/2006/main">
              <a:ext uri="{FF2B5EF4-FFF2-40B4-BE49-F238E27FC236}">
                <a16:creationId xmlns:a16="http://schemas.microsoft.com/office/drawing/2014/main" id="{92F8F10B-0D56-4048-A58B-A13BF64B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8" name="SE-009-path-791">
            <a:extLst xmlns:a="http://schemas.openxmlformats.org/drawingml/2006/main">
              <a:ext uri="{FF2B5EF4-FFF2-40B4-BE49-F238E27FC236}">
                <a16:creationId xmlns:a16="http://schemas.microsoft.com/office/drawing/2014/main" id="{A18AF460-3D80-4A33-9803-5F74F710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799" name="SE-009-path-792">
            <a:extLst xmlns:a="http://schemas.openxmlformats.org/drawingml/2006/main">
              <a:ext uri="{FF2B5EF4-FFF2-40B4-BE49-F238E27FC236}">
                <a16:creationId xmlns:a16="http://schemas.microsoft.com/office/drawing/2014/main" id="{446D14FB-B407-442A-8047-64B02FF1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0" name="SE-009-path-793">
            <a:extLst xmlns:a="http://schemas.openxmlformats.org/drawingml/2006/main">
              <a:ext uri="{FF2B5EF4-FFF2-40B4-BE49-F238E27FC236}">
                <a16:creationId xmlns:a16="http://schemas.microsoft.com/office/drawing/2014/main" id="{1CC1F9F5-7240-43A7-BA62-325A3A89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1" name="SE-009-path-794">
            <a:extLst xmlns:a="http://schemas.openxmlformats.org/drawingml/2006/main">
              <a:ext uri="{FF2B5EF4-FFF2-40B4-BE49-F238E27FC236}">
                <a16:creationId xmlns:a16="http://schemas.microsoft.com/office/drawing/2014/main" id="{4CCCC34C-11C4-4265-AE68-CD3A9677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2" name="SE-009-path-795">
            <a:extLst xmlns:a="http://schemas.openxmlformats.org/drawingml/2006/main">
              <a:ext uri="{FF2B5EF4-FFF2-40B4-BE49-F238E27FC236}">
                <a16:creationId xmlns:a16="http://schemas.microsoft.com/office/drawing/2014/main" id="{AF28D345-89D1-4160-A071-5C6664C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3" name="SE-009-path-796">
            <a:extLst xmlns:a="http://schemas.openxmlformats.org/drawingml/2006/main">
              <a:ext uri="{FF2B5EF4-FFF2-40B4-BE49-F238E27FC236}">
                <a16:creationId xmlns:a16="http://schemas.microsoft.com/office/drawing/2014/main" id="{CD2E3AED-E6F1-43D1-9462-7EA4150B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4" name="SE-009-path-797">
            <a:extLst xmlns:a="http://schemas.openxmlformats.org/drawingml/2006/main">
              <a:ext uri="{FF2B5EF4-FFF2-40B4-BE49-F238E27FC236}">
                <a16:creationId xmlns:a16="http://schemas.microsoft.com/office/drawing/2014/main" id="{F5FC29F5-7A4E-4487-92E6-FB87A5DF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5" name="SE-009-path-798">
            <a:extLst xmlns:a="http://schemas.openxmlformats.org/drawingml/2006/main">
              <a:ext uri="{FF2B5EF4-FFF2-40B4-BE49-F238E27FC236}">
                <a16:creationId xmlns:a16="http://schemas.microsoft.com/office/drawing/2014/main" id="{D6D9EBF2-04C0-4F2C-A3AE-0E652B41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6" name="SE-009-path-799">
            <a:extLst xmlns:a="http://schemas.openxmlformats.org/drawingml/2006/main">
              <a:ext uri="{FF2B5EF4-FFF2-40B4-BE49-F238E27FC236}">
                <a16:creationId xmlns:a16="http://schemas.microsoft.com/office/drawing/2014/main" id="{9A47064D-6A27-42B4-ACEB-B93D1D3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7" name="SE-009-path-800">
            <a:extLst xmlns:a="http://schemas.openxmlformats.org/drawingml/2006/main">
              <a:ext uri="{FF2B5EF4-FFF2-40B4-BE49-F238E27FC236}">
                <a16:creationId xmlns:a16="http://schemas.microsoft.com/office/drawing/2014/main" id="{A687D3D2-8B53-42E6-9B9E-66B1AB1C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8" name="SE-009-path-801">
            <a:extLst xmlns:a="http://schemas.openxmlformats.org/drawingml/2006/main">
              <a:ext uri="{FF2B5EF4-FFF2-40B4-BE49-F238E27FC236}">
                <a16:creationId xmlns:a16="http://schemas.microsoft.com/office/drawing/2014/main" id="{EAD98CF0-316B-4B9A-8C89-7C53D44B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09" name="SE-009-path-802">
            <a:extLst xmlns:a="http://schemas.openxmlformats.org/drawingml/2006/main">
              <a:ext uri="{FF2B5EF4-FFF2-40B4-BE49-F238E27FC236}">
                <a16:creationId xmlns:a16="http://schemas.microsoft.com/office/drawing/2014/main" id="{06714244-A52D-41D4-869E-9F506AB2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0" name="SE-009-path-803">
            <a:extLst xmlns:a="http://schemas.openxmlformats.org/drawingml/2006/main">
              <a:ext uri="{FF2B5EF4-FFF2-40B4-BE49-F238E27FC236}">
                <a16:creationId xmlns:a16="http://schemas.microsoft.com/office/drawing/2014/main" id="{B0110BFA-DED7-43A4-B34F-D6BA0807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1" name="SE-009-path-804">
            <a:extLst xmlns:a="http://schemas.openxmlformats.org/drawingml/2006/main">
              <a:ext uri="{FF2B5EF4-FFF2-40B4-BE49-F238E27FC236}">
                <a16:creationId xmlns:a16="http://schemas.microsoft.com/office/drawing/2014/main" id="{C4D6FD87-E298-4B51-8E98-C9BC9B8E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2" name="SE-009-path-805">
            <a:extLst xmlns:a="http://schemas.openxmlformats.org/drawingml/2006/main">
              <a:ext uri="{FF2B5EF4-FFF2-40B4-BE49-F238E27FC236}">
                <a16:creationId xmlns:a16="http://schemas.microsoft.com/office/drawing/2014/main" id="{746E9C06-1BD9-42EE-BEA5-9220E89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3" name="SE-009-path-806">
            <a:extLst xmlns:a="http://schemas.openxmlformats.org/drawingml/2006/main">
              <a:ext uri="{FF2B5EF4-FFF2-40B4-BE49-F238E27FC236}">
                <a16:creationId xmlns:a16="http://schemas.microsoft.com/office/drawing/2014/main" id="{F1D73811-6F12-4601-8B82-DBF42765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4" name="SE-009-path-807">
            <a:extLst xmlns:a="http://schemas.openxmlformats.org/drawingml/2006/main">
              <a:ext uri="{FF2B5EF4-FFF2-40B4-BE49-F238E27FC236}">
                <a16:creationId xmlns:a16="http://schemas.microsoft.com/office/drawing/2014/main" id="{4DDFE4C1-94BD-484A-A65A-F70AE044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5" name="SE-009-path-808">
            <a:extLst xmlns:a="http://schemas.openxmlformats.org/drawingml/2006/main">
              <a:ext uri="{FF2B5EF4-FFF2-40B4-BE49-F238E27FC236}">
                <a16:creationId xmlns:a16="http://schemas.microsoft.com/office/drawing/2014/main" id="{2C0EE93F-B50A-475E-93A5-1A36BA59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6" name="SE-009-path-809">
            <a:extLst xmlns:a="http://schemas.openxmlformats.org/drawingml/2006/main">
              <a:ext uri="{FF2B5EF4-FFF2-40B4-BE49-F238E27FC236}">
                <a16:creationId xmlns:a16="http://schemas.microsoft.com/office/drawing/2014/main" id="{2C761978-0037-46AD-8BEE-C2622CC7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7" name="SE-009-path-810">
            <a:extLst xmlns:a="http://schemas.openxmlformats.org/drawingml/2006/main">
              <a:ext uri="{FF2B5EF4-FFF2-40B4-BE49-F238E27FC236}">
                <a16:creationId xmlns:a16="http://schemas.microsoft.com/office/drawing/2014/main" id="{55CDB5C0-D470-4F10-8F8A-48267868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8" name="SE-009-path-811">
            <a:extLst xmlns:a="http://schemas.openxmlformats.org/drawingml/2006/main">
              <a:ext uri="{FF2B5EF4-FFF2-40B4-BE49-F238E27FC236}">
                <a16:creationId xmlns:a16="http://schemas.microsoft.com/office/drawing/2014/main" id="{86C4F964-908E-4572-8772-DAEAC94D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19" name="SE-009-path-812">
            <a:extLst xmlns:a="http://schemas.openxmlformats.org/drawingml/2006/main">
              <a:ext uri="{FF2B5EF4-FFF2-40B4-BE49-F238E27FC236}">
                <a16:creationId xmlns:a16="http://schemas.microsoft.com/office/drawing/2014/main" id="{3D36301B-201B-4DC7-8B84-FD20F275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0" name="SE-009-path-813">
            <a:extLst xmlns:a="http://schemas.openxmlformats.org/drawingml/2006/main">
              <a:ext uri="{FF2B5EF4-FFF2-40B4-BE49-F238E27FC236}">
                <a16:creationId xmlns:a16="http://schemas.microsoft.com/office/drawing/2014/main" id="{62B235BD-80C4-49E6-822D-B11A80D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1" name="SE-009-path-814">
            <a:extLst xmlns:a="http://schemas.openxmlformats.org/drawingml/2006/main">
              <a:ext uri="{FF2B5EF4-FFF2-40B4-BE49-F238E27FC236}">
                <a16:creationId xmlns:a16="http://schemas.microsoft.com/office/drawing/2014/main" id="{8A4C5D17-7951-4967-9A63-E6C7E6B5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2" name="SE-009-path-815">
            <a:extLst xmlns:a="http://schemas.openxmlformats.org/drawingml/2006/main">
              <a:ext uri="{FF2B5EF4-FFF2-40B4-BE49-F238E27FC236}">
                <a16:creationId xmlns:a16="http://schemas.microsoft.com/office/drawing/2014/main" id="{4CD85AA5-838A-40D5-B9AC-A34C1F3A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3" name="SE-009-path-816">
            <a:extLst xmlns:a="http://schemas.openxmlformats.org/drawingml/2006/main">
              <a:ext uri="{FF2B5EF4-FFF2-40B4-BE49-F238E27FC236}">
                <a16:creationId xmlns:a16="http://schemas.microsoft.com/office/drawing/2014/main" id="{5C9CF21D-FDF5-4F14-841A-4A3BF5DF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4" name="SE-009-path-817">
            <a:extLst xmlns:a="http://schemas.openxmlformats.org/drawingml/2006/main">
              <a:ext uri="{FF2B5EF4-FFF2-40B4-BE49-F238E27FC236}">
                <a16:creationId xmlns:a16="http://schemas.microsoft.com/office/drawing/2014/main" id="{CC873556-6287-46E7-BA07-B9050C8F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5" name="SE-009-path-818">
            <a:extLst xmlns:a="http://schemas.openxmlformats.org/drawingml/2006/main">
              <a:ext uri="{FF2B5EF4-FFF2-40B4-BE49-F238E27FC236}">
                <a16:creationId xmlns:a16="http://schemas.microsoft.com/office/drawing/2014/main" id="{237FA64A-51AE-4DD7-A473-9482A61A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6" name="SE-009-path-819">
            <a:extLst xmlns:a="http://schemas.openxmlformats.org/drawingml/2006/main">
              <a:ext uri="{FF2B5EF4-FFF2-40B4-BE49-F238E27FC236}">
                <a16:creationId xmlns:a16="http://schemas.microsoft.com/office/drawing/2014/main" id="{D4C86623-DC2C-44D9-80D5-DBBEBBBB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7" name="SE-009-path-820">
            <a:extLst xmlns:a="http://schemas.openxmlformats.org/drawingml/2006/main">
              <a:ext uri="{FF2B5EF4-FFF2-40B4-BE49-F238E27FC236}">
                <a16:creationId xmlns:a16="http://schemas.microsoft.com/office/drawing/2014/main" id="{45316272-3ADC-441E-97E1-BE5D5694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8" name="SE-009-path-821">
            <a:extLst xmlns:a="http://schemas.openxmlformats.org/drawingml/2006/main">
              <a:ext uri="{FF2B5EF4-FFF2-40B4-BE49-F238E27FC236}">
                <a16:creationId xmlns:a16="http://schemas.microsoft.com/office/drawing/2014/main" id="{CEB44F0B-8EDD-4AAF-BFC7-FD4F2C47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29" name="SE-009-path-822">
            <a:extLst xmlns:a="http://schemas.openxmlformats.org/drawingml/2006/main">
              <a:ext uri="{FF2B5EF4-FFF2-40B4-BE49-F238E27FC236}">
                <a16:creationId xmlns:a16="http://schemas.microsoft.com/office/drawing/2014/main" id="{DABC5908-C5DD-4474-AF40-33BAEF00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0" name="SE-009-path-823">
            <a:extLst xmlns:a="http://schemas.openxmlformats.org/drawingml/2006/main">
              <a:ext uri="{FF2B5EF4-FFF2-40B4-BE49-F238E27FC236}">
                <a16:creationId xmlns:a16="http://schemas.microsoft.com/office/drawing/2014/main" id="{CF40DB3F-2EDC-457C-82B5-4AC04338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1" name="SE-009-path-824">
            <a:extLst xmlns:a="http://schemas.openxmlformats.org/drawingml/2006/main">
              <a:ext uri="{FF2B5EF4-FFF2-40B4-BE49-F238E27FC236}">
                <a16:creationId xmlns:a16="http://schemas.microsoft.com/office/drawing/2014/main" id="{00EF2CF0-E551-403E-A43B-8BC3FC4B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2" name="SE-009-path-825">
            <a:extLst xmlns:a="http://schemas.openxmlformats.org/drawingml/2006/main">
              <a:ext uri="{FF2B5EF4-FFF2-40B4-BE49-F238E27FC236}">
                <a16:creationId xmlns:a16="http://schemas.microsoft.com/office/drawing/2014/main" id="{E7991731-62BA-4C44-8994-B58387E2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3" name="SE-009-path-826">
            <a:extLst xmlns:a="http://schemas.openxmlformats.org/drawingml/2006/main">
              <a:ext uri="{FF2B5EF4-FFF2-40B4-BE49-F238E27FC236}">
                <a16:creationId xmlns:a16="http://schemas.microsoft.com/office/drawing/2014/main" id="{4D815002-C944-4D41-AC3E-014DCDB2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4" name="SE-009-path-827">
            <a:extLst xmlns:a="http://schemas.openxmlformats.org/drawingml/2006/main">
              <a:ext uri="{FF2B5EF4-FFF2-40B4-BE49-F238E27FC236}">
                <a16:creationId xmlns:a16="http://schemas.microsoft.com/office/drawing/2014/main" id="{0A90C52E-4903-45CC-AD78-C7ACA0DD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5" name="SE-009-path-828">
            <a:extLst xmlns:a="http://schemas.openxmlformats.org/drawingml/2006/main">
              <a:ext uri="{FF2B5EF4-FFF2-40B4-BE49-F238E27FC236}">
                <a16:creationId xmlns:a16="http://schemas.microsoft.com/office/drawing/2014/main" id="{102D5906-77A6-442F-90D1-D1056CA0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6" name="SE-009-path-829">
            <a:extLst xmlns:a="http://schemas.openxmlformats.org/drawingml/2006/main">
              <a:ext uri="{FF2B5EF4-FFF2-40B4-BE49-F238E27FC236}">
                <a16:creationId xmlns:a16="http://schemas.microsoft.com/office/drawing/2014/main" id="{48BE0DBC-DCF5-444F-8A01-30F3DEC7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7" name="SE-009-path-830">
            <a:extLst xmlns:a="http://schemas.openxmlformats.org/drawingml/2006/main">
              <a:ext uri="{FF2B5EF4-FFF2-40B4-BE49-F238E27FC236}">
                <a16:creationId xmlns:a16="http://schemas.microsoft.com/office/drawing/2014/main" id="{EAD6D3E0-C1C3-454D-B3E0-5C1E98E1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8" name="SE-009-path-831">
            <a:extLst xmlns:a="http://schemas.openxmlformats.org/drawingml/2006/main">
              <a:ext uri="{FF2B5EF4-FFF2-40B4-BE49-F238E27FC236}">
                <a16:creationId xmlns:a16="http://schemas.microsoft.com/office/drawing/2014/main" id="{8254C94A-01D2-4FC6-90FB-866AACFC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39" name="SE-009-path-832">
            <a:extLst xmlns:a="http://schemas.openxmlformats.org/drawingml/2006/main">
              <a:ext uri="{FF2B5EF4-FFF2-40B4-BE49-F238E27FC236}">
                <a16:creationId xmlns:a16="http://schemas.microsoft.com/office/drawing/2014/main" id="{EF6154E7-FDF1-4CCF-AD50-D62E3BE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0" name="SE-009-path-833">
            <a:extLst xmlns:a="http://schemas.openxmlformats.org/drawingml/2006/main">
              <a:ext uri="{FF2B5EF4-FFF2-40B4-BE49-F238E27FC236}">
                <a16:creationId xmlns:a16="http://schemas.microsoft.com/office/drawing/2014/main" id="{CBF11A23-3A5B-442B-8D6C-692A24DD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1" name="SE-009-path-834">
            <a:extLst xmlns:a="http://schemas.openxmlformats.org/drawingml/2006/main">
              <a:ext uri="{FF2B5EF4-FFF2-40B4-BE49-F238E27FC236}">
                <a16:creationId xmlns:a16="http://schemas.microsoft.com/office/drawing/2014/main" id="{087EF0F5-7329-46AE-867D-712EC802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2" name="SE-009-path-835">
            <a:extLst xmlns:a="http://schemas.openxmlformats.org/drawingml/2006/main">
              <a:ext uri="{FF2B5EF4-FFF2-40B4-BE49-F238E27FC236}">
                <a16:creationId xmlns:a16="http://schemas.microsoft.com/office/drawing/2014/main" id="{9799B4DF-E8FB-45A0-ADAE-7BA4ED46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3" name="SE-009-path-836">
            <a:extLst xmlns:a="http://schemas.openxmlformats.org/drawingml/2006/main">
              <a:ext uri="{FF2B5EF4-FFF2-40B4-BE49-F238E27FC236}">
                <a16:creationId xmlns:a16="http://schemas.microsoft.com/office/drawing/2014/main" id="{38DFA9F9-4153-4B23-A7DA-1BBF061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4" name="SE-009-path-837">
            <a:extLst xmlns:a="http://schemas.openxmlformats.org/drawingml/2006/main">
              <a:ext uri="{FF2B5EF4-FFF2-40B4-BE49-F238E27FC236}">
                <a16:creationId xmlns:a16="http://schemas.microsoft.com/office/drawing/2014/main" id="{6B73F630-F5F0-4A47-B48C-B2B8D369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5" name="SE-009-path-838">
            <a:extLst xmlns:a="http://schemas.openxmlformats.org/drawingml/2006/main">
              <a:ext uri="{FF2B5EF4-FFF2-40B4-BE49-F238E27FC236}">
                <a16:creationId xmlns:a16="http://schemas.microsoft.com/office/drawing/2014/main" id="{FF7C7B9C-1385-4D76-A322-C893D7D6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6" name="SE-009-path-839">
            <a:extLst xmlns:a="http://schemas.openxmlformats.org/drawingml/2006/main">
              <a:ext uri="{FF2B5EF4-FFF2-40B4-BE49-F238E27FC236}">
                <a16:creationId xmlns:a16="http://schemas.microsoft.com/office/drawing/2014/main" id="{5139C1CA-02E9-4AA7-B3FA-845F395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7" name="SE-009-path-840">
            <a:extLst xmlns:a="http://schemas.openxmlformats.org/drawingml/2006/main">
              <a:ext uri="{FF2B5EF4-FFF2-40B4-BE49-F238E27FC236}">
                <a16:creationId xmlns:a16="http://schemas.microsoft.com/office/drawing/2014/main" id="{96E7C63A-9166-43F0-BABB-0DC662B5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8" name="SE-009-path-841">
            <a:extLst xmlns:a="http://schemas.openxmlformats.org/drawingml/2006/main">
              <a:ext uri="{FF2B5EF4-FFF2-40B4-BE49-F238E27FC236}">
                <a16:creationId xmlns:a16="http://schemas.microsoft.com/office/drawing/2014/main" id="{EBC0561C-9210-4F5A-B343-97809341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49" name="SE-009-path-842">
            <a:extLst xmlns:a="http://schemas.openxmlformats.org/drawingml/2006/main">
              <a:ext uri="{FF2B5EF4-FFF2-40B4-BE49-F238E27FC236}">
                <a16:creationId xmlns:a16="http://schemas.microsoft.com/office/drawing/2014/main" id="{F6936E4E-14AD-4F14-AB18-7F4F5E72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0" name="SE-009-path-843">
            <a:extLst xmlns:a="http://schemas.openxmlformats.org/drawingml/2006/main">
              <a:ext uri="{FF2B5EF4-FFF2-40B4-BE49-F238E27FC236}">
                <a16:creationId xmlns:a16="http://schemas.microsoft.com/office/drawing/2014/main" id="{EAD4210C-FD93-47F6-9C93-AC25FF7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1" name="SE-009-path-844">
            <a:extLst xmlns:a="http://schemas.openxmlformats.org/drawingml/2006/main">
              <a:ext uri="{FF2B5EF4-FFF2-40B4-BE49-F238E27FC236}">
                <a16:creationId xmlns:a16="http://schemas.microsoft.com/office/drawing/2014/main" id="{CBF0691B-3401-4260-98F9-2C0EF60C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2" name="SE-009-path-845">
            <a:extLst xmlns:a="http://schemas.openxmlformats.org/drawingml/2006/main">
              <a:ext uri="{FF2B5EF4-FFF2-40B4-BE49-F238E27FC236}">
                <a16:creationId xmlns:a16="http://schemas.microsoft.com/office/drawing/2014/main" id="{F5CD72ED-B935-491E-B2A4-911E45CC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3" name="SE-009-path-846">
            <a:extLst xmlns:a="http://schemas.openxmlformats.org/drawingml/2006/main">
              <a:ext uri="{FF2B5EF4-FFF2-40B4-BE49-F238E27FC236}">
                <a16:creationId xmlns:a16="http://schemas.microsoft.com/office/drawing/2014/main" id="{82DAEA13-D453-4678-89C1-794AC21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4" name="SE-009-path-847">
            <a:extLst xmlns:a="http://schemas.openxmlformats.org/drawingml/2006/main">
              <a:ext uri="{FF2B5EF4-FFF2-40B4-BE49-F238E27FC236}">
                <a16:creationId xmlns:a16="http://schemas.microsoft.com/office/drawing/2014/main" id="{645CB775-CD42-4139-967D-3E7C462A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5" name="SE-009-path-848">
            <a:extLst xmlns:a="http://schemas.openxmlformats.org/drawingml/2006/main">
              <a:ext uri="{FF2B5EF4-FFF2-40B4-BE49-F238E27FC236}">
                <a16:creationId xmlns:a16="http://schemas.microsoft.com/office/drawing/2014/main" id="{F3B05363-F879-42D1-BE14-FD289D4A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6" name="SE-009-path-849">
            <a:extLst xmlns:a="http://schemas.openxmlformats.org/drawingml/2006/main">
              <a:ext uri="{FF2B5EF4-FFF2-40B4-BE49-F238E27FC236}">
                <a16:creationId xmlns:a16="http://schemas.microsoft.com/office/drawing/2014/main" id="{F80C801D-2C2D-40EB-B4A0-245D35A2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7" name="SE-009-path-850">
            <a:extLst xmlns:a="http://schemas.openxmlformats.org/drawingml/2006/main">
              <a:ext uri="{FF2B5EF4-FFF2-40B4-BE49-F238E27FC236}">
                <a16:creationId xmlns:a16="http://schemas.microsoft.com/office/drawing/2014/main" id="{EE62D567-D873-4D11-B313-D5BF3AF6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8" name="SE-009-path-851">
            <a:extLst xmlns:a="http://schemas.openxmlformats.org/drawingml/2006/main">
              <a:ext uri="{FF2B5EF4-FFF2-40B4-BE49-F238E27FC236}">
                <a16:creationId xmlns:a16="http://schemas.microsoft.com/office/drawing/2014/main" id="{9D42268E-1452-40A0-912D-57F55CE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59" name="SE-009-path-852">
            <a:extLst xmlns:a="http://schemas.openxmlformats.org/drawingml/2006/main">
              <a:ext uri="{FF2B5EF4-FFF2-40B4-BE49-F238E27FC236}">
                <a16:creationId xmlns:a16="http://schemas.microsoft.com/office/drawing/2014/main" id="{324911C5-A3DA-40EA-B83B-BC9BE63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0" name="SE-009-path-853">
            <a:extLst xmlns:a="http://schemas.openxmlformats.org/drawingml/2006/main">
              <a:ext uri="{FF2B5EF4-FFF2-40B4-BE49-F238E27FC236}">
                <a16:creationId xmlns:a16="http://schemas.microsoft.com/office/drawing/2014/main" id="{3CF9A748-2E36-42F4-A496-FD9EC6FA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1" name="SE-009-path-854">
            <a:extLst xmlns:a="http://schemas.openxmlformats.org/drawingml/2006/main">
              <a:ext uri="{FF2B5EF4-FFF2-40B4-BE49-F238E27FC236}">
                <a16:creationId xmlns:a16="http://schemas.microsoft.com/office/drawing/2014/main" id="{55E38326-B0FF-4E3C-8A46-AB3C608F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2" name="SE-009-path-855">
            <a:extLst xmlns:a="http://schemas.openxmlformats.org/drawingml/2006/main">
              <a:ext uri="{FF2B5EF4-FFF2-40B4-BE49-F238E27FC236}">
                <a16:creationId xmlns:a16="http://schemas.microsoft.com/office/drawing/2014/main" id="{2C7A8BE3-7612-42B0-8FA5-9453E3AB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3" name="SE-009-path-856">
            <a:extLst xmlns:a="http://schemas.openxmlformats.org/drawingml/2006/main">
              <a:ext uri="{FF2B5EF4-FFF2-40B4-BE49-F238E27FC236}">
                <a16:creationId xmlns:a16="http://schemas.microsoft.com/office/drawing/2014/main" id="{A279E718-D03C-45FE-84C1-2A320FF8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4" name="SE-009-path-857">
            <a:extLst xmlns:a="http://schemas.openxmlformats.org/drawingml/2006/main">
              <a:ext uri="{FF2B5EF4-FFF2-40B4-BE49-F238E27FC236}">
                <a16:creationId xmlns:a16="http://schemas.microsoft.com/office/drawing/2014/main" id="{40BAAE27-0368-4F35-B432-F7B3A40A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625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5" name="SE-009-path-858">
            <a:extLst xmlns:a="http://schemas.openxmlformats.org/drawingml/2006/main">
              <a:ext uri="{FF2B5EF4-FFF2-40B4-BE49-F238E27FC236}">
                <a16:creationId xmlns:a16="http://schemas.microsoft.com/office/drawing/2014/main" id="{2E9172BC-E176-4099-9764-9BA577B0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962525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6" name="SE-009-path-859">
            <a:extLst xmlns:a="http://schemas.openxmlformats.org/drawingml/2006/main">
              <a:ext uri="{FF2B5EF4-FFF2-40B4-BE49-F238E27FC236}">
                <a16:creationId xmlns:a16="http://schemas.microsoft.com/office/drawing/2014/main" id="{05829DA0-85FB-4F92-8761-0FFAD181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9625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7" name="SE-009-path-860">
            <a:extLst xmlns:a="http://schemas.openxmlformats.org/drawingml/2006/main">
              <a:ext uri="{FF2B5EF4-FFF2-40B4-BE49-F238E27FC236}">
                <a16:creationId xmlns:a16="http://schemas.microsoft.com/office/drawing/2014/main" id="{9D5BB301-0A92-4242-9812-6CE43BCB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019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8" name="SE-009-path-861">
            <a:extLst xmlns:a="http://schemas.openxmlformats.org/drawingml/2006/main">
              <a:ext uri="{FF2B5EF4-FFF2-40B4-BE49-F238E27FC236}">
                <a16:creationId xmlns:a16="http://schemas.microsoft.com/office/drawing/2014/main" id="{E1DAFB5A-6522-4A40-9AD9-4E2D79C7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0768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69" name="SE-009-path-862">
            <a:extLst xmlns:a="http://schemas.openxmlformats.org/drawingml/2006/main">
              <a:ext uri="{FF2B5EF4-FFF2-40B4-BE49-F238E27FC236}">
                <a16:creationId xmlns:a16="http://schemas.microsoft.com/office/drawing/2014/main" id="{F64CE6D9-D3BE-4902-AE8E-C378C59F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1339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0" name="SE-009-path-863">
            <a:extLst xmlns:a="http://schemas.openxmlformats.org/drawingml/2006/main">
              <a:ext uri="{FF2B5EF4-FFF2-40B4-BE49-F238E27FC236}">
                <a16:creationId xmlns:a16="http://schemas.microsoft.com/office/drawing/2014/main" id="{145CFDE6-431C-481A-95D7-7AD25F9F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1911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1" name="SE-009-path-864">
            <a:extLst xmlns:a="http://schemas.openxmlformats.org/drawingml/2006/main">
              <a:ext uri="{FF2B5EF4-FFF2-40B4-BE49-F238E27FC236}">
                <a16:creationId xmlns:a16="http://schemas.microsoft.com/office/drawing/2014/main" id="{ACEED222-3978-4769-A401-DDCE339E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2482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2" name="SE-009-path-865">
            <a:extLst xmlns:a="http://schemas.openxmlformats.org/drawingml/2006/main">
              <a:ext uri="{FF2B5EF4-FFF2-40B4-BE49-F238E27FC236}">
                <a16:creationId xmlns:a16="http://schemas.microsoft.com/office/drawing/2014/main" id="{1222A3FD-AA06-4A03-98BD-6314CCDB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3054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3" name="SE-009-path-866">
            <a:extLst xmlns:a="http://schemas.openxmlformats.org/drawingml/2006/main">
              <a:ext uri="{FF2B5EF4-FFF2-40B4-BE49-F238E27FC236}">
                <a16:creationId xmlns:a16="http://schemas.microsoft.com/office/drawing/2014/main" id="{6189C127-D2F1-429C-97A5-2BDFE25A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3625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4" name="SE-009-path-867">
            <a:extLst xmlns:a="http://schemas.openxmlformats.org/drawingml/2006/main">
              <a:ext uri="{FF2B5EF4-FFF2-40B4-BE49-F238E27FC236}">
                <a16:creationId xmlns:a16="http://schemas.microsoft.com/office/drawing/2014/main" id="{9EE0CA9A-3BA5-4456-97B3-31CDEA22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5" name="SE-009-path-868">
            <a:extLst xmlns:a="http://schemas.openxmlformats.org/drawingml/2006/main">
              <a:ext uri="{FF2B5EF4-FFF2-40B4-BE49-F238E27FC236}">
                <a16:creationId xmlns:a16="http://schemas.microsoft.com/office/drawing/2014/main" id="{6C966A96-A2D6-4717-A67C-23036321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6" name="SE-009-path-869">
            <a:extLst xmlns:a="http://schemas.openxmlformats.org/drawingml/2006/main">
              <a:ext uri="{FF2B5EF4-FFF2-40B4-BE49-F238E27FC236}">
                <a16:creationId xmlns:a16="http://schemas.microsoft.com/office/drawing/2014/main" id="{A4D8803D-7F38-442F-88CD-3B7449B7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7" name="SE-009-path-870">
            <a:extLst xmlns:a="http://schemas.openxmlformats.org/drawingml/2006/main">
              <a:ext uri="{FF2B5EF4-FFF2-40B4-BE49-F238E27FC236}">
                <a16:creationId xmlns:a16="http://schemas.microsoft.com/office/drawing/2014/main" id="{3E5C717D-20E9-44CF-9B27-E7741EE7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8" name="SE-009-path-871">
            <a:extLst xmlns:a="http://schemas.openxmlformats.org/drawingml/2006/main">
              <a:ext uri="{FF2B5EF4-FFF2-40B4-BE49-F238E27FC236}">
                <a16:creationId xmlns:a16="http://schemas.microsoft.com/office/drawing/2014/main" id="{C74E237D-571F-4F0A-BF9B-02BE9FB5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79" name="SE-009-path-872">
            <a:extLst xmlns:a="http://schemas.openxmlformats.org/drawingml/2006/main">
              <a:ext uri="{FF2B5EF4-FFF2-40B4-BE49-F238E27FC236}">
                <a16:creationId xmlns:a16="http://schemas.microsoft.com/office/drawing/2014/main" id="{54A1BA8E-A0DB-4206-A87D-A2AC822F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0" name="SE-009-path-873">
            <a:extLst xmlns:a="http://schemas.openxmlformats.org/drawingml/2006/main">
              <a:ext uri="{FF2B5EF4-FFF2-40B4-BE49-F238E27FC236}">
                <a16:creationId xmlns:a16="http://schemas.microsoft.com/office/drawing/2014/main" id="{13CB171C-5ECE-4670-93C4-7AE38F6A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1" name="SE-009-path-874">
            <a:extLst xmlns:a="http://schemas.openxmlformats.org/drawingml/2006/main">
              <a:ext uri="{FF2B5EF4-FFF2-40B4-BE49-F238E27FC236}">
                <a16:creationId xmlns:a16="http://schemas.microsoft.com/office/drawing/2014/main" id="{873AB31E-CC62-4E63-9790-03312CA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2" name="SE-009-path-875">
            <a:extLst xmlns:a="http://schemas.openxmlformats.org/drawingml/2006/main">
              <a:ext uri="{FF2B5EF4-FFF2-40B4-BE49-F238E27FC236}">
                <a16:creationId xmlns:a16="http://schemas.microsoft.com/office/drawing/2014/main" id="{9CBDD116-CBF2-4A18-BB8D-00776DFE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3" name="SE-009-path-876">
            <a:extLst xmlns:a="http://schemas.openxmlformats.org/drawingml/2006/main">
              <a:ext uri="{FF2B5EF4-FFF2-40B4-BE49-F238E27FC236}">
                <a16:creationId xmlns:a16="http://schemas.microsoft.com/office/drawing/2014/main" id="{8175F747-E320-476C-A498-D8FA10C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4" name="SE-009-path-877">
            <a:extLst xmlns:a="http://schemas.openxmlformats.org/drawingml/2006/main">
              <a:ext uri="{FF2B5EF4-FFF2-40B4-BE49-F238E27FC236}">
                <a16:creationId xmlns:a16="http://schemas.microsoft.com/office/drawing/2014/main" id="{89243F37-4D82-4E9D-A6BC-A4FC9D8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5" name="SE-009-path-878">
            <a:extLst xmlns:a="http://schemas.openxmlformats.org/drawingml/2006/main">
              <a:ext uri="{FF2B5EF4-FFF2-40B4-BE49-F238E27FC236}">
                <a16:creationId xmlns:a16="http://schemas.microsoft.com/office/drawing/2014/main" id="{533051BD-BFC7-4703-B66A-C52D7092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6" name="SE-009-path-879">
            <a:extLst xmlns:a="http://schemas.openxmlformats.org/drawingml/2006/main">
              <a:ext uri="{FF2B5EF4-FFF2-40B4-BE49-F238E27FC236}">
                <a16:creationId xmlns:a16="http://schemas.microsoft.com/office/drawing/2014/main" id="{B3137AF3-F809-4D23-A853-9E505AE5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7" name="SE-009-path-880">
            <a:extLst xmlns:a="http://schemas.openxmlformats.org/drawingml/2006/main">
              <a:ext uri="{FF2B5EF4-FFF2-40B4-BE49-F238E27FC236}">
                <a16:creationId xmlns:a16="http://schemas.microsoft.com/office/drawing/2014/main" id="{DE45252C-178D-4A1D-A235-D97BB64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8" name="SE-009-path-881">
            <a:extLst xmlns:a="http://schemas.openxmlformats.org/drawingml/2006/main">
              <a:ext uri="{FF2B5EF4-FFF2-40B4-BE49-F238E27FC236}">
                <a16:creationId xmlns:a16="http://schemas.microsoft.com/office/drawing/2014/main" id="{0AE4EE27-361C-46B3-ACC8-0453770E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89" name="SE-009-path-882">
            <a:extLst xmlns:a="http://schemas.openxmlformats.org/drawingml/2006/main">
              <a:ext uri="{FF2B5EF4-FFF2-40B4-BE49-F238E27FC236}">
                <a16:creationId xmlns:a16="http://schemas.microsoft.com/office/drawing/2014/main" id="{528B05C1-9264-42B7-920B-1C2FD6A4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0" name="SE-009-path-883">
            <a:extLst xmlns:a="http://schemas.openxmlformats.org/drawingml/2006/main">
              <a:ext uri="{FF2B5EF4-FFF2-40B4-BE49-F238E27FC236}">
                <a16:creationId xmlns:a16="http://schemas.microsoft.com/office/drawing/2014/main" id="{E2643362-FDE7-450F-8D09-260DB3D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1" name="SE-009-path-884">
            <a:extLst xmlns:a="http://schemas.openxmlformats.org/drawingml/2006/main">
              <a:ext uri="{FF2B5EF4-FFF2-40B4-BE49-F238E27FC236}">
                <a16:creationId xmlns:a16="http://schemas.microsoft.com/office/drawing/2014/main" id="{0E2EA0C3-5B82-40C0-B6C5-607836A3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2" name="SE-009-path-885">
            <a:extLst xmlns:a="http://schemas.openxmlformats.org/drawingml/2006/main">
              <a:ext uri="{FF2B5EF4-FFF2-40B4-BE49-F238E27FC236}">
                <a16:creationId xmlns:a16="http://schemas.microsoft.com/office/drawing/2014/main" id="{2B1C16CC-8890-4E80-8342-59EFBA23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3" name="SE-009-path-886">
            <a:extLst xmlns:a="http://schemas.openxmlformats.org/drawingml/2006/main">
              <a:ext uri="{FF2B5EF4-FFF2-40B4-BE49-F238E27FC236}">
                <a16:creationId xmlns:a16="http://schemas.microsoft.com/office/drawing/2014/main" id="{20CEFEAD-A8EF-486C-97E0-308B5CE0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4" name="SE-009-path-887">
            <a:extLst xmlns:a="http://schemas.openxmlformats.org/drawingml/2006/main">
              <a:ext uri="{FF2B5EF4-FFF2-40B4-BE49-F238E27FC236}">
                <a16:creationId xmlns:a16="http://schemas.microsoft.com/office/drawing/2014/main" id="{4F858D56-7CB3-42E6-8D57-39035404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5" name="SE-009-path-888">
            <a:extLst xmlns:a="http://schemas.openxmlformats.org/drawingml/2006/main">
              <a:ext uri="{FF2B5EF4-FFF2-40B4-BE49-F238E27FC236}">
                <a16:creationId xmlns:a16="http://schemas.microsoft.com/office/drawing/2014/main" id="{92F62D79-FEA7-4DA8-80B2-C261E132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6" name="SE-009-path-889">
            <a:extLst xmlns:a="http://schemas.openxmlformats.org/drawingml/2006/main">
              <a:ext uri="{FF2B5EF4-FFF2-40B4-BE49-F238E27FC236}">
                <a16:creationId xmlns:a16="http://schemas.microsoft.com/office/drawing/2014/main" id="{1CACD34B-310E-47B7-B10F-411373AC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7" name="SE-009-path-890">
            <a:extLst xmlns:a="http://schemas.openxmlformats.org/drawingml/2006/main">
              <a:ext uri="{FF2B5EF4-FFF2-40B4-BE49-F238E27FC236}">
                <a16:creationId xmlns:a16="http://schemas.microsoft.com/office/drawing/2014/main" id="{4C8A84F2-790E-4E37-BE5A-E677F3CB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8" name="SE-009-path-891">
            <a:extLst xmlns:a="http://schemas.openxmlformats.org/drawingml/2006/main">
              <a:ext uri="{FF2B5EF4-FFF2-40B4-BE49-F238E27FC236}">
                <a16:creationId xmlns:a16="http://schemas.microsoft.com/office/drawing/2014/main" id="{57D44E33-800C-4ACC-870B-BEEF753D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899" name="SE-009-path-892">
            <a:extLst xmlns:a="http://schemas.openxmlformats.org/drawingml/2006/main">
              <a:ext uri="{FF2B5EF4-FFF2-40B4-BE49-F238E27FC236}">
                <a16:creationId xmlns:a16="http://schemas.microsoft.com/office/drawing/2014/main" id="{1026DE80-6BE0-4B64-8785-E43656BE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0" name="SE-009-path-893">
            <a:extLst xmlns:a="http://schemas.openxmlformats.org/drawingml/2006/main">
              <a:ext uri="{FF2B5EF4-FFF2-40B4-BE49-F238E27FC236}">
                <a16:creationId xmlns:a16="http://schemas.microsoft.com/office/drawing/2014/main" id="{F8BF8C8C-FEF6-4A04-AD33-D5C9E320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1" name="SE-009-path-894">
            <a:extLst xmlns:a="http://schemas.openxmlformats.org/drawingml/2006/main">
              <a:ext uri="{FF2B5EF4-FFF2-40B4-BE49-F238E27FC236}">
                <a16:creationId xmlns:a16="http://schemas.microsoft.com/office/drawing/2014/main" id="{61A3DC9A-2C9A-430D-9D2B-A36D6A2E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2" name="SE-009-path-895">
            <a:extLst xmlns:a="http://schemas.openxmlformats.org/drawingml/2006/main">
              <a:ext uri="{FF2B5EF4-FFF2-40B4-BE49-F238E27FC236}">
                <a16:creationId xmlns:a16="http://schemas.microsoft.com/office/drawing/2014/main" id="{F1500C41-F82C-4204-8774-ED98C44E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3" name="SE-009-path-896">
            <a:extLst xmlns:a="http://schemas.openxmlformats.org/drawingml/2006/main">
              <a:ext uri="{FF2B5EF4-FFF2-40B4-BE49-F238E27FC236}">
                <a16:creationId xmlns:a16="http://schemas.microsoft.com/office/drawing/2014/main" id="{9B3F13E3-98B9-4A5B-BD3C-F16515C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4" name="SE-009-path-897">
            <a:extLst xmlns:a="http://schemas.openxmlformats.org/drawingml/2006/main">
              <a:ext uri="{FF2B5EF4-FFF2-40B4-BE49-F238E27FC236}">
                <a16:creationId xmlns:a16="http://schemas.microsoft.com/office/drawing/2014/main" id="{7A7B2739-55CB-4504-A999-8061F81A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5" name="SE-009-path-898">
            <a:extLst xmlns:a="http://schemas.openxmlformats.org/drawingml/2006/main">
              <a:ext uri="{FF2B5EF4-FFF2-40B4-BE49-F238E27FC236}">
                <a16:creationId xmlns:a16="http://schemas.microsoft.com/office/drawing/2014/main" id="{3934AC59-6C06-4596-9C31-DBC86B4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6" name="SE-009-path-899">
            <a:extLst xmlns:a="http://schemas.openxmlformats.org/drawingml/2006/main">
              <a:ext uri="{FF2B5EF4-FFF2-40B4-BE49-F238E27FC236}">
                <a16:creationId xmlns:a16="http://schemas.microsoft.com/office/drawing/2014/main" id="{E1019092-1DD0-4B50-866A-C6E66426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7" name="SE-009-path-900">
            <a:extLst xmlns:a="http://schemas.openxmlformats.org/drawingml/2006/main">
              <a:ext uri="{FF2B5EF4-FFF2-40B4-BE49-F238E27FC236}">
                <a16:creationId xmlns:a16="http://schemas.microsoft.com/office/drawing/2014/main" id="{EF60210A-62C2-40AD-A57B-A211A85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8" name="SE-009-path-901">
            <a:extLst xmlns:a="http://schemas.openxmlformats.org/drawingml/2006/main">
              <a:ext uri="{FF2B5EF4-FFF2-40B4-BE49-F238E27FC236}">
                <a16:creationId xmlns:a16="http://schemas.microsoft.com/office/drawing/2014/main" id="{E147FDE7-1E6B-498E-A5D7-E4FC4160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09" name="SE-009-path-902">
            <a:extLst xmlns:a="http://schemas.openxmlformats.org/drawingml/2006/main">
              <a:ext uri="{FF2B5EF4-FFF2-40B4-BE49-F238E27FC236}">
                <a16:creationId xmlns:a16="http://schemas.microsoft.com/office/drawing/2014/main" id="{BBAB7EA5-FE9A-4D8C-B4B8-99EC2534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0" name="SE-009-path-903">
            <a:extLst xmlns:a="http://schemas.openxmlformats.org/drawingml/2006/main">
              <a:ext uri="{FF2B5EF4-FFF2-40B4-BE49-F238E27FC236}">
                <a16:creationId xmlns:a16="http://schemas.microsoft.com/office/drawing/2014/main" id="{1FD41D08-F90B-4522-983A-4D865B45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1" name="SE-009-path-904">
            <a:extLst xmlns:a="http://schemas.openxmlformats.org/drawingml/2006/main">
              <a:ext uri="{FF2B5EF4-FFF2-40B4-BE49-F238E27FC236}">
                <a16:creationId xmlns:a16="http://schemas.microsoft.com/office/drawing/2014/main" id="{88145DD6-2CA3-447B-B431-D70242D1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2" name="SE-009-path-905">
            <a:extLst xmlns:a="http://schemas.openxmlformats.org/drawingml/2006/main">
              <a:ext uri="{FF2B5EF4-FFF2-40B4-BE49-F238E27FC236}">
                <a16:creationId xmlns:a16="http://schemas.microsoft.com/office/drawing/2014/main" id="{62549E42-C723-4B6A-8784-40E7192C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3" name="SE-009-path-906">
            <a:extLst xmlns:a="http://schemas.openxmlformats.org/drawingml/2006/main">
              <a:ext uri="{FF2B5EF4-FFF2-40B4-BE49-F238E27FC236}">
                <a16:creationId xmlns:a16="http://schemas.microsoft.com/office/drawing/2014/main" id="{7ED0AD47-9F76-4542-BD94-6163E60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4" name="SE-009-path-907">
            <a:extLst xmlns:a="http://schemas.openxmlformats.org/drawingml/2006/main">
              <a:ext uri="{FF2B5EF4-FFF2-40B4-BE49-F238E27FC236}">
                <a16:creationId xmlns:a16="http://schemas.microsoft.com/office/drawing/2014/main" id="{75FBCF4A-091C-4F0A-902A-3C6D4136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5" name="SE-009-path-908">
            <a:extLst xmlns:a="http://schemas.openxmlformats.org/drawingml/2006/main">
              <a:ext uri="{FF2B5EF4-FFF2-40B4-BE49-F238E27FC236}">
                <a16:creationId xmlns:a16="http://schemas.microsoft.com/office/drawing/2014/main" id="{715C62E2-20EA-4066-B086-5A8AC8B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6" name="SE-009-path-909">
            <a:extLst xmlns:a="http://schemas.openxmlformats.org/drawingml/2006/main">
              <a:ext uri="{FF2B5EF4-FFF2-40B4-BE49-F238E27FC236}">
                <a16:creationId xmlns:a16="http://schemas.microsoft.com/office/drawing/2014/main" id="{8FA3CD73-E34D-411C-8E52-DFF91AD1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7" name="SE-009-path-910">
            <a:extLst xmlns:a="http://schemas.openxmlformats.org/drawingml/2006/main">
              <a:ext uri="{FF2B5EF4-FFF2-40B4-BE49-F238E27FC236}">
                <a16:creationId xmlns:a16="http://schemas.microsoft.com/office/drawing/2014/main" id="{88AE7A19-5DCF-404C-9112-A248F1AE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8" name="SE-009-path-911">
            <a:extLst xmlns:a="http://schemas.openxmlformats.org/drawingml/2006/main">
              <a:ext uri="{FF2B5EF4-FFF2-40B4-BE49-F238E27FC236}">
                <a16:creationId xmlns:a16="http://schemas.microsoft.com/office/drawing/2014/main" id="{C24B1941-04DC-460A-9D43-1C2B0E1B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19" name="SE-009-path-912">
            <a:extLst xmlns:a="http://schemas.openxmlformats.org/drawingml/2006/main">
              <a:ext uri="{FF2B5EF4-FFF2-40B4-BE49-F238E27FC236}">
                <a16:creationId xmlns:a16="http://schemas.microsoft.com/office/drawing/2014/main" id="{1DFA9A6D-7663-4C5C-952D-B55B8692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0" name="SE-009-path-913">
            <a:extLst xmlns:a="http://schemas.openxmlformats.org/drawingml/2006/main">
              <a:ext uri="{FF2B5EF4-FFF2-40B4-BE49-F238E27FC236}">
                <a16:creationId xmlns:a16="http://schemas.microsoft.com/office/drawing/2014/main" id="{B8FF2533-5824-4D11-A867-E7AE163F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1" name="SE-009-path-914">
            <a:extLst xmlns:a="http://schemas.openxmlformats.org/drawingml/2006/main">
              <a:ext uri="{FF2B5EF4-FFF2-40B4-BE49-F238E27FC236}">
                <a16:creationId xmlns:a16="http://schemas.microsoft.com/office/drawing/2014/main" id="{56F233E2-050D-4E05-9342-53C9CDFC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2" name="SE-009-path-915">
            <a:extLst xmlns:a="http://schemas.openxmlformats.org/drawingml/2006/main">
              <a:ext uri="{FF2B5EF4-FFF2-40B4-BE49-F238E27FC236}">
                <a16:creationId xmlns:a16="http://schemas.microsoft.com/office/drawing/2014/main" id="{22D92F2B-AFA2-4947-B36C-FEF2CB74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3" name="SE-009-path-916">
            <a:extLst xmlns:a="http://schemas.openxmlformats.org/drawingml/2006/main">
              <a:ext uri="{FF2B5EF4-FFF2-40B4-BE49-F238E27FC236}">
                <a16:creationId xmlns:a16="http://schemas.microsoft.com/office/drawing/2014/main" id="{1523DFF4-3D75-4307-91B4-220E70AF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4" name="SE-009-path-917">
            <a:extLst xmlns:a="http://schemas.openxmlformats.org/drawingml/2006/main">
              <a:ext uri="{FF2B5EF4-FFF2-40B4-BE49-F238E27FC236}">
                <a16:creationId xmlns:a16="http://schemas.microsoft.com/office/drawing/2014/main" id="{3F284853-7C67-4EA5-952C-8B2CF339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5" name="SE-009-path-918">
            <a:extLst xmlns:a="http://schemas.openxmlformats.org/drawingml/2006/main">
              <a:ext uri="{FF2B5EF4-FFF2-40B4-BE49-F238E27FC236}">
                <a16:creationId xmlns:a16="http://schemas.microsoft.com/office/drawing/2014/main" id="{80117D7B-45F6-4850-A5DE-F0EE0571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6" name="SE-009-path-919">
            <a:extLst xmlns:a="http://schemas.openxmlformats.org/drawingml/2006/main">
              <a:ext uri="{FF2B5EF4-FFF2-40B4-BE49-F238E27FC236}">
                <a16:creationId xmlns:a16="http://schemas.microsoft.com/office/drawing/2014/main" id="{25209A7E-F50A-4C2D-A6A7-3FEC3583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7" name="SE-009-path-920">
            <a:extLst xmlns:a="http://schemas.openxmlformats.org/drawingml/2006/main">
              <a:ext uri="{FF2B5EF4-FFF2-40B4-BE49-F238E27FC236}">
                <a16:creationId xmlns:a16="http://schemas.microsoft.com/office/drawing/2014/main" id="{E3C69195-B8DB-434F-AE2B-149B1D4A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8" name="SE-009-path-921">
            <a:extLst xmlns:a="http://schemas.openxmlformats.org/drawingml/2006/main">
              <a:ext uri="{FF2B5EF4-FFF2-40B4-BE49-F238E27FC236}">
                <a16:creationId xmlns:a16="http://schemas.microsoft.com/office/drawing/2014/main" id="{C043B71D-B6A1-4CB9-8B34-C3891BA3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29" name="SE-009-path-922">
            <a:extLst xmlns:a="http://schemas.openxmlformats.org/drawingml/2006/main">
              <a:ext uri="{FF2B5EF4-FFF2-40B4-BE49-F238E27FC236}">
                <a16:creationId xmlns:a16="http://schemas.microsoft.com/office/drawing/2014/main" id="{D101D1C6-D0EB-4A1F-9383-2B918C29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0" name="SE-009-path-923">
            <a:extLst xmlns:a="http://schemas.openxmlformats.org/drawingml/2006/main">
              <a:ext uri="{FF2B5EF4-FFF2-40B4-BE49-F238E27FC236}">
                <a16:creationId xmlns:a16="http://schemas.microsoft.com/office/drawing/2014/main" id="{1B3A6E7C-EDEC-496C-8C5E-BFE65401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1" name="SE-009-path-924">
            <a:extLst xmlns:a="http://schemas.openxmlformats.org/drawingml/2006/main">
              <a:ext uri="{FF2B5EF4-FFF2-40B4-BE49-F238E27FC236}">
                <a16:creationId xmlns:a16="http://schemas.microsoft.com/office/drawing/2014/main" id="{5C04668E-2D53-4A74-B5C0-2CF0FECD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2" name="SE-009-path-925">
            <a:extLst xmlns:a="http://schemas.openxmlformats.org/drawingml/2006/main">
              <a:ext uri="{FF2B5EF4-FFF2-40B4-BE49-F238E27FC236}">
                <a16:creationId xmlns:a16="http://schemas.microsoft.com/office/drawing/2014/main" id="{0CEFF4C7-CA42-4441-8AE2-CEB18280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3" name="SE-009-path-926">
            <a:extLst xmlns:a="http://schemas.openxmlformats.org/drawingml/2006/main">
              <a:ext uri="{FF2B5EF4-FFF2-40B4-BE49-F238E27FC236}">
                <a16:creationId xmlns:a16="http://schemas.microsoft.com/office/drawing/2014/main" id="{254512C1-B641-4F5E-961C-4196E658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4" name="SE-009-path-927">
            <a:extLst xmlns:a="http://schemas.openxmlformats.org/drawingml/2006/main">
              <a:ext uri="{FF2B5EF4-FFF2-40B4-BE49-F238E27FC236}">
                <a16:creationId xmlns:a16="http://schemas.microsoft.com/office/drawing/2014/main" id="{B47EDFB5-9E93-4BA5-8ABC-33CCEED7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5" name="SE-009-path-928">
            <a:extLst xmlns:a="http://schemas.openxmlformats.org/drawingml/2006/main">
              <a:ext uri="{FF2B5EF4-FFF2-40B4-BE49-F238E27FC236}">
                <a16:creationId xmlns:a16="http://schemas.microsoft.com/office/drawing/2014/main" id="{8B9DC819-B282-43AD-8610-7215681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6" name="SE-009-path-929">
            <a:extLst xmlns:a="http://schemas.openxmlformats.org/drawingml/2006/main">
              <a:ext uri="{FF2B5EF4-FFF2-40B4-BE49-F238E27FC236}">
                <a16:creationId xmlns:a16="http://schemas.microsoft.com/office/drawing/2014/main" id="{CE6C09B2-8B0C-46E6-A6F9-3A81185A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7" name="SE-009-path-930">
            <a:extLst xmlns:a="http://schemas.openxmlformats.org/drawingml/2006/main">
              <a:ext uri="{FF2B5EF4-FFF2-40B4-BE49-F238E27FC236}">
                <a16:creationId xmlns:a16="http://schemas.microsoft.com/office/drawing/2014/main" id="{F672B17A-7427-4B97-BF41-7E0FCE3F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8" name="SE-009-path-931">
            <a:extLst xmlns:a="http://schemas.openxmlformats.org/drawingml/2006/main">
              <a:ext uri="{FF2B5EF4-FFF2-40B4-BE49-F238E27FC236}">
                <a16:creationId xmlns:a16="http://schemas.microsoft.com/office/drawing/2014/main" id="{7F911E17-35E8-4277-A47E-3393030C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39" name="SE-009-path-932">
            <a:extLst xmlns:a="http://schemas.openxmlformats.org/drawingml/2006/main">
              <a:ext uri="{FF2B5EF4-FFF2-40B4-BE49-F238E27FC236}">
                <a16:creationId xmlns:a16="http://schemas.microsoft.com/office/drawing/2014/main" id="{AA42D42C-2458-4A91-9368-740DC791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0" name="SE-009-path-933">
            <a:extLst xmlns:a="http://schemas.openxmlformats.org/drawingml/2006/main">
              <a:ext uri="{FF2B5EF4-FFF2-40B4-BE49-F238E27FC236}">
                <a16:creationId xmlns:a16="http://schemas.microsoft.com/office/drawing/2014/main" id="{8973D7CF-32D4-4966-A68E-107DD8EC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1" name="SE-009-path-934">
            <a:extLst xmlns:a="http://schemas.openxmlformats.org/drawingml/2006/main">
              <a:ext uri="{FF2B5EF4-FFF2-40B4-BE49-F238E27FC236}">
                <a16:creationId xmlns:a16="http://schemas.microsoft.com/office/drawing/2014/main" id="{403689F7-F43B-4292-90CA-5C6411C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2" name="SE-009-path-935">
            <a:extLst xmlns:a="http://schemas.openxmlformats.org/drawingml/2006/main">
              <a:ext uri="{FF2B5EF4-FFF2-40B4-BE49-F238E27FC236}">
                <a16:creationId xmlns:a16="http://schemas.microsoft.com/office/drawing/2014/main" id="{9062E152-08BD-45CA-B91B-60D3D674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3" name="SE-009-path-936">
            <a:extLst xmlns:a="http://schemas.openxmlformats.org/drawingml/2006/main">
              <a:ext uri="{FF2B5EF4-FFF2-40B4-BE49-F238E27FC236}">
                <a16:creationId xmlns:a16="http://schemas.microsoft.com/office/drawing/2014/main" id="{66C662E8-C658-4E4A-9E2C-4B036F68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4" name="SE-009-path-937">
            <a:extLst xmlns:a="http://schemas.openxmlformats.org/drawingml/2006/main">
              <a:ext uri="{FF2B5EF4-FFF2-40B4-BE49-F238E27FC236}">
                <a16:creationId xmlns:a16="http://schemas.microsoft.com/office/drawing/2014/main" id="{262A17B6-6C3D-40E1-B70F-DF75394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5" name="SE-009-path-938">
            <a:extLst xmlns:a="http://schemas.openxmlformats.org/drawingml/2006/main">
              <a:ext uri="{FF2B5EF4-FFF2-40B4-BE49-F238E27FC236}">
                <a16:creationId xmlns:a16="http://schemas.microsoft.com/office/drawing/2014/main" id="{33C59FEF-4506-482F-9F92-5C6B3430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6" name="SE-009-path-939">
            <a:extLst xmlns:a="http://schemas.openxmlformats.org/drawingml/2006/main">
              <a:ext uri="{FF2B5EF4-FFF2-40B4-BE49-F238E27FC236}">
                <a16:creationId xmlns:a16="http://schemas.microsoft.com/office/drawing/2014/main" id="{411F5D28-65D3-441B-86DD-0D47A127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7" name="SE-009-path-940">
            <a:extLst xmlns:a="http://schemas.openxmlformats.org/drawingml/2006/main">
              <a:ext uri="{FF2B5EF4-FFF2-40B4-BE49-F238E27FC236}">
                <a16:creationId xmlns:a16="http://schemas.microsoft.com/office/drawing/2014/main" id="{0411C4F7-1F0C-45A7-BE02-6C258DA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8" name="SE-009-path-941">
            <a:extLst xmlns:a="http://schemas.openxmlformats.org/drawingml/2006/main">
              <a:ext uri="{FF2B5EF4-FFF2-40B4-BE49-F238E27FC236}">
                <a16:creationId xmlns:a16="http://schemas.microsoft.com/office/drawing/2014/main" id="{3748060D-36C0-4296-BBE5-416381EA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49" name="SE-009-path-942">
            <a:extLst xmlns:a="http://schemas.openxmlformats.org/drawingml/2006/main">
              <a:ext uri="{FF2B5EF4-FFF2-40B4-BE49-F238E27FC236}">
                <a16:creationId xmlns:a16="http://schemas.microsoft.com/office/drawing/2014/main" id="{D9CA837E-B205-49FC-A572-0F9E6A53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0" name="SE-009-path-943">
            <a:extLst xmlns:a="http://schemas.openxmlformats.org/drawingml/2006/main">
              <a:ext uri="{FF2B5EF4-FFF2-40B4-BE49-F238E27FC236}">
                <a16:creationId xmlns:a16="http://schemas.microsoft.com/office/drawing/2014/main" id="{9C992DA2-1671-4715-B461-A58D05A7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1" name="SE-009-path-944">
            <a:extLst xmlns:a="http://schemas.openxmlformats.org/drawingml/2006/main">
              <a:ext uri="{FF2B5EF4-FFF2-40B4-BE49-F238E27FC236}">
                <a16:creationId xmlns:a16="http://schemas.microsoft.com/office/drawing/2014/main" id="{6F6E15F9-5491-48BA-9301-010880DB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2" name="SE-009-path-945">
            <a:extLst xmlns:a="http://schemas.openxmlformats.org/drawingml/2006/main">
              <a:ext uri="{FF2B5EF4-FFF2-40B4-BE49-F238E27FC236}">
                <a16:creationId xmlns:a16="http://schemas.microsoft.com/office/drawing/2014/main" id="{202B5271-5373-4899-970E-1C321269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3" name="SE-009-path-946">
            <a:extLst xmlns:a="http://schemas.openxmlformats.org/drawingml/2006/main">
              <a:ext uri="{FF2B5EF4-FFF2-40B4-BE49-F238E27FC236}">
                <a16:creationId xmlns:a16="http://schemas.microsoft.com/office/drawing/2014/main" id="{89724523-B8B1-4BEB-8785-0D426938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4" name="SE-009-path-947">
            <a:extLst xmlns:a="http://schemas.openxmlformats.org/drawingml/2006/main">
              <a:ext uri="{FF2B5EF4-FFF2-40B4-BE49-F238E27FC236}">
                <a16:creationId xmlns:a16="http://schemas.microsoft.com/office/drawing/2014/main" id="{5F189239-5BB8-4EF6-B788-A2676221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5" name="SE-009-path-948">
            <a:extLst xmlns:a="http://schemas.openxmlformats.org/drawingml/2006/main">
              <a:ext uri="{FF2B5EF4-FFF2-40B4-BE49-F238E27FC236}">
                <a16:creationId xmlns:a16="http://schemas.microsoft.com/office/drawing/2014/main" id="{FBFE0D3E-DC9C-4FF8-A053-0A2A772D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6" name="SE-009-path-949">
            <a:extLst xmlns:a="http://schemas.openxmlformats.org/drawingml/2006/main">
              <a:ext uri="{FF2B5EF4-FFF2-40B4-BE49-F238E27FC236}">
                <a16:creationId xmlns:a16="http://schemas.microsoft.com/office/drawing/2014/main" id="{8D8D35CF-C78D-4647-9D9B-876C1513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7" name="SE-009-path-950">
            <a:extLst xmlns:a="http://schemas.openxmlformats.org/drawingml/2006/main">
              <a:ext uri="{FF2B5EF4-FFF2-40B4-BE49-F238E27FC236}">
                <a16:creationId xmlns:a16="http://schemas.microsoft.com/office/drawing/2014/main" id="{CBADA4B4-02B4-4280-B05C-F7C1CDC4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8" name="SE-009-path-951">
            <a:extLst xmlns:a="http://schemas.openxmlformats.org/drawingml/2006/main">
              <a:ext uri="{FF2B5EF4-FFF2-40B4-BE49-F238E27FC236}">
                <a16:creationId xmlns:a16="http://schemas.microsoft.com/office/drawing/2014/main" id="{E23F6256-8380-4309-B29F-F3466060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59" name="SE-009-path-952">
            <a:extLst xmlns:a="http://schemas.openxmlformats.org/drawingml/2006/main">
              <a:ext uri="{FF2B5EF4-FFF2-40B4-BE49-F238E27FC236}">
                <a16:creationId xmlns:a16="http://schemas.microsoft.com/office/drawing/2014/main" id="{F6E971AF-2D3F-4B84-BE7F-DEFA98FF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0" name="SE-009-path-953">
            <a:extLst xmlns:a="http://schemas.openxmlformats.org/drawingml/2006/main">
              <a:ext uri="{FF2B5EF4-FFF2-40B4-BE49-F238E27FC236}">
                <a16:creationId xmlns:a16="http://schemas.microsoft.com/office/drawing/2014/main" id="{382ECA67-7443-4639-A1D0-45D5CAF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1" name="SE-009-path-954">
            <a:extLst xmlns:a="http://schemas.openxmlformats.org/drawingml/2006/main">
              <a:ext uri="{FF2B5EF4-FFF2-40B4-BE49-F238E27FC236}">
                <a16:creationId xmlns:a16="http://schemas.microsoft.com/office/drawing/2014/main" id="{1FC6E7EF-BD68-47FD-8D87-1C4F0F4E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10200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2" name="SE-009-path-955">
            <a:extLst xmlns:a="http://schemas.openxmlformats.org/drawingml/2006/main">
              <a:ext uri="{FF2B5EF4-FFF2-40B4-BE49-F238E27FC236}">
                <a16:creationId xmlns:a16="http://schemas.microsoft.com/office/drawing/2014/main" id="{8F06A0B5-5FFA-4DD3-A764-B662B04E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816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3" name="SE-009-path-956">
            <a:extLst xmlns:a="http://schemas.openxmlformats.org/drawingml/2006/main">
              <a:ext uri="{FF2B5EF4-FFF2-40B4-BE49-F238E27FC236}">
                <a16:creationId xmlns:a16="http://schemas.microsoft.com/office/drawing/2014/main" id="{A677DCF2-2AD2-4E35-8827-F761F4F8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244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4" name="SE-009-path-957">
            <a:extLst xmlns:a="http://schemas.openxmlformats.org/drawingml/2006/main">
              <a:ext uri="{FF2B5EF4-FFF2-40B4-BE49-F238E27FC236}">
                <a16:creationId xmlns:a16="http://schemas.microsoft.com/office/drawing/2014/main" id="{B5FFCD04-8AB3-44C2-BB37-281C8224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673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5" name="SE-009-path-958">
            <a:extLst xmlns:a="http://schemas.openxmlformats.org/drawingml/2006/main">
              <a:ext uri="{FF2B5EF4-FFF2-40B4-BE49-F238E27FC236}">
                <a16:creationId xmlns:a16="http://schemas.microsoft.com/office/drawing/2014/main" id="{B8A37227-9AE6-4C25-AFB7-CB0A03D9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101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6" name="SE-009-path-959">
            <a:extLst xmlns:a="http://schemas.openxmlformats.org/drawingml/2006/main">
              <a:ext uri="{FF2B5EF4-FFF2-40B4-BE49-F238E27FC236}">
                <a16:creationId xmlns:a16="http://schemas.microsoft.com/office/drawing/2014/main" id="{67973733-E61D-4DF0-9A6B-6A3361CE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530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7" name="SE-009-path-960">
            <a:extLst xmlns:a="http://schemas.openxmlformats.org/drawingml/2006/main">
              <a:ext uri="{FF2B5EF4-FFF2-40B4-BE49-F238E27FC236}">
                <a16:creationId xmlns:a16="http://schemas.microsoft.com/office/drawing/2014/main" id="{0546525E-0367-4D32-905F-28981590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958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8" name="SE-009-path-961">
            <a:extLst xmlns:a="http://schemas.openxmlformats.org/drawingml/2006/main">
              <a:ext uri="{FF2B5EF4-FFF2-40B4-BE49-F238E27FC236}">
                <a16:creationId xmlns:a16="http://schemas.microsoft.com/office/drawing/2014/main" id="{291BE5A3-9832-4D55-BE5B-A385C8F6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387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69" name="SE-009-path-962">
            <a:extLst xmlns:a="http://schemas.openxmlformats.org/drawingml/2006/main">
              <a:ext uri="{FF2B5EF4-FFF2-40B4-BE49-F238E27FC236}">
                <a16:creationId xmlns:a16="http://schemas.microsoft.com/office/drawing/2014/main" id="{023D2533-21B9-431F-9E2B-722B631F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9815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70" name="SE-009-963">
            <a:extLst xmlns:a="http://schemas.openxmlformats.org/drawingml/2006/main">
              <a:ext uri="{FF2B5EF4-FFF2-40B4-BE49-F238E27FC236}">
                <a16:creationId xmlns:a16="http://schemas.microsoft.com/office/drawing/2014/main" id="{3D72DBE1-BA2F-4778-B3FB-7CEA27B7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95875"/>
            <a:ext cx="88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Leaf Score =</a:t>
            </a:r>
          </a:p>
        </p:txBody>
      </p:sp>
      <p:sp>
        <p:nvSpPr>
          <p:cNvPr id="971" name="SE-009-964">
            <a:extLst xmlns:a="http://schemas.openxmlformats.org/drawingml/2006/main">
              <a:ext uri="{FF2B5EF4-FFF2-40B4-BE49-F238E27FC236}">
                <a16:creationId xmlns:a16="http://schemas.microsoft.com/office/drawing/2014/main" id="{B4214FB3-52EC-4675-84B5-7CBDB7D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91100"/>
            <a:ext cx="142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{</a:t>
            </a:r>
          </a:p>
        </p:txBody>
      </p:sp>
      <p:sp>
        <p:nvSpPr>
          <p:cNvPr id="972" name="SE-009-965">
            <a:extLst xmlns:a="http://schemas.openxmlformats.org/drawingml/2006/main">
              <a:ext uri="{FF2B5EF4-FFF2-40B4-BE49-F238E27FC236}">
                <a16:creationId xmlns:a16="http://schemas.microsoft.com/office/drawing/2014/main" id="{2B7EC481-1F57-45C4-B586-394D674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101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       If Success</a:t>
            </a:r>
          </a:p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    Otherwise Fail</a:t>
            </a:r>
          </a:p>
        </p:txBody>
      </p:sp>
      <p:sp>
        <p:nvSpPr>
          <p:cNvPr id="973" name="SE-009-path-966">
            <a:extLst xmlns:a="http://schemas.openxmlformats.org/drawingml/2006/main">
              <a:ext uri="{FF2B5EF4-FFF2-40B4-BE49-F238E27FC236}">
                <a16:creationId xmlns:a16="http://schemas.microsoft.com/office/drawing/2014/main" id="{70338A39-3E2F-4B36-ACF4-E393EF69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76575"/>
            <a:ext cx="2609850" cy="1809750"/>
          </a:xfrm>
          <a:custGeom xmlns:a="http://schemas.openxmlformats.org/drawingml/2006/main">
            <a:pathLst>
              <a:path w="2609850" h="1809750">
                <a:moveTo>
                  <a:pt x="619125" y="0"/>
                </a:moveTo>
                <a:lnTo>
                  <a:pt x="2609850" y="0"/>
                </a:lnTo>
                <a:lnTo>
                  <a:pt x="2609850" y="1809750"/>
                </a:lnTo>
                <a:lnTo>
                  <a:pt x="619125" y="1809750"/>
                </a:lnTo>
                <a:lnTo>
                  <a:pt x="619125" y="762000"/>
                </a:lnTo>
                <a:lnTo>
                  <a:pt x="0" y="828675"/>
                </a:lnTo>
                <a:lnTo>
                  <a:pt x="619125" y="295275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19050">
            <a:solidFill>
              <a:srgbClr val="8B8B80"/>
            </a:solidFill>
          </a:ln>
        </p:spPr>
      </p:sp>
      <p:sp>
        <p:nvSpPr>
          <p:cNvPr id="974" name="SE-009-967">
            <a:extLst xmlns:a="http://schemas.openxmlformats.org/drawingml/2006/main">
              <a:ext uri="{FF2B5EF4-FFF2-40B4-BE49-F238E27FC236}">
                <a16:creationId xmlns:a16="http://schemas.microsoft.com/office/drawing/2014/main" id="{A7E7868F-4BA0-4751-A8CC-32315608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81350"/>
            <a:ext cx="1914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Critical Action &amp; Pair</a:t>
            </a:r>
          </a:p>
        </p:txBody>
      </p:sp>
      <p:sp>
        <p:nvSpPr>
          <p:cNvPr id="975" name="SE-009-968">
            <a:extLst xmlns:a="http://schemas.openxmlformats.org/drawingml/2006/main">
              <a:ext uri="{FF2B5EF4-FFF2-40B4-BE49-F238E27FC236}">
                <a16:creationId xmlns:a16="http://schemas.microsoft.com/office/drawing/2014/main" id="{ADC33F02-8745-42BA-BAB0-E00A00E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8615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76" name="SE-009-path-969">
            <a:extLst xmlns:a="http://schemas.openxmlformats.org/drawingml/2006/main">
              <a:ext uri="{FF2B5EF4-FFF2-40B4-BE49-F238E27FC236}">
                <a16:creationId xmlns:a16="http://schemas.microsoft.com/office/drawing/2014/main" id="{57788BEC-F14A-4083-B021-530E94F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8617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977" name="SE-009-path-970">
            <a:extLst xmlns:a="http://schemas.openxmlformats.org/drawingml/2006/main">
              <a:ext uri="{FF2B5EF4-FFF2-40B4-BE49-F238E27FC236}">
                <a16:creationId xmlns:a16="http://schemas.microsoft.com/office/drawing/2014/main" id="{31255458-CE84-4613-81A5-4F877A21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528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978" name="SE-009-path-971">
            <a:extLst xmlns:a="http://schemas.openxmlformats.org/drawingml/2006/main">
              <a:ext uri="{FF2B5EF4-FFF2-40B4-BE49-F238E27FC236}">
                <a16:creationId xmlns:a16="http://schemas.microsoft.com/office/drawing/2014/main" id="{BF4EF209-BD3D-48A2-94C7-26506A8C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195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979" name="SE-009-path-972">
            <a:extLst xmlns:a="http://schemas.openxmlformats.org/drawingml/2006/main">
              <a:ext uri="{FF2B5EF4-FFF2-40B4-BE49-F238E27FC236}">
                <a16:creationId xmlns:a16="http://schemas.microsoft.com/office/drawing/2014/main" id="{8F9DF992-79D2-4693-9C39-FD8E8B06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980" name="SE-009-path-973">
            <a:extLst xmlns:a="http://schemas.openxmlformats.org/drawingml/2006/main">
              <a:ext uri="{FF2B5EF4-FFF2-40B4-BE49-F238E27FC236}">
                <a16:creationId xmlns:a16="http://schemas.microsoft.com/office/drawing/2014/main" id="{5C28971A-B79E-4C99-B897-B630BA38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5287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981" name="SE-009-path-974">
            <a:extLst xmlns:a="http://schemas.openxmlformats.org/drawingml/2006/main">
              <a:ext uri="{FF2B5EF4-FFF2-40B4-BE49-F238E27FC236}">
                <a16:creationId xmlns:a16="http://schemas.microsoft.com/office/drawing/2014/main" id="{8265E025-9EF7-40DA-A1C7-80A001F3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1955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982" name="SE-009-975">
            <a:extLst xmlns:a="http://schemas.openxmlformats.org/drawingml/2006/main">
              <a:ext uri="{FF2B5EF4-FFF2-40B4-BE49-F238E27FC236}">
                <a16:creationId xmlns:a16="http://schemas.microsoft.com/office/drawing/2014/main" id="{C081DF1E-F003-4542-A84B-0FF1AE11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6717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83" name="SE-009-path-976">
            <a:extLst xmlns:a="http://schemas.openxmlformats.org/drawingml/2006/main">
              <a:ext uri="{FF2B5EF4-FFF2-40B4-BE49-F238E27FC236}">
                <a16:creationId xmlns:a16="http://schemas.microsoft.com/office/drawing/2014/main" id="{8FE456AE-57F5-45A5-9595-54E54FC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248150"/>
            <a:ext cx="171450" cy="276225"/>
          </a:xfrm>
          <a:custGeom xmlns:a="http://schemas.openxmlformats.org/drawingml/2006/main">
            <a:pathLst>
              <a:path w="171450" h="276225">
                <a:moveTo>
                  <a:pt x="17145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84" name="SE-009-path-977">
            <a:extLst xmlns:a="http://schemas.openxmlformats.org/drawingml/2006/main">
              <a:ext uri="{FF2B5EF4-FFF2-40B4-BE49-F238E27FC236}">
                <a16:creationId xmlns:a16="http://schemas.microsoft.com/office/drawing/2014/main" id="{2EBE6CFE-7343-49EB-9A27-3E50C7A1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48150"/>
            <a:ext cx="171450" cy="276225"/>
          </a:xfrm>
          <a:custGeom xmlns:a="http://schemas.openxmlformats.org/drawingml/2006/main">
            <a:pathLst>
              <a:path w="171450" h="276225">
                <a:moveTo>
                  <a:pt x="0" y="0"/>
                </a:moveTo>
                <a:lnTo>
                  <a:pt x="1714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85" name="SE-009-978">
            <a:extLst xmlns:a="http://schemas.openxmlformats.org/drawingml/2006/main">
              <a:ext uri="{FF2B5EF4-FFF2-40B4-BE49-F238E27FC236}">
                <a16:creationId xmlns:a16="http://schemas.microsoft.com/office/drawing/2014/main" id="{397EB53C-5816-4FDC-96EC-F360933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29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CD53"/>
          </a:solidFill>
          <a:ln xmlns:a="http://schemas.openxmlformats.org/drawingml/2006/main" w="9525">
            <a:solidFill>
              <a:srgbClr val="92CD53"/>
            </a:solidFill>
          </a:ln>
        </p:spPr>
      </p:sp>
      <p:sp>
        <p:nvSpPr>
          <p:cNvPr id="986" name="SE-009-979">
            <a:extLst xmlns:a="http://schemas.openxmlformats.org/drawingml/2006/main">
              <a:ext uri="{FF2B5EF4-FFF2-40B4-BE49-F238E27FC236}">
                <a16:creationId xmlns:a16="http://schemas.microsoft.com/office/drawing/2014/main" id="{46231F3A-1EDB-4E7A-AFDA-C3171380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111"/>
          </a:solidFill>
          <a:ln xmlns:a="http://schemas.openxmlformats.org/drawingml/2006/main" w="9525">
            <a:solidFill>
              <a:srgbClr val="FF1111"/>
            </a:solidFill>
          </a:ln>
        </p:spPr>
      </p:sp>
      <p:sp>
        <p:nvSpPr>
          <p:cNvPr id="987" name="SE-009-980">
            <a:extLst xmlns:a="http://schemas.openxmlformats.org/drawingml/2006/main">
              <a:ext uri="{FF2B5EF4-FFF2-40B4-BE49-F238E27FC236}">
                <a16:creationId xmlns:a16="http://schemas.microsoft.com/office/drawing/2014/main" id="{1835F187-6959-4EE1-8749-B782E037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86250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s⁺</a:t>
            </a:r>
          </a:p>
        </p:txBody>
      </p:sp>
      <p:sp>
        <p:nvSpPr>
          <p:cNvPr id="988" name="SE-009-981">
            <a:extLst xmlns:a="http://schemas.openxmlformats.org/drawingml/2006/main">
              <a:ext uri="{FF2B5EF4-FFF2-40B4-BE49-F238E27FC236}">
                <a16:creationId xmlns:a16="http://schemas.microsoft.com/office/drawing/2014/main" id="{230FE2DB-0D07-4E49-9197-8F40093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s⁻</a:t>
            </a:r>
          </a:p>
        </p:txBody>
      </p:sp>
      <p:sp>
        <p:nvSpPr>
          <p:cNvPr id="989" name="SE-009-982">
            <a:extLst xmlns:a="http://schemas.openxmlformats.org/drawingml/2006/main">
              <a:ext uri="{FF2B5EF4-FFF2-40B4-BE49-F238E27FC236}">
                <a16:creationId xmlns:a16="http://schemas.microsoft.com/office/drawing/2014/main" id="{AAAA0FE7-A90D-46D2-AA0B-0CE1336D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5287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Critical Action</a:t>
            </a:r>
          </a:p>
        </p:txBody>
      </p:sp>
      <p:sp>
        <p:nvSpPr>
          <p:cNvPr id="990" name="SE-009-path-983">
            <a:extLst xmlns:a="http://schemas.openxmlformats.org/drawingml/2006/main">
              <a:ext uri="{FF2B5EF4-FFF2-40B4-BE49-F238E27FC236}">
                <a16:creationId xmlns:a16="http://schemas.microsoft.com/office/drawing/2014/main" id="{F7157356-F634-4E6F-AE98-63B81E0E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90975"/>
            <a:ext cx="238125" cy="95250"/>
          </a:xfrm>
          <a:custGeom xmlns:a="http://schemas.openxmlformats.org/drawingml/2006/main">
            <a:pathLst>
              <a:path w="238125" h="95250">
                <a:moveTo>
                  <a:pt x="238125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5ABAF"/>
            </a:solidFill>
          </a:ln>
        </p:spPr>
      </p:sp>
      <p:sp>
        <p:nvSpPr>
          <p:cNvPr id="991" name="SE-009-path-984">
            <a:extLst xmlns:a="http://schemas.openxmlformats.org/drawingml/2006/main">
              <a:ext uri="{FF2B5EF4-FFF2-40B4-BE49-F238E27FC236}">
                <a16:creationId xmlns:a16="http://schemas.microsoft.com/office/drawing/2014/main" id="{ACF3D04A-57CA-4392-B752-D2A41B5A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28452"/>
            <a:ext cx="75823" cy="65342"/>
          </a:xfrm>
          <a:custGeom xmlns:a="http://schemas.openxmlformats.org/drawingml/2006/main">
            <a:pathLst>
              <a:path w="75823" h="65342">
                <a:moveTo>
                  <a:pt x="49686" y="0"/>
                </a:moveTo>
                <a:lnTo>
                  <a:pt x="0" y="57773"/>
                </a:lnTo>
                <a:lnTo>
                  <a:pt x="75823" y="65342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12383">
            <a:solidFill>
              <a:srgbClr val="A5ABAF"/>
            </a:solidFill>
          </a:ln>
        </p:spPr>
      </p:sp>
      <p:sp>
        <p:nvSpPr>
          <p:cNvPr id="992" name="SE-009-path-985">
            <a:extLst xmlns:a="http://schemas.openxmlformats.org/drawingml/2006/main">
              <a:ext uri="{FF2B5EF4-FFF2-40B4-BE49-F238E27FC236}">
                <a16:creationId xmlns:a16="http://schemas.microsoft.com/office/drawing/2014/main" id="{CC02F42F-5E8B-4039-8A78-DD24AC59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93" name="SE-009-path-986">
            <a:extLst xmlns:a="http://schemas.openxmlformats.org/drawingml/2006/main">
              <a:ext uri="{FF2B5EF4-FFF2-40B4-BE49-F238E27FC236}">
                <a16:creationId xmlns:a16="http://schemas.microsoft.com/office/drawing/2014/main" id="{EC777063-D84E-4A5F-B788-BA9A3D0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94" name="SE-009-path-987">
            <a:extLst xmlns:a="http://schemas.openxmlformats.org/drawingml/2006/main">
              <a:ext uri="{FF2B5EF4-FFF2-40B4-BE49-F238E27FC236}">
                <a16:creationId xmlns:a16="http://schemas.microsoft.com/office/drawing/2014/main" id="{A1548D7D-9057-4929-BB5B-1E4CA130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95" name="SE-009-path-988">
            <a:extLst xmlns:a="http://schemas.openxmlformats.org/drawingml/2006/main">
              <a:ext uri="{FF2B5EF4-FFF2-40B4-BE49-F238E27FC236}">
                <a16:creationId xmlns:a16="http://schemas.microsoft.com/office/drawing/2014/main" id="{4904F729-901E-4C3B-8C77-B853D5A9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96" name="SE-009-path-989">
            <a:extLst xmlns:a="http://schemas.openxmlformats.org/drawingml/2006/main">
              <a:ext uri="{FF2B5EF4-FFF2-40B4-BE49-F238E27FC236}">
                <a16:creationId xmlns:a16="http://schemas.microsoft.com/office/drawing/2014/main" id="{43AE6460-ADD6-4C12-A9E3-75229D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97" name="SE-009-path-990">
            <a:extLst xmlns:a="http://schemas.openxmlformats.org/drawingml/2006/main">
              <a:ext uri="{FF2B5EF4-FFF2-40B4-BE49-F238E27FC236}">
                <a16:creationId xmlns:a16="http://schemas.microsoft.com/office/drawing/2014/main" id="{7BD64752-B211-48D0-BE7E-40371193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98" name="SE-009-path-991">
            <a:extLst xmlns:a="http://schemas.openxmlformats.org/drawingml/2006/main">
              <a:ext uri="{FF2B5EF4-FFF2-40B4-BE49-F238E27FC236}">
                <a16:creationId xmlns:a16="http://schemas.microsoft.com/office/drawing/2014/main" id="{4C326FE5-73BA-431B-9D99-0345BDC8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999" name="SE-009-path-992">
            <a:extLst xmlns:a="http://schemas.openxmlformats.org/drawingml/2006/main">
              <a:ext uri="{FF2B5EF4-FFF2-40B4-BE49-F238E27FC236}">
                <a16:creationId xmlns:a16="http://schemas.microsoft.com/office/drawing/2014/main" id="{A7AD87D3-0ABC-4AEC-BEA3-80BF2E7A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0" name="SE-009-path-993">
            <a:extLst xmlns:a="http://schemas.openxmlformats.org/drawingml/2006/main">
              <a:ext uri="{FF2B5EF4-FFF2-40B4-BE49-F238E27FC236}">
                <a16:creationId xmlns:a16="http://schemas.microsoft.com/office/drawing/2014/main" id="{C48AA336-B92F-4CB8-9F1C-81479985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1" name="SE-009-path-994">
            <a:extLst xmlns:a="http://schemas.openxmlformats.org/drawingml/2006/main">
              <a:ext uri="{FF2B5EF4-FFF2-40B4-BE49-F238E27FC236}">
                <a16:creationId xmlns:a16="http://schemas.microsoft.com/office/drawing/2014/main" id="{7AEF91CC-E8C6-4E09-B2B8-135D9996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2" name="SE-009-path-995">
            <a:extLst xmlns:a="http://schemas.openxmlformats.org/drawingml/2006/main">
              <a:ext uri="{FF2B5EF4-FFF2-40B4-BE49-F238E27FC236}">
                <a16:creationId xmlns:a16="http://schemas.microsoft.com/office/drawing/2014/main" id="{A7B23579-D866-4A70-9380-F80E9DB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3" name="SE-009-path-996">
            <a:extLst xmlns:a="http://schemas.openxmlformats.org/drawingml/2006/main">
              <a:ext uri="{FF2B5EF4-FFF2-40B4-BE49-F238E27FC236}">
                <a16:creationId xmlns:a16="http://schemas.microsoft.com/office/drawing/2014/main" id="{0551C0E8-9F7A-4CDE-89BA-9B732DD4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4" name="SE-009-path-997">
            <a:extLst xmlns:a="http://schemas.openxmlformats.org/drawingml/2006/main">
              <a:ext uri="{FF2B5EF4-FFF2-40B4-BE49-F238E27FC236}">
                <a16:creationId xmlns:a16="http://schemas.microsoft.com/office/drawing/2014/main" id="{85B6494C-B7FA-4A18-8968-438AD6BC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5" name="SE-009-path-998">
            <a:extLst xmlns:a="http://schemas.openxmlformats.org/drawingml/2006/main">
              <a:ext uri="{FF2B5EF4-FFF2-40B4-BE49-F238E27FC236}">
                <a16:creationId xmlns:a16="http://schemas.microsoft.com/office/drawing/2014/main" id="{F87FC3B6-1B9B-40E5-B7BB-3FB7F28E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6" name="SE-009-path-999">
            <a:extLst xmlns:a="http://schemas.openxmlformats.org/drawingml/2006/main">
              <a:ext uri="{FF2B5EF4-FFF2-40B4-BE49-F238E27FC236}">
                <a16:creationId xmlns:a16="http://schemas.microsoft.com/office/drawing/2014/main" id="{26794FDB-4A58-408D-BCED-13F5DBE9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7" name="SE-009-path-1000">
            <a:extLst xmlns:a="http://schemas.openxmlformats.org/drawingml/2006/main">
              <a:ext uri="{FF2B5EF4-FFF2-40B4-BE49-F238E27FC236}">
                <a16:creationId xmlns:a16="http://schemas.microsoft.com/office/drawing/2014/main" id="{4568D0AC-1319-4848-BC85-76D333E7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8" name="SE-009-path-1001">
            <a:extLst xmlns:a="http://schemas.openxmlformats.org/drawingml/2006/main">
              <a:ext uri="{FF2B5EF4-FFF2-40B4-BE49-F238E27FC236}">
                <a16:creationId xmlns:a16="http://schemas.microsoft.com/office/drawing/2014/main" id="{985841D0-658E-4768-9C14-A7CEE298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09" name="SE-009-path-1002">
            <a:extLst xmlns:a="http://schemas.openxmlformats.org/drawingml/2006/main">
              <a:ext uri="{FF2B5EF4-FFF2-40B4-BE49-F238E27FC236}">
                <a16:creationId xmlns:a16="http://schemas.microsoft.com/office/drawing/2014/main" id="{C7D04124-3B3F-4146-82E0-7396BBF4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0" name="SE-009-path-1003">
            <a:extLst xmlns:a="http://schemas.openxmlformats.org/drawingml/2006/main">
              <a:ext uri="{FF2B5EF4-FFF2-40B4-BE49-F238E27FC236}">
                <a16:creationId xmlns:a16="http://schemas.microsoft.com/office/drawing/2014/main" id="{65F9AE25-43BD-4CAA-BD81-A96C2C4F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1" name="SE-009-path-1004">
            <a:extLst xmlns:a="http://schemas.openxmlformats.org/drawingml/2006/main">
              <a:ext uri="{FF2B5EF4-FFF2-40B4-BE49-F238E27FC236}">
                <a16:creationId xmlns:a16="http://schemas.microsoft.com/office/drawing/2014/main" id="{CD3F58F4-00EB-4D1E-A12D-31E5A673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2" name="SE-009-path-1005">
            <a:extLst xmlns:a="http://schemas.openxmlformats.org/drawingml/2006/main">
              <a:ext uri="{FF2B5EF4-FFF2-40B4-BE49-F238E27FC236}">
                <a16:creationId xmlns:a16="http://schemas.microsoft.com/office/drawing/2014/main" id="{B70BCE59-6E4F-44B9-8C22-4C11E9AC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3" name="SE-009-path-1006">
            <a:extLst xmlns:a="http://schemas.openxmlformats.org/drawingml/2006/main">
              <a:ext uri="{FF2B5EF4-FFF2-40B4-BE49-F238E27FC236}">
                <a16:creationId xmlns:a16="http://schemas.microsoft.com/office/drawing/2014/main" id="{1A70C00B-4FD2-44F2-8DA5-929359F2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4" name="SE-009-path-1007">
            <a:extLst xmlns:a="http://schemas.openxmlformats.org/drawingml/2006/main">
              <a:ext uri="{FF2B5EF4-FFF2-40B4-BE49-F238E27FC236}">
                <a16:creationId xmlns:a16="http://schemas.microsoft.com/office/drawing/2014/main" id="{97600B06-8D42-478B-94FA-C05971A2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5" name="SE-009-path-1008">
            <a:extLst xmlns:a="http://schemas.openxmlformats.org/drawingml/2006/main">
              <a:ext uri="{FF2B5EF4-FFF2-40B4-BE49-F238E27FC236}">
                <a16:creationId xmlns:a16="http://schemas.microsoft.com/office/drawing/2014/main" id="{0447DEF9-A3A6-4850-AA68-B848DCD2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6" name="SE-009-path-1009">
            <a:extLst xmlns:a="http://schemas.openxmlformats.org/drawingml/2006/main">
              <a:ext uri="{FF2B5EF4-FFF2-40B4-BE49-F238E27FC236}">
                <a16:creationId xmlns:a16="http://schemas.microsoft.com/office/drawing/2014/main" id="{9424DEF1-9564-4B06-8A85-5790F484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7" name="SE-009-path-1010">
            <a:extLst xmlns:a="http://schemas.openxmlformats.org/drawingml/2006/main">
              <a:ext uri="{FF2B5EF4-FFF2-40B4-BE49-F238E27FC236}">
                <a16:creationId xmlns:a16="http://schemas.microsoft.com/office/drawing/2014/main" id="{EFA33A95-973C-4FBA-88BA-52DE282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8" name="SE-009-path-1011">
            <a:extLst xmlns:a="http://schemas.openxmlformats.org/drawingml/2006/main">
              <a:ext uri="{FF2B5EF4-FFF2-40B4-BE49-F238E27FC236}">
                <a16:creationId xmlns:a16="http://schemas.microsoft.com/office/drawing/2014/main" id="{F98369ED-CBD5-40A1-8170-D277088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19" name="SE-009-path-1012">
            <a:extLst xmlns:a="http://schemas.openxmlformats.org/drawingml/2006/main">
              <a:ext uri="{FF2B5EF4-FFF2-40B4-BE49-F238E27FC236}">
                <a16:creationId xmlns:a16="http://schemas.microsoft.com/office/drawing/2014/main" id="{6BA52772-5C03-4C31-A21F-7F9D4F1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0" name="SE-009-path-1013">
            <a:extLst xmlns:a="http://schemas.openxmlformats.org/drawingml/2006/main">
              <a:ext uri="{FF2B5EF4-FFF2-40B4-BE49-F238E27FC236}">
                <a16:creationId xmlns:a16="http://schemas.microsoft.com/office/drawing/2014/main" id="{AA60BB4E-5AF5-485D-AA72-D4C428D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1" name="SE-009-path-1014">
            <a:extLst xmlns:a="http://schemas.openxmlformats.org/drawingml/2006/main">
              <a:ext uri="{FF2B5EF4-FFF2-40B4-BE49-F238E27FC236}">
                <a16:creationId xmlns:a16="http://schemas.microsoft.com/office/drawing/2014/main" id="{CFAFF6F9-BC51-4590-BF72-52EA04C6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2" name="SE-009-path-1015">
            <a:extLst xmlns:a="http://schemas.openxmlformats.org/drawingml/2006/main">
              <a:ext uri="{FF2B5EF4-FFF2-40B4-BE49-F238E27FC236}">
                <a16:creationId xmlns:a16="http://schemas.microsoft.com/office/drawing/2014/main" id="{AA697C77-2A97-4E1C-9D91-51BB94D6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324350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3" name="SE-009-path-1016">
            <a:extLst xmlns:a="http://schemas.openxmlformats.org/drawingml/2006/main">
              <a:ext uri="{FF2B5EF4-FFF2-40B4-BE49-F238E27FC236}">
                <a16:creationId xmlns:a16="http://schemas.microsoft.com/office/drawing/2014/main" id="{E5648024-D734-4D0F-BD13-A3B55844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243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4" name="SE-009-path-1017">
            <a:extLst xmlns:a="http://schemas.openxmlformats.org/drawingml/2006/main">
              <a:ext uri="{FF2B5EF4-FFF2-40B4-BE49-F238E27FC236}">
                <a16:creationId xmlns:a16="http://schemas.microsoft.com/office/drawing/2014/main" id="{00082056-64E2-4A16-8B9D-6257554F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815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5" name="SE-009-path-1018">
            <a:extLst xmlns:a="http://schemas.openxmlformats.org/drawingml/2006/main">
              <a:ext uri="{FF2B5EF4-FFF2-40B4-BE49-F238E27FC236}">
                <a16:creationId xmlns:a16="http://schemas.microsoft.com/office/drawing/2014/main" id="{1F522990-8FBB-488D-A006-5B87497B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386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6" name="SE-009-path-1019">
            <a:extLst xmlns:a="http://schemas.openxmlformats.org/drawingml/2006/main">
              <a:ext uri="{FF2B5EF4-FFF2-40B4-BE49-F238E27FC236}">
                <a16:creationId xmlns:a16="http://schemas.microsoft.com/office/drawing/2014/main" id="{25587166-3600-4A99-9038-1DFF36D3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958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7" name="SE-009-path-1020">
            <a:extLst xmlns:a="http://schemas.openxmlformats.org/drawingml/2006/main">
              <a:ext uri="{FF2B5EF4-FFF2-40B4-BE49-F238E27FC236}">
                <a16:creationId xmlns:a16="http://schemas.microsoft.com/office/drawing/2014/main" id="{7A167CBC-31BA-4017-A07D-AD6C7D82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8" name="SE-009-path-1021">
            <a:extLst xmlns:a="http://schemas.openxmlformats.org/drawingml/2006/main">
              <a:ext uri="{FF2B5EF4-FFF2-40B4-BE49-F238E27FC236}">
                <a16:creationId xmlns:a16="http://schemas.microsoft.com/office/drawing/2014/main" id="{B0A8D463-811F-450A-9742-CAB411D6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01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29" name="SE-009-path-1022">
            <a:extLst xmlns:a="http://schemas.openxmlformats.org/drawingml/2006/main">
              <a:ext uri="{FF2B5EF4-FFF2-40B4-BE49-F238E27FC236}">
                <a16:creationId xmlns:a16="http://schemas.microsoft.com/office/drawing/2014/main" id="{F95DBA09-50CA-4CEB-9568-99699023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672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0" name="SE-009-path-1023">
            <a:extLst xmlns:a="http://schemas.openxmlformats.org/drawingml/2006/main">
              <a:ext uri="{FF2B5EF4-FFF2-40B4-BE49-F238E27FC236}">
                <a16:creationId xmlns:a16="http://schemas.microsoft.com/office/drawing/2014/main" id="{428E4648-FAD4-4786-A5F9-278FB9E3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2440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1" name="SE-009-path-1024">
            <a:extLst xmlns:a="http://schemas.openxmlformats.org/drawingml/2006/main">
              <a:ext uri="{FF2B5EF4-FFF2-40B4-BE49-F238E27FC236}">
                <a16:creationId xmlns:a16="http://schemas.microsoft.com/office/drawing/2014/main" id="{1EF7ACCF-00EA-41B1-8134-F9401FF2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81550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2" name="SE-009-path-1025">
            <a:extLst xmlns:a="http://schemas.openxmlformats.org/drawingml/2006/main">
              <a:ext uri="{FF2B5EF4-FFF2-40B4-BE49-F238E27FC236}">
                <a16:creationId xmlns:a16="http://schemas.microsoft.com/office/drawing/2014/main" id="{444906D6-5FC6-4DB2-843C-B29C707F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3" name="SE-009-path-1026">
            <a:extLst xmlns:a="http://schemas.openxmlformats.org/drawingml/2006/main">
              <a:ext uri="{FF2B5EF4-FFF2-40B4-BE49-F238E27FC236}">
                <a16:creationId xmlns:a16="http://schemas.microsoft.com/office/drawing/2014/main" id="{F977490D-092A-45E8-BC09-5793606B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4" name="SE-009-path-1027">
            <a:extLst xmlns:a="http://schemas.openxmlformats.org/drawingml/2006/main">
              <a:ext uri="{FF2B5EF4-FFF2-40B4-BE49-F238E27FC236}">
                <a16:creationId xmlns:a16="http://schemas.microsoft.com/office/drawing/2014/main" id="{48964DB2-2ED5-44A3-A145-C7FAE72F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5" name="SE-009-path-1028">
            <a:extLst xmlns:a="http://schemas.openxmlformats.org/drawingml/2006/main">
              <a:ext uri="{FF2B5EF4-FFF2-40B4-BE49-F238E27FC236}">
                <a16:creationId xmlns:a16="http://schemas.microsoft.com/office/drawing/2014/main" id="{302B48C0-F0D6-4660-ADA7-0F07D116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6" name="SE-009-path-1029">
            <a:extLst xmlns:a="http://schemas.openxmlformats.org/drawingml/2006/main">
              <a:ext uri="{FF2B5EF4-FFF2-40B4-BE49-F238E27FC236}">
                <a16:creationId xmlns:a16="http://schemas.microsoft.com/office/drawing/2014/main" id="{DEBDFB8F-3E33-4897-AFBB-6A11DB31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7" name="SE-009-path-1030">
            <a:extLst xmlns:a="http://schemas.openxmlformats.org/drawingml/2006/main">
              <a:ext uri="{FF2B5EF4-FFF2-40B4-BE49-F238E27FC236}">
                <a16:creationId xmlns:a16="http://schemas.microsoft.com/office/drawing/2014/main" id="{97BD9D97-2B27-401E-89DD-CB44025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8" name="SE-009-path-1031">
            <a:extLst xmlns:a="http://schemas.openxmlformats.org/drawingml/2006/main">
              <a:ext uri="{FF2B5EF4-FFF2-40B4-BE49-F238E27FC236}">
                <a16:creationId xmlns:a16="http://schemas.microsoft.com/office/drawing/2014/main" id="{5F04D551-9A1B-4F2D-BB79-0C7E2FAB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39" name="SE-009-path-1032">
            <a:extLst xmlns:a="http://schemas.openxmlformats.org/drawingml/2006/main">
              <a:ext uri="{FF2B5EF4-FFF2-40B4-BE49-F238E27FC236}">
                <a16:creationId xmlns:a16="http://schemas.microsoft.com/office/drawing/2014/main" id="{7DD4C506-0265-4052-B4D5-D74DA413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0" name="SE-009-path-1033">
            <a:extLst xmlns:a="http://schemas.openxmlformats.org/drawingml/2006/main">
              <a:ext uri="{FF2B5EF4-FFF2-40B4-BE49-F238E27FC236}">
                <a16:creationId xmlns:a16="http://schemas.microsoft.com/office/drawing/2014/main" id="{9CC4E8AB-0ADE-451F-9250-924E647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1" name="SE-009-path-1034">
            <a:extLst xmlns:a="http://schemas.openxmlformats.org/drawingml/2006/main">
              <a:ext uri="{FF2B5EF4-FFF2-40B4-BE49-F238E27FC236}">
                <a16:creationId xmlns:a16="http://schemas.microsoft.com/office/drawing/2014/main" id="{B262025E-A2FE-4179-9BC5-09175925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2" name="SE-009-path-1035">
            <a:extLst xmlns:a="http://schemas.openxmlformats.org/drawingml/2006/main">
              <a:ext uri="{FF2B5EF4-FFF2-40B4-BE49-F238E27FC236}">
                <a16:creationId xmlns:a16="http://schemas.microsoft.com/office/drawing/2014/main" id="{8902F208-58D0-4E9B-90D9-24D7D08C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3" name="SE-009-path-1036">
            <a:extLst xmlns:a="http://schemas.openxmlformats.org/drawingml/2006/main">
              <a:ext uri="{FF2B5EF4-FFF2-40B4-BE49-F238E27FC236}">
                <a16:creationId xmlns:a16="http://schemas.microsoft.com/office/drawing/2014/main" id="{9254F3AA-344C-445B-8877-EB79F3F1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4" name="SE-009-path-1037">
            <a:extLst xmlns:a="http://schemas.openxmlformats.org/drawingml/2006/main">
              <a:ext uri="{FF2B5EF4-FFF2-40B4-BE49-F238E27FC236}">
                <a16:creationId xmlns:a16="http://schemas.microsoft.com/office/drawing/2014/main" id="{964C177A-A182-4B2D-B6EE-F604ADB6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5" name="SE-009-path-1038">
            <a:extLst xmlns:a="http://schemas.openxmlformats.org/drawingml/2006/main">
              <a:ext uri="{FF2B5EF4-FFF2-40B4-BE49-F238E27FC236}">
                <a16:creationId xmlns:a16="http://schemas.microsoft.com/office/drawing/2014/main" id="{084B448E-D62A-4AEC-BADC-502B0907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6" name="SE-009-path-1039">
            <a:extLst xmlns:a="http://schemas.openxmlformats.org/drawingml/2006/main">
              <a:ext uri="{FF2B5EF4-FFF2-40B4-BE49-F238E27FC236}">
                <a16:creationId xmlns:a16="http://schemas.microsoft.com/office/drawing/2014/main" id="{0EEBB87F-5008-4FA7-A4B4-6350E56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7" name="SE-009-path-1040">
            <a:extLst xmlns:a="http://schemas.openxmlformats.org/drawingml/2006/main">
              <a:ext uri="{FF2B5EF4-FFF2-40B4-BE49-F238E27FC236}">
                <a16:creationId xmlns:a16="http://schemas.microsoft.com/office/drawing/2014/main" id="{4F9D4CE8-3BFC-491C-95CE-CE0BA423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8" name="SE-009-path-1041">
            <a:extLst xmlns:a="http://schemas.openxmlformats.org/drawingml/2006/main">
              <a:ext uri="{FF2B5EF4-FFF2-40B4-BE49-F238E27FC236}">
                <a16:creationId xmlns:a16="http://schemas.microsoft.com/office/drawing/2014/main" id="{9E1ABD80-1B12-4D62-AB4D-B329CF3D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49" name="SE-009-path-1042">
            <a:extLst xmlns:a="http://schemas.openxmlformats.org/drawingml/2006/main">
              <a:ext uri="{FF2B5EF4-FFF2-40B4-BE49-F238E27FC236}">
                <a16:creationId xmlns:a16="http://schemas.microsoft.com/office/drawing/2014/main" id="{236941BB-2A52-4EB4-AA29-637DFBC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0" name="SE-009-path-1043">
            <a:extLst xmlns:a="http://schemas.openxmlformats.org/drawingml/2006/main">
              <a:ext uri="{FF2B5EF4-FFF2-40B4-BE49-F238E27FC236}">
                <a16:creationId xmlns:a16="http://schemas.microsoft.com/office/drawing/2014/main" id="{F63492EC-0497-4087-89E9-5812E265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1" name="SE-009-path-1044">
            <a:extLst xmlns:a="http://schemas.openxmlformats.org/drawingml/2006/main">
              <a:ext uri="{FF2B5EF4-FFF2-40B4-BE49-F238E27FC236}">
                <a16:creationId xmlns:a16="http://schemas.microsoft.com/office/drawing/2014/main" id="{77229C5F-B784-40B6-A417-1FD7D3CE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2" name="SE-009-path-1045">
            <a:extLst xmlns:a="http://schemas.openxmlformats.org/drawingml/2006/main">
              <a:ext uri="{FF2B5EF4-FFF2-40B4-BE49-F238E27FC236}">
                <a16:creationId xmlns:a16="http://schemas.microsoft.com/office/drawing/2014/main" id="{6031AD8A-38B6-49F4-997D-7E997458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3" name="SE-009-path-1046">
            <a:extLst xmlns:a="http://schemas.openxmlformats.org/drawingml/2006/main">
              <a:ext uri="{FF2B5EF4-FFF2-40B4-BE49-F238E27FC236}">
                <a16:creationId xmlns:a16="http://schemas.microsoft.com/office/drawing/2014/main" id="{4BB6A987-A0EB-422C-AEEB-3AA573E4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4" name="SE-009-path-1047">
            <a:extLst xmlns:a="http://schemas.openxmlformats.org/drawingml/2006/main">
              <a:ext uri="{FF2B5EF4-FFF2-40B4-BE49-F238E27FC236}">
                <a16:creationId xmlns:a16="http://schemas.microsoft.com/office/drawing/2014/main" id="{DA7F9771-07A4-4CCC-B937-AC16A5C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5" name="SE-009-path-1048">
            <a:extLst xmlns:a="http://schemas.openxmlformats.org/drawingml/2006/main">
              <a:ext uri="{FF2B5EF4-FFF2-40B4-BE49-F238E27FC236}">
                <a16:creationId xmlns:a16="http://schemas.microsoft.com/office/drawing/2014/main" id="{01CF32DB-6908-4393-B057-4CEB6F87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6" name="SE-009-path-1049">
            <a:extLst xmlns:a="http://schemas.openxmlformats.org/drawingml/2006/main">
              <a:ext uri="{FF2B5EF4-FFF2-40B4-BE49-F238E27FC236}">
                <a16:creationId xmlns:a16="http://schemas.microsoft.com/office/drawing/2014/main" id="{8549CCEF-7ED7-4D10-8B39-79B12E04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7" name="SE-009-path-1050">
            <a:extLst xmlns:a="http://schemas.openxmlformats.org/drawingml/2006/main">
              <a:ext uri="{FF2B5EF4-FFF2-40B4-BE49-F238E27FC236}">
                <a16:creationId xmlns:a16="http://schemas.microsoft.com/office/drawing/2014/main" id="{D2F060FB-F51C-4DC5-B112-C38FAE97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8" name="SE-009-path-1051">
            <a:extLst xmlns:a="http://schemas.openxmlformats.org/drawingml/2006/main">
              <a:ext uri="{FF2B5EF4-FFF2-40B4-BE49-F238E27FC236}">
                <a16:creationId xmlns:a16="http://schemas.microsoft.com/office/drawing/2014/main" id="{6D37FA67-B90B-478D-B844-DE6298C1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59" name="SE-009-path-1052">
            <a:extLst xmlns:a="http://schemas.openxmlformats.org/drawingml/2006/main">
              <a:ext uri="{FF2B5EF4-FFF2-40B4-BE49-F238E27FC236}">
                <a16:creationId xmlns:a16="http://schemas.microsoft.com/office/drawing/2014/main" id="{70F3D952-0932-4450-8FCA-BD7F2B91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0" name="SE-009-path-1053">
            <a:extLst xmlns:a="http://schemas.openxmlformats.org/drawingml/2006/main">
              <a:ext uri="{FF2B5EF4-FFF2-40B4-BE49-F238E27FC236}">
                <a16:creationId xmlns:a16="http://schemas.microsoft.com/office/drawing/2014/main" id="{E9E64D54-19F3-4D93-8C8B-A8C0FBFA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1" name="SE-009-path-1054">
            <a:extLst xmlns:a="http://schemas.openxmlformats.org/drawingml/2006/main">
              <a:ext uri="{FF2B5EF4-FFF2-40B4-BE49-F238E27FC236}">
                <a16:creationId xmlns:a16="http://schemas.microsoft.com/office/drawing/2014/main" id="{0239EFE0-B275-484A-B0DE-E672E357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2" name="SE-009-path-1055">
            <a:extLst xmlns:a="http://schemas.openxmlformats.org/drawingml/2006/main">
              <a:ext uri="{FF2B5EF4-FFF2-40B4-BE49-F238E27FC236}">
                <a16:creationId xmlns:a16="http://schemas.microsoft.com/office/drawing/2014/main" id="{0350B9B9-389C-4D78-9A3A-88BD4366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838700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3" name="SE-009-path-1056">
            <a:extLst xmlns:a="http://schemas.openxmlformats.org/drawingml/2006/main">
              <a:ext uri="{FF2B5EF4-FFF2-40B4-BE49-F238E27FC236}">
                <a16:creationId xmlns:a16="http://schemas.microsoft.com/office/drawing/2014/main" id="{D541C403-C86A-4F2A-90F8-50FE09D6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8101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4" name="SE-009-path-1057">
            <a:extLst xmlns:a="http://schemas.openxmlformats.org/drawingml/2006/main">
              <a:ext uri="{FF2B5EF4-FFF2-40B4-BE49-F238E27FC236}">
                <a16:creationId xmlns:a16="http://schemas.microsoft.com/office/drawing/2014/main" id="{18FF38C2-9DA1-44E3-9722-57E69A36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7529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5" name="SE-009-path-1058">
            <a:extLst xmlns:a="http://schemas.openxmlformats.org/drawingml/2006/main">
              <a:ext uri="{FF2B5EF4-FFF2-40B4-BE49-F238E27FC236}">
                <a16:creationId xmlns:a16="http://schemas.microsoft.com/office/drawing/2014/main" id="{EBE6F688-958F-4B54-BB2A-70EB188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6958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6" name="SE-009-path-1059">
            <a:extLst xmlns:a="http://schemas.openxmlformats.org/drawingml/2006/main">
              <a:ext uri="{FF2B5EF4-FFF2-40B4-BE49-F238E27FC236}">
                <a16:creationId xmlns:a16="http://schemas.microsoft.com/office/drawing/2014/main" id="{4897A381-F2F7-4D7D-A0CF-51C3D0BD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6386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7" name="SE-009-path-1060">
            <a:extLst xmlns:a="http://schemas.openxmlformats.org/drawingml/2006/main">
              <a:ext uri="{FF2B5EF4-FFF2-40B4-BE49-F238E27FC236}">
                <a16:creationId xmlns:a16="http://schemas.microsoft.com/office/drawing/2014/main" id="{1E7FF9A8-D747-462E-B2E9-F2BE3A88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5815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8" name="SE-009-path-1061">
            <a:extLst xmlns:a="http://schemas.openxmlformats.org/drawingml/2006/main">
              <a:ext uri="{FF2B5EF4-FFF2-40B4-BE49-F238E27FC236}">
                <a16:creationId xmlns:a16="http://schemas.microsoft.com/office/drawing/2014/main" id="{DEB4A4EA-3DEB-469C-B38E-649243A2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5243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69" name="SE-009-path-1062">
            <a:extLst xmlns:a="http://schemas.openxmlformats.org/drawingml/2006/main">
              <a:ext uri="{FF2B5EF4-FFF2-40B4-BE49-F238E27FC236}">
                <a16:creationId xmlns:a16="http://schemas.microsoft.com/office/drawing/2014/main" id="{E47FD5D9-84D5-4AC9-A20F-CDD3467F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672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70" name="SE-009-path-1063">
            <a:extLst xmlns:a="http://schemas.openxmlformats.org/drawingml/2006/main">
              <a:ext uri="{FF2B5EF4-FFF2-40B4-BE49-F238E27FC236}">
                <a16:creationId xmlns:a16="http://schemas.microsoft.com/office/drawing/2014/main" id="{7ED5B18F-0E46-4FBF-917F-9067AA5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71" name="SE-009-path-1064">
            <a:extLst xmlns:a="http://schemas.openxmlformats.org/drawingml/2006/main">
              <a:ext uri="{FF2B5EF4-FFF2-40B4-BE49-F238E27FC236}">
                <a16:creationId xmlns:a16="http://schemas.microsoft.com/office/drawing/2014/main" id="{0668E0A6-E7D5-4A17-AA36-9222935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352925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72" name="SE-009-1065">
            <a:extLst xmlns:a="http://schemas.openxmlformats.org/drawingml/2006/main">
              <a:ext uri="{FF2B5EF4-FFF2-40B4-BE49-F238E27FC236}">
                <a16:creationId xmlns:a16="http://schemas.microsoft.com/office/drawing/2014/main" id="{09ECC843-7D73-4A35-A2A5-01E816F1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00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Critical Pair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s⁺ − s⁻ &gt; 0.5</a:t>
            </a:r>
          </a:p>
        </p:txBody>
      </p:sp>
      <p:sp>
        <p:nvSpPr>
          <p:cNvPr id="1073" name="SE-009-1066">
            <a:extLst xmlns:a="http://schemas.openxmlformats.org/drawingml/2006/main">
              <a:ext uri="{FF2B5EF4-FFF2-40B4-BE49-F238E27FC236}">
                <a16:creationId xmlns:a16="http://schemas.microsoft.com/office/drawing/2014/main" id="{9BF14AA7-1E28-465B-BA20-FD7FB04E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pic>
        <p:nvPicPr>
          <p:cNvPr id="22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50031235849e1"/>
          <a:stretch xmlns:a="http://schemas.openxmlformats.org/drawingml/2006/main"/>
        </p:blipFill>
        <p:spPr>
          <a:xfrm xmlns:a="http://schemas.openxmlformats.org/drawingml/2006/main">
            <a:off x="3886200" y="4600575"/>
            <a:ext cx="209550" cy="200025"/>
          </a:xfrm>
          <a:prstGeom xmlns:a="http://schemas.openxmlformats.org/drawingml/2006/main" prst="rect">
            <a:avLst/>
          </a:prstGeom>
        </p:spPr>
      </p:pic>
      <p:pic>
        <p:nvPicPr>
          <p:cNvPr id="2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97c1a303a498a"/>
          <a:stretch xmlns:a="http://schemas.openxmlformats.org/drawingml/2006/main"/>
        </p:blipFill>
        <p:spPr>
          <a:xfrm xmlns:a="http://schemas.openxmlformats.org/drawingml/2006/main">
            <a:off x="4219575" y="4600575"/>
            <a:ext cx="219075" cy="209550"/>
          </a:xfrm>
          <a:prstGeom xmlns:a="http://schemas.openxmlformats.org/drawingml/2006/main" prst="rect">
            <a:avLst/>
          </a:prstGeom>
        </p:spPr>
      </p:pic>
      <p:sp>
        <p:nvSpPr>
          <p:cNvPr id="1076" name="SE-009-1067">
            <a:extLst xmlns:a="http://schemas.openxmlformats.org/drawingml/2006/main">
              <a:ext uri="{FF2B5EF4-FFF2-40B4-BE49-F238E27FC236}">
                <a16:creationId xmlns:a16="http://schemas.microsoft.com/office/drawing/2014/main" id="{B0EB209D-8724-4FA3-99A0-1348806A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5782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Node Scoring &amp; Critical Action Identification</a:t>
            </a:r>
          </a:p>
        </p:txBody>
      </p:sp>
      <p:sp>
        <p:nvSpPr>
          <p:cNvPr id="1077" name="SE-009-1068">
            <a:extLst xmlns:a="http://schemas.openxmlformats.org/drawingml/2006/main">
              <a:ext uri="{FF2B5EF4-FFF2-40B4-BE49-F238E27FC236}">
                <a16:creationId xmlns:a16="http://schemas.microsoft.com/office/drawing/2014/main" id="{536573D3-29CC-44B7-8ABA-3B14E812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2667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9050">
            <a:solidFill>
              <a:srgbClr val="A8A8A8"/>
            </a:solidFill>
          </a:ln>
        </p:spPr>
      </p:sp>
      <p:sp>
        <p:nvSpPr>
          <p:cNvPr id="1078" name="SE-009-1069">
            <a:extLst xmlns:a="http://schemas.openxmlformats.org/drawingml/2006/main">
              <a:ext uri="{FF2B5EF4-FFF2-40B4-BE49-F238E27FC236}">
                <a16:creationId xmlns:a16="http://schemas.microsoft.com/office/drawing/2014/main" id="{A12A9838-4094-4C20-9945-DD5A559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DPO Data Pairs</a:t>
            </a:r>
          </a:p>
        </p:txBody>
      </p:sp>
      <p:sp>
        <p:nvSpPr>
          <p:cNvPr id="1079" name="SE-009-path-1070">
            <a:extLst xmlns:a="http://schemas.openxmlformats.org/drawingml/2006/main">
              <a:ext uri="{FF2B5EF4-FFF2-40B4-BE49-F238E27FC236}">
                <a16:creationId xmlns:a16="http://schemas.microsoft.com/office/drawing/2014/main" id="{0572375B-4C0F-4F9F-A935-10E8828A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05225"/>
            <a:ext cx="295275" cy="409575"/>
          </a:xfrm>
          <a:custGeom xmlns:a="http://schemas.openxmlformats.org/drawingml/2006/main">
            <a:pathLst>
              <a:path w="295275" h="409575">
                <a:moveTo>
                  <a:pt x="0" y="0"/>
                </a:moveTo>
                <a:lnTo>
                  <a:pt x="206693" y="0"/>
                </a:lnTo>
                <a:lnTo>
                  <a:pt x="295275" y="90106"/>
                </a:lnTo>
                <a:lnTo>
                  <a:pt x="295275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080" name="SE-009-path-1071">
            <a:extLst xmlns:a="http://schemas.openxmlformats.org/drawingml/2006/main">
              <a:ext uri="{FF2B5EF4-FFF2-40B4-BE49-F238E27FC236}">
                <a16:creationId xmlns:a16="http://schemas.microsoft.com/office/drawing/2014/main" id="{BE07F838-ACFF-4703-912F-72AB768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143" y="3705225"/>
            <a:ext cx="88582" cy="90106"/>
          </a:xfrm>
          <a:custGeom xmlns:a="http://schemas.openxmlformats.org/drawingml/2006/main">
            <a:pathLst>
              <a:path w="88582" h="90106">
                <a:moveTo>
                  <a:pt x="0" y="0"/>
                </a:moveTo>
                <a:lnTo>
                  <a:pt x="0" y="90106"/>
                </a:lnTo>
                <a:lnTo>
                  <a:pt x="88582" y="9010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081" name="SE-009-1072">
            <a:extLst xmlns:a="http://schemas.openxmlformats.org/drawingml/2006/main">
              <a:ext uri="{FF2B5EF4-FFF2-40B4-BE49-F238E27FC236}">
                <a16:creationId xmlns:a16="http://schemas.microsoft.com/office/drawing/2014/main" id="{9522F7CF-6553-44BD-92E2-08F07B1F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082" name="SE-009-path-1073">
            <a:extLst xmlns:a="http://schemas.openxmlformats.org/drawingml/2006/main">
              <a:ext uri="{FF2B5EF4-FFF2-40B4-BE49-F238E27FC236}">
                <a16:creationId xmlns:a16="http://schemas.microsoft.com/office/drawing/2014/main" id="{EE274892-96F1-43BE-86BD-7E4916CE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83" name="SE-009-path-1074">
            <a:extLst xmlns:a="http://schemas.openxmlformats.org/drawingml/2006/main">
              <a:ext uri="{FF2B5EF4-FFF2-40B4-BE49-F238E27FC236}">
                <a16:creationId xmlns:a16="http://schemas.microsoft.com/office/drawing/2014/main" id="{6DEA0FD5-771A-49A4-93DF-17DA9216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84" name="SE-009-path-1075">
            <a:extLst xmlns:a="http://schemas.openxmlformats.org/drawingml/2006/main">
              <a:ext uri="{FF2B5EF4-FFF2-40B4-BE49-F238E27FC236}">
                <a16:creationId xmlns:a16="http://schemas.microsoft.com/office/drawing/2014/main" id="{39899BDC-5631-420F-B2F8-FB0E803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85" name="SE-009-path-1076">
            <a:extLst xmlns:a="http://schemas.openxmlformats.org/drawingml/2006/main">
              <a:ext uri="{FF2B5EF4-FFF2-40B4-BE49-F238E27FC236}">
                <a16:creationId xmlns:a16="http://schemas.microsoft.com/office/drawing/2014/main" id="{D321533F-6973-4D9E-9E5A-AD390E6B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86" name="SE-009-path-1077">
            <a:extLst xmlns:a="http://schemas.openxmlformats.org/drawingml/2006/main">
              <a:ext uri="{FF2B5EF4-FFF2-40B4-BE49-F238E27FC236}">
                <a16:creationId xmlns:a16="http://schemas.microsoft.com/office/drawing/2014/main" id="{CC9F7BDA-8D15-49FC-B4E6-9065E8C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87" name="SE-009-path-1078">
            <a:extLst xmlns:a="http://schemas.openxmlformats.org/drawingml/2006/main">
              <a:ext uri="{FF2B5EF4-FFF2-40B4-BE49-F238E27FC236}">
                <a16:creationId xmlns:a16="http://schemas.microsoft.com/office/drawing/2014/main" id="{A50B4503-EC27-4784-B0E3-CA976A7D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88" name="SE-009-path-1079">
            <a:extLst xmlns:a="http://schemas.openxmlformats.org/drawingml/2006/main">
              <a:ext uri="{FF2B5EF4-FFF2-40B4-BE49-F238E27FC236}">
                <a16:creationId xmlns:a16="http://schemas.microsoft.com/office/drawing/2014/main" id="{8F717CF8-EEE1-4F11-BFC8-F726E51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89" name="SE-009-path-1080">
            <a:extLst xmlns:a="http://schemas.openxmlformats.org/drawingml/2006/main">
              <a:ext uri="{FF2B5EF4-FFF2-40B4-BE49-F238E27FC236}">
                <a16:creationId xmlns:a16="http://schemas.microsoft.com/office/drawing/2014/main" id="{870E2335-A90F-4CA9-A2DC-C8A0E1E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0" name="SE-009-path-1081">
            <a:extLst xmlns:a="http://schemas.openxmlformats.org/drawingml/2006/main">
              <a:ext uri="{FF2B5EF4-FFF2-40B4-BE49-F238E27FC236}">
                <a16:creationId xmlns:a16="http://schemas.microsoft.com/office/drawing/2014/main" id="{7DF7AA87-EF42-4911-A5E0-C585D457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1" name="SE-009-path-1082">
            <a:extLst xmlns:a="http://schemas.openxmlformats.org/drawingml/2006/main">
              <a:ext uri="{FF2B5EF4-FFF2-40B4-BE49-F238E27FC236}">
                <a16:creationId xmlns:a16="http://schemas.microsoft.com/office/drawing/2014/main" id="{7072F9AA-E6E1-435D-9FF4-32053EC7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2" name="SE-009-path-1083">
            <a:extLst xmlns:a="http://schemas.openxmlformats.org/drawingml/2006/main">
              <a:ext uri="{FF2B5EF4-FFF2-40B4-BE49-F238E27FC236}">
                <a16:creationId xmlns:a16="http://schemas.microsoft.com/office/drawing/2014/main" id="{DB32C224-26C7-4259-A678-D848746A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3" name="SE-009-path-1084">
            <a:extLst xmlns:a="http://schemas.openxmlformats.org/drawingml/2006/main">
              <a:ext uri="{FF2B5EF4-FFF2-40B4-BE49-F238E27FC236}">
                <a16:creationId xmlns:a16="http://schemas.microsoft.com/office/drawing/2014/main" id="{CC6076DB-250E-4F9C-8FD6-2935CEC6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4" name="SE-009-path-1085">
            <a:extLst xmlns:a="http://schemas.openxmlformats.org/drawingml/2006/main">
              <a:ext uri="{FF2B5EF4-FFF2-40B4-BE49-F238E27FC236}">
                <a16:creationId xmlns:a16="http://schemas.microsoft.com/office/drawing/2014/main" id="{515256C7-5DDE-4DF0-BAC3-1643638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5" name="SE-009-path-1086">
            <a:extLst xmlns:a="http://schemas.openxmlformats.org/drawingml/2006/main">
              <a:ext uri="{FF2B5EF4-FFF2-40B4-BE49-F238E27FC236}">
                <a16:creationId xmlns:a16="http://schemas.microsoft.com/office/drawing/2014/main" id="{5E595242-E62B-46F2-B19D-C406CDE0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6" name="SE-009-path-1087">
            <a:extLst xmlns:a="http://schemas.openxmlformats.org/drawingml/2006/main">
              <a:ext uri="{FF2B5EF4-FFF2-40B4-BE49-F238E27FC236}">
                <a16:creationId xmlns:a16="http://schemas.microsoft.com/office/drawing/2014/main" id="{EFA7682B-5936-4FA2-AD80-A6678535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7" name="SE-009-path-1088">
            <a:extLst xmlns:a="http://schemas.openxmlformats.org/drawingml/2006/main">
              <a:ext uri="{FF2B5EF4-FFF2-40B4-BE49-F238E27FC236}">
                <a16:creationId xmlns:a16="http://schemas.microsoft.com/office/drawing/2014/main" id="{3C78AC0A-8644-4BBC-AC74-F0ADD0A7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8" name="SE-009-path-1089">
            <a:extLst xmlns:a="http://schemas.openxmlformats.org/drawingml/2006/main">
              <a:ext uri="{FF2B5EF4-FFF2-40B4-BE49-F238E27FC236}">
                <a16:creationId xmlns:a16="http://schemas.microsoft.com/office/drawing/2014/main" id="{18693D56-B5E2-459E-BA2C-3E57A867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099" name="SE-009-path-1090">
            <a:extLst xmlns:a="http://schemas.openxmlformats.org/drawingml/2006/main">
              <a:ext uri="{FF2B5EF4-FFF2-40B4-BE49-F238E27FC236}">
                <a16:creationId xmlns:a16="http://schemas.microsoft.com/office/drawing/2014/main" id="{65E5EFC6-0F4B-4D2C-B44E-F65D8F8F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0" name="SE-009-path-1091">
            <a:extLst xmlns:a="http://schemas.openxmlformats.org/drawingml/2006/main">
              <a:ext uri="{FF2B5EF4-FFF2-40B4-BE49-F238E27FC236}">
                <a16:creationId xmlns:a16="http://schemas.microsoft.com/office/drawing/2014/main" id="{BBA726B1-A43E-4218-BE4D-1AAE3FF0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1" name="SE-009-path-1092">
            <a:extLst xmlns:a="http://schemas.openxmlformats.org/drawingml/2006/main">
              <a:ext uri="{FF2B5EF4-FFF2-40B4-BE49-F238E27FC236}">
                <a16:creationId xmlns:a16="http://schemas.microsoft.com/office/drawing/2014/main" id="{2957EB03-9B42-4CBB-9E86-303078DE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2" name="SE-009-path-1093">
            <a:extLst xmlns:a="http://schemas.openxmlformats.org/drawingml/2006/main">
              <a:ext uri="{FF2B5EF4-FFF2-40B4-BE49-F238E27FC236}">
                <a16:creationId xmlns:a16="http://schemas.microsoft.com/office/drawing/2014/main" id="{DE04880C-7607-4423-BF6B-5B5644C4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3" name="SE-009-path-1094">
            <a:extLst xmlns:a="http://schemas.openxmlformats.org/drawingml/2006/main">
              <a:ext uri="{FF2B5EF4-FFF2-40B4-BE49-F238E27FC236}">
                <a16:creationId xmlns:a16="http://schemas.microsoft.com/office/drawing/2014/main" id="{67550BCF-19D9-4407-983E-9C636052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4" name="SE-009-path-1095">
            <a:extLst xmlns:a="http://schemas.openxmlformats.org/drawingml/2006/main">
              <a:ext uri="{FF2B5EF4-FFF2-40B4-BE49-F238E27FC236}">
                <a16:creationId xmlns:a16="http://schemas.microsoft.com/office/drawing/2014/main" id="{FE928AF7-C7A0-4B00-BC9F-82329547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76725"/>
            <a:ext cx="28575" cy="95"/>
          </a:xfrm>
          <a:custGeom xmlns:a="http://schemas.openxmlformats.org/drawingml/2006/main">
            <a:pathLst>
              <a:path w="28575" h="95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5" name="SE-009-path-1096">
            <a:extLst xmlns:a="http://schemas.openxmlformats.org/drawingml/2006/main">
              <a:ext uri="{FF2B5EF4-FFF2-40B4-BE49-F238E27FC236}">
                <a16:creationId xmlns:a16="http://schemas.microsoft.com/office/drawing/2014/main" id="{89A4FC71-3E40-4DF5-87EA-1DDBB6F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767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6" name="SE-009-path-1097">
            <a:extLst xmlns:a="http://schemas.openxmlformats.org/drawingml/2006/main">
              <a:ext uri="{FF2B5EF4-FFF2-40B4-BE49-F238E27FC236}">
                <a16:creationId xmlns:a16="http://schemas.microsoft.com/office/drawing/2014/main" id="{309C126D-0CD7-45EB-804F-39DFA133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338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7" name="SE-009-path-1098">
            <a:extLst xmlns:a="http://schemas.openxmlformats.org/drawingml/2006/main">
              <a:ext uri="{FF2B5EF4-FFF2-40B4-BE49-F238E27FC236}">
                <a16:creationId xmlns:a16="http://schemas.microsoft.com/office/drawing/2014/main" id="{1D92931E-8870-406D-B78B-5D3E487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910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8" name="SE-009-path-1099">
            <a:extLst xmlns:a="http://schemas.openxmlformats.org/drawingml/2006/main">
              <a:ext uri="{FF2B5EF4-FFF2-40B4-BE49-F238E27FC236}">
                <a16:creationId xmlns:a16="http://schemas.microsoft.com/office/drawing/2014/main" id="{DDEA5BD4-BC13-43F5-8DAC-1BF0148F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481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09" name="SE-009-path-1100">
            <a:extLst xmlns:a="http://schemas.openxmlformats.org/drawingml/2006/main">
              <a:ext uri="{FF2B5EF4-FFF2-40B4-BE49-F238E27FC236}">
                <a16:creationId xmlns:a16="http://schemas.microsoft.com/office/drawing/2014/main" id="{50D62DD2-47CE-4DF7-A9CA-BF792CF3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053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0" name="SE-009-path-1101">
            <a:extLst xmlns:a="http://schemas.openxmlformats.org/drawingml/2006/main">
              <a:ext uri="{FF2B5EF4-FFF2-40B4-BE49-F238E27FC236}">
                <a16:creationId xmlns:a16="http://schemas.microsoft.com/office/drawing/2014/main" id="{332418B2-9962-4DE8-87E9-5FDFDECA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624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1" name="SE-009-path-1102">
            <a:extLst xmlns:a="http://schemas.openxmlformats.org/drawingml/2006/main">
              <a:ext uri="{FF2B5EF4-FFF2-40B4-BE49-F238E27FC236}">
                <a16:creationId xmlns:a16="http://schemas.microsoft.com/office/drawing/2014/main" id="{4C805D02-675F-4270-956F-3557E2D1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196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2" name="SE-009-path-1103">
            <a:extLst xmlns:a="http://schemas.openxmlformats.org/drawingml/2006/main">
              <a:ext uri="{FF2B5EF4-FFF2-40B4-BE49-F238E27FC236}">
                <a16:creationId xmlns:a16="http://schemas.microsoft.com/office/drawing/2014/main" id="{0A6068F2-7CEA-4351-80CA-2A1F205A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767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3" name="SE-009-path-1104">
            <a:extLst xmlns:a="http://schemas.openxmlformats.org/drawingml/2006/main">
              <a:ext uri="{FF2B5EF4-FFF2-40B4-BE49-F238E27FC236}">
                <a16:creationId xmlns:a16="http://schemas.microsoft.com/office/drawing/2014/main" id="{9E8DFADB-4EB8-4703-AD12-F9E4A365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339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4" name="SE-009-path-1105">
            <a:extLst xmlns:a="http://schemas.openxmlformats.org/drawingml/2006/main">
              <a:ext uri="{FF2B5EF4-FFF2-40B4-BE49-F238E27FC236}">
                <a16:creationId xmlns:a16="http://schemas.microsoft.com/office/drawing/2014/main" id="{CA955DC8-B7EB-458E-A666-CB1C2B1A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910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5" name="SE-009-path-1106">
            <a:extLst xmlns:a="http://schemas.openxmlformats.org/drawingml/2006/main">
              <a:ext uri="{FF2B5EF4-FFF2-40B4-BE49-F238E27FC236}">
                <a16:creationId xmlns:a16="http://schemas.microsoft.com/office/drawing/2014/main" id="{0180F325-743E-4D06-A55C-24009015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482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6" name="SE-009-path-1107">
            <a:extLst xmlns:a="http://schemas.openxmlformats.org/drawingml/2006/main">
              <a:ext uri="{FF2B5EF4-FFF2-40B4-BE49-F238E27FC236}">
                <a16:creationId xmlns:a16="http://schemas.microsoft.com/office/drawing/2014/main" id="{EA01524E-1A7D-43E9-8EC2-A612B65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053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7" name="SE-009-path-1108">
            <a:extLst xmlns:a="http://schemas.openxmlformats.org/drawingml/2006/main">
              <a:ext uri="{FF2B5EF4-FFF2-40B4-BE49-F238E27FC236}">
                <a16:creationId xmlns:a16="http://schemas.microsoft.com/office/drawing/2014/main" id="{DAFA916C-8FFC-4F98-AA9A-7037D645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6252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8" name="SE-009-path-1109">
            <a:extLst xmlns:a="http://schemas.openxmlformats.org/drawingml/2006/main">
              <a:ext uri="{FF2B5EF4-FFF2-40B4-BE49-F238E27FC236}">
                <a16:creationId xmlns:a16="http://schemas.microsoft.com/office/drawing/2014/main" id="{8C1F4A16-CA34-459A-BCCF-4E6D239B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19675"/>
            <a:ext cx="95" cy="28575"/>
          </a:xfrm>
          <a:custGeom xmlns:a="http://schemas.openxmlformats.org/drawingml/2006/main">
            <a:pathLst>
              <a:path w="95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19" name="SE-009-path-1110">
            <a:extLst xmlns:a="http://schemas.openxmlformats.org/drawingml/2006/main">
              <a:ext uri="{FF2B5EF4-FFF2-40B4-BE49-F238E27FC236}">
                <a16:creationId xmlns:a16="http://schemas.microsoft.com/office/drawing/2014/main" id="{D1D4ACBD-1DEF-486A-B987-36D90A3F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0" name="SE-009-path-1111">
            <a:extLst xmlns:a="http://schemas.openxmlformats.org/drawingml/2006/main">
              <a:ext uri="{FF2B5EF4-FFF2-40B4-BE49-F238E27FC236}">
                <a16:creationId xmlns:a16="http://schemas.microsoft.com/office/drawing/2014/main" id="{17DBB839-6ED1-49C2-A9CA-B3D7497C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1" name="SE-009-path-1112">
            <a:extLst xmlns:a="http://schemas.openxmlformats.org/drawingml/2006/main">
              <a:ext uri="{FF2B5EF4-FFF2-40B4-BE49-F238E27FC236}">
                <a16:creationId xmlns:a16="http://schemas.microsoft.com/office/drawing/2014/main" id="{0B9970B1-C2D4-44FF-99E8-C110B1D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2" name="SE-009-path-1113">
            <a:extLst xmlns:a="http://schemas.openxmlformats.org/drawingml/2006/main">
              <a:ext uri="{FF2B5EF4-FFF2-40B4-BE49-F238E27FC236}">
                <a16:creationId xmlns:a16="http://schemas.microsoft.com/office/drawing/2014/main" id="{E50AD011-444F-4E11-86C4-23F2424C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3" name="SE-009-path-1114">
            <a:extLst xmlns:a="http://schemas.openxmlformats.org/drawingml/2006/main">
              <a:ext uri="{FF2B5EF4-FFF2-40B4-BE49-F238E27FC236}">
                <a16:creationId xmlns:a16="http://schemas.microsoft.com/office/drawing/2014/main" id="{5FAF900E-7975-43BE-8A88-5BAC19D3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4" name="SE-009-path-1115">
            <a:extLst xmlns:a="http://schemas.openxmlformats.org/drawingml/2006/main">
              <a:ext uri="{FF2B5EF4-FFF2-40B4-BE49-F238E27FC236}">
                <a16:creationId xmlns:a16="http://schemas.microsoft.com/office/drawing/2014/main" id="{082F8986-5C72-4130-BC71-52ABAD7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5" name="SE-009-path-1116">
            <a:extLst xmlns:a="http://schemas.openxmlformats.org/drawingml/2006/main">
              <a:ext uri="{FF2B5EF4-FFF2-40B4-BE49-F238E27FC236}">
                <a16:creationId xmlns:a16="http://schemas.microsoft.com/office/drawing/2014/main" id="{5F31093C-37A8-4747-8D1B-8446958A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6" name="SE-009-path-1117">
            <a:extLst xmlns:a="http://schemas.openxmlformats.org/drawingml/2006/main">
              <a:ext uri="{FF2B5EF4-FFF2-40B4-BE49-F238E27FC236}">
                <a16:creationId xmlns:a16="http://schemas.microsoft.com/office/drawing/2014/main" id="{76E76542-E576-4071-8D0D-E63D8303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7" name="SE-009-path-1118">
            <a:extLst xmlns:a="http://schemas.openxmlformats.org/drawingml/2006/main">
              <a:ext uri="{FF2B5EF4-FFF2-40B4-BE49-F238E27FC236}">
                <a16:creationId xmlns:a16="http://schemas.microsoft.com/office/drawing/2014/main" id="{87921377-C9FD-46EC-B916-463BED13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8" name="SE-009-path-1119">
            <a:extLst xmlns:a="http://schemas.openxmlformats.org/drawingml/2006/main">
              <a:ext uri="{FF2B5EF4-FFF2-40B4-BE49-F238E27FC236}">
                <a16:creationId xmlns:a16="http://schemas.microsoft.com/office/drawing/2014/main" id="{8B69F1F7-EF01-40A8-A2B6-0EB22C84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29" name="SE-009-path-1120">
            <a:extLst xmlns:a="http://schemas.openxmlformats.org/drawingml/2006/main">
              <a:ext uri="{FF2B5EF4-FFF2-40B4-BE49-F238E27FC236}">
                <a16:creationId xmlns:a16="http://schemas.microsoft.com/office/drawing/2014/main" id="{340D9492-C122-4C02-8A0A-094BD5F8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0" name="SE-009-path-1121">
            <a:extLst xmlns:a="http://schemas.openxmlformats.org/drawingml/2006/main">
              <a:ext uri="{FF2B5EF4-FFF2-40B4-BE49-F238E27FC236}">
                <a16:creationId xmlns:a16="http://schemas.microsoft.com/office/drawing/2014/main" id="{9376A3DD-521D-4695-908C-7EC9C9F3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1" name="SE-009-path-1122">
            <a:extLst xmlns:a="http://schemas.openxmlformats.org/drawingml/2006/main">
              <a:ext uri="{FF2B5EF4-FFF2-40B4-BE49-F238E27FC236}">
                <a16:creationId xmlns:a16="http://schemas.microsoft.com/office/drawing/2014/main" id="{78D2624E-BFF9-4EBD-A66A-0AC0EC11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2" name="SE-009-path-1123">
            <a:extLst xmlns:a="http://schemas.openxmlformats.org/drawingml/2006/main">
              <a:ext uri="{FF2B5EF4-FFF2-40B4-BE49-F238E27FC236}">
                <a16:creationId xmlns:a16="http://schemas.microsoft.com/office/drawing/2014/main" id="{7FE52D9D-E80F-4379-B9A4-246586FA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3" name="SE-009-path-1124">
            <a:extLst xmlns:a="http://schemas.openxmlformats.org/drawingml/2006/main">
              <a:ext uri="{FF2B5EF4-FFF2-40B4-BE49-F238E27FC236}">
                <a16:creationId xmlns:a16="http://schemas.microsoft.com/office/drawing/2014/main" id="{67327047-A730-46D2-B974-427BA7DB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4" name="SE-009-path-1125">
            <a:extLst xmlns:a="http://schemas.openxmlformats.org/drawingml/2006/main">
              <a:ext uri="{FF2B5EF4-FFF2-40B4-BE49-F238E27FC236}">
                <a16:creationId xmlns:a16="http://schemas.microsoft.com/office/drawing/2014/main" id="{6341D92C-2AB8-4A83-8998-0FC84C8E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5" name="SE-009-path-1126">
            <a:extLst xmlns:a="http://schemas.openxmlformats.org/drawingml/2006/main">
              <a:ext uri="{FF2B5EF4-FFF2-40B4-BE49-F238E27FC236}">
                <a16:creationId xmlns:a16="http://schemas.microsoft.com/office/drawing/2014/main" id="{66113D3E-E1B2-4020-86CA-9AB8F688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6" name="SE-009-path-1127">
            <a:extLst xmlns:a="http://schemas.openxmlformats.org/drawingml/2006/main">
              <a:ext uri="{FF2B5EF4-FFF2-40B4-BE49-F238E27FC236}">
                <a16:creationId xmlns:a16="http://schemas.microsoft.com/office/drawing/2014/main" id="{17963764-059B-472A-866C-181117C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7" name="SE-009-path-1128">
            <a:extLst xmlns:a="http://schemas.openxmlformats.org/drawingml/2006/main">
              <a:ext uri="{FF2B5EF4-FFF2-40B4-BE49-F238E27FC236}">
                <a16:creationId xmlns:a16="http://schemas.microsoft.com/office/drawing/2014/main" id="{596463B3-E52D-4384-B1C1-5CF087BC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8" name="SE-009-path-1129">
            <a:extLst xmlns:a="http://schemas.openxmlformats.org/drawingml/2006/main">
              <a:ext uri="{FF2B5EF4-FFF2-40B4-BE49-F238E27FC236}">
                <a16:creationId xmlns:a16="http://schemas.microsoft.com/office/drawing/2014/main" id="{78499E9D-33CF-42E7-81B7-8FB823AA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39" name="SE-009-path-1130">
            <a:extLst xmlns:a="http://schemas.openxmlformats.org/drawingml/2006/main">
              <a:ext uri="{FF2B5EF4-FFF2-40B4-BE49-F238E27FC236}">
                <a16:creationId xmlns:a16="http://schemas.microsoft.com/office/drawing/2014/main" id="{BDA6A9D2-C3D9-4776-B460-6FEBBDB7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0" name="SE-009-path-1131">
            <a:extLst xmlns:a="http://schemas.openxmlformats.org/drawingml/2006/main">
              <a:ext uri="{FF2B5EF4-FFF2-40B4-BE49-F238E27FC236}">
                <a16:creationId xmlns:a16="http://schemas.microsoft.com/office/drawing/2014/main" id="{C8BA1286-A507-4501-B73D-20732B5C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1" name="SE-009-path-1132">
            <a:extLst xmlns:a="http://schemas.openxmlformats.org/drawingml/2006/main">
              <a:ext uri="{FF2B5EF4-FFF2-40B4-BE49-F238E27FC236}">
                <a16:creationId xmlns:a16="http://schemas.microsoft.com/office/drawing/2014/main" id="{2E1B347F-14B9-4170-94EB-ED6AB033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57775"/>
            <a:ext cx="28575" cy="95"/>
          </a:xfrm>
          <a:custGeom xmlns:a="http://schemas.openxmlformats.org/drawingml/2006/main">
            <a:pathLst>
              <a:path w="28575" h="95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2" name="SE-009-path-1133">
            <a:extLst xmlns:a="http://schemas.openxmlformats.org/drawingml/2006/main">
              <a:ext uri="{FF2B5EF4-FFF2-40B4-BE49-F238E27FC236}">
                <a16:creationId xmlns:a16="http://schemas.microsoft.com/office/drawing/2014/main" id="{8B7F7726-CF86-4DB7-BE57-A069A68E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0292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3" name="SE-009-path-1134">
            <a:extLst xmlns:a="http://schemas.openxmlformats.org/drawingml/2006/main">
              <a:ext uri="{FF2B5EF4-FFF2-40B4-BE49-F238E27FC236}">
                <a16:creationId xmlns:a16="http://schemas.microsoft.com/office/drawing/2014/main" id="{C4AEAF4E-21B7-40E3-B204-D32C6806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720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4" name="SE-009-path-1135">
            <a:extLst xmlns:a="http://schemas.openxmlformats.org/drawingml/2006/main">
              <a:ext uri="{FF2B5EF4-FFF2-40B4-BE49-F238E27FC236}">
                <a16:creationId xmlns:a16="http://schemas.microsoft.com/office/drawing/2014/main" id="{D30F98A4-4B79-45B0-9AE5-D6205CB6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149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5" name="SE-009-path-1136">
            <a:extLst xmlns:a="http://schemas.openxmlformats.org/drawingml/2006/main">
              <a:ext uri="{FF2B5EF4-FFF2-40B4-BE49-F238E27FC236}">
                <a16:creationId xmlns:a16="http://schemas.microsoft.com/office/drawing/2014/main" id="{C32970E4-6B81-41C5-A05E-2E9AF0B3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577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6" name="SE-009-path-1137">
            <a:extLst xmlns:a="http://schemas.openxmlformats.org/drawingml/2006/main">
              <a:ext uri="{FF2B5EF4-FFF2-40B4-BE49-F238E27FC236}">
                <a16:creationId xmlns:a16="http://schemas.microsoft.com/office/drawing/2014/main" id="{68236324-B17A-4C6E-83AD-915B83EE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006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7" name="SE-009-path-1138">
            <a:extLst xmlns:a="http://schemas.openxmlformats.org/drawingml/2006/main">
              <a:ext uri="{FF2B5EF4-FFF2-40B4-BE49-F238E27FC236}">
                <a16:creationId xmlns:a16="http://schemas.microsoft.com/office/drawing/2014/main" id="{463BB38B-1DA0-433C-B074-DBB32268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7434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8" name="SE-009-path-1139">
            <a:extLst xmlns:a="http://schemas.openxmlformats.org/drawingml/2006/main">
              <a:ext uri="{FF2B5EF4-FFF2-40B4-BE49-F238E27FC236}">
                <a16:creationId xmlns:a16="http://schemas.microsoft.com/office/drawing/2014/main" id="{80008654-6805-4FDA-B113-959A6B1D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6863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49" name="SE-009-path-1140">
            <a:extLst xmlns:a="http://schemas.openxmlformats.org/drawingml/2006/main">
              <a:ext uri="{FF2B5EF4-FFF2-40B4-BE49-F238E27FC236}">
                <a16:creationId xmlns:a16="http://schemas.microsoft.com/office/drawing/2014/main" id="{948BC9BD-EE78-4373-8CF6-88D2A486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6291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0" name="SE-009-path-1141">
            <a:extLst xmlns:a="http://schemas.openxmlformats.org/drawingml/2006/main">
              <a:ext uri="{FF2B5EF4-FFF2-40B4-BE49-F238E27FC236}">
                <a16:creationId xmlns:a16="http://schemas.microsoft.com/office/drawing/2014/main" id="{F04654D4-EE7B-48A1-86C8-600DC533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720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1" name="SE-009-path-1142">
            <a:extLst xmlns:a="http://schemas.openxmlformats.org/drawingml/2006/main">
              <a:ext uri="{FF2B5EF4-FFF2-40B4-BE49-F238E27FC236}">
                <a16:creationId xmlns:a16="http://schemas.microsoft.com/office/drawing/2014/main" id="{69B97E48-DF04-445A-8100-F2B7CEE7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148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2" name="SE-009-path-1143">
            <a:extLst xmlns:a="http://schemas.openxmlformats.org/drawingml/2006/main">
              <a:ext uri="{FF2B5EF4-FFF2-40B4-BE49-F238E27FC236}">
                <a16:creationId xmlns:a16="http://schemas.microsoft.com/office/drawing/2014/main" id="{BE1580FF-CAAE-4B94-9DF2-75649916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577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3" name="SE-009-path-1144">
            <a:extLst xmlns:a="http://schemas.openxmlformats.org/drawingml/2006/main">
              <a:ext uri="{FF2B5EF4-FFF2-40B4-BE49-F238E27FC236}">
                <a16:creationId xmlns:a16="http://schemas.microsoft.com/office/drawing/2014/main" id="{C1AE24D7-DC71-479F-AC74-9F0DEBB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005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4" name="SE-009-path-1145">
            <a:extLst xmlns:a="http://schemas.openxmlformats.org/drawingml/2006/main">
              <a:ext uri="{FF2B5EF4-FFF2-40B4-BE49-F238E27FC236}">
                <a16:creationId xmlns:a16="http://schemas.microsoft.com/office/drawing/2014/main" id="{C81F0C51-D3DA-40EB-97DA-EC27D105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4340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5" name="SE-009-path-1146">
            <a:extLst xmlns:a="http://schemas.openxmlformats.org/drawingml/2006/main">
              <a:ext uri="{FF2B5EF4-FFF2-40B4-BE49-F238E27FC236}">
                <a16:creationId xmlns:a16="http://schemas.microsoft.com/office/drawing/2014/main" id="{3338F81E-E809-4DB7-929C-DD15B60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86250"/>
            <a:ext cx="95" cy="28575"/>
          </a:xfrm>
          <a:custGeom xmlns:a="http://schemas.openxmlformats.org/drawingml/2006/main">
            <a:pathLst>
              <a:path w="95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6" name="SE-009-1147">
            <a:extLst xmlns:a="http://schemas.openxmlformats.org/drawingml/2006/main">
              <a:ext uri="{FF2B5EF4-FFF2-40B4-BE49-F238E27FC236}">
                <a16:creationId xmlns:a16="http://schemas.microsoft.com/office/drawing/2014/main" id="{A3C53E6C-C31C-4CCC-9040-1C5D239C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7197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7" name="SE-009-1148">
            <a:extLst xmlns:a="http://schemas.openxmlformats.org/drawingml/2006/main">
              <a:ext uri="{FF2B5EF4-FFF2-40B4-BE49-F238E27FC236}">
                <a16:creationId xmlns:a16="http://schemas.microsoft.com/office/drawing/2014/main" id="{CD5DAF90-543D-481E-8E02-AA9CEE1D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37197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8" name="SE-009-path-1149">
            <a:extLst xmlns:a="http://schemas.openxmlformats.org/drawingml/2006/main">
              <a:ext uri="{FF2B5EF4-FFF2-40B4-BE49-F238E27FC236}">
                <a16:creationId xmlns:a16="http://schemas.microsoft.com/office/drawing/2014/main" id="{CCA09421-2E65-48D7-93CE-2892C915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59" name="SE-009-path-1150">
            <a:extLst xmlns:a="http://schemas.openxmlformats.org/drawingml/2006/main">
              <a:ext uri="{FF2B5EF4-FFF2-40B4-BE49-F238E27FC236}">
                <a16:creationId xmlns:a16="http://schemas.microsoft.com/office/drawing/2014/main" id="{60EF81E9-027D-4A67-9E9D-E49E7E78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57700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60" name="SE-009-1151">
            <a:extLst xmlns:a="http://schemas.openxmlformats.org/drawingml/2006/main">
              <a:ext uri="{FF2B5EF4-FFF2-40B4-BE49-F238E27FC236}">
                <a16:creationId xmlns:a16="http://schemas.microsoft.com/office/drawing/2014/main" id="{BB45B436-EC04-4800-853F-7F363BFA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295775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61" name="SE-009-1152">
            <a:extLst xmlns:a="http://schemas.openxmlformats.org/drawingml/2006/main">
              <a:ext uri="{FF2B5EF4-FFF2-40B4-BE49-F238E27FC236}">
                <a16:creationId xmlns:a16="http://schemas.microsoft.com/office/drawing/2014/main" id="{8A37007D-1867-440B-AD13-BE2751B0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Partial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1162" name="SE-009-path-1153">
            <a:extLst xmlns:a="http://schemas.openxmlformats.org/drawingml/2006/main">
              <a:ext uri="{FF2B5EF4-FFF2-40B4-BE49-F238E27FC236}">
                <a16:creationId xmlns:a16="http://schemas.microsoft.com/office/drawing/2014/main" id="{19E6AA2B-B083-41B3-B028-083EF690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38625"/>
            <a:ext cx="400050" cy="219075"/>
          </a:xfrm>
          <a:custGeom xmlns:a="http://schemas.openxmlformats.org/drawingml/2006/main">
            <a:pathLst>
              <a:path w="400050" h="219075">
                <a:moveTo>
                  <a:pt x="0" y="219075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63" name="SE-009-path-1154">
            <a:extLst xmlns:a="http://schemas.openxmlformats.org/drawingml/2006/main">
              <a:ext uri="{FF2B5EF4-FFF2-40B4-BE49-F238E27FC236}">
                <a16:creationId xmlns:a16="http://schemas.microsoft.com/office/drawing/2014/main" id="{86155FB4-FDC1-4439-BF6E-D24FE088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17" y="4238625"/>
            <a:ext cx="76183" cy="63327"/>
          </a:xfrm>
          <a:custGeom xmlns:a="http://schemas.openxmlformats.org/drawingml/2006/main">
            <a:pathLst>
              <a:path w="76183" h="63327">
                <a:moveTo>
                  <a:pt x="33802" y="63327"/>
                </a:moveTo>
                <a:lnTo>
                  <a:pt x="76183" y="0"/>
                </a:lnTo>
                <a:lnTo>
                  <a:pt x="0" y="1601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64" name="SE-009-path-1155">
            <a:extLst xmlns:a="http://schemas.openxmlformats.org/drawingml/2006/main">
              <a:ext uri="{FF2B5EF4-FFF2-40B4-BE49-F238E27FC236}">
                <a16:creationId xmlns:a16="http://schemas.microsoft.com/office/drawing/2014/main" id="{5D4BA987-7E38-4449-B5AD-31DA4413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400050" cy="219075"/>
          </a:xfrm>
          <a:custGeom xmlns:a="http://schemas.openxmlformats.org/drawingml/2006/main">
            <a:pathLst>
              <a:path w="400050" h="219075">
                <a:moveTo>
                  <a:pt x="0" y="0"/>
                </a:moveTo>
                <a:lnTo>
                  <a:pt x="40005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65" name="SE-009-path-1156">
            <a:extLst xmlns:a="http://schemas.openxmlformats.org/drawingml/2006/main">
              <a:ext uri="{FF2B5EF4-FFF2-40B4-BE49-F238E27FC236}">
                <a16:creationId xmlns:a16="http://schemas.microsoft.com/office/drawing/2014/main" id="{A19F1F6A-4EC0-4108-BFC5-40DCC10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17" y="4613448"/>
            <a:ext cx="76183" cy="63327"/>
          </a:xfrm>
          <a:custGeom xmlns:a="http://schemas.openxmlformats.org/drawingml/2006/main">
            <a:pathLst>
              <a:path w="76183" h="63327">
                <a:moveTo>
                  <a:pt x="0" y="61726"/>
                </a:moveTo>
                <a:lnTo>
                  <a:pt x="76183" y="63327"/>
                </a:lnTo>
                <a:lnTo>
                  <a:pt x="33802" y="0"/>
                </a:lnTo>
                <a:close/>
              </a:path>
            </a:pathLst>
          </a:custGeom>
          <a:solidFill xmlns:a="http://schemas.openxmlformats.org/drawingml/2006/main">
            <a:srgbClr val="A5ABAF"/>
          </a:solidFill>
          <a:ln xmlns:a="http://schemas.openxmlformats.org/drawingml/2006/main" w="19050">
            <a:solidFill>
              <a:srgbClr val="A5ABAF"/>
            </a:solidFill>
          </a:ln>
        </p:spPr>
      </p:sp>
      <p:sp>
        <p:nvSpPr>
          <p:cNvPr id="1166" name="SE-009-1157">
            <a:extLst xmlns:a="http://schemas.openxmlformats.org/drawingml/2006/main">
              <a:ext uri="{FF2B5EF4-FFF2-40B4-BE49-F238E27FC236}">
                <a16:creationId xmlns:a16="http://schemas.microsoft.com/office/drawing/2014/main" id="{86194B0E-34DB-48C1-B7E9-1671CD9F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43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CF4F"/>
          </a:solidFill>
          <a:ln xmlns:a="http://schemas.openxmlformats.org/drawingml/2006/main" w="9525">
            <a:solidFill>
              <a:srgbClr val="91CF4F"/>
            </a:solidFill>
          </a:ln>
        </p:spPr>
      </p:sp>
      <p:sp>
        <p:nvSpPr>
          <p:cNvPr id="1167" name="SE-009-1158">
            <a:extLst xmlns:a="http://schemas.openxmlformats.org/drawingml/2006/main">
              <a:ext uri="{FF2B5EF4-FFF2-40B4-BE49-F238E27FC236}">
                <a16:creationId xmlns:a16="http://schemas.microsoft.com/office/drawing/2014/main" id="{D82255FA-EC38-48C4-AFCC-C2670555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81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1515"/>
          </a:solidFill>
          <a:ln xmlns:a="http://schemas.openxmlformats.org/drawingml/2006/main" w="9525">
            <a:solidFill>
              <a:srgbClr val="FE1515"/>
            </a:solidFill>
          </a:ln>
        </p:spPr>
      </p:sp>
      <p:sp>
        <p:nvSpPr>
          <p:cNvPr id="1168" name="SE-009-1159">
            <a:extLst xmlns:a="http://schemas.openxmlformats.org/drawingml/2006/main">
              <a:ext uri="{FF2B5EF4-FFF2-40B4-BE49-F238E27FC236}">
                <a16:creationId xmlns:a16="http://schemas.microsoft.com/office/drawing/2014/main" id="{DD9A127C-EC79-4782-BE39-5AD31060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33850"/>
            <a:ext cx="152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69" name="SE-009-1160">
            <a:extLst xmlns:a="http://schemas.openxmlformats.org/drawingml/2006/main">
              <a:ext uri="{FF2B5EF4-FFF2-40B4-BE49-F238E27FC236}">
                <a16:creationId xmlns:a16="http://schemas.microsoft.com/office/drawing/2014/main" id="{49A311AC-0AFD-40BB-A5CE-66483CCC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72000"/>
            <a:ext cx="152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70" name="SE-009-1161">
            <a:extLst xmlns:a="http://schemas.openxmlformats.org/drawingml/2006/main">
              <a:ext uri="{FF2B5EF4-FFF2-40B4-BE49-F238E27FC236}">
                <a16:creationId xmlns:a16="http://schemas.microsoft.com/office/drawing/2014/main" id="{C643BC73-B3BA-4C4A-A99C-87A0EE69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752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1BD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1BD5A"/>
                </a:solidFill>
                <a:latin typeface="Arial"/>
                <a:ea typeface="Arial"/>
                <a:cs typeface="Arial"/>
              </a:rPr>
              <a:t>Preferred</a:t>
            </a:r>
          </a:p>
          <a:p xmlns:a="http://schemas.openxmlformats.org/drawingml/2006/main">
            <a:pPr algn="ctr">
              <a:defRPr sz="1125" b="1" i="0">
                <a:solidFill>
                  <a:srgbClr val="91BD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1BD5A"/>
                </a:solidFill>
                <a:latin typeface="Arial"/>
                <a:ea typeface="Arial"/>
                <a:cs typeface="Arial"/>
              </a:rPr>
              <a:t>Partial</a:t>
            </a:r>
          </a:p>
          <a:p xmlns:a="http://schemas.openxmlformats.org/drawingml/2006/main">
            <a:pPr algn="ctr">
              <a:defRPr sz="1125" b="1" i="0">
                <a:solidFill>
                  <a:srgbClr val="91BD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1BD5A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1171" name="SE-009-1162">
            <a:extLst xmlns:a="http://schemas.openxmlformats.org/drawingml/2006/main">
              <a:ext uri="{FF2B5EF4-FFF2-40B4-BE49-F238E27FC236}">
                <a16:creationId xmlns:a16="http://schemas.microsoft.com/office/drawing/2014/main" id="{CE5BCE66-4AB9-4FAF-9260-B220244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52950"/>
            <a:ext cx="885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1515"/>
                </a:solidFill>
                <a:latin typeface="Arial"/>
                <a:ea typeface="Arial"/>
                <a:cs typeface="Arial"/>
              </a:rPr>
              <a:t>Dispreferred</a:t>
            </a:r>
          </a:p>
          <a:p xmlns:a="http://schemas.openxmlformats.org/drawingml/2006/main">
            <a:pPr algn="ctr">
              <a:defRPr sz="1050" b="1" i="0">
                <a:solidFill>
                  <a:srgbClr val="FF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1515"/>
                </a:solidFill>
                <a:latin typeface="Arial"/>
                <a:ea typeface="Arial"/>
                <a:cs typeface="Arial"/>
              </a:rPr>
              <a:t>Partial</a:t>
            </a:r>
          </a:p>
          <a:p xmlns:a="http://schemas.openxmlformats.org/drawingml/2006/main">
            <a:pPr algn="ctr">
              <a:defRPr sz="1050" b="1" i="0">
                <a:solidFill>
                  <a:srgbClr val="FF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1515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pic>
        <p:nvPicPr>
          <p:cNvPr id="23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3db9b48e14ca1"/>
          <a:stretch xmlns:a="http://schemas.openxmlformats.org/drawingml/2006/main"/>
        </p:blipFill>
        <p:spPr>
          <a:xfrm xmlns:a="http://schemas.openxmlformats.org/drawingml/2006/main">
            <a:off x="7639050" y="3886200"/>
            <a:ext cx="219075" cy="209550"/>
          </a:xfrm>
          <a:prstGeom xmlns:a="http://schemas.openxmlformats.org/drawingml/2006/main" prst="rect">
            <a:avLst/>
          </a:prstGeom>
        </p:spPr>
      </p:pic>
      <p:pic>
        <p:nvPicPr>
          <p:cNvPr id="23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5540030954080"/>
          <a:stretch xmlns:a="http://schemas.openxmlformats.org/drawingml/2006/main"/>
        </p:blipFill>
        <p:spPr>
          <a:xfrm xmlns:a="http://schemas.openxmlformats.org/drawingml/2006/main">
            <a:off x="7620000" y="4810125"/>
            <a:ext cx="228600" cy="180975"/>
          </a:xfrm>
          <a:prstGeom xmlns:a="http://schemas.openxmlformats.org/drawingml/2006/main" prst="rect">
            <a:avLst/>
          </a:prstGeom>
        </p:spPr>
      </p:pic>
      <p:sp>
        <p:nvSpPr>
          <p:cNvPr id="1174" name="SE-009-1163">
            <a:extLst xmlns:a="http://schemas.openxmlformats.org/drawingml/2006/main">
              <a:ext uri="{FF2B5EF4-FFF2-40B4-BE49-F238E27FC236}">
                <a16:creationId xmlns:a16="http://schemas.microsoft.com/office/drawing/2014/main" id="{D4DBFBE9-2782-41B4-8FDD-6A86BC88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908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Lᴰᴾᴼ</a:t>
            </a:r>
          </a:p>
        </p:txBody>
      </p:sp>
      <p:sp>
        <p:nvSpPr>
          <p:cNvPr id="1175" name="SE-009-1164">
            <a:extLst xmlns:a="http://schemas.openxmlformats.org/drawingml/2006/main">
              <a:ext uri="{FF2B5EF4-FFF2-40B4-BE49-F238E27FC236}">
                <a16:creationId xmlns:a16="http://schemas.microsoft.com/office/drawing/2014/main" id="{D2C676CA-C000-4856-9976-05212615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004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 −E [log σ ( β log</a:t>
            </a:r>
          </a:p>
        </p:txBody>
      </p:sp>
      <p:sp>
        <p:nvSpPr>
          <p:cNvPr id="1176" name="SE-009-1165">
            <a:extLst xmlns:a="http://schemas.openxmlformats.org/drawingml/2006/main">
              <a:ext uri="{FF2B5EF4-FFF2-40B4-BE49-F238E27FC236}">
                <a16:creationId xmlns:a16="http://schemas.microsoft.com/office/drawing/2014/main" id="{8D32A458-58D7-441D-9C4B-68AD618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051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P(+)</a:t>
            </a:r>
          </a:p>
        </p:txBody>
      </p:sp>
      <p:sp>
        <p:nvSpPr>
          <p:cNvPr id="1177" name="SE-009-path-1166">
            <a:extLst xmlns:a="http://schemas.openxmlformats.org/drawingml/2006/main">
              <a:ext uri="{FF2B5EF4-FFF2-40B4-BE49-F238E27FC236}">
                <a16:creationId xmlns:a16="http://schemas.microsoft.com/office/drawing/2014/main" id="{6CC438F3-8BFE-4FEF-8A01-8707B5B5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86150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178" name="SE-009-1167">
            <a:extLst xmlns:a="http://schemas.openxmlformats.org/drawingml/2006/main">
              <a:ext uri="{FF2B5EF4-FFF2-40B4-BE49-F238E27FC236}">
                <a16:creationId xmlns:a16="http://schemas.microsoft.com/office/drawing/2014/main" id="{D12E980C-CEFF-4C19-BA1B-2E8B08E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95675"/>
            <a:ext cx="466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Pᵣₑ𝒻(+)</a:t>
            </a:r>
          </a:p>
        </p:txBody>
      </p:sp>
      <p:sp>
        <p:nvSpPr>
          <p:cNvPr id="1179" name="SE-009-1168">
            <a:extLst xmlns:a="http://schemas.openxmlformats.org/drawingml/2006/main">
              <a:ext uri="{FF2B5EF4-FFF2-40B4-BE49-F238E27FC236}">
                <a16:creationId xmlns:a16="http://schemas.microsoft.com/office/drawing/2014/main" id="{F1B8614A-5989-4F80-9CFB-79B3DE1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00425"/>
            <a:ext cx="485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− β log</a:t>
            </a:r>
          </a:p>
        </p:txBody>
      </p:sp>
      <p:sp>
        <p:nvSpPr>
          <p:cNvPr id="1180" name="SE-009-1169">
            <a:extLst xmlns:a="http://schemas.openxmlformats.org/drawingml/2006/main">
              <a:ext uri="{FF2B5EF4-FFF2-40B4-BE49-F238E27FC236}">
                <a16:creationId xmlns:a16="http://schemas.microsoft.com/office/drawing/2014/main" id="{8BBF9F3D-5D00-4A3E-91D5-81D68BCC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305175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P(−)</a:t>
            </a:r>
          </a:p>
        </p:txBody>
      </p:sp>
      <p:sp>
        <p:nvSpPr>
          <p:cNvPr id="1181" name="SE-009-path-1170">
            <a:extLst xmlns:a="http://schemas.openxmlformats.org/drawingml/2006/main">
              <a:ext uri="{FF2B5EF4-FFF2-40B4-BE49-F238E27FC236}">
                <a16:creationId xmlns:a16="http://schemas.microsoft.com/office/drawing/2014/main" id="{A70CF276-98AE-4516-BEE8-8140AE73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486150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182" name="SE-009-1171">
            <a:extLst xmlns:a="http://schemas.openxmlformats.org/drawingml/2006/main">
              <a:ext uri="{FF2B5EF4-FFF2-40B4-BE49-F238E27FC236}">
                <a16:creationId xmlns:a16="http://schemas.microsoft.com/office/drawing/2014/main" id="{BBE31D10-A0B7-4BCC-9928-58379138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495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Pᵣₑ𝒻(−)</a:t>
            </a:r>
          </a:p>
        </p:txBody>
      </p:sp>
      <p:sp>
        <p:nvSpPr>
          <p:cNvPr id="1183" name="SE-009-1172">
            <a:extLst xmlns:a="http://schemas.openxmlformats.org/drawingml/2006/main">
              <a:ext uri="{FF2B5EF4-FFF2-40B4-BE49-F238E27FC236}">
                <a16:creationId xmlns:a16="http://schemas.microsoft.com/office/drawing/2014/main" id="{A6830126-A629-48EB-B686-E3AB431C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381375"/>
            <a:ext cx="14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)]</a:t>
            </a:r>
          </a:p>
        </p:txBody>
      </p:sp>
      <p:pic>
        <p:nvPicPr>
          <p:cNvPr id="23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65614769440e4"/>
          <a:stretch xmlns:a="http://schemas.openxmlformats.org/drawingml/2006/main"/>
        </p:blipFill>
        <p:spPr>
          <a:xfrm xmlns:a="http://schemas.openxmlformats.org/drawingml/2006/main">
            <a:off x="9814322" y="4076700"/>
            <a:ext cx="602456" cy="657225"/>
          </a:xfrm>
          <a:prstGeom xmlns:a="http://schemas.openxmlformats.org/drawingml/2006/main" prst="rect">
            <a:avLst/>
          </a:prstGeom>
        </p:spPr>
      </p:pic>
      <p:pic>
        <p:nvPicPr>
          <p:cNvPr id="23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5e102fd56495e"/>
          <a:stretch xmlns:a="http://schemas.openxmlformats.org/drawingml/2006/main"/>
        </p:blipFill>
        <p:spPr>
          <a:xfrm xmlns:a="http://schemas.openxmlformats.org/drawingml/2006/main">
            <a:off x="10458450" y="3819525"/>
            <a:ext cx="904875" cy="685800"/>
          </a:xfrm>
          <a:prstGeom xmlns:a="http://schemas.openxmlformats.org/drawingml/2006/main" prst="rect">
            <a:avLst/>
          </a:prstGeom>
        </p:spPr>
      </p:pic>
      <p:pic>
        <p:nvPicPr>
          <p:cNvPr id="23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6fa243f9743f8"/>
          <a:stretch xmlns:a="http://schemas.openxmlformats.org/drawingml/2006/main"/>
        </p:blipFill>
        <p:spPr>
          <a:xfrm xmlns:a="http://schemas.openxmlformats.org/drawingml/2006/main">
            <a:off x="10306050" y="4791075"/>
            <a:ext cx="533400" cy="438150"/>
          </a:xfrm>
          <a:prstGeom xmlns:a="http://schemas.openxmlformats.org/drawingml/2006/main" prst="rect">
            <a:avLst/>
          </a:prstGeom>
        </p:spPr>
      </p:pic>
      <p:pic>
        <p:nvPicPr>
          <p:cNvPr id="23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be9ba94c54b93"/>
          <a:stretch xmlns:a="http://schemas.openxmlformats.org/drawingml/2006/main"/>
        </p:blipFill>
        <p:spPr>
          <a:xfrm xmlns:a="http://schemas.openxmlformats.org/drawingml/2006/main">
            <a:off x="10725150" y="4581525"/>
            <a:ext cx="647700" cy="428625"/>
          </a:xfrm>
          <a:prstGeom xmlns:a="http://schemas.openxmlformats.org/drawingml/2006/main" prst="rect">
            <a:avLst/>
          </a:prstGeom>
        </p:spPr>
      </p:pic>
      <p:sp>
        <p:nvSpPr>
          <p:cNvPr id="1188" name="SE-009-1173">
            <a:extLst xmlns:a="http://schemas.openxmlformats.org/drawingml/2006/main">
              <a:ext uri="{FF2B5EF4-FFF2-40B4-BE49-F238E27FC236}">
                <a16:creationId xmlns:a16="http://schemas.microsoft.com/office/drawing/2014/main" id="{0A8523E9-34E1-426F-B380-8855ECCF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91075"/>
            <a:ext cx="857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189" name="SE-009-1174">
            <a:extLst xmlns:a="http://schemas.openxmlformats.org/drawingml/2006/main">
              <a:ext uri="{FF2B5EF4-FFF2-40B4-BE49-F238E27FC236}">
                <a16:creationId xmlns:a16="http://schemas.microsoft.com/office/drawing/2014/main" id="{456447FC-4546-4972-942E-FD1E66A9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48225"/>
            <a:ext cx="704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DPO</a:t>
            </a:r>
          </a:p>
        </p:txBody>
      </p:sp>
      <p:sp>
        <p:nvSpPr>
          <p:cNvPr id="1190" name="SE-009-path-1175">
            <a:extLst xmlns:a="http://schemas.openxmlformats.org/drawingml/2006/main">
              <a:ext uri="{FF2B5EF4-FFF2-40B4-BE49-F238E27FC236}">
                <a16:creationId xmlns:a16="http://schemas.microsoft.com/office/drawing/2014/main" id="{9620E79C-8BEE-4A25-AD23-8897127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67225"/>
            <a:ext cx="209550" cy="180975"/>
          </a:xfrm>
          <a:custGeom xmlns:a="http://schemas.openxmlformats.org/drawingml/2006/main">
            <a:pathLst>
              <a:path w="209550" h="180975">
                <a:moveTo>
                  <a:pt x="209550" y="0"/>
                </a:moveTo>
                <a:lnTo>
                  <a:pt x="0" y="0"/>
                </a:ln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91" name="SE-009-path-1176">
            <a:extLst xmlns:a="http://schemas.openxmlformats.org/drawingml/2006/main">
              <a:ext uri="{FF2B5EF4-FFF2-40B4-BE49-F238E27FC236}">
                <a16:creationId xmlns:a16="http://schemas.microsoft.com/office/drawing/2014/main" id="{23ACA793-9943-4A39-A20E-D8332100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648200"/>
            <a:ext cx="161925" cy="95"/>
          </a:xfrm>
          <a:custGeom xmlns:a="http://schemas.openxmlformats.org/drawingml/2006/main">
            <a:pathLst>
              <a:path w="161925" h="95">
                <a:moveTo>
                  <a:pt x="161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92" name="SE-009-path-1177">
            <a:extLst xmlns:a="http://schemas.openxmlformats.org/drawingml/2006/main">
              <a:ext uri="{FF2B5EF4-FFF2-40B4-BE49-F238E27FC236}">
                <a16:creationId xmlns:a16="http://schemas.microsoft.com/office/drawing/2014/main" id="{318601F4-ED46-4523-A6CF-6EEDBEF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608614"/>
            <a:ext cx="76038" cy="79172"/>
          </a:xfrm>
          <a:custGeom xmlns:a="http://schemas.openxmlformats.org/drawingml/2006/main">
            <a:pathLst>
              <a:path w="76038" h="79172">
                <a:moveTo>
                  <a:pt x="76038" y="0"/>
                </a:moveTo>
                <a:lnTo>
                  <a:pt x="0" y="39586"/>
                </a:lnTo>
                <a:lnTo>
                  <a:pt x="76038" y="7917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93" name="SE-009-path-1178">
            <a:extLst xmlns:a="http://schemas.openxmlformats.org/drawingml/2006/main">
              <a:ext uri="{FF2B5EF4-FFF2-40B4-BE49-F238E27FC236}">
                <a16:creationId xmlns:a16="http://schemas.microsoft.com/office/drawing/2014/main" id="{7F253C98-1D1E-4FE3-A36B-DB574278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911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94" name="SE-009-path-1179">
            <a:extLst xmlns:a="http://schemas.openxmlformats.org/drawingml/2006/main">
              <a:ext uri="{FF2B5EF4-FFF2-40B4-BE49-F238E27FC236}">
                <a16:creationId xmlns:a16="http://schemas.microsoft.com/office/drawing/2014/main" id="{2F4F086F-E029-4A9C-8429-F98512A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011" y="4955912"/>
            <a:ext cx="67589" cy="70375"/>
          </a:xfrm>
          <a:custGeom xmlns:a="http://schemas.openxmlformats.org/drawingml/2006/main">
            <a:pathLst>
              <a:path w="67589" h="70375">
                <a:moveTo>
                  <a:pt x="0" y="70375"/>
                </a:moveTo>
                <a:lnTo>
                  <a:pt x="67589" y="351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95" name="SE-009-path-1180">
            <a:extLst xmlns:a="http://schemas.openxmlformats.org/drawingml/2006/main">
              <a:ext uri="{FF2B5EF4-FFF2-40B4-BE49-F238E27FC236}">
                <a16:creationId xmlns:a16="http://schemas.microsoft.com/office/drawing/2014/main" id="{BA2412A6-7C2E-44F2-816D-9C9E474E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911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96" name="SE-009-path-1181">
            <a:extLst xmlns:a="http://schemas.openxmlformats.org/drawingml/2006/main">
              <a:ext uri="{FF2B5EF4-FFF2-40B4-BE49-F238E27FC236}">
                <a16:creationId xmlns:a16="http://schemas.microsoft.com/office/drawing/2014/main" id="{E3D227E3-0449-4BA8-A4F2-E98FF5C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261" y="4955912"/>
            <a:ext cx="67589" cy="70375"/>
          </a:xfrm>
          <a:custGeom xmlns:a="http://schemas.openxmlformats.org/drawingml/2006/main">
            <a:pathLst>
              <a:path w="67589" h="70375">
                <a:moveTo>
                  <a:pt x="0" y="70375"/>
                </a:moveTo>
                <a:lnTo>
                  <a:pt x="67589" y="351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97" name="SE-009-1182">
            <a:extLst xmlns:a="http://schemas.openxmlformats.org/drawingml/2006/main">
              <a:ext uri="{FF2B5EF4-FFF2-40B4-BE49-F238E27FC236}">
                <a16:creationId xmlns:a16="http://schemas.microsoft.com/office/drawing/2014/main" id="{0105ADA0-18B1-40B0-B6CE-2C2F5A86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67350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Alignment with Preference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1346797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2026-09-05T08:59:18.7830000Z</dcterms:created>
  <dcterms:modified xsi:type="dcterms:W3CDTF">2026-09-05T08:59:18.7830000Z</dcterms:modified>
</coreProperties>
</file>