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10f3be6d0a40b3" /><Relationship Type="http://schemas.openxmlformats.org/officeDocument/2006/relationships/extended-properties" Target="/docProps/app.xml" Id="R706298dece1f4af2" /><Relationship Type="http://schemas.openxmlformats.org/officeDocument/2006/relationships/officeDocument" Target="/ppt/presentation.xml" Id="R201bce6b15cd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95cd529174780"/>
  </p:sldMasterIdLst>
  <p:notesMasterIdLst>
    <p:notesMasterId xmlns:r="http://schemas.openxmlformats.org/officeDocument/2006/relationships" r:id="R8f2db8b3841b406e"/>
  </p:notesMasterIdLst>
  <p:sldIdLst>
    <p:sldId xmlns:r="http://schemas.openxmlformats.org/officeDocument/2006/relationships" id="256" r:id="R4f00e1270d684924"/>
  </p:sldIdLst>
  <p:sldSz cx="11115675" cy="3629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a7992c152c4df7" /><Relationship Type="http://schemas.openxmlformats.org/officeDocument/2006/relationships/slideMaster" Target="/ppt/slideMasters/slideMaster1.xml" Id="Rc3495cd529174780" /><Relationship Type="http://schemas.openxmlformats.org/officeDocument/2006/relationships/notesMaster" Target="/ppt/notesMasters/notesMaster1.xml" Id="R8f2db8b3841b406e" /><Relationship Type="http://schemas.openxmlformats.org/officeDocument/2006/relationships/presProps" Target="/ppt/presProps.xml" Id="R117f3a0fc4f441b0" /><Relationship Type="http://schemas.openxmlformats.org/officeDocument/2006/relationships/tableStyles" Target="/ppt/tableStyles.xml" Id="R24f202d662ce4676" /><Relationship Type="http://schemas.openxmlformats.org/officeDocument/2006/relationships/slide" Target="/ppt/slides/slide1.xml" Id="R4f00e1270d68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9be2cd389345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ee9bea14a418f" /><Relationship Type="http://schemas.openxmlformats.org/officeDocument/2006/relationships/notesMaster" Target="/ppt/notesMasters/notesMaster1.xml" Id="Rd0281276f18d45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素材ID：SE-076</ns1:t>
            </ns1:r>
          </ns1:p>
          <ns1:p>
            <ns1:r>
              <ns1:t>论文：Assessing Scene Generation Techniques for Testing COLREGS-Compliance of Autonomous Surface Vehicles</ns1:t>
            </ns1:r>
          </ns1:p>
          <ns1:p>
            <ns1:r>
              <ns1:t>会议：ISSTA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4，PDF第13页</ns1:t>
            </ns1:r>
          </ns1:p>
          <ns1:p>
            <ns1:r>
              <ns1:t>类型：方法细节</ns1:t>
            </ns1:r>
          </ns1:p>
          <ns1:p>
            <ns1:r>
              <ns1:t>借鉴点：环形可见距离区域、圆形速度空间和楔形碰撞锥以半透明色叠加，标出向量、相对位置与允许采样区，旁边给出抽样步骤。</ns1:t>
            </ns1:r>
          </ns1:p>
          <ns1:p>
            <ns1:r>
              <ns1:t>论文URL：https://liu.diva-portal.org/smash/get/diva2%3A2007010/FULLTEXT02.pdf</ns1:t>
            </ns1:r>
          </ns1:p>
          <ns1:p>
            <ns1:r>
              <ns1:t>官方获奖URL：https://www2.sigsoft.org/awards/distinguishedpaper/#acm-sigsoft-international-symposium-on-software-testing-and-analysis-issta-2025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f1a9bca984d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87c1900cac422b" /><Relationship Type="http://schemas.openxmlformats.org/officeDocument/2006/relationships/slideLayout" Target="/ppt/slideLayouts/slideLayout1.xml" Id="Rbd314d103b57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314d103b57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ea2bd27d84e88" /><Relationship Type="http://schemas.openxmlformats.org/officeDocument/2006/relationships/notesSlide" Target="/ppt/notesSlides/notesSlide1.xml" Id="Rd55413808c0446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Text (1)SamplingTSlength(">
            <a:extLst xmlns:a="http://schemas.openxmlformats.org/drawingml/2006/main">
              <a:ext uri="{FF2B5EF4-FFF2-40B4-BE49-F238E27FC236}">
                <a16:creationId xmlns:a16="http://schemas.microsoft.com/office/drawing/2014/main" id="{E0C1B4A8-E1D5-4CCF-A35F-F0D91D5A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" y="1157837"/>
            <a:ext cx="2246384" cy="215510"/>
          </a:xfrm>
          <a:custGeom xmlns:a="http://schemas.openxmlformats.org/drawingml/2006/main">
            <a:pathLst>
              <a:path w="2246384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23439" y="133434"/>
                </a:moveTo>
                <a:lnTo>
                  <a:pt x="123439" y="54358"/>
                </a:lnTo>
                <a:cubicBezTo>
                  <a:pt x="123439" y="40687"/>
                  <a:pt x="123665" y="26786"/>
                  <a:pt x="124124" y="23822"/>
                </a:cubicBezTo>
                <a:cubicBezTo>
                  <a:pt x="124124" y="22682"/>
                  <a:pt x="123665" y="22682"/>
                  <a:pt x="122754" y="22682"/>
                </a:cubicBezTo>
                <a:cubicBezTo>
                  <a:pt x="110230" y="30432"/>
                  <a:pt x="98157" y="36127"/>
                  <a:pt x="78116" y="45472"/>
                </a:cubicBezTo>
                <a:cubicBezTo>
                  <a:pt x="78572" y="47978"/>
                  <a:pt x="79482" y="50257"/>
                  <a:pt x="81532" y="51626"/>
                </a:cubicBezTo>
                <a:cubicBezTo>
                  <a:pt x="92010" y="47296"/>
                  <a:pt x="97021" y="45927"/>
                  <a:pt x="101348" y="45927"/>
                </a:cubicBezTo>
                <a:cubicBezTo>
                  <a:pt x="105219" y="45927"/>
                  <a:pt x="105903" y="51397"/>
                  <a:pt x="105903" y="59147"/>
                </a:cubicBezTo>
                <a:lnTo>
                  <a:pt x="105903" y="133434"/>
                </a:lnTo>
                <a:cubicBezTo>
                  <a:pt x="105903" y="152349"/>
                  <a:pt x="99752" y="153489"/>
                  <a:pt x="83812" y="154174"/>
                </a:cubicBezTo>
                <a:cubicBezTo>
                  <a:pt x="82443" y="155540"/>
                  <a:pt x="82443" y="160321"/>
                  <a:pt x="83812" y="161687"/>
                </a:cubicBezTo>
                <a:cubicBezTo>
                  <a:pt x="94971" y="161461"/>
                  <a:pt x="103169" y="161232"/>
                  <a:pt x="115467" y="161232"/>
                </a:cubicBezTo>
                <a:cubicBezTo>
                  <a:pt x="126400" y="161232"/>
                  <a:pt x="131866" y="161461"/>
                  <a:pt x="143254" y="161687"/>
                </a:cubicBezTo>
                <a:cubicBezTo>
                  <a:pt x="144620" y="160321"/>
                  <a:pt x="144620" y="155540"/>
                  <a:pt x="143254" y="154174"/>
                </a:cubicBezTo>
                <a:cubicBezTo>
                  <a:pt x="127310" y="153489"/>
                  <a:pt x="123439" y="152349"/>
                  <a:pt x="123439" y="133434"/>
                </a:cubicBezTo>
                <a:close/>
                <a:moveTo>
                  <a:pt x="221598" y="103851"/>
                </a:moveTo>
                <a:cubicBezTo>
                  <a:pt x="221598" y="93602"/>
                  <a:pt x="220688" y="40993"/>
                  <a:pt x="173315" y="0"/>
                </a:cubicBezTo>
                <a:cubicBezTo>
                  <a:pt x="171038" y="455"/>
                  <a:pt x="169214" y="2050"/>
                  <a:pt x="168533" y="3871"/>
                </a:cubicBezTo>
                <a:cubicBezTo>
                  <a:pt x="176046" y="12524"/>
                  <a:pt x="202693" y="43953"/>
                  <a:pt x="202693" y="103851"/>
                </a:cubicBezTo>
                <a:cubicBezTo>
                  <a:pt x="202693" y="163748"/>
                  <a:pt x="175820" y="195177"/>
                  <a:pt x="168533" y="203378"/>
                </a:cubicBezTo>
                <a:cubicBezTo>
                  <a:pt x="169214" y="205654"/>
                  <a:pt x="170809" y="207249"/>
                  <a:pt x="173315" y="207475"/>
                </a:cubicBezTo>
                <a:cubicBezTo>
                  <a:pt x="200417" y="184248"/>
                  <a:pt x="221598" y="146212"/>
                  <a:pt x="221598" y="103851"/>
                </a:cubicBezTo>
                <a:close/>
                <a:moveTo>
                  <a:pt x="378513" y="17490"/>
                </a:moveTo>
                <a:cubicBezTo>
                  <a:pt x="365304" y="15669"/>
                  <a:pt x="365759" y="11339"/>
                  <a:pt x="343442" y="11339"/>
                </a:cubicBezTo>
                <a:cubicBezTo>
                  <a:pt x="320440" y="11339"/>
                  <a:pt x="300170" y="26599"/>
                  <a:pt x="300170" y="50740"/>
                </a:cubicBezTo>
                <a:cubicBezTo>
                  <a:pt x="300170" y="74653"/>
                  <a:pt x="319981" y="85582"/>
                  <a:pt x="340026" y="93324"/>
                </a:cubicBezTo>
                <a:cubicBezTo>
                  <a:pt x="353690" y="98565"/>
                  <a:pt x="370544" y="104942"/>
                  <a:pt x="370544" y="127259"/>
                </a:cubicBezTo>
                <a:cubicBezTo>
                  <a:pt x="370544" y="145705"/>
                  <a:pt x="360293" y="155268"/>
                  <a:pt x="342073" y="155268"/>
                </a:cubicBezTo>
                <a:cubicBezTo>
                  <a:pt x="320895" y="155268"/>
                  <a:pt x="307228" y="145476"/>
                  <a:pt x="302220" y="122932"/>
                </a:cubicBezTo>
                <a:cubicBezTo>
                  <a:pt x="299259" y="122018"/>
                  <a:pt x="296980" y="122477"/>
                  <a:pt x="294703" y="123614"/>
                </a:cubicBezTo>
                <a:cubicBezTo>
                  <a:pt x="295614" y="141149"/>
                  <a:pt x="296524" y="147071"/>
                  <a:pt x="299259" y="158229"/>
                </a:cubicBezTo>
                <a:cubicBezTo>
                  <a:pt x="313605" y="158229"/>
                  <a:pt x="319981" y="163466"/>
                  <a:pt x="340252" y="163466"/>
                </a:cubicBezTo>
                <a:cubicBezTo>
                  <a:pt x="350500" y="163466"/>
                  <a:pt x="360293" y="160964"/>
                  <a:pt x="368265" y="155953"/>
                </a:cubicBezTo>
                <a:cubicBezTo>
                  <a:pt x="381474" y="147755"/>
                  <a:pt x="389675" y="133862"/>
                  <a:pt x="389675" y="119287"/>
                </a:cubicBezTo>
                <a:cubicBezTo>
                  <a:pt x="389675" y="95149"/>
                  <a:pt x="371455" y="84445"/>
                  <a:pt x="352780" y="77384"/>
                </a:cubicBezTo>
                <a:cubicBezTo>
                  <a:pt x="339115" y="72373"/>
                  <a:pt x="316339" y="63720"/>
                  <a:pt x="316339" y="44593"/>
                </a:cubicBezTo>
                <a:cubicBezTo>
                  <a:pt x="316339" y="31839"/>
                  <a:pt x="327953" y="19085"/>
                  <a:pt x="341392" y="19085"/>
                </a:cubicBezTo>
                <a:cubicBezTo>
                  <a:pt x="363483" y="19085"/>
                  <a:pt x="370544" y="33205"/>
                  <a:pt x="375097" y="48235"/>
                </a:cubicBezTo>
                <a:cubicBezTo>
                  <a:pt x="377602" y="48690"/>
                  <a:pt x="380563" y="48464"/>
                  <a:pt x="382614" y="46869"/>
                </a:cubicBezTo>
                <a:cubicBezTo>
                  <a:pt x="381703" y="35936"/>
                  <a:pt x="380793" y="29559"/>
                  <a:pt x="378513" y="17490"/>
                </a:cubicBezTo>
                <a:close/>
                <a:moveTo>
                  <a:pt x="465742" y="108101"/>
                </a:moveTo>
                <a:lnTo>
                  <a:pt x="465742" y="138178"/>
                </a:lnTo>
                <a:cubicBezTo>
                  <a:pt x="465742" y="141142"/>
                  <a:pt x="464373" y="142737"/>
                  <a:pt x="462552" y="144103"/>
                </a:cubicBezTo>
                <a:cubicBezTo>
                  <a:pt x="456630" y="148888"/>
                  <a:pt x="448888" y="154132"/>
                  <a:pt x="442511" y="154132"/>
                </a:cubicBezTo>
                <a:cubicBezTo>
                  <a:pt x="431123" y="154132"/>
                  <a:pt x="426112" y="145017"/>
                  <a:pt x="426112" y="137952"/>
                </a:cubicBezTo>
                <a:cubicBezTo>
                  <a:pt x="426112" y="127697"/>
                  <a:pt x="430897" y="117212"/>
                  <a:pt x="447748" y="112886"/>
                </a:cubicBezTo>
                <a:lnTo>
                  <a:pt x="465742" y="108101"/>
                </a:lnTo>
                <a:moveTo>
                  <a:pt x="465742" y="150257"/>
                </a:moveTo>
                <a:cubicBezTo>
                  <a:pt x="467108" y="157319"/>
                  <a:pt x="469613" y="163466"/>
                  <a:pt x="481001" y="163466"/>
                </a:cubicBezTo>
                <a:cubicBezTo>
                  <a:pt x="489654" y="163466"/>
                  <a:pt x="497852" y="159595"/>
                  <a:pt x="502634" y="155043"/>
                </a:cubicBezTo>
                <a:cubicBezTo>
                  <a:pt x="502179" y="152308"/>
                  <a:pt x="501268" y="150257"/>
                  <a:pt x="498763" y="148892"/>
                </a:cubicBezTo>
                <a:cubicBezTo>
                  <a:pt x="497171" y="150257"/>
                  <a:pt x="493296" y="152537"/>
                  <a:pt x="490335" y="152537"/>
                </a:cubicBezTo>
                <a:cubicBezTo>
                  <a:pt x="483733" y="152537"/>
                  <a:pt x="483503" y="143648"/>
                  <a:pt x="483503" y="133167"/>
                </a:cubicBezTo>
                <a:lnTo>
                  <a:pt x="483503" y="99667"/>
                </a:lnTo>
                <a:cubicBezTo>
                  <a:pt x="483503" y="67310"/>
                  <a:pt x="465742" y="61159"/>
                  <a:pt x="449113" y="61159"/>
                </a:cubicBezTo>
                <a:cubicBezTo>
                  <a:pt x="430438" y="61159"/>
                  <a:pt x="411537" y="73461"/>
                  <a:pt x="411537" y="86451"/>
                </a:cubicBezTo>
                <a:cubicBezTo>
                  <a:pt x="411537" y="91920"/>
                  <a:pt x="414268" y="94655"/>
                  <a:pt x="419509" y="94655"/>
                </a:cubicBezTo>
                <a:cubicBezTo>
                  <a:pt x="426112" y="94655"/>
                  <a:pt x="430212" y="89870"/>
                  <a:pt x="430212" y="86906"/>
                </a:cubicBezTo>
                <a:cubicBezTo>
                  <a:pt x="430212" y="85311"/>
                  <a:pt x="429983" y="83716"/>
                  <a:pt x="429528" y="82805"/>
                </a:cubicBezTo>
                <a:cubicBezTo>
                  <a:pt x="429302" y="82121"/>
                  <a:pt x="429072" y="80755"/>
                  <a:pt x="429072" y="78246"/>
                </a:cubicBezTo>
                <a:cubicBezTo>
                  <a:pt x="429072" y="71181"/>
                  <a:pt x="438639" y="68675"/>
                  <a:pt x="447292" y="68675"/>
                </a:cubicBezTo>
                <a:cubicBezTo>
                  <a:pt x="455035" y="68675"/>
                  <a:pt x="465742" y="72550"/>
                  <a:pt x="465742" y="98301"/>
                </a:cubicBezTo>
                <a:cubicBezTo>
                  <a:pt x="465742" y="99896"/>
                  <a:pt x="465057" y="100806"/>
                  <a:pt x="464373" y="101036"/>
                </a:cubicBezTo>
                <a:lnTo>
                  <a:pt x="444787" y="105821"/>
                </a:lnTo>
                <a:cubicBezTo>
                  <a:pt x="422925" y="111291"/>
                  <a:pt x="407210" y="123367"/>
                  <a:pt x="407210" y="138862"/>
                </a:cubicBezTo>
                <a:cubicBezTo>
                  <a:pt x="407210" y="157548"/>
                  <a:pt x="419964" y="163466"/>
                  <a:pt x="435904" y="163466"/>
                </a:cubicBezTo>
                <a:cubicBezTo>
                  <a:pt x="443876" y="163466"/>
                  <a:pt x="450709" y="161645"/>
                  <a:pt x="460731" y="153903"/>
                </a:cubicBezTo>
                <a:lnTo>
                  <a:pt x="465287" y="150257"/>
                </a:lnTo>
                <a:lnTo>
                  <a:pt x="465742" y="150257"/>
                </a:lnTo>
                <a:close/>
                <a:moveTo>
                  <a:pt x="541809" y="79615"/>
                </a:moveTo>
                <a:cubicBezTo>
                  <a:pt x="541579" y="72776"/>
                  <a:pt x="541124" y="64578"/>
                  <a:pt x="539984" y="62299"/>
                </a:cubicBezTo>
                <a:cubicBezTo>
                  <a:pt x="539529" y="61159"/>
                  <a:pt x="539074" y="60478"/>
                  <a:pt x="537253" y="60478"/>
                </a:cubicBezTo>
                <a:cubicBezTo>
                  <a:pt x="530876" y="62983"/>
                  <a:pt x="524954" y="65033"/>
                  <a:pt x="509240" y="67080"/>
                </a:cubicBezTo>
                <a:cubicBezTo>
                  <a:pt x="508785" y="68449"/>
                  <a:pt x="509240" y="72091"/>
                  <a:pt x="509695" y="73461"/>
                </a:cubicBezTo>
                <a:cubicBezTo>
                  <a:pt x="521993" y="74600"/>
                  <a:pt x="524499" y="75740"/>
                  <a:pt x="524499" y="88963"/>
                </a:cubicBezTo>
                <a:lnTo>
                  <a:pt x="524499" y="133424"/>
                </a:lnTo>
                <a:cubicBezTo>
                  <a:pt x="524499" y="152120"/>
                  <a:pt x="521538" y="153260"/>
                  <a:pt x="509010" y="154174"/>
                </a:cubicBezTo>
                <a:cubicBezTo>
                  <a:pt x="507645" y="155540"/>
                  <a:pt x="507645" y="160321"/>
                  <a:pt x="509010" y="161687"/>
                </a:cubicBezTo>
                <a:cubicBezTo>
                  <a:pt x="515846" y="161461"/>
                  <a:pt x="524499" y="161232"/>
                  <a:pt x="533607" y="161232"/>
                </a:cubicBezTo>
                <a:cubicBezTo>
                  <a:pt x="542719" y="161232"/>
                  <a:pt x="549777" y="161461"/>
                  <a:pt x="556609" y="161687"/>
                </a:cubicBezTo>
                <a:cubicBezTo>
                  <a:pt x="557978" y="160321"/>
                  <a:pt x="557978" y="155540"/>
                  <a:pt x="556609" y="154174"/>
                </a:cubicBezTo>
                <a:cubicBezTo>
                  <a:pt x="544995" y="153034"/>
                  <a:pt x="542490" y="152120"/>
                  <a:pt x="542490" y="133424"/>
                </a:cubicBezTo>
                <a:lnTo>
                  <a:pt x="542490" y="96032"/>
                </a:lnTo>
                <a:cubicBezTo>
                  <a:pt x="542490" y="91243"/>
                  <a:pt x="544540" y="88508"/>
                  <a:pt x="546361" y="86458"/>
                </a:cubicBezTo>
                <a:cubicBezTo>
                  <a:pt x="555473" y="77565"/>
                  <a:pt x="563900" y="73002"/>
                  <a:pt x="570958" y="73002"/>
                </a:cubicBezTo>
                <a:cubicBezTo>
                  <a:pt x="579614" y="73002"/>
                  <a:pt x="585991" y="78475"/>
                  <a:pt x="585991" y="93752"/>
                </a:cubicBezTo>
                <a:lnTo>
                  <a:pt x="585991" y="133424"/>
                </a:lnTo>
                <a:cubicBezTo>
                  <a:pt x="585991" y="152120"/>
                  <a:pt x="584167" y="153260"/>
                  <a:pt x="571868" y="154174"/>
                </a:cubicBezTo>
                <a:cubicBezTo>
                  <a:pt x="570732" y="155540"/>
                  <a:pt x="570732" y="160321"/>
                  <a:pt x="571868" y="161687"/>
                </a:cubicBezTo>
                <a:cubicBezTo>
                  <a:pt x="577564" y="161461"/>
                  <a:pt x="585991" y="161232"/>
                  <a:pt x="595100" y="161232"/>
                </a:cubicBezTo>
                <a:cubicBezTo>
                  <a:pt x="604211" y="161232"/>
                  <a:pt x="611725" y="161461"/>
                  <a:pt x="617420" y="161687"/>
                </a:cubicBezTo>
                <a:cubicBezTo>
                  <a:pt x="618557" y="160321"/>
                  <a:pt x="618557" y="155540"/>
                  <a:pt x="617420" y="154174"/>
                </a:cubicBezTo>
                <a:cubicBezTo>
                  <a:pt x="606032" y="153260"/>
                  <a:pt x="603982" y="152120"/>
                  <a:pt x="603982" y="133424"/>
                </a:cubicBezTo>
                <a:lnTo>
                  <a:pt x="603982" y="97171"/>
                </a:lnTo>
                <a:cubicBezTo>
                  <a:pt x="603982" y="93981"/>
                  <a:pt x="603982" y="90788"/>
                  <a:pt x="603753" y="88053"/>
                </a:cubicBezTo>
                <a:cubicBezTo>
                  <a:pt x="614685" y="75966"/>
                  <a:pt x="624934" y="73002"/>
                  <a:pt x="633816" y="73002"/>
                </a:cubicBezTo>
                <a:cubicBezTo>
                  <a:pt x="642472" y="73002"/>
                  <a:pt x="647480" y="78020"/>
                  <a:pt x="647480" y="93297"/>
                </a:cubicBezTo>
                <a:lnTo>
                  <a:pt x="647480" y="133424"/>
                </a:lnTo>
                <a:cubicBezTo>
                  <a:pt x="647480" y="152120"/>
                  <a:pt x="645204" y="153260"/>
                  <a:pt x="633361" y="154174"/>
                </a:cubicBezTo>
                <a:cubicBezTo>
                  <a:pt x="632221" y="155540"/>
                  <a:pt x="632221" y="160321"/>
                  <a:pt x="633361" y="161687"/>
                </a:cubicBezTo>
                <a:cubicBezTo>
                  <a:pt x="639056" y="161461"/>
                  <a:pt x="647480" y="161232"/>
                  <a:pt x="656592" y="161232"/>
                </a:cubicBezTo>
                <a:cubicBezTo>
                  <a:pt x="665700" y="161232"/>
                  <a:pt x="673672" y="161461"/>
                  <a:pt x="680049" y="161687"/>
                </a:cubicBezTo>
                <a:cubicBezTo>
                  <a:pt x="681189" y="160321"/>
                  <a:pt x="681189" y="155540"/>
                  <a:pt x="680049" y="154174"/>
                </a:cubicBezTo>
                <a:cubicBezTo>
                  <a:pt x="667525" y="153260"/>
                  <a:pt x="665474" y="152120"/>
                  <a:pt x="665474" y="133424"/>
                </a:cubicBezTo>
                <a:lnTo>
                  <a:pt x="665474" y="97401"/>
                </a:lnTo>
                <a:cubicBezTo>
                  <a:pt x="665474" y="77109"/>
                  <a:pt x="662058" y="61159"/>
                  <a:pt x="642017" y="61159"/>
                </a:cubicBezTo>
                <a:cubicBezTo>
                  <a:pt x="630400" y="61159"/>
                  <a:pt x="616280" y="65489"/>
                  <a:pt x="604437" y="78020"/>
                </a:cubicBezTo>
                <a:cubicBezTo>
                  <a:pt x="603753" y="78705"/>
                  <a:pt x="602387" y="79844"/>
                  <a:pt x="601932" y="77791"/>
                </a:cubicBezTo>
                <a:cubicBezTo>
                  <a:pt x="599881" y="68449"/>
                  <a:pt x="590999" y="61159"/>
                  <a:pt x="579159" y="61159"/>
                </a:cubicBezTo>
                <a:cubicBezTo>
                  <a:pt x="565947" y="61159"/>
                  <a:pt x="554107" y="68905"/>
                  <a:pt x="544540" y="79615"/>
                </a:cubicBezTo>
                <a:cubicBezTo>
                  <a:pt x="543400" y="80755"/>
                  <a:pt x="542035" y="82353"/>
                  <a:pt x="541809" y="79615"/>
                </a:cubicBezTo>
                <a:close/>
                <a:moveTo>
                  <a:pt x="722864" y="85766"/>
                </a:moveTo>
                <a:cubicBezTo>
                  <a:pt x="728786" y="78472"/>
                  <a:pt x="739263" y="71636"/>
                  <a:pt x="745866" y="71636"/>
                </a:cubicBezTo>
                <a:cubicBezTo>
                  <a:pt x="760444" y="71636"/>
                  <a:pt x="772968" y="88042"/>
                  <a:pt x="772968" y="113793"/>
                </a:cubicBezTo>
                <a:cubicBezTo>
                  <a:pt x="772968" y="132482"/>
                  <a:pt x="766366" y="155724"/>
                  <a:pt x="740858" y="155724"/>
                </a:cubicBezTo>
                <a:cubicBezTo>
                  <a:pt x="736758" y="155724"/>
                  <a:pt x="728786" y="154584"/>
                  <a:pt x="724688" y="150938"/>
                </a:cubicBezTo>
                <a:cubicBezTo>
                  <a:pt x="720133" y="146838"/>
                  <a:pt x="719222" y="145469"/>
                  <a:pt x="719222" y="137267"/>
                </a:cubicBezTo>
                <a:lnTo>
                  <a:pt x="719222" y="95792"/>
                </a:lnTo>
                <a:cubicBezTo>
                  <a:pt x="719222" y="91007"/>
                  <a:pt x="720133" y="88956"/>
                  <a:pt x="722864" y="85766"/>
                </a:cubicBezTo>
                <a:moveTo>
                  <a:pt x="718537" y="77332"/>
                </a:moveTo>
                <a:cubicBezTo>
                  <a:pt x="718312" y="70496"/>
                  <a:pt x="717856" y="64578"/>
                  <a:pt x="716717" y="62299"/>
                </a:cubicBezTo>
                <a:cubicBezTo>
                  <a:pt x="716261" y="61159"/>
                  <a:pt x="715806" y="60478"/>
                  <a:pt x="713982" y="60478"/>
                </a:cubicBezTo>
                <a:cubicBezTo>
                  <a:pt x="707605" y="62983"/>
                  <a:pt x="701683" y="65033"/>
                  <a:pt x="685969" y="67080"/>
                </a:cubicBezTo>
                <a:cubicBezTo>
                  <a:pt x="685513" y="68449"/>
                  <a:pt x="685969" y="72091"/>
                  <a:pt x="686427" y="73461"/>
                </a:cubicBezTo>
                <a:cubicBezTo>
                  <a:pt x="698722" y="74600"/>
                  <a:pt x="701228" y="75737"/>
                  <a:pt x="701228" y="88956"/>
                </a:cubicBezTo>
                <a:lnTo>
                  <a:pt x="701228" y="186315"/>
                </a:lnTo>
                <a:cubicBezTo>
                  <a:pt x="701228" y="205279"/>
                  <a:pt x="698722" y="206422"/>
                  <a:pt x="684832" y="207107"/>
                </a:cubicBezTo>
                <a:cubicBezTo>
                  <a:pt x="683467" y="208473"/>
                  <a:pt x="683467" y="213254"/>
                  <a:pt x="684832" y="214620"/>
                </a:cubicBezTo>
                <a:cubicBezTo>
                  <a:pt x="692804" y="214394"/>
                  <a:pt x="701228" y="214165"/>
                  <a:pt x="710340" y="214165"/>
                </a:cubicBezTo>
                <a:cubicBezTo>
                  <a:pt x="719448" y="214165"/>
                  <a:pt x="730381" y="214394"/>
                  <a:pt x="737897" y="214620"/>
                </a:cubicBezTo>
                <a:cubicBezTo>
                  <a:pt x="739263" y="213254"/>
                  <a:pt x="739263" y="208473"/>
                  <a:pt x="737897" y="207107"/>
                </a:cubicBezTo>
                <a:cubicBezTo>
                  <a:pt x="721728" y="206193"/>
                  <a:pt x="719222" y="205279"/>
                  <a:pt x="719222" y="186315"/>
                </a:cubicBezTo>
                <a:lnTo>
                  <a:pt x="719222" y="161645"/>
                </a:lnTo>
                <a:cubicBezTo>
                  <a:pt x="719222" y="158685"/>
                  <a:pt x="720133" y="158914"/>
                  <a:pt x="722409" y="160050"/>
                </a:cubicBezTo>
                <a:cubicBezTo>
                  <a:pt x="728105" y="162101"/>
                  <a:pt x="734937" y="163466"/>
                  <a:pt x="742224" y="163466"/>
                </a:cubicBezTo>
                <a:cubicBezTo>
                  <a:pt x="754978" y="163466"/>
                  <a:pt x="766366" y="159595"/>
                  <a:pt x="775703" y="150713"/>
                </a:cubicBezTo>
                <a:cubicBezTo>
                  <a:pt x="786407" y="140228"/>
                  <a:pt x="792554" y="126098"/>
                  <a:pt x="792554" y="107642"/>
                </a:cubicBezTo>
                <a:cubicBezTo>
                  <a:pt x="792554" y="83486"/>
                  <a:pt x="775474" y="61159"/>
                  <a:pt x="752243" y="61159"/>
                </a:cubicBezTo>
                <a:cubicBezTo>
                  <a:pt x="741769" y="61159"/>
                  <a:pt x="730151" y="68220"/>
                  <a:pt x="721043" y="78246"/>
                </a:cubicBezTo>
                <a:cubicBezTo>
                  <a:pt x="719677" y="79612"/>
                  <a:pt x="718767" y="79612"/>
                  <a:pt x="718537" y="77332"/>
                </a:cubicBezTo>
                <a:close/>
                <a:moveTo>
                  <a:pt x="822844" y="133452"/>
                </a:moveTo>
                <a:cubicBezTo>
                  <a:pt x="822844" y="152353"/>
                  <a:pt x="820342" y="153489"/>
                  <a:pt x="806448" y="154174"/>
                </a:cubicBezTo>
                <a:cubicBezTo>
                  <a:pt x="805083" y="155540"/>
                  <a:pt x="805083" y="160321"/>
                  <a:pt x="806448" y="161687"/>
                </a:cubicBezTo>
                <a:cubicBezTo>
                  <a:pt x="814420" y="161461"/>
                  <a:pt x="822844" y="161232"/>
                  <a:pt x="831956" y="161232"/>
                </a:cubicBezTo>
                <a:cubicBezTo>
                  <a:pt x="841064" y="161232"/>
                  <a:pt x="849721" y="161461"/>
                  <a:pt x="857234" y="161687"/>
                </a:cubicBezTo>
                <a:cubicBezTo>
                  <a:pt x="858603" y="160321"/>
                  <a:pt x="858603" y="155540"/>
                  <a:pt x="857234" y="154174"/>
                </a:cubicBezTo>
                <a:cubicBezTo>
                  <a:pt x="843344" y="153489"/>
                  <a:pt x="840838" y="152353"/>
                  <a:pt x="840838" y="133452"/>
                </a:cubicBezTo>
                <a:lnTo>
                  <a:pt x="840838" y="28486"/>
                </a:lnTo>
                <a:cubicBezTo>
                  <a:pt x="840838" y="13689"/>
                  <a:pt x="841749" y="4528"/>
                  <a:pt x="841749" y="4528"/>
                </a:cubicBezTo>
                <a:cubicBezTo>
                  <a:pt x="841749" y="2916"/>
                  <a:pt x="840838" y="2221"/>
                  <a:pt x="838788" y="2221"/>
                </a:cubicBezTo>
                <a:cubicBezTo>
                  <a:pt x="833096" y="4528"/>
                  <a:pt x="816012" y="7756"/>
                  <a:pt x="806904" y="8448"/>
                </a:cubicBezTo>
                <a:cubicBezTo>
                  <a:pt x="806448" y="10272"/>
                  <a:pt x="806904" y="13914"/>
                  <a:pt x="808269" y="15284"/>
                </a:cubicBezTo>
                <a:cubicBezTo>
                  <a:pt x="821478" y="16191"/>
                  <a:pt x="822844" y="16875"/>
                  <a:pt x="822844" y="33952"/>
                </a:cubicBezTo>
                <a:lnTo>
                  <a:pt x="822844" y="133452"/>
                </a:lnTo>
                <a:close/>
                <a:moveTo>
                  <a:pt x="881832" y="24719"/>
                </a:moveTo>
                <a:cubicBezTo>
                  <a:pt x="881832" y="30640"/>
                  <a:pt x="887299" y="36562"/>
                  <a:pt x="892762" y="36562"/>
                </a:cubicBezTo>
                <a:cubicBezTo>
                  <a:pt x="899138" y="36562"/>
                  <a:pt x="904605" y="30414"/>
                  <a:pt x="904605" y="25629"/>
                </a:cubicBezTo>
                <a:cubicBezTo>
                  <a:pt x="904605" y="20166"/>
                  <a:pt x="899823" y="13786"/>
                  <a:pt x="893676" y="13786"/>
                </a:cubicBezTo>
                <a:cubicBezTo>
                  <a:pt x="888209" y="13786"/>
                  <a:pt x="881832" y="19252"/>
                  <a:pt x="881832" y="24719"/>
                </a:cubicBezTo>
                <a:moveTo>
                  <a:pt x="902558" y="133445"/>
                </a:moveTo>
                <a:lnTo>
                  <a:pt x="902558" y="88119"/>
                </a:lnTo>
                <a:cubicBezTo>
                  <a:pt x="902558" y="76731"/>
                  <a:pt x="903468" y="62104"/>
                  <a:pt x="903468" y="62104"/>
                </a:cubicBezTo>
                <a:cubicBezTo>
                  <a:pt x="903468" y="61183"/>
                  <a:pt x="902329" y="60491"/>
                  <a:pt x="900508" y="60491"/>
                </a:cubicBezTo>
                <a:cubicBezTo>
                  <a:pt x="894131" y="63025"/>
                  <a:pt x="885019" y="65096"/>
                  <a:pt x="869304" y="67164"/>
                </a:cubicBezTo>
                <a:cubicBezTo>
                  <a:pt x="868849" y="68533"/>
                  <a:pt x="869304" y="72175"/>
                  <a:pt x="869760" y="73544"/>
                </a:cubicBezTo>
                <a:cubicBezTo>
                  <a:pt x="882288" y="74680"/>
                  <a:pt x="884564" y="76050"/>
                  <a:pt x="884564" y="89033"/>
                </a:cubicBezTo>
                <a:lnTo>
                  <a:pt x="884564" y="133445"/>
                </a:lnTo>
                <a:cubicBezTo>
                  <a:pt x="884564" y="152349"/>
                  <a:pt x="882058" y="153034"/>
                  <a:pt x="868168" y="154174"/>
                </a:cubicBezTo>
                <a:cubicBezTo>
                  <a:pt x="866799" y="155540"/>
                  <a:pt x="866799" y="160321"/>
                  <a:pt x="868168" y="161687"/>
                </a:cubicBezTo>
                <a:cubicBezTo>
                  <a:pt x="875681" y="161461"/>
                  <a:pt x="884564" y="161232"/>
                  <a:pt x="893676" y="161232"/>
                </a:cubicBezTo>
                <a:cubicBezTo>
                  <a:pt x="902784" y="161232"/>
                  <a:pt x="911437" y="161461"/>
                  <a:pt x="918954" y="161687"/>
                </a:cubicBezTo>
                <a:cubicBezTo>
                  <a:pt x="920319" y="160321"/>
                  <a:pt x="920319" y="155540"/>
                  <a:pt x="918954" y="154174"/>
                </a:cubicBezTo>
                <a:cubicBezTo>
                  <a:pt x="905060" y="153263"/>
                  <a:pt x="902558" y="152349"/>
                  <a:pt x="902558" y="133445"/>
                </a:cubicBezTo>
                <a:close/>
                <a:moveTo>
                  <a:pt x="964958" y="79615"/>
                </a:moveTo>
                <a:cubicBezTo>
                  <a:pt x="963592" y="81210"/>
                  <a:pt x="962227" y="81669"/>
                  <a:pt x="962227" y="79615"/>
                </a:cubicBezTo>
                <a:cubicBezTo>
                  <a:pt x="961997" y="73461"/>
                  <a:pt x="961542" y="64578"/>
                  <a:pt x="960402" y="62299"/>
                </a:cubicBezTo>
                <a:cubicBezTo>
                  <a:pt x="959947" y="61159"/>
                  <a:pt x="959492" y="60478"/>
                  <a:pt x="957671" y="60478"/>
                </a:cubicBezTo>
                <a:cubicBezTo>
                  <a:pt x="951294" y="62983"/>
                  <a:pt x="945372" y="65033"/>
                  <a:pt x="929658" y="67080"/>
                </a:cubicBezTo>
                <a:cubicBezTo>
                  <a:pt x="929203" y="68449"/>
                  <a:pt x="929658" y="72091"/>
                  <a:pt x="930113" y="73461"/>
                </a:cubicBezTo>
                <a:cubicBezTo>
                  <a:pt x="942412" y="74600"/>
                  <a:pt x="944917" y="75740"/>
                  <a:pt x="944917" y="88963"/>
                </a:cubicBezTo>
                <a:lnTo>
                  <a:pt x="944917" y="133424"/>
                </a:lnTo>
                <a:cubicBezTo>
                  <a:pt x="944917" y="152120"/>
                  <a:pt x="942641" y="153034"/>
                  <a:pt x="928973" y="154174"/>
                </a:cubicBezTo>
                <a:cubicBezTo>
                  <a:pt x="927608" y="155540"/>
                  <a:pt x="927608" y="160321"/>
                  <a:pt x="928973" y="161687"/>
                </a:cubicBezTo>
                <a:cubicBezTo>
                  <a:pt x="935809" y="161461"/>
                  <a:pt x="944917" y="161232"/>
                  <a:pt x="954025" y="161232"/>
                </a:cubicBezTo>
                <a:cubicBezTo>
                  <a:pt x="963137" y="161232"/>
                  <a:pt x="969969" y="161461"/>
                  <a:pt x="976801" y="161687"/>
                </a:cubicBezTo>
                <a:cubicBezTo>
                  <a:pt x="978167" y="160321"/>
                  <a:pt x="978167" y="155540"/>
                  <a:pt x="976801" y="154174"/>
                </a:cubicBezTo>
                <a:cubicBezTo>
                  <a:pt x="965188" y="153034"/>
                  <a:pt x="962908" y="152120"/>
                  <a:pt x="962908" y="133424"/>
                </a:cubicBezTo>
                <a:lnTo>
                  <a:pt x="962908" y="96032"/>
                </a:lnTo>
                <a:cubicBezTo>
                  <a:pt x="962908" y="91243"/>
                  <a:pt x="964958" y="88508"/>
                  <a:pt x="966779" y="86458"/>
                </a:cubicBezTo>
                <a:cubicBezTo>
                  <a:pt x="975436" y="78020"/>
                  <a:pt x="985684" y="73002"/>
                  <a:pt x="994566" y="73002"/>
                </a:cubicBezTo>
                <a:cubicBezTo>
                  <a:pt x="999122" y="73002"/>
                  <a:pt x="1003904" y="75966"/>
                  <a:pt x="1006635" y="81210"/>
                </a:cubicBezTo>
                <a:cubicBezTo>
                  <a:pt x="1008915" y="85773"/>
                  <a:pt x="1009370" y="91927"/>
                  <a:pt x="1009370" y="98766"/>
                </a:cubicBezTo>
                <a:lnTo>
                  <a:pt x="1009370" y="133424"/>
                </a:lnTo>
                <a:cubicBezTo>
                  <a:pt x="1009370" y="152120"/>
                  <a:pt x="1007091" y="153034"/>
                  <a:pt x="995247" y="154174"/>
                </a:cubicBezTo>
                <a:cubicBezTo>
                  <a:pt x="994111" y="155540"/>
                  <a:pt x="994111" y="160321"/>
                  <a:pt x="995247" y="161687"/>
                </a:cubicBezTo>
                <a:cubicBezTo>
                  <a:pt x="1002083" y="161461"/>
                  <a:pt x="1009370" y="161232"/>
                  <a:pt x="1018479" y="161232"/>
                </a:cubicBezTo>
                <a:cubicBezTo>
                  <a:pt x="1027590" y="161232"/>
                  <a:pt x="1035788" y="161461"/>
                  <a:pt x="1042620" y="161687"/>
                </a:cubicBezTo>
                <a:cubicBezTo>
                  <a:pt x="1043760" y="160321"/>
                  <a:pt x="1043760" y="155540"/>
                  <a:pt x="1042620" y="154174"/>
                </a:cubicBezTo>
                <a:cubicBezTo>
                  <a:pt x="1029866" y="153034"/>
                  <a:pt x="1027361" y="152120"/>
                  <a:pt x="1027361" y="133424"/>
                </a:cubicBezTo>
                <a:lnTo>
                  <a:pt x="1027361" y="99451"/>
                </a:lnTo>
                <a:cubicBezTo>
                  <a:pt x="1027361" y="86913"/>
                  <a:pt x="1026450" y="75966"/>
                  <a:pt x="1021213" y="68905"/>
                </a:cubicBezTo>
                <a:cubicBezTo>
                  <a:pt x="1017339" y="63894"/>
                  <a:pt x="1010281" y="61159"/>
                  <a:pt x="1002309" y="61159"/>
                </a:cubicBezTo>
                <a:cubicBezTo>
                  <a:pt x="991150" y="61159"/>
                  <a:pt x="978396" y="64119"/>
                  <a:pt x="964958" y="79615"/>
                </a:cubicBezTo>
                <a:close/>
                <a:moveTo>
                  <a:pt x="1119144" y="97654"/>
                </a:moveTo>
                <a:cubicBezTo>
                  <a:pt x="1119144" y="118877"/>
                  <a:pt x="1108437" y="123210"/>
                  <a:pt x="1100010" y="123210"/>
                </a:cubicBezTo>
                <a:cubicBezTo>
                  <a:pt x="1080880" y="123210"/>
                  <a:pt x="1078833" y="107013"/>
                  <a:pt x="1078833" y="92407"/>
                </a:cubicBezTo>
                <a:cubicBezTo>
                  <a:pt x="1078833" y="76435"/>
                  <a:pt x="1084525" y="68220"/>
                  <a:pt x="1097053" y="68220"/>
                </a:cubicBezTo>
                <a:cubicBezTo>
                  <a:pt x="1111398" y="68220"/>
                  <a:pt x="1119144" y="78718"/>
                  <a:pt x="1119144" y="97654"/>
                </a:cubicBezTo>
                <a:moveTo>
                  <a:pt x="1076553" y="163456"/>
                </a:moveTo>
                <a:cubicBezTo>
                  <a:pt x="1079059" y="164140"/>
                  <a:pt x="1082704" y="164599"/>
                  <a:pt x="1085665" y="164599"/>
                </a:cubicBezTo>
                <a:cubicBezTo>
                  <a:pt x="1092723" y="164599"/>
                  <a:pt x="1099100" y="163911"/>
                  <a:pt x="1102290" y="163911"/>
                </a:cubicBezTo>
                <a:cubicBezTo>
                  <a:pt x="1113678" y="163911"/>
                  <a:pt x="1123241" y="164140"/>
                  <a:pt x="1129847" y="167796"/>
                </a:cubicBezTo>
                <a:cubicBezTo>
                  <a:pt x="1138730" y="172821"/>
                  <a:pt x="1141461" y="176018"/>
                  <a:pt x="1141461" y="181957"/>
                </a:cubicBezTo>
                <a:cubicBezTo>
                  <a:pt x="1141461" y="198405"/>
                  <a:pt x="1117320" y="207086"/>
                  <a:pt x="1096823" y="207086"/>
                </a:cubicBezTo>
                <a:cubicBezTo>
                  <a:pt x="1088626" y="207086"/>
                  <a:pt x="1069495" y="200459"/>
                  <a:pt x="1069495" y="184929"/>
                </a:cubicBezTo>
                <a:cubicBezTo>
                  <a:pt x="1069495" y="177162"/>
                  <a:pt x="1069950" y="171452"/>
                  <a:pt x="1076553" y="163456"/>
                </a:cubicBezTo>
                <a:moveTo>
                  <a:pt x="1147612" y="73012"/>
                </a:moveTo>
                <a:cubicBezTo>
                  <a:pt x="1151939" y="73012"/>
                  <a:pt x="1156036" y="68905"/>
                  <a:pt x="1156036" y="64349"/>
                </a:cubicBezTo>
                <a:cubicBezTo>
                  <a:pt x="1156036" y="59567"/>
                  <a:pt x="1151709" y="55922"/>
                  <a:pt x="1145562" y="55922"/>
                </a:cubicBezTo>
                <a:cubicBezTo>
                  <a:pt x="1139640" y="55922"/>
                  <a:pt x="1128708" y="59793"/>
                  <a:pt x="1122786" y="67539"/>
                </a:cubicBezTo>
                <a:cubicBezTo>
                  <a:pt x="1120055" y="65715"/>
                  <a:pt x="1112538" y="61159"/>
                  <a:pt x="1099100" y="61159"/>
                </a:cubicBezTo>
                <a:cubicBezTo>
                  <a:pt x="1078833" y="61159"/>
                  <a:pt x="1060157" y="74837"/>
                  <a:pt x="1060157" y="95830"/>
                </a:cubicBezTo>
                <a:cubicBezTo>
                  <a:pt x="1060157" y="108153"/>
                  <a:pt x="1065624" y="115225"/>
                  <a:pt x="1072001" y="121386"/>
                </a:cubicBezTo>
                <a:cubicBezTo>
                  <a:pt x="1065624" y="126856"/>
                  <a:pt x="1061978" y="136628"/>
                  <a:pt x="1061978" y="144346"/>
                </a:cubicBezTo>
                <a:cubicBezTo>
                  <a:pt x="1061978" y="152527"/>
                  <a:pt x="1066534" y="158903"/>
                  <a:pt x="1072456" y="161864"/>
                </a:cubicBezTo>
                <a:cubicBezTo>
                  <a:pt x="1060157" y="169165"/>
                  <a:pt x="1053781" y="179674"/>
                  <a:pt x="1053781" y="189495"/>
                </a:cubicBezTo>
                <a:cubicBezTo>
                  <a:pt x="1053781" y="209362"/>
                  <a:pt x="1072456" y="215510"/>
                  <a:pt x="1089991" y="215510"/>
                </a:cubicBezTo>
                <a:cubicBezTo>
                  <a:pt x="1120736" y="215510"/>
                  <a:pt x="1153989" y="200688"/>
                  <a:pt x="1153989" y="176018"/>
                </a:cubicBezTo>
                <a:cubicBezTo>
                  <a:pt x="1153989" y="168710"/>
                  <a:pt x="1150573" y="163001"/>
                  <a:pt x="1143967" y="157534"/>
                </a:cubicBezTo>
                <a:cubicBezTo>
                  <a:pt x="1135084" y="150247"/>
                  <a:pt x="1119144" y="150021"/>
                  <a:pt x="1110717" y="150021"/>
                </a:cubicBezTo>
                <a:cubicBezTo>
                  <a:pt x="1106616" y="150021"/>
                  <a:pt x="1100924" y="150476"/>
                  <a:pt x="1095458" y="151157"/>
                </a:cubicBezTo>
                <a:cubicBezTo>
                  <a:pt x="1092042" y="151387"/>
                  <a:pt x="1089762" y="151616"/>
                  <a:pt x="1088626" y="151616"/>
                </a:cubicBezTo>
                <a:cubicBezTo>
                  <a:pt x="1082019" y="151616"/>
                  <a:pt x="1074047" y="148433"/>
                  <a:pt x="1074047" y="138671"/>
                </a:cubicBezTo>
                <a:cubicBezTo>
                  <a:pt x="1074047" y="134133"/>
                  <a:pt x="1075417" y="129361"/>
                  <a:pt x="1078148" y="125490"/>
                </a:cubicBezTo>
                <a:cubicBezTo>
                  <a:pt x="1083614" y="128677"/>
                  <a:pt x="1089991" y="130272"/>
                  <a:pt x="1098874" y="130272"/>
                </a:cubicBezTo>
                <a:cubicBezTo>
                  <a:pt x="1118915" y="130272"/>
                  <a:pt x="1137361" y="117737"/>
                  <a:pt x="1137361" y="95375"/>
                </a:cubicBezTo>
                <a:cubicBezTo>
                  <a:pt x="1137361" y="84651"/>
                  <a:pt x="1134174" y="78489"/>
                  <a:pt x="1127568" y="71643"/>
                </a:cubicBezTo>
                <a:cubicBezTo>
                  <a:pt x="1129163" y="69360"/>
                  <a:pt x="1133719" y="66170"/>
                  <a:pt x="1136680" y="66170"/>
                </a:cubicBezTo>
                <a:cubicBezTo>
                  <a:pt x="1138275" y="66170"/>
                  <a:pt x="1139866" y="66854"/>
                  <a:pt x="1141235" y="68905"/>
                </a:cubicBezTo>
                <a:cubicBezTo>
                  <a:pt x="1142146" y="70729"/>
                  <a:pt x="1145107" y="73012"/>
                  <a:pt x="1147612" y="73012"/>
                </a:cubicBezTo>
                <a:close/>
                <a:moveTo>
                  <a:pt x="1237118" y="14453"/>
                </a:moveTo>
                <a:cubicBezTo>
                  <a:pt x="1232336" y="14453"/>
                  <a:pt x="1232336" y="10356"/>
                  <a:pt x="1232336" y="8990"/>
                </a:cubicBezTo>
                <a:lnTo>
                  <a:pt x="1224138" y="8076"/>
                </a:lnTo>
                <a:cubicBezTo>
                  <a:pt x="1223224" y="19238"/>
                  <a:pt x="1221632" y="31075"/>
                  <a:pt x="1219127" y="43133"/>
                </a:cubicBezTo>
                <a:lnTo>
                  <a:pt x="1228009" y="44273"/>
                </a:lnTo>
                <a:cubicBezTo>
                  <a:pt x="1232562" y="26067"/>
                  <a:pt x="1235752" y="24931"/>
                  <a:pt x="1248276" y="24931"/>
                </a:cubicBezTo>
                <a:lnTo>
                  <a:pt x="1260349" y="24931"/>
                </a:lnTo>
                <a:cubicBezTo>
                  <a:pt x="1268776" y="24931"/>
                  <a:pt x="1271507" y="26977"/>
                  <a:pt x="1271507" y="33806"/>
                </a:cubicBezTo>
                <a:lnTo>
                  <a:pt x="1271507" y="143933"/>
                </a:lnTo>
                <a:cubicBezTo>
                  <a:pt x="1271507" y="150306"/>
                  <a:pt x="1268321" y="153944"/>
                  <a:pt x="1258983" y="153944"/>
                </a:cubicBezTo>
                <a:lnTo>
                  <a:pt x="1253061" y="153944"/>
                </a:lnTo>
                <a:cubicBezTo>
                  <a:pt x="1251922" y="153944"/>
                  <a:pt x="1251237" y="154629"/>
                  <a:pt x="1251237" y="155995"/>
                </a:cubicBezTo>
                <a:lnTo>
                  <a:pt x="1251237" y="161232"/>
                </a:lnTo>
                <a:lnTo>
                  <a:pt x="1251692" y="161687"/>
                </a:lnTo>
                <a:cubicBezTo>
                  <a:pt x="1251692" y="161687"/>
                  <a:pt x="1274923" y="161232"/>
                  <a:pt x="1283121" y="161232"/>
                </a:cubicBezTo>
                <a:cubicBezTo>
                  <a:pt x="1292004" y="161232"/>
                  <a:pt x="1319106" y="161687"/>
                  <a:pt x="1319106" y="161687"/>
                </a:cubicBezTo>
                <a:lnTo>
                  <a:pt x="1319561" y="161232"/>
                </a:lnTo>
                <a:lnTo>
                  <a:pt x="1319561" y="155995"/>
                </a:lnTo>
                <a:cubicBezTo>
                  <a:pt x="1319561" y="154629"/>
                  <a:pt x="1318651" y="153944"/>
                  <a:pt x="1317740" y="153944"/>
                </a:cubicBezTo>
                <a:lnTo>
                  <a:pt x="1311819" y="153944"/>
                </a:lnTo>
                <a:cubicBezTo>
                  <a:pt x="1302711" y="153944"/>
                  <a:pt x="1299295" y="150987"/>
                  <a:pt x="1299295" y="143933"/>
                </a:cubicBezTo>
                <a:lnTo>
                  <a:pt x="1299295" y="34487"/>
                </a:lnTo>
                <a:cubicBezTo>
                  <a:pt x="1299295" y="26977"/>
                  <a:pt x="1302026" y="24931"/>
                  <a:pt x="1310224" y="24931"/>
                </a:cubicBezTo>
                <a:lnTo>
                  <a:pt x="1322522" y="24931"/>
                </a:lnTo>
                <a:cubicBezTo>
                  <a:pt x="1335050" y="24931"/>
                  <a:pt x="1338011" y="26067"/>
                  <a:pt x="1342563" y="44273"/>
                </a:cubicBezTo>
                <a:lnTo>
                  <a:pt x="1351675" y="43133"/>
                </a:lnTo>
                <a:cubicBezTo>
                  <a:pt x="1349169" y="31075"/>
                  <a:pt x="1347574" y="19238"/>
                  <a:pt x="1346664" y="8076"/>
                </a:cubicBezTo>
                <a:lnTo>
                  <a:pt x="1338466" y="8990"/>
                </a:lnTo>
                <a:cubicBezTo>
                  <a:pt x="1338466" y="10356"/>
                  <a:pt x="1338237" y="14453"/>
                  <a:pt x="1333455" y="14453"/>
                </a:cubicBezTo>
                <a:lnTo>
                  <a:pt x="1237118" y="14453"/>
                </a:lnTo>
                <a:close/>
                <a:moveTo>
                  <a:pt x="1440266" y="17490"/>
                </a:moveTo>
                <a:cubicBezTo>
                  <a:pt x="1427742" y="15669"/>
                  <a:pt x="1426376" y="11339"/>
                  <a:pt x="1405195" y="11339"/>
                </a:cubicBezTo>
                <a:cubicBezTo>
                  <a:pt x="1385610" y="11339"/>
                  <a:pt x="1362834" y="23412"/>
                  <a:pt x="1362834" y="50740"/>
                </a:cubicBezTo>
                <a:cubicBezTo>
                  <a:pt x="1362834" y="77384"/>
                  <a:pt x="1392212" y="91503"/>
                  <a:pt x="1408611" y="97880"/>
                </a:cubicBezTo>
                <a:cubicBezTo>
                  <a:pt x="1422501" y="103347"/>
                  <a:pt x="1429337" y="114961"/>
                  <a:pt x="1429337" y="128169"/>
                </a:cubicBezTo>
                <a:cubicBezTo>
                  <a:pt x="1429337" y="145020"/>
                  <a:pt x="1420680" y="154132"/>
                  <a:pt x="1403371" y="154132"/>
                </a:cubicBezTo>
                <a:cubicBezTo>
                  <a:pt x="1388115" y="154181"/>
                  <a:pt x="1374677" y="141424"/>
                  <a:pt x="1370121" y="120691"/>
                </a:cubicBezTo>
                <a:lnTo>
                  <a:pt x="1361013" y="121376"/>
                </a:lnTo>
                <a:cubicBezTo>
                  <a:pt x="1363289" y="138689"/>
                  <a:pt x="1364884" y="149625"/>
                  <a:pt x="1365339" y="161242"/>
                </a:cubicBezTo>
                <a:cubicBezTo>
                  <a:pt x="1369210" y="161242"/>
                  <a:pt x="1371261" y="160106"/>
                  <a:pt x="1375817" y="160106"/>
                </a:cubicBezTo>
                <a:cubicBezTo>
                  <a:pt x="1381280" y="160050"/>
                  <a:pt x="1385835" y="163466"/>
                  <a:pt x="1408156" y="163466"/>
                </a:cubicBezTo>
                <a:cubicBezTo>
                  <a:pt x="1434119" y="163466"/>
                  <a:pt x="1453705" y="149576"/>
                  <a:pt x="1453705" y="119287"/>
                </a:cubicBezTo>
                <a:cubicBezTo>
                  <a:pt x="1453705" y="91733"/>
                  <a:pt x="1431158" y="79660"/>
                  <a:pt x="1412027" y="72832"/>
                </a:cubicBezTo>
                <a:cubicBezTo>
                  <a:pt x="1402460" y="69416"/>
                  <a:pt x="1384470" y="58028"/>
                  <a:pt x="1384470" y="43453"/>
                </a:cubicBezTo>
                <a:cubicBezTo>
                  <a:pt x="1384470" y="30699"/>
                  <a:pt x="1389936" y="20222"/>
                  <a:pt x="1404966" y="20222"/>
                </a:cubicBezTo>
                <a:cubicBezTo>
                  <a:pt x="1424326" y="20222"/>
                  <a:pt x="1431839" y="38216"/>
                  <a:pt x="1435940" y="53246"/>
                </a:cubicBezTo>
                <a:lnTo>
                  <a:pt x="1445052" y="52106"/>
                </a:lnTo>
                <a:cubicBezTo>
                  <a:pt x="1443001" y="40947"/>
                  <a:pt x="1441177" y="29559"/>
                  <a:pt x="1440266" y="17490"/>
                </a:cubicBezTo>
                <a:close/>
                <a:moveTo>
                  <a:pt x="1554264" y="133452"/>
                </a:moveTo>
                <a:cubicBezTo>
                  <a:pt x="1554264" y="152353"/>
                  <a:pt x="1551762" y="153489"/>
                  <a:pt x="1537868" y="154174"/>
                </a:cubicBezTo>
                <a:cubicBezTo>
                  <a:pt x="1536503" y="155540"/>
                  <a:pt x="1536503" y="160321"/>
                  <a:pt x="1537868" y="161687"/>
                </a:cubicBezTo>
                <a:cubicBezTo>
                  <a:pt x="1545840" y="161461"/>
                  <a:pt x="1554264" y="161232"/>
                  <a:pt x="1563376" y="161232"/>
                </a:cubicBezTo>
                <a:cubicBezTo>
                  <a:pt x="1572484" y="161232"/>
                  <a:pt x="1581140" y="161461"/>
                  <a:pt x="1588654" y="161687"/>
                </a:cubicBezTo>
                <a:cubicBezTo>
                  <a:pt x="1590023" y="160321"/>
                  <a:pt x="1590023" y="155540"/>
                  <a:pt x="1588654" y="154174"/>
                </a:cubicBezTo>
                <a:cubicBezTo>
                  <a:pt x="1574764" y="153489"/>
                  <a:pt x="1572258" y="152353"/>
                  <a:pt x="1572258" y="133452"/>
                </a:cubicBezTo>
                <a:lnTo>
                  <a:pt x="1572258" y="28486"/>
                </a:lnTo>
                <a:cubicBezTo>
                  <a:pt x="1572258" y="13689"/>
                  <a:pt x="1573169" y="4528"/>
                  <a:pt x="1573169" y="4528"/>
                </a:cubicBezTo>
                <a:cubicBezTo>
                  <a:pt x="1573169" y="2916"/>
                  <a:pt x="1572258" y="2221"/>
                  <a:pt x="1570208" y="2221"/>
                </a:cubicBezTo>
                <a:cubicBezTo>
                  <a:pt x="1564515" y="4528"/>
                  <a:pt x="1547432" y="7756"/>
                  <a:pt x="1538323" y="8448"/>
                </a:cubicBezTo>
                <a:cubicBezTo>
                  <a:pt x="1537868" y="10272"/>
                  <a:pt x="1538323" y="13914"/>
                  <a:pt x="1539689" y="15284"/>
                </a:cubicBezTo>
                <a:cubicBezTo>
                  <a:pt x="1552898" y="16191"/>
                  <a:pt x="1554264" y="16875"/>
                  <a:pt x="1554264" y="33952"/>
                </a:cubicBezTo>
                <a:lnTo>
                  <a:pt x="1554264" y="133452"/>
                </a:lnTo>
                <a:close/>
                <a:moveTo>
                  <a:pt x="1620995" y="97008"/>
                </a:moveTo>
                <a:cubicBezTo>
                  <a:pt x="1625321" y="71382"/>
                  <a:pt x="1641265" y="69343"/>
                  <a:pt x="1646732" y="69343"/>
                </a:cubicBezTo>
                <a:cubicBezTo>
                  <a:pt x="1655385" y="69343"/>
                  <a:pt x="1665633" y="74107"/>
                  <a:pt x="1665633" y="93154"/>
                </a:cubicBezTo>
                <a:cubicBezTo>
                  <a:pt x="1665633" y="95194"/>
                  <a:pt x="1664722" y="96330"/>
                  <a:pt x="1662217" y="96330"/>
                </a:cubicBezTo>
                <a:lnTo>
                  <a:pt x="1620995" y="97008"/>
                </a:lnTo>
                <a:moveTo>
                  <a:pt x="1680663" y="140020"/>
                </a:moveTo>
                <a:cubicBezTo>
                  <a:pt x="1672239" y="148669"/>
                  <a:pt x="1665633" y="152308"/>
                  <a:pt x="1652424" y="152308"/>
                </a:cubicBezTo>
                <a:cubicBezTo>
                  <a:pt x="1644226" y="152308"/>
                  <a:pt x="1634659" y="147529"/>
                  <a:pt x="1627601" y="135926"/>
                </a:cubicBezTo>
                <a:cubicBezTo>
                  <a:pt x="1623045" y="128416"/>
                  <a:pt x="1620310" y="117949"/>
                  <a:pt x="1620310" y="104751"/>
                </a:cubicBezTo>
                <a:lnTo>
                  <a:pt x="1680892" y="105206"/>
                </a:lnTo>
                <a:cubicBezTo>
                  <a:pt x="1683623" y="105206"/>
                  <a:pt x="1685219" y="103840"/>
                  <a:pt x="1685219" y="101335"/>
                </a:cubicBezTo>
                <a:cubicBezTo>
                  <a:pt x="1685219" y="82270"/>
                  <a:pt x="1678386" y="61826"/>
                  <a:pt x="1646732" y="61826"/>
                </a:cubicBezTo>
                <a:cubicBezTo>
                  <a:pt x="1626916" y="61826"/>
                  <a:pt x="1601180" y="80682"/>
                  <a:pt x="1601180" y="115218"/>
                </a:cubicBezTo>
                <a:cubicBezTo>
                  <a:pt x="1601180" y="127961"/>
                  <a:pt x="1604370" y="140249"/>
                  <a:pt x="1611887" y="148895"/>
                </a:cubicBezTo>
                <a:cubicBezTo>
                  <a:pt x="1619629" y="158003"/>
                  <a:pt x="1630332" y="163466"/>
                  <a:pt x="1646732" y="163466"/>
                </a:cubicBezTo>
                <a:cubicBezTo>
                  <a:pt x="1664038" y="163466"/>
                  <a:pt x="1676336" y="155498"/>
                  <a:pt x="1685448" y="143662"/>
                </a:cubicBezTo>
                <a:cubicBezTo>
                  <a:pt x="1684763" y="141385"/>
                  <a:pt x="1683398" y="140249"/>
                  <a:pt x="1680663" y="140020"/>
                </a:cubicBezTo>
                <a:close/>
                <a:moveTo>
                  <a:pt x="1736461" y="79615"/>
                </a:moveTo>
                <a:cubicBezTo>
                  <a:pt x="1735096" y="81210"/>
                  <a:pt x="1733730" y="81669"/>
                  <a:pt x="1733730" y="79615"/>
                </a:cubicBezTo>
                <a:cubicBezTo>
                  <a:pt x="1733501" y="73461"/>
                  <a:pt x="1733045" y="64578"/>
                  <a:pt x="1731905" y="62299"/>
                </a:cubicBezTo>
                <a:cubicBezTo>
                  <a:pt x="1731450" y="61159"/>
                  <a:pt x="1730995" y="60478"/>
                  <a:pt x="1729174" y="60478"/>
                </a:cubicBezTo>
                <a:cubicBezTo>
                  <a:pt x="1722797" y="62983"/>
                  <a:pt x="1716876" y="65033"/>
                  <a:pt x="1701161" y="67080"/>
                </a:cubicBezTo>
                <a:cubicBezTo>
                  <a:pt x="1700706" y="68449"/>
                  <a:pt x="1701161" y="72091"/>
                  <a:pt x="1701616" y="73461"/>
                </a:cubicBezTo>
                <a:cubicBezTo>
                  <a:pt x="1713915" y="74600"/>
                  <a:pt x="1716420" y="75740"/>
                  <a:pt x="1716420" y="88963"/>
                </a:cubicBezTo>
                <a:lnTo>
                  <a:pt x="1716420" y="133424"/>
                </a:lnTo>
                <a:cubicBezTo>
                  <a:pt x="1716420" y="152120"/>
                  <a:pt x="1714144" y="153034"/>
                  <a:pt x="1700476" y="154174"/>
                </a:cubicBezTo>
                <a:cubicBezTo>
                  <a:pt x="1699111" y="155540"/>
                  <a:pt x="1699111" y="160321"/>
                  <a:pt x="1700476" y="161687"/>
                </a:cubicBezTo>
                <a:cubicBezTo>
                  <a:pt x="1707312" y="161461"/>
                  <a:pt x="1716420" y="161232"/>
                  <a:pt x="1725529" y="161232"/>
                </a:cubicBezTo>
                <a:cubicBezTo>
                  <a:pt x="1734640" y="161232"/>
                  <a:pt x="1741472" y="161461"/>
                  <a:pt x="1748305" y="161687"/>
                </a:cubicBezTo>
                <a:cubicBezTo>
                  <a:pt x="1749670" y="160321"/>
                  <a:pt x="1749670" y="155540"/>
                  <a:pt x="1748305" y="154174"/>
                </a:cubicBezTo>
                <a:cubicBezTo>
                  <a:pt x="1736691" y="153034"/>
                  <a:pt x="1734411" y="152120"/>
                  <a:pt x="1734411" y="133424"/>
                </a:cubicBezTo>
                <a:lnTo>
                  <a:pt x="1734411" y="96032"/>
                </a:lnTo>
                <a:cubicBezTo>
                  <a:pt x="1734411" y="91243"/>
                  <a:pt x="1736461" y="88508"/>
                  <a:pt x="1738282" y="86458"/>
                </a:cubicBezTo>
                <a:cubicBezTo>
                  <a:pt x="1746939" y="78020"/>
                  <a:pt x="1757187" y="73002"/>
                  <a:pt x="1766069" y="73002"/>
                </a:cubicBezTo>
                <a:cubicBezTo>
                  <a:pt x="1770625" y="73002"/>
                  <a:pt x="1775407" y="75966"/>
                  <a:pt x="1778138" y="81210"/>
                </a:cubicBezTo>
                <a:cubicBezTo>
                  <a:pt x="1780418" y="85773"/>
                  <a:pt x="1780873" y="91927"/>
                  <a:pt x="1780873" y="98766"/>
                </a:cubicBezTo>
                <a:lnTo>
                  <a:pt x="1780873" y="133424"/>
                </a:lnTo>
                <a:cubicBezTo>
                  <a:pt x="1780873" y="152120"/>
                  <a:pt x="1778594" y="153034"/>
                  <a:pt x="1766751" y="154174"/>
                </a:cubicBezTo>
                <a:cubicBezTo>
                  <a:pt x="1765614" y="155540"/>
                  <a:pt x="1765614" y="160321"/>
                  <a:pt x="1766751" y="161687"/>
                </a:cubicBezTo>
                <a:cubicBezTo>
                  <a:pt x="1773586" y="161461"/>
                  <a:pt x="1780873" y="161232"/>
                  <a:pt x="1789982" y="161232"/>
                </a:cubicBezTo>
                <a:cubicBezTo>
                  <a:pt x="1799093" y="161232"/>
                  <a:pt x="1807291" y="161461"/>
                  <a:pt x="1814123" y="161687"/>
                </a:cubicBezTo>
                <a:cubicBezTo>
                  <a:pt x="1815263" y="160321"/>
                  <a:pt x="1815263" y="155540"/>
                  <a:pt x="1814123" y="154174"/>
                </a:cubicBezTo>
                <a:cubicBezTo>
                  <a:pt x="1801370" y="153034"/>
                  <a:pt x="1798864" y="152120"/>
                  <a:pt x="1798864" y="133424"/>
                </a:cubicBezTo>
                <a:lnTo>
                  <a:pt x="1798864" y="99451"/>
                </a:lnTo>
                <a:cubicBezTo>
                  <a:pt x="1798864" y="86913"/>
                  <a:pt x="1797954" y="75966"/>
                  <a:pt x="1792717" y="68905"/>
                </a:cubicBezTo>
                <a:cubicBezTo>
                  <a:pt x="1788842" y="63894"/>
                  <a:pt x="1781784" y="61159"/>
                  <a:pt x="1773812" y="61159"/>
                </a:cubicBezTo>
                <a:cubicBezTo>
                  <a:pt x="1762653" y="61159"/>
                  <a:pt x="1749900" y="64119"/>
                  <a:pt x="1736461" y="79615"/>
                </a:cubicBezTo>
                <a:close/>
                <a:moveTo>
                  <a:pt x="1890647" y="97654"/>
                </a:moveTo>
                <a:cubicBezTo>
                  <a:pt x="1890647" y="118877"/>
                  <a:pt x="1879941" y="123210"/>
                  <a:pt x="1871513" y="123210"/>
                </a:cubicBezTo>
                <a:cubicBezTo>
                  <a:pt x="1852383" y="123210"/>
                  <a:pt x="1850336" y="107013"/>
                  <a:pt x="1850336" y="92407"/>
                </a:cubicBezTo>
                <a:cubicBezTo>
                  <a:pt x="1850336" y="76435"/>
                  <a:pt x="1856028" y="68220"/>
                  <a:pt x="1868556" y="68220"/>
                </a:cubicBezTo>
                <a:cubicBezTo>
                  <a:pt x="1882901" y="68220"/>
                  <a:pt x="1890647" y="78718"/>
                  <a:pt x="1890647" y="97654"/>
                </a:cubicBezTo>
                <a:moveTo>
                  <a:pt x="1848056" y="163456"/>
                </a:moveTo>
                <a:cubicBezTo>
                  <a:pt x="1850562" y="164140"/>
                  <a:pt x="1854207" y="164599"/>
                  <a:pt x="1857168" y="164599"/>
                </a:cubicBezTo>
                <a:cubicBezTo>
                  <a:pt x="1864226" y="164599"/>
                  <a:pt x="1870603" y="163911"/>
                  <a:pt x="1873793" y="163911"/>
                </a:cubicBezTo>
                <a:cubicBezTo>
                  <a:pt x="1885181" y="163911"/>
                  <a:pt x="1894745" y="164140"/>
                  <a:pt x="1901351" y="167796"/>
                </a:cubicBezTo>
                <a:cubicBezTo>
                  <a:pt x="1910233" y="172821"/>
                  <a:pt x="1912965" y="176018"/>
                  <a:pt x="1912965" y="181957"/>
                </a:cubicBezTo>
                <a:cubicBezTo>
                  <a:pt x="1912965" y="198405"/>
                  <a:pt x="1888823" y="207086"/>
                  <a:pt x="1868327" y="207086"/>
                </a:cubicBezTo>
                <a:cubicBezTo>
                  <a:pt x="1860129" y="207086"/>
                  <a:pt x="1840998" y="200459"/>
                  <a:pt x="1840998" y="184929"/>
                </a:cubicBezTo>
                <a:cubicBezTo>
                  <a:pt x="1840998" y="177162"/>
                  <a:pt x="1841454" y="171452"/>
                  <a:pt x="1848056" y="163456"/>
                </a:cubicBezTo>
                <a:moveTo>
                  <a:pt x="1919116" y="73012"/>
                </a:moveTo>
                <a:cubicBezTo>
                  <a:pt x="1923442" y="73012"/>
                  <a:pt x="1927539" y="68905"/>
                  <a:pt x="1927539" y="64349"/>
                </a:cubicBezTo>
                <a:cubicBezTo>
                  <a:pt x="1927539" y="59567"/>
                  <a:pt x="1923213" y="55922"/>
                  <a:pt x="1917065" y="55922"/>
                </a:cubicBezTo>
                <a:cubicBezTo>
                  <a:pt x="1911144" y="55922"/>
                  <a:pt x="1900211" y="59793"/>
                  <a:pt x="1894289" y="67539"/>
                </a:cubicBezTo>
                <a:cubicBezTo>
                  <a:pt x="1891558" y="65715"/>
                  <a:pt x="1884041" y="61159"/>
                  <a:pt x="1870603" y="61159"/>
                </a:cubicBezTo>
                <a:cubicBezTo>
                  <a:pt x="1850336" y="61159"/>
                  <a:pt x="1831661" y="74837"/>
                  <a:pt x="1831661" y="95830"/>
                </a:cubicBezTo>
                <a:cubicBezTo>
                  <a:pt x="1831661" y="108153"/>
                  <a:pt x="1837127" y="115225"/>
                  <a:pt x="1843504" y="121386"/>
                </a:cubicBezTo>
                <a:cubicBezTo>
                  <a:pt x="1837127" y="126856"/>
                  <a:pt x="1833482" y="136628"/>
                  <a:pt x="1833482" y="144346"/>
                </a:cubicBezTo>
                <a:cubicBezTo>
                  <a:pt x="1833482" y="152527"/>
                  <a:pt x="1838037" y="158903"/>
                  <a:pt x="1843959" y="161864"/>
                </a:cubicBezTo>
                <a:cubicBezTo>
                  <a:pt x="1831661" y="169165"/>
                  <a:pt x="1825284" y="179674"/>
                  <a:pt x="1825284" y="189495"/>
                </a:cubicBezTo>
                <a:cubicBezTo>
                  <a:pt x="1825284" y="209362"/>
                  <a:pt x="1843959" y="215510"/>
                  <a:pt x="1861495" y="215510"/>
                </a:cubicBezTo>
                <a:cubicBezTo>
                  <a:pt x="1892239" y="215510"/>
                  <a:pt x="1925492" y="200688"/>
                  <a:pt x="1925492" y="176018"/>
                </a:cubicBezTo>
                <a:cubicBezTo>
                  <a:pt x="1925492" y="168710"/>
                  <a:pt x="1922076" y="163001"/>
                  <a:pt x="1915470" y="157534"/>
                </a:cubicBezTo>
                <a:cubicBezTo>
                  <a:pt x="1906588" y="150247"/>
                  <a:pt x="1890647" y="150021"/>
                  <a:pt x="1882220" y="150021"/>
                </a:cubicBezTo>
                <a:cubicBezTo>
                  <a:pt x="1878120" y="150021"/>
                  <a:pt x="1872427" y="150476"/>
                  <a:pt x="1866961" y="151157"/>
                </a:cubicBezTo>
                <a:cubicBezTo>
                  <a:pt x="1863545" y="151387"/>
                  <a:pt x="1861265" y="151616"/>
                  <a:pt x="1860129" y="151616"/>
                </a:cubicBezTo>
                <a:cubicBezTo>
                  <a:pt x="1853523" y="151616"/>
                  <a:pt x="1845551" y="148433"/>
                  <a:pt x="1845551" y="138671"/>
                </a:cubicBezTo>
                <a:cubicBezTo>
                  <a:pt x="1845551" y="134133"/>
                  <a:pt x="1846920" y="129361"/>
                  <a:pt x="1849651" y="125490"/>
                </a:cubicBezTo>
                <a:cubicBezTo>
                  <a:pt x="1855118" y="128677"/>
                  <a:pt x="1861495" y="130272"/>
                  <a:pt x="1870377" y="130272"/>
                </a:cubicBezTo>
                <a:cubicBezTo>
                  <a:pt x="1890418" y="130272"/>
                  <a:pt x="1908864" y="117737"/>
                  <a:pt x="1908864" y="95375"/>
                </a:cubicBezTo>
                <a:cubicBezTo>
                  <a:pt x="1908864" y="84651"/>
                  <a:pt x="1905677" y="78489"/>
                  <a:pt x="1899071" y="71643"/>
                </a:cubicBezTo>
                <a:cubicBezTo>
                  <a:pt x="1900666" y="69360"/>
                  <a:pt x="1905222" y="66170"/>
                  <a:pt x="1908183" y="66170"/>
                </a:cubicBezTo>
                <a:cubicBezTo>
                  <a:pt x="1909778" y="66170"/>
                  <a:pt x="1911370" y="66854"/>
                  <a:pt x="1912739" y="68905"/>
                </a:cubicBezTo>
                <a:cubicBezTo>
                  <a:pt x="1913649" y="70729"/>
                  <a:pt x="1916610" y="73012"/>
                  <a:pt x="1919116" y="73012"/>
                </a:cubicBezTo>
                <a:close/>
                <a:moveTo>
                  <a:pt x="1941662" y="63605"/>
                </a:moveTo>
                <a:cubicBezTo>
                  <a:pt x="1938472" y="63605"/>
                  <a:pt x="1937561" y="66340"/>
                  <a:pt x="1937561" y="68161"/>
                </a:cubicBezTo>
                <a:lnTo>
                  <a:pt x="1937561" y="71122"/>
                </a:lnTo>
                <a:cubicBezTo>
                  <a:pt x="1937561" y="72262"/>
                  <a:pt x="1937787" y="72488"/>
                  <a:pt x="1938701" y="72488"/>
                </a:cubicBezTo>
                <a:lnTo>
                  <a:pt x="1952136" y="72488"/>
                </a:lnTo>
                <a:lnTo>
                  <a:pt x="1952136" y="140937"/>
                </a:lnTo>
                <a:cubicBezTo>
                  <a:pt x="1952136" y="157089"/>
                  <a:pt x="1959197" y="163466"/>
                  <a:pt x="1969671" y="163466"/>
                </a:cubicBezTo>
                <a:cubicBezTo>
                  <a:pt x="1980149" y="163466"/>
                  <a:pt x="1991537" y="158459"/>
                  <a:pt x="2000419" y="148440"/>
                </a:cubicBezTo>
                <a:cubicBezTo>
                  <a:pt x="1999964" y="146167"/>
                  <a:pt x="1998598" y="144801"/>
                  <a:pt x="1996319" y="144576"/>
                </a:cubicBezTo>
                <a:cubicBezTo>
                  <a:pt x="1990397" y="149124"/>
                  <a:pt x="1983565" y="150942"/>
                  <a:pt x="1977643" y="150942"/>
                </a:cubicBezTo>
                <a:cubicBezTo>
                  <a:pt x="1971496" y="150942"/>
                  <a:pt x="1970130" y="144120"/>
                  <a:pt x="1970130" y="130022"/>
                </a:cubicBezTo>
                <a:lnTo>
                  <a:pt x="1970130" y="72488"/>
                </a:lnTo>
                <a:lnTo>
                  <a:pt x="1993813" y="72488"/>
                </a:lnTo>
                <a:cubicBezTo>
                  <a:pt x="1996093" y="72488"/>
                  <a:pt x="1999279" y="71577"/>
                  <a:pt x="1999279" y="69527"/>
                </a:cubicBezTo>
                <a:lnTo>
                  <a:pt x="1999279" y="64974"/>
                </a:lnTo>
                <a:cubicBezTo>
                  <a:pt x="1999279" y="64064"/>
                  <a:pt x="1998598" y="63605"/>
                  <a:pt x="1997458" y="63605"/>
                </a:cubicBezTo>
                <a:lnTo>
                  <a:pt x="1970130" y="63605"/>
                </a:lnTo>
                <a:lnTo>
                  <a:pt x="1970130" y="54726"/>
                </a:lnTo>
                <a:cubicBezTo>
                  <a:pt x="1970130" y="39922"/>
                  <a:pt x="1971041" y="30810"/>
                  <a:pt x="1971041" y="30810"/>
                </a:cubicBezTo>
                <a:cubicBezTo>
                  <a:pt x="1971041" y="29445"/>
                  <a:pt x="1970356" y="28760"/>
                  <a:pt x="1969216" y="28760"/>
                </a:cubicBezTo>
                <a:cubicBezTo>
                  <a:pt x="1968306" y="28760"/>
                  <a:pt x="1966255" y="29674"/>
                  <a:pt x="1964208" y="30810"/>
                </a:cubicBezTo>
                <a:cubicBezTo>
                  <a:pt x="1961703" y="32180"/>
                  <a:pt x="1959423" y="33316"/>
                  <a:pt x="1956462" y="34001"/>
                </a:cubicBezTo>
                <a:cubicBezTo>
                  <a:pt x="1953731" y="34911"/>
                  <a:pt x="1951455" y="35596"/>
                  <a:pt x="1951455" y="37187"/>
                </a:cubicBezTo>
                <a:cubicBezTo>
                  <a:pt x="1951455" y="39922"/>
                  <a:pt x="1952136" y="38327"/>
                  <a:pt x="1952136" y="63605"/>
                </a:cubicBezTo>
                <a:lnTo>
                  <a:pt x="1941662" y="63605"/>
                </a:lnTo>
                <a:close/>
                <a:moveTo>
                  <a:pt x="2041869" y="96032"/>
                </a:moveTo>
                <a:cubicBezTo>
                  <a:pt x="2041869" y="91243"/>
                  <a:pt x="2043919" y="88508"/>
                  <a:pt x="2045740" y="86458"/>
                </a:cubicBezTo>
                <a:cubicBezTo>
                  <a:pt x="2054396" y="78020"/>
                  <a:pt x="2066010" y="73002"/>
                  <a:pt x="2074893" y="73002"/>
                </a:cubicBezTo>
                <a:cubicBezTo>
                  <a:pt x="2079445" y="73002"/>
                  <a:pt x="2084230" y="75966"/>
                  <a:pt x="2086962" y="81210"/>
                </a:cubicBezTo>
                <a:cubicBezTo>
                  <a:pt x="2089241" y="85773"/>
                  <a:pt x="2089697" y="91927"/>
                  <a:pt x="2089697" y="98766"/>
                </a:cubicBezTo>
                <a:lnTo>
                  <a:pt x="2089697" y="133424"/>
                </a:lnTo>
                <a:cubicBezTo>
                  <a:pt x="2089697" y="152120"/>
                  <a:pt x="2087417" y="153034"/>
                  <a:pt x="2075574" y="154174"/>
                </a:cubicBezTo>
                <a:cubicBezTo>
                  <a:pt x="2074437" y="155540"/>
                  <a:pt x="2074437" y="160321"/>
                  <a:pt x="2075574" y="161687"/>
                </a:cubicBezTo>
                <a:cubicBezTo>
                  <a:pt x="2081951" y="161461"/>
                  <a:pt x="2089697" y="161232"/>
                  <a:pt x="2098805" y="161232"/>
                </a:cubicBezTo>
                <a:cubicBezTo>
                  <a:pt x="2107917" y="161232"/>
                  <a:pt x="2115430" y="161461"/>
                  <a:pt x="2122947" y="161687"/>
                </a:cubicBezTo>
                <a:cubicBezTo>
                  <a:pt x="2124086" y="160321"/>
                  <a:pt x="2124086" y="155540"/>
                  <a:pt x="2122947" y="154174"/>
                </a:cubicBezTo>
                <a:cubicBezTo>
                  <a:pt x="2110193" y="153034"/>
                  <a:pt x="2107687" y="152120"/>
                  <a:pt x="2107687" y="133424"/>
                </a:cubicBezTo>
                <a:lnTo>
                  <a:pt x="2107687" y="99451"/>
                </a:lnTo>
                <a:cubicBezTo>
                  <a:pt x="2107687" y="86913"/>
                  <a:pt x="2106777" y="75740"/>
                  <a:pt x="2101540" y="68905"/>
                </a:cubicBezTo>
                <a:cubicBezTo>
                  <a:pt x="2097665" y="63894"/>
                  <a:pt x="2090607" y="61159"/>
                  <a:pt x="2082635" y="61159"/>
                </a:cubicBezTo>
                <a:cubicBezTo>
                  <a:pt x="2071477" y="61159"/>
                  <a:pt x="2057812" y="64119"/>
                  <a:pt x="2043919" y="79615"/>
                </a:cubicBezTo>
                <a:cubicBezTo>
                  <a:pt x="2043234" y="80529"/>
                  <a:pt x="2041639" y="82809"/>
                  <a:pt x="2041639" y="79615"/>
                </a:cubicBezTo>
                <a:lnTo>
                  <a:pt x="2041869" y="28340"/>
                </a:lnTo>
                <a:cubicBezTo>
                  <a:pt x="2041869" y="13529"/>
                  <a:pt x="2042779" y="4469"/>
                  <a:pt x="2042779" y="4469"/>
                </a:cubicBezTo>
                <a:cubicBezTo>
                  <a:pt x="2042779" y="2898"/>
                  <a:pt x="2041869" y="2221"/>
                  <a:pt x="2039818" y="2221"/>
                </a:cubicBezTo>
                <a:cubicBezTo>
                  <a:pt x="2034126" y="4469"/>
                  <a:pt x="2017046" y="7614"/>
                  <a:pt x="2007934" y="8288"/>
                </a:cubicBezTo>
                <a:cubicBezTo>
                  <a:pt x="2007479" y="10113"/>
                  <a:pt x="2007934" y="13755"/>
                  <a:pt x="2009300" y="15120"/>
                </a:cubicBezTo>
                <a:cubicBezTo>
                  <a:pt x="2021143" y="15805"/>
                  <a:pt x="2023878" y="14665"/>
                  <a:pt x="2023878" y="33809"/>
                </a:cubicBezTo>
                <a:lnTo>
                  <a:pt x="2023878" y="133424"/>
                </a:lnTo>
                <a:cubicBezTo>
                  <a:pt x="2023878" y="152349"/>
                  <a:pt x="2021143" y="153260"/>
                  <a:pt x="2007934" y="154174"/>
                </a:cubicBezTo>
                <a:cubicBezTo>
                  <a:pt x="2006568" y="155540"/>
                  <a:pt x="2006568" y="160321"/>
                  <a:pt x="2007934" y="161687"/>
                </a:cubicBezTo>
                <a:cubicBezTo>
                  <a:pt x="2015451" y="161461"/>
                  <a:pt x="2023878" y="161232"/>
                  <a:pt x="2032986" y="161232"/>
                </a:cubicBezTo>
                <a:cubicBezTo>
                  <a:pt x="2041639" y="161232"/>
                  <a:pt x="2049156" y="161461"/>
                  <a:pt x="2055533" y="161687"/>
                </a:cubicBezTo>
                <a:cubicBezTo>
                  <a:pt x="2056898" y="160321"/>
                  <a:pt x="2056898" y="155540"/>
                  <a:pt x="2055533" y="154174"/>
                </a:cubicBezTo>
                <a:cubicBezTo>
                  <a:pt x="2043919" y="153260"/>
                  <a:pt x="2041869" y="152349"/>
                  <a:pt x="2041869" y="133424"/>
                </a:cubicBezTo>
                <a:lnTo>
                  <a:pt x="2041869" y="96032"/>
                </a:lnTo>
                <a:close/>
                <a:moveTo>
                  <a:pt x="2193319" y="103851"/>
                </a:moveTo>
                <a:cubicBezTo>
                  <a:pt x="2193319" y="114102"/>
                  <a:pt x="2194229" y="166709"/>
                  <a:pt x="2241602" y="207705"/>
                </a:cubicBezTo>
                <a:cubicBezTo>
                  <a:pt x="2243878" y="207249"/>
                  <a:pt x="2245699" y="205654"/>
                  <a:pt x="2246384" y="203833"/>
                </a:cubicBezTo>
                <a:cubicBezTo>
                  <a:pt x="2238867" y="195177"/>
                  <a:pt x="2212224" y="163748"/>
                  <a:pt x="2212224" y="103851"/>
                </a:cubicBezTo>
                <a:cubicBezTo>
                  <a:pt x="2212224" y="43953"/>
                  <a:pt x="2239097" y="12524"/>
                  <a:pt x="2246384" y="4327"/>
                </a:cubicBezTo>
                <a:cubicBezTo>
                  <a:pt x="2245699" y="2050"/>
                  <a:pt x="2244108" y="455"/>
                  <a:pt x="2241602" y="226"/>
                </a:cubicBezTo>
                <a:cubicBezTo>
                  <a:pt x="2214500" y="23457"/>
                  <a:pt x="2193319" y="61492"/>
                  <a:pt x="2193319" y="1038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ˆ">
            <a:extLst xmlns:a="http://schemas.openxmlformats.org/drawingml/2006/main">
              <a:ext uri="{FF2B5EF4-FFF2-40B4-BE49-F238E27FC236}">
                <a16:creationId xmlns:a16="http://schemas.microsoft.com/office/drawing/2014/main" id="{0C9AF72D-AA3B-42BC-9AE3-E7DE94CE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650" y="1154188"/>
            <a:ext cx="57392" cy="36440"/>
          </a:xfrm>
          <a:custGeom xmlns:a="http://schemas.openxmlformats.org/drawingml/2006/main">
            <a:pathLst>
              <a:path w="57392" h="36440">
                <a:moveTo>
                  <a:pt x="32569" y="685"/>
                </a:moveTo>
                <a:cubicBezTo>
                  <a:pt x="30063" y="0"/>
                  <a:pt x="27784" y="229"/>
                  <a:pt x="25278" y="685"/>
                </a:cubicBezTo>
                <a:cubicBezTo>
                  <a:pt x="18675" y="11162"/>
                  <a:pt x="8198" y="23457"/>
                  <a:pt x="0" y="32569"/>
                </a:cubicBezTo>
                <a:cubicBezTo>
                  <a:pt x="1366" y="34619"/>
                  <a:pt x="2961" y="35985"/>
                  <a:pt x="5011" y="36440"/>
                </a:cubicBezTo>
                <a:cubicBezTo>
                  <a:pt x="13894" y="31429"/>
                  <a:pt x="21407" y="24826"/>
                  <a:pt x="28694" y="17539"/>
                </a:cubicBezTo>
                <a:cubicBezTo>
                  <a:pt x="35526" y="24597"/>
                  <a:pt x="43498" y="30974"/>
                  <a:pt x="52155" y="36440"/>
                </a:cubicBezTo>
                <a:cubicBezTo>
                  <a:pt x="54201" y="35985"/>
                  <a:pt x="56252" y="34164"/>
                  <a:pt x="57392" y="32569"/>
                </a:cubicBezTo>
                <a:cubicBezTo>
                  <a:pt x="49194" y="23457"/>
                  <a:pt x="39172" y="11388"/>
                  <a:pt x="32569" y="6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s">
            <a:extLst xmlns:a="http://schemas.openxmlformats.org/drawingml/2006/main">
              <a:ext uri="{FF2B5EF4-FFF2-40B4-BE49-F238E27FC236}">
                <a16:creationId xmlns:a16="http://schemas.microsoft.com/office/drawing/2014/main" id="{A2BC9162-9332-4925-8B5A-35C3B526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843" y="1212545"/>
            <a:ext cx="87226" cy="108757"/>
          </a:xfrm>
          <a:custGeom xmlns:a="http://schemas.openxmlformats.org/drawingml/2006/main">
            <a:pathLst>
              <a:path w="87226" h="108757">
                <a:moveTo>
                  <a:pt x="85405" y="16396"/>
                </a:moveTo>
                <a:cubicBezTo>
                  <a:pt x="75612" y="5466"/>
                  <a:pt x="62629" y="0"/>
                  <a:pt x="46688" y="0"/>
                </a:cubicBezTo>
                <a:cubicBezTo>
                  <a:pt x="40996" y="0"/>
                  <a:pt x="35530" y="914"/>
                  <a:pt x="30744" y="2280"/>
                </a:cubicBezTo>
                <a:cubicBezTo>
                  <a:pt x="25737" y="4101"/>
                  <a:pt x="21407" y="6151"/>
                  <a:pt x="17991" y="8657"/>
                </a:cubicBezTo>
                <a:cubicBezTo>
                  <a:pt x="14349" y="11162"/>
                  <a:pt x="11614" y="14119"/>
                  <a:pt x="9567" y="17532"/>
                </a:cubicBezTo>
                <a:cubicBezTo>
                  <a:pt x="7517" y="20945"/>
                  <a:pt x="6606" y="24354"/>
                  <a:pt x="6606" y="27996"/>
                </a:cubicBezTo>
                <a:cubicBezTo>
                  <a:pt x="6606" y="31405"/>
                  <a:pt x="7287" y="34362"/>
                  <a:pt x="8427" y="37319"/>
                </a:cubicBezTo>
                <a:cubicBezTo>
                  <a:pt x="9567" y="40051"/>
                  <a:pt x="11159" y="42553"/>
                  <a:pt x="13209" y="44600"/>
                </a:cubicBezTo>
                <a:cubicBezTo>
                  <a:pt x="15259" y="46872"/>
                  <a:pt x="17310" y="48693"/>
                  <a:pt x="19815" y="50514"/>
                </a:cubicBezTo>
                <a:cubicBezTo>
                  <a:pt x="22321" y="51877"/>
                  <a:pt x="26192" y="53923"/>
                  <a:pt x="31658" y="55970"/>
                </a:cubicBezTo>
                <a:cubicBezTo>
                  <a:pt x="33705" y="56655"/>
                  <a:pt x="38261" y="58017"/>
                  <a:pt x="44867" y="60067"/>
                </a:cubicBezTo>
                <a:cubicBezTo>
                  <a:pt x="54660" y="63021"/>
                  <a:pt x="61263" y="65753"/>
                  <a:pt x="64908" y="68481"/>
                </a:cubicBezTo>
                <a:cubicBezTo>
                  <a:pt x="68550" y="71212"/>
                  <a:pt x="70375" y="74625"/>
                  <a:pt x="70375" y="78489"/>
                </a:cubicBezTo>
                <a:cubicBezTo>
                  <a:pt x="70375" y="80991"/>
                  <a:pt x="69690" y="83267"/>
                  <a:pt x="68095" y="85540"/>
                </a:cubicBezTo>
                <a:cubicBezTo>
                  <a:pt x="66503" y="87361"/>
                  <a:pt x="64453" y="89182"/>
                  <a:pt x="62173" y="90544"/>
                </a:cubicBezTo>
                <a:cubicBezTo>
                  <a:pt x="59442" y="92136"/>
                  <a:pt x="56711" y="93276"/>
                  <a:pt x="53520" y="93957"/>
                </a:cubicBezTo>
                <a:cubicBezTo>
                  <a:pt x="50560" y="94638"/>
                  <a:pt x="47373" y="95093"/>
                  <a:pt x="44412" y="95093"/>
                </a:cubicBezTo>
                <a:cubicBezTo>
                  <a:pt x="41451" y="95093"/>
                  <a:pt x="38716" y="94867"/>
                  <a:pt x="35756" y="94412"/>
                </a:cubicBezTo>
                <a:cubicBezTo>
                  <a:pt x="32795" y="93957"/>
                  <a:pt x="30289" y="93276"/>
                  <a:pt x="28013" y="92136"/>
                </a:cubicBezTo>
                <a:cubicBezTo>
                  <a:pt x="23002" y="90089"/>
                  <a:pt x="19360" y="88042"/>
                  <a:pt x="16854" y="86451"/>
                </a:cubicBezTo>
                <a:cubicBezTo>
                  <a:pt x="14349" y="84630"/>
                  <a:pt x="12754" y="83038"/>
                  <a:pt x="11843" y="81676"/>
                </a:cubicBezTo>
                <a:cubicBezTo>
                  <a:pt x="10933" y="80310"/>
                  <a:pt x="10477" y="79174"/>
                  <a:pt x="10248" y="78263"/>
                </a:cubicBezTo>
                <a:cubicBezTo>
                  <a:pt x="10022" y="77127"/>
                  <a:pt x="9793" y="76442"/>
                  <a:pt x="9338" y="75987"/>
                </a:cubicBezTo>
                <a:lnTo>
                  <a:pt x="0" y="92365"/>
                </a:lnTo>
                <a:cubicBezTo>
                  <a:pt x="11843" y="103295"/>
                  <a:pt x="26418" y="108757"/>
                  <a:pt x="43957" y="108757"/>
                </a:cubicBezTo>
                <a:cubicBezTo>
                  <a:pt x="50560" y="108757"/>
                  <a:pt x="56711" y="107847"/>
                  <a:pt x="61948" y="106026"/>
                </a:cubicBezTo>
                <a:cubicBezTo>
                  <a:pt x="67185" y="104431"/>
                  <a:pt x="71740" y="101925"/>
                  <a:pt x="75612" y="98965"/>
                </a:cubicBezTo>
                <a:cubicBezTo>
                  <a:pt x="79483" y="96004"/>
                  <a:pt x="82218" y="92365"/>
                  <a:pt x="84265" y="88272"/>
                </a:cubicBezTo>
                <a:cubicBezTo>
                  <a:pt x="86315" y="84178"/>
                  <a:pt x="87226" y="79855"/>
                  <a:pt x="87226" y="75306"/>
                </a:cubicBezTo>
                <a:cubicBezTo>
                  <a:pt x="87226" y="68255"/>
                  <a:pt x="84494" y="62340"/>
                  <a:pt x="79028" y="57791"/>
                </a:cubicBezTo>
                <a:cubicBezTo>
                  <a:pt x="73791" y="52787"/>
                  <a:pt x="64453" y="48693"/>
                  <a:pt x="51470" y="45281"/>
                </a:cubicBezTo>
                <a:cubicBezTo>
                  <a:pt x="45778" y="43689"/>
                  <a:pt x="40996" y="42098"/>
                  <a:pt x="37580" y="40732"/>
                </a:cubicBezTo>
                <a:cubicBezTo>
                  <a:pt x="33935" y="39366"/>
                  <a:pt x="31203" y="38004"/>
                  <a:pt x="29153" y="36638"/>
                </a:cubicBezTo>
                <a:cubicBezTo>
                  <a:pt x="27102" y="35272"/>
                  <a:pt x="25737" y="33907"/>
                  <a:pt x="24823" y="32315"/>
                </a:cubicBezTo>
                <a:cubicBezTo>
                  <a:pt x="23912" y="30953"/>
                  <a:pt x="23457" y="29358"/>
                  <a:pt x="23457" y="27540"/>
                </a:cubicBezTo>
                <a:cubicBezTo>
                  <a:pt x="23457" y="25038"/>
                  <a:pt x="24142" y="22991"/>
                  <a:pt x="25282" y="20945"/>
                </a:cubicBezTo>
                <a:cubicBezTo>
                  <a:pt x="26418" y="19124"/>
                  <a:pt x="28013" y="17532"/>
                  <a:pt x="30289" y="16396"/>
                </a:cubicBezTo>
                <a:cubicBezTo>
                  <a:pt x="32114" y="15256"/>
                  <a:pt x="34619" y="14119"/>
                  <a:pt x="37121" y="13664"/>
                </a:cubicBezTo>
                <a:cubicBezTo>
                  <a:pt x="39856" y="12754"/>
                  <a:pt x="42588" y="12528"/>
                  <a:pt x="45548" y="12528"/>
                </a:cubicBezTo>
                <a:cubicBezTo>
                  <a:pt x="51925" y="12528"/>
                  <a:pt x="57621" y="14119"/>
                  <a:pt x="62629" y="16847"/>
                </a:cubicBezTo>
                <a:cubicBezTo>
                  <a:pt x="67640" y="20034"/>
                  <a:pt x="71511" y="23217"/>
                  <a:pt x="74246" y="26630"/>
                </a:cubicBezTo>
                <a:cubicBezTo>
                  <a:pt x="74472" y="27085"/>
                  <a:pt x="74701" y="27766"/>
                  <a:pt x="74701" y="28903"/>
                </a:cubicBezTo>
                <a:cubicBezTo>
                  <a:pt x="74701" y="30042"/>
                  <a:pt x="75156" y="30498"/>
                  <a:pt x="75841" y="30724"/>
                </a:cubicBezTo>
                <a:lnTo>
                  <a:pt x="85405" y="16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𝑗">
            <a:extLst xmlns:a="http://schemas.openxmlformats.org/drawingml/2006/main">
              <a:ext uri="{FF2B5EF4-FFF2-40B4-BE49-F238E27FC236}">
                <a16:creationId xmlns:a16="http://schemas.microsoft.com/office/drawing/2014/main" id="{28FF3850-C03D-4FCB-8EA6-F9FEA9B6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083" y="1244147"/>
            <a:ext cx="85251" cy="143731"/>
          </a:xfrm>
          <a:custGeom xmlns:a="http://schemas.openxmlformats.org/drawingml/2006/main">
            <a:pathLst>
              <a:path w="85251" h="143731">
                <a:moveTo>
                  <a:pt x="73247" y="52655"/>
                </a:moveTo>
                <a:cubicBezTo>
                  <a:pt x="75011" y="45593"/>
                  <a:pt x="77484" y="38887"/>
                  <a:pt x="77484" y="35887"/>
                </a:cubicBezTo>
                <a:cubicBezTo>
                  <a:pt x="77484" y="33412"/>
                  <a:pt x="75895" y="32173"/>
                  <a:pt x="72894" y="32173"/>
                </a:cubicBezTo>
                <a:cubicBezTo>
                  <a:pt x="65480" y="32173"/>
                  <a:pt x="55068" y="33412"/>
                  <a:pt x="44301" y="34473"/>
                </a:cubicBezTo>
                <a:cubicBezTo>
                  <a:pt x="42359" y="35887"/>
                  <a:pt x="43417" y="37829"/>
                  <a:pt x="44478" y="39418"/>
                </a:cubicBezTo>
                <a:lnTo>
                  <a:pt x="53301" y="40298"/>
                </a:lnTo>
                <a:cubicBezTo>
                  <a:pt x="55951" y="40651"/>
                  <a:pt x="57010" y="42946"/>
                  <a:pt x="57010" y="45593"/>
                </a:cubicBezTo>
                <a:cubicBezTo>
                  <a:pt x="57010" y="48066"/>
                  <a:pt x="56126" y="51772"/>
                  <a:pt x="54715" y="59361"/>
                </a:cubicBezTo>
                <a:lnTo>
                  <a:pt x="49420" y="78071"/>
                </a:lnTo>
                <a:cubicBezTo>
                  <a:pt x="44126" y="95369"/>
                  <a:pt x="42006" y="106312"/>
                  <a:pt x="37594" y="119021"/>
                </a:cubicBezTo>
                <a:cubicBezTo>
                  <a:pt x="32652" y="134200"/>
                  <a:pt x="25416" y="137375"/>
                  <a:pt x="21710" y="137375"/>
                </a:cubicBezTo>
                <a:cubicBezTo>
                  <a:pt x="15885" y="137375"/>
                  <a:pt x="16768" y="129786"/>
                  <a:pt x="6176" y="129786"/>
                </a:cubicBezTo>
                <a:cubicBezTo>
                  <a:pt x="3353" y="129786"/>
                  <a:pt x="0" y="131552"/>
                  <a:pt x="0" y="135258"/>
                </a:cubicBezTo>
                <a:cubicBezTo>
                  <a:pt x="0" y="140906"/>
                  <a:pt x="8470" y="143731"/>
                  <a:pt x="18179" y="143731"/>
                </a:cubicBezTo>
                <a:cubicBezTo>
                  <a:pt x="45890" y="143731"/>
                  <a:pt x="57890" y="110901"/>
                  <a:pt x="68836" y="67834"/>
                </a:cubicBezTo>
                <a:lnTo>
                  <a:pt x="73247" y="52655"/>
                </a:lnTo>
                <a:moveTo>
                  <a:pt x="62127" y="8473"/>
                </a:moveTo>
                <a:cubicBezTo>
                  <a:pt x="62127" y="13062"/>
                  <a:pt x="67600" y="16946"/>
                  <a:pt x="73778" y="16946"/>
                </a:cubicBezTo>
                <a:cubicBezTo>
                  <a:pt x="79953" y="16946"/>
                  <a:pt x="85251" y="13062"/>
                  <a:pt x="85251" y="8473"/>
                </a:cubicBezTo>
                <a:cubicBezTo>
                  <a:pt x="85251" y="3884"/>
                  <a:pt x="79953" y="0"/>
                  <a:pt x="73778" y="0"/>
                </a:cubicBezTo>
                <a:cubicBezTo>
                  <a:pt x="67600" y="0"/>
                  <a:pt x="62127" y="3884"/>
                  <a:pt x="62127" y="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Text .l)andOSproperties(p">
            <a:extLst xmlns:a="http://schemas.openxmlformats.org/drawingml/2006/main">
              <a:ext uri="{FF2B5EF4-FFF2-40B4-BE49-F238E27FC236}">
                <a16:creationId xmlns:a16="http://schemas.microsoft.com/office/drawing/2014/main" id="{9C733704-8027-4F3C-9212-C0F48DB2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752" y="1157837"/>
            <a:ext cx="2204340" cy="214620"/>
          </a:xfrm>
          <a:custGeom xmlns:a="http://schemas.openxmlformats.org/drawingml/2006/main">
            <a:pathLst>
              <a:path w="2204340" h="214620">
                <a:moveTo>
                  <a:pt x="0" y="151679"/>
                </a:moveTo>
                <a:cubicBezTo>
                  <a:pt x="0" y="158285"/>
                  <a:pt x="6377" y="163977"/>
                  <a:pt x="13894" y="163977"/>
                </a:cubicBezTo>
                <a:cubicBezTo>
                  <a:pt x="21410" y="163977"/>
                  <a:pt x="28013" y="158285"/>
                  <a:pt x="28013" y="151679"/>
                </a:cubicBezTo>
                <a:cubicBezTo>
                  <a:pt x="28013" y="145072"/>
                  <a:pt x="21410" y="139610"/>
                  <a:pt x="13894" y="139610"/>
                </a:cubicBezTo>
                <a:cubicBezTo>
                  <a:pt x="6377" y="139610"/>
                  <a:pt x="0" y="145072"/>
                  <a:pt x="0" y="151679"/>
                </a:cubicBezTo>
                <a:close/>
                <a:moveTo>
                  <a:pt x="64902" y="9782"/>
                </a:moveTo>
                <a:lnTo>
                  <a:pt x="64902" y="22995"/>
                </a:lnTo>
                <a:lnTo>
                  <a:pt x="94281" y="22995"/>
                </a:lnTo>
                <a:lnTo>
                  <a:pt x="94281" y="148033"/>
                </a:lnTo>
                <a:lnTo>
                  <a:pt x="63537" y="148033"/>
                </a:lnTo>
                <a:lnTo>
                  <a:pt x="63537" y="161242"/>
                </a:lnTo>
                <a:lnTo>
                  <a:pt x="141425" y="161242"/>
                </a:lnTo>
                <a:lnTo>
                  <a:pt x="141425" y="148033"/>
                </a:lnTo>
                <a:lnTo>
                  <a:pt x="110906" y="148033"/>
                </a:lnTo>
                <a:lnTo>
                  <a:pt x="110906" y="9782"/>
                </a:lnTo>
                <a:lnTo>
                  <a:pt x="64902" y="9782"/>
                </a:lnTo>
                <a:close/>
                <a:moveTo>
                  <a:pt x="217264" y="103851"/>
                </a:moveTo>
                <a:cubicBezTo>
                  <a:pt x="217264" y="93602"/>
                  <a:pt x="216354" y="40993"/>
                  <a:pt x="168981" y="0"/>
                </a:cubicBezTo>
                <a:cubicBezTo>
                  <a:pt x="166705" y="455"/>
                  <a:pt x="164880" y="2050"/>
                  <a:pt x="164199" y="3871"/>
                </a:cubicBezTo>
                <a:cubicBezTo>
                  <a:pt x="171712" y="12524"/>
                  <a:pt x="198360" y="43953"/>
                  <a:pt x="198360" y="103851"/>
                </a:cubicBezTo>
                <a:cubicBezTo>
                  <a:pt x="198360" y="163748"/>
                  <a:pt x="171486" y="195177"/>
                  <a:pt x="164199" y="203378"/>
                </a:cubicBezTo>
                <a:cubicBezTo>
                  <a:pt x="164880" y="205654"/>
                  <a:pt x="166475" y="207249"/>
                  <a:pt x="168981" y="207475"/>
                </a:cubicBezTo>
                <a:cubicBezTo>
                  <a:pt x="196083" y="184248"/>
                  <a:pt x="217264" y="146212"/>
                  <a:pt x="217264" y="103851"/>
                </a:cubicBezTo>
                <a:close/>
                <a:moveTo>
                  <a:pt x="350951" y="108101"/>
                </a:moveTo>
                <a:lnTo>
                  <a:pt x="350951" y="138178"/>
                </a:lnTo>
                <a:cubicBezTo>
                  <a:pt x="350951" y="141142"/>
                  <a:pt x="349582" y="142737"/>
                  <a:pt x="347761" y="144103"/>
                </a:cubicBezTo>
                <a:cubicBezTo>
                  <a:pt x="341840" y="148888"/>
                  <a:pt x="334097" y="154132"/>
                  <a:pt x="327720" y="154132"/>
                </a:cubicBezTo>
                <a:cubicBezTo>
                  <a:pt x="316332" y="154132"/>
                  <a:pt x="311321" y="145017"/>
                  <a:pt x="311321" y="137952"/>
                </a:cubicBezTo>
                <a:cubicBezTo>
                  <a:pt x="311321" y="127697"/>
                  <a:pt x="316106" y="117212"/>
                  <a:pt x="332957" y="112886"/>
                </a:cubicBezTo>
                <a:lnTo>
                  <a:pt x="350951" y="108101"/>
                </a:lnTo>
                <a:moveTo>
                  <a:pt x="350951" y="150257"/>
                </a:moveTo>
                <a:cubicBezTo>
                  <a:pt x="352317" y="157319"/>
                  <a:pt x="354823" y="163466"/>
                  <a:pt x="366211" y="163466"/>
                </a:cubicBezTo>
                <a:cubicBezTo>
                  <a:pt x="374864" y="163466"/>
                  <a:pt x="383061" y="159595"/>
                  <a:pt x="387843" y="155043"/>
                </a:cubicBezTo>
                <a:cubicBezTo>
                  <a:pt x="387388" y="152308"/>
                  <a:pt x="386478" y="150257"/>
                  <a:pt x="383972" y="148892"/>
                </a:cubicBezTo>
                <a:cubicBezTo>
                  <a:pt x="382380" y="150257"/>
                  <a:pt x="378506" y="152537"/>
                  <a:pt x="375545" y="152537"/>
                </a:cubicBezTo>
                <a:cubicBezTo>
                  <a:pt x="368942" y="152537"/>
                  <a:pt x="368713" y="143648"/>
                  <a:pt x="368713" y="133167"/>
                </a:cubicBezTo>
                <a:lnTo>
                  <a:pt x="368713" y="99667"/>
                </a:lnTo>
                <a:cubicBezTo>
                  <a:pt x="368713" y="67310"/>
                  <a:pt x="350951" y="61159"/>
                  <a:pt x="334323" y="61159"/>
                </a:cubicBezTo>
                <a:cubicBezTo>
                  <a:pt x="315648" y="61159"/>
                  <a:pt x="296746" y="73461"/>
                  <a:pt x="296746" y="86451"/>
                </a:cubicBezTo>
                <a:cubicBezTo>
                  <a:pt x="296746" y="91920"/>
                  <a:pt x="299478" y="94655"/>
                  <a:pt x="304718" y="94655"/>
                </a:cubicBezTo>
                <a:cubicBezTo>
                  <a:pt x="311321" y="94655"/>
                  <a:pt x="315422" y="89870"/>
                  <a:pt x="315422" y="86906"/>
                </a:cubicBezTo>
                <a:cubicBezTo>
                  <a:pt x="315422" y="85311"/>
                  <a:pt x="315192" y="83716"/>
                  <a:pt x="314737" y="82805"/>
                </a:cubicBezTo>
                <a:cubicBezTo>
                  <a:pt x="314511" y="82121"/>
                  <a:pt x="314282" y="80755"/>
                  <a:pt x="314282" y="78246"/>
                </a:cubicBezTo>
                <a:cubicBezTo>
                  <a:pt x="314282" y="71181"/>
                  <a:pt x="323849" y="68675"/>
                  <a:pt x="332502" y="68675"/>
                </a:cubicBezTo>
                <a:cubicBezTo>
                  <a:pt x="340244" y="68675"/>
                  <a:pt x="350951" y="72550"/>
                  <a:pt x="350951" y="98301"/>
                </a:cubicBezTo>
                <a:cubicBezTo>
                  <a:pt x="350951" y="99896"/>
                  <a:pt x="350267" y="100806"/>
                  <a:pt x="349582" y="101036"/>
                </a:cubicBezTo>
                <a:lnTo>
                  <a:pt x="329996" y="105821"/>
                </a:lnTo>
                <a:cubicBezTo>
                  <a:pt x="308134" y="111291"/>
                  <a:pt x="292420" y="123367"/>
                  <a:pt x="292420" y="138862"/>
                </a:cubicBezTo>
                <a:cubicBezTo>
                  <a:pt x="292420" y="157548"/>
                  <a:pt x="305174" y="163466"/>
                  <a:pt x="321114" y="163466"/>
                </a:cubicBezTo>
                <a:cubicBezTo>
                  <a:pt x="329086" y="163466"/>
                  <a:pt x="335918" y="161645"/>
                  <a:pt x="345940" y="153903"/>
                </a:cubicBezTo>
                <a:lnTo>
                  <a:pt x="350496" y="150257"/>
                </a:lnTo>
                <a:lnTo>
                  <a:pt x="350951" y="150257"/>
                </a:lnTo>
                <a:close/>
                <a:moveTo>
                  <a:pt x="430205" y="79615"/>
                </a:moveTo>
                <a:cubicBezTo>
                  <a:pt x="428839" y="81210"/>
                  <a:pt x="427473" y="81669"/>
                  <a:pt x="427473" y="79615"/>
                </a:cubicBezTo>
                <a:cubicBezTo>
                  <a:pt x="427244" y="73461"/>
                  <a:pt x="426789" y="64578"/>
                  <a:pt x="425649" y="62299"/>
                </a:cubicBezTo>
                <a:cubicBezTo>
                  <a:pt x="425194" y="61159"/>
                  <a:pt x="424738" y="60478"/>
                  <a:pt x="422917" y="60478"/>
                </a:cubicBezTo>
                <a:cubicBezTo>
                  <a:pt x="416540" y="62983"/>
                  <a:pt x="410619" y="65033"/>
                  <a:pt x="394904" y="67080"/>
                </a:cubicBezTo>
                <a:cubicBezTo>
                  <a:pt x="394449" y="68449"/>
                  <a:pt x="394904" y="72091"/>
                  <a:pt x="395360" y="73461"/>
                </a:cubicBezTo>
                <a:cubicBezTo>
                  <a:pt x="407658" y="74600"/>
                  <a:pt x="410164" y="75740"/>
                  <a:pt x="410164" y="88963"/>
                </a:cubicBezTo>
                <a:lnTo>
                  <a:pt x="410164" y="133424"/>
                </a:lnTo>
                <a:cubicBezTo>
                  <a:pt x="410164" y="152120"/>
                  <a:pt x="407887" y="153034"/>
                  <a:pt x="394220" y="154174"/>
                </a:cubicBezTo>
                <a:cubicBezTo>
                  <a:pt x="392854" y="155540"/>
                  <a:pt x="392854" y="160321"/>
                  <a:pt x="394220" y="161687"/>
                </a:cubicBezTo>
                <a:cubicBezTo>
                  <a:pt x="401055" y="161461"/>
                  <a:pt x="410164" y="161232"/>
                  <a:pt x="419272" y="161232"/>
                </a:cubicBezTo>
                <a:cubicBezTo>
                  <a:pt x="428384" y="161232"/>
                  <a:pt x="435216" y="161461"/>
                  <a:pt x="442048" y="161687"/>
                </a:cubicBezTo>
                <a:cubicBezTo>
                  <a:pt x="443414" y="160321"/>
                  <a:pt x="443414" y="155540"/>
                  <a:pt x="442048" y="154174"/>
                </a:cubicBezTo>
                <a:cubicBezTo>
                  <a:pt x="430434" y="153034"/>
                  <a:pt x="428154" y="152120"/>
                  <a:pt x="428154" y="133424"/>
                </a:cubicBezTo>
                <a:lnTo>
                  <a:pt x="428154" y="96032"/>
                </a:lnTo>
                <a:cubicBezTo>
                  <a:pt x="428154" y="91243"/>
                  <a:pt x="430205" y="88508"/>
                  <a:pt x="432026" y="86458"/>
                </a:cubicBezTo>
                <a:cubicBezTo>
                  <a:pt x="440682" y="78020"/>
                  <a:pt x="450930" y="73002"/>
                  <a:pt x="459813" y="73002"/>
                </a:cubicBezTo>
                <a:cubicBezTo>
                  <a:pt x="464369" y="73002"/>
                  <a:pt x="469150" y="75966"/>
                  <a:pt x="471882" y="81210"/>
                </a:cubicBezTo>
                <a:cubicBezTo>
                  <a:pt x="474161" y="85773"/>
                  <a:pt x="474617" y="91927"/>
                  <a:pt x="474617" y="98766"/>
                </a:cubicBezTo>
                <a:lnTo>
                  <a:pt x="474617" y="133424"/>
                </a:lnTo>
                <a:cubicBezTo>
                  <a:pt x="474617" y="152120"/>
                  <a:pt x="472337" y="153034"/>
                  <a:pt x="460494" y="154174"/>
                </a:cubicBezTo>
                <a:cubicBezTo>
                  <a:pt x="459357" y="155540"/>
                  <a:pt x="459357" y="160321"/>
                  <a:pt x="460494" y="161687"/>
                </a:cubicBezTo>
                <a:cubicBezTo>
                  <a:pt x="467329" y="161461"/>
                  <a:pt x="474617" y="161232"/>
                  <a:pt x="483725" y="161232"/>
                </a:cubicBezTo>
                <a:cubicBezTo>
                  <a:pt x="492837" y="161232"/>
                  <a:pt x="501035" y="161461"/>
                  <a:pt x="507867" y="161687"/>
                </a:cubicBezTo>
                <a:cubicBezTo>
                  <a:pt x="509007" y="160321"/>
                  <a:pt x="509007" y="155540"/>
                  <a:pt x="507867" y="154174"/>
                </a:cubicBezTo>
                <a:cubicBezTo>
                  <a:pt x="495113" y="153034"/>
                  <a:pt x="492607" y="152120"/>
                  <a:pt x="492607" y="133424"/>
                </a:cubicBezTo>
                <a:lnTo>
                  <a:pt x="492607" y="99451"/>
                </a:lnTo>
                <a:cubicBezTo>
                  <a:pt x="492607" y="86913"/>
                  <a:pt x="491697" y="75966"/>
                  <a:pt x="486460" y="68905"/>
                </a:cubicBezTo>
                <a:cubicBezTo>
                  <a:pt x="482585" y="63894"/>
                  <a:pt x="475527" y="61159"/>
                  <a:pt x="467555" y="61159"/>
                </a:cubicBezTo>
                <a:cubicBezTo>
                  <a:pt x="456397" y="61159"/>
                  <a:pt x="443643" y="64119"/>
                  <a:pt x="430205" y="79615"/>
                </a:cubicBezTo>
                <a:close/>
                <a:moveTo>
                  <a:pt x="590309" y="132937"/>
                </a:moveTo>
                <a:cubicBezTo>
                  <a:pt x="590309" y="137267"/>
                  <a:pt x="589854" y="139092"/>
                  <a:pt x="586667" y="141827"/>
                </a:cubicBezTo>
                <a:cubicBezTo>
                  <a:pt x="578240" y="149117"/>
                  <a:pt x="570952" y="152763"/>
                  <a:pt x="565257" y="152763"/>
                </a:cubicBezTo>
                <a:cubicBezTo>
                  <a:pt x="552962" y="152763"/>
                  <a:pt x="540208" y="139318"/>
                  <a:pt x="540208" y="110832"/>
                </a:cubicBezTo>
                <a:cubicBezTo>
                  <a:pt x="540208" y="94426"/>
                  <a:pt x="543395" y="85311"/>
                  <a:pt x="546811" y="80526"/>
                </a:cubicBezTo>
                <a:cubicBezTo>
                  <a:pt x="553872" y="69815"/>
                  <a:pt x="563436" y="69131"/>
                  <a:pt x="567992" y="69131"/>
                </a:cubicBezTo>
                <a:cubicBezTo>
                  <a:pt x="576189" y="69131"/>
                  <a:pt x="581885" y="72095"/>
                  <a:pt x="586438" y="77335"/>
                </a:cubicBezTo>
                <a:cubicBezTo>
                  <a:pt x="589628" y="80981"/>
                  <a:pt x="590309" y="82576"/>
                  <a:pt x="590309" y="89641"/>
                </a:cubicBezTo>
                <a:lnTo>
                  <a:pt x="590309" y="132937"/>
                </a:lnTo>
                <a:moveTo>
                  <a:pt x="587807" y="149802"/>
                </a:moveTo>
                <a:cubicBezTo>
                  <a:pt x="588943" y="148892"/>
                  <a:pt x="590993" y="148433"/>
                  <a:pt x="591223" y="150028"/>
                </a:cubicBezTo>
                <a:cubicBezTo>
                  <a:pt x="591904" y="155498"/>
                  <a:pt x="593728" y="163466"/>
                  <a:pt x="593728" y="163466"/>
                </a:cubicBezTo>
                <a:cubicBezTo>
                  <a:pt x="595549" y="164151"/>
                  <a:pt x="596686" y="163925"/>
                  <a:pt x="598055" y="163466"/>
                </a:cubicBezTo>
                <a:cubicBezTo>
                  <a:pt x="603063" y="159359"/>
                  <a:pt x="611035" y="155943"/>
                  <a:pt x="624928" y="154348"/>
                </a:cubicBezTo>
                <a:cubicBezTo>
                  <a:pt x="626294" y="152982"/>
                  <a:pt x="626294" y="149566"/>
                  <a:pt x="624928" y="148200"/>
                </a:cubicBezTo>
                <a:cubicBezTo>
                  <a:pt x="610353" y="147060"/>
                  <a:pt x="608303" y="142730"/>
                  <a:pt x="608303" y="131565"/>
                </a:cubicBezTo>
                <a:lnTo>
                  <a:pt x="608303" y="28340"/>
                </a:lnTo>
                <a:cubicBezTo>
                  <a:pt x="608303" y="13529"/>
                  <a:pt x="609214" y="4469"/>
                  <a:pt x="609214" y="4469"/>
                </a:cubicBezTo>
                <a:cubicBezTo>
                  <a:pt x="609214" y="2898"/>
                  <a:pt x="608303" y="2221"/>
                  <a:pt x="606253" y="2221"/>
                </a:cubicBezTo>
                <a:cubicBezTo>
                  <a:pt x="600561" y="4469"/>
                  <a:pt x="583477" y="7614"/>
                  <a:pt x="574369" y="8288"/>
                </a:cubicBezTo>
                <a:cubicBezTo>
                  <a:pt x="573913" y="10113"/>
                  <a:pt x="574369" y="13755"/>
                  <a:pt x="575734" y="15120"/>
                </a:cubicBezTo>
                <a:cubicBezTo>
                  <a:pt x="587577" y="15805"/>
                  <a:pt x="590309" y="14665"/>
                  <a:pt x="590309" y="33809"/>
                </a:cubicBezTo>
                <a:lnTo>
                  <a:pt x="590309" y="62983"/>
                </a:lnTo>
                <a:cubicBezTo>
                  <a:pt x="590309" y="64578"/>
                  <a:pt x="589854" y="65033"/>
                  <a:pt x="588262" y="65033"/>
                </a:cubicBezTo>
                <a:cubicBezTo>
                  <a:pt x="587348" y="65033"/>
                  <a:pt x="578014" y="61159"/>
                  <a:pt x="570497" y="61159"/>
                </a:cubicBezTo>
                <a:cubicBezTo>
                  <a:pt x="555464" y="61159"/>
                  <a:pt x="545445" y="66170"/>
                  <a:pt x="536333" y="74826"/>
                </a:cubicBezTo>
                <a:cubicBezTo>
                  <a:pt x="526540" y="84626"/>
                  <a:pt x="520619" y="98071"/>
                  <a:pt x="520619" y="114933"/>
                </a:cubicBezTo>
                <a:cubicBezTo>
                  <a:pt x="520619" y="142967"/>
                  <a:pt x="534742" y="163466"/>
                  <a:pt x="559339" y="163466"/>
                </a:cubicBezTo>
                <a:cubicBezTo>
                  <a:pt x="568218" y="163466"/>
                  <a:pt x="576645" y="158914"/>
                  <a:pt x="587807" y="149802"/>
                </a:cubicBezTo>
                <a:close/>
                <a:moveTo>
                  <a:pt x="763850" y="20906"/>
                </a:moveTo>
                <a:cubicBezTo>
                  <a:pt x="788217" y="20906"/>
                  <a:pt x="807577" y="44819"/>
                  <a:pt x="807577" y="91048"/>
                </a:cubicBezTo>
                <a:cubicBezTo>
                  <a:pt x="807577" y="128851"/>
                  <a:pt x="794368" y="153903"/>
                  <a:pt x="771363" y="153903"/>
                </a:cubicBezTo>
                <a:cubicBezTo>
                  <a:pt x="746311" y="153903"/>
                  <a:pt x="726725" y="129080"/>
                  <a:pt x="726725" y="86266"/>
                </a:cubicBezTo>
                <a:cubicBezTo>
                  <a:pt x="726725" y="39808"/>
                  <a:pt x="743579" y="20906"/>
                  <a:pt x="763850" y="20906"/>
                </a:cubicBezTo>
                <a:moveTo>
                  <a:pt x="841967" y="86266"/>
                </a:moveTo>
                <a:cubicBezTo>
                  <a:pt x="841967" y="40947"/>
                  <a:pt x="808258" y="11339"/>
                  <a:pt x="766581" y="11339"/>
                </a:cubicBezTo>
                <a:cubicBezTo>
                  <a:pt x="743809" y="11339"/>
                  <a:pt x="723993" y="21136"/>
                  <a:pt x="710785" y="36847"/>
                </a:cubicBezTo>
                <a:cubicBezTo>
                  <a:pt x="698941" y="50966"/>
                  <a:pt x="692335" y="69871"/>
                  <a:pt x="692335" y="90822"/>
                </a:cubicBezTo>
                <a:cubicBezTo>
                  <a:pt x="692335" y="135912"/>
                  <a:pt x="728094" y="163466"/>
                  <a:pt x="766810" y="163466"/>
                </a:cubicBezTo>
                <a:cubicBezTo>
                  <a:pt x="790268" y="163466"/>
                  <a:pt x="809398" y="155043"/>
                  <a:pt x="822378" y="140923"/>
                </a:cubicBezTo>
                <a:cubicBezTo>
                  <a:pt x="834905" y="127259"/>
                  <a:pt x="841967" y="108584"/>
                  <a:pt x="841967" y="86266"/>
                </a:cubicBezTo>
                <a:close/>
                <a:moveTo>
                  <a:pt x="946044" y="17490"/>
                </a:moveTo>
                <a:cubicBezTo>
                  <a:pt x="933520" y="15669"/>
                  <a:pt x="928735" y="11339"/>
                  <a:pt x="907558" y="11339"/>
                </a:cubicBezTo>
                <a:cubicBezTo>
                  <a:pt x="897306" y="11339"/>
                  <a:pt x="883871" y="14529"/>
                  <a:pt x="874304" y="22272"/>
                </a:cubicBezTo>
                <a:cubicBezTo>
                  <a:pt x="865877" y="29104"/>
                  <a:pt x="859500" y="39582"/>
                  <a:pt x="859500" y="50740"/>
                </a:cubicBezTo>
                <a:cubicBezTo>
                  <a:pt x="859500" y="59393"/>
                  <a:pt x="861780" y="70326"/>
                  <a:pt x="867017" y="77158"/>
                </a:cubicBezTo>
                <a:cubicBezTo>
                  <a:pt x="877494" y="91278"/>
                  <a:pt x="896395" y="99020"/>
                  <a:pt x="906188" y="105852"/>
                </a:cubicBezTo>
                <a:cubicBezTo>
                  <a:pt x="916666" y="113140"/>
                  <a:pt x="926914" y="122248"/>
                  <a:pt x="926914" y="135002"/>
                </a:cubicBezTo>
                <a:cubicBezTo>
                  <a:pt x="926914" y="146160"/>
                  <a:pt x="917121" y="153903"/>
                  <a:pt x="903228" y="153903"/>
                </a:cubicBezTo>
                <a:cubicBezTo>
                  <a:pt x="887968" y="153903"/>
                  <a:pt x="872257" y="141378"/>
                  <a:pt x="867701" y="120653"/>
                </a:cubicBezTo>
                <a:cubicBezTo>
                  <a:pt x="863830" y="119287"/>
                  <a:pt x="859959" y="120427"/>
                  <a:pt x="856313" y="121337"/>
                </a:cubicBezTo>
                <a:cubicBezTo>
                  <a:pt x="856313" y="138418"/>
                  <a:pt x="858134" y="150487"/>
                  <a:pt x="860640" y="158914"/>
                </a:cubicBezTo>
                <a:cubicBezTo>
                  <a:pt x="873623" y="158914"/>
                  <a:pt x="874304" y="163466"/>
                  <a:pt x="905733" y="163466"/>
                </a:cubicBezTo>
                <a:cubicBezTo>
                  <a:pt x="919627" y="163466"/>
                  <a:pt x="930785" y="159369"/>
                  <a:pt x="940123" y="150942"/>
                </a:cubicBezTo>
                <a:cubicBezTo>
                  <a:pt x="948324" y="143884"/>
                  <a:pt x="955612" y="133406"/>
                  <a:pt x="955612" y="119287"/>
                </a:cubicBezTo>
                <a:cubicBezTo>
                  <a:pt x="955612" y="107444"/>
                  <a:pt x="950600" y="99475"/>
                  <a:pt x="943768" y="91959"/>
                </a:cubicBezTo>
                <a:cubicBezTo>
                  <a:pt x="934886" y="82166"/>
                  <a:pt x="922132" y="75108"/>
                  <a:pt x="913250" y="70552"/>
                </a:cubicBezTo>
                <a:cubicBezTo>
                  <a:pt x="904141" y="66000"/>
                  <a:pt x="887968" y="54156"/>
                  <a:pt x="887968" y="41177"/>
                </a:cubicBezTo>
                <a:cubicBezTo>
                  <a:pt x="887968" y="28423"/>
                  <a:pt x="895714" y="20677"/>
                  <a:pt x="907328" y="20677"/>
                </a:cubicBezTo>
                <a:cubicBezTo>
                  <a:pt x="926688" y="20677"/>
                  <a:pt x="933065" y="38216"/>
                  <a:pt x="937162" y="53246"/>
                </a:cubicBezTo>
                <a:cubicBezTo>
                  <a:pt x="940352" y="54156"/>
                  <a:pt x="946044" y="54156"/>
                  <a:pt x="948550" y="52106"/>
                </a:cubicBezTo>
                <a:cubicBezTo>
                  <a:pt x="948550" y="40037"/>
                  <a:pt x="947640" y="30699"/>
                  <a:pt x="946044" y="17490"/>
                </a:cubicBezTo>
                <a:close/>
                <a:moveTo>
                  <a:pt x="1061749" y="85766"/>
                </a:moveTo>
                <a:cubicBezTo>
                  <a:pt x="1067671" y="78472"/>
                  <a:pt x="1078148" y="71636"/>
                  <a:pt x="1084751" y="71636"/>
                </a:cubicBezTo>
                <a:cubicBezTo>
                  <a:pt x="1099329" y="71636"/>
                  <a:pt x="1111854" y="88042"/>
                  <a:pt x="1111854" y="113793"/>
                </a:cubicBezTo>
                <a:cubicBezTo>
                  <a:pt x="1111854" y="132482"/>
                  <a:pt x="1105251" y="155724"/>
                  <a:pt x="1079743" y="155724"/>
                </a:cubicBezTo>
                <a:cubicBezTo>
                  <a:pt x="1075643" y="155724"/>
                  <a:pt x="1067671" y="154584"/>
                  <a:pt x="1063574" y="150938"/>
                </a:cubicBezTo>
                <a:cubicBezTo>
                  <a:pt x="1059018" y="146838"/>
                  <a:pt x="1058107" y="145469"/>
                  <a:pt x="1058107" y="137267"/>
                </a:cubicBezTo>
                <a:lnTo>
                  <a:pt x="1058107" y="95792"/>
                </a:lnTo>
                <a:cubicBezTo>
                  <a:pt x="1058107" y="91007"/>
                  <a:pt x="1059018" y="88956"/>
                  <a:pt x="1061749" y="85766"/>
                </a:cubicBezTo>
                <a:moveTo>
                  <a:pt x="1057423" y="77332"/>
                </a:moveTo>
                <a:cubicBezTo>
                  <a:pt x="1057197" y="70496"/>
                  <a:pt x="1056742" y="64578"/>
                  <a:pt x="1055602" y="62299"/>
                </a:cubicBezTo>
                <a:cubicBezTo>
                  <a:pt x="1055147" y="61159"/>
                  <a:pt x="1054691" y="60478"/>
                  <a:pt x="1052867" y="60478"/>
                </a:cubicBezTo>
                <a:cubicBezTo>
                  <a:pt x="1046490" y="62983"/>
                  <a:pt x="1040568" y="65033"/>
                  <a:pt x="1024854" y="67080"/>
                </a:cubicBezTo>
                <a:cubicBezTo>
                  <a:pt x="1024399" y="68449"/>
                  <a:pt x="1024854" y="72091"/>
                  <a:pt x="1025313" y="73461"/>
                </a:cubicBezTo>
                <a:cubicBezTo>
                  <a:pt x="1037608" y="74600"/>
                  <a:pt x="1040113" y="75737"/>
                  <a:pt x="1040113" y="88956"/>
                </a:cubicBezTo>
                <a:lnTo>
                  <a:pt x="1040113" y="186315"/>
                </a:lnTo>
                <a:cubicBezTo>
                  <a:pt x="1040113" y="205279"/>
                  <a:pt x="1037608" y="206422"/>
                  <a:pt x="1023718" y="207107"/>
                </a:cubicBezTo>
                <a:cubicBezTo>
                  <a:pt x="1022352" y="208473"/>
                  <a:pt x="1022352" y="213254"/>
                  <a:pt x="1023718" y="214620"/>
                </a:cubicBezTo>
                <a:cubicBezTo>
                  <a:pt x="1031689" y="214394"/>
                  <a:pt x="1040113" y="214165"/>
                  <a:pt x="1049225" y="214165"/>
                </a:cubicBezTo>
                <a:cubicBezTo>
                  <a:pt x="1058333" y="214165"/>
                  <a:pt x="1069266" y="214394"/>
                  <a:pt x="1076783" y="214620"/>
                </a:cubicBezTo>
                <a:cubicBezTo>
                  <a:pt x="1078148" y="213254"/>
                  <a:pt x="1078148" y="208473"/>
                  <a:pt x="1076783" y="207107"/>
                </a:cubicBezTo>
                <a:cubicBezTo>
                  <a:pt x="1060613" y="206193"/>
                  <a:pt x="1058107" y="205279"/>
                  <a:pt x="1058107" y="186315"/>
                </a:cubicBezTo>
                <a:lnTo>
                  <a:pt x="1058107" y="161645"/>
                </a:lnTo>
                <a:cubicBezTo>
                  <a:pt x="1058107" y="158685"/>
                  <a:pt x="1059018" y="158914"/>
                  <a:pt x="1061294" y="160050"/>
                </a:cubicBezTo>
                <a:cubicBezTo>
                  <a:pt x="1066990" y="162101"/>
                  <a:pt x="1073822" y="163466"/>
                  <a:pt x="1081109" y="163466"/>
                </a:cubicBezTo>
                <a:cubicBezTo>
                  <a:pt x="1093863" y="163466"/>
                  <a:pt x="1105251" y="159595"/>
                  <a:pt x="1114588" y="150713"/>
                </a:cubicBezTo>
                <a:cubicBezTo>
                  <a:pt x="1125292" y="140228"/>
                  <a:pt x="1131439" y="126098"/>
                  <a:pt x="1131439" y="107642"/>
                </a:cubicBezTo>
                <a:cubicBezTo>
                  <a:pt x="1131439" y="83486"/>
                  <a:pt x="1114359" y="61159"/>
                  <a:pt x="1091128" y="61159"/>
                </a:cubicBezTo>
                <a:cubicBezTo>
                  <a:pt x="1080654" y="61159"/>
                  <a:pt x="1069037" y="68220"/>
                  <a:pt x="1059928" y="78246"/>
                </a:cubicBezTo>
                <a:cubicBezTo>
                  <a:pt x="1058563" y="79612"/>
                  <a:pt x="1057652" y="79612"/>
                  <a:pt x="1057423" y="77332"/>
                </a:cubicBezTo>
                <a:close/>
                <a:moveTo>
                  <a:pt x="1180179" y="79612"/>
                </a:moveTo>
                <a:cubicBezTo>
                  <a:pt x="1179724" y="70496"/>
                  <a:pt x="1179494" y="64578"/>
                  <a:pt x="1178358" y="62299"/>
                </a:cubicBezTo>
                <a:cubicBezTo>
                  <a:pt x="1177899" y="61159"/>
                  <a:pt x="1177444" y="60478"/>
                  <a:pt x="1175623" y="60478"/>
                </a:cubicBezTo>
                <a:cubicBezTo>
                  <a:pt x="1169246" y="62983"/>
                  <a:pt x="1163324" y="65033"/>
                  <a:pt x="1147610" y="67080"/>
                </a:cubicBezTo>
                <a:cubicBezTo>
                  <a:pt x="1147155" y="68449"/>
                  <a:pt x="1147610" y="72091"/>
                  <a:pt x="1148065" y="73457"/>
                </a:cubicBezTo>
                <a:cubicBezTo>
                  <a:pt x="1160364" y="74597"/>
                  <a:pt x="1162869" y="75737"/>
                  <a:pt x="1162869" y="88960"/>
                </a:cubicBezTo>
                <a:lnTo>
                  <a:pt x="1162869" y="133424"/>
                </a:lnTo>
                <a:cubicBezTo>
                  <a:pt x="1162869" y="152349"/>
                  <a:pt x="1160138" y="153260"/>
                  <a:pt x="1146015" y="154174"/>
                </a:cubicBezTo>
                <a:cubicBezTo>
                  <a:pt x="1144649" y="155540"/>
                  <a:pt x="1144649" y="160321"/>
                  <a:pt x="1146015" y="161687"/>
                </a:cubicBezTo>
                <a:cubicBezTo>
                  <a:pt x="1153987" y="161461"/>
                  <a:pt x="1162869" y="161232"/>
                  <a:pt x="1171981" y="161232"/>
                </a:cubicBezTo>
                <a:cubicBezTo>
                  <a:pt x="1181089" y="161232"/>
                  <a:pt x="1191567" y="161461"/>
                  <a:pt x="1199535" y="161687"/>
                </a:cubicBezTo>
                <a:cubicBezTo>
                  <a:pt x="1200904" y="160321"/>
                  <a:pt x="1200904" y="155540"/>
                  <a:pt x="1199535" y="154174"/>
                </a:cubicBezTo>
                <a:cubicBezTo>
                  <a:pt x="1183595" y="153034"/>
                  <a:pt x="1180860" y="152349"/>
                  <a:pt x="1180860" y="133424"/>
                </a:cubicBezTo>
                <a:lnTo>
                  <a:pt x="1180860" y="101731"/>
                </a:lnTo>
                <a:cubicBezTo>
                  <a:pt x="1180860" y="95802"/>
                  <a:pt x="1183595" y="90558"/>
                  <a:pt x="1186326" y="86454"/>
                </a:cubicBezTo>
                <a:cubicBezTo>
                  <a:pt x="1188832" y="82805"/>
                  <a:pt x="1194072" y="75282"/>
                  <a:pt x="1196804" y="75282"/>
                </a:cubicBezTo>
                <a:cubicBezTo>
                  <a:pt x="1198854" y="75282"/>
                  <a:pt x="1200904" y="75737"/>
                  <a:pt x="1202725" y="78246"/>
                </a:cubicBezTo>
                <a:cubicBezTo>
                  <a:pt x="1204320" y="80526"/>
                  <a:pt x="1207052" y="83490"/>
                  <a:pt x="1210923" y="83490"/>
                </a:cubicBezTo>
                <a:cubicBezTo>
                  <a:pt x="1216390" y="83490"/>
                  <a:pt x="1221627" y="77787"/>
                  <a:pt x="1221627" y="72091"/>
                </a:cubicBezTo>
                <a:cubicBezTo>
                  <a:pt x="1221627" y="67765"/>
                  <a:pt x="1217529" y="61159"/>
                  <a:pt x="1207962" y="61159"/>
                </a:cubicBezTo>
                <a:cubicBezTo>
                  <a:pt x="1197259" y="61159"/>
                  <a:pt x="1187921" y="71181"/>
                  <a:pt x="1182684" y="80067"/>
                </a:cubicBezTo>
                <a:cubicBezTo>
                  <a:pt x="1181319" y="82576"/>
                  <a:pt x="1180179" y="80751"/>
                  <a:pt x="1180179" y="79612"/>
                </a:cubicBezTo>
                <a:close/>
                <a:moveTo>
                  <a:pt x="1232330" y="114477"/>
                </a:moveTo>
                <a:cubicBezTo>
                  <a:pt x="1232330" y="137723"/>
                  <a:pt x="1247819" y="163466"/>
                  <a:pt x="1280158" y="163466"/>
                </a:cubicBezTo>
                <a:cubicBezTo>
                  <a:pt x="1294733" y="163466"/>
                  <a:pt x="1305895" y="158229"/>
                  <a:pt x="1313638" y="150713"/>
                </a:cubicBezTo>
                <a:cubicBezTo>
                  <a:pt x="1323886" y="140683"/>
                  <a:pt x="1328442" y="126328"/>
                  <a:pt x="1328442" y="112427"/>
                </a:cubicBezTo>
                <a:cubicBezTo>
                  <a:pt x="1328442" y="88727"/>
                  <a:pt x="1315459" y="61159"/>
                  <a:pt x="1280613" y="61159"/>
                </a:cubicBezTo>
                <a:cubicBezTo>
                  <a:pt x="1265584" y="61159"/>
                  <a:pt x="1253285" y="67310"/>
                  <a:pt x="1244858" y="77106"/>
                </a:cubicBezTo>
                <a:cubicBezTo>
                  <a:pt x="1236660" y="86906"/>
                  <a:pt x="1232330" y="100122"/>
                  <a:pt x="1232330" y="114477"/>
                </a:cubicBezTo>
                <a:moveTo>
                  <a:pt x="1277197" y="69131"/>
                </a:moveTo>
                <a:cubicBezTo>
                  <a:pt x="1296783" y="69131"/>
                  <a:pt x="1308856" y="86906"/>
                  <a:pt x="1308856" y="119721"/>
                </a:cubicBezTo>
                <a:cubicBezTo>
                  <a:pt x="1308856" y="148433"/>
                  <a:pt x="1294052" y="155498"/>
                  <a:pt x="1283348" y="155498"/>
                </a:cubicBezTo>
                <a:cubicBezTo>
                  <a:pt x="1259662" y="155498"/>
                  <a:pt x="1251919" y="126783"/>
                  <a:pt x="1251919" y="109237"/>
                </a:cubicBezTo>
                <a:cubicBezTo>
                  <a:pt x="1251919" y="89411"/>
                  <a:pt x="1256701" y="69131"/>
                  <a:pt x="1277197" y="69131"/>
                </a:cubicBezTo>
                <a:close/>
                <a:moveTo>
                  <a:pt x="1377633" y="85766"/>
                </a:moveTo>
                <a:cubicBezTo>
                  <a:pt x="1383554" y="78472"/>
                  <a:pt x="1394032" y="71636"/>
                  <a:pt x="1400635" y="71636"/>
                </a:cubicBezTo>
                <a:cubicBezTo>
                  <a:pt x="1415213" y="71636"/>
                  <a:pt x="1427737" y="88042"/>
                  <a:pt x="1427737" y="113793"/>
                </a:cubicBezTo>
                <a:cubicBezTo>
                  <a:pt x="1427737" y="132482"/>
                  <a:pt x="1421134" y="155724"/>
                  <a:pt x="1395627" y="155724"/>
                </a:cubicBezTo>
                <a:cubicBezTo>
                  <a:pt x="1391526" y="155724"/>
                  <a:pt x="1383554" y="154584"/>
                  <a:pt x="1379457" y="150938"/>
                </a:cubicBezTo>
                <a:cubicBezTo>
                  <a:pt x="1374901" y="146838"/>
                  <a:pt x="1373991" y="145469"/>
                  <a:pt x="1373991" y="137267"/>
                </a:cubicBezTo>
                <a:lnTo>
                  <a:pt x="1373991" y="95792"/>
                </a:lnTo>
                <a:cubicBezTo>
                  <a:pt x="1373991" y="91007"/>
                  <a:pt x="1374901" y="88956"/>
                  <a:pt x="1377633" y="85766"/>
                </a:cubicBezTo>
                <a:moveTo>
                  <a:pt x="1373306" y="77332"/>
                </a:moveTo>
                <a:cubicBezTo>
                  <a:pt x="1373080" y="70496"/>
                  <a:pt x="1372625" y="64578"/>
                  <a:pt x="1371485" y="62299"/>
                </a:cubicBezTo>
                <a:cubicBezTo>
                  <a:pt x="1371030" y="61159"/>
                  <a:pt x="1370575" y="60478"/>
                  <a:pt x="1368750" y="60478"/>
                </a:cubicBezTo>
                <a:cubicBezTo>
                  <a:pt x="1362373" y="62983"/>
                  <a:pt x="1356452" y="65033"/>
                  <a:pt x="1340737" y="67080"/>
                </a:cubicBezTo>
                <a:cubicBezTo>
                  <a:pt x="1340282" y="68449"/>
                  <a:pt x="1340737" y="72091"/>
                  <a:pt x="1341196" y="73461"/>
                </a:cubicBezTo>
                <a:cubicBezTo>
                  <a:pt x="1353491" y="74600"/>
                  <a:pt x="1355997" y="75737"/>
                  <a:pt x="1355997" y="88956"/>
                </a:cubicBezTo>
                <a:lnTo>
                  <a:pt x="1355997" y="186315"/>
                </a:lnTo>
                <a:cubicBezTo>
                  <a:pt x="1355997" y="205279"/>
                  <a:pt x="1353491" y="206422"/>
                  <a:pt x="1339601" y="207107"/>
                </a:cubicBezTo>
                <a:cubicBezTo>
                  <a:pt x="1338235" y="208473"/>
                  <a:pt x="1338235" y="213254"/>
                  <a:pt x="1339601" y="214620"/>
                </a:cubicBezTo>
                <a:cubicBezTo>
                  <a:pt x="1347573" y="214394"/>
                  <a:pt x="1355997" y="214165"/>
                  <a:pt x="1365108" y="214165"/>
                </a:cubicBezTo>
                <a:cubicBezTo>
                  <a:pt x="1374217" y="214165"/>
                  <a:pt x="1385149" y="214394"/>
                  <a:pt x="1392666" y="214620"/>
                </a:cubicBezTo>
                <a:cubicBezTo>
                  <a:pt x="1394032" y="213254"/>
                  <a:pt x="1394032" y="208473"/>
                  <a:pt x="1392666" y="207107"/>
                </a:cubicBezTo>
                <a:cubicBezTo>
                  <a:pt x="1376496" y="206193"/>
                  <a:pt x="1373991" y="205279"/>
                  <a:pt x="1373991" y="186315"/>
                </a:cubicBezTo>
                <a:lnTo>
                  <a:pt x="1373991" y="161645"/>
                </a:lnTo>
                <a:cubicBezTo>
                  <a:pt x="1373991" y="158685"/>
                  <a:pt x="1374901" y="158914"/>
                  <a:pt x="1377177" y="160050"/>
                </a:cubicBezTo>
                <a:cubicBezTo>
                  <a:pt x="1382873" y="162101"/>
                  <a:pt x="1389705" y="163466"/>
                  <a:pt x="1396993" y="163466"/>
                </a:cubicBezTo>
                <a:cubicBezTo>
                  <a:pt x="1409746" y="163466"/>
                  <a:pt x="1421134" y="159595"/>
                  <a:pt x="1430472" y="150713"/>
                </a:cubicBezTo>
                <a:cubicBezTo>
                  <a:pt x="1441175" y="140228"/>
                  <a:pt x="1447323" y="126098"/>
                  <a:pt x="1447323" y="107642"/>
                </a:cubicBezTo>
                <a:cubicBezTo>
                  <a:pt x="1447323" y="83486"/>
                  <a:pt x="1430243" y="61159"/>
                  <a:pt x="1407011" y="61159"/>
                </a:cubicBezTo>
                <a:cubicBezTo>
                  <a:pt x="1396537" y="61159"/>
                  <a:pt x="1384920" y="68220"/>
                  <a:pt x="1375812" y="78246"/>
                </a:cubicBezTo>
                <a:cubicBezTo>
                  <a:pt x="1374446" y="79612"/>
                  <a:pt x="1373536" y="79612"/>
                  <a:pt x="1373306" y="77332"/>
                </a:cubicBezTo>
                <a:close/>
                <a:moveTo>
                  <a:pt x="1485813" y="97008"/>
                </a:moveTo>
                <a:cubicBezTo>
                  <a:pt x="1490140" y="71382"/>
                  <a:pt x="1506083" y="69343"/>
                  <a:pt x="1511550" y="69343"/>
                </a:cubicBezTo>
                <a:cubicBezTo>
                  <a:pt x="1520203" y="69343"/>
                  <a:pt x="1530451" y="74107"/>
                  <a:pt x="1530451" y="93154"/>
                </a:cubicBezTo>
                <a:cubicBezTo>
                  <a:pt x="1530451" y="95194"/>
                  <a:pt x="1529540" y="96330"/>
                  <a:pt x="1527035" y="96330"/>
                </a:cubicBezTo>
                <a:lnTo>
                  <a:pt x="1485813" y="97008"/>
                </a:lnTo>
                <a:moveTo>
                  <a:pt x="1545481" y="140020"/>
                </a:moveTo>
                <a:cubicBezTo>
                  <a:pt x="1537057" y="148669"/>
                  <a:pt x="1530451" y="152308"/>
                  <a:pt x="1517242" y="152308"/>
                </a:cubicBezTo>
                <a:cubicBezTo>
                  <a:pt x="1509044" y="152308"/>
                  <a:pt x="1499477" y="147529"/>
                  <a:pt x="1492419" y="135926"/>
                </a:cubicBezTo>
                <a:cubicBezTo>
                  <a:pt x="1487863" y="128416"/>
                  <a:pt x="1485128" y="117949"/>
                  <a:pt x="1485128" y="104751"/>
                </a:cubicBezTo>
                <a:lnTo>
                  <a:pt x="1545710" y="105206"/>
                </a:lnTo>
                <a:cubicBezTo>
                  <a:pt x="1548442" y="105206"/>
                  <a:pt x="1550037" y="103840"/>
                  <a:pt x="1550037" y="101335"/>
                </a:cubicBezTo>
                <a:cubicBezTo>
                  <a:pt x="1550037" y="82270"/>
                  <a:pt x="1543205" y="61826"/>
                  <a:pt x="1511550" y="61826"/>
                </a:cubicBezTo>
                <a:cubicBezTo>
                  <a:pt x="1491735" y="61826"/>
                  <a:pt x="1465998" y="80682"/>
                  <a:pt x="1465998" y="115218"/>
                </a:cubicBezTo>
                <a:cubicBezTo>
                  <a:pt x="1465998" y="127961"/>
                  <a:pt x="1469188" y="140249"/>
                  <a:pt x="1476705" y="148895"/>
                </a:cubicBezTo>
                <a:cubicBezTo>
                  <a:pt x="1484447" y="158003"/>
                  <a:pt x="1495151" y="163466"/>
                  <a:pt x="1511550" y="163466"/>
                </a:cubicBezTo>
                <a:cubicBezTo>
                  <a:pt x="1528856" y="163466"/>
                  <a:pt x="1541154" y="155498"/>
                  <a:pt x="1550266" y="143662"/>
                </a:cubicBezTo>
                <a:cubicBezTo>
                  <a:pt x="1549581" y="141385"/>
                  <a:pt x="1548216" y="140249"/>
                  <a:pt x="1545481" y="140020"/>
                </a:cubicBezTo>
                <a:close/>
                <a:moveTo>
                  <a:pt x="1599459" y="79612"/>
                </a:moveTo>
                <a:cubicBezTo>
                  <a:pt x="1599003" y="70496"/>
                  <a:pt x="1598774" y="64578"/>
                  <a:pt x="1597638" y="62299"/>
                </a:cubicBezTo>
                <a:cubicBezTo>
                  <a:pt x="1597179" y="61159"/>
                  <a:pt x="1596724" y="60478"/>
                  <a:pt x="1594903" y="60478"/>
                </a:cubicBezTo>
                <a:cubicBezTo>
                  <a:pt x="1588526" y="62983"/>
                  <a:pt x="1582604" y="65033"/>
                  <a:pt x="1566890" y="67080"/>
                </a:cubicBezTo>
                <a:cubicBezTo>
                  <a:pt x="1566435" y="68449"/>
                  <a:pt x="1566890" y="72091"/>
                  <a:pt x="1567345" y="73457"/>
                </a:cubicBezTo>
                <a:cubicBezTo>
                  <a:pt x="1579643" y="74597"/>
                  <a:pt x="1582149" y="75737"/>
                  <a:pt x="1582149" y="88960"/>
                </a:cubicBezTo>
                <a:lnTo>
                  <a:pt x="1582149" y="133424"/>
                </a:lnTo>
                <a:cubicBezTo>
                  <a:pt x="1582149" y="152349"/>
                  <a:pt x="1579418" y="153260"/>
                  <a:pt x="1565295" y="154174"/>
                </a:cubicBezTo>
                <a:cubicBezTo>
                  <a:pt x="1563929" y="155540"/>
                  <a:pt x="1563929" y="160321"/>
                  <a:pt x="1565295" y="161687"/>
                </a:cubicBezTo>
                <a:cubicBezTo>
                  <a:pt x="1573267" y="161461"/>
                  <a:pt x="1582149" y="161232"/>
                  <a:pt x="1591261" y="161232"/>
                </a:cubicBezTo>
                <a:cubicBezTo>
                  <a:pt x="1600369" y="161232"/>
                  <a:pt x="1610847" y="161461"/>
                  <a:pt x="1618815" y="161687"/>
                </a:cubicBezTo>
                <a:cubicBezTo>
                  <a:pt x="1620184" y="160321"/>
                  <a:pt x="1620184" y="155540"/>
                  <a:pt x="1618815" y="154174"/>
                </a:cubicBezTo>
                <a:cubicBezTo>
                  <a:pt x="1602875" y="153034"/>
                  <a:pt x="1600140" y="152349"/>
                  <a:pt x="1600140" y="133424"/>
                </a:cubicBezTo>
                <a:lnTo>
                  <a:pt x="1600140" y="101731"/>
                </a:lnTo>
                <a:cubicBezTo>
                  <a:pt x="1600140" y="95802"/>
                  <a:pt x="1602875" y="90558"/>
                  <a:pt x="1605606" y="86454"/>
                </a:cubicBezTo>
                <a:cubicBezTo>
                  <a:pt x="1608112" y="82805"/>
                  <a:pt x="1613352" y="75282"/>
                  <a:pt x="1616084" y="75282"/>
                </a:cubicBezTo>
                <a:cubicBezTo>
                  <a:pt x="1618134" y="75282"/>
                  <a:pt x="1620184" y="75737"/>
                  <a:pt x="1622005" y="78246"/>
                </a:cubicBezTo>
                <a:cubicBezTo>
                  <a:pt x="1623600" y="80526"/>
                  <a:pt x="1626332" y="83490"/>
                  <a:pt x="1630203" y="83490"/>
                </a:cubicBezTo>
                <a:cubicBezTo>
                  <a:pt x="1635669" y="83490"/>
                  <a:pt x="1640906" y="77787"/>
                  <a:pt x="1640906" y="72091"/>
                </a:cubicBezTo>
                <a:cubicBezTo>
                  <a:pt x="1640906" y="67765"/>
                  <a:pt x="1636809" y="61159"/>
                  <a:pt x="1627242" y="61159"/>
                </a:cubicBezTo>
                <a:cubicBezTo>
                  <a:pt x="1616539" y="61159"/>
                  <a:pt x="1607201" y="71181"/>
                  <a:pt x="1601964" y="80067"/>
                </a:cubicBezTo>
                <a:cubicBezTo>
                  <a:pt x="1600598" y="82576"/>
                  <a:pt x="1599459" y="80751"/>
                  <a:pt x="1599459" y="79612"/>
                </a:cubicBezTo>
                <a:close/>
                <a:moveTo>
                  <a:pt x="1653891" y="63605"/>
                </a:moveTo>
                <a:cubicBezTo>
                  <a:pt x="1650701" y="63605"/>
                  <a:pt x="1649790" y="66340"/>
                  <a:pt x="1649790" y="68161"/>
                </a:cubicBezTo>
                <a:lnTo>
                  <a:pt x="1649790" y="71122"/>
                </a:lnTo>
                <a:cubicBezTo>
                  <a:pt x="1649790" y="72262"/>
                  <a:pt x="1650016" y="72488"/>
                  <a:pt x="1650930" y="72488"/>
                </a:cubicBezTo>
                <a:lnTo>
                  <a:pt x="1664365" y="72488"/>
                </a:lnTo>
                <a:lnTo>
                  <a:pt x="1664365" y="140937"/>
                </a:lnTo>
                <a:cubicBezTo>
                  <a:pt x="1664365" y="157089"/>
                  <a:pt x="1671426" y="163466"/>
                  <a:pt x="1681900" y="163466"/>
                </a:cubicBezTo>
                <a:cubicBezTo>
                  <a:pt x="1692378" y="163466"/>
                  <a:pt x="1703766" y="158459"/>
                  <a:pt x="1712648" y="148440"/>
                </a:cubicBezTo>
                <a:cubicBezTo>
                  <a:pt x="1712193" y="146167"/>
                  <a:pt x="1710827" y="144801"/>
                  <a:pt x="1708548" y="144576"/>
                </a:cubicBezTo>
                <a:cubicBezTo>
                  <a:pt x="1702626" y="149124"/>
                  <a:pt x="1695794" y="150942"/>
                  <a:pt x="1689872" y="150942"/>
                </a:cubicBezTo>
                <a:cubicBezTo>
                  <a:pt x="1683725" y="150942"/>
                  <a:pt x="1682359" y="144120"/>
                  <a:pt x="1682359" y="130022"/>
                </a:cubicBezTo>
                <a:lnTo>
                  <a:pt x="1682359" y="72488"/>
                </a:lnTo>
                <a:lnTo>
                  <a:pt x="1706042" y="72488"/>
                </a:lnTo>
                <a:cubicBezTo>
                  <a:pt x="1708322" y="72488"/>
                  <a:pt x="1711508" y="71577"/>
                  <a:pt x="1711508" y="69527"/>
                </a:cubicBezTo>
                <a:lnTo>
                  <a:pt x="1711508" y="64974"/>
                </a:lnTo>
                <a:cubicBezTo>
                  <a:pt x="1711508" y="64064"/>
                  <a:pt x="1710827" y="63605"/>
                  <a:pt x="1709687" y="63605"/>
                </a:cubicBezTo>
                <a:lnTo>
                  <a:pt x="1682359" y="63605"/>
                </a:lnTo>
                <a:lnTo>
                  <a:pt x="1682359" y="54726"/>
                </a:lnTo>
                <a:cubicBezTo>
                  <a:pt x="1682359" y="39922"/>
                  <a:pt x="1683270" y="30810"/>
                  <a:pt x="1683270" y="30810"/>
                </a:cubicBezTo>
                <a:cubicBezTo>
                  <a:pt x="1683270" y="29445"/>
                  <a:pt x="1682585" y="28760"/>
                  <a:pt x="1681445" y="28760"/>
                </a:cubicBezTo>
                <a:cubicBezTo>
                  <a:pt x="1680535" y="28760"/>
                  <a:pt x="1678484" y="29674"/>
                  <a:pt x="1676438" y="30810"/>
                </a:cubicBezTo>
                <a:cubicBezTo>
                  <a:pt x="1673932" y="32180"/>
                  <a:pt x="1671652" y="33316"/>
                  <a:pt x="1668691" y="34001"/>
                </a:cubicBezTo>
                <a:cubicBezTo>
                  <a:pt x="1665960" y="34911"/>
                  <a:pt x="1663684" y="35596"/>
                  <a:pt x="1663684" y="37187"/>
                </a:cubicBezTo>
                <a:cubicBezTo>
                  <a:pt x="1663684" y="39922"/>
                  <a:pt x="1664365" y="38327"/>
                  <a:pt x="1664365" y="63605"/>
                </a:cubicBezTo>
                <a:lnTo>
                  <a:pt x="1653891" y="63605"/>
                </a:lnTo>
                <a:close/>
                <a:moveTo>
                  <a:pt x="1736562" y="24719"/>
                </a:moveTo>
                <a:cubicBezTo>
                  <a:pt x="1736562" y="30640"/>
                  <a:pt x="1742028" y="36562"/>
                  <a:pt x="1747491" y="36562"/>
                </a:cubicBezTo>
                <a:cubicBezTo>
                  <a:pt x="1753868" y="36562"/>
                  <a:pt x="1759334" y="30414"/>
                  <a:pt x="1759334" y="25629"/>
                </a:cubicBezTo>
                <a:cubicBezTo>
                  <a:pt x="1759334" y="20166"/>
                  <a:pt x="1754553" y="13786"/>
                  <a:pt x="1748405" y="13786"/>
                </a:cubicBezTo>
                <a:cubicBezTo>
                  <a:pt x="1742939" y="13786"/>
                  <a:pt x="1736562" y="19252"/>
                  <a:pt x="1736562" y="24719"/>
                </a:cubicBezTo>
                <a:moveTo>
                  <a:pt x="1757287" y="133445"/>
                </a:moveTo>
                <a:lnTo>
                  <a:pt x="1757287" y="88119"/>
                </a:lnTo>
                <a:cubicBezTo>
                  <a:pt x="1757287" y="76731"/>
                  <a:pt x="1758198" y="62104"/>
                  <a:pt x="1758198" y="62104"/>
                </a:cubicBezTo>
                <a:cubicBezTo>
                  <a:pt x="1758198" y="61183"/>
                  <a:pt x="1757058" y="60491"/>
                  <a:pt x="1755237" y="60491"/>
                </a:cubicBezTo>
                <a:cubicBezTo>
                  <a:pt x="1748860" y="63025"/>
                  <a:pt x="1739749" y="65096"/>
                  <a:pt x="1724034" y="67164"/>
                </a:cubicBezTo>
                <a:cubicBezTo>
                  <a:pt x="1723579" y="68533"/>
                  <a:pt x="1724034" y="72175"/>
                  <a:pt x="1724489" y="73544"/>
                </a:cubicBezTo>
                <a:cubicBezTo>
                  <a:pt x="1737017" y="74680"/>
                  <a:pt x="1739293" y="76050"/>
                  <a:pt x="1739293" y="89033"/>
                </a:cubicBezTo>
                <a:lnTo>
                  <a:pt x="1739293" y="133445"/>
                </a:lnTo>
                <a:cubicBezTo>
                  <a:pt x="1739293" y="152349"/>
                  <a:pt x="1736788" y="153034"/>
                  <a:pt x="1722898" y="154174"/>
                </a:cubicBezTo>
                <a:cubicBezTo>
                  <a:pt x="1721528" y="155540"/>
                  <a:pt x="1721528" y="160321"/>
                  <a:pt x="1722898" y="161687"/>
                </a:cubicBezTo>
                <a:cubicBezTo>
                  <a:pt x="1730411" y="161461"/>
                  <a:pt x="1739293" y="161232"/>
                  <a:pt x="1748405" y="161232"/>
                </a:cubicBezTo>
                <a:cubicBezTo>
                  <a:pt x="1757513" y="161232"/>
                  <a:pt x="1766166" y="161461"/>
                  <a:pt x="1773683" y="161687"/>
                </a:cubicBezTo>
                <a:cubicBezTo>
                  <a:pt x="1775049" y="160321"/>
                  <a:pt x="1775049" y="155540"/>
                  <a:pt x="1773683" y="154174"/>
                </a:cubicBezTo>
                <a:cubicBezTo>
                  <a:pt x="1759790" y="153263"/>
                  <a:pt x="1757287" y="152349"/>
                  <a:pt x="1757287" y="133445"/>
                </a:cubicBezTo>
                <a:close/>
                <a:moveTo>
                  <a:pt x="1806024" y="97008"/>
                </a:moveTo>
                <a:cubicBezTo>
                  <a:pt x="1810350" y="71382"/>
                  <a:pt x="1826294" y="69343"/>
                  <a:pt x="1831760" y="69343"/>
                </a:cubicBezTo>
                <a:cubicBezTo>
                  <a:pt x="1840413" y="69343"/>
                  <a:pt x="1850662" y="74107"/>
                  <a:pt x="1850662" y="93154"/>
                </a:cubicBezTo>
                <a:cubicBezTo>
                  <a:pt x="1850662" y="95194"/>
                  <a:pt x="1849751" y="96330"/>
                  <a:pt x="1847245" y="96330"/>
                </a:cubicBezTo>
                <a:lnTo>
                  <a:pt x="1806024" y="97008"/>
                </a:lnTo>
                <a:moveTo>
                  <a:pt x="1865691" y="140020"/>
                </a:moveTo>
                <a:cubicBezTo>
                  <a:pt x="1857268" y="148669"/>
                  <a:pt x="1850662" y="152308"/>
                  <a:pt x="1837453" y="152308"/>
                </a:cubicBezTo>
                <a:cubicBezTo>
                  <a:pt x="1829255" y="152308"/>
                  <a:pt x="1819688" y="147529"/>
                  <a:pt x="1812630" y="135926"/>
                </a:cubicBezTo>
                <a:cubicBezTo>
                  <a:pt x="1808074" y="128416"/>
                  <a:pt x="1805339" y="117949"/>
                  <a:pt x="1805339" y="104751"/>
                </a:cubicBezTo>
                <a:lnTo>
                  <a:pt x="1865921" y="105206"/>
                </a:lnTo>
                <a:cubicBezTo>
                  <a:pt x="1868652" y="105206"/>
                  <a:pt x="1870247" y="103840"/>
                  <a:pt x="1870247" y="101335"/>
                </a:cubicBezTo>
                <a:cubicBezTo>
                  <a:pt x="1870247" y="82270"/>
                  <a:pt x="1863415" y="61826"/>
                  <a:pt x="1831760" y="61826"/>
                </a:cubicBezTo>
                <a:cubicBezTo>
                  <a:pt x="1811945" y="61826"/>
                  <a:pt x="1786208" y="80682"/>
                  <a:pt x="1786208" y="115218"/>
                </a:cubicBezTo>
                <a:cubicBezTo>
                  <a:pt x="1786208" y="127961"/>
                  <a:pt x="1789399" y="140249"/>
                  <a:pt x="1796915" y="148895"/>
                </a:cubicBezTo>
                <a:cubicBezTo>
                  <a:pt x="1804658" y="158003"/>
                  <a:pt x="1815361" y="163466"/>
                  <a:pt x="1831760" y="163466"/>
                </a:cubicBezTo>
                <a:cubicBezTo>
                  <a:pt x="1849066" y="163466"/>
                  <a:pt x="1861365" y="155498"/>
                  <a:pt x="1870477" y="143662"/>
                </a:cubicBezTo>
                <a:cubicBezTo>
                  <a:pt x="1869792" y="141385"/>
                  <a:pt x="1868426" y="140249"/>
                  <a:pt x="1865691" y="140020"/>
                </a:cubicBezTo>
                <a:close/>
                <a:moveTo>
                  <a:pt x="1890516" y="129747"/>
                </a:moveTo>
                <a:cubicBezTo>
                  <a:pt x="1891427" y="140913"/>
                  <a:pt x="1892112" y="151623"/>
                  <a:pt x="1892112" y="161190"/>
                </a:cubicBezTo>
                <a:cubicBezTo>
                  <a:pt x="1894388" y="160735"/>
                  <a:pt x="1896667" y="160509"/>
                  <a:pt x="1897804" y="160509"/>
                </a:cubicBezTo>
                <a:cubicBezTo>
                  <a:pt x="1899399" y="160509"/>
                  <a:pt x="1900765" y="160509"/>
                  <a:pt x="1902360" y="160964"/>
                </a:cubicBezTo>
                <a:cubicBezTo>
                  <a:pt x="1908511" y="162556"/>
                  <a:pt x="1914658" y="163466"/>
                  <a:pt x="1923085" y="163466"/>
                </a:cubicBezTo>
                <a:cubicBezTo>
                  <a:pt x="1935839" y="163466"/>
                  <a:pt x="1959296" y="157319"/>
                  <a:pt x="1959296" y="134758"/>
                </a:cubicBezTo>
                <a:cubicBezTo>
                  <a:pt x="1959296" y="119266"/>
                  <a:pt x="1948137" y="110151"/>
                  <a:pt x="1932649" y="104452"/>
                </a:cubicBezTo>
                <a:cubicBezTo>
                  <a:pt x="1918985" y="99211"/>
                  <a:pt x="1909876" y="95792"/>
                  <a:pt x="1909876" y="83260"/>
                </a:cubicBezTo>
                <a:cubicBezTo>
                  <a:pt x="1909876" y="73916"/>
                  <a:pt x="1918074" y="68675"/>
                  <a:pt x="1925817" y="68675"/>
                </a:cubicBezTo>
                <a:cubicBezTo>
                  <a:pt x="1930828" y="68675"/>
                  <a:pt x="1944037" y="70500"/>
                  <a:pt x="1946998" y="89870"/>
                </a:cubicBezTo>
                <a:cubicBezTo>
                  <a:pt x="1948363" y="91236"/>
                  <a:pt x="1952919" y="91007"/>
                  <a:pt x="1954285" y="89641"/>
                </a:cubicBezTo>
                <a:cubicBezTo>
                  <a:pt x="1954970" y="81436"/>
                  <a:pt x="1955425" y="73005"/>
                  <a:pt x="1955654" y="65489"/>
                </a:cubicBezTo>
                <a:cubicBezTo>
                  <a:pt x="1948593" y="64349"/>
                  <a:pt x="1937660" y="61159"/>
                  <a:pt x="1925817" y="61159"/>
                </a:cubicBezTo>
                <a:cubicBezTo>
                  <a:pt x="1908966" y="61159"/>
                  <a:pt x="1893707" y="72095"/>
                  <a:pt x="1893707" y="86680"/>
                </a:cubicBezTo>
                <a:cubicBezTo>
                  <a:pt x="1893707" y="103312"/>
                  <a:pt x="1901220" y="110377"/>
                  <a:pt x="1918759" y="117671"/>
                </a:cubicBezTo>
                <a:cubicBezTo>
                  <a:pt x="1937660" y="125417"/>
                  <a:pt x="1941986" y="130202"/>
                  <a:pt x="1941986" y="140002"/>
                </a:cubicBezTo>
                <a:cubicBezTo>
                  <a:pt x="1941986" y="151168"/>
                  <a:pt x="1931057" y="155953"/>
                  <a:pt x="1922630" y="155953"/>
                </a:cubicBezTo>
                <a:cubicBezTo>
                  <a:pt x="1913748" y="155953"/>
                  <a:pt x="1908736" y="152989"/>
                  <a:pt x="1906460" y="150483"/>
                </a:cubicBezTo>
                <a:cubicBezTo>
                  <a:pt x="1901449" y="145243"/>
                  <a:pt x="1898944" y="135217"/>
                  <a:pt x="1897578" y="129518"/>
                </a:cubicBezTo>
                <a:cubicBezTo>
                  <a:pt x="1896212" y="128152"/>
                  <a:pt x="1891882" y="128378"/>
                  <a:pt x="1890516" y="129747"/>
                </a:cubicBezTo>
                <a:close/>
                <a:moveTo>
                  <a:pt x="2035363" y="103851"/>
                </a:moveTo>
                <a:cubicBezTo>
                  <a:pt x="2035363" y="114102"/>
                  <a:pt x="2036273" y="166709"/>
                  <a:pt x="2083646" y="207705"/>
                </a:cubicBezTo>
                <a:cubicBezTo>
                  <a:pt x="2085923" y="207249"/>
                  <a:pt x="2087744" y="205654"/>
                  <a:pt x="2088428" y="203833"/>
                </a:cubicBezTo>
                <a:cubicBezTo>
                  <a:pt x="2080911" y="195177"/>
                  <a:pt x="2054268" y="163748"/>
                  <a:pt x="2054268" y="103851"/>
                </a:cubicBezTo>
                <a:cubicBezTo>
                  <a:pt x="2054268" y="43953"/>
                  <a:pt x="2081141" y="12524"/>
                  <a:pt x="2088428" y="4327"/>
                </a:cubicBezTo>
                <a:cubicBezTo>
                  <a:pt x="2087744" y="2050"/>
                  <a:pt x="2086152" y="455"/>
                  <a:pt x="2083646" y="226"/>
                </a:cubicBezTo>
                <a:cubicBezTo>
                  <a:pt x="2056544" y="23457"/>
                  <a:pt x="2035363" y="61492"/>
                  <a:pt x="2035363" y="103851"/>
                </a:cubicBezTo>
                <a:close/>
                <a:moveTo>
                  <a:pt x="2137610" y="83511"/>
                </a:moveTo>
                <a:cubicBezTo>
                  <a:pt x="2144217" y="76220"/>
                  <a:pt x="2152414" y="71890"/>
                  <a:pt x="2157881" y="71890"/>
                </a:cubicBezTo>
                <a:cubicBezTo>
                  <a:pt x="2171316" y="71890"/>
                  <a:pt x="2178148" y="86697"/>
                  <a:pt x="2178148" y="113352"/>
                </a:cubicBezTo>
                <a:cubicBezTo>
                  <a:pt x="2178148" y="132489"/>
                  <a:pt x="2171316" y="153903"/>
                  <a:pt x="2151504" y="153903"/>
                </a:cubicBezTo>
                <a:cubicBezTo>
                  <a:pt x="2148998" y="153903"/>
                  <a:pt x="2143303" y="152537"/>
                  <a:pt x="2137610" y="146386"/>
                </a:cubicBezTo>
                <a:lnTo>
                  <a:pt x="2137610" y="83511"/>
                </a:lnTo>
                <a:moveTo>
                  <a:pt x="2137610" y="74395"/>
                </a:moveTo>
                <a:lnTo>
                  <a:pt x="2137155" y="74395"/>
                </a:lnTo>
                <a:lnTo>
                  <a:pt x="2137610" y="60047"/>
                </a:lnTo>
                <a:cubicBezTo>
                  <a:pt x="2137610" y="59591"/>
                  <a:pt x="2136471" y="59366"/>
                  <a:pt x="2136015" y="59366"/>
                </a:cubicBezTo>
                <a:cubicBezTo>
                  <a:pt x="2128728" y="61722"/>
                  <a:pt x="2113698" y="64227"/>
                  <a:pt x="2097754" y="66274"/>
                </a:cubicBezTo>
                <a:lnTo>
                  <a:pt x="2098210" y="74020"/>
                </a:lnTo>
                <a:lnTo>
                  <a:pt x="2107547" y="74931"/>
                </a:lnTo>
                <a:cubicBezTo>
                  <a:pt x="2110737" y="75156"/>
                  <a:pt x="2112558" y="76748"/>
                  <a:pt x="2112558" y="88129"/>
                </a:cubicBezTo>
                <a:lnTo>
                  <a:pt x="2112558" y="196351"/>
                </a:lnTo>
                <a:cubicBezTo>
                  <a:pt x="2112558" y="202746"/>
                  <a:pt x="2109142" y="204803"/>
                  <a:pt x="2101626" y="206401"/>
                </a:cubicBezTo>
                <a:lnTo>
                  <a:pt x="2099579" y="206857"/>
                </a:lnTo>
                <a:cubicBezTo>
                  <a:pt x="2098439" y="207086"/>
                  <a:pt x="2097754" y="207541"/>
                  <a:pt x="2097754" y="208685"/>
                </a:cubicBezTo>
                <a:lnTo>
                  <a:pt x="2097754" y="214165"/>
                </a:lnTo>
                <a:lnTo>
                  <a:pt x="2098210" y="214620"/>
                </a:lnTo>
                <a:cubicBezTo>
                  <a:pt x="2098210" y="214620"/>
                  <a:pt x="2116430" y="214165"/>
                  <a:pt x="2124627" y="214165"/>
                </a:cubicBezTo>
                <a:cubicBezTo>
                  <a:pt x="2133510" y="214165"/>
                  <a:pt x="2151959" y="214620"/>
                  <a:pt x="2151959" y="214620"/>
                </a:cubicBezTo>
                <a:lnTo>
                  <a:pt x="2152185" y="214165"/>
                </a:lnTo>
                <a:lnTo>
                  <a:pt x="2152185" y="208685"/>
                </a:lnTo>
                <a:cubicBezTo>
                  <a:pt x="2152185" y="207541"/>
                  <a:pt x="2151504" y="207086"/>
                  <a:pt x="2150364" y="206857"/>
                </a:cubicBezTo>
                <a:lnTo>
                  <a:pt x="2148543" y="206401"/>
                </a:lnTo>
                <a:cubicBezTo>
                  <a:pt x="2141482" y="204573"/>
                  <a:pt x="2137610" y="202746"/>
                  <a:pt x="2137610" y="196351"/>
                </a:cubicBezTo>
                <a:lnTo>
                  <a:pt x="2137610" y="159595"/>
                </a:lnTo>
                <a:cubicBezTo>
                  <a:pt x="2142392" y="162101"/>
                  <a:pt x="2147403" y="163466"/>
                  <a:pt x="2152870" y="163466"/>
                </a:cubicBezTo>
                <a:cubicBezTo>
                  <a:pt x="2166763" y="163466"/>
                  <a:pt x="2177922" y="159369"/>
                  <a:pt x="2186804" y="150490"/>
                </a:cubicBezTo>
                <a:cubicBezTo>
                  <a:pt x="2197963" y="139339"/>
                  <a:pt x="2204340" y="125000"/>
                  <a:pt x="2204340" y="107246"/>
                </a:cubicBezTo>
                <a:cubicBezTo>
                  <a:pt x="2204340" y="83052"/>
                  <a:pt x="2189991" y="60047"/>
                  <a:pt x="2165168" y="60047"/>
                </a:cubicBezTo>
                <a:cubicBezTo>
                  <a:pt x="2155146" y="60047"/>
                  <a:pt x="2145127" y="65968"/>
                  <a:pt x="2137610" y="7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𝑖">
            <a:extLst xmlns:a="http://schemas.openxmlformats.org/drawingml/2006/main">
              <a:ext uri="{FF2B5EF4-FFF2-40B4-BE49-F238E27FC236}">
                <a16:creationId xmlns:a16="http://schemas.microsoft.com/office/drawing/2014/main" id="{58BBF871-92E6-4814-8D3D-7C718D97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118" y="1244147"/>
            <a:ext cx="44478" cy="110831"/>
          </a:xfrm>
          <a:custGeom xmlns:a="http://schemas.openxmlformats.org/drawingml/2006/main">
            <a:pathLst>
              <a:path w="44478" h="110831">
                <a:moveTo>
                  <a:pt x="21357" y="8473"/>
                </a:moveTo>
                <a:cubicBezTo>
                  <a:pt x="21357" y="13062"/>
                  <a:pt x="26652" y="16946"/>
                  <a:pt x="32828" y="16946"/>
                </a:cubicBezTo>
                <a:cubicBezTo>
                  <a:pt x="39006" y="16946"/>
                  <a:pt x="44478" y="13062"/>
                  <a:pt x="44478" y="8473"/>
                </a:cubicBezTo>
                <a:cubicBezTo>
                  <a:pt x="44478" y="3884"/>
                  <a:pt x="39006" y="0"/>
                  <a:pt x="32828" y="0"/>
                </a:cubicBezTo>
                <a:cubicBezTo>
                  <a:pt x="26652" y="0"/>
                  <a:pt x="21357" y="3884"/>
                  <a:pt x="21357" y="8473"/>
                </a:cubicBezTo>
                <a:moveTo>
                  <a:pt x="32828" y="52550"/>
                </a:moveTo>
                <a:cubicBezTo>
                  <a:pt x="34947" y="45661"/>
                  <a:pt x="37417" y="38771"/>
                  <a:pt x="37417" y="35771"/>
                </a:cubicBezTo>
                <a:cubicBezTo>
                  <a:pt x="37417" y="33304"/>
                  <a:pt x="35300" y="32071"/>
                  <a:pt x="32475" y="32071"/>
                </a:cubicBezTo>
                <a:cubicBezTo>
                  <a:pt x="25063" y="32071"/>
                  <a:pt x="15179" y="33304"/>
                  <a:pt x="4411" y="34357"/>
                </a:cubicBezTo>
                <a:cubicBezTo>
                  <a:pt x="2470" y="35771"/>
                  <a:pt x="3528" y="37713"/>
                  <a:pt x="4589" y="39299"/>
                </a:cubicBezTo>
                <a:lnTo>
                  <a:pt x="13412" y="39830"/>
                </a:lnTo>
                <a:cubicBezTo>
                  <a:pt x="16062" y="40008"/>
                  <a:pt x="17296" y="41597"/>
                  <a:pt x="17296" y="43363"/>
                </a:cubicBezTo>
                <a:cubicBezTo>
                  <a:pt x="17296" y="44952"/>
                  <a:pt x="16415" y="47427"/>
                  <a:pt x="15179" y="52372"/>
                </a:cubicBezTo>
                <a:lnTo>
                  <a:pt x="3706" y="88760"/>
                </a:lnTo>
                <a:cubicBezTo>
                  <a:pt x="2470" y="94413"/>
                  <a:pt x="0" y="101655"/>
                  <a:pt x="0" y="105008"/>
                </a:cubicBezTo>
                <a:cubicBezTo>
                  <a:pt x="0" y="108361"/>
                  <a:pt x="2647" y="110831"/>
                  <a:pt x="9706" y="110831"/>
                </a:cubicBezTo>
                <a:cubicBezTo>
                  <a:pt x="21004" y="110831"/>
                  <a:pt x="31241" y="104830"/>
                  <a:pt x="42006" y="94413"/>
                </a:cubicBezTo>
                <a:cubicBezTo>
                  <a:pt x="41478" y="92824"/>
                  <a:pt x="39359" y="91410"/>
                  <a:pt x="36183" y="91410"/>
                </a:cubicBezTo>
                <a:cubicBezTo>
                  <a:pt x="30358" y="96710"/>
                  <a:pt x="23827" y="100241"/>
                  <a:pt x="21532" y="100241"/>
                </a:cubicBezTo>
                <a:cubicBezTo>
                  <a:pt x="19768" y="100241"/>
                  <a:pt x="19415" y="99358"/>
                  <a:pt x="19415" y="97238"/>
                </a:cubicBezTo>
                <a:cubicBezTo>
                  <a:pt x="19415" y="95649"/>
                  <a:pt x="20649" y="91763"/>
                  <a:pt x="21710" y="87171"/>
                </a:cubicBezTo>
                <a:lnTo>
                  <a:pt x="32828" y="52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,v">
            <a:extLst xmlns:a="http://schemas.openxmlformats.org/drawingml/2006/main">
              <a:ext uri="{FF2B5EF4-FFF2-40B4-BE49-F238E27FC236}">
                <a16:creationId xmlns:a16="http://schemas.microsoft.com/office/drawing/2014/main" id="{D1A0DB58-FCFA-40F7-9689-877B5B97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882" y="1219885"/>
            <a:ext cx="201370" cy="129942"/>
          </a:xfrm>
          <a:custGeom xmlns:a="http://schemas.openxmlformats.org/drawingml/2006/main">
            <a:pathLst>
              <a:path w="201370" h="129942">
                <a:moveTo>
                  <a:pt x="15033" y="77561"/>
                </a:moveTo>
                <a:cubicBezTo>
                  <a:pt x="7287" y="77561"/>
                  <a:pt x="2050" y="82798"/>
                  <a:pt x="2050" y="89175"/>
                </a:cubicBezTo>
                <a:cubicBezTo>
                  <a:pt x="2050" y="96462"/>
                  <a:pt x="8427" y="98513"/>
                  <a:pt x="12754" y="99194"/>
                </a:cubicBezTo>
                <a:cubicBezTo>
                  <a:pt x="17310" y="99653"/>
                  <a:pt x="21410" y="101018"/>
                  <a:pt x="21410" y="106255"/>
                </a:cubicBezTo>
                <a:cubicBezTo>
                  <a:pt x="21410" y="111037"/>
                  <a:pt x="12754" y="121059"/>
                  <a:pt x="0" y="124020"/>
                </a:cubicBezTo>
                <a:cubicBezTo>
                  <a:pt x="0" y="126296"/>
                  <a:pt x="685" y="128347"/>
                  <a:pt x="2280" y="129942"/>
                </a:cubicBezTo>
                <a:cubicBezTo>
                  <a:pt x="17310" y="127436"/>
                  <a:pt x="31658" y="116048"/>
                  <a:pt x="31658" y="100108"/>
                </a:cubicBezTo>
                <a:cubicBezTo>
                  <a:pt x="31658" y="86440"/>
                  <a:pt x="25052" y="77561"/>
                  <a:pt x="15033" y="77561"/>
                </a:cubicBezTo>
                <a:close/>
                <a:moveTo>
                  <a:pt x="182694" y="19113"/>
                </a:moveTo>
                <a:cubicBezTo>
                  <a:pt x="186111" y="10245"/>
                  <a:pt x="192032" y="8653"/>
                  <a:pt x="198864" y="7746"/>
                </a:cubicBezTo>
                <a:cubicBezTo>
                  <a:pt x="200230" y="7517"/>
                  <a:pt x="201370" y="6836"/>
                  <a:pt x="201370" y="5696"/>
                </a:cubicBezTo>
                <a:lnTo>
                  <a:pt x="201370" y="459"/>
                </a:lnTo>
                <a:lnTo>
                  <a:pt x="200915" y="0"/>
                </a:lnTo>
                <a:cubicBezTo>
                  <a:pt x="200915" y="0"/>
                  <a:pt x="190208" y="459"/>
                  <a:pt x="183376" y="459"/>
                </a:cubicBezTo>
                <a:cubicBezTo>
                  <a:pt x="174267" y="459"/>
                  <a:pt x="159919" y="0"/>
                  <a:pt x="159919" y="0"/>
                </a:cubicBezTo>
                <a:lnTo>
                  <a:pt x="159008" y="685"/>
                </a:lnTo>
                <a:lnTo>
                  <a:pt x="159008" y="6151"/>
                </a:lnTo>
                <a:cubicBezTo>
                  <a:pt x="159008" y="6836"/>
                  <a:pt x="159689" y="7517"/>
                  <a:pt x="160829" y="7746"/>
                </a:cubicBezTo>
                <a:lnTo>
                  <a:pt x="161740" y="7972"/>
                </a:lnTo>
                <a:cubicBezTo>
                  <a:pt x="169941" y="10019"/>
                  <a:pt x="173812" y="11381"/>
                  <a:pt x="171532" y="17747"/>
                </a:cubicBezTo>
                <a:lnTo>
                  <a:pt x="151036" y="75264"/>
                </a:lnTo>
                <a:lnTo>
                  <a:pt x="128490" y="17977"/>
                </a:lnTo>
                <a:cubicBezTo>
                  <a:pt x="125984" y="11155"/>
                  <a:pt x="126213" y="9108"/>
                  <a:pt x="133045" y="8198"/>
                </a:cubicBezTo>
                <a:lnTo>
                  <a:pt x="136917" y="7746"/>
                </a:lnTo>
                <a:cubicBezTo>
                  <a:pt x="137372" y="7746"/>
                  <a:pt x="138738" y="7517"/>
                  <a:pt x="138738" y="5922"/>
                </a:cubicBezTo>
                <a:lnTo>
                  <a:pt x="138738" y="459"/>
                </a:lnTo>
                <a:lnTo>
                  <a:pt x="137827" y="0"/>
                </a:lnTo>
                <a:cubicBezTo>
                  <a:pt x="137827" y="0"/>
                  <a:pt x="119152" y="459"/>
                  <a:pt x="109814" y="459"/>
                </a:cubicBezTo>
                <a:cubicBezTo>
                  <a:pt x="100706" y="459"/>
                  <a:pt x="86812" y="0"/>
                  <a:pt x="86812" y="0"/>
                </a:cubicBezTo>
                <a:lnTo>
                  <a:pt x="86128" y="459"/>
                </a:lnTo>
                <a:lnTo>
                  <a:pt x="86128" y="6151"/>
                </a:lnTo>
                <a:cubicBezTo>
                  <a:pt x="86128" y="7291"/>
                  <a:pt x="87268" y="7746"/>
                  <a:pt x="88407" y="7746"/>
                </a:cubicBezTo>
                <a:cubicBezTo>
                  <a:pt x="98881" y="8653"/>
                  <a:pt x="102072" y="15930"/>
                  <a:pt x="104803" y="23203"/>
                </a:cubicBezTo>
                <a:lnTo>
                  <a:pt x="130995" y="90044"/>
                </a:lnTo>
                <a:cubicBezTo>
                  <a:pt x="134640" y="99135"/>
                  <a:pt x="138282" y="101863"/>
                  <a:pt x="144433" y="101863"/>
                </a:cubicBezTo>
                <a:cubicBezTo>
                  <a:pt x="149670" y="101863"/>
                  <a:pt x="152176" y="99135"/>
                  <a:pt x="155818" y="89815"/>
                </a:cubicBezTo>
                <a:lnTo>
                  <a:pt x="182694" y="191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𝑖">
            <a:extLst xmlns:a="http://schemas.openxmlformats.org/drawingml/2006/main">
              <a:ext uri="{FF2B5EF4-FFF2-40B4-BE49-F238E27FC236}">
                <a16:creationId xmlns:a16="http://schemas.microsoft.com/office/drawing/2014/main" id="{383958F6-5CA4-481C-AB36-2A1F24A9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41" y="1244147"/>
            <a:ext cx="44478" cy="110831"/>
          </a:xfrm>
          <a:custGeom xmlns:a="http://schemas.openxmlformats.org/drawingml/2006/main">
            <a:pathLst>
              <a:path w="44478" h="110831">
                <a:moveTo>
                  <a:pt x="21357" y="8473"/>
                </a:moveTo>
                <a:cubicBezTo>
                  <a:pt x="21357" y="13062"/>
                  <a:pt x="26652" y="16946"/>
                  <a:pt x="32828" y="16946"/>
                </a:cubicBezTo>
                <a:cubicBezTo>
                  <a:pt x="39006" y="16946"/>
                  <a:pt x="44478" y="13062"/>
                  <a:pt x="44478" y="8473"/>
                </a:cubicBezTo>
                <a:cubicBezTo>
                  <a:pt x="44478" y="3884"/>
                  <a:pt x="39006" y="0"/>
                  <a:pt x="32828" y="0"/>
                </a:cubicBezTo>
                <a:cubicBezTo>
                  <a:pt x="26652" y="0"/>
                  <a:pt x="21357" y="3884"/>
                  <a:pt x="21357" y="8473"/>
                </a:cubicBezTo>
                <a:moveTo>
                  <a:pt x="32828" y="52550"/>
                </a:moveTo>
                <a:cubicBezTo>
                  <a:pt x="34947" y="45661"/>
                  <a:pt x="37417" y="38771"/>
                  <a:pt x="37417" y="35771"/>
                </a:cubicBezTo>
                <a:cubicBezTo>
                  <a:pt x="37417" y="33304"/>
                  <a:pt x="35300" y="32071"/>
                  <a:pt x="32475" y="32071"/>
                </a:cubicBezTo>
                <a:cubicBezTo>
                  <a:pt x="25063" y="32071"/>
                  <a:pt x="15179" y="33304"/>
                  <a:pt x="4411" y="34357"/>
                </a:cubicBezTo>
                <a:cubicBezTo>
                  <a:pt x="2470" y="35771"/>
                  <a:pt x="3528" y="37713"/>
                  <a:pt x="4589" y="39299"/>
                </a:cubicBezTo>
                <a:lnTo>
                  <a:pt x="13412" y="39830"/>
                </a:lnTo>
                <a:cubicBezTo>
                  <a:pt x="16062" y="40008"/>
                  <a:pt x="17296" y="41597"/>
                  <a:pt x="17296" y="43363"/>
                </a:cubicBezTo>
                <a:cubicBezTo>
                  <a:pt x="17296" y="44952"/>
                  <a:pt x="16415" y="47427"/>
                  <a:pt x="15179" y="52372"/>
                </a:cubicBezTo>
                <a:lnTo>
                  <a:pt x="3706" y="88760"/>
                </a:lnTo>
                <a:cubicBezTo>
                  <a:pt x="2470" y="94413"/>
                  <a:pt x="0" y="101655"/>
                  <a:pt x="0" y="105008"/>
                </a:cubicBezTo>
                <a:cubicBezTo>
                  <a:pt x="0" y="108361"/>
                  <a:pt x="2647" y="110831"/>
                  <a:pt x="9706" y="110831"/>
                </a:cubicBezTo>
                <a:cubicBezTo>
                  <a:pt x="21004" y="110831"/>
                  <a:pt x="31241" y="104830"/>
                  <a:pt x="42006" y="94413"/>
                </a:cubicBezTo>
                <a:cubicBezTo>
                  <a:pt x="41478" y="92824"/>
                  <a:pt x="39359" y="91410"/>
                  <a:pt x="36183" y="91410"/>
                </a:cubicBezTo>
                <a:cubicBezTo>
                  <a:pt x="30358" y="96710"/>
                  <a:pt x="23827" y="100241"/>
                  <a:pt x="21532" y="100241"/>
                </a:cubicBezTo>
                <a:cubicBezTo>
                  <a:pt x="19768" y="100241"/>
                  <a:pt x="19415" y="99358"/>
                  <a:pt x="19415" y="97238"/>
                </a:cubicBezTo>
                <a:cubicBezTo>
                  <a:pt x="19415" y="95649"/>
                  <a:pt x="20649" y="91763"/>
                  <a:pt x="21710" y="87171"/>
                </a:cubicBezTo>
                <a:lnTo>
                  <a:pt x="32828" y="52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).">
            <a:extLst xmlns:a="http://schemas.openxmlformats.org/drawingml/2006/main">
              <a:ext uri="{FF2B5EF4-FFF2-40B4-BE49-F238E27FC236}">
                <a16:creationId xmlns:a16="http://schemas.microsoft.com/office/drawing/2014/main" id="{C59EA1D0-949E-46CB-A59C-8BD5F8B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912" y="1157837"/>
            <a:ext cx="100208" cy="207475"/>
          </a:xfrm>
          <a:custGeom xmlns:a="http://schemas.openxmlformats.org/drawingml/2006/main">
            <a:pathLst>
              <a:path w="100208" h="207475">
                <a:moveTo>
                  <a:pt x="53065" y="103851"/>
                </a:moveTo>
                <a:cubicBezTo>
                  <a:pt x="53065" y="93602"/>
                  <a:pt x="52155" y="40993"/>
                  <a:pt x="4782" y="0"/>
                </a:cubicBezTo>
                <a:cubicBezTo>
                  <a:pt x="2506" y="455"/>
                  <a:pt x="681" y="2050"/>
                  <a:pt x="0" y="3871"/>
                </a:cubicBezTo>
                <a:cubicBezTo>
                  <a:pt x="7513" y="12524"/>
                  <a:pt x="34160" y="43953"/>
                  <a:pt x="34160" y="103851"/>
                </a:cubicBezTo>
                <a:cubicBezTo>
                  <a:pt x="34160" y="163748"/>
                  <a:pt x="7287" y="195177"/>
                  <a:pt x="0" y="203378"/>
                </a:cubicBezTo>
                <a:cubicBezTo>
                  <a:pt x="681" y="205654"/>
                  <a:pt x="2276" y="207249"/>
                  <a:pt x="4782" y="207475"/>
                </a:cubicBezTo>
                <a:cubicBezTo>
                  <a:pt x="31884" y="184248"/>
                  <a:pt x="53065" y="146212"/>
                  <a:pt x="53065" y="103851"/>
                </a:cubicBezTo>
                <a:close/>
                <a:moveTo>
                  <a:pt x="76066" y="151397"/>
                </a:moveTo>
                <a:cubicBezTo>
                  <a:pt x="76066" y="158003"/>
                  <a:pt x="81532" y="163466"/>
                  <a:pt x="88135" y="163466"/>
                </a:cubicBezTo>
                <a:cubicBezTo>
                  <a:pt x="94741" y="163466"/>
                  <a:pt x="100208" y="158003"/>
                  <a:pt x="100208" y="151397"/>
                </a:cubicBezTo>
                <a:cubicBezTo>
                  <a:pt x="100208" y="144794"/>
                  <a:pt x="94741" y="139328"/>
                  <a:pt x="88135" y="139328"/>
                </a:cubicBezTo>
                <a:cubicBezTo>
                  <a:pt x="81532" y="139328"/>
                  <a:pt x="76066" y="144794"/>
                  <a:pt x="76066" y="151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(2)Defningvisibilitydistanceregions(2,3,5or6NM).">
            <a:extLst xmlns:a="http://schemas.openxmlformats.org/drawingml/2006/main">
              <a:ext uri="{FF2B5EF4-FFF2-40B4-BE49-F238E27FC236}">
                <a16:creationId xmlns:a16="http://schemas.microsoft.com/office/drawing/2014/main" id="{9CBBC078-AF6E-4451-9614-2A4178FF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" y="1442530"/>
            <a:ext cx="5207199" cy="215510"/>
          </a:xfrm>
          <a:custGeom xmlns:a="http://schemas.openxmlformats.org/drawingml/2006/main">
            <a:pathLst>
              <a:path w="5207199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71740" y="54521"/>
                </a:moveTo>
                <a:cubicBezTo>
                  <a:pt x="71740" y="59296"/>
                  <a:pt x="76066" y="63383"/>
                  <a:pt x="80851" y="63383"/>
                </a:cubicBezTo>
                <a:cubicBezTo>
                  <a:pt x="84723" y="63383"/>
                  <a:pt x="91555" y="59296"/>
                  <a:pt x="91555" y="54295"/>
                </a:cubicBezTo>
                <a:cubicBezTo>
                  <a:pt x="91555" y="52478"/>
                  <a:pt x="91099" y="51116"/>
                  <a:pt x="90644" y="49524"/>
                </a:cubicBezTo>
                <a:cubicBezTo>
                  <a:pt x="90189" y="47932"/>
                  <a:pt x="88820" y="45889"/>
                  <a:pt x="88820" y="44072"/>
                </a:cubicBezTo>
                <a:cubicBezTo>
                  <a:pt x="88820" y="38390"/>
                  <a:pt x="94741" y="30209"/>
                  <a:pt x="111366" y="30209"/>
                </a:cubicBezTo>
                <a:cubicBezTo>
                  <a:pt x="119568" y="30209"/>
                  <a:pt x="131181" y="35891"/>
                  <a:pt x="131181" y="57704"/>
                </a:cubicBezTo>
                <a:cubicBezTo>
                  <a:pt x="131181" y="72283"/>
                  <a:pt x="125944" y="84147"/>
                  <a:pt x="112506" y="97839"/>
                </a:cubicBezTo>
                <a:lnTo>
                  <a:pt x="95652" y="114495"/>
                </a:lnTo>
                <a:cubicBezTo>
                  <a:pt x="73335" y="137313"/>
                  <a:pt x="69689" y="148263"/>
                  <a:pt x="69689" y="161701"/>
                </a:cubicBezTo>
                <a:cubicBezTo>
                  <a:pt x="69689" y="161701"/>
                  <a:pt x="81307" y="161242"/>
                  <a:pt x="88594" y="161242"/>
                </a:cubicBezTo>
                <a:lnTo>
                  <a:pt x="128450" y="161242"/>
                </a:lnTo>
                <a:cubicBezTo>
                  <a:pt x="135737" y="161242"/>
                  <a:pt x="146215" y="161701"/>
                  <a:pt x="146215" y="161701"/>
                </a:cubicBezTo>
                <a:cubicBezTo>
                  <a:pt x="149172" y="149628"/>
                  <a:pt x="151452" y="132520"/>
                  <a:pt x="151678" y="125678"/>
                </a:cubicBezTo>
                <a:cubicBezTo>
                  <a:pt x="150312" y="124534"/>
                  <a:pt x="147351" y="124079"/>
                  <a:pt x="145075" y="124534"/>
                </a:cubicBezTo>
                <a:cubicBezTo>
                  <a:pt x="141204" y="140736"/>
                  <a:pt x="137332" y="146442"/>
                  <a:pt x="129131" y="146442"/>
                </a:cubicBezTo>
                <a:lnTo>
                  <a:pt x="88594" y="146442"/>
                </a:lnTo>
                <a:cubicBezTo>
                  <a:pt x="88594" y="135488"/>
                  <a:pt x="104308" y="119972"/>
                  <a:pt x="105448" y="118832"/>
                </a:cubicBezTo>
                <a:lnTo>
                  <a:pt x="128450" y="96699"/>
                </a:lnTo>
                <a:cubicBezTo>
                  <a:pt x="141430" y="84147"/>
                  <a:pt x="151223" y="74107"/>
                  <a:pt x="151223" y="56794"/>
                </a:cubicBezTo>
                <a:cubicBezTo>
                  <a:pt x="151223" y="32256"/>
                  <a:pt x="131181" y="22237"/>
                  <a:pt x="112736" y="22237"/>
                </a:cubicBezTo>
                <a:cubicBezTo>
                  <a:pt x="87454" y="22237"/>
                  <a:pt x="71740" y="40888"/>
                  <a:pt x="71740" y="54521"/>
                </a:cubicBezTo>
                <a:close/>
                <a:moveTo>
                  <a:pt x="221598" y="103851"/>
                </a:moveTo>
                <a:cubicBezTo>
                  <a:pt x="221598" y="93602"/>
                  <a:pt x="220688" y="40993"/>
                  <a:pt x="173315" y="0"/>
                </a:cubicBezTo>
                <a:cubicBezTo>
                  <a:pt x="171039" y="455"/>
                  <a:pt x="169214" y="2050"/>
                  <a:pt x="168533" y="3871"/>
                </a:cubicBezTo>
                <a:cubicBezTo>
                  <a:pt x="176046" y="12524"/>
                  <a:pt x="202693" y="43953"/>
                  <a:pt x="202693" y="103851"/>
                </a:cubicBezTo>
                <a:cubicBezTo>
                  <a:pt x="202693" y="163748"/>
                  <a:pt x="175820" y="195177"/>
                  <a:pt x="168533" y="203378"/>
                </a:cubicBezTo>
                <a:cubicBezTo>
                  <a:pt x="169214" y="205654"/>
                  <a:pt x="170809" y="207249"/>
                  <a:pt x="173315" y="207475"/>
                </a:cubicBezTo>
                <a:cubicBezTo>
                  <a:pt x="200417" y="184248"/>
                  <a:pt x="221598" y="146212"/>
                  <a:pt x="221598" y="103851"/>
                </a:cubicBezTo>
                <a:close/>
                <a:moveTo>
                  <a:pt x="332054" y="142094"/>
                </a:moveTo>
                <a:lnTo>
                  <a:pt x="332054" y="32697"/>
                </a:lnTo>
                <a:cubicBezTo>
                  <a:pt x="332054" y="24722"/>
                  <a:pt x="340026" y="21532"/>
                  <a:pt x="351185" y="21532"/>
                </a:cubicBezTo>
                <a:cubicBezTo>
                  <a:pt x="400378" y="21532"/>
                  <a:pt x="416548" y="61416"/>
                  <a:pt x="416548" y="96511"/>
                </a:cubicBezTo>
                <a:cubicBezTo>
                  <a:pt x="416548" y="142550"/>
                  <a:pt x="388990" y="153944"/>
                  <a:pt x="356877" y="153944"/>
                </a:cubicBezTo>
                <a:cubicBezTo>
                  <a:pt x="334560" y="153944"/>
                  <a:pt x="332054" y="149389"/>
                  <a:pt x="332054" y="142094"/>
                </a:cubicBezTo>
                <a:moveTo>
                  <a:pt x="292882" y="13786"/>
                </a:moveTo>
                <a:cubicBezTo>
                  <a:pt x="291513" y="15155"/>
                  <a:pt x="291513" y="19937"/>
                  <a:pt x="292882" y="21302"/>
                </a:cubicBezTo>
                <a:cubicBezTo>
                  <a:pt x="308823" y="21987"/>
                  <a:pt x="312694" y="23127"/>
                  <a:pt x="312694" y="42042"/>
                </a:cubicBezTo>
                <a:lnTo>
                  <a:pt x="312694" y="133434"/>
                </a:lnTo>
                <a:cubicBezTo>
                  <a:pt x="312694" y="152349"/>
                  <a:pt x="308823" y="153489"/>
                  <a:pt x="292882" y="154174"/>
                </a:cubicBezTo>
                <a:cubicBezTo>
                  <a:pt x="291513" y="155540"/>
                  <a:pt x="291513" y="160321"/>
                  <a:pt x="292882" y="161687"/>
                </a:cubicBezTo>
                <a:cubicBezTo>
                  <a:pt x="301765" y="161461"/>
                  <a:pt x="313834" y="161232"/>
                  <a:pt x="322487" y="161232"/>
                </a:cubicBezTo>
                <a:cubicBezTo>
                  <a:pt x="330914" y="161232"/>
                  <a:pt x="340481" y="161687"/>
                  <a:pt x="363938" y="161687"/>
                </a:cubicBezTo>
                <a:cubicBezTo>
                  <a:pt x="396052" y="161687"/>
                  <a:pt x="438410" y="147109"/>
                  <a:pt x="438410" y="91041"/>
                </a:cubicBezTo>
                <a:cubicBezTo>
                  <a:pt x="438410" y="48652"/>
                  <a:pt x="403565" y="13786"/>
                  <a:pt x="359838" y="13786"/>
                </a:cubicBezTo>
                <a:cubicBezTo>
                  <a:pt x="343668" y="13786"/>
                  <a:pt x="331144" y="14245"/>
                  <a:pt x="322261" y="14245"/>
                </a:cubicBezTo>
                <a:cubicBezTo>
                  <a:pt x="314063" y="14245"/>
                  <a:pt x="301991" y="14015"/>
                  <a:pt x="292882" y="13786"/>
                </a:cubicBezTo>
                <a:close/>
                <a:moveTo>
                  <a:pt x="476445" y="97008"/>
                </a:moveTo>
                <a:cubicBezTo>
                  <a:pt x="480771" y="71382"/>
                  <a:pt x="496715" y="69343"/>
                  <a:pt x="502181" y="69343"/>
                </a:cubicBezTo>
                <a:cubicBezTo>
                  <a:pt x="510834" y="69343"/>
                  <a:pt x="521082" y="74107"/>
                  <a:pt x="521082" y="93154"/>
                </a:cubicBezTo>
                <a:cubicBezTo>
                  <a:pt x="521082" y="95194"/>
                  <a:pt x="520172" y="96330"/>
                  <a:pt x="517666" y="96330"/>
                </a:cubicBezTo>
                <a:lnTo>
                  <a:pt x="476445" y="97008"/>
                </a:lnTo>
                <a:moveTo>
                  <a:pt x="536112" y="140020"/>
                </a:moveTo>
                <a:cubicBezTo>
                  <a:pt x="527689" y="148669"/>
                  <a:pt x="521082" y="152308"/>
                  <a:pt x="507874" y="152308"/>
                </a:cubicBezTo>
                <a:cubicBezTo>
                  <a:pt x="499676" y="152308"/>
                  <a:pt x="490109" y="147529"/>
                  <a:pt x="483051" y="135926"/>
                </a:cubicBezTo>
                <a:cubicBezTo>
                  <a:pt x="478495" y="128416"/>
                  <a:pt x="475760" y="117949"/>
                  <a:pt x="475760" y="104751"/>
                </a:cubicBezTo>
                <a:lnTo>
                  <a:pt x="536342" y="105206"/>
                </a:lnTo>
                <a:cubicBezTo>
                  <a:pt x="539073" y="105206"/>
                  <a:pt x="540668" y="103840"/>
                  <a:pt x="540668" y="101335"/>
                </a:cubicBezTo>
                <a:cubicBezTo>
                  <a:pt x="540668" y="82270"/>
                  <a:pt x="533836" y="61826"/>
                  <a:pt x="502181" y="61826"/>
                </a:cubicBezTo>
                <a:cubicBezTo>
                  <a:pt x="482366" y="61826"/>
                  <a:pt x="456629" y="80682"/>
                  <a:pt x="456629" y="115218"/>
                </a:cubicBezTo>
                <a:cubicBezTo>
                  <a:pt x="456629" y="127961"/>
                  <a:pt x="459820" y="140249"/>
                  <a:pt x="467336" y="148895"/>
                </a:cubicBezTo>
                <a:cubicBezTo>
                  <a:pt x="475079" y="158003"/>
                  <a:pt x="485782" y="163466"/>
                  <a:pt x="502181" y="163466"/>
                </a:cubicBezTo>
                <a:cubicBezTo>
                  <a:pt x="519487" y="163466"/>
                  <a:pt x="531786" y="155498"/>
                  <a:pt x="540898" y="143662"/>
                </a:cubicBezTo>
                <a:cubicBezTo>
                  <a:pt x="540213" y="141385"/>
                  <a:pt x="538847" y="140249"/>
                  <a:pt x="536112" y="140020"/>
                </a:cubicBezTo>
                <a:close/>
                <a:moveTo>
                  <a:pt x="657045" y="133431"/>
                </a:moveTo>
                <a:lnTo>
                  <a:pt x="657045" y="85339"/>
                </a:lnTo>
                <a:cubicBezTo>
                  <a:pt x="657045" y="76449"/>
                  <a:pt x="657959" y="61861"/>
                  <a:pt x="657959" y="61861"/>
                </a:cubicBezTo>
                <a:cubicBezTo>
                  <a:pt x="657959" y="60950"/>
                  <a:pt x="656590" y="60491"/>
                  <a:pt x="655680" y="60491"/>
                </a:cubicBezTo>
                <a:cubicBezTo>
                  <a:pt x="648847" y="63379"/>
                  <a:pt x="642245" y="63605"/>
                  <a:pt x="634273" y="63605"/>
                </a:cubicBezTo>
                <a:lnTo>
                  <a:pt x="589405" y="63605"/>
                </a:lnTo>
                <a:lnTo>
                  <a:pt x="589405" y="50594"/>
                </a:lnTo>
                <a:cubicBezTo>
                  <a:pt x="589405" y="28910"/>
                  <a:pt x="597148" y="9967"/>
                  <a:pt x="612637" y="9967"/>
                </a:cubicBezTo>
                <a:cubicBezTo>
                  <a:pt x="622430" y="9967"/>
                  <a:pt x="630172" y="12476"/>
                  <a:pt x="631997" y="21834"/>
                </a:cubicBezTo>
                <a:cubicBezTo>
                  <a:pt x="634273" y="33247"/>
                  <a:pt x="639055" y="36673"/>
                  <a:pt x="646116" y="36673"/>
                </a:cubicBezTo>
                <a:cubicBezTo>
                  <a:pt x="651127" y="36673"/>
                  <a:pt x="655909" y="32107"/>
                  <a:pt x="655909" y="27314"/>
                </a:cubicBezTo>
                <a:cubicBezTo>
                  <a:pt x="655909" y="13160"/>
                  <a:pt x="636549" y="2221"/>
                  <a:pt x="615368" y="2221"/>
                </a:cubicBezTo>
                <a:cubicBezTo>
                  <a:pt x="604894" y="2221"/>
                  <a:pt x="592366" y="6321"/>
                  <a:pt x="583029" y="17271"/>
                </a:cubicBezTo>
                <a:cubicBezTo>
                  <a:pt x="573465" y="28454"/>
                  <a:pt x="571415" y="42379"/>
                  <a:pt x="571415" y="60182"/>
                </a:cubicBezTo>
                <a:lnTo>
                  <a:pt x="571415" y="63605"/>
                </a:lnTo>
                <a:lnTo>
                  <a:pt x="560256" y="63605"/>
                </a:lnTo>
                <a:cubicBezTo>
                  <a:pt x="556156" y="63605"/>
                  <a:pt x="555016" y="66340"/>
                  <a:pt x="555016" y="68161"/>
                </a:cubicBezTo>
                <a:lnTo>
                  <a:pt x="555016" y="71122"/>
                </a:lnTo>
                <a:cubicBezTo>
                  <a:pt x="555016" y="72262"/>
                  <a:pt x="555245" y="72488"/>
                  <a:pt x="556156" y="72488"/>
                </a:cubicBezTo>
                <a:lnTo>
                  <a:pt x="571415" y="72488"/>
                </a:lnTo>
                <a:lnTo>
                  <a:pt x="571415" y="133469"/>
                </a:lnTo>
                <a:cubicBezTo>
                  <a:pt x="571415" y="152353"/>
                  <a:pt x="568909" y="153263"/>
                  <a:pt x="556611" y="154174"/>
                </a:cubicBezTo>
                <a:cubicBezTo>
                  <a:pt x="555245" y="155540"/>
                  <a:pt x="555245" y="160321"/>
                  <a:pt x="556611" y="161687"/>
                </a:cubicBezTo>
                <a:cubicBezTo>
                  <a:pt x="564353" y="161461"/>
                  <a:pt x="572555" y="161232"/>
                  <a:pt x="580523" y="161232"/>
                </a:cubicBezTo>
                <a:cubicBezTo>
                  <a:pt x="588495" y="161232"/>
                  <a:pt x="598743" y="161461"/>
                  <a:pt x="606260" y="161687"/>
                </a:cubicBezTo>
                <a:cubicBezTo>
                  <a:pt x="607626" y="160321"/>
                  <a:pt x="607626" y="155540"/>
                  <a:pt x="606260" y="154174"/>
                </a:cubicBezTo>
                <a:cubicBezTo>
                  <a:pt x="591685" y="153263"/>
                  <a:pt x="589405" y="152353"/>
                  <a:pt x="589405" y="133469"/>
                </a:cubicBezTo>
                <a:lnTo>
                  <a:pt x="589405" y="72488"/>
                </a:lnTo>
                <a:lnTo>
                  <a:pt x="630172" y="72488"/>
                </a:lnTo>
                <a:cubicBezTo>
                  <a:pt x="637234" y="72345"/>
                  <a:pt x="639055" y="76904"/>
                  <a:pt x="639055" y="88529"/>
                </a:cubicBezTo>
                <a:lnTo>
                  <a:pt x="639055" y="133431"/>
                </a:lnTo>
                <a:cubicBezTo>
                  <a:pt x="639055" y="152349"/>
                  <a:pt x="636323" y="153260"/>
                  <a:pt x="623795" y="154174"/>
                </a:cubicBezTo>
                <a:cubicBezTo>
                  <a:pt x="622430" y="155540"/>
                  <a:pt x="622430" y="160321"/>
                  <a:pt x="623795" y="161687"/>
                </a:cubicBezTo>
                <a:cubicBezTo>
                  <a:pt x="631767" y="161461"/>
                  <a:pt x="639965" y="161232"/>
                  <a:pt x="648166" y="161232"/>
                </a:cubicBezTo>
                <a:cubicBezTo>
                  <a:pt x="656135" y="161232"/>
                  <a:pt x="665017" y="161461"/>
                  <a:pt x="673444" y="161687"/>
                </a:cubicBezTo>
                <a:cubicBezTo>
                  <a:pt x="674810" y="160321"/>
                  <a:pt x="674810" y="155540"/>
                  <a:pt x="673444" y="154174"/>
                </a:cubicBezTo>
                <a:cubicBezTo>
                  <a:pt x="659551" y="153260"/>
                  <a:pt x="657045" y="152349"/>
                  <a:pt x="657045" y="133431"/>
                </a:cubicBezTo>
                <a:close/>
                <a:moveTo>
                  <a:pt x="719449" y="79615"/>
                </a:moveTo>
                <a:cubicBezTo>
                  <a:pt x="718083" y="81210"/>
                  <a:pt x="716717" y="81669"/>
                  <a:pt x="716717" y="79615"/>
                </a:cubicBezTo>
                <a:cubicBezTo>
                  <a:pt x="716488" y="73461"/>
                  <a:pt x="716033" y="64578"/>
                  <a:pt x="714893" y="62299"/>
                </a:cubicBezTo>
                <a:cubicBezTo>
                  <a:pt x="714437" y="61159"/>
                  <a:pt x="713982" y="60478"/>
                  <a:pt x="712161" y="60478"/>
                </a:cubicBezTo>
                <a:cubicBezTo>
                  <a:pt x="705784" y="62983"/>
                  <a:pt x="699863" y="65033"/>
                  <a:pt x="684148" y="67080"/>
                </a:cubicBezTo>
                <a:cubicBezTo>
                  <a:pt x="683693" y="68449"/>
                  <a:pt x="684148" y="72091"/>
                  <a:pt x="684604" y="73461"/>
                </a:cubicBezTo>
                <a:cubicBezTo>
                  <a:pt x="696902" y="74600"/>
                  <a:pt x="699408" y="75740"/>
                  <a:pt x="699408" y="88963"/>
                </a:cubicBezTo>
                <a:lnTo>
                  <a:pt x="699408" y="133424"/>
                </a:lnTo>
                <a:cubicBezTo>
                  <a:pt x="699408" y="152120"/>
                  <a:pt x="697131" y="153034"/>
                  <a:pt x="683464" y="154174"/>
                </a:cubicBezTo>
                <a:cubicBezTo>
                  <a:pt x="682098" y="155540"/>
                  <a:pt x="682098" y="160321"/>
                  <a:pt x="683464" y="161687"/>
                </a:cubicBezTo>
                <a:cubicBezTo>
                  <a:pt x="690299" y="161461"/>
                  <a:pt x="699408" y="161232"/>
                  <a:pt x="708516" y="161232"/>
                </a:cubicBezTo>
                <a:cubicBezTo>
                  <a:pt x="717628" y="161232"/>
                  <a:pt x="724460" y="161461"/>
                  <a:pt x="731292" y="161687"/>
                </a:cubicBezTo>
                <a:cubicBezTo>
                  <a:pt x="732658" y="160321"/>
                  <a:pt x="732658" y="155540"/>
                  <a:pt x="731292" y="154174"/>
                </a:cubicBezTo>
                <a:cubicBezTo>
                  <a:pt x="719678" y="153034"/>
                  <a:pt x="717398" y="152120"/>
                  <a:pt x="717398" y="133424"/>
                </a:cubicBezTo>
                <a:lnTo>
                  <a:pt x="717398" y="96032"/>
                </a:lnTo>
                <a:cubicBezTo>
                  <a:pt x="717398" y="91243"/>
                  <a:pt x="719449" y="88508"/>
                  <a:pt x="721270" y="86458"/>
                </a:cubicBezTo>
                <a:cubicBezTo>
                  <a:pt x="729926" y="78020"/>
                  <a:pt x="740174" y="73002"/>
                  <a:pt x="749057" y="73002"/>
                </a:cubicBezTo>
                <a:cubicBezTo>
                  <a:pt x="753613" y="73002"/>
                  <a:pt x="758394" y="75966"/>
                  <a:pt x="761126" y="81210"/>
                </a:cubicBezTo>
                <a:cubicBezTo>
                  <a:pt x="763405" y="85773"/>
                  <a:pt x="763861" y="91927"/>
                  <a:pt x="763861" y="98766"/>
                </a:cubicBezTo>
                <a:lnTo>
                  <a:pt x="763861" y="133424"/>
                </a:lnTo>
                <a:cubicBezTo>
                  <a:pt x="763861" y="152120"/>
                  <a:pt x="761581" y="153034"/>
                  <a:pt x="749738" y="154174"/>
                </a:cubicBezTo>
                <a:cubicBezTo>
                  <a:pt x="748601" y="155540"/>
                  <a:pt x="748601" y="160321"/>
                  <a:pt x="749738" y="161687"/>
                </a:cubicBezTo>
                <a:cubicBezTo>
                  <a:pt x="756573" y="161461"/>
                  <a:pt x="763861" y="161232"/>
                  <a:pt x="772969" y="161232"/>
                </a:cubicBezTo>
                <a:cubicBezTo>
                  <a:pt x="782081" y="161232"/>
                  <a:pt x="790279" y="161461"/>
                  <a:pt x="797111" y="161687"/>
                </a:cubicBezTo>
                <a:cubicBezTo>
                  <a:pt x="798250" y="160321"/>
                  <a:pt x="798250" y="155540"/>
                  <a:pt x="797111" y="154174"/>
                </a:cubicBezTo>
                <a:cubicBezTo>
                  <a:pt x="784357" y="153034"/>
                  <a:pt x="781851" y="152120"/>
                  <a:pt x="781851" y="133424"/>
                </a:cubicBezTo>
                <a:lnTo>
                  <a:pt x="781851" y="99451"/>
                </a:lnTo>
                <a:cubicBezTo>
                  <a:pt x="781851" y="86913"/>
                  <a:pt x="780941" y="75966"/>
                  <a:pt x="775704" y="68905"/>
                </a:cubicBezTo>
                <a:cubicBezTo>
                  <a:pt x="771829" y="63894"/>
                  <a:pt x="764771" y="61159"/>
                  <a:pt x="756799" y="61159"/>
                </a:cubicBezTo>
                <a:cubicBezTo>
                  <a:pt x="745641" y="61159"/>
                  <a:pt x="732887" y="64119"/>
                  <a:pt x="719449" y="79615"/>
                </a:cubicBezTo>
                <a:close/>
                <a:moveTo>
                  <a:pt x="821480" y="24719"/>
                </a:moveTo>
                <a:cubicBezTo>
                  <a:pt x="821480" y="30640"/>
                  <a:pt x="826946" y="36562"/>
                  <a:pt x="832409" y="36562"/>
                </a:cubicBezTo>
                <a:cubicBezTo>
                  <a:pt x="838786" y="36562"/>
                  <a:pt x="844252" y="30414"/>
                  <a:pt x="844252" y="25629"/>
                </a:cubicBezTo>
                <a:cubicBezTo>
                  <a:pt x="844252" y="20166"/>
                  <a:pt x="839471" y="13786"/>
                  <a:pt x="833323" y="13786"/>
                </a:cubicBezTo>
                <a:cubicBezTo>
                  <a:pt x="827857" y="13786"/>
                  <a:pt x="821480" y="19252"/>
                  <a:pt x="821480" y="24719"/>
                </a:cubicBezTo>
                <a:moveTo>
                  <a:pt x="842206" y="133445"/>
                </a:moveTo>
                <a:lnTo>
                  <a:pt x="842206" y="88119"/>
                </a:lnTo>
                <a:cubicBezTo>
                  <a:pt x="842206" y="76731"/>
                  <a:pt x="843116" y="62104"/>
                  <a:pt x="843116" y="62104"/>
                </a:cubicBezTo>
                <a:cubicBezTo>
                  <a:pt x="843116" y="61183"/>
                  <a:pt x="841976" y="60491"/>
                  <a:pt x="840155" y="60491"/>
                </a:cubicBezTo>
                <a:cubicBezTo>
                  <a:pt x="833778" y="63025"/>
                  <a:pt x="824667" y="65096"/>
                  <a:pt x="808952" y="67164"/>
                </a:cubicBezTo>
                <a:cubicBezTo>
                  <a:pt x="808497" y="68533"/>
                  <a:pt x="808952" y="72175"/>
                  <a:pt x="809407" y="73544"/>
                </a:cubicBezTo>
                <a:cubicBezTo>
                  <a:pt x="821935" y="74680"/>
                  <a:pt x="824211" y="76050"/>
                  <a:pt x="824211" y="89033"/>
                </a:cubicBezTo>
                <a:lnTo>
                  <a:pt x="824211" y="133445"/>
                </a:lnTo>
                <a:cubicBezTo>
                  <a:pt x="824211" y="152349"/>
                  <a:pt x="821706" y="153034"/>
                  <a:pt x="807816" y="154174"/>
                </a:cubicBezTo>
                <a:cubicBezTo>
                  <a:pt x="806447" y="155540"/>
                  <a:pt x="806447" y="160321"/>
                  <a:pt x="807816" y="161687"/>
                </a:cubicBezTo>
                <a:cubicBezTo>
                  <a:pt x="815329" y="161461"/>
                  <a:pt x="824211" y="161232"/>
                  <a:pt x="833323" y="161232"/>
                </a:cubicBezTo>
                <a:cubicBezTo>
                  <a:pt x="842431" y="161232"/>
                  <a:pt x="851085" y="161461"/>
                  <a:pt x="858601" y="161687"/>
                </a:cubicBezTo>
                <a:cubicBezTo>
                  <a:pt x="859967" y="160321"/>
                  <a:pt x="859967" y="155540"/>
                  <a:pt x="858601" y="154174"/>
                </a:cubicBezTo>
                <a:cubicBezTo>
                  <a:pt x="844708" y="153263"/>
                  <a:pt x="842206" y="152349"/>
                  <a:pt x="842206" y="133445"/>
                </a:cubicBezTo>
                <a:close/>
                <a:moveTo>
                  <a:pt x="904606" y="79615"/>
                </a:moveTo>
                <a:cubicBezTo>
                  <a:pt x="903240" y="81210"/>
                  <a:pt x="901874" y="81669"/>
                  <a:pt x="901874" y="79615"/>
                </a:cubicBezTo>
                <a:cubicBezTo>
                  <a:pt x="901645" y="73461"/>
                  <a:pt x="901190" y="64578"/>
                  <a:pt x="900050" y="62299"/>
                </a:cubicBezTo>
                <a:cubicBezTo>
                  <a:pt x="899595" y="61159"/>
                  <a:pt x="899139" y="60478"/>
                  <a:pt x="897318" y="60478"/>
                </a:cubicBezTo>
                <a:cubicBezTo>
                  <a:pt x="890942" y="62983"/>
                  <a:pt x="885020" y="65033"/>
                  <a:pt x="869306" y="67080"/>
                </a:cubicBezTo>
                <a:cubicBezTo>
                  <a:pt x="868850" y="68449"/>
                  <a:pt x="869306" y="72091"/>
                  <a:pt x="869761" y="73461"/>
                </a:cubicBezTo>
                <a:cubicBezTo>
                  <a:pt x="882059" y="74600"/>
                  <a:pt x="884565" y="75740"/>
                  <a:pt x="884565" y="88963"/>
                </a:cubicBezTo>
                <a:lnTo>
                  <a:pt x="884565" y="133424"/>
                </a:lnTo>
                <a:cubicBezTo>
                  <a:pt x="884565" y="152120"/>
                  <a:pt x="882289" y="153034"/>
                  <a:pt x="868621" y="154174"/>
                </a:cubicBezTo>
                <a:cubicBezTo>
                  <a:pt x="867255" y="155540"/>
                  <a:pt x="867255" y="160321"/>
                  <a:pt x="868621" y="161687"/>
                </a:cubicBezTo>
                <a:cubicBezTo>
                  <a:pt x="875456" y="161461"/>
                  <a:pt x="884565" y="161232"/>
                  <a:pt x="893673" y="161232"/>
                </a:cubicBezTo>
                <a:cubicBezTo>
                  <a:pt x="902785" y="161232"/>
                  <a:pt x="909617" y="161461"/>
                  <a:pt x="916449" y="161687"/>
                </a:cubicBezTo>
                <a:cubicBezTo>
                  <a:pt x="917815" y="160321"/>
                  <a:pt x="917815" y="155540"/>
                  <a:pt x="916449" y="154174"/>
                </a:cubicBezTo>
                <a:cubicBezTo>
                  <a:pt x="904835" y="153034"/>
                  <a:pt x="902555" y="152120"/>
                  <a:pt x="902555" y="133424"/>
                </a:cubicBezTo>
                <a:lnTo>
                  <a:pt x="902555" y="96032"/>
                </a:lnTo>
                <a:cubicBezTo>
                  <a:pt x="902555" y="91243"/>
                  <a:pt x="904606" y="88508"/>
                  <a:pt x="906427" y="86458"/>
                </a:cubicBezTo>
                <a:cubicBezTo>
                  <a:pt x="915083" y="78020"/>
                  <a:pt x="925331" y="73002"/>
                  <a:pt x="934214" y="73002"/>
                </a:cubicBezTo>
                <a:cubicBezTo>
                  <a:pt x="938770" y="73002"/>
                  <a:pt x="943552" y="75966"/>
                  <a:pt x="946283" y="81210"/>
                </a:cubicBezTo>
                <a:cubicBezTo>
                  <a:pt x="948563" y="85773"/>
                  <a:pt x="949018" y="91927"/>
                  <a:pt x="949018" y="98766"/>
                </a:cubicBezTo>
                <a:lnTo>
                  <a:pt x="949018" y="133424"/>
                </a:lnTo>
                <a:cubicBezTo>
                  <a:pt x="949018" y="152120"/>
                  <a:pt x="946738" y="153034"/>
                  <a:pt x="934895" y="154174"/>
                </a:cubicBezTo>
                <a:cubicBezTo>
                  <a:pt x="933759" y="155540"/>
                  <a:pt x="933759" y="160321"/>
                  <a:pt x="934895" y="161687"/>
                </a:cubicBezTo>
                <a:cubicBezTo>
                  <a:pt x="941731" y="161461"/>
                  <a:pt x="949018" y="161232"/>
                  <a:pt x="958126" y="161232"/>
                </a:cubicBezTo>
                <a:cubicBezTo>
                  <a:pt x="967238" y="161232"/>
                  <a:pt x="975436" y="161461"/>
                  <a:pt x="982268" y="161687"/>
                </a:cubicBezTo>
                <a:cubicBezTo>
                  <a:pt x="983408" y="160321"/>
                  <a:pt x="983408" y="155540"/>
                  <a:pt x="982268" y="154174"/>
                </a:cubicBezTo>
                <a:cubicBezTo>
                  <a:pt x="969514" y="153034"/>
                  <a:pt x="967009" y="152120"/>
                  <a:pt x="967009" y="133424"/>
                </a:cubicBezTo>
                <a:lnTo>
                  <a:pt x="967009" y="99451"/>
                </a:lnTo>
                <a:cubicBezTo>
                  <a:pt x="967009" y="86913"/>
                  <a:pt x="966098" y="75966"/>
                  <a:pt x="960861" y="68905"/>
                </a:cubicBezTo>
                <a:cubicBezTo>
                  <a:pt x="956986" y="63894"/>
                  <a:pt x="949928" y="61159"/>
                  <a:pt x="941956" y="61159"/>
                </a:cubicBezTo>
                <a:cubicBezTo>
                  <a:pt x="930798" y="61159"/>
                  <a:pt x="918044" y="64119"/>
                  <a:pt x="904606" y="79615"/>
                </a:cubicBezTo>
                <a:close/>
                <a:moveTo>
                  <a:pt x="1058792" y="97654"/>
                </a:moveTo>
                <a:cubicBezTo>
                  <a:pt x="1058792" y="118877"/>
                  <a:pt x="1048085" y="123210"/>
                  <a:pt x="1039658" y="123210"/>
                </a:cubicBezTo>
                <a:cubicBezTo>
                  <a:pt x="1020527" y="123210"/>
                  <a:pt x="1018480" y="107013"/>
                  <a:pt x="1018480" y="92407"/>
                </a:cubicBezTo>
                <a:cubicBezTo>
                  <a:pt x="1018480" y="76435"/>
                  <a:pt x="1024173" y="68220"/>
                  <a:pt x="1036700" y="68220"/>
                </a:cubicBezTo>
                <a:cubicBezTo>
                  <a:pt x="1051046" y="68220"/>
                  <a:pt x="1058792" y="78718"/>
                  <a:pt x="1058792" y="97654"/>
                </a:cubicBezTo>
                <a:moveTo>
                  <a:pt x="1016201" y="163456"/>
                </a:moveTo>
                <a:cubicBezTo>
                  <a:pt x="1018706" y="164140"/>
                  <a:pt x="1022352" y="164599"/>
                  <a:pt x="1025312" y="164599"/>
                </a:cubicBezTo>
                <a:cubicBezTo>
                  <a:pt x="1032370" y="164599"/>
                  <a:pt x="1038747" y="163911"/>
                  <a:pt x="1041937" y="163911"/>
                </a:cubicBezTo>
                <a:cubicBezTo>
                  <a:pt x="1053325" y="163911"/>
                  <a:pt x="1062889" y="164140"/>
                  <a:pt x="1069495" y="167796"/>
                </a:cubicBezTo>
                <a:cubicBezTo>
                  <a:pt x="1078378" y="172821"/>
                  <a:pt x="1081109" y="176018"/>
                  <a:pt x="1081109" y="181957"/>
                </a:cubicBezTo>
                <a:cubicBezTo>
                  <a:pt x="1081109" y="198405"/>
                  <a:pt x="1056967" y="207086"/>
                  <a:pt x="1036471" y="207086"/>
                </a:cubicBezTo>
                <a:cubicBezTo>
                  <a:pt x="1028273" y="207086"/>
                  <a:pt x="1009143" y="200459"/>
                  <a:pt x="1009143" y="184929"/>
                </a:cubicBezTo>
                <a:cubicBezTo>
                  <a:pt x="1009143" y="177162"/>
                  <a:pt x="1009598" y="171452"/>
                  <a:pt x="1016201" y="163456"/>
                </a:cubicBezTo>
                <a:moveTo>
                  <a:pt x="1087260" y="73012"/>
                </a:moveTo>
                <a:cubicBezTo>
                  <a:pt x="1091586" y="73012"/>
                  <a:pt x="1095684" y="68905"/>
                  <a:pt x="1095684" y="64349"/>
                </a:cubicBezTo>
                <a:cubicBezTo>
                  <a:pt x="1095684" y="59567"/>
                  <a:pt x="1091357" y="55922"/>
                  <a:pt x="1085210" y="55922"/>
                </a:cubicBezTo>
                <a:cubicBezTo>
                  <a:pt x="1079288" y="55922"/>
                  <a:pt x="1068355" y="59793"/>
                  <a:pt x="1062434" y="67539"/>
                </a:cubicBezTo>
                <a:cubicBezTo>
                  <a:pt x="1059702" y="65715"/>
                  <a:pt x="1052186" y="61159"/>
                  <a:pt x="1038747" y="61159"/>
                </a:cubicBezTo>
                <a:cubicBezTo>
                  <a:pt x="1018480" y="61159"/>
                  <a:pt x="999805" y="74837"/>
                  <a:pt x="999805" y="95830"/>
                </a:cubicBezTo>
                <a:cubicBezTo>
                  <a:pt x="999805" y="108153"/>
                  <a:pt x="1005271" y="115225"/>
                  <a:pt x="1011648" y="121386"/>
                </a:cubicBezTo>
                <a:cubicBezTo>
                  <a:pt x="1005271" y="126856"/>
                  <a:pt x="1001626" y="136628"/>
                  <a:pt x="1001626" y="144346"/>
                </a:cubicBezTo>
                <a:cubicBezTo>
                  <a:pt x="1001626" y="152527"/>
                  <a:pt x="1006182" y="158903"/>
                  <a:pt x="1012103" y="161864"/>
                </a:cubicBezTo>
                <a:cubicBezTo>
                  <a:pt x="999805" y="169165"/>
                  <a:pt x="993428" y="179674"/>
                  <a:pt x="993428" y="189495"/>
                </a:cubicBezTo>
                <a:cubicBezTo>
                  <a:pt x="993428" y="209362"/>
                  <a:pt x="1012103" y="215510"/>
                  <a:pt x="1029639" y="215510"/>
                </a:cubicBezTo>
                <a:cubicBezTo>
                  <a:pt x="1060383" y="215510"/>
                  <a:pt x="1093637" y="200688"/>
                  <a:pt x="1093637" y="176018"/>
                </a:cubicBezTo>
                <a:cubicBezTo>
                  <a:pt x="1093637" y="168710"/>
                  <a:pt x="1090221" y="163001"/>
                  <a:pt x="1083615" y="157534"/>
                </a:cubicBezTo>
                <a:cubicBezTo>
                  <a:pt x="1074732" y="150247"/>
                  <a:pt x="1058792" y="150021"/>
                  <a:pt x="1050365" y="150021"/>
                </a:cubicBezTo>
                <a:cubicBezTo>
                  <a:pt x="1046264" y="150021"/>
                  <a:pt x="1040572" y="150476"/>
                  <a:pt x="1035105" y="151157"/>
                </a:cubicBezTo>
                <a:cubicBezTo>
                  <a:pt x="1031689" y="151387"/>
                  <a:pt x="1029410" y="151616"/>
                  <a:pt x="1028273" y="151616"/>
                </a:cubicBezTo>
                <a:cubicBezTo>
                  <a:pt x="1021667" y="151616"/>
                  <a:pt x="1013695" y="148433"/>
                  <a:pt x="1013695" y="138671"/>
                </a:cubicBezTo>
                <a:cubicBezTo>
                  <a:pt x="1013695" y="134133"/>
                  <a:pt x="1015064" y="129361"/>
                  <a:pt x="1017796" y="125490"/>
                </a:cubicBezTo>
                <a:cubicBezTo>
                  <a:pt x="1023262" y="128677"/>
                  <a:pt x="1029639" y="130272"/>
                  <a:pt x="1038521" y="130272"/>
                </a:cubicBezTo>
                <a:cubicBezTo>
                  <a:pt x="1058562" y="130272"/>
                  <a:pt x="1077008" y="117737"/>
                  <a:pt x="1077008" y="95375"/>
                </a:cubicBezTo>
                <a:cubicBezTo>
                  <a:pt x="1077008" y="84651"/>
                  <a:pt x="1073822" y="78489"/>
                  <a:pt x="1067215" y="71643"/>
                </a:cubicBezTo>
                <a:cubicBezTo>
                  <a:pt x="1068811" y="69360"/>
                  <a:pt x="1073366" y="66170"/>
                  <a:pt x="1076327" y="66170"/>
                </a:cubicBezTo>
                <a:cubicBezTo>
                  <a:pt x="1077922" y="66170"/>
                  <a:pt x="1079514" y="66854"/>
                  <a:pt x="1080883" y="68905"/>
                </a:cubicBezTo>
                <a:cubicBezTo>
                  <a:pt x="1081794" y="70729"/>
                  <a:pt x="1084754" y="73012"/>
                  <a:pt x="1087260" y="73012"/>
                </a:cubicBezTo>
                <a:close/>
                <a:moveTo>
                  <a:pt x="1230967" y="70677"/>
                </a:moveTo>
                <a:cubicBezTo>
                  <a:pt x="1243265" y="71588"/>
                  <a:pt x="1244631" y="74315"/>
                  <a:pt x="1239849" y="85912"/>
                </a:cubicBezTo>
                <a:lnTo>
                  <a:pt x="1221400" y="130484"/>
                </a:lnTo>
                <a:cubicBezTo>
                  <a:pt x="1217758" y="139352"/>
                  <a:pt x="1216618" y="139352"/>
                  <a:pt x="1212972" y="129803"/>
                </a:cubicBezTo>
                <a:lnTo>
                  <a:pt x="1196577" y="85912"/>
                </a:lnTo>
                <a:cubicBezTo>
                  <a:pt x="1192476" y="74997"/>
                  <a:pt x="1191566" y="72269"/>
                  <a:pt x="1203635" y="70677"/>
                </a:cubicBezTo>
                <a:cubicBezTo>
                  <a:pt x="1205004" y="69311"/>
                  <a:pt x="1205004" y="64530"/>
                  <a:pt x="1203635" y="63160"/>
                </a:cubicBezTo>
                <a:cubicBezTo>
                  <a:pt x="1196121" y="63390"/>
                  <a:pt x="1188150" y="63619"/>
                  <a:pt x="1180633" y="63619"/>
                </a:cubicBezTo>
                <a:cubicBezTo>
                  <a:pt x="1173120" y="63619"/>
                  <a:pt x="1166284" y="63390"/>
                  <a:pt x="1159452" y="63160"/>
                </a:cubicBezTo>
                <a:cubicBezTo>
                  <a:pt x="1158086" y="64530"/>
                  <a:pt x="1158086" y="69311"/>
                  <a:pt x="1159452" y="70677"/>
                </a:cubicBezTo>
                <a:cubicBezTo>
                  <a:pt x="1171525" y="72043"/>
                  <a:pt x="1173120" y="75681"/>
                  <a:pt x="1177672" y="87278"/>
                </a:cubicBezTo>
                <a:lnTo>
                  <a:pt x="1206825" y="159136"/>
                </a:lnTo>
                <a:cubicBezTo>
                  <a:pt x="1208191" y="162549"/>
                  <a:pt x="1209556" y="163911"/>
                  <a:pt x="1212517" y="163911"/>
                </a:cubicBezTo>
                <a:cubicBezTo>
                  <a:pt x="1214797" y="163911"/>
                  <a:pt x="1216388" y="162549"/>
                  <a:pt x="1217983" y="158681"/>
                </a:cubicBezTo>
                <a:lnTo>
                  <a:pt x="1248273" y="87504"/>
                </a:lnTo>
                <a:cubicBezTo>
                  <a:pt x="1252603" y="77499"/>
                  <a:pt x="1255108" y="71813"/>
                  <a:pt x="1267862" y="70677"/>
                </a:cubicBezTo>
                <a:cubicBezTo>
                  <a:pt x="1269228" y="69311"/>
                  <a:pt x="1269228" y="64530"/>
                  <a:pt x="1267862" y="63160"/>
                </a:cubicBezTo>
                <a:cubicBezTo>
                  <a:pt x="1263306" y="63390"/>
                  <a:pt x="1257840" y="63619"/>
                  <a:pt x="1251918" y="63619"/>
                </a:cubicBezTo>
                <a:cubicBezTo>
                  <a:pt x="1244401" y="63619"/>
                  <a:pt x="1236659" y="63390"/>
                  <a:pt x="1230967" y="63160"/>
                </a:cubicBezTo>
                <a:cubicBezTo>
                  <a:pt x="1229601" y="64530"/>
                  <a:pt x="1229601" y="69311"/>
                  <a:pt x="1230967" y="70677"/>
                </a:cubicBezTo>
                <a:close/>
                <a:moveTo>
                  <a:pt x="1290636" y="24719"/>
                </a:moveTo>
                <a:cubicBezTo>
                  <a:pt x="1290636" y="30640"/>
                  <a:pt x="1296102" y="36562"/>
                  <a:pt x="1301565" y="36562"/>
                </a:cubicBezTo>
                <a:cubicBezTo>
                  <a:pt x="1307942" y="36562"/>
                  <a:pt x="1313408" y="30414"/>
                  <a:pt x="1313408" y="25629"/>
                </a:cubicBezTo>
                <a:cubicBezTo>
                  <a:pt x="1313408" y="20166"/>
                  <a:pt x="1308627" y="13786"/>
                  <a:pt x="1302479" y="13786"/>
                </a:cubicBezTo>
                <a:cubicBezTo>
                  <a:pt x="1297013" y="13786"/>
                  <a:pt x="1290636" y="19252"/>
                  <a:pt x="1290636" y="24719"/>
                </a:cubicBezTo>
                <a:moveTo>
                  <a:pt x="1311361" y="133445"/>
                </a:moveTo>
                <a:lnTo>
                  <a:pt x="1311361" y="88119"/>
                </a:lnTo>
                <a:cubicBezTo>
                  <a:pt x="1311361" y="76731"/>
                  <a:pt x="1312272" y="62104"/>
                  <a:pt x="1312272" y="62104"/>
                </a:cubicBezTo>
                <a:cubicBezTo>
                  <a:pt x="1312272" y="61183"/>
                  <a:pt x="1311132" y="60491"/>
                  <a:pt x="1309311" y="60491"/>
                </a:cubicBezTo>
                <a:cubicBezTo>
                  <a:pt x="1302934" y="63025"/>
                  <a:pt x="1293823" y="65096"/>
                  <a:pt x="1278108" y="67164"/>
                </a:cubicBezTo>
                <a:cubicBezTo>
                  <a:pt x="1277653" y="68533"/>
                  <a:pt x="1278108" y="72175"/>
                  <a:pt x="1278563" y="73544"/>
                </a:cubicBezTo>
                <a:cubicBezTo>
                  <a:pt x="1291091" y="74680"/>
                  <a:pt x="1293367" y="76050"/>
                  <a:pt x="1293367" y="89033"/>
                </a:cubicBezTo>
                <a:lnTo>
                  <a:pt x="1293367" y="133445"/>
                </a:lnTo>
                <a:cubicBezTo>
                  <a:pt x="1293367" y="152349"/>
                  <a:pt x="1290862" y="153034"/>
                  <a:pt x="1276972" y="154174"/>
                </a:cubicBezTo>
                <a:cubicBezTo>
                  <a:pt x="1275602" y="155540"/>
                  <a:pt x="1275602" y="160321"/>
                  <a:pt x="1276972" y="161687"/>
                </a:cubicBezTo>
                <a:cubicBezTo>
                  <a:pt x="1284485" y="161461"/>
                  <a:pt x="1293367" y="161232"/>
                  <a:pt x="1302479" y="161232"/>
                </a:cubicBezTo>
                <a:cubicBezTo>
                  <a:pt x="1311587" y="161232"/>
                  <a:pt x="1320240" y="161461"/>
                  <a:pt x="1327757" y="161687"/>
                </a:cubicBezTo>
                <a:cubicBezTo>
                  <a:pt x="1329123" y="160321"/>
                  <a:pt x="1329123" y="155540"/>
                  <a:pt x="1327757" y="154174"/>
                </a:cubicBezTo>
                <a:cubicBezTo>
                  <a:pt x="1313864" y="153263"/>
                  <a:pt x="1311361" y="152349"/>
                  <a:pt x="1311361" y="133445"/>
                </a:cubicBezTo>
                <a:close/>
                <a:moveTo>
                  <a:pt x="1342788" y="129747"/>
                </a:moveTo>
                <a:cubicBezTo>
                  <a:pt x="1343698" y="140913"/>
                  <a:pt x="1344383" y="151623"/>
                  <a:pt x="1344383" y="161190"/>
                </a:cubicBezTo>
                <a:cubicBezTo>
                  <a:pt x="1346659" y="160735"/>
                  <a:pt x="1348939" y="160509"/>
                  <a:pt x="1350075" y="160509"/>
                </a:cubicBezTo>
                <a:cubicBezTo>
                  <a:pt x="1351670" y="160509"/>
                  <a:pt x="1353036" y="160509"/>
                  <a:pt x="1354631" y="160964"/>
                </a:cubicBezTo>
                <a:cubicBezTo>
                  <a:pt x="1360782" y="162556"/>
                  <a:pt x="1366930" y="163466"/>
                  <a:pt x="1375357" y="163466"/>
                </a:cubicBezTo>
                <a:cubicBezTo>
                  <a:pt x="1388110" y="163466"/>
                  <a:pt x="1411568" y="157319"/>
                  <a:pt x="1411568" y="134758"/>
                </a:cubicBezTo>
                <a:cubicBezTo>
                  <a:pt x="1411568" y="119266"/>
                  <a:pt x="1400409" y="110151"/>
                  <a:pt x="1384920" y="104452"/>
                </a:cubicBezTo>
                <a:cubicBezTo>
                  <a:pt x="1371256" y="99211"/>
                  <a:pt x="1362148" y="95792"/>
                  <a:pt x="1362148" y="83260"/>
                </a:cubicBezTo>
                <a:cubicBezTo>
                  <a:pt x="1362148" y="73916"/>
                  <a:pt x="1370346" y="68675"/>
                  <a:pt x="1378088" y="68675"/>
                </a:cubicBezTo>
                <a:cubicBezTo>
                  <a:pt x="1383099" y="68675"/>
                  <a:pt x="1396308" y="70500"/>
                  <a:pt x="1399269" y="89870"/>
                </a:cubicBezTo>
                <a:cubicBezTo>
                  <a:pt x="1400635" y="91236"/>
                  <a:pt x="1405191" y="91007"/>
                  <a:pt x="1406556" y="89641"/>
                </a:cubicBezTo>
                <a:cubicBezTo>
                  <a:pt x="1407241" y="81436"/>
                  <a:pt x="1407696" y="73005"/>
                  <a:pt x="1407926" y="65489"/>
                </a:cubicBezTo>
                <a:cubicBezTo>
                  <a:pt x="1400864" y="64349"/>
                  <a:pt x="1389931" y="61159"/>
                  <a:pt x="1378088" y="61159"/>
                </a:cubicBezTo>
                <a:cubicBezTo>
                  <a:pt x="1361237" y="61159"/>
                  <a:pt x="1345978" y="72095"/>
                  <a:pt x="1345978" y="86680"/>
                </a:cubicBezTo>
                <a:cubicBezTo>
                  <a:pt x="1345978" y="103312"/>
                  <a:pt x="1353491" y="110377"/>
                  <a:pt x="1371030" y="117671"/>
                </a:cubicBezTo>
                <a:cubicBezTo>
                  <a:pt x="1389931" y="125417"/>
                  <a:pt x="1394258" y="130202"/>
                  <a:pt x="1394258" y="140002"/>
                </a:cubicBezTo>
                <a:cubicBezTo>
                  <a:pt x="1394258" y="151168"/>
                  <a:pt x="1383329" y="155953"/>
                  <a:pt x="1374901" y="155953"/>
                </a:cubicBezTo>
                <a:cubicBezTo>
                  <a:pt x="1366019" y="155953"/>
                  <a:pt x="1361008" y="152989"/>
                  <a:pt x="1358732" y="150483"/>
                </a:cubicBezTo>
                <a:cubicBezTo>
                  <a:pt x="1353721" y="145243"/>
                  <a:pt x="1351215" y="135217"/>
                  <a:pt x="1349849" y="129518"/>
                </a:cubicBezTo>
                <a:cubicBezTo>
                  <a:pt x="1348484" y="128152"/>
                  <a:pt x="1344154" y="128378"/>
                  <a:pt x="1342788" y="129747"/>
                </a:cubicBezTo>
                <a:close/>
                <a:moveTo>
                  <a:pt x="1441176" y="24719"/>
                </a:moveTo>
                <a:cubicBezTo>
                  <a:pt x="1441176" y="30640"/>
                  <a:pt x="1446642" y="36562"/>
                  <a:pt x="1452105" y="36562"/>
                </a:cubicBezTo>
                <a:cubicBezTo>
                  <a:pt x="1458482" y="36562"/>
                  <a:pt x="1463948" y="30414"/>
                  <a:pt x="1463948" y="25629"/>
                </a:cubicBezTo>
                <a:cubicBezTo>
                  <a:pt x="1463948" y="20166"/>
                  <a:pt x="1459166" y="13786"/>
                  <a:pt x="1453019" y="13786"/>
                </a:cubicBezTo>
                <a:cubicBezTo>
                  <a:pt x="1447553" y="13786"/>
                  <a:pt x="1441176" y="19252"/>
                  <a:pt x="1441176" y="24719"/>
                </a:cubicBezTo>
                <a:moveTo>
                  <a:pt x="1461901" y="133445"/>
                </a:moveTo>
                <a:lnTo>
                  <a:pt x="1461901" y="88119"/>
                </a:lnTo>
                <a:cubicBezTo>
                  <a:pt x="1461901" y="76731"/>
                  <a:pt x="1462812" y="62104"/>
                  <a:pt x="1462812" y="62104"/>
                </a:cubicBezTo>
                <a:cubicBezTo>
                  <a:pt x="1462812" y="61183"/>
                  <a:pt x="1461672" y="60491"/>
                  <a:pt x="1459851" y="60491"/>
                </a:cubicBezTo>
                <a:cubicBezTo>
                  <a:pt x="1453474" y="63025"/>
                  <a:pt x="1444362" y="65096"/>
                  <a:pt x="1428648" y="67164"/>
                </a:cubicBezTo>
                <a:cubicBezTo>
                  <a:pt x="1428193" y="68533"/>
                  <a:pt x="1428648" y="72175"/>
                  <a:pt x="1429103" y="73544"/>
                </a:cubicBezTo>
                <a:cubicBezTo>
                  <a:pt x="1441631" y="74680"/>
                  <a:pt x="1443907" y="76050"/>
                  <a:pt x="1443907" y="89033"/>
                </a:cubicBezTo>
                <a:lnTo>
                  <a:pt x="1443907" y="133445"/>
                </a:lnTo>
                <a:cubicBezTo>
                  <a:pt x="1443907" y="152349"/>
                  <a:pt x="1441402" y="153034"/>
                  <a:pt x="1427512" y="154174"/>
                </a:cubicBezTo>
                <a:cubicBezTo>
                  <a:pt x="1426142" y="155540"/>
                  <a:pt x="1426142" y="160321"/>
                  <a:pt x="1427512" y="161687"/>
                </a:cubicBezTo>
                <a:cubicBezTo>
                  <a:pt x="1435025" y="161461"/>
                  <a:pt x="1443907" y="161232"/>
                  <a:pt x="1453019" y="161232"/>
                </a:cubicBezTo>
                <a:cubicBezTo>
                  <a:pt x="1462127" y="161232"/>
                  <a:pt x="1470780" y="161461"/>
                  <a:pt x="1478297" y="161687"/>
                </a:cubicBezTo>
                <a:cubicBezTo>
                  <a:pt x="1479663" y="160321"/>
                  <a:pt x="1479663" y="155540"/>
                  <a:pt x="1478297" y="154174"/>
                </a:cubicBezTo>
                <a:cubicBezTo>
                  <a:pt x="1464403" y="153263"/>
                  <a:pt x="1461901" y="152349"/>
                  <a:pt x="1461901" y="133445"/>
                </a:cubicBezTo>
                <a:close/>
                <a:moveTo>
                  <a:pt x="1522025" y="78475"/>
                </a:moveTo>
                <a:cubicBezTo>
                  <a:pt x="1527947" y="73231"/>
                  <a:pt x="1534779" y="71181"/>
                  <a:pt x="1541382" y="71181"/>
                </a:cubicBezTo>
                <a:cubicBezTo>
                  <a:pt x="1555275" y="71181"/>
                  <a:pt x="1566663" y="88046"/>
                  <a:pt x="1566663" y="110147"/>
                </a:cubicBezTo>
                <a:cubicBezTo>
                  <a:pt x="1566663" y="136127"/>
                  <a:pt x="1556186" y="155724"/>
                  <a:pt x="1534550" y="155724"/>
                </a:cubicBezTo>
                <a:cubicBezTo>
                  <a:pt x="1527492" y="155724"/>
                  <a:pt x="1522706" y="150713"/>
                  <a:pt x="1518154" y="145013"/>
                </a:cubicBezTo>
                <a:lnTo>
                  <a:pt x="1518154" y="88046"/>
                </a:lnTo>
                <a:cubicBezTo>
                  <a:pt x="1518154" y="83260"/>
                  <a:pt x="1519064" y="80981"/>
                  <a:pt x="1522025" y="78475"/>
                </a:cubicBezTo>
                <a:moveTo>
                  <a:pt x="1520430" y="71410"/>
                </a:moveTo>
                <a:cubicBezTo>
                  <a:pt x="1519064" y="72776"/>
                  <a:pt x="1518154" y="72321"/>
                  <a:pt x="1518154" y="70270"/>
                </a:cubicBezTo>
                <a:lnTo>
                  <a:pt x="1518154" y="28340"/>
                </a:lnTo>
                <a:cubicBezTo>
                  <a:pt x="1518154" y="13529"/>
                  <a:pt x="1519064" y="4469"/>
                  <a:pt x="1519064" y="4469"/>
                </a:cubicBezTo>
                <a:cubicBezTo>
                  <a:pt x="1519064" y="2898"/>
                  <a:pt x="1518154" y="2221"/>
                  <a:pt x="1516104" y="2221"/>
                </a:cubicBezTo>
                <a:cubicBezTo>
                  <a:pt x="1510408" y="4469"/>
                  <a:pt x="1493328" y="7614"/>
                  <a:pt x="1484219" y="8288"/>
                </a:cubicBezTo>
                <a:cubicBezTo>
                  <a:pt x="1483764" y="10113"/>
                  <a:pt x="1484219" y="13755"/>
                  <a:pt x="1485585" y="15120"/>
                </a:cubicBezTo>
                <a:cubicBezTo>
                  <a:pt x="1497428" y="15805"/>
                  <a:pt x="1500160" y="14665"/>
                  <a:pt x="1500160" y="33809"/>
                </a:cubicBezTo>
                <a:lnTo>
                  <a:pt x="1500160" y="145013"/>
                </a:lnTo>
                <a:cubicBezTo>
                  <a:pt x="1500160" y="153903"/>
                  <a:pt x="1499934" y="158003"/>
                  <a:pt x="1499249" y="161190"/>
                </a:cubicBezTo>
                <a:cubicBezTo>
                  <a:pt x="1500389" y="163011"/>
                  <a:pt x="1501529" y="163925"/>
                  <a:pt x="1504260" y="163925"/>
                </a:cubicBezTo>
                <a:cubicBezTo>
                  <a:pt x="1505626" y="162556"/>
                  <a:pt x="1507906" y="160509"/>
                  <a:pt x="1509727" y="158459"/>
                </a:cubicBezTo>
                <a:cubicBezTo>
                  <a:pt x="1512003" y="155724"/>
                  <a:pt x="1513369" y="155724"/>
                  <a:pt x="1515874" y="157774"/>
                </a:cubicBezTo>
                <a:cubicBezTo>
                  <a:pt x="1521115" y="162101"/>
                  <a:pt x="1527947" y="163466"/>
                  <a:pt x="1535915" y="163466"/>
                </a:cubicBezTo>
                <a:cubicBezTo>
                  <a:pt x="1559147" y="163466"/>
                  <a:pt x="1586249" y="142278"/>
                  <a:pt x="1586249" y="106047"/>
                </a:cubicBezTo>
                <a:cubicBezTo>
                  <a:pt x="1586249" y="78246"/>
                  <a:pt x="1565753" y="61159"/>
                  <a:pt x="1545938" y="61159"/>
                </a:cubicBezTo>
                <a:cubicBezTo>
                  <a:pt x="1536145" y="61159"/>
                  <a:pt x="1527492" y="65033"/>
                  <a:pt x="1520430" y="71410"/>
                </a:cubicBezTo>
                <a:close/>
                <a:moveTo>
                  <a:pt x="1615173" y="24719"/>
                </a:moveTo>
                <a:cubicBezTo>
                  <a:pt x="1615173" y="30640"/>
                  <a:pt x="1620640" y="36562"/>
                  <a:pt x="1626103" y="36562"/>
                </a:cubicBezTo>
                <a:cubicBezTo>
                  <a:pt x="1632479" y="36562"/>
                  <a:pt x="1637946" y="30414"/>
                  <a:pt x="1637946" y="25629"/>
                </a:cubicBezTo>
                <a:cubicBezTo>
                  <a:pt x="1637946" y="20166"/>
                  <a:pt x="1633164" y="13786"/>
                  <a:pt x="1627017" y="13786"/>
                </a:cubicBezTo>
                <a:cubicBezTo>
                  <a:pt x="1621550" y="13786"/>
                  <a:pt x="1615173" y="19252"/>
                  <a:pt x="1615173" y="24719"/>
                </a:cubicBezTo>
                <a:moveTo>
                  <a:pt x="1635899" y="133445"/>
                </a:moveTo>
                <a:lnTo>
                  <a:pt x="1635899" y="88119"/>
                </a:lnTo>
                <a:cubicBezTo>
                  <a:pt x="1635899" y="76731"/>
                  <a:pt x="1636809" y="62104"/>
                  <a:pt x="1636809" y="62104"/>
                </a:cubicBezTo>
                <a:cubicBezTo>
                  <a:pt x="1636809" y="61183"/>
                  <a:pt x="1635670" y="60491"/>
                  <a:pt x="1633849" y="60491"/>
                </a:cubicBezTo>
                <a:cubicBezTo>
                  <a:pt x="1627472" y="63025"/>
                  <a:pt x="1618360" y="65096"/>
                  <a:pt x="1602646" y="67164"/>
                </a:cubicBezTo>
                <a:cubicBezTo>
                  <a:pt x="1602190" y="68533"/>
                  <a:pt x="1602646" y="72175"/>
                  <a:pt x="1603101" y="73544"/>
                </a:cubicBezTo>
                <a:cubicBezTo>
                  <a:pt x="1615629" y="74680"/>
                  <a:pt x="1617905" y="76050"/>
                  <a:pt x="1617905" y="89033"/>
                </a:cubicBezTo>
                <a:lnTo>
                  <a:pt x="1617905" y="133445"/>
                </a:lnTo>
                <a:cubicBezTo>
                  <a:pt x="1617905" y="152349"/>
                  <a:pt x="1615399" y="153034"/>
                  <a:pt x="1601509" y="154174"/>
                </a:cubicBezTo>
                <a:cubicBezTo>
                  <a:pt x="1600140" y="155540"/>
                  <a:pt x="1600140" y="160321"/>
                  <a:pt x="1601509" y="161687"/>
                </a:cubicBezTo>
                <a:cubicBezTo>
                  <a:pt x="1609022" y="161461"/>
                  <a:pt x="1617905" y="161232"/>
                  <a:pt x="1627017" y="161232"/>
                </a:cubicBezTo>
                <a:cubicBezTo>
                  <a:pt x="1636125" y="161232"/>
                  <a:pt x="1644778" y="161461"/>
                  <a:pt x="1652295" y="161687"/>
                </a:cubicBezTo>
                <a:cubicBezTo>
                  <a:pt x="1653660" y="160321"/>
                  <a:pt x="1653660" y="155540"/>
                  <a:pt x="1652295" y="154174"/>
                </a:cubicBezTo>
                <a:cubicBezTo>
                  <a:pt x="1638401" y="153263"/>
                  <a:pt x="1635899" y="152349"/>
                  <a:pt x="1635899" y="133445"/>
                </a:cubicBezTo>
                <a:close/>
                <a:moveTo>
                  <a:pt x="1678029" y="133452"/>
                </a:moveTo>
                <a:cubicBezTo>
                  <a:pt x="1678029" y="152353"/>
                  <a:pt x="1675527" y="153489"/>
                  <a:pt x="1661633" y="154174"/>
                </a:cubicBezTo>
                <a:cubicBezTo>
                  <a:pt x="1660267" y="155540"/>
                  <a:pt x="1660267" y="160321"/>
                  <a:pt x="1661633" y="161687"/>
                </a:cubicBezTo>
                <a:cubicBezTo>
                  <a:pt x="1669605" y="161461"/>
                  <a:pt x="1678029" y="161232"/>
                  <a:pt x="1687140" y="161232"/>
                </a:cubicBezTo>
                <a:cubicBezTo>
                  <a:pt x="1696249" y="161232"/>
                  <a:pt x="1704905" y="161461"/>
                  <a:pt x="1712418" y="161687"/>
                </a:cubicBezTo>
                <a:cubicBezTo>
                  <a:pt x="1713788" y="160321"/>
                  <a:pt x="1713788" y="155540"/>
                  <a:pt x="1712418" y="154174"/>
                </a:cubicBezTo>
                <a:cubicBezTo>
                  <a:pt x="1698528" y="153489"/>
                  <a:pt x="1696023" y="152353"/>
                  <a:pt x="1696023" y="133452"/>
                </a:cubicBezTo>
                <a:lnTo>
                  <a:pt x="1696023" y="28486"/>
                </a:lnTo>
                <a:cubicBezTo>
                  <a:pt x="1696023" y="13689"/>
                  <a:pt x="1696933" y="4528"/>
                  <a:pt x="1696933" y="4528"/>
                </a:cubicBezTo>
                <a:cubicBezTo>
                  <a:pt x="1696933" y="2916"/>
                  <a:pt x="1696023" y="2221"/>
                  <a:pt x="1693973" y="2221"/>
                </a:cubicBezTo>
                <a:cubicBezTo>
                  <a:pt x="1688280" y="4528"/>
                  <a:pt x="1671197" y="7756"/>
                  <a:pt x="1662088" y="8448"/>
                </a:cubicBezTo>
                <a:cubicBezTo>
                  <a:pt x="1661633" y="10272"/>
                  <a:pt x="1662088" y="13914"/>
                  <a:pt x="1663454" y="15284"/>
                </a:cubicBezTo>
                <a:cubicBezTo>
                  <a:pt x="1676663" y="16191"/>
                  <a:pt x="1678029" y="16875"/>
                  <a:pt x="1678029" y="33952"/>
                </a:cubicBezTo>
                <a:lnTo>
                  <a:pt x="1678029" y="133452"/>
                </a:lnTo>
                <a:close/>
                <a:moveTo>
                  <a:pt x="1737017" y="24719"/>
                </a:moveTo>
                <a:cubicBezTo>
                  <a:pt x="1737017" y="30640"/>
                  <a:pt x="1742484" y="36562"/>
                  <a:pt x="1747946" y="36562"/>
                </a:cubicBezTo>
                <a:cubicBezTo>
                  <a:pt x="1754323" y="36562"/>
                  <a:pt x="1759790" y="30414"/>
                  <a:pt x="1759790" y="25629"/>
                </a:cubicBezTo>
                <a:cubicBezTo>
                  <a:pt x="1759790" y="20166"/>
                  <a:pt x="1755008" y="13786"/>
                  <a:pt x="1748860" y="13786"/>
                </a:cubicBezTo>
                <a:cubicBezTo>
                  <a:pt x="1743394" y="13786"/>
                  <a:pt x="1737017" y="19252"/>
                  <a:pt x="1737017" y="24719"/>
                </a:cubicBezTo>
                <a:moveTo>
                  <a:pt x="1757743" y="133445"/>
                </a:moveTo>
                <a:lnTo>
                  <a:pt x="1757743" y="88119"/>
                </a:lnTo>
                <a:cubicBezTo>
                  <a:pt x="1757743" y="76731"/>
                  <a:pt x="1758653" y="62104"/>
                  <a:pt x="1758653" y="62104"/>
                </a:cubicBezTo>
                <a:cubicBezTo>
                  <a:pt x="1758653" y="61183"/>
                  <a:pt x="1757513" y="60491"/>
                  <a:pt x="1755692" y="60491"/>
                </a:cubicBezTo>
                <a:cubicBezTo>
                  <a:pt x="1749316" y="63025"/>
                  <a:pt x="1740204" y="65096"/>
                  <a:pt x="1724489" y="67164"/>
                </a:cubicBezTo>
                <a:cubicBezTo>
                  <a:pt x="1724034" y="68533"/>
                  <a:pt x="1724489" y="72175"/>
                  <a:pt x="1724945" y="73544"/>
                </a:cubicBezTo>
                <a:cubicBezTo>
                  <a:pt x="1737472" y="74680"/>
                  <a:pt x="1739749" y="76050"/>
                  <a:pt x="1739749" y="89033"/>
                </a:cubicBezTo>
                <a:lnTo>
                  <a:pt x="1739749" y="133445"/>
                </a:lnTo>
                <a:cubicBezTo>
                  <a:pt x="1739749" y="152349"/>
                  <a:pt x="1737243" y="153034"/>
                  <a:pt x="1723353" y="154174"/>
                </a:cubicBezTo>
                <a:cubicBezTo>
                  <a:pt x="1721984" y="155540"/>
                  <a:pt x="1721984" y="160321"/>
                  <a:pt x="1723353" y="161687"/>
                </a:cubicBezTo>
                <a:cubicBezTo>
                  <a:pt x="1730866" y="161461"/>
                  <a:pt x="1739749" y="161232"/>
                  <a:pt x="1748860" y="161232"/>
                </a:cubicBezTo>
                <a:cubicBezTo>
                  <a:pt x="1757969" y="161232"/>
                  <a:pt x="1766622" y="161461"/>
                  <a:pt x="1774138" y="161687"/>
                </a:cubicBezTo>
                <a:cubicBezTo>
                  <a:pt x="1775504" y="160321"/>
                  <a:pt x="1775504" y="155540"/>
                  <a:pt x="1774138" y="154174"/>
                </a:cubicBezTo>
                <a:cubicBezTo>
                  <a:pt x="1760245" y="153263"/>
                  <a:pt x="1757743" y="152349"/>
                  <a:pt x="1757743" y="133445"/>
                </a:cubicBezTo>
                <a:close/>
                <a:moveTo>
                  <a:pt x="1788033" y="63605"/>
                </a:moveTo>
                <a:cubicBezTo>
                  <a:pt x="1784843" y="63605"/>
                  <a:pt x="1783932" y="66340"/>
                  <a:pt x="1783932" y="68161"/>
                </a:cubicBezTo>
                <a:lnTo>
                  <a:pt x="1783932" y="71122"/>
                </a:lnTo>
                <a:cubicBezTo>
                  <a:pt x="1783932" y="72262"/>
                  <a:pt x="1784158" y="72488"/>
                  <a:pt x="1785072" y="72488"/>
                </a:cubicBezTo>
                <a:lnTo>
                  <a:pt x="1798507" y="72488"/>
                </a:lnTo>
                <a:lnTo>
                  <a:pt x="1798507" y="140937"/>
                </a:lnTo>
                <a:cubicBezTo>
                  <a:pt x="1798507" y="157089"/>
                  <a:pt x="1805568" y="163466"/>
                  <a:pt x="1816042" y="163466"/>
                </a:cubicBezTo>
                <a:cubicBezTo>
                  <a:pt x="1826520" y="163466"/>
                  <a:pt x="1837908" y="158459"/>
                  <a:pt x="1846790" y="148440"/>
                </a:cubicBezTo>
                <a:cubicBezTo>
                  <a:pt x="1846335" y="146167"/>
                  <a:pt x="1844969" y="144801"/>
                  <a:pt x="1842689" y="144576"/>
                </a:cubicBezTo>
                <a:cubicBezTo>
                  <a:pt x="1836768" y="149124"/>
                  <a:pt x="1829936" y="150942"/>
                  <a:pt x="1824014" y="150942"/>
                </a:cubicBezTo>
                <a:cubicBezTo>
                  <a:pt x="1817867" y="150942"/>
                  <a:pt x="1816501" y="144120"/>
                  <a:pt x="1816501" y="130022"/>
                </a:cubicBezTo>
                <a:lnTo>
                  <a:pt x="1816501" y="72488"/>
                </a:lnTo>
                <a:lnTo>
                  <a:pt x="1840184" y="72488"/>
                </a:lnTo>
                <a:cubicBezTo>
                  <a:pt x="1842464" y="72488"/>
                  <a:pt x="1845650" y="71577"/>
                  <a:pt x="1845650" y="69527"/>
                </a:cubicBezTo>
                <a:lnTo>
                  <a:pt x="1845650" y="64974"/>
                </a:lnTo>
                <a:cubicBezTo>
                  <a:pt x="1845650" y="64064"/>
                  <a:pt x="1844969" y="63605"/>
                  <a:pt x="1843829" y="63605"/>
                </a:cubicBezTo>
                <a:lnTo>
                  <a:pt x="1816501" y="63605"/>
                </a:lnTo>
                <a:lnTo>
                  <a:pt x="1816501" y="54726"/>
                </a:lnTo>
                <a:cubicBezTo>
                  <a:pt x="1816501" y="39922"/>
                  <a:pt x="1817411" y="30810"/>
                  <a:pt x="1817411" y="30810"/>
                </a:cubicBezTo>
                <a:cubicBezTo>
                  <a:pt x="1817411" y="29445"/>
                  <a:pt x="1816727" y="28760"/>
                  <a:pt x="1815587" y="28760"/>
                </a:cubicBezTo>
                <a:cubicBezTo>
                  <a:pt x="1814676" y="28760"/>
                  <a:pt x="1812626" y="29674"/>
                  <a:pt x="1810579" y="30810"/>
                </a:cubicBezTo>
                <a:cubicBezTo>
                  <a:pt x="1808074" y="32180"/>
                  <a:pt x="1805794" y="33316"/>
                  <a:pt x="1802833" y="34001"/>
                </a:cubicBezTo>
                <a:cubicBezTo>
                  <a:pt x="1800102" y="34911"/>
                  <a:pt x="1797826" y="35596"/>
                  <a:pt x="1797826" y="37187"/>
                </a:cubicBezTo>
                <a:cubicBezTo>
                  <a:pt x="1797826" y="39922"/>
                  <a:pt x="1798507" y="38327"/>
                  <a:pt x="1798507" y="63605"/>
                </a:cubicBezTo>
                <a:lnTo>
                  <a:pt x="1788033" y="63605"/>
                </a:lnTo>
                <a:close/>
                <a:moveTo>
                  <a:pt x="1896667" y="197780"/>
                </a:moveTo>
                <a:cubicBezTo>
                  <a:pt x="1900309" y="191403"/>
                  <a:pt x="1903269" y="185022"/>
                  <a:pt x="1906004" y="178190"/>
                </a:cubicBezTo>
                <a:cubicBezTo>
                  <a:pt x="1924224" y="134230"/>
                  <a:pt x="1934472" y="110766"/>
                  <a:pt x="1946316" y="85255"/>
                </a:cubicBezTo>
                <a:cubicBezTo>
                  <a:pt x="1950868" y="75688"/>
                  <a:pt x="1954058" y="72046"/>
                  <a:pt x="1964762" y="70677"/>
                </a:cubicBezTo>
                <a:cubicBezTo>
                  <a:pt x="1966127" y="69311"/>
                  <a:pt x="1966127" y="64530"/>
                  <a:pt x="1964762" y="63160"/>
                </a:cubicBezTo>
                <a:cubicBezTo>
                  <a:pt x="1960206" y="63390"/>
                  <a:pt x="1954969" y="63619"/>
                  <a:pt x="1948592" y="63619"/>
                </a:cubicBezTo>
                <a:cubicBezTo>
                  <a:pt x="1941760" y="63619"/>
                  <a:pt x="1934698" y="63390"/>
                  <a:pt x="1927866" y="63160"/>
                </a:cubicBezTo>
                <a:cubicBezTo>
                  <a:pt x="1926501" y="64530"/>
                  <a:pt x="1926501" y="69311"/>
                  <a:pt x="1927866" y="70677"/>
                </a:cubicBezTo>
                <a:cubicBezTo>
                  <a:pt x="1935154" y="71362"/>
                  <a:pt x="1942444" y="72727"/>
                  <a:pt x="1938799" y="80929"/>
                </a:cubicBezTo>
                <a:lnTo>
                  <a:pt x="1916252" y="133090"/>
                </a:lnTo>
                <a:cubicBezTo>
                  <a:pt x="1914657" y="136736"/>
                  <a:pt x="1912607" y="137417"/>
                  <a:pt x="1910786" y="132861"/>
                </a:cubicBezTo>
                <a:lnTo>
                  <a:pt x="1890516" y="85485"/>
                </a:lnTo>
                <a:cubicBezTo>
                  <a:pt x="1886418" y="75918"/>
                  <a:pt x="1885279" y="71591"/>
                  <a:pt x="1898032" y="70677"/>
                </a:cubicBezTo>
                <a:cubicBezTo>
                  <a:pt x="1899398" y="69311"/>
                  <a:pt x="1899398" y="64530"/>
                  <a:pt x="1898032" y="63160"/>
                </a:cubicBezTo>
                <a:cubicBezTo>
                  <a:pt x="1889605" y="63390"/>
                  <a:pt x="1880497" y="63619"/>
                  <a:pt x="1872299" y="63619"/>
                </a:cubicBezTo>
                <a:cubicBezTo>
                  <a:pt x="1864553" y="63619"/>
                  <a:pt x="1858405" y="63390"/>
                  <a:pt x="1853850" y="63160"/>
                </a:cubicBezTo>
                <a:cubicBezTo>
                  <a:pt x="1852484" y="64530"/>
                  <a:pt x="1852484" y="69311"/>
                  <a:pt x="1853850" y="70677"/>
                </a:cubicBezTo>
                <a:cubicBezTo>
                  <a:pt x="1862961" y="71817"/>
                  <a:pt x="1865919" y="73867"/>
                  <a:pt x="1871840" y="87761"/>
                </a:cubicBezTo>
                <a:lnTo>
                  <a:pt x="1897577" y="147668"/>
                </a:lnTo>
                <a:cubicBezTo>
                  <a:pt x="1899627" y="152224"/>
                  <a:pt x="1903043" y="162702"/>
                  <a:pt x="1900767" y="169079"/>
                </a:cubicBezTo>
                <a:cubicBezTo>
                  <a:pt x="1898032" y="176595"/>
                  <a:pt x="1895301" y="182972"/>
                  <a:pt x="1891885" y="190034"/>
                </a:cubicBezTo>
                <a:cubicBezTo>
                  <a:pt x="1889379" y="194589"/>
                  <a:pt x="1886189" y="196640"/>
                  <a:pt x="1880497" y="196640"/>
                </a:cubicBezTo>
                <a:cubicBezTo>
                  <a:pt x="1877307" y="196640"/>
                  <a:pt x="1876396" y="195959"/>
                  <a:pt x="1873891" y="195959"/>
                </a:cubicBezTo>
                <a:cubicBezTo>
                  <a:pt x="1867288" y="195959"/>
                  <a:pt x="1863872" y="202791"/>
                  <a:pt x="1863872" y="205752"/>
                </a:cubicBezTo>
                <a:cubicBezTo>
                  <a:pt x="1863872" y="210533"/>
                  <a:pt x="1868424" y="214175"/>
                  <a:pt x="1874575" y="214175"/>
                </a:cubicBezTo>
                <a:cubicBezTo>
                  <a:pt x="1879357" y="214175"/>
                  <a:pt x="1888469" y="212354"/>
                  <a:pt x="1896667" y="197780"/>
                </a:cubicBezTo>
                <a:close/>
                <a:moveTo>
                  <a:pt x="2103002" y="132937"/>
                </a:moveTo>
                <a:cubicBezTo>
                  <a:pt x="2103002" y="137267"/>
                  <a:pt x="2102547" y="139092"/>
                  <a:pt x="2099360" y="141827"/>
                </a:cubicBezTo>
                <a:cubicBezTo>
                  <a:pt x="2090933" y="149117"/>
                  <a:pt x="2083646" y="152763"/>
                  <a:pt x="2077950" y="152763"/>
                </a:cubicBezTo>
                <a:cubicBezTo>
                  <a:pt x="2065655" y="152763"/>
                  <a:pt x="2052901" y="139318"/>
                  <a:pt x="2052901" y="110832"/>
                </a:cubicBezTo>
                <a:cubicBezTo>
                  <a:pt x="2052901" y="94426"/>
                  <a:pt x="2056088" y="85311"/>
                  <a:pt x="2059504" y="80526"/>
                </a:cubicBezTo>
                <a:cubicBezTo>
                  <a:pt x="2066565" y="69815"/>
                  <a:pt x="2076129" y="69131"/>
                  <a:pt x="2080685" y="69131"/>
                </a:cubicBezTo>
                <a:cubicBezTo>
                  <a:pt x="2088883" y="69131"/>
                  <a:pt x="2094578" y="72095"/>
                  <a:pt x="2099131" y="77335"/>
                </a:cubicBezTo>
                <a:cubicBezTo>
                  <a:pt x="2102321" y="80981"/>
                  <a:pt x="2103002" y="82576"/>
                  <a:pt x="2103002" y="89641"/>
                </a:cubicBezTo>
                <a:lnTo>
                  <a:pt x="2103002" y="132937"/>
                </a:lnTo>
                <a:moveTo>
                  <a:pt x="2100500" y="149802"/>
                </a:moveTo>
                <a:cubicBezTo>
                  <a:pt x="2101636" y="148892"/>
                  <a:pt x="2103687" y="148433"/>
                  <a:pt x="2103916" y="150028"/>
                </a:cubicBezTo>
                <a:cubicBezTo>
                  <a:pt x="2104597" y="155498"/>
                  <a:pt x="2106421" y="163466"/>
                  <a:pt x="2106421" y="163466"/>
                </a:cubicBezTo>
                <a:cubicBezTo>
                  <a:pt x="2108242" y="164151"/>
                  <a:pt x="2109379" y="163925"/>
                  <a:pt x="2110748" y="163466"/>
                </a:cubicBezTo>
                <a:cubicBezTo>
                  <a:pt x="2115756" y="159359"/>
                  <a:pt x="2123728" y="155943"/>
                  <a:pt x="2137621" y="154348"/>
                </a:cubicBezTo>
                <a:cubicBezTo>
                  <a:pt x="2138987" y="152982"/>
                  <a:pt x="2138987" y="149566"/>
                  <a:pt x="2137621" y="148200"/>
                </a:cubicBezTo>
                <a:cubicBezTo>
                  <a:pt x="2123046" y="147060"/>
                  <a:pt x="2120996" y="142730"/>
                  <a:pt x="2120996" y="131565"/>
                </a:cubicBezTo>
                <a:lnTo>
                  <a:pt x="2120996" y="28340"/>
                </a:lnTo>
                <a:cubicBezTo>
                  <a:pt x="2120996" y="13529"/>
                  <a:pt x="2121907" y="4469"/>
                  <a:pt x="2121907" y="4469"/>
                </a:cubicBezTo>
                <a:cubicBezTo>
                  <a:pt x="2121907" y="2898"/>
                  <a:pt x="2120996" y="2221"/>
                  <a:pt x="2118946" y="2221"/>
                </a:cubicBezTo>
                <a:cubicBezTo>
                  <a:pt x="2113254" y="4469"/>
                  <a:pt x="2096170" y="7614"/>
                  <a:pt x="2087062" y="8288"/>
                </a:cubicBezTo>
                <a:cubicBezTo>
                  <a:pt x="2086606" y="10113"/>
                  <a:pt x="2087062" y="13755"/>
                  <a:pt x="2088427" y="15120"/>
                </a:cubicBezTo>
                <a:cubicBezTo>
                  <a:pt x="2100270" y="15805"/>
                  <a:pt x="2103002" y="14665"/>
                  <a:pt x="2103002" y="33809"/>
                </a:cubicBezTo>
                <a:lnTo>
                  <a:pt x="2103002" y="62983"/>
                </a:lnTo>
                <a:cubicBezTo>
                  <a:pt x="2103002" y="64578"/>
                  <a:pt x="2102547" y="65033"/>
                  <a:pt x="2100955" y="65033"/>
                </a:cubicBezTo>
                <a:cubicBezTo>
                  <a:pt x="2100041" y="65033"/>
                  <a:pt x="2090707" y="61159"/>
                  <a:pt x="2083190" y="61159"/>
                </a:cubicBezTo>
                <a:cubicBezTo>
                  <a:pt x="2068157" y="61159"/>
                  <a:pt x="2058138" y="66170"/>
                  <a:pt x="2049026" y="74826"/>
                </a:cubicBezTo>
                <a:cubicBezTo>
                  <a:pt x="2039233" y="84626"/>
                  <a:pt x="2033312" y="98071"/>
                  <a:pt x="2033312" y="114933"/>
                </a:cubicBezTo>
                <a:cubicBezTo>
                  <a:pt x="2033312" y="142967"/>
                  <a:pt x="2047435" y="163466"/>
                  <a:pt x="2072032" y="163466"/>
                </a:cubicBezTo>
                <a:cubicBezTo>
                  <a:pt x="2080911" y="163466"/>
                  <a:pt x="2089338" y="158914"/>
                  <a:pt x="2100500" y="149802"/>
                </a:cubicBezTo>
                <a:close/>
                <a:moveTo>
                  <a:pt x="2160168" y="24719"/>
                </a:moveTo>
                <a:cubicBezTo>
                  <a:pt x="2160168" y="30640"/>
                  <a:pt x="2165635" y="36562"/>
                  <a:pt x="2171098" y="36562"/>
                </a:cubicBezTo>
                <a:cubicBezTo>
                  <a:pt x="2177475" y="36562"/>
                  <a:pt x="2182941" y="30414"/>
                  <a:pt x="2182941" y="25629"/>
                </a:cubicBezTo>
                <a:cubicBezTo>
                  <a:pt x="2182941" y="20166"/>
                  <a:pt x="2178159" y="13786"/>
                  <a:pt x="2172012" y="13786"/>
                </a:cubicBezTo>
                <a:cubicBezTo>
                  <a:pt x="2166545" y="13786"/>
                  <a:pt x="2160168" y="19252"/>
                  <a:pt x="2160168" y="24719"/>
                </a:cubicBezTo>
                <a:moveTo>
                  <a:pt x="2180894" y="133445"/>
                </a:moveTo>
                <a:lnTo>
                  <a:pt x="2180894" y="88119"/>
                </a:lnTo>
                <a:cubicBezTo>
                  <a:pt x="2180894" y="76731"/>
                  <a:pt x="2181805" y="62104"/>
                  <a:pt x="2181805" y="62104"/>
                </a:cubicBezTo>
                <a:cubicBezTo>
                  <a:pt x="2181805" y="61183"/>
                  <a:pt x="2180665" y="60491"/>
                  <a:pt x="2178844" y="60491"/>
                </a:cubicBezTo>
                <a:cubicBezTo>
                  <a:pt x="2172467" y="63025"/>
                  <a:pt x="2163355" y="65096"/>
                  <a:pt x="2147641" y="67164"/>
                </a:cubicBezTo>
                <a:cubicBezTo>
                  <a:pt x="2147185" y="68533"/>
                  <a:pt x="2147641" y="72175"/>
                  <a:pt x="2148096" y="73544"/>
                </a:cubicBezTo>
                <a:cubicBezTo>
                  <a:pt x="2160624" y="74680"/>
                  <a:pt x="2162900" y="76050"/>
                  <a:pt x="2162900" y="89033"/>
                </a:cubicBezTo>
                <a:lnTo>
                  <a:pt x="2162900" y="133445"/>
                </a:lnTo>
                <a:cubicBezTo>
                  <a:pt x="2162900" y="152349"/>
                  <a:pt x="2160394" y="153034"/>
                  <a:pt x="2146504" y="154174"/>
                </a:cubicBezTo>
                <a:cubicBezTo>
                  <a:pt x="2145135" y="155540"/>
                  <a:pt x="2145135" y="160321"/>
                  <a:pt x="2146504" y="161687"/>
                </a:cubicBezTo>
                <a:cubicBezTo>
                  <a:pt x="2154017" y="161461"/>
                  <a:pt x="2162900" y="161232"/>
                  <a:pt x="2172012" y="161232"/>
                </a:cubicBezTo>
                <a:cubicBezTo>
                  <a:pt x="2181120" y="161232"/>
                  <a:pt x="2189773" y="161461"/>
                  <a:pt x="2197290" y="161687"/>
                </a:cubicBezTo>
                <a:cubicBezTo>
                  <a:pt x="2198655" y="160321"/>
                  <a:pt x="2198655" y="155540"/>
                  <a:pt x="2197290" y="154174"/>
                </a:cubicBezTo>
                <a:cubicBezTo>
                  <a:pt x="2183396" y="153263"/>
                  <a:pt x="2180894" y="152349"/>
                  <a:pt x="2180894" y="133445"/>
                </a:cubicBezTo>
                <a:close/>
                <a:moveTo>
                  <a:pt x="2212321" y="129747"/>
                </a:moveTo>
                <a:cubicBezTo>
                  <a:pt x="2213231" y="140913"/>
                  <a:pt x="2213916" y="151623"/>
                  <a:pt x="2213916" y="161190"/>
                </a:cubicBezTo>
                <a:cubicBezTo>
                  <a:pt x="2216192" y="160735"/>
                  <a:pt x="2218472" y="160509"/>
                  <a:pt x="2219608" y="160509"/>
                </a:cubicBezTo>
                <a:cubicBezTo>
                  <a:pt x="2221203" y="160509"/>
                  <a:pt x="2222569" y="160509"/>
                  <a:pt x="2224164" y="160964"/>
                </a:cubicBezTo>
                <a:cubicBezTo>
                  <a:pt x="2230315" y="162556"/>
                  <a:pt x="2236462" y="163466"/>
                  <a:pt x="2244889" y="163466"/>
                </a:cubicBezTo>
                <a:cubicBezTo>
                  <a:pt x="2257643" y="163466"/>
                  <a:pt x="2281100" y="157319"/>
                  <a:pt x="2281100" y="134758"/>
                </a:cubicBezTo>
                <a:cubicBezTo>
                  <a:pt x="2281100" y="119266"/>
                  <a:pt x="2269942" y="110151"/>
                  <a:pt x="2254453" y="104452"/>
                </a:cubicBezTo>
                <a:cubicBezTo>
                  <a:pt x="2240789" y="99211"/>
                  <a:pt x="2231680" y="95792"/>
                  <a:pt x="2231680" y="83260"/>
                </a:cubicBezTo>
                <a:cubicBezTo>
                  <a:pt x="2231680" y="73916"/>
                  <a:pt x="2239878" y="68675"/>
                  <a:pt x="2247621" y="68675"/>
                </a:cubicBezTo>
                <a:cubicBezTo>
                  <a:pt x="2252632" y="68675"/>
                  <a:pt x="2265841" y="70500"/>
                  <a:pt x="2268802" y="89870"/>
                </a:cubicBezTo>
                <a:cubicBezTo>
                  <a:pt x="2270167" y="91236"/>
                  <a:pt x="2274723" y="91007"/>
                  <a:pt x="2276089" y="89641"/>
                </a:cubicBezTo>
                <a:cubicBezTo>
                  <a:pt x="2276774" y="81436"/>
                  <a:pt x="2277229" y="73005"/>
                  <a:pt x="2277458" y="65489"/>
                </a:cubicBezTo>
                <a:cubicBezTo>
                  <a:pt x="2270397" y="64349"/>
                  <a:pt x="2259464" y="61159"/>
                  <a:pt x="2247621" y="61159"/>
                </a:cubicBezTo>
                <a:cubicBezTo>
                  <a:pt x="2230770" y="61159"/>
                  <a:pt x="2215511" y="72095"/>
                  <a:pt x="2215511" y="86680"/>
                </a:cubicBezTo>
                <a:cubicBezTo>
                  <a:pt x="2215511" y="103312"/>
                  <a:pt x="2223024" y="110377"/>
                  <a:pt x="2240563" y="117671"/>
                </a:cubicBezTo>
                <a:cubicBezTo>
                  <a:pt x="2259464" y="125417"/>
                  <a:pt x="2263791" y="130202"/>
                  <a:pt x="2263791" y="140002"/>
                </a:cubicBezTo>
                <a:cubicBezTo>
                  <a:pt x="2263791" y="151168"/>
                  <a:pt x="2252861" y="155953"/>
                  <a:pt x="2244434" y="155953"/>
                </a:cubicBezTo>
                <a:cubicBezTo>
                  <a:pt x="2235552" y="155953"/>
                  <a:pt x="2230541" y="152989"/>
                  <a:pt x="2228264" y="150483"/>
                </a:cubicBezTo>
                <a:cubicBezTo>
                  <a:pt x="2223253" y="145243"/>
                  <a:pt x="2220748" y="135217"/>
                  <a:pt x="2219382" y="129518"/>
                </a:cubicBezTo>
                <a:cubicBezTo>
                  <a:pt x="2218016" y="128152"/>
                  <a:pt x="2213686" y="128378"/>
                  <a:pt x="2212321" y="129747"/>
                </a:cubicBezTo>
                <a:close/>
                <a:moveTo>
                  <a:pt x="2300005" y="63605"/>
                </a:moveTo>
                <a:cubicBezTo>
                  <a:pt x="2296815" y="63605"/>
                  <a:pt x="2295904" y="66340"/>
                  <a:pt x="2295904" y="68161"/>
                </a:cubicBezTo>
                <a:lnTo>
                  <a:pt x="2295904" y="71122"/>
                </a:lnTo>
                <a:cubicBezTo>
                  <a:pt x="2295904" y="72262"/>
                  <a:pt x="2296130" y="72488"/>
                  <a:pt x="2297044" y="72488"/>
                </a:cubicBezTo>
                <a:lnTo>
                  <a:pt x="2310479" y="72488"/>
                </a:lnTo>
                <a:lnTo>
                  <a:pt x="2310479" y="140937"/>
                </a:lnTo>
                <a:cubicBezTo>
                  <a:pt x="2310479" y="157089"/>
                  <a:pt x="2317540" y="163466"/>
                  <a:pt x="2328014" y="163466"/>
                </a:cubicBezTo>
                <a:cubicBezTo>
                  <a:pt x="2338492" y="163466"/>
                  <a:pt x="2349880" y="158459"/>
                  <a:pt x="2358762" y="148440"/>
                </a:cubicBezTo>
                <a:cubicBezTo>
                  <a:pt x="2358307" y="146167"/>
                  <a:pt x="2356941" y="144801"/>
                  <a:pt x="2354662" y="144576"/>
                </a:cubicBezTo>
                <a:cubicBezTo>
                  <a:pt x="2348740" y="149124"/>
                  <a:pt x="2341908" y="150942"/>
                  <a:pt x="2335986" y="150942"/>
                </a:cubicBezTo>
                <a:cubicBezTo>
                  <a:pt x="2329839" y="150942"/>
                  <a:pt x="2328473" y="144120"/>
                  <a:pt x="2328473" y="130022"/>
                </a:cubicBezTo>
                <a:lnTo>
                  <a:pt x="2328473" y="72488"/>
                </a:lnTo>
                <a:lnTo>
                  <a:pt x="2352156" y="72488"/>
                </a:lnTo>
                <a:cubicBezTo>
                  <a:pt x="2354436" y="72488"/>
                  <a:pt x="2357623" y="71577"/>
                  <a:pt x="2357623" y="69527"/>
                </a:cubicBezTo>
                <a:lnTo>
                  <a:pt x="2357623" y="64974"/>
                </a:lnTo>
                <a:cubicBezTo>
                  <a:pt x="2357623" y="64064"/>
                  <a:pt x="2356941" y="63605"/>
                  <a:pt x="2355802" y="63605"/>
                </a:cubicBezTo>
                <a:lnTo>
                  <a:pt x="2328473" y="63605"/>
                </a:lnTo>
                <a:lnTo>
                  <a:pt x="2328473" y="54726"/>
                </a:lnTo>
                <a:cubicBezTo>
                  <a:pt x="2328473" y="39922"/>
                  <a:pt x="2329384" y="30810"/>
                  <a:pt x="2329384" y="30810"/>
                </a:cubicBezTo>
                <a:cubicBezTo>
                  <a:pt x="2329384" y="29445"/>
                  <a:pt x="2328699" y="28760"/>
                  <a:pt x="2327559" y="28760"/>
                </a:cubicBezTo>
                <a:cubicBezTo>
                  <a:pt x="2326649" y="28760"/>
                  <a:pt x="2324598" y="29674"/>
                  <a:pt x="2322552" y="30810"/>
                </a:cubicBezTo>
                <a:cubicBezTo>
                  <a:pt x="2320046" y="32180"/>
                  <a:pt x="2317766" y="33316"/>
                  <a:pt x="2314806" y="34001"/>
                </a:cubicBezTo>
                <a:cubicBezTo>
                  <a:pt x="2312074" y="34911"/>
                  <a:pt x="2309798" y="35596"/>
                  <a:pt x="2309798" y="37187"/>
                </a:cubicBezTo>
                <a:cubicBezTo>
                  <a:pt x="2309798" y="39922"/>
                  <a:pt x="2310479" y="38327"/>
                  <a:pt x="2310479" y="63605"/>
                </a:cubicBezTo>
                <a:lnTo>
                  <a:pt x="2300005" y="63605"/>
                </a:lnTo>
                <a:close/>
                <a:moveTo>
                  <a:pt x="2428909" y="108101"/>
                </a:moveTo>
                <a:lnTo>
                  <a:pt x="2428909" y="138178"/>
                </a:lnTo>
                <a:cubicBezTo>
                  <a:pt x="2428909" y="141142"/>
                  <a:pt x="2427540" y="142737"/>
                  <a:pt x="2425719" y="144103"/>
                </a:cubicBezTo>
                <a:cubicBezTo>
                  <a:pt x="2419797" y="148888"/>
                  <a:pt x="2412055" y="154132"/>
                  <a:pt x="2405678" y="154132"/>
                </a:cubicBezTo>
                <a:cubicBezTo>
                  <a:pt x="2394290" y="154132"/>
                  <a:pt x="2389279" y="145017"/>
                  <a:pt x="2389279" y="137952"/>
                </a:cubicBezTo>
                <a:cubicBezTo>
                  <a:pt x="2389279" y="127697"/>
                  <a:pt x="2394064" y="117212"/>
                  <a:pt x="2410915" y="112886"/>
                </a:cubicBezTo>
                <a:lnTo>
                  <a:pt x="2428909" y="108101"/>
                </a:lnTo>
                <a:moveTo>
                  <a:pt x="2428909" y="150257"/>
                </a:moveTo>
                <a:cubicBezTo>
                  <a:pt x="2430275" y="157319"/>
                  <a:pt x="2432780" y="163466"/>
                  <a:pt x="2444168" y="163466"/>
                </a:cubicBezTo>
                <a:cubicBezTo>
                  <a:pt x="2452821" y="163466"/>
                  <a:pt x="2461019" y="159595"/>
                  <a:pt x="2465801" y="155043"/>
                </a:cubicBezTo>
                <a:cubicBezTo>
                  <a:pt x="2465346" y="152308"/>
                  <a:pt x="2464435" y="150257"/>
                  <a:pt x="2461930" y="148892"/>
                </a:cubicBezTo>
                <a:cubicBezTo>
                  <a:pt x="2460338" y="150257"/>
                  <a:pt x="2456463" y="152537"/>
                  <a:pt x="2453502" y="152537"/>
                </a:cubicBezTo>
                <a:cubicBezTo>
                  <a:pt x="2446900" y="152537"/>
                  <a:pt x="2446670" y="143648"/>
                  <a:pt x="2446670" y="133167"/>
                </a:cubicBezTo>
                <a:lnTo>
                  <a:pt x="2446670" y="99667"/>
                </a:lnTo>
                <a:cubicBezTo>
                  <a:pt x="2446670" y="67310"/>
                  <a:pt x="2428909" y="61159"/>
                  <a:pt x="2412281" y="61159"/>
                </a:cubicBezTo>
                <a:cubicBezTo>
                  <a:pt x="2393605" y="61159"/>
                  <a:pt x="2374704" y="73461"/>
                  <a:pt x="2374704" y="86451"/>
                </a:cubicBezTo>
                <a:cubicBezTo>
                  <a:pt x="2374704" y="91920"/>
                  <a:pt x="2377435" y="94655"/>
                  <a:pt x="2382676" y="94655"/>
                </a:cubicBezTo>
                <a:cubicBezTo>
                  <a:pt x="2389279" y="94655"/>
                  <a:pt x="2393379" y="89870"/>
                  <a:pt x="2393379" y="86906"/>
                </a:cubicBezTo>
                <a:cubicBezTo>
                  <a:pt x="2393379" y="85311"/>
                  <a:pt x="2393150" y="83716"/>
                  <a:pt x="2392695" y="82805"/>
                </a:cubicBezTo>
                <a:cubicBezTo>
                  <a:pt x="2392469" y="82121"/>
                  <a:pt x="2392239" y="80755"/>
                  <a:pt x="2392239" y="78246"/>
                </a:cubicBezTo>
                <a:cubicBezTo>
                  <a:pt x="2392239" y="71181"/>
                  <a:pt x="2401807" y="68675"/>
                  <a:pt x="2410460" y="68675"/>
                </a:cubicBezTo>
                <a:cubicBezTo>
                  <a:pt x="2418202" y="68675"/>
                  <a:pt x="2428909" y="72550"/>
                  <a:pt x="2428909" y="98301"/>
                </a:cubicBezTo>
                <a:cubicBezTo>
                  <a:pt x="2428909" y="99896"/>
                  <a:pt x="2428224" y="100806"/>
                  <a:pt x="2427540" y="101036"/>
                </a:cubicBezTo>
                <a:lnTo>
                  <a:pt x="2407954" y="105821"/>
                </a:lnTo>
                <a:cubicBezTo>
                  <a:pt x="2386092" y="111291"/>
                  <a:pt x="2370377" y="123367"/>
                  <a:pt x="2370377" y="138862"/>
                </a:cubicBezTo>
                <a:cubicBezTo>
                  <a:pt x="2370377" y="157548"/>
                  <a:pt x="2383131" y="163466"/>
                  <a:pt x="2399072" y="163466"/>
                </a:cubicBezTo>
                <a:cubicBezTo>
                  <a:pt x="2407044" y="163466"/>
                  <a:pt x="2413876" y="161645"/>
                  <a:pt x="2423898" y="153903"/>
                </a:cubicBezTo>
                <a:lnTo>
                  <a:pt x="2428454" y="150257"/>
                </a:lnTo>
                <a:lnTo>
                  <a:pt x="2428909" y="150257"/>
                </a:lnTo>
                <a:close/>
                <a:moveTo>
                  <a:pt x="2508163" y="79615"/>
                </a:moveTo>
                <a:cubicBezTo>
                  <a:pt x="2506797" y="81210"/>
                  <a:pt x="2505431" y="81669"/>
                  <a:pt x="2505431" y="79615"/>
                </a:cubicBezTo>
                <a:cubicBezTo>
                  <a:pt x="2505202" y="73461"/>
                  <a:pt x="2504746" y="64578"/>
                  <a:pt x="2503607" y="62299"/>
                </a:cubicBezTo>
                <a:cubicBezTo>
                  <a:pt x="2503151" y="61159"/>
                  <a:pt x="2502696" y="60478"/>
                  <a:pt x="2500875" y="60478"/>
                </a:cubicBezTo>
                <a:cubicBezTo>
                  <a:pt x="2494498" y="62983"/>
                  <a:pt x="2488577" y="65033"/>
                  <a:pt x="2472862" y="67080"/>
                </a:cubicBezTo>
                <a:cubicBezTo>
                  <a:pt x="2472407" y="68449"/>
                  <a:pt x="2472862" y="72091"/>
                  <a:pt x="2473317" y="73461"/>
                </a:cubicBezTo>
                <a:cubicBezTo>
                  <a:pt x="2485616" y="74600"/>
                  <a:pt x="2488122" y="75740"/>
                  <a:pt x="2488122" y="88963"/>
                </a:cubicBezTo>
                <a:lnTo>
                  <a:pt x="2488122" y="133424"/>
                </a:lnTo>
                <a:cubicBezTo>
                  <a:pt x="2488122" y="152120"/>
                  <a:pt x="2485845" y="153034"/>
                  <a:pt x="2472178" y="154174"/>
                </a:cubicBezTo>
                <a:cubicBezTo>
                  <a:pt x="2470812" y="155540"/>
                  <a:pt x="2470812" y="160321"/>
                  <a:pt x="2472178" y="161687"/>
                </a:cubicBezTo>
                <a:cubicBezTo>
                  <a:pt x="2479013" y="161461"/>
                  <a:pt x="2488122" y="161232"/>
                  <a:pt x="2497230" y="161232"/>
                </a:cubicBezTo>
                <a:cubicBezTo>
                  <a:pt x="2506342" y="161232"/>
                  <a:pt x="2513174" y="161461"/>
                  <a:pt x="2520006" y="161687"/>
                </a:cubicBezTo>
                <a:cubicBezTo>
                  <a:pt x="2521371" y="160321"/>
                  <a:pt x="2521371" y="155540"/>
                  <a:pt x="2520006" y="154174"/>
                </a:cubicBezTo>
                <a:cubicBezTo>
                  <a:pt x="2508392" y="153034"/>
                  <a:pt x="2506112" y="152120"/>
                  <a:pt x="2506112" y="133424"/>
                </a:cubicBezTo>
                <a:lnTo>
                  <a:pt x="2506112" y="96032"/>
                </a:lnTo>
                <a:cubicBezTo>
                  <a:pt x="2506112" y="91243"/>
                  <a:pt x="2508163" y="88508"/>
                  <a:pt x="2509984" y="86458"/>
                </a:cubicBezTo>
                <a:cubicBezTo>
                  <a:pt x="2518640" y="78020"/>
                  <a:pt x="2528888" y="73002"/>
                  <a:pt x="2537771" y="73002"/>
                </a:cubicBezTo>
                <a:cubicBezTo>
                  <a:pt x="2542326" y="73002"/>
                  <a:pt x="2547108" y="75966"/>
                  <a:pt x="2549840" y="81210"/>
                </a:cubicBezTo>
                <a:cubicBezTo>
                  <a:pt x="2552119" y="85773"/>
                  <a:pt x="2552575" y="91927"/>
                  <a:pt x="2552575" y="98766"/>
                </a:cubicBezTo>
                <a:lnTo>
                  <a:pt x="2552575" y="133424"/>
                </a:lnTo>
                <a:cubicBezTo>
                  <a:pt x="2552575" y="152120"/>
                  <a:pt x="2550295" y="153034"/>
                  <a:pt x="2538452" y="154174"/>
                </a:cubicBezTo>
                <a:cubicBezTo>
                  <a:pt x="2537315" y="155540"/>
                  <a:pt x="2537315" y="160321"/>
                  <a:pt x="2538452" y="161687"/>
                </a:cubicBezTo>
                <a:cubicBezTo>
                  <a:pt x="2545287" y="161461"/>
                  <a:pt x="2552575" y="161232"/>
                  <a:pt x="2561683" y="161232"/>
                </a:cubicBezTo>
                <a:cubicBezTo>
                  <a:pt x="2570795" y="161232"/>
                  <a:pt x="2578992" y="161461"/>
                  <a:pt x="2585825" y="161687"/>
                </a:cubicBezTo>
                <a:cubicBezTo>
                  <a:pt x="2586964" y="160321"/>
                  <a:pt x="2586964" y="155540"/>
                  <a:pt x="2585825" y="154174"/>
                </a:cubicBezTo>
                <a:cubicBezTo>
                  <a:pt x="2573071" y="153034"/>
                  <a:pt x="2570565" y="152120"/>
                  <a:pt x="2570565" y="133424"/>
                </a:cubicBezTo>
                <a:lnTo>
                  <a:pt x="2570565" y="99451"/>
                </a:lnTo>
                <a:cubicBezTo>
                  <a:pt x="2570565" y="86913"/>
                  <a:pt x="2569655" y="75966"/>
                  <a:pt x="2564418" y="68905"/>
                </a:cubicBezTo>
                <a:cubicBezTo>
                  <a:pt x="2560543" y="63894"/>
                  <a:pt x="2553485" y="61159"/>
                  <a:pt x="2545513" y="61159"/>
                </a:cubicBezTo>
                <a:cubicBezTo>
                  <a:pt x="2534355" y="61159"/>
                  <a:pt x="2521601" y="64119"/>
                  <a:pt x="2508163" y="79615"/>
                </a:cubicBezTo>
                <a:close/>
                <a:moveTo>
                  <a:pt x="2680339" y="140457"/>
                </a:moveTo>
                <a:cubicBezTo>
                  <a:pt x="2679429" y="138407"/>
                  <a:pt x="2677604" y="137497"/>
                  <a:pt x="2675557" y="137267"/>
                </a:cubicBezTo>
                <a:cubicBezTo>
                  <a:pt x="2667811" y="147297"/>
                  <a:pt x="2658018" y="152308"/>
                  <a:pt x="2648226" y="152308"/>
                </a:cubicBezTo>
                <a:cubicBezTo>
                  <a:pt x="2631601" y="152308"/>
                  <a:pt x="2617707" y="135446"/>
                  <a:pt x="2617707" y="108782"/>
                </a:cubicBezTo>
                <a:cubicBezTo>
                  <a:pt x="2617707" y="83716"/>
                  <a:pt x="2628640" y="68675"/>
                  <a:pt x="2643673" y="68675"/>
                </a:cubicBezTo>
                <a:cubicBezTo>
                  <a:pt x="2657108" y="68675"/>
                  <a:pt x="2658929" y="76651"/>
                  <a:pt x="2659843" y="84626"/>
                </a:cubicBezTo>
                <a:cubicBezTo>
                  <a:pt x="2660524" y="90781"/>
                  <a:pt x="2663714" y="92831"/>
                  <a:pt x="2668496" y="92831"/>
                </a:cubicBezTo>
                <a:cubicBezTo>
                  <a:pt x="2673278" y="92831"/>
                  <a:pt x="2679655" y="89870"/>
                  <a:pt x="2679655" y="82805"/>
                </a:cubicBezTo>
                <a:cubicBezTo>
                  <a:pt x="2679655" y="70270"/>
                  <a:pt x="2666675" y="61159"/>
                  <a:pt x="2644810" y="61159"/>
                </a:cubicBezTo>
                <a:cubicBezTo>
                  <a:pt x="2622263" y="61159"/>
                  <a:pt x="2598121" y="81436"/>
                  <a:pt x="2598121" y="113796"/>
                </a:cubicBezTo>
                <a:cubicBezTo>
                  <a:pt x="2598121" y="143192"/>
                  <a:pt x="2614520" y="163466"/>
                  <a:pt x="2643214" y="163466"/>
                </a:cubicBezTo>
                <a:cubicBezTo>
                  <a:pt x="2656882" y="163466"/>
                  <a:pt x="2668951" y="159140"/>
                  <a:pt x="2680339" y="140457"/>
                </a:cubicBezTo>
                <a:close/>
                <a:moveTo>
                  <a:pt x="2715412" y="97008"/>
                </a:moveTo>
                <a:cubicBezTo>
                  <a:pt x="2719738" y="71382"/>
                  <a:pt x="2735682" y="69343"/>
                  <a:pt x="2741148" y="69343"/>
                </a:cubicBezTo>
                <a:cubicBezTo>
                  <a:pt x="2749802" y="69343"/>
                  <a:pt x="2760050" y="74107"/>
                  <a:pt x="2760050" y="93154"/>
                </a:cubicBezTo>
                <a:cubicBezTo>
                  <a:pt x="2760050" y="95194"/>
                  <a:pt x="2759139" y="96330"/>
                  <a:pt x="2756634" y="96330"/>
                </a:cubicBezTo>
                <a:lnTo>
                  <a:pt x="2715412" y="97008"/>
                </a:lnTo>
                <a:moveTo>
                  <a:pt x="2775080" y="140020"/>
                </a:moveTo>
                <a:cubicBezTo>
                  <a:pt x="2766656" y="148669"/>
                  <a:pt x="2760050" y="152308"/>
                  <a:pt x="2746841" y="152308"/>
                </a:cubicBezTo>
                <a:cubicBezTo>
                  <a:pt x="2738643" y="152308"/>
                  <a:pt x="2729076" y="147529"/>
                  <a:pt x="2722018" y="135926"/>
                </a:cubicBezTo>
                <a:cubicBezTo>
                  <a:pt x="2717462" y="128416"/>
                  <a:pt x="2714727" y="117949"/>
                  <a:pt x="2714727" y="104751"/>
                </a:cubicBezTo>
                <a:lnTo>
                  <a:pt x="2775309" y="105206"/>
                </a:lnTo>
                <a:cubicBezTo>
                  <a:pt x="2778040" y="105206"/>
                  <a:pt x="2779635" y="103840"/>
                  <a:pt x="2779635" y="101335"/>
                </a:cubicBezTo>
                <a:cubicBezTo>
                  <a:pt x="2779635" y="82270"/>
                  <a:pt x="2772803" y="61826"/>
                  <a:pt x="2741148" y="61826"/>
                </a:cubicBezTo>
                <a:cubicBezTo>
                  <a:pt x="2721333" y="61826"/>
                  <a:pt x="2695597" y="80682"/>
                  <a:pt x="2695597" y="115218"/>
                </a:cubicBezTo>
                <a:cubicBezTo>
                  <a:pt x="2695597" y="127961"/>
                  <a:pt x="2698787" y="140249"/>
                  <a:pt x="2706303" y="148895"/>
                </a:cubicBezTo>
                <a:cubicBezTo>
                  <a:pt x="2714046" y="158003"/>
                  <a:pt x="2724749" y="163466"/>
                  <a:pt x="2741148" y="163466"/>
                </a:cubicBezTo>
                <a:cubicBezTo>
                  <a:pt x="2758455" y="163466"/>
                  <a:pt x="2770753" y="155498"/>
                  <a:pt x="2779865" y="143662"/>
                </a:cubicBezTo>
                <a:cubicBezTo>
                  <a:pt x="2779180" y="141385"/>
                  <a:pt x="2777814" y="140249"/>
                  <a:pt x="2775080" y="140020"/>
                </a:cubicBezTo>
                <a:close/>
                <a:moveTo>
                  <a:pt x="2924966" y="82461"/>
                </a:moveTo>
                <a:cubicBezTo>
                  <a:pt x="2924966" y="100445"/>
                  <a:pt x="2919725" y="107044"/>
                  <a:pt x="2899455" y="107044"/>
                </a:cubicBezTo>
                <a:lnTo>
                  <a:pt x="2889436" y="107044"/>
                </a:lnTo>
                <a:lnTo>
                  <a:pt x="2889436" y="77454"/>
                </a:lnTo>
                <a:cubicBezTo>
                  <a:pt x="2889436" y="65391"/>
                  <a:pt x="2891712" y="63115"/>
                  <a:pt x="2904466" y="63115"/>
                </a:cubicBezTo>
                <a:cubicBezTo>
                  <a:pt x="2920410" y="63115"/>
                  <a:pt x="2924966" y="68807"/>
                  <a:pt x="2924966" y="82461"/>
                </a:cubicBezTo>
                <a:moveTo>
                  <a:pt x="2889436" y="133462"/>
                </a:moveTo>
                <a:lnTo>
                  <a:pt x="2889436" y="113647"/>
                </a:lnTo>
                <a:lnTo>
                  <a:pt x="2901961" y="113647"/>
                </a:lnTo>
                <a:cubicBezTo>
                  <a:pt x="2910617" y="113647"/>
                  <a:pt x="2913804" y="121164"/>
                  <a:pt x="2916765" y="129591"/>
                </a:cubicBezTo>
                <a:lnTo>
                  <a:pt x="2921776" y="143255"/>
                </a:lnTo>
                <a:cubicBezTo>
                  <a:pt x="2927013" y="157336"/>
                  <a:pt x="2934759" y="162799"/>
                  <a:pt x="2944552" y="162799"/>
                </a:cubicBezTo>
                <a:cubicBezTo>
                  <a:pt x="2947968" y="162799"/>
                  <a:pt x="2955026" y="162118"/>
                  <a:pt x="2958897" y="161207"/>
                </a:cubicBezTo>
                <a:cubicBezTo>
                  <a:pt x="2959582" y="158928"/>
                  <a:pt x="2959126" y="156652"/>
                  <a:pt x="2957531" y="154831"/>
                </a:cubicBezTo>
                <a:cubicBezTo>
                  <a:pt x="2949333" y="154831"/>
                  <a:pt x="2945007" y="153465"/>
                  <a:pt x="2940451" y="141632"/>
                </a:cubicBezTo>
                <a:lnTo>
                  <a:pt x="2933845" y="124569"/>
                </a:lnTo>
                <a:cubicBezTo>
                  <a:pt x="2931113" y="117518"/>
                  <a:pt x="2928382" y="113647"/>
                  <a:pt x="2925421" y="110690"/>
                </a:cubicBezTo>
                <a:lnTo>
                  <a:pt x="2925421" y="110231"/>
                </a:lnTo>
                <a:cubicBezTo>
                  <a:pt x="2933164" y="107499"/>
                  <a:pt x="2944778" y="98169"/>
                  <a:pt x="2944778" y="82461"/>
                </a:cubicBezTo>
                <a:cubicBezTo>
                  <a:pt x="2944778" y="63570"/>
                  <a:pt x="2932934" y="55598"/>
                  <a:pt x="2905835" y="55598"/>
                </a:cubicBezTo>
                <a:cubicBezTo>
                  <a:pt x="2900140" y="55598"/>
                  <a:pt x="2887160" y="56512"/>
                  <a:pt x="2880324" y="56512"/>
                </a:cubicBezTo>
                <a:cubicBezTo>
                  <a:pt x="2873722" y="56512"/>
                  <a:pt x="2864155" y="56283"/>
                  <a:pt x="2855046" y="56057"/>
                </a:cubicBezTo>
                <a:cubicBezTo>
                  <a:pt x="2853681" y="57423"/>
                  <a:pt x="2853681" y="62205"/>
                  <a:pt x="2855046" y="63570"/>
                </a:cubicBezTo>
                <a:cubicBezTo>
                  <a:pt x="2868940" y="64481"/>
                  <a:pt x="2871446" y="65391"/>
                  <a:pt x="2871446" y="84282"/>
                </a:cubicBezTo>
                <a:lnTo>
                  <a:pt x="2871446" y="133441"/>
                </a:lnTo>
                <a:cubicBezTo>
                  <a:pt x="2871446" y="152353"/>
                  <a:pt x="2868940" y="153034"/>
                  <a:pt x="2855046" y="154174"/>
                </a:cubicBezTo>
                <a:cubicBezTo>
                  <a:pt x="2853681" y="155540"/>
                  <a:pt x="2853681" y="160321"/>
                  <a:pt x="2855046" y="161687"/>
                </a:cubicBezTo>
                <a:cubicBezTo>
                  <a:pt x="2863699" y="161461"/>
                  <a:pt x="2873037" y="161232"/>
                  <a:pt x="2880554" y="161232"/>
                </a:cubicBezTo>
                <a:cubicBezTo>
                  <a:pt x="2887615" y="161232"/>
                  <a:pt x="2895129" y="161461"/>
                  <a:pt x="2902416" y="161687"/>
                </a:cubicBezTo>
                <a:cubicBezTo>
                  <a:pt x="2903785" y="160321"/>
                  <a:pt x="2903785" y="155540"/>
                  <a:pt x="2902416" y="154174"/>
                </a:cubicBezTo>
                <a:cubicBezTo>
                  <a:pt x="2891712" y="153489"/>
                  <a:pt x="2889436" y="152353"/>
                  <a:pt x="2889436" y="133455"/>
                </a:cubicBezTo>
                <a:lnTo>
                  <a:pt x="2889436" y="133462"/>
                </a:lnTo>
                <a:close/>
                <a:moveTo>
                  <a:pt x="3018794" y="110040"/>
                </a:moveTo>
                <a:cubicBezTo>
                  <a:pt x="3033827" y="110040"/>
                  <a:pt x="3034053" y="114363"/>
                  <a:pt x="3034508" y="122783"/>
                </a:cubicBezTo>
                <a:cubicBezTo>
                  <a:pt x="3035648" y="123919"/>
                  <a:pt x="3039749" y="123919"/>
                  <a:pt x="3040885" y="122783"/>
                </a:cubicBezTo>
                <a:cubicBezTo>
                  <a:pt x="3040659" y="117549"/>
                  <a:pt x="3040430" y="109810"/>
                  <a:pt x="3040430" y="106168"/>
                </a:cubicBezTo>
                <a:cubicBezTo>
                  <a:pt x="3040430" y="102978"/>
                  <a:pt x="3040659" y="95684"/>
                  <a:pt x="3040885" y="89988"/>
                </a:cubicBezTo>
                <a:cubicBezTo>
                  <a:pt x="3039749" y="88848"/>
                  <a:pt x="3035648" y="88848"/>
                  <a:pt x="3034508" y="89988"/>
                </a:cubicBezTo>
                <a:cubicBezTo>
                  <a:pt x="3034053" y="100243"/>
                  <a:pt x="3033598" y="102749"/>
                  <a:pt x="3018794" y="102749"/>
                </a:cubicBezTo>
                <a:lnTo>
                  <a:pt x="3005814" y="102749"/>
                </a:lnTo>
                <a:lnTo>
                  <a:pt x="3005814" y="70389"/>
                </a:lnTo>
                <a:cubicBezTo>
                  <a:pt x="3005814" y="66514"/>
                  <a:pt x="3008775" y="64005"/>
                  <a:pt x="3013102" y="64005"/>
                </a:cubicBezTo>
                <a:lnTo>
                  <a:pt x="3026085" y="64005"/>
                </a:lnTo>
                <a:cubicBezTo>
                  <a:pt x="3044760" y="64005"/>
                  <a:pt x="3047721" y="71525"/>
                  <a:pt x="3051818" y="84518"/>
                </a:cubicBezTo>
                <a:cubicBezTo>
                  <a:pt x="3054098" y="84744"/>
                  <a:pt x="3056144" y="84289"/>
                  <a:pt x="3057969" y="83379"/>
                </a:cubicBezTo>
                <a:cubicBezTo>
                  <a:pt x="3057058" y="75629"/>
                  <a:pt x="3054323" y="57857"/>
                  <a:pt x="3053868" y="56262"/>
                </a:cubicBezTo>
                <a:cubicBezTo>
                  <a:pt x="3053868" y="55807"/>
                  <a:pt x="3053639" y="55578"/>
                  <a:pt x="3053184" y="55578"/>
                </a:cubicBezTo>
                <a:cubicBezTo>
                  <a:pt x="3049997" y="56262"/>
                  <a:pt x="3047721" y="56488"/>
                  <a:pt x="3043846" y="56488"/>
                </a:cubicBezTo>
                <a:lnTo>
                  <a:pt x="2996702" y="56488"/>
                </a:lnTo>
                <a:cubicBezTo>
                  <a:pt x="2990100" y="56488"/>
                  <a:pt x="2979622" y="56262"/>
                  <a:pt x="2971424" y="56033"/>
                </a:cubicBezTo>
                <a:cubicBezTo>
                  <a:pt x="2970059" y="57402"/>
                  <a:pt x="2970059" y="62184"/>
                  <a:pt x="2971424" y="63550"/>
                </a:cubicBezTo>
                <a:cubicBezTo>
                  <a:pt x="2985318" y="64460"/>
                  <a:pt x="2987824" y="65374"/>
                  <a:pt x="2987824" y="84289"/>
                </a:cubicBezTo>
                <a:lnTo>
                  <a:pt x="2987824" y="133476"/>
                </a:lnTo>
                <a:cubicBezTo>
                  <a:pt x="2987824" y="152363"/>
                  <a:pt x="2985318" y="153044"/>
                  <a:pt x="2971424" y="154184"/>
                </a:cubicBezTo>
                <a:cubicBezTo>
                  <a:pt x="2970059" y="155550"/>
                  <a:pt x="2970059" y="160332"/>
                  <a:pt x="2971424" y="161701"/>
                </a:cubicBezTo>
                <a:cubicBezTo>
                  <a:pt x="2979622" y="161472"/>
                  <a:pt x="2989644" y="161242"/>
                  <a:pt x="2996932" y="161242"/>
                </a:cubicBezTo>
                <a:lnTo>
                  <a:pt x="3032006" y="161242"/>
                </a:lnTo>
                <a:cubicBezTo>
                  <a:pt x="3041115" y="161242"/>
                  <a:pt x="3056144" y="161701"/>
                  <a:pt x="3056144" y="161701"/>
                </a:cubicBezTo>
                <a:cubicBezTo>
                  <a:pt x="3058879" y="152363"/>
                  <a:pt x="3061385" y="139849"/>
                  <a:pt x="3062977" y="130289"/>
                </a:cubicBezTo>
                <a:cubicBezTo>
                  <a:pt x="3060930" y="129153"/>
                  <a:pt x="3059105" y="128698"/>
                  <a:pt x="3056600" y="129382"/>
                </a:cubicBezTo>
                <a:cubicBezTo>
                  <a:pt x="3052958" y="142807"/>
                  <a:pt x="3046352" y="154184"/>
                  <a:pt x="3027450" y="154184"/>
                </a:cubicBezTo>
                <a:lnTo>
                  <a:pt x="3017657" y="154184"/>
                </a:lnTo>
                <a:cubicBezTo>
                  <a:pt x="3008090" y="154184"/>
                  <a:pt x="3005814" y="151682"/>
                  <a:pt x="3005814" y="144172"/>
                </a:cubicBezTo>
                <a:lnTo>
                  <a:pt x="3005814" y="110040"/>
                </a:lnTo>
                <a:lnTo>
                  <a:pt x="3018794" y="110040"/>
                </a:lnTo>
                <a:close/>
                <a:moveTo>
                  <a:pt x="3178447" y="140503"/>
                </a:moveTo>
                <a:cubicBezTo>
                  <a:pt x="3178447" y="121647"/>
                  <a:pt x="3179813" y="120966"/>
                  <a:pt x="3186871" y="119829"/>
                </a:cubicBezTo>
                <a:cubicBezTo>
                  <a:pt x="3188240" y="118463"/>
                  <a:pt x="3188240" y="113682"/>
                  <a:pt x="3186871" y="112312"/>
                </a:cubicBezTo>
                <a:cubicBezTo>
                  <a:pt x="3182774" y="112542"/>
                  <a:pt x="3176397" y="112771"/>
                  <a:pt x="3169335" y="112771"/>
                </a:cubicBezTo>
                <a:cubicBezTo>
                  <a:pt x="3162503" y="112771"/>
                  <a:pt x="3152026" y="112542"/>
                  <a:pt x="3145423" y="112312"/>
                </a:cubicBezTo>
                <a:cubicBezTo>
                  <a:pt x="3144057" y="113682"/>
                  <a:pt x="3144057" y="118463"/>
                  <a:pt x="3145423" y="119829"/>
                </a:cubicBezTo>
                <a:cubicBezTo>
                  <a:pt x="3159317" y="120740"/>
                  <a:pt x="3160453" y="121647"/>
                  <a:pt x="3160453" y="140503"/>
                </a:cubicBezTo>
                <a:lnTo>
                  <a:pt x="3160453" y="152773"/>
                </a:lnTo>
                <a:cubicBezTo>
                  <a:pt x="3153166" y="154817"/>
                  <a:pt x="3145649" y="155953"/>
                  <a:pt x="3137680" y="155953"/>
                </a:cubicBezTo>
                <a:cubicBezTo>
                  <a:pt x="3109212" y="155953"/>
                  <a:pt x="3099875" y="126873"/>
                  <a:pt x="3099875" y="108215"/>
                </a:cubicBezTo>
                <a:cubicBezTo>
                  <a:pt x="3099875" y="80675"/>
                  <a:pt x="3113083" y="61781"/>
                  <a:pt x="3134945" y="61781"/>
                </a:cubicBezTo>
                <a:cubicBezTo>
                  <a:pt x="3157492" y="61781"/>
                  <a:pt x="3167059" y="73162"/>
                  <a:pt x="3170475" y="87729"/>
                </a:cubicBezTo>
                <a:cubicBezTo>
                  <a:pt x="3172751" y="88414"/>
                  <a:pt x="3175031" y="88414"/>
                  <a:pt x="3177307" y="87048"/>
                </a:cubicBezTo>
                <a:cubicBezTo>
                  <a:pt x="3177078" y="77714"/>
                  <a:pt x="3176397" y="68154"/>
                  <a:pt x="3174346" y="57909"/>
                </a:cubicBezTo>
                <a:cubicBezTo>
                  <a:pt x="3167514" y="57909"/>
                  <a:pt x="3150660" y="54264"/>
                  <a:pt x="3137906" y="54264"/>
                </a:cubicBezTo>
                <a:cubicBezTo>
                  <a:pt x="3105337" y="54264"/>
                  <a:pt x="3079375" y="75212"/>
                  <a:pt x="3079375" y="111176"/>
                </a:cubicBezTo>
                <a:cubicBezTo>
                  <a:pt x="3079375" y="140051"/>
                  <a:pt x="3101011" y="163466"/>
                  <a:pt x="3133580" y="163466"/>
                </a:cubicBezTo>
                <a:cubicBezTo>
                  <a:pt x="3149065" y="163466"/>
                  <a:pt x="3165919" y="161190"/>
                  <a:pt x="3180949" y="152999"/>
                </a:cubicBezTo>
                <a:cubicBezTo>
                  <a:pt x="3179358" y="151408"/>
                  <a:pt x="3178447" y="149364"/>
                  <a:pt x="3178447" y="147773"/>
                </a:cubicBezTo>
                <a:lnTo>
                  <a:pt x="3178447" y="140503"/>
                </a:lnTo>
                <a:close/>
                <a:moveTo>
                  <a:pt x="3238570" y="84279"/>
                </a:moveTo>
                <a:cubicBezTo>
                  <a:pt x="3238570" y="65381"/>
                  <a:pt x="3241076" y="64700"/>
                  <a:pt x="3254969" y="63560"/>
                </a:cubicBezTo>
                <a:cubicBezTo>
                  <a:pt x="3256335" y="62194"/>
                  <a:pt x="3256335" y="57412"/>
                  <a:pt x="3254969" y="56043"/>
                </a:cubicBezTo>
                <a:cubicBezTo>
                  <a:pt x="3246313" y="56273"/>
                  <a:pt x="3236520" y="56502"/>
                  <a:pt x="3229462" y="56502"/>
                </a:cubicBezTo>
                <a:cubicBezTo>
                  <a:pt x="3222630" y="56502"/>
                  <a:pt x="3213063" y="56273"/>
                  <a:pt x="3204180" y="56043"/>
                </a:cubicBezTo>
                <a:cubicBezTo>
                  <a:pt x="3202815" y="57412"/>
                  <a:pt x="3202815" y="62194"/>
                  <a:pt x="3204180" y="63560"/>
                </a:cubicBezTo>
                <a:cubicBezTo>
                  <a:pt x="3218074" y="64470"/>
                  <a:pt x="3220579" y="65381"/>
                  <a:pt x="3220579" y="84279"/>
                </a:cubicBezTo>
                <a:lnTo>
                  <a:pt x="3220579" y="133455"/>
                </a:lnTo>
                <a:cubicBezTo>
                  <a:pt x="3220579" y="152353"/>
                  <a:pt x="3218074" y="153034"/>
                  <a:pt x="3204180" y="154174"/>
                </a:cubicBezTo>
                <a:cubicBezTo>
                  <a:pt x="3202815" y="155540"/>
                  <a:pt x="3202815" y="160321"/>
                  <a:pt x="3204180" y="161687"/>
                </a:cubicBezTo>
                <a:cubicBezTo>
                  <a:pt x="3212608" y="161461"/>
                  <a:pt x="3221945" y="161232"/>
                  <a:pt x="3229688" y="161232"/>
                </a:cubicBezTo>
                <a:cubicBezTo>
                  <a:pt x="3236975" y="161232"/>
                  <a:pt x="3246997" y="161461"/>
                  <a:pt x="3254969" y="161687"/>
                </a:cubicBezTo>
                <a:cubicBezTo>
                  <a:pt x="3256335" y="160321"/>
                  <a:pt x="3256335" y="155540"/>
                  <a:pt x="3254969" y="154174"/>
                </a:cubicBezTo>
                <a:cubicBezTo>
                  <a:pt x="3241076" y="153263"/>
                  <a:pt x="3238570" y="152353"/>
                  <a:pt x="3238570" y="133455"/>
                </a:cubicBezTo>
                <a:lnTo>
                  <a:pt x="3238570" y="84279"/>
                </a:lnTo>
                <a:close/>
                <a:moveTo>
                  <a:pt x="3327390" y="61781"/>
                </a:moveTo>
                <a:cubicBezTo>
                  <a:pt x="3347660" y="61781"/>
                  <a:pt x="3365195" y="80432"/>
                  <a:pt x="3365195" y="110915"/>
                </a:cubicBezTo>
                <a:cubicBezTo>
                  <a:pt x="3365195" y="138894"/>
                  <a:pt x="3351305" y="155953"/>
                  <a:pt x="3331035" y="155953"/>
                </a:cubicBezTo>
                <a:cubicBezTo>
                  <a:pt x="3308944" y="155953"/>
                  <a:pt x="3293229" y="135936"/>
                  <a:pt x="3293229" y="107958"/>
                </a:cubicBezTo>
                <a:cubicBezTo>
                  <a:pt x="3293229" y="77248"/>
                  <a:pt x="3310309" y="61781"/>
                  <a:pt x="3327390" y="61781"/>
                </a:cubicBezTo>
                <a:moveTo>
                  <a:pt x="3385011" y="107729"/>
                </a:moveTo>
                <a:cubicBezTo>
                  <a:pt x="3385011" y="75428"/>
                  <a:pt x="3359048" y="54264"/>
                  <a:pt x="3329440" y="54264"/>
                </a:cubicBezTo>
                <a:cubicBezTo>
                  <a:pt x="3297785" y="54264"/>
                  <a:pt x="3273414" y="77248"/>
                  <a:pt x="3273414" y="110686"/>
                </a:cubicBezTo>
                <a:cubicBezTo>
                  <a:pt x="3273414" y="141622"/>
                  <a:pt x="3296874" y="163466"/>
                  <a:pt x="3327619" y="163466"/>
                </a:cubicBezTo>
                <a:cubicBezTo>
                  <a:pt x="3364970" y="163466"/>
                  <a:pt x="3385011" y="137299"/>
                  <a:pt x="3385011" y="107729"/>
                </a:cubicBezTo>
                <a:close/>
                <a:moveTo>
                  <a:pt x="3428511" y="133420"/>
                </a:moveTo>
                <a:lnTo>
                  <a:pt x="3428511" y="90186"/>
                </a:lnTo>
                <a:cubicBezTo>
                  <a:pt x="3428511" y="79035"/>
                  <a:pt x="3431472" y="81082"/>
                  <a:pt x="3436709" y="87681"/>
                </a:cubicBezTo>
                <a:lnTo>
                  <a:pt x="3490230" y="158907"/>
                </a:lnTo>
                <a:cubicBezTo>
                  <a:pt x="3493646" y="162549"/>
                  <a:pt x="3497291" y="163911"/>
                  <a:pt x="3500707" y="163911"/>
                </a:cubicBezTo>
                <a:cubicBezTo>
                  <a:pt x="3503439" y="163911"/>
                  <a:pt x="3505715" y="162319"/>
                  <a:pt x="3505715" y="157771"/>
                </a:cubicBezTo>
                <a:lnTo>
                  <a:pt x="3505715" y="84268"/>
                </a:lnTo>
                <a:cubicBezTo>
                  <a:pt x="3505715" y="65381"/>
                  <a:pt x="3508220" y="64700"/>
                  <a:pt x="3522114" y="63560"/>
                </a:cubicBezTo>
                <a:cubicBezTo>
                  <a:pt x="3523480" y="62194"/>
                  <a:pt x="3523480" y="57412"/>
                  <a:pt x="3522114" y="56043"/>
                </a:cubicBezTo>
                <a:cubicBezTo>
                  <a:pt x="3515282" y="56273"/>
                  <a:pt x="3507084" y="56502"/>
                  <a:pt x="3500248" y="56502"/>
                </a:cubicBezTo>
                <a:cubicBezTo>
                  <a:pt x="3493416" y="56502"/>
                  <a:pt x="3485448" y="56273"/>
                  <a:pt x="3478616" y="56043"/>
                </a:cubicBezTo>
                <a:cubicBezTo>
                  <a:pt x="3477247" y="57412"/>
                  <a:pt x="3477247" y="62194"/>
                  <a:pt x="3478616" y="63560"/>
                </a:cubicBezTo>
                <a:cubicBezTo>
                  <a:pt x="3492506" y="64470"/>
                  <a:pt x="3495011" y="65381"/>
                  <a:pt x="3495011" y="84268"/>
                </a:cubicBezTo>
                <a:lnTo>
                  <a:pt x="3495011" y="126821"/>
                </a:lnTo>
                <a:cubicBezTo>
                  <a:pt x="3495011" y="132965"/>
                  <a:pt x="3494330" y="136833"/>
                  <a:pt x="3487269" y="127276"/>
                </a:cubicBezTo>
                <a:lnTo>
                  <a:pt x="3435114" y="56502"/>
                </a:lnTo>
                <a:lnTo>
                  <a:pt x="3402775" y="56043"/>
                </a:lnTo>
                <a:lnTo>
                  <a:pt x="3402319" y="56728"/>
                </a:lnTo>
                <a:lnTo>
                  <a:pt x="3402319" y="62194"/>
                </a:lnTo>
                <a:cubicBezTo>
                  <a:pt x="3402319" y="63105"/>
                  <a:pt x="3403685" y="63560"/>
                  <a:pt x="3404370" y="63560"/>
                </a:cubicBezTo>
                <a:cubicBezTo>
                  <a:pt x="3413023" y="64245"/>
                  <a:pt x="3415528" y="66973"/>
                  <a:pt x="3417805" y="71070"/>
                </a:cubicBezTo>
                <a:lnTo>
                  <a:pt x="3417805" y="133420"/>
                </a:lnTo>
                <a:cubicBezTo>
                  <a:pt x="3417805" y="152353"/>
                  <a:pt x="3415302" y="153263"/>
                  <a:pt x="3401409" y="154174"/>
                </a:cubicBezTo>
                <a:cubicBezTo>
                  <a:pt x="3400043" y="155540"/>
                  <a:pt x="3400043" y="160321"/>
                  <a:pt x="3401409" y="161687"/>
                </a:cubicBezTo>
                <a:cubicBezTo>
                  <a:pt x="3408241" y="161461"/>
                  <a:pt x="3416213" y="161232"/>
                  <a:pt x="3423045" y="161232"/>
                </a:cubicBezTo>
                <a:cubicBezTo>
                  <a:pt x="3429877" y="161232"/>
                  <a:pt x="3438075" y="161461"/>
                  <a:pt x="3444907" y="161687"/>
                </a:cubicBezTo>
                <a:cubicBezTo>
                  <a:pt x="3446273" y="160321"/>
                  <a:pt x="3446273" y="155540"/>
                  <a:pt x="3444907" y="154174"/>
                </a:cubicBezTo>
                <a:cubicBezTo>
                  <a:pt x="3431013" y="152989"/>
                  <a:pt x="3428511" y="152308"/>
                  <a:pt x="3428511" y="133420"/>
                </a:cubicBezTo>
                <a:close/>
                <a:moveTo>
                  <a:pt x="3541239" y="129747"/>
                </a:moveTo>
                <a:cubicBezTo>
                  <a:pt x="3542149" y="140913"/>
                  <a:pt x="3542834" y="151623"/>
                  <a:pt x="3542834" y="161190"/>
                </a:cubicBezTo>
                <a:cubicBezTo>
                  <a:pt x="3545110" y="160735"/>
                  <a:pt x="3547390" y="160509"/>
                  <a:pt x="3548526" y="160509"/>
                </a:cubicBezTo>
                <a:cubicBezTo>
                  <a:pt x="3550121" y="160509"/>
                  <a:pt x="3551487" y="160509"/>
                  <a:pt x="3553082" y="160964"/>
                </a:cubicBezTo>
                <a:cubicBezTo>
                  <a:pt x="3559233" y="162556"/>
                  <a:pt x="3565380" y="163466"/>
                  <a:pt x="3573808" y="163466"/>
                </a:cubicBezTo>
                <a:cubicBezTo>
                  <a:pt x="3586561" y="163466"/>
                  <a:pt x="3610018" y="157319"/>
                  <a:pt x="3610018" y="134758"/>
                </a:cubicBezTo>
                <a:cubicBezTo>
                  <a:pt x="3610018" y="119266"/>
                  <a:pt x="3598860" y="110151"/>
                  <a:pt x="3583371" y="104452"/>
                </a:cubicBezTo>
                <a:cubicBezTo>
                  <a:pt x="3569707" y="99211"/>
                  <a:pt x="3560599" y="95792"/>
                  <a:pt x="3560599" y="83260"/>
                </a:cubicBezTo>
                <a:cubicBezTo>
                  <a:pt x="3560599" y="73916"/>
                  <a:pt x="3568796" y="68675"/>
                  <a:pt x="3576539" y="68675"/>
                </a:cubicBezTo>
                <a:cubicBezTo>
                  <a:pt x="3581550" y="68675"/>
                  <a:pt x="3594759" y="70500"/>
                  <a:pt x="3597720" y="89870"/>
                </a:cubicBezTo>
                <a:cubicBezTo>
                  <a:pt x="3599086" y="91236"/>
                  <a:pt x="3603641" y="91007"/>
                  <a:pt x="3605007" y="89641"/>
                </a:cubicBezTo>
                <a:cubicBezTo>
                  <a:pt x="3605692" y="81436"/>
                  <a:pt x="3606147" y="73005"/>
                  <a:pt x="3606376" y="65489"/>
                </a:cubicBezTo>
                <a:cubicBezTo>
                  <a:pt x="3599315" y="64349"/>
                  <a:pt x="3588382" y="61159"/>
                  <a:pt x="3576539" y="61159"/>
                </a:cubicBezTo>
                <a:cubicBezTo>
                  <a:pt x="3559688" y="61159"/>
                  <a:pt x="3544429" y="72095"/>
                  <a:pt x="3544429" y="86680"/>
                </a:cubicBezTo>
                <a:cubicBezTo>
                  <a:pt x="3544429" y="103312"/>
                  <a:pt x="3551942" y="110377"/>
                  <a:pt x="3569481" y="117671"/>
                </a:cubicBezTo>
                <a:cubicBezTo>
                  <a:pt x="3588382" y="125417"/>
                  <a:pt x="3592709" y="130202"/>
                  <a:pt x="3592709" y="140002"/>
                </a:cubicBezTo>
                <a:cubicBezTo>
                  <a:pt x="3592709" y="151168"/>
                  <a:pt x="3581779" y="155953"/>
                  <a:pt x="3573352" y="155953"/>
                </a:cubicBezTo>
                <a:cubicBezTo>
                  <a:pt x="3564470" y="155953"/>
                  <a:pt x="3559459" y="152989"/>
                  <a:pt x="3557183" y="150483"/>
                </a:cubicBezTo>
                <a:cubicBezTo>
                  <a:pt x="3552171" y="145243"/>
                  <a:pt x="3549666" y="135217"/>
                  <a:pt x="3548300" y="129518"/>
                </a:cubicBezTo>
                <a:cubicBezTo>
                  <a:pt x="3546934" y="128152"/>
                  <a:pt x="3542604" y="128378"/>
                  <a:pt x="3541239" y="129747"/>
                </a:cubicBezTo>
                <a:close/>
                <a:moveTo>
                  <a:pt x="3686085" y="103851"/>
                </a:moveTo>
                <a:cubicBezTo>
                  <a:pt x="3686085" y="114102"/>
                  <a:pt x="3686996" y="166709"/>
                  <a:pt x="3734369" y="207705"/>
                </a:cubicBezTo>
                <a:cubicBezTo>
                  <a:pt x="3736645" y="207249"/>
                  <a:pt x="3738466" y="205654"/>
                  <a:pt x="3739150" y="203833"/>
                </a:cubicBezTo>
                <a:cubicBezTo>
                  <a:pt x="3731634" y="195177"/>
                  <a:pt x="3704990" y="163748"/>
                  <a:pt x="3704990" y="103851"/>
                </a:cubicBezTo>
                <a:cubicBezTo>
                  <a:pt x="3704990" y="43953"/>
                  <a:pt x="3731863" y="12524"/>
                  <a:pt x="3739150" y="4327"/>
                </a:cubicBezTo>
                <a:cubicBezTo>
                  <a:pt x="3738466" y="2050"/>
                  <a:pt x="3736874" y="455"/>
                  <a:pt x="3734369" y="226"/>
                </a:cubicBezTo>
                <a:cubicBezTo>
                  <a:pt x="3707266" y="23457"/>
                  <a:pt x="3686085" y="61492"/>
                  <a:pt x="3686085" y="103851"/>
                </a:cubicBezTo>
                <a:close/>
                <a:moveTo>
                  <a:pt x="3757825" y="54521"/>
                </a:moveTo>
                <a:cubicBezTo>
                  <a:pt x="3757825" y="59296"/>
                  <a:pt x="3762151" y="63383"/>
                  <a:pt x="3766937" y="63383"/>
                </a:cubicBezTo>
                <a:cubicBezTo>
                  <a:pt x="3770808" y="63383"/>
                  <a:pt x="3777640" y="59296"/>
                  <a:pt x="3777640" y="54295"/>
                </a:cubicBezTo>
                <a:cubicBezTo>
                  <a:pt x="3777640" y="52478"/>
                  <a:pt x="3777185" y="51116"/>
                  <a:pt x="3776729" y="49524"/>
                </a:cubicBezTo>
                <a:cubicBezTo>
                  <a:pt x="3776274" y="47932"/>
                  <a:pt x="3774905" y="45889"/>
                  <a:pt x="3774905" y="44072"/>
                </a:cubicBezTo>
                <a:cubicBezTo>
                  <a:pt x="3774905" y="38390"/>
                  <a:pt x="3780827" y="30209"/>
                  <a:pt x="3797452" y="30209"/>
                </a:cubicBezTo>
                <a:cubicBezTo>
                  <a:pt x="3805653" y="30209"/>
                  <a:pt x="3817267" y="35891"/>
                  <a:pt x="3817267" y="57704"/>
                </a:cubicBezTo>
                <a:cubicBezTo>
                  <a:pt x="3817267" y="72283"/>
                  <a:pt x="3812030" y="84147"/>
                  <a:pt x="3798591" y="97839"/>
                </a:cubicBezTo>
                <a:lnTo>
                  <a:pt x="3781737" y="114495"/>
                </a:lnTo>
                <a:cubicBezTo>
                  <a:pt x="3759420" y="137313"/>
                  <a:pt x="3755774" y="148263"/>
                  <a:pt x="3755774" y="161701"/>
                </a:cubicBezTo>
                <a:cubicBezTo>
                  <a:pt x="3755774" y="161701"/>
                  <a:pt x="3767392" y="161242"/>
                  <a:pt x="3774679" y="161242"/>
                </a:cubicBezTo>
                <a:lnTo>
                  <a:pt x="3814535" y="161242"/>
                </a:lnTo>
                <a:cubicBezTo>
                  <a:pt x="3821823" y="161242"/>
                  <a:pt x="3832300" y="161701"/>
                  <a:pt x="3832300" y="161701"/>
                </a:cubicBezTo>
                <a:cubicBezTo>
                  <a:pt x="3835257" y="149628"/>
                  <a:pt x="3837537" y="132520"/>
                  <a:pt x="3837763" y="125678"/>
                </a:cubicBezTo>
                <a:cubicBezTo>
                  <a:pt x="3836397" y="124534"/>
                  <a:pt x="3833436" y="124079"/>
                  <a:pt x="3831160" y="124534"/>
                </a:cubicBezTo>
                <a:cubicBezTo>
                  <a:pt x="3827289" y="140736"/>
                  <a:pt x="3823418" y="146442"/>
                  <a:pt x="3815216" y="146442"/>
                </a:cubicBezTo>
                <a:lnTo>
                  <a:pt x="3774679" y="146442"/>
                </a:lnTo>
                <a:cubicBezTo>
                  <a:pt x="3774679" y="135488"/>
                  <a:pt x="3790394" y="119972"/>
                  <a:pt x="3791533" y="118832"/>
                </a:cubicBezTo>
                <a:lnTo>
                  <a:pt x="3814535" y="96699"/>
                </a:lnTo>
                <a:cubicBezTo>
                  <a:pt x="3827515" y="84147"/>
                  <a:pt x="3837308" y="74107"/>
                  <a:pt x="3837308" y="56794"/>
                </a:cubicBezTo>
                <a:cubicBezTo>
                  <a:pt x="3837308" y="32256"/>
                  <a:pt x="3817267" y="22237"/>
                  <a:pt x="3798821" y="22237"/>
                </a:cubicBezTo>
                <a:cubicBezTo>
                  <a:pt x="3773539" y="22237"/>
                  <a:pt x="3757825" y="40888"/>
                  <a:pt x="3757825" y="54521"/>
                </a:cubicBezTo>
                <a:close/>
                <a:moveTo>
                  <a:pt x="3873519" y="139620"/>
                </a:moveTo>
                <a:cubicBezTo>
                  <a:pt x="3866461" y="139620"/>
                  <a:pt x="3861450" y="144402"/>
                  <a:pt x="3861450" y="150779"/>
                </a:cubicBezTo>
                <a:cubicBezTo>
                  <a:pt x="3861450" y="157840"/>
                  <a:pt x="3867372" y="160116"/>
                  <a:pt x="3871469" y="160797"/>
                </a:cubicBezTo>
                <a:cubicBezTo>
                  <a:pt x="3875799" y="161253"/>
                  <a:pt x="3879670" y="162618"/>
                  <a:pt x="3879670" y="167845"/>
                </a:cubicBezTo>
                <a:cubicBezTo>
                  <a:pt x="3879670" y="172616"/>
                  <a:pt x="3871469" y="183069"/>
                  <a:pt x="3859629" y="186027"/>
                </a:cubicBezTo>
                <a:cubicBezTo>
                  <a:pt x="3859629" y="188303"/>
                  <a:pt x="3860085" y="189898"/>
                  <a:pt x="3861676" y="191490"/>
                </a:cubicBezTo>
                <a:cubicBezTo>
                  <a:pt x="3875344" y="188988"/>
                  <a:pt x="3888553" y="178072"/>
                  <a:pt x="3888553" y="162163"/>
                </a:cubicBezTo>
                <a:cubicBezTo>
                  <a:pt x="3888553" y="148502"/>
                  <a:pt x="3882631" y="139620"/>
                  <a:pt x="3873519" y="139620"/>
                </a:cubicBezTo>
                <a:close/>
                <a:moveTo>
                  <a:pt x="4005841" y="30209"/>
                </a:moveTo>
                <a:cubicBezTo>
                  <a:pt x="4015634" y="30209"/>
                  <a:pt x="4024742" y="36127"/>
                  <a:pt x="4024742" y="50695"/>
                </a:cubicBezTo>
                <a:cubicBezTo>
                  <a:pt x="4024742" y="62073"/>
                  <a:pt x="4011533" y="79598"/>
                  <a:pt x="3988987" y="82784"/>
                </a:cubicBezTo>
                <a:lnTo>
                  <a:pt x="3990127" y="90072"/>
                </a:lnTo>
                <a:cubicBezTo>
                  <a:pt x="3993998" y="89616"/>
                  <a:pt x="3998099" y="89616"/>
                  <a:pt x="4001059" y="89616"/>
                </a:cubicBezTo>
                <a:cubicBezTo>
                  <a:pt x="4014039" y="89616"/>
                  <a:pt x="4030893" y="93265"/>
                  <a:pt x="4030893" y="119023"/>
                </a:cubicBezTo>
                <a:cubicBezTo>
                  <a:pt x="4030893" y="149343"/>
                  <a:pt x="4010623" y="155498"/>
                  <a:pt x="4002651" y="155498"/>
                </a:cubicBezTo>
                <a:cubicBezTo>
                  <a:pt x="3991037" y="155498"/>
                  <a:pt x="3988987" y="150254"/>
                  <a:pt x="3986255" y="146150"/>
                </a:cubicBezTo>
                <a:cubicBezTo>
                  <a:pt x="3983976" y="142960"/>
                  <a:pt x="3981015" y="140225"/>
                  <a:pt x="3976463" y="140225"/>
                </a:cubicBezTo>
                <a:cubicBezTo>
                  <a:pt x="3971677" y="140225"/>
                  <a:pt x="3966895" y="144555"/>
                  <a:pt x="3966895" y="148204"/>
                </a:cubicBezTo>
                <a:cubicBezTo>
                  <a:pt x="3966895" y="157319"/>
                  <a:pt x="3986026" y="163466"/>
                  <a:pt x="3999690" y="163466"/>
                </a:cubicBezTo>
                <a:cubicBezTo>
                  <a:pt x="4026793" y="163466"/>
                  <a:pt x="4050934" y="145924"/>
                  <a:pt x="4050934" y="115833"/>
                </a:cubicBezTo>
                <a:cubicBezTo>
                  <a:pt x="4050934" y="90986"/>
                  <a:pt x="4032259" y="82103"/>
                  <a:pt x="4018821" y="79827"/>
                </a:cubicBezTo>
                <a:lnTo>
                  <a:pt x="4018595" y="79372"/>
                </a:lnTo>
                <a:cubicBezTo>
                  <a:pt x="4037270" y="70496"/>
                  <a:pt x="4042507" y="61162"/>
                  <a:pt x="4042507" y="49100"/>
                </a:cubicBezTo>
                <a:cubicBezTo>
                  <a:pt x="4042507" y="42271"/>
                  <a:pt x="4040912" y="36812"/>
                  <a:pt x="4035446" y="31120"/>
                </a:cubicBezTo>
                <a:cubicBezTo>
                  <a:pt x="4030438" y="26112"/>
                  <a:pt x="4022466" y="22237"/>
                  <a:pt x="4010623" y="22237"/>
                </a:cubicBezTo>
                <a:cubicBezTo>
                  <a:pt x="3977144" y="22237"/>
                  <a:pt x="3967580" y="44092"/>
                  <a:pt x="3967580" y="51606"/>
                </a:cubicBezTo>
                <a:cubicBezTo>
                  <a:pt x="3967580" y="54792"/>
                  <a:pt x="3969856" y="59341"/>
                  <a:pt x="3975323" y="59341"/>
                </a:cubicBezTo>
                <a:cubicBezTo>
                  <a:pt x="3983295" y="59341"/>
                  <a:pt x="3984205" y="51831"/>
                  <a:pt x="3984205" y="47508"/>
                </a:cubicBezTo>
                <a:cubicBezTo>
                  <a:pt x="3984205" y="32941"/>
                  <a:pt x="3999920" y="30209"/>
                  <a:pt x="4005841" y="30209"/>
                </a:cubicBezTo>
                <a:close/>
                <a:moveTo>
                  <a:pt x="4086461" y="139620"/>
                </a:moveTo>
                <a:cubicBezTo>
                  <a:pt x="4079404" y="139620"/>
                  <a:pt x="4074392" y="144402"/>
                  <a:pt x="4074392" y="150779"/>
                </a:cubicBezTo>
                <a:cubicBezTo>
                  <a:pt x="4074392" y="157840"/>
                  <a:pt x="4080314" y="160116"/>
                  <a:pt x="4084411" y="160797"/>
                </a:cubicBezTo>
                <a:cubicBezTo>
                  <a:pt x="4088741" y="161253"/>
                  <a:pt x="4092612" y="162618"/>
                  <a:pt x="4092612" y="167845"/>
                </a:cubicBezTo>
                <a:cubicBezTo>
                  <a:pt x="4092612" y="172616"/>
                  <a:pt x="4084411" y="183069"/>
                  <a:pt x="4072571" y="186027"/>
                </a:cubicBezTo>
                <a:cubicBezTo>
                  <a:pt x="4072571" y="188303"/>
                  <a:pt x="4073027" y="189898"/>
                  <a:pt x="4074618" y="191490"/>
                </a:cubicBezTo>
                <a:cubicBezTo>
                  <a:pt x="4088286" y="188988"/>
                  <a:pt x="4101495" y="178072"/>
                  <a:pt x="4101495" y="162163"/>
                </a:cubicBezTo>
                <a:cubicBezTo>
                  <a:pt x="4101495" y="148502"/>
                  <a:pt x="4095573" y="139620"/>
                  <a:pt x="4086461" y="139620"/>
                </a:cubicBezTo>
                <a:close/>
                <a:moveTo>
                  <a:pt x="4242470" y="118192"/>
                </a:moveTo>
                <a:cubicBezTo>
                  <a:pt x="4242470" y="139801"/>
                  <a:pt x="4231082" y="155720"/>
                  <a:pt x="4217418" y="155720"/>
                </a:cubicBezTo>
                <a:cubicBezTo>
                  <a:pt x="4208761" y="155720"/>
                  <a:pt x="4205800" y="150035"/>
                  <a:pt x="4202384" y="145486"/>
                </a:cubicBezTo>
                <a:cubicBezTo>
                  <a:pt x="4199423" y="141618"/>
                  <a:pt x="4195552" y="138206"/>
                  <a:pt x="4190770" y="138206"/>
                </a:cubicBezTo>
                <a:cubicBezTo>
                  <a:pt x="4186444" y="138206"/>
                  <a:pt x="4182114" y="142073"/>
                  <a:pt x="4182114" y="146622"/>
                </a:cubicBezTo>
                <a:cubicBezTo>
                  <a:pt x="4182114" y="155946"/>
                  <a:pt x="4201474" y="163689"/>
                  <a:pt x="4214457" y="163689"/>
                </a:cubicBezTo>
                <a:cubicBezTo>
                  <a:pt x="4242696" y="163689"/>
                  <a:pt x="4262737" y="142755"/>
                  <a:pt x="4262737" y="114099"/>
                </a:cubicBezTo>
                <a:cubicBezTo>
                  <a:pt x="4262737" y="92039"/>
                  <a:pt x="4247477" y="72237"/>
                  <a:pt x="4221970" y="72237"/>
                </a:cubicBezTo>
                <a:cubicBezTo>
                  <a:pt x="4212177" y="72237"/>
                  <a:pt x="4203750" y="74288"/>
                  <a:pt x="4199653" y="75879"/>
                </a:cubicBezTo>
                <a:lnTo>
                  <a:pt x="4204205" y="37896"/>
                </a:lnTo>
                <a:cubicBezTo>
                  <a:pt x="4212632" y="38807"/>
                  <a:pt x="4219920" y="39943"/>
                  <a:pt x="4230852" y="39943"/>
                </a:cubicBezTo>
                <a:cubicBezTo>
                  <a:pt x="4237684" y="39787"/>
                  <a:pt x="4245427" y="39328"/>
                  <a:pt x="4254765" y="38414"/>
                </a:cubicBezTo>
                <a:lnTo>
                  <a:pt x="4258410" y="22929"/>
                </a:lnTo>
                <a:lnTo>
                  <a:pt x="4256815" y="22015"/>
                </a:lnTo>
                <a:cubicBezTo>
                  <a:pt x="4243835" y="23547"/>
                  <a:pt x="4231537" y="24684"/>
                  <a:pt x="4219464" y="24684"/>
                </a:cubicBezTo>
                <a:cubicBezTo>
                  <a:pt x="4211041" y="24684"/>
                  <a:pt x="4202839" y="24229"/>
                  <a:pt x="4194867" y="23547"/>
                </a:cubicBezTo>
                <a:lnTo>
                  <a:pt x="4187125" y="89081"/>
                </a:lnTo>
                <a:cubicBezTo>
                  <a:pt x="4199197" y="84532"/>
                  <a:pt x="4207850" y="83622"/>
                  <a:pt x="4216048" y="83622"/>
                </a:cubicBezTo>
                <a:cubicBezTo>
                  <a:pt x="4230852" y="83622"/>
                  <a:pt x="4242470" y="93404"/>
                  <a:pt x="4242470" y="118192"/>
                </a:cubicBezTo>
                <a:close/>
                <a:moveTo>
                  <a:pt x="4341991" y="114477"/>
                </a:moveTo>
                <a:cubicBezTo>
                  <a:pt x="4341991" y="137723"/>
                  <a:pt x="4357480" y="163466"/>
                  <a:pt x="4389819" y="163466"/>
                </a:cubicBezTo>
                <a:cubicBezTo>
                  <a:pt x="4404394" y="163466"/>
                  <a:pt x="4415556" y="158229"/>
                  <a:pt x="4423299" y="150713"/>
                </a:cubicBezTo>
                <a:cubicBezTo>
                  <a:pt x="4433547" y="140683"/>
                  <a:pt x="4438103" y="126328"/>
                  <a:pt x="4438103" y="112427"/>
                </a:cubicBezTo>
                <a:cubicBezTo>
                  <a:pt x="4438103" y="88727"/>
                  <a:pt x="4425120" y="61159"/>
                  <a:pt x="4390275" y="61159"/>
                </a:cubicBezTo>
                <a:cubicBezTo>
                  <a:pt x="4375245" y="61159"/>
                  <a:pt x="4362946" y="67310"/>
                  <a:pt x="4354519" y="77106"/>
                </a:cubicBezTo>
                <a:cubicBezTo>
                  <a:pt x="4346321" y="86906"/>
                  <a:pt x="4341991" y="100122"/>
                  <a:pt x="4341991" y="114477"/>
                </a:cubicBezTo>
                <a:moveTo>
                  <a:pt x="4386859" y="69131"/>
                </a:moveTo>
                <a:cubicBezTo>
                  <a:pt x="4406444" y="69131"/>
                  <a:pt x="4418517" y="86906"/>
                  <a:pt x="4418517" y="119721"/>
                </a:cubicBezTo>
                <a:cubicBezTo>
                  <a:pt x="4418517" y="148433"/>
                  <a:pt x="4403713" y="155498"/>
                  <a:pt x="4393010" y="155498"/>
                </a:cubicBezTo>
                <a:cubicBezTo>
                  <a:pt x="4369323" y="155498"/>
                  <a:pt x="4361581" y="126783"/>
                  <a:pt x="4361581" y="109237"/>
                </a:cubicBezTo>
                <a:cubicBezTo>
                  <a:pt x="4361581" y="89411"/>
                  <a:pt x="4366362" y="69131"/>
                  <a:pt x="4386859" y="69131"/>
                </a:cubicBezTo>
                <a:close/>
                <a:moveTo>
                  <a:pt x="4487523" y="79612"/>
                </a:moveTo>
                <a:cubicBezTo>
                  <a:pt x="4487068" y="70496"/>
                  <a:pt x="4486838" y="64578"/>
                  <a:pt x="4485702" y="62299"/>
                </a:cubicBezTo>
                <a:cubicBezTo>
                  <a:pt x="4485243" y="61159"/>
                  <a:pt x="4484788" y="60478"/>
                  <a:pt x="4482967" y="60478"/>
                </a:cubicBezTo>
                <a:cubicBezTo>
                  <a:pt x="4476590" y="62983"/>
                  <a:pt x="4470669" y="65033"/>
                  <a:pt x="4454954" y="67080"/>
                </a:cubicBezTo>
                <a:cubicBezTo>
                  <a:pt x="4454499" y="68449"/>
                  <a:pt x="4454954" y="72091"/>
                  <a:pt x="4455409" y="73457"/>
                </a:cubicBezTo>
                <a:cubicBezTo>
                  <a:pt x="4467708" y="74597"/>
                  <a:pt x="4470213" y="75737"/>
                  <a:pt x="4470213" y="88960"/>
                </a:cubicBezTo>
                <a:lnTo>
                  <a:pt x="4470213" y="133424"/>
                </a:lnTo>
                <a:cubicBezTo>
                  <a:pt x="4470213" y="152349"/>
                  <a:pt x="4467482" y="153260"/>
                  <a:pt x="4453359" y="154174"/>
                </a:cubicBezTo>
                <a:cubicBezTo>
                  <a:pt x="4451993" y="155540"/>
                  <a:pt x="4451993" y="160321"/>
                  <a:pt x="4453359" y="161687"/>
                </a:cubicBezTo>
                <a:cubicBezTo>
                  <a:pt x="4461331" y="161461"/>
                  <a:pt x="4470213" y="161232"/>
                  <a:pt x="4479325" y="161232"/>
                </a:cubicBezTo>
                <a:cubicBezTo>
                  <a:pt x="4488433" y="161232"/>
                  <a:pt x="4498911" y="161461"/>
                  <a:pt x="4506879" y="161687"/>
                </a:cubicBezTo>
                <a:cubicBezTo>
                  <a:pt x="4508249" y="160321"/>
                  <a:pt x="4508249" y="155540"/>
                  <a:pt x="4506879" y="154174"/>
                </a:cubicBezTo>
                <a:cubicBezTo>
                  <a:pt x="4490939" y="153034"/>
                  <a:pt x="4488204" y="152349"/>
                  <a:pt x="4488204" y="133424"/>
                </a:cubicBezTo>
                <a:lnTo>
                  <a:pt x="4488204" y="101731"/>
                </a:lnTo>
                <a:cubicBezTo>
                  <a:pt x="4488204" y="95802"/>
                  <a:pt x="4490939" y="90558"/>
                  <a:pt x="4493670" y="86454"/>
                </a:cubicBezTo>
                <a:cubicBezTo>
                  <a:pt x="4496176" y="82805"/>
                  <a:pt x="4501416" y="75282"/>
                  <a:pt x="4504148" y="75282"/>
                </a:cubicBezTo>
                <a:cubicBezTo>
                  <a:pt x="4506198" y="75282"/>
                  <a:pt x="4508249" y="75737"/>
                  <a:pt x="4510070" y="78246"/>
                </a:cubicBezTo>
                <a:cubicBezTo>
                  <a:pt x="4511665" y="80526"/>
                  <a:pt x="4514396" y="83490"/>
                  <a:pt x="4518267" y="83490"/>
                </a:cubicBezTo>
                <a:cubicBezTo>
                  <a:pt x="4523734" y="83490"/>
                  <a:pt x="4528971" y="77787"/>
                  <a:pt x="4528971" y="72091"/>
                </a:cubicBezTo>
                <a:cubicBezTo>
                  <a:pt x="4528971" y="67765"/>
                  <a:pt x="4524874" y="61159"/>
                  <a:pt x="4515307" y="61159"/>
                </a:cubicBezTo>
                <a:cubicBezTo>
                  <a:pt x="4504603" y="61159"/>
                  <a:pt x="4495266" y="71181"/>
                  <a:pt x="4490029" y="80067"/>
                </a:cubicBezTo>
                <a:cubicBezTo>
                  <a:pt x="4488663" y="82576"/>
                  <a:pt x="4487523" y="80751"/>
                  <a:pt x="4487523" y="79612"/>
                </a:cubicBezTo>
                <a:close/>
                <a:moveTo>
                  <a:pt x="4619843" y="91271"/>
                </a:moveTo>
                <a:cubicBezTo>
                  <a:pt x="4627360" y="86263"/>
                  <a:pt x="4634873" y="86034"/>
                  <a:pt x="4638744" y="86034"/>
                </a:cubicBezTo>
                <a:cubicBezTo>
                  <a:pt x="4661065" y="86034"/>
                  <a:pt x="4666076" y="107896"/>
                  <a:pt x="4666076" y="119284"/>
                </a:cubicBezTo>
                <a:cubicBezTo>
                  <a:pt x="4666076" y="144332"/>
                  <a:pt x="4656509" y="155720"/>
                  <a:pt x="4645350" y="155720"/>
                </a:cubicBezTo>
                <a:cubicBezTo>
                  <a:pt x="4631002" y="155720"/>
                  <a:pt x="4618022" y="147978"/>
                  <a:pt x="4618022" y="109035"/>
                </a:cubicBezTo>
                <a:cubicBezTo>
                  <a:pt x="4618022" y="103798"/>
                  <a:pt x="4618477" y="97877"/>
                  <a:pt x="4619843" y="91271"/>
                </a:cubicBezTo>
                <a:moveTo>
                  <a:pt x="4621893" y="83073"/>
                </a:moveTo>
                <a:cubicBezTo>
                  <a:pt x="4628041" y="62344"/>
                  <a:pt x="4642615" y="39331"/>
                  <a:pt x="4672908" y="27937"/>
                </a:cubicBezTo>
                <a:cubicBezTo>
                  <a:pt x="4672908" y="25205"/>
                  <a:pt x="4671998" y="23155"/>
                  <a:pt x="4670173" y="22015"/>
                </a:cubicBezTo>
                <a:cubicBezTo>
                  <a:pt x="4647171" y="28850"/>
                  <a:pt x="4633052" y="38417"/>
                  <a:pt x="4620298" y="53228"/>
                </a:cubicBezTo>
                <a:cubicBezTo>
                  <a:pt x="4606179" y="69635"/>
                  <a:pt x="4599117" y="90360"/>
                  <a:pt x="4599117" y="108351"/>
                </a:cubicBezTo>
                <a:cubicBezTo>
                  <a:pt x="4599117" y="154580"/>
                  <a:pt x="4625309" y="163689"/>
                  <a:pt x="4642845" y="163689"/>
                </a:cubicBezTo>
                <a:cubicBezTo>
                  <a:pt x="4672679" y="163689"/>
                  <a:pt x="4684977" y="134769"/>
                  <a:pt x="4684977" y="115183"/>
                </a:cubicBezTo>
                <a:cubicBezTo>
                  <a:pt x="4684977" y="95597"/>
                  <a:pt x="4674503" y="78062"/>
                  <a:pt x="4643529" y="78062"/>
                </a:cubicBezTo>
                <a:cubicBezTo>
                  <a:pt x="4637608" y="78062"/>
                  <a:pt x="4628725" y="79886"/>
                  <a:pt x="4621893" y="83073"/>
                </a:cubicBezTo>
                <a:close/>
                <a:moveTo>
                  <a:pt x="4878563" y="44548"/>
                </a:moveTo>
                <a:lnTo>
                  <a:pt x="4878563" y="119075"/>
                </a:lnTo>
                <a:cubicBezTo>
                  <a:pt x="4878563" y="123405"/>
                  <a:pt x="4878563" y="125914"/>
                  <a:pt x="4876968" y="125914"/>
                </a:cubicBezTo>
                <a:cubicBezTo>
                  <a:pt x="4876058" y="125914"/>
                  <a:pt x="4872642" y="121810"/>
                  <a:pt x="4866036" y="113376"/>
                </a:cubicBezTo>
                <a:lnTo>
                  <a:pt x="4787918" y="14245"/>
                </a:lnTo>
                <a:lnTo>
                  <a:pt x="4757174" y="13786"/>
                </a:lnTo>
                <a:cubicBezTo>
                  <a:pt x="4755808" y="15155"/>
                  <a:pt x="4755808" y="19937"/>
                  <a:pt x="4757174" y="21302"/>
                </a:cubicBezTo>
                <a:cubicBezTo>
                  <a:pt x="4766967" y="21987"/>
                  <a:pt x="4773799" y="29963"/>
                  <a:pt x="4775165" y="35888"/>
                </a:cubicBezTo>
                <a:lnTo>
                  <a:pt x="4775165" y="130925"/>
                </a:lnTo>
                <a:cubicBezTo>
                  <a:pt x="4775165" y="151210"/>
                  <a:pt x="4771293" y="152579"/>
                  <a:pt x="4755353" y="154174"/>
                </a:cubicBezTo>
                <a:cubicBezTo>
                  <a:pt x="4753984" y="155540"/>
                  <a:pt x="4753984" y="160321"/>
                  <a:pt x="4755353" y="161687"/>
                </a:cubicBezTo>
                <a:cubicBezTo>
                  <a:pt x="4765146" y="161461"/>
                  <a:pt x="4775394" y="161232"/>
                  <a:pt x="4780860" y="161232"/>
                </a:cubicBezTo>
                <a:cubicBezTo>
                  <a:pt x="4786097" y="161232"/>
                  <a:pt x="4796575" y="161461"/>
                  <a:pt x="4806138" y="161687"/>
                </a:cubicBezTo>
                <a:cubicBezTo>
                  <a:pt x="4807504" y="160321"/>
                  <a:pt x="4807504" y="155540"/>
                  <a:pt x="4806138" y="154174"/>
                </a:cubicBezTo>
                <a:cubicBezTo>
                  <a:pt x="4790198" y="152579"/>
                  <a:pt x="4786323" y="151665"/>
                  <a:pt x="4786323" y="130925"/>
                </a:cubicBezTo>
                <a:lnTo>
                  <a:pt x="4786323" y="61186"/>
                </a:lnTo>
                <a:cubicBezTo>
                  <a:pt x="4786323" y="53437"/>
                  <a:pt x="4786323" y="50017"/>
                  <a:pt x="4788148" y="50017"/>
                </a:cubicBezTo>
                <a:cubicBezTo>
                  <a:pt x="4789513" y="50017"/>
                  <a:pt x="4792019" y="52526"/>
                  <a:pt x="4795890" y="57541"/>
                </a:cubicBezTo>
                <a:lnTo>
                  <a:pt x="4875373" y="158045"/>
                </a:lnTo>
                <a:cubicBezTo>
                  <a:pt x="4877879" y="161416"/>
                  <a:pt x="4880840" y="163466"/>
                  <a:pt x="4884485" y="163466"/>
                </a:cubicBezTo>
                <a:cubicBezTo>
                  <a:pt x="4887672" y="163466"/>
                  <a:pt x="4889722" y="160735"/>
                  <a:pt x="4889722" y="156405"/>
                </a:cubicBezTo>
                <a:lnTo>
                  <a:pt x="4889722" y="44541"/>
                </a:lnTo>
                <a:cubicBezTo>
                  <a:pt x="4889722" y="24267"/>
                  <a:pt x="4893593" y="22898"/>
                  <a:pt x="4909537" y="21302"/>
                </a:cubicBezTo>
                <a:cubicBezTo>
                  <a:pt x="4910903" y="19937"/>
                  <a:pt x="4910903" y="15155"/>
                  <a:pt x="4909537" y="13786"/>
                </a:cubicBezTo>
                <a:cubicBezTo>
                  <a:pt x="4900200" y="14015"/>
                  <a:pt x="4889493" y="14245"/>
                  <a:pt x="4884026" y="14245"/>
                </a:cubicBezTo>
                <a:cubicBezTo>
                  <a:pt x="4879245" y="14245"/>
                  <a:pt x="4868771" y="14015"/>
                  <a:pt x="4858748" y="13786"/>
                </a:cubicBezTo>
                <a:cubicBezTo>
                  <a:pt x="4857383" y="15155"/>
                  <a:pt x="4857383" y="19937"/>
                  <a:pt x="4858748" y="21302"/>
                </a:cubicBezTo>
                <a:cubicBezTo>
                  <a:pt x="4874689" y="22898"/>
                  <a:pt x="4878563" y="23808"/>
                  <a:pt x="4878563" y="44548"/>
                </a:cubicBezTo>
                <a:close/>
                <a:moveTo>
                  <a:pt x="5062125" y="134800"/>
                </a:moveTo>
                <a:cubicBezTo>
                  <a:pt x="5063265" y="153260"/>
                  <a:pt x="5062351" y="153489"/>
                  <a:pt x="5047551" y="154174"/>
                </a:cubicBezTo>
                <a:cubicBezTo>
                  <a:pt x="5046181" y="155540"/>
                  <a:pt x="5046181" y="160321"/>
                  <a:pt x="5047551" y="161687"/>
                </a:cubicBezTo>
                <a:cubicBezTo>
                  <a:pt x="5055974" y="161461"/>
                  <a:pt x="5065086" y="161232"/>
                  <a:pt x="5071918" y="161232"/>
                </a:cubicBezTo>
                <a:cubicBezTo>
                  <a:pt x="5078750" y="161232"/>
                  <a:pt x="5089228" y="161461"/>
                  <a:pt x="5096741" y="161687"/>
                </a:cubicBezTo>
                <a:cubicBezTo>
                  <a:pt x="5098110" y="160321"/>
                  <a:pt x="5098110" y="155540"/>
                  <a:pt x="5096741" y="154174"/>
                </a:cubicBezTo>
                <a:cubicBezTo>
                  <a:pt x="5081256" y="153489"/>
                  <a:pt x="5080571" y="152579"/>
                  <a:pt x="5079205" y="133660"/>
                </a:cubicBezTo>
                <a:lnTo>
                  <a:pt x="5072373" y="37712"/>
                </a:lnTo>
                <a:cubicBezTo>
                  <a:pt x="5071463" y="25403"/>
                  <a:pt x="5072603" y="22213"/>
                  <a:pt x="5088088" y="21302"/>
                </a:cubicBezTo>
                <a:cubicBezTo>
                  <a:pt x="5089454" y="19937"/>
                  <a:pt x="5089454" y="15155"/>
                  <a:pt x="5088088" y="13786"/>
                </a:cubicBezTo>
                <a:lnTo>
                  <a:pt x="5058254" y="14245"/>
                </a:lnTo>
                <a:lnTo>
                  <a:pt x="5009971" y="129785"/>
                </a:lnTo>
                <a:cubicBezTo>
                  <a:pt x="5009060" y="132065"/>
                  <a:pt x="5008375" y="132979"/>
                  <a:pt x="5007920" y="132979"/>
                </a:cubicBezTo>
                <a:cubicBezTo>
                  <a:pt x="5007465" y="132979"/>
                  <a:pt x="5006784" y="131839"/>
                  <a:pt x="5006099" y="130015"/>
                </a:cubicBezTo>
                <a:lnTo>
                  <a:pt x="4959411" y="14245"/>
                </a:lnTo>
                <a:lnTo>
                  <a:pt x="4926387" y="13786"/>
                </a:lnTo>
                <a:cubicBezTo>
                  <a:pt x="4925021" y="15155"/>
                  <a:pt x="4925021" y="19937"/>
                  <a:pt x="4926387" y="21302"/>
                </a:cubicBezTo>
                <a:cubicBezTo>
                  <a:pt x="4942101" y="22213"/>
                  <a:pt x="4943471" y="22668"/>
                  <a:pt x="4941876" y="39762"/>
                </a:cubicBezTo>
                <a:lnTo>
                  <a:pt x="4932764" y="133660"/>
                </a:lnTo>
                <a:cubicBezTo>
                  <a:pt x="4931398" y="147335"/>
                  <a:pt x="4928667" y="153034"/>
                  <a:pt x="4915684" y="154174"/>
                </a:cubicBezTo>
                <a:cubicBezTo>
                  <a:pt x="4914318" y="155540"/>
                  <a:pt x="4914318" y="160321"/>
                  <a:pt x="4915684" y="161687"/>
                </a:cubicBezTo>
                <a:cubicBezTo>
                  <a:pt x="4922516" y="161461"/>
                  <a:pt x="4929803" y="161232"/>
                  <a:pt x="4935269" y="161232"/>
                </a:cubicBezTo>
                <a:cubicBezTo>
                  <a:pt x="4940736" y="161232"/>
                  <a:pt x="4949847" y="161461"/>
                  <a:pt x="4956680" y="161687"/>
                </a:cubicBezTo>
                <a:cubicBezTo>
                  <a:pt x="4958045" y="160321"/>
                  <a:pt x="4958045" y="155540"/>
                  <a:pt x="4956680" y="154174"/>
                </a:cubicBezTo>
                <a:cubicBezTo>
                  <a:pt x="4941646" y="153034"/>
                  <a:pt x="4940510" y="145969"/>
                  <a:pt x="4941646" y="133205"/>
                </a:cubicBezTo>
                <a:lnTo>
                  <a:pt x="4950303" y="41813"/>
                </a:lnTo>
                <a:lnTo>
                  <a:pt x="4950758" y="41813"/>
                </a:lnTo>
                <a:lnTo>
                  <a:pt x="4997901" y="160095"/>
                </a:lnTo>
                <a:cubicBezTo>
                  <a:pt x="4998583" y="161645"/>
                  <a:pt x="4999952" y="163466"/>
                  <a:pt x="5001317" y="163466"/>
                </a:cubicBezTo>
                <a:cubicBezTo>
                  <a:pt x="5002683" y="163466"/>
                  <a:pt x="5003594" y="161875"/>
                  <a:pt x="5004504" y="160050"/>
                </a:cubicBezTo>
                <a:lnTo>
                  <a:pt x="5055748" y="39530"/>
                </a:lnTo>
                <a:lnTo>
                  <a:pt x="5056204" y="39530"/>
                </a:lnTo>
                <a:lnTo>
                  <a:pt x="5062125" y="134800"/>
                </a:lnTo>
                <a:close/>
                <a:moveTo>
                  <a:pt x="5160057" y="103851"/>
                </a:moveTo>
                <a:cubicBezTo>
                  <a:pt x="5160057" y="93602"/>
                  <a:pt x="5159146" y="40993"/>
                  <a:pt x="5111773" y="0"/>
                </a:cubicBezTo>
                <a:cubicBezTo>
                  <a:pt x="5109497" y="455"/>
                  <a:pt x="5107673" y="2050"/>
                  <a:pt x="5106992" y="3871"/>
                </a:cubicBezTo>
                <a:cubicBezTo>
                  <a:pt x="5114505" y="12524"/>
                  <a:pt x="5141152" y="43953"/>
                  <a:pt x="5141152" y="103851"/>
                </a:cubicBezTo>
                <a:cubicBezTo>
                  <a:pt x="5141152" y="163748"/>
                  <a:pt x="5114279" y="195177"/>
                  <a:pt x="5106992" y="203378"/>
                </a:cubicBezTo>
                <a:cubicBezTo>
                  <a:pt x="5107673" y="205654"/>
                  <a:pt x="5109268" y="207249"/>
                  <a:pt x="5111773" y="207475"/>
                </a:cubicBezTo>
                <a:cubicBezTo>
                  <a:pt x="5138876" y="184248"/>
                  <a:pt x="5160057" y="146212"/>
                  <a:pt x="5160057" y="103851"/>
                </a:cubicBezTo>
                <a:close/>
                <a:moveTo>
                  <a:pt x="5183058" y="151397"/>
                </a:moveTo>
                <a:cubicBezTo>
                  <a:pt x="5183058" y="158003"/>
                  <a:pt x="5188524" y="163466"/>
                  <a:pt x="5195127" y="163466"/>
                </a:cubicBezTo>
                <a:cubicBezTo>
                  <a:pt x="5201733" y="163466"/>
                  <a:pt x="5207199" y="158003"/>
                  <a:pt x="5207199" y="151397"/>
                </a:cubicBezTo>
                <a:cubicBezTo>
                  <a:pt x="5207199" y="144794"/>
                  <a:pt x="5201733" y="139328"/>
                  <a:pt x="5195127" y="139328"/>
                </a:cubicBezTo>
                <a:cubicBezTo>
                  <a:pt x="5188524" y="139328"/>
                  <a:pt x="5183058" y="144794"/>
                  <a:pt x="5183058" y="151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(3)Samplingp">
            <a:extLst xmlns:a="http://schemas.openxmlformats.org/drawingml/2006/main">
              <a:ext uri="{FF2B5EF4-FFF2-40B4-BE49-F238E27FC236}">
                <a16:creationId xmlns:a16="http://schemas.microsoft.com/office/drawing/2014/main" id="{2CB9E125-B320-40D6-B200-EF54C52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" y="1727193"/>
            <a:ext cx="1328444" cy="215510"/>
          </a:xfrm>
          <a:custGeom xmlns:a="http://schemas.openxmlformats.org/drawingml/2006/main">
            <a:pathLst>
              <a:path w="1328444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06814" y="30209"/>
                </a:moveTo>
                <a:cubicBezTo>
                  <a:pt x="116607" y="30209"/>
                  <a:pt x="125715" y="36127"/>
                  <a:pt x="125715" y="50695"/>
                </a:cubicBezTo>
                <a:cubicBezTo>
                  <a:pt x="125715" y="62073"/>
                  <a:pt x="112506" y="79598"/>
                  <a:pt x="89960" y="82784"/>
                </a:cubicBezTo>
                <a:lnTo>
                  <a:pt x="91099" y="90072"/>
                </a:lnTo>
                <a:cubicBezTo>
                  <a:pt x="94971" y="89616"/>
                  <a:pt x="99071" y="89616"/>
                  <a:pt x="102032" y="89616"/>
                </a:cubicBezTo>
                <a:cubicBezTo>
                  <a:pt x="115012" y="89616"/>
                  <a:pt x="131866" y="93265"/>
                  <a:pt x="131866" y="119023"/>
                </a:cubicBezTo>
                <a:cubicBezTo>
                  <a:pt x="131866" y="149343"/>
                  <a:pt x="111596" y="155498"/>
                  <a:pt x="103624" y="155498"/>
                </a:cubicBezTo>
                <a:cubicBezTo>
                  <a:pt x="92010" y="155498"/>
                  <a:pt x="89960" y="150254"/>
                  <a:pt x="87228" y="146150"/>
                </a:cubicBezTo>
                <a:cubicBezTo>
                  <a:pt x="84948" y="142960"/>
                  <a:pt x="81988" y="140225"/>
                  <a:pt x="77435" y="140225"/>
                </a:cubicBezTo>
                <a:cubicBezTo>
                  <a:pt x="72650" y="140225"/>
                  <a:pt x="67868" y="144555"/>
                  <a:pt x="67868" y="148204"/>
                </a:cubicBezTo>
                <a:cubicBezTo>
                  <a:pt x="67868" y="157319"/>
                  <a:pt x="86999" y="163466"/>
                  <a:pt x="100663" y="163466"/>
                </a:cubicBezTo>
                <a:cubicBezTo>
                  <a:pt x="127765" y="163466"/>
                  <a:pt x="151907" y="145924"/>
                  <a:pt x="151907" y="115833"/>
                </a:cubicBezTo>
                <a:cubicBezTo>
                  <a:pt x="151907" y="90986"/>
                  <a:pt x="133232" y="82103"/>
                  <a:pt x="119794" y="79827"/>
                </a:cubicBezTo>
                <a:lnTo>
                  <a:pt x="119568" y="79372"/>
                </a:lnTo>
                <a:cubicBezTo>
                  <a:pt x="138243" y="70496"/>
                  <a:pt x="143480" y="61162"/>
                  <a:pt x="143480" y="49100"/>
                </a:cubicBezTo>
                <a:cubicBezTo>
                  <a:pt x="143480" y="42271"/>
                  <a:pt x="141885" y="36812"/>
                  <a:pt x="136419" y="31120"/>
                </a:cubicBezTo>
                <a:cubicBezTo>
                  <a:pt x="131411" y="26112"/>
                  <a:pt x="123439" y="22237"/>
                  <a:pt x="111596" y="22237"/>
                </a:cubicBezTo>
                <a:cubicBezTo>
                  <a:pt x="78116" y="22237"/>
                  <a:pt x="68553" y="44092"/>
                  <a:pt x="68553" y="51606"/>
                </a:cubicBezTo>
                <a:cubicBezTo>
                  <a:pt x="68553" y="54792"/>
                  <a:pt x="70829" y="59341"/>
                  <a:pt x="76295" y="59341"/>
                </a:cubicBezTo>
                <a:cubicBezTo>
                  <a:pt x="84267" y="59341"/>
                  <a:pt x="85178" y="51831"/>
                  <a:pt x="85178" y="47508"/>
                </a:cubicBezTo>
                <a:cubicBezTo>
                  <a:pt x="85178" y="32941"/>
                  <a:pt x="100892" y="30209"/>
                  <a:pt x="106814" y="30209"/>
                </a:cubicBezTo>
                <a:close/>
                <a:moveTo>
                  <a:pt x="221598" y="103851"/>
                </a:moveTo>
                <a:cubicBezTo>
                  <a:pt x="221598" y="93602"/>
                  <a:pt x="220688" y="40993"/>
                  <a:pt x="173315" y="0"/>
                </a:cubicBezTo>
                <a:cubicBezTo>
                  <a:pt x="171038" y="455"/>
                  <a:pt x="169214" y="2050"/>
                  <a:pt x="168533" y="3871"/>
                </a:cubicBezTo>
                <a:cubicBezTo>
                  <a:pt x="176046" y="12524"/>
                  <a:pt x="202693" y="43953"/>
                  <a:pt x="202693" y="103851"/>
                </a:cubicBezTo>
                <a:cubicBezTo>
                  <a:pt x="202693" y="163748"/>
                  <a:pt x="175820" y="195177"/>
                  <a:pt x="168533" y="203378"/>
                </a:cubicBezTo>
                <a:cubicBezTo>
                  <a:pt x="169214" y="205654"/>
                  <a:pt x="170809" y="207249"/>
                  <a:pt x="173315" y="207475"/>
                </a:cubicBezTo>
                <a:cubicBezTo>
                  <a:pt x="200417" y="184248"/>
                  <a:pt x="221598" y="146212"/>
                  <a:pt x="221598" y="103851"/>
                </a:cubicBezTo>
                <a:close/>
                <a:moveTo>
                  <a:pt x="378513" y="17490"/>
                </a:moveTo>
                <a:cubicBezTo>
                  <a:pt x="365304" y="15669"/>
                  <a:pt x="365759" y="11339"/>
                  <a:pt x="343442" y="11339"/>
                </a:cubicBezTo>
                <a:cubicBezTo>
                  <a:pt x="320440" y="11339"/>
                  <a:pt x="300170" y="26599"/>
                  <a:pt x="300170" y="50740"/>
                </a:cubicBezTo>
                <a:cubicBezTo>
                  <a:pt x="300170" y="74653"/>
                  <a:pt x="319981" y="85582"/>
                  <a:pt x="340026" y="93324"/>
                </a:cubicBezTo>
                <a:cubicBezTo>
                  <a:pt x="353690" y="98565"/>
                  <a:pt x="370544" y="104942"/>
                  <a:pt x="370544" y="127259"/>
                </a:cubicBezTo>
                <a:cubicBezTo>
                  <a:pt x="370544" y="145705"/>
                  <a:pt x="360293" y="155268"/>
                  <a:pt x="342073" y="155268"/>
                </a:cubicBezTo>
                <a:cubicBezTo>
                  <a:pt x="320895" y="155268"/>
                  <a:pt x="307228" y="145476"/>
                  <a:pt x="302220" y="122932"/>
                </a:cubicBezTo>
                <a:cubicBezTo>
                  <a:pt x="299259" y="122018"/>
                  <a:pt x="296980" y="122477"/>
                  <a:pt x="294703" y="123614"/>
                </a:cubicBezTo>
                <a:cubicBezTo>
                  <a:pt x="295614" y="141149"/>
                  <a:pt x="296524" y="147071"/>
                  <a:pt x="299259" y="158229"/>
                </a:cubicBezTo>
                <a:cubicBezTo>
                  <a:pt x="313605" y="158229"/>
                  <a:pt x="319981" y="163466"/>
                  <a:pt x="340252" y="163466"/>
                </a:cubicBezTo>
                <a:cubicBezTo>
                  <a:pt x="350500" y="163466"/>
                  <a:pt x="360293" y="160964"/>
                  <a:pt x="368265" y="155953"/>
                </a:cubicBezTo>
                <a:cubicBezTo>
                  <a:pt x="381474" y="147755"/>
                  <a:pt x="389675" y="133862"/>
                  <a:pt x="389675" y="119287"/>
                </a:cubicBezTo>
                <a:cubicBezTo>
                  <a:pt x="389675" y="95149"/>
                  <a:pt x="371455" y="84445"/>
                  <a:pt x="352780" y="77384"/>
                </a:cubicBezTo>
                <a:cubicBezTo>
                  <a:pt x="339115" y="72373"/>
                  <a:pt x="316339" y="63720"/>
                  <a:pt x="316339" y="44593"/>
                </a:cubicBezTo>
                <a:cubicBezTo>
                  <a:pt x="316339" y="31839"/>
                  <a:pt x="327953" y="19085"/>
                  <a:pt x="341392" y="19085"/>
                </a:cubicBezTo>
                <a:cubicBezTo>
                  <a:pt x="363483" y="19085"/>
                  <a:pt x="370544" y="33205"/>
                  <a:pt x="375097" y="48235"/>
                </a:cubicBezTo>
                <a:cubicBezTo>
                  <a:pt x="377602" y="48690"/>
                  <a:pt x="380563" y="48464"/>
                  <a:pt x="382614" y="46869"/>
                </a:cubicBezTo>
                <a:cubicBezTo>
                  <a:pt x="381703" y="35936"/>
                  <a:pt x="380793" y="29559"/>
                  <a:pt x="378513" y="17490"/>
                </a:cubicBezTo>
                <a:close/>
                <a:moveTo>
                  <a:pt x="465742" y="108101"/>
                </a:moveTo>
                <a:lnTo>
                  <a:pt x="465742" y="138178"/>
                </a:lnTo>
                <a:cubicBezTo>
                  <a:pt x="465742" y="141142"/>
                  <a:pt x="464373" y="142737"/>
                  <a:pt x="462552" y="144103"/>
                </a:cubicBezTo>
                <a:cubicBezTo>
                  <a:pt x="456630" y="148888"/>
                  <a:pt x="448888" y="154132"/>
                  <a:pt x="442511" y="154132"/>
                </a:cubicBezTo>
                <a:cubicBezTo>
                  <a:pt x="431123" y="154132"/>
                  <a:pt x="426112" y="145017"/>
                  <a:pt x="426112" y="137952"/>
                </a:cubicBezTo>
                <a:cubicBezTo>
                  <a:pt x="426112" y="127697"/>
                  <a:pt x="430897" y="117212"/>
                  <a:pt x="447748" y="112886"/>
                </a:cubicBezTo>
                <a:lnTo>
                  <a:pt x="465742" y="108101"/>
                </a:lnTo>
                <a:moveTo>
                  <a:pt x="465742" y="150257"/>
                </a:moveTo>
                <a:cubicBezTo>
                  <a:pt x="467108" y="157319"/>
                  <a:pt x="469613" y="163466"/>
                  <a:pt x="481001" y="163466"/>
                </a:cubicBezTo>
                <a:cubicBezTo>
                  <a:pt x="489654" y="163466"/>
                  <a:pt x="497852" y="159595"/>
                  <a:pt x="502634" y="155043"/>
                </a:cubicBezTo>
                <a:cubicBezTo>
                  <a:pt x="502179" y="152308"/>
                  <a:pt x="501268" y="150257"/>
                  <a:pt x="498763" y="148892"/>
                </a:cubicBezTo>
                <a:cubicBezTo>
                  <a:pt x="497171" y="150257"/>
                  <a:pt x="493296" y="152537"/>
                  <a:pt x="490335" y="152537"/>
                </a:cubicBezTo>
                <a:cubicBezTo>
                  <a:pt x="483733" y="152537"/>
                  <a:pt x="483503" y="143648"/>
                  <a:pt x="483503" y="133167"/>
                </a:cubicBezTo>
                <a:lnTo>
                  <a:pt x="483503" y="99667"/>
                </a:lnTo>
                <a:cubicBezTo>
                  <a:pt x="483503" y="67310"/>
                  <a:pt x="465742" y="61159"/>
                  <a:pt x="449113" y="61159"/>
                </a:cubicBezTo>
                <a:cubicBezTo>
                  <a:pt x="430438" y="61159"/>
                  <a:pt x="411537" y="73461"/>
                  <a:pt x="411537" y="86451"/>
                </a:cubicBezTo>
                <a:cubicBezTo>
                  <a:pt x="411537" y="91920"/>
                  <a:pt x="414268" y="94655"/>
                  <a:pt x="419509" y="94655"/>
                </a:cubicBezTo>
                <a:cubicBezTo>
                  <a:pt x="426112" y="94655"/>
                  <a:pt x="430212" y="89870"/>
                  <a:pt x="430212" y="86906"/>
                </a:cubicBezTo>
                <a:cubicBezTo>
                  <a:pt x="430212" y="85311"/>
                  <a:pt x="429983" y="83716"/>
                  <a:pt x="429528" y="82805"/>
                </a:cubicBezTo>
                <a:cubicBezTo>
                  <a:pt x="429302" y="82121"/>
                  <a:pt x="429072" y="80755"/>
                  <a:pt x="429072" y="78246"/>
                </a:cubicBezTo>
                <a:cubicBezTo>
                  <a:pt x="429072" y="71181"/>
                  <a:pt x="438639" y="68675"/>
                  <a:pt x="447292" y="68675"/>
                </a:cubicBezTo>
                <a:cubicBezTo>
                  <a:pt x="455035" y="68675"/>
                  <a:pt x="465742" y="72550"/>
                  <a:pt x="465742" y="98301"/>
                </a:cubicBezTo>
                <a:cubicBezTo>
                  <a:pt x="465742" y="99896"/>
                  <a:pt x="465057" y="100806"/>
                  <a:pt x="464373" y="101036"/>
                </a:cubicBezTo>
                <a:lnTo>
                  <a:pt x="444787" y="105821"/>
                </a:lnTo>
                <a:cubicBezTo>
                  <a:pt x="422925" y="111291"/>
                  <a:pt x="407210" y="123367"/>
                  <a:pt x="407210" y="138862"/>
                </a:cubicBezTo>
                <a:cubicBezTo>
                  <a:pt x="407210" y="157548"/>
                  <a:pt x="419964" y="163466"/>
                  <a:pt x="435904" y="163466"/>
                </a:cubicBezTo>
                <a:cubicBezTo>
                  <a:pt x="443876" y="163466"/>
                  <a:pt x="450709" y="161645"/>
                  <a:pt x="460731" y="153903"/>
                </a:cubicBezTo>
                <a:lnTo>
                  <a:pt x="465287" y="150257"/>
                </a:lnTo>
                <a:lnTo>
                  <a:pt x="465742" y="150257"/>
                </a:lnTo>
                <a:close/>
                <a:moveTo>
                  <a:pt x="541809" y="79615"/>
                </a:moveTo>
                <a:cubicBezTo>
                  <a:pt x="541579" y="72776"/>
                  <a:pt x="541124" y="64578"/>
                  <a:pt x="539984" y="62299"/>
                </a:cubicBezTo>
                <a:cubicBezTo>
                  <a:pt x="539529" y="61159"/>
                  <a:pt x="539074" y="60478"/>
                  <a:pt x="537253" y="60478"/>
                </a:cubicBezTo>
                <a:cubicBezTo>
                  <a:pt x="530876" y="62983"/>
                  <a:pt x="524954" y="65033"/>
                  <a:pt x="509240" y="67080"/>
                </a:cubicBezTo>
                <a:cubicBezTo>
                  <a:pt x="508785" y="68449"/>
                  <a:pt x="509240" y="72091"/>
                  <a:pt x="509695" y="73461"/>
                </a:cubicBezTo>
                <a:cubicBezTo>
                  <a:pt x="521993" y="74600"/>
                  <a:pt x="524499" y="75740"/>
                  <a:pt x="524499" y="88963"/>
                </a:cubicBezTo>
                <a:lnTo>
                  <a:pt x="524499" y="133424"/>
                </a:lnTo>
                <a:cubicBezTo>
                  <a:pt x="524499" y="152120"/>
                  <a:pt x="521538" y="153260"/>
                  <a:pt x="509010" y="154174"/>
                </a:cubicBezTo>
                <a:cubicBezTo>
                  <a:pt x="507645" y="155540"/>
                  <a:pt x="507645" y="160321"/>
                  <a:pt x="509010" y="161687"/>
                </a:cubicBezTo>
                <a:cubicBezTo>
                  <a:pt x="515846" y="161461"/>
                  <a:pt x="524499" y="161232"/>
                  <a:pt x="533607" y="161232"/>
                </a:cubicBezTo>
                <a:cubicBezTo>
                  <a:pt x="542719" y="161232"/>
                  <a:pt x="549777" y="161461"/>
                  <a:pt x="556609" y="161687"/>
                </a:cubicBezTo>
                <a:cubicBezTo>
                  <a:pt x="557978" y="160321"/>
                  <a:pt x="557978" y="155540"/>
                  <a:pt x="556609" y="154174"/>
                </a:cubicBezTo>
                <a:cubicBezTo>
                  <a:pt x="544995" y="153034"/>
                  <a:pt x="542490" y="152120"/>
                  <a:pt x="542490" y="133424"/>
                </a:cubicBezTo>
                <a:lnTo>
                  <a:pt x="542490" y="96032"/>
                </a:lnTo>
                <a:cubicBezTo>
                  <a:pt x="542490" y="91243"/>
                  <a:pt x="544540" y="88508"/>
                  <a:pt x="546361" y="86458"/>
                </a:cubicBezTo>
                <a:cubicBezTo>
                  <a:pt x="555473" y="77565"/>
                  <a:pt x="563900" y="73002"/>
                  <a:pt x="570958" y="73002"/>
                </a:cubicBezTo>
                <a:cubicBezTo>
                  <a:pt x="579614" y="73002"/>
                  <a:pt x="585991" y="78475"/>
                  <a:pt x="585991" y="93752"/>
                </a:cubicBezTo>
                <a:lnTo>
                  <a:pt x="585991" y="133424"/>
                </a:lnTo>
                <a:cubicBezTo>
                  <a:pt x="585991" y="152120"/>
                  <a:pt x="584167" y="153260"/>
                  <a:pt x="571868" y="154174"/>
                </a:cubicBezTo>
                <a:cubicBezTo>
                  <a:pt x="570732" y="155540"/>
                  <a:pt x="570732" y="160321"/>
                  <a:pt x="571868" y="161687"/>
                </a:cubicBezTo>
                <a:cubicBezTo>
                  <a:pt x="577564" y="161461"/>
                  <a:pt x="585991" y="161232"/>
                  <a:pt x="595100" y="161232"/>
                </a:cubicBezTo>
                <a:cubicBezTo>
                  <a:pt x="604211" y="161232"/>
                  <a:pt x="611725" y="161461"/>
                  <a:pt x="617420" y="161687"/>
                </a:cubicBezTo>
                <a:cubicBezTo>
                  <a:pt x="618557" y="160321"/>
                  <a:pt x="618557" y="155540"/>
                  <a:pt x="617420" y="154174"/>
                </a:cubicBezTo>
                <a:cubicBezTo>
                  <a:pt x="606032" y="153260"/>
                  <a:pt x="603982" y="152120"/>
                  <a:pt x="603982" y="133424"/>
                </a:cubicBezTo>
                <a:lnTo>
                  <a:pt x="603982" y="97171"/>
                </a:lnTo>
                <a:cubicBezTo>
                  <a:pt x="603982" y="93981"/>
                  <a:pt x="603982" y="90788"/>
                  <a:pt x="603753" y="88053"/>
                </a:cubicBezTo>
                <a:cubicBezTo>
                  <a:pt x="614685" y="75966"/>
                  <a:pt x="624934" y="73002"/>
                  <a:pt x="633816" y="73002"/>
                </a:cubicBezTo>
                <a:cubicBezTo>
                  <a:pt x="642472" y="73002"/>
                  <a:pt x="647480" y="78020"/>
                  <a:pt x="647480" y="93297"/>
                </a:cubicBezTo>
                <a:lnTo>
                  <a:pt x="647480" y="133424"/>
                </a:lnTo>
                <a:cubicBezTo>
                  <a:pt x="647480" y="152120"/>
                  <a:pt x="645204" y="153260"/>
                  <a:pt x="633361" y="154174"/>
                </a:cubicBezTo>
                <a:cubicBezTo>
                  <a:pt x="632221" y="155540"/>
                  <a:pt x="632221" y="160321"/>
                  <a:pt x="633361" y="161687"/>
                </a:cubicBezTo>
                <a:cubicBezTo>
                  <a:pt x="639056" y="161461"/>
                  <a:pt x="647480" y="161232"/>
                  <a:pt x="656592" y="161232"/>
                </a:cubicBezTo>
                <a:cubicBezTo>
                  <a:pt x="665700" y="161232"/>
                  <a:pt x="673672" y="161461"/>
                  <a:pt x="680049" y="161687"/>
                </a:cubicBezTo>
                <a:cubicBezTo>
                  <a:pt x="681189" y="160321"/>
                  <a:pt x="681189" y="155540"/>
                  <a:pt x="680049" y="154174"/>
                </a:cubicBezTo>
                <a:cubicBezTo>
                  <a:pt x="667525" y="153260"/>
                  <a:pt x="665474" y="152120"/>
                  <a:pt x="665474" y="133424"/>
                </a:cubicBezTo>
                <a:lnTo>
                  <a:pt x="665474" y="97401"/>
                </a:lnTo>
                <a:cubicBezTo>
                  <a:pt x="665474" y="77109"/>
                  <a:pt x="662058" y="61159"/>
                  <a:pt x="642017" y="61159"/>
                </a:cubicBezTo>
                <a:cubicBezTo>
                  <a:pt x="630400" y="61159"/>
                  <a:pt x="616280" y="65489"/>
                  <a:pt x="604437" y="78020"/>
                </a:cubicBezTo>
                <a:cubicBezTo>
                  <a:pt x="603753" y="78705"/>
                  <a:pt x="602387" y="79844"/>
                  <a:pt x="601932" y="77791"/>
                </a:cubicBezTo>
                <a:cubicBezTo>
                  <a:pt x="599881" y="68449"/>
                  <a:pt x="590999" y="61159"/>
                  <a:pt x="579159" y="61159"/>
                </a:cubicBezTo>
                <a:cubicBezTo>
                  <a:pt x="565947" y="61159"/>
                  <a:pt x="554107" y="68905"/>
                  <a:pt x="544540" y="79615"/>
                </a:cubicBezTo>
                <a:cubicBezTo>
                  <a:pt x="543400" y="80755"/>
                  <a:pt x="542035" y="82353"/>
                  <a:pt x="541809" y="79615"/>
                </a:cubicBezTo>
                <a:close/>
                <a:moveTo>
                  <a:pt x="722864" y="85766"/>
                </a:moveTo>
                <a:cubicBezTo>
                  <a:pt x="728786" y="78472"/>
                  <a:pt x="739263" y="71636"/>
                  <a:pt x="745866" y="71636"/>
                </a:cubicBezTo>
                <a:cubicBezTo>
                  <a:pt x="760444" y="71636"/>
                  <a:pt x="772968" y="88042"/>
                  <a:pt x="772968" y="113793"/>
                </a:cubicBezTo>
                <a:cubicBezTo>
                  <a:pt x="772968" y="132482"/>
                  <a:pt x="766366" y="155724"/>
                  <a:pt x="740858" y="155724"/>
                </a:cubicBezTo>
                <a:cubicBezTo>
                  <a:pt x="736758" y="155724"/>
                  <a:pt x="728786" y="154584"/>
                  <a:pt x="724688" y="150938"/>
                </a:cubicBezTo>
                <a:cubicBezTo>
                  <a:pt x="720133" y="146838"/>
                  <a:pt x="719222" y="145469"/>
                  <a:pt x="719222" y="137267"/>
                </a:cubicBezTo>
                <a:lnTo>
                  <a:pt x="719222" y="95792"/>
                </a:lnTo>
                <a:cubicBezTo>
                  <a:pt x="719222" y="91007"/>
                  <a:pt x="720133" y="88956"/>
                  <a:pt x="722864" y="85766"/>
                </a:cubicBezTo>
                <a:moveTo>
                  <a:pt x="718537" y="77332"/>
                </a:moveTo>
                <a:cubicBezTo>
                  <a:pt x="718312" y="70496"/>
                  <a:pt x="717856" y="64578"/>
                  <a:pt x="716717" y="62299"/>
                </a:cubicBezTo>
                <a:cubicBezTo>
                  <a:pt x="716261" y="61159"/>
                  <a:pt x="715806" y="60478"/>
                  <a:pt x="713982" y="60478"/>
                </a:cubicBezTo>
                <a:cubicBezTo>
                  <a:pt x="707605" y="62983"/>
                  <a:pt x="701683" y="65033"/>
                  <a:pt x="685969" y="67080"/>
                </a:cubicBezTo>
                <a:cubicBezTo>
                  <a:pt x="685513" y="68449"/>
                  <a:pt x="685969" y="72091"/>
                  <a:pt x="686427" y="73461"/>
                </a:cubicBezTo>
                <a:cubicBezTo>
                  <a:pt x="698722" y="74600"/>
                  <a:pt x="701228" y="75737"/>
                  <a:pt x="701228" y="88956"/>
                </a:cubicBezTo>
                <a:lnTo>
                  <a:pt x="701228" y="186315"/>
                </a:lnTo>
                <a:cubicBezTo>
                  <a:pt x="701228" y="205279"/>
                  <a:pt x="698722" y="206422"/>
                  <a:pt x="684832" y="207107"/>
                </a:cubicBezTo>
                <a:cubicBezTo>
                  <a:pt x="683467" y="208473"/>
                  <a:pt x="683467" y="213254"/>
                  <a:pt x="684832" y="214620"/>
                </a:cubicBezTo>
                <a:cubicBezTo>
                  <a:pt x="692804" y="214394"/>
                  <a:pt x="701228" y="214165"/>
                  <a:pt x="710340" y="214165"/>
                </a:cubicBezTo>
                <a:cubicBezTo>
                  <a:pt x="719448" y="214165"/>
                  <a:pt x="730381" y="214394"/>
                  <a:pt x="737897" y="214620"/>
                </a:cubicBezTo>
                <a:cubicBezTo>
                  <a:pt x="739263" y="213254"/>
                  <a:pt x="739263" y="208473"/>
                  <a:pt x="737897" y="207107"/>
                </a:cubicBezTo>
                <a:cubicBezTo>
                  <a:pt x="721728" y="206193"/>
                  <a:pt x="719222" y="205279"/>
                  <a:pt x="719222" y="186315"/>
                </a:cubicBezTo>
                <a:lnTo>
                  <a:pt x="719222" y="161645"/>
                </a:lnTo>
                <a:cubicBezTo>
                  <a:pt x="719222" y="158685"/>
                  <a:pt x="720133" y="158914"/>
                  <a:pt x="722409" y="160050"/>
                </a:cubicBezTo>
                <a:cubicBezTo>
                  <a:pt x="728105" y="162101"/>
                  <a:pt x="734937" y="163466"/>
                  <a:pt x="742224" y="163466"/>
                </a:cubicBezTo>
                <a:cubicBezTo>
                  <a:pt x="754978" y="163466"/>
                  <a:pt x="766366" y="159595"/>
                  <a:pt x="775703" y="150713"/>
                </a:cubicBezTo>
                <a:cubicBezTo>
                  <a:pt x="786407" y="140228"/>
                  <a:pt x="792554" y="126098"/>
                  <a:pt x="792554" y="107642"/>
                </a:cubicBezTo>
                <a:cubicBezTo>
                  <a:pt x="792554" y="83486"/>
                  <a:pt x="775474" y="61159"/>
                  <a:pt x="752243" y="61159"/>
                </a:cubicBezTo>
                <a:cubicBezTo>
                  <a:pt x="741769" y="61159"/>
                  <a:pt x="730151" y="68220"/>
                  <a:pt x="721043" y="78246"/>
                </a:cubicBezTo>
                <a:cubicBezTo>
                  <a:pt x="719677" y="79612"/>
                  <a:pt x="718767" y="79612"/>
                  <a:pt x="718537" y="77332"/>
                </a:cubicBezTo>
                <a:close/>
                <a:moveTo>
                  <a:pt x="822844" y="133452"/>
                </a:moveTo>
                <a:cubicBezTo>
                  <a:pt x="822844" y="152353"/>
                  <a:pt x="820342" y="153489"/>
                  <a:pt x="806448" y="154174"/>
                </a:cubicBezTo>
                <a:cubicBezTo>
                  <a:pt x="805083" y="155540"/>
                  <a:pt x="805083" y="160321"/>
                  <a:pt x="806448" y="161687"/>
                </a:cubicBezTo>
                <a:cubicBezTo>
                  <a:pt x="814420" y="161461"/>
                  <a:pt x="822844" y="161232"/>
                  <a:pt x="831956" y="161232"/>
                </a:cubicBezTo>
                <a:cubicBezTo>
                  <a:pt x="841064" y="161232"/>
                  <a:pt x="849721" y="161461"/>
                  <a:pt x="857234" y="161687"/>
                </a:cubicBezTo>
                <a:cubicBezTo>
                  <a:pt x="858603" y="160321"/>
                  <a:pt x="858603" y="155540"/>
                  <a:pt x="857234" y="154174"/>
                </a:cubicBezTo>
                <a:cubicBezTo>
                  <a:pt x="843344" y="153489"/>
                  <a:pt x="840838" y="152353"/>
                  <a:pt x="840838" y="133452"/>
                </a:cubicBezTo>
                <a:lnTo>
                  <a:pt x="840838" y="28486"/>
                </a:lnTo>
                <a:cubicBezTo>
                  <a:pt x="840838" y="13689"/>
                  <a:pt x="841749" y="4528"/>
                  <a:pt x="841749" y="4528"/>
                </a:cubicBezTo>
                <a:cubicBezTo>
                  <a:pt x="841749" y="2916"/>
                  <a:pt x="840838" y="2221"/>
                  <a:pt x="838788" y="2221"/>
                </a:cubicBezTo>
                <a:cubicBezTo>
                  <a:pt x="833096" y="4528"/>
                  <a:pt x="816012" y="7756"/>
                  <a:pt x="806904" y="8448"/>
                </a:cubicBezTo>
                <a:cubicBezTo>
                  <a:pt x="806448" y="10272"/>
                  <a:pt x="806904" y="13914"/>
                  <a:pt x="808269" y="15284"/>
                </a:cubicBezTo>
                <a:cubicBezTo>
                  <a:pt x="821478" y="16191"/>
                  <a:pt x="822844" y="16875"/>
                  <a:pt x="822844" y="33952"/>
                </a:cubicBezTo>
                <a:lnTo>
                  <a:pt x="822844" y="133452"/>
                </a:lnTo>
                <a:close/>
                <a:moveTo>
                  <a:pt x="881832" y="24719"/>
                </a:moveTo>
                <a:cubicBezTo>
                  <a:pt x="881832" y="30640"/>
                  <a:pt x="887299" y="36562"/>
                  <a:pt x="892762" y="36562"/>
                </a:cubicBezTo>
                <a:cubicBezTo>
                  <a:pt x="899138" y="36562"/>
                  <a:pt x="904605" y="30414"/>
                  <a:pt x="904605" y="25629"/>
                </a:cubicBezTo>
                <a:cubicBezTo>
                  <a:pt x="904605" y="20166"/>
                  <a:pt x="899823" y="13786"/>
                  <a:pt x="893676" y="13786"/>
                </a:cubicBezTo>
                <a:cubicBezTo>
                  <a:pt x="888209" y="13786"/>
                  <a:pt x="881832" y="19252"/>
                  <a:pt x="881832" y="24719"/>
                </a:cubicBezTo>
                <a:moveTo>
                  <a:pt x="902558" y="133445"/>
                </a:moveTo>
                <a:lnTo>
                  <a:pt x="902558" y="88119"/>
                </a:lnTo>
                <a:cubicBezTo>
                  <a:pt x="902558" y="76731"/>
                  <a:pt x="903468" y="62104"/>
                  <a:pt x="903468" y="62104"/>
                </a:cubicBezTo>
                <a:cubicBezTo>
                  <a:pt x="903468" y="61183"/>
                  <a:pt x="902329" y="60491"/>
                  <a:pt x="900508" y="60491"/>
                </a:cubicBezTo>
                <a:cubicBezTo>
                  <a:pt x="894131" y="63025"/>
                  <a:pt x="885019" y="65096"/>
                  <a:pt x="869304" y="67164"/>
                </a:cubicBezTo>
                <a:cubicBezTo>
                  <a:pt x="868849" y="68533"/>
                  <a:pt x="869304" y="72175"/>
                  <a:pt x="869760" y="73544"/>
                </a:cubicBezTo>
                <a:cubicBezTo>
                  <a:pt x="882288" y="74680"/>
                  <a:pt x="884564" y="76050"/>
                  <a:pt x="884564" y="89033"/>
                </a:cubicBezTo>
                <a:lnTo>
                  <a:pt x="884564" y="133445"/>
                </a:lnTo>
                <a:cubicBezTo>
                  <a:pt x="884564" y="152349"/>
                  <a:pt x="882058" y="153034"/>
                  <a:pt x="868168" y="154174"/>
                </a:cubicBezTo>
                <a:cubicBezTo>
                  <a:pt x="866799" y="155540"/>
                  <a:pt x="866799" y="160321"/>
                  <a:pt x="868168" y="161687"/>
                </a:cubicBezTo>
                <a:cubicBezTo>
                  <a:pt x="875681" y="161461"/>
                  <a:pt x="884564" y="161232"/>
                  <a:pt x="893676" y="161232"/>
                </a:cubicBezTo>
                <a:cubicBezTo>
                  <a:pt x="902784" y="161232"/>
                  <a:pt x="911437" y="161461"/>
                  <a:pt x="918954" y="161687"/>
                </a:cubicBezTo>
                <a:cubicBezTo>
                  <a:pt x="920319" y="160321"/>
                  <a:pt x="920319" y="155540"/>
                  <a:pt x="918954" y="154174"/>
                </a:cubicBezTo>
                <a:cubicBezTo>
                  <a:pt x="905060" y="153263"/>
                  <a:pt x="902558" y="152349"/>
                  <a:pt x="902558" y="133445"/>
                </a:cubicBezTo>
                <a:close/>
                <a:moveTo>
                  <a:pt x="964958" y="79615"/>
                </a:moveTo>
                <a:cubicBezTo>
                  <a:pt x="963592" y="81210"/>
                  <a:pt x="962227" y="81669"/>
                  <a:pt x="962227" y="79615"/>
                </a:cubicBezTo>
                <a:cubicBezTo>
                  <a:pt x="961997" y="73461"/>
                  <a:pt x="961542" y="64578"/>
                  <a:pt x="960402" y="62299"/>
                </a:cubicBezTo>
                <a:cubicBezTo>
                  <a:pt x="959947" y="61159"/>
                  <a:pt x="959492" y="60478"/>
                  <a:pt x="957671" y="60478"/>
                </a:cubicBezTo>
                <a:cubicBezTo>
                  <a:pt x="951294" y="62983"/>
                  <a:pt x="945372" y="65033"/>
                  <a:pt x="929658" y="67080"/>
                </a:cubicBezTo>
                <a:cubicBezTo>
                  <a:pt x="929203" y="68449"/>
                  <a:pt x="929658" y="72091"/>
                  <a:pt x="930113" y="73461"/>
                </a:cubicBezTo>
                <a:cubicBezTo>
                  <a:pt x="942412" y="74600"/>
                  <a:pt x="944917" y="75740"/>
                  <a:pt x="944917" y="88963"/>
                </a:cubicBezTo>
                <a:lnTo>
                  <a:pt x="944917" y="133424"/>
                </a:lnTo>
                <a:cubicBezTo>
                  <a:pt x="944917" y="152120"/>
                  <a:pt x="942641" y="153034"/>
                  <a:pt x="928973" y="154174"/>
                </a:cubicBezTo>
                <a:cubicBezTo>
                  <a:pt x="927608" y="155540"/>
                  <a:pt x="927608" y="160321"/>
                  <a:pt x="928973" y="161687"/>
                </a:cubicBezTo>
                <a:cubicBezTo>
                  <a:pt x="935809" y="161461"/>
                  <a:pt x="944917" y="161232"/>
                  <a:pt x="954025" y="161232"/>
                </a:cubicBezTo>
                <a:cubicBezTo>
                  <a:pt x="963137" y="161232"/>
                  <a:pt x="969969" y="161461"/>
                  <a:pt x="976801" y="161687"/>
                </a:cubicBezTo>
                <a:cubicBezTo>
                  <a:pt x="978167" y="160321"/>
                  <a:pt x="978167" y="155540"/>
                  <a:pt x="976801" y="154174"/>
                </a:cubicBezTo>
                <a:cubicBezTo>
                  <a:pt x="965188" y="153034"/>
                  <a:pt x="962908" y="152120"/>
                  <a:pt x="962908" y="133424"/>
                </a:cubicBezTo>
                <a:lnTo>
                  <a:pt x="962908" y="96032"/>
                </a:lnTo>
                <a:cubicBezTo>
                  <a:pt x="962908" y="91243"/>
                  <a:pt x="964958" y="88508"/>
                  <a:pt x="966779" y="86458"/>
                </a:cubicBezTo>
                <a:cubicBezTo>
                  <a:pt x="975436" y="78020"/>
                  <a:pt x="985684" y="73002"/>
                  <a:pt x="994566" y="73002"/>
                </a:cubicBezTo>
                <a:cubicBezTo>
                  <a:pt x="999122" y="73002"/>
                  <a:pt x="1003904" y="75966"/>
                  <a:pt x="1006635" y="81210"/>
                </a:cubicBezTo>
                <a:cubicBezTo>
                  <a:pt x="1008915" y="85773"/>
                  <a:pt x="1009370" y="91927"/>
                  <a:pt x="1009370" y="98766"/>
                </a:cubicBezTo>
                <a:lnTo>
                  <a:pt x="1009370" y="133424"/>
                </a:lnTo>
                <a:cubicBezTo>
                  <a:pt x="1009370" y="152120"/>
                  <a:pt x="1007091" y="153034"/>
                  <a:pt x="995247" y="154174"/>
                </a:cubicBezTo>
                <a:cubicBezTo>
                  <a:pt x="994111" y="155540"/>
                  <a:pt x="994111" y="160321"/>
                  <a:pt x="995247" y="161687"/>
                </a:cubicBezTo>
                <a:cubicBezTo>
                  <a:pt x="1002083" y="161461"/>
                  <a:pt x="1009370" y="161232"/>
                  <a:pt x="1018479" y="161232"/>
                </a:cubicBezTo>
                <a:cubicBezTo>
                  <a:pt x="1027590" y="161232"/>
                  <a:pt x="1035788" y="161461"/>
                  <a:pt x="1042620" y="161687"/>
                </a:cubicBezTo>
                <a:cubicBezTo>
                  <a:pt x="1043760" y="160321"/>
                  <a:pt x="1043760" y="155540"/>
                  <a:pt x="1042620" y="154174"/>
                </a:cubicBezTo>
                <a:cubicBezTo>
                  <a:pt x="1029866" y="153034"/>
                  <a:pt x="1027361" y="152120"/>
                  <a:pt x="1027361" y="133424"/>
                </a:cubicBezTo>
                <a:lnTo>
                  <a:pt x="1027361" y="99451"/>
                </a:lnTo>
                <a:cubicBezTo>
                  <a:pt x="1027361" y="86913"/>
                  <a:pt x="1026450" y="75966"/>
                  <a:pt x="1021213" y="68905"/>
                </a:cubicBezTo>
                <a:cubicBezTo>
                  <a:pt x="1017339" y="63894"/>
                  <a:pt x="1010281" y="61159"/>
                  <a:pt x="1002309" y="61159"/>
                </a:cubicBezTo>
                <a:cubicBezTo>
                  <a:pt x="991150" y="61159"/>
                  <a:pt x="978396" y="64119"/>
                  <a:pt x="964958" y="79615"/>
                </a:cubicBezTo>
                <a:close/>
                <a:moveTo>
                  <a:pt x="1119144" y="97654"/>
                </a:moveTo>
                <a:cubicBezTo>
                  <a:pt x="1119144" y="118877"/>
                  <a:pt x="1108437" y="123210"/>
                  <a:pt x="1100010" y="123210"/>
                </a:cubicBezTo>
                <a:cubicBezTo>
                  <a:pt x="1080880" y="123210"/>
                  <a:pt x="1078833" y="107013"/>
                  <a:pt x="1078833" y="92407"/>
                </a:cubicBezTo>
                <a:cubicBezTo>
                  <a:pt x="1078833" y="76435"/>
                  <a:pt x="1084525" y="68220"/>
                  <a:pt x="1097053" y="68220"/>
                </a:cubicBezTo>
                <a:cubicBezTo>
                  <a:pt x="1111398" y="68220"/>
                  <a:pt x="1119144" y="78718"/>
                  <a:pt x="1119144" y="97654"/>
                </a:cubicBezTo>
                <a:moveTo>
                  <a:pt x="1076553" y="163456"/>
                </a:moveTo>
                <a:cubicBezTo>
                  <a:pt x="1079059" y="164140"/>
                  <a:pt x="1082704" y="164599"/>
                  <a:pt x="1085665" y="164599"/>
                </a:cubicBezTo>
                <a:cubicBezTo>
                  <a:pt x="1092723" y="164599"/>
                  <a:pt x="1099100" y="163911"/>
                  <a:pt x="1102290" y="163911"/>
                </a:cubicBezTo>
                <a:cubicBezTo>
                  <a:pt x="1113678" y="163911"/>
                  <a:pt x="1123241" y="164140"/>
                  <a:pt x="1129847" y="167796"/>
                </a:cubicBezTo>
                <a:cubicBezTo>
                  <a:pt x="1138730" y="172821"/>
                  <a:pt x="1141461" y="176018"/>
                  <a:pt x="1141461" y="181957"/>
                </a:cubicBezTo>
                <a:cubicBezTo>
                  <a:pt x="1141461" y="198405"/>
                  <a:pt x="1117320" y="207086"/>
                  <a:pt x="1096823" y="207086"/>
                </a:cubicBezTo>
                <a:cubicBezTo>
                  <a:pt x="1088626" y="207086"/>
                  <a:pt x="1069495" y="200459"/>
                  <a:pt x="1069495" y="184929"/>
                </a:cubicBezTo>
                <a:cubicBezTo>
                  <a:pt x="1069495" y="177162"/>
                  <a:pt x="1069950" y="171452"/>
                  <a:pt x="1076553" y="163456"/>
                </a:cubicBezTo>
                <a:moveTo>
                  <a:pt x="1147612" y="73012"/>
                </a:moveTo>
                <a:cubicBezTo>
                  <a:pt x="1151939" y="73012"/>
                  <a:pt x="1156036" y="68905"/>
                  <a:pt x="1156036" y="64349"/>
                </a:cubicBezTo>
                <a:cubicBezTo>
                  <a:pt x="1156036" y="59567"/>
                  <a:pt x="1151709" y="55922"/>
                  <a:pt x="1145562" y="55922"/>
                </a:cubicBezTo>
                <a:cubicBezTo>
                  <a:pt x="1139640" y="55922"/>
                  <a:pt x="1128708" y="59793"/>
                  <a:pt x="1122786" y="67539"/>
                </a:cubicBezTo>
                <a:cubicBezTo>
                  <a:pt x="1120055" y="65715"/>
                  <a:pt x="1112538" y="61159"/>
                  <a:pt x="1099100" y="61159"/>
                </a:cubicBezTo>
                <a:cubicBezTo>
                  <a:pt x="1078833" y="61159"/>
                  <a:pt x="1060157" y="74837"/>
                  <a:pt x="1060157" y="95830"/>
                </a:cubicBezTo>
                <a:cubicBezTo>
                  <a:pt x="1060157" y="108153"/>
                  <a:pt x="1065624" y="115225"/>
                  <a:pt x="1072001" y="121386"/>
                </a:cubicBezTo>
                <a:cubicBezTo>
                  <a:pt x="1065624" y="126856"/>
                  <a:pt x="1061978" y="136628"/>
                  <a:pt x="1061978" y="144346"/>
                </a:cubicBezTo>
                <a:cubicBezTo>
                  <a:pt x="1061978" y="152527"/>
                  <a:pt x="1066534" y="158903"/>
                  <a:pt x="1072456" y="161864"/>
                </a:cubicBezTo>
                <a:cubicBezTo>
                  <a:pt x="1060157" y="169165"/>
                  <a:pt x="1053781" y="179674"/>
                  <a:pt x="1053781" y="189495"/>
                </a:cubicBezTo>
                <a:cubicBezTo>
                  <a:pt x="1053781" y="209362"/>
                  <a:pt x="1072456" y="215510"/>
                  <a:pt x="1089991" y="215510"/>
                </a:cubicBezTo>
                <a:cubicBezTo>
                  <a:pt x="1120736" y="215510"/>
                  <a:pt x="1153989" y="200688"/>
                  <a:pt x="1153989" y="176018"/>
                </a:cubicBezTo>
                <a:cubicBezTo>
                  <a:pt x="1153989" y="168710"/>
                  <a:pt x="1150573" y="163001"/>
                  <a:pt x="1143967" y="157534"/>
                </a:cubicBezTo>
                <a:cubicBezTo>
                  <a:pt x="1135084" y="150247"/>
                  <a:pt x="1119144" y="150021"/>
                  <a:pt x="1110717" y="150021"/>
                </a:cubicBezTo>
                <a:cubicBezTo>
                  <a:pt x="1106616" y="150021"/>
                  <a:pt x="1100924" y="150476"/>
                  <a:pt x="1095458" y="151157"/>
                </a:cubicBezTo>
                <a:cubicBezTo>
                  <a:pt x="1092042" y="151387"/>
                  <a:pt x="1089762" y="151616"/>
                  <a:pt x="1088626" y="151616"/>
                </a:cubicBezTo>
                <a:cubicBezTo>
                  <a:pt x="1082019" y="151616"/>
                  <a:pt x="1074047" y="148433"/>
                  <a:pt x="1074047" y="138671"/>
                </a:cubicBezTo>
                <a:cubicBezTo>
                  <a:pt x="1074047" y="134133"/>
                  <a:pt x="1075417" y="129361"/>
                  <a:pt x="1078148" y="125490"/>
                </a:cubicBezTo>
                <a:cubicBezTo>
                  <a:pt x="1083614" y="128677"/>
                  <a:pt x="1089991" y="130272"/>
                  <a:pt x="1098874" y="130272"/>
                </a:cubicBezTo>
                <a:cubicBezTo>
                  <a:pt x="1118915" y="130272"/>
                  <a:pt x="1137361" y="117737"/>
                  <a:pt x="1137361" y="95375"/>
                </a:cubicBezTo>
                <a:cubicBezTo>
                  <a:pt x="1137361" y="84651"/>
                  <a:pt x="1134174" y="78489"/>
                  <a:pt x="1127568" y="71643"/>
                </a:cubicBezTo>
                <a:cubicBezTo>
                  <a:pt x="1129163" y="69360"/>
                  <a:pt x="1133719" y="66170"/>
                  <a:pt x="1136680" y="66170"/>
                </a:cubicBezTo>
                <a:cubicBezTo>
                  <a:pt x="1138275" y="66170"/>
                  <a:pt x="1139866" y="66854"/>
                  <a:pt x="1141235" y="68905"/>
                </a:cubicBezTo>
                <a:cubicBezTo>
                  <a:pt x="1142146" y="70729"/>
                  <a:pt x="1145107" y="73012"/>
                  <a:pt x="1147612" y="73012"/>
                </a:cubicBezTo>
                <a:close/>
                <a:moveTo>
                  <a:pt x="1261715" y="83511"/>
                </a:moveTo>
                <a:cubicBezTo>
                  <a:pt x="1268321" y="76220"/>
                  <a:pt x="1276519" y="71890"/>
                  <a:pt x="1281985" y="71890"/>
                </a:cubicBezTo>
                <a:cubicBezTo>
                  <a:pt x="1295420" y="71890"/>
                  <a:pt x="1302252" y="86697"/>
                  <a:pt x="1302252" y="113352"/>
                </a:cubicBezTo>
                <a:cubicBezTo>
                  <a:pt x="1302252" y="132489"/>
                  <a:pt x="1295420" y="153903"/>
                  <a:pt x="1275608" y="153903"/>
                </a:cubicBezTo>
                <a:cubicBezTo>
                  <a:pt x="1273103" y="153903"/>
                  <a:pt x="1267407" y="152537"/>
                  <a:pt x="1261715" y="146386"/>
                </a:cubicBezTo>
                <a:lnTo>
                  <a:pt x="1261715" y="83511"/>
                </a:lnTo>
                <a:moveTo>
                  <a:pt x="1261715" y="74395"/>
                </a:moveTo>
                <a:lnTo>
                  <a:pt x="1261259" y="74395"/>
                </a:lnTo>
                <a:lnTo>
                  <a:pt x="1261715" y="60047"/>
                </a:lnTo>
                <a:cubicBezTo>
                  <a:pt x="1261715" y="59591"/>
                  <a:pt x="1260575" y="59366"/>
                  <a:pt x="1260119" y="59366"/>
                </a:cubicBezTo>
                <a:cubicBezTo>
                  <a:pt x="1252832" y="61722"/>
                  <a:pt x="1237802" y="64227"/>
                  <a:pt x="1221858" y="66274"/>
                </a:cubicBezTo>
                <a:lnTo>
                  <a:pt x="1222314" y="74020"/>
                </a:lnTo>
                <a:lnTo>
                  <a:pt x="1231651" y="74931"/>
                </a:lnTo>
                <a:cubicBezTo>
                  <a:pt x="1234841" y="75156"/>
                  <a:pt x="1236662" y="76748"/>
                  <a:pt x="1236662" y="88129"/>
                </a:cubicBezTo>
                <a:lnTo>
                  <a:pt x="1236662" y="196351"/>
                </a:lnTo>
                <a:cubicBezTo>
                  <a:pt x="1236662" y="202746"/>
                  <a:pt x="1233246" y="204803"/>
                  <a:pt x="1225730" y="206401"/>
                </a:cubicBezTo>
                <a:lnTo>
                  <a:pt x="1223683" y="206857"/>
                </a:lnTo>
                <a:cubicBezTo>
                  <a:pt x="1222543" y="207086"/>
                  <a:pt x="1221858" y="207541"/>
                  <a:pt x="1221858" y="208685"/>
                </a:cubicBezTo>
                <a:lnTo>
                  <a:pt x="1221858" y="214165"/>
                </a:lnTo>
                <a:lnTo>
                  <a:pt x="1222314" y="214620"/>
                </a:lnTo>
                <a:cubicBezTo>
                  <a:pt x="1222314" y="214620"/>
                  <a:pt x="1240534" y="214165"/>
                  <a:pt x="1248731" y="214165"/>
                </a:cubicBezTo>
                <a:cubicBezTo>
                  <a:pt x="1257614" y="214165"/>
                  <a:pt x="1276063" y="214620"/>
                  <a:pt x="1276063" y="214620"/>
                </a:cubicBezTo>
                <a:lnTo>
                  <a:pt x="1276289" y="214165"/>
                </a:lnTo>
                <a:lnTo>
                  <a:pt x="1276289" y="208685"/>
                </a:lnTo>
                <a:cubicBezTo>
                  <a:pt x="1276289" y="207541"/>
                  <a:pt x="1275608" y="207086"/>
                  <a:pt x="1274468" y="206857"/>
                </a:cubicBezTo>
                <a:lnTo>
                  <a:pt x="1272647" y="206401"/>
                </a:lnTo>
                <a:cubicBezTo>
                  <a:pt x="1265586" y="204573"/>
                  <a:pt x="1261715" y="202746"/>
                  <a:pt x="1261715" y="196351"/>
                </a:cubicBezTo>
                <a:lnTo>
                  <a:pt x="1261715" y="159595"/>
                </a:lnTo>
                <a:cubicBezTo>
                  <a:pt x="1266496" y="162101"/>
                  <a:pt x="1271507" y="163466"/>
                  <a:pt x="1276974" y="163466"/>
                </a:cubicBezTo>
                <a:cubicBezTo>
                  <a:pt x="1290867" y="163466"/>
                  <a:pt x="1302026" y="159369"/>
                  <a:pt x="1310908" y="150490"/>
                </a:cubicBezTo>
                <a:cubicBezTo>
                  <a:pt x="1322067" y="139339"/>
                  <a:pt x="1328444" y="125000"/>
                  <a:pt x="1328444" y="107246"/>
                </a:cubicBezTo>
                <a:cubicBezTo>
                  <a:pt x="1328444" y="83052"/>
                  <a:pt x="1314095" y="60047"/>
                  <a:pt x="1289272" y="60047"/>
                </a:cubicBezTo>
                <a:cubicBezTo>
                  <a:pt x="1279250" y="60047"/>
                  <a:pt x="1269231" y="65968"/>
                  <a:pt x="1261715" y="743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𝑗">
            <a:extLst xmlns:a="http://schemas.openxmlformats.org/drawingml/2006/main">
              <a:ext uri="{FF2B5EF4-FFF2-40B4-BE49-F238E27FC236}">
                <a16:creationId xmlns:a16="http://schemas.microsoft.com/office/drawing/2014/main" id="{0BD66B85-3A8B-42BE-9AD3-6B0223D5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68" y="1813503"/>
            <a:ext cx="85251" cy="143731"/>
          </a:xfrm>
          <a:custGeom xmlns:a="http://schemas.openxmlformats.org/drawingml/2006/main">
            <a:pathLst>
              <a:path w="85251" h="143731">
                <a:moveTo>
                  <a:pt x="73247" y="52655"/>
                </a:moveTo>
                <a:cubicBezTo>
                  <a:pt x="75011" y="45593"/>
                  <a:pt x="77484" y="38887"/>
                  <a:pt x="77484" y="35887"/>
                </a:cubicBezTo>
                <a:cubicBezTo>
                  <a:pt x="77484" y="33412"/>
                  <a:pt x="75895" y="32173"/>
                  <a:pt x="72894" y="32173"/>
                </a:cubicBezTo>
                <a:cubicBezTo>
                  <a:pt x="65480" y="32173"/>
                  <a:pt x="55068" y="33412"/>
                  <a:pt x="44301" y="34473"/>
                </a:cubicBezTo>
                <a:cubicBezTo>
                  <a:pt x="42359" y="35887"/>
                  <a:pt x="43417" y="37829"/>
                  <a:pt x="44478" y="39418"/>
                </a:cubicBezTo>
                <a:lnTo>
                  <a:pt x="53301" y="40298"/>
                </a:lnTo>
                <a:cubicBezTo>
                  <a:pt x="55951" y="40651"/>
                  <a:pt x="57010" y="42946"/>
                  <a:pt x="57010" y="45593"/>
                </a:cubicBezTo>
                <a:cubicBezTo>
                  <a:pt x="57010" y="48066"/>
                  <a:pt x="56126" y="51772"/>
                  <a:pt x="54715" y="59361"/>
                </a:cubicBezTo>
                <a:lnTo>
                  <a:pt x="49420" y="78071"/>
                </a:lnTo>
                <a:cubicBezTo>
                  <a:pt x="44126" y="95369"/>
                  <a:pt x="42006" y="106312"/>
                  <a:pt x="37594" y="119021"/>
                </a:cubicBezTo>
                <a:cubicBezTo>
                  <a:pt x="32652" y="134200"/>
                  <a:pt x="25416" y="137375"/>
                  <a:pt x="21710" y="137375"/>
                </a:cubicBezTo>
                <a:cubicBezTo>
                  <a:pt x="15885" y="137375"/>
                  <a:pt x="16768" y="129786"/>
                  <a:pt x="6176" y="129786"/>
                </a:cubicBezTo>
                <a:cubicBezTo>
                  <a:pt x="3353" y="129786"/>
                  <a:pt x="0" y="131552"/>
                  <a:pt x="0" y="135258"/>
                </a:cubicBezTo>
                <a:cubicBezTo>
                  <a:pt x="0" y="140906"/>
                  <a:pt x="8470" y="143731"/>
                  <a:pt x="18179" y="143731"/>
                </a:cubicBezTo>
                <a:cubicBezTo>
                  <a:pt x="45890" y="143731"/>
                  <a:pt x="57890" y="110901"/>
                  <a:pt x="68836" y="67834"/>
                </a:cubicBezTo>
                <a:lnTo>
                  <a:pt x="73247" y="52655"/>
                </a:lnTo>
                <a:moveTo>
                  <a:pt x="62127" y="8473"/>
                </a:moveTo>
                <a:cubicBezTo>
                  <a:pt x="62127" y="13062"/>
                  <a:pt x="67600" y="16946"/>
                  <a:pt x="73778" y="16946"/>
                </a:cubicBezTo>
                <a:cubicBezTo>
                  <a:pt x="79953" y="16946"/>
                  <a:pt x="85251" y="13062"/>
                  <a:pt x="85251" y="8473"/>
                </a:cubicBezTo>
                <a:cubicBezTo>
                  <a:pt x="85251" y="3884"/>
                  <a:pt x="79953" y="0"/>
                  <a:pt x="73778" y="0"/>
                </a:cubicBezTo>
                <a:cubicBezTo>
                  <a:pt x="67600" y="0"/>
                  <a:pt x="62127" y="3884"/>
                  <a:pt x="62127" y="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Text f">
            <a:extLst xmlns:a="http://schemas.openxmlformats.org/drawingml/2006/main">
              <a:ext uri="{FF2B5EF4-FFF2-40B4-BE49-F238E27FC236}">
                <a16:creationId xmlns:a16="http://schemas.microsoft.com/office/drawing/2014/main" id="{54F8A8DF-CE3D-4909-8D48-0DC15D80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093" y="1729414"/>
            <a:ext cx="85405" cy="159466"/>
          </a:xfrm>
          <a:custGeom xmlns:a="http://schemas.openxmlformats.org/drawingml/2006/main">
            <a:pathLst>
              <a:path w="85405" h="159466">
                <a:moveTo>
                  <a:pt x="35300" y="131248"/>
                </a:moveTo>
                <a:lnTo>
                  <a:pt x="35300" y="70267"/>
                </a:lnTo>
                <a:lnTo>
                  <a:pt x="56481" y="70267"/>
                </a:lnTo>
                <a:cubicBezTo>
                  <a:pt x="58531" y="70267"/>
                  <a:pt x="61722" y="69356"/>
                  <a:pt x="61722" y="67306"/>
                </a:cubicBezTo>
                <a:lnTo>
                  <a:pt x="61722" y="62754"/>
                </a:lnTo>
                <a:cubicBezTo>
                  <a:pt x="61722" y="61843"/>
                  <a:pt x="61037" y="61385"/>
                  <a:pt x="59897" y="61385"/>
                </a:cubicBezTo>
                <a:lnTo>
                  <a:pt x="35300" y="61385"/>
                </a:lnTo>
                <a:lnTo>
                  <a:pt x="35300" y="48374"/>
                </a:lnTo>
                <a:cubicBezTo>
                  <a:pt x="35300" y="13223"/>
                  <a:pt x="45778" y="7746"/>
                  <a:pt x="53294" y="7746"/>
                </a:cubicBezTo>
                <a:cubicBezTo>
                  <a:pt x="60127" y="7746"/>
                  <a:pt x="63768" y="10484"/>
                  <a:pt x="66959" y="18474"/>
                </a:cubicBezTo>
                <a:cubicBezTo>
                  <a:pt x="68780" y="22581"/>
                  <a:pt x="71285" y="25778"/>
                  <a:pt x="76067" y="25778"/>
                </a:cubicBezTo>
                <a:cubicBezTo>
                  <a:pt x="79938" y="25778"/>
                  <a:pt x="85405" y="20983"/>
                  <a:pt x="85405" y="16420"/>
                </a:cubicBezTo>
                <a:cubicBezTo>
                  <a:pt x="85405" y="12538"/>
                  <a:pt x="82899" y="8431"/>
                  <a:pt x="78117" y="4785"/>
                </a:cubicBezTo>
                <a:cubicBezTo>
                  <a:pt x="72196" y="685"/>
                  <a:pt x="66274" y="0"/>
                  <a:pt x="57621" y="0"/>
                </a:cubicBezTo>
                <a:cubicBezTo>
                  <a:pt x="38490" y="0"/>
                  <a:pt x="17310" y="16646"/>
                  <a:pt x="17310" y="52255"/>
                </a:cubicBezTo>
                <a:lnTo>
                  <a:pt x="17310" y="61385"/>
                </a:lnTo>
                <a:lnTo>
                  <a:pt x="5696" y="61385"/>
                </a:lnTo>
                <a:cubicBezTo>
                  <a:pt x="1595" y="61385"/>
                  <a:pt x="455" y="64119"/>
                  <a:pt x="455" y="65940"/>
                </a:cubicBezTo>
                <a:lnTo>
                  <a:pt x="455" y="68901"/>
                </a:lnTo>
                <a:cubicBezTo>
                  <a:pt x="455" y="70041"/>
                  <a:pt x="685" y="70267"/>
                  <a:pt x="1595" y="70267"/>
                </a:cubicBezTo>
                <a:lnTo>
                  <a:pt x="17310" y="70267"/>
                </a:lnTo>
                <a:lnTo>
                  <a:pt x="17310" y="131248"/>
                </a:lnTo>
                <a:cubicBezTo>
                  <a:pt x="17310" y="150132"/>
                  <a:pt x="13664" y="151043"/>
                  <a:pt x="1366" y="151953"/>
                </a:cubicBezTo>
                <a:cubicBezTo>
                  <a:pt x="0" y="153319"/>
                  <a:pt x="0" y="158101"/>
                  <a:pt x="1366" y="159466"/>
                </a:cubicBezTo>
                <a:cubicBezTo>
                  <a:pt x="9338" y="159241"/>
                  <a:pt x="17310" y="159011"/>
                  <a:pt x="26418" y="159011"/>
                </a:cubicBezTo>
                <a:cubicBezTo>
                  <a:pt x="35530" y="159011"/>
                  <a:pt x="46462" y="159241"/>
                  <a:pt x="54431" y="159466"/>
                </a:cubicBezTo>
                <a:cubicBezTo>
                  <a:pt x="55800" y="158101"/>
                  <a:pt x="55800" y="153319"/>
                  <a:pt x="54431" y="151953"/>
                </a:cubicBezTo>
                <a:cubicBezTo>
                  <a:pt x="36669" y="151043"/>
                  <a:pt x="35300" y="150132"/>
                  <a:pt x="35300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romvisibilitydistanceregion.">
            <a:extLst xmlns:a="http://schemas.openxmlformats.org/drawingml/2006/main">
              <a:ext uri="{FF2B5EF4-FFF2-40B4-BE49-F238E27FC236}">
                <a16:creationId xmlns:a16="http://schemas.microsoft.com/office/drawing/2014/main" id="{F9144EF2-7CB2-4F0D-B481-907ADE1D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94" y="1729414"/>
            <a:ext cx="2840442" cy="211955"/>
          </a:xfrm>
          <a:custGeom xmlns:a="http://schemas.openxmlformats.org/drawingml/2006/main">
            <a:pathLst>
              <a:path w="2840442" h="211955">
                <a:moveTo>
                  <a:pt x="35530" y="77391"/>
                </a:moveTo>
                <a:cubicBezTo>
                  <a:pt x="35074" y="68276"/>
                  <a:pt x="34845" y="62358"/>
                  <a:pt x="33709" y="60078"/>
                </a:cubicBezTo>
                <a:cubicBezTo>
                  <a:pt x="33250" y="58938"/>
                  <a:pt x="32795" y="58257"/>
                  <a:pt x="30974" y="58257"/>
                </a:cubicBezTo>
                <a:cubicBezTo>
                  <a:pt x="24597" y="60763"/>
                  <a:pt x="18675" y="62813"/>
                  <a:pt x="2961" y="64860"/>
                </a:cubicBezTo>
                <a:cubicBezTo>
                  <a:pt x="2506" y="66229"/>
                  <a:pt x="2961" y="69871"/>
                  <a:pt x="3416" y="71237"/>
                </a:cubicBezTo>
                <a:cubicBezTo>
                  <a:pt x="15715" y="72376"/>
                  <a:pt x="18220" y="73516"/>
                  <a:pt x="18220" y="86739"/>
                </a:cubicBezTo>
                <a:lnTo>
                  <a:pt x="18220" y="131203"/>
                </a:lnTo>
                <a:cubicBezTo>
                  <a:pt x="18220" y="150129"/>
                  <a:pt x="15489" y="151039"/>
                  <a:pt x="1366" y="151953"/>
                </a:cubicBezTo>
                <a:cubicBezTo>
                  <a:pt x="0" y="153319"/>
                  <a:pt x="0" y="158101"/>
                  <a:pt x="1366" y="159466"/>
                </a:cubicBezTo>
                <a:cubicBezTo>
                  <a:pt x="9338" y="159241"/>
                  <a:pt x="18220" y="159011"/>
                  <a:pt x="27332" y="159011"/>
                </a:cubicBezTo>
                <a:cubicBezTo>
                  <a:pt x="36440" y="159011"/>
                  <a:pt x="46918" y="159241"/>
                  <a:pt x="54886" y="159466"/>
                </a:cubicBezTo>
                <a:cubicBezTo>
                  <a:pt x="56255" y="158101"/>
                  <a:pt x="56255" y="153319"/>
                  <a:pt x="54886" y="151953"/>
                </a:cubicBezTo>
                <a:cubicBezTo>
                  <a:pt x="38946" y="150813"/>
                  <a:pt x="36211" y="150129"/>
                  <a:pt x="36211" y="131203"/>
                </a:cubicBezTo>
                <a:lnTo>
                  <a:pt x="36211" y="99510"/>
                </a:lnTo>
                <a:cubicBezTo>
                  <a:pt x="36211" y="93582"/>
                  <a:pt x="38946" y="88338"/>
                  <a:pt x="41677" y="84233"/>
                </a:cubicBezTo>
                <a:cubicBezTo>
                  <a:pt x="44183" y="80585"/>
                  <a:pt x="49423" y="73061"/>
                  <a:pt x="52155" y="73061"/>
                </a:cubicBezTo>
                <a:cubicBezTo>
                  <a:pt x="54205" y="73061"/>
                  <a:pt x="56255" y="73516"/>
                  <a:pt x="58076" y="76025"/>
                </a:cubicBezTo>
                <a:cubicBezTo>
                  <a:pt x="59671" y="78305"/>
                  <a:pt x="62403" y="81269"/>
                  <a:pt x="66274" y="81269"/>
                </a:cubicBezTo>
                <a:cubicBezTo>
                  <a:pt x="71740" y="81269"/>
                  <a:pt x="76977" y="75567"/>
                  <a:pt x="76977" y="69871"/>
                </a:cubicBezTo>
                <a:cubicBezTo>
                  <a:pt x="76977" y="65544"/>
                  <a:pt x="72880" y="58938"/>
                  <a:pt x="63313" y="58938"/>
                </a:cubicBezTo>
                <a:cubicBezTo>
                  <a:pt x="52610" y="58938"/>
                  <a:pt x="43272" y="68960"/>
                  <a:pt x="38035" y="77846"/>
                </a:cubicBezTo>
                <a:cubicBezTo>
                  <a:pt x="36669" y="80355"/>
                  <a:pt x="35530" y="78531"/>
                  <a:pt x="35530" y="77391"/>
                </a:cubicBezTo>
                <a:close/>
                <a:moveTo>
                  <a:pt x="87681" y="112257"/>
                </a:moveTo>
                <a:cubicBezTo>
                  <a:pt x="87681" y="135502"/>
                  <a:pt x="103170" y="161246"/>
                  <a:pt x="135509" y="161246"/>
                </a:cubicBezTo>
                <a:cubicBezTo>
                  <a:pt x="150084" y="161246"/>
                  <a:pt x="161246" y="156009"/>
                  <a:pt x="168989" y="148492"/>
                </a:cubicBezTo>
                <a:cubicBezTo>
                  <a:pt x="179237" y="138463"/>
                  <a:pt x="183793" y="124107"/>
                  <a:pt x="183793" y="110207"/>
                </a:cubicBezTo>
                <a:cubicBezTo>
                  <a:pt x="183793" y="86506"/>
                  <a:pt x="170810" y="58938"/>
                  <a:pt x="135965" y="58938"/>
                </a:cubicBezTo>
                <a:cubicBezTo>
                  <a:pt x="120935" y="58938"/>
                  <a:pt x="108636" y="65089"/>
                  <a:pt x="100209" y="74885"/>
                </a:cubicBezTo>
                <a:cubicBezTo>
                  <a:pt x="92011" y="84685"/>
                  <a:pt x="87681" y="97901"/>
                  <a:pt x="87681" y="112257"/>
                </a:cubicBezTo>
                <a:moveTo>
                  <a:pt x="132548" y="66910"/>
                </a:moveTo>
                <a:cubicBezTo>
                  <a:pt x="152134" y="66910"/>
                  <a:pt x="164207" y="84685"/>
                  <a:pt x="164207" y="117501"/>
                </a:cubicBezTo>
                <a:cubicBezTo>
                  <a:pt x="164207" y="146212"/>
                  <a:pt x="149403" y="153277"/>
                  <a:pt x="138699" y="153277"/>
                </a:cubicBezTo>
                <a:cubicBezTo>
                  <a:pt x="115013" y="153277"/>
                  <a:pt x="107270" y="124562"/>
                  <a:pt x="107270" y="107016"/>
                </a:cubicBezTo>
                <a:cubicBezTo>
                  <a:pt x="107270" y="87191"/>
                  <a:pt x="112052" y="66910"/>
                  <a:pt x="132548" y="66910"/>
                </a:cubicBezTo>
                <a:close/>
                <a:moveTo>
                  <a:pt x="231847" y="77394"/>
                </a:moveTo>
                <a:cubicBezTo>
                  <a:pt x="231618" y="70555"/>
                  <a:pt x="231162" y="62358"/>
                  <a:pt x="230023" y="60078"/>
                </a:cubicBezTo>
                <a:cubicBezTo>
                  <a:pt x="229567" y="58938"/>
                  <a:pt x="229112" y="58257"/>
                  <a:pt x="227291" y="58257"/>
                </a:cubicBezTo>
                <a:cubicBezTo>
                  <a:pt x="220914" y="60763"/>
                  <a:pt x="214993" y="62813"/>
                  <a:pt x="199278" y="64860"/>
                </a:cubicBezTo>
                <a:cubicBezTo>
                  <a:pt x="198823" y="66229"/>
                  <a:pt x="199278" y="69871"/>
                  <a:pt x="199733" y="71240"/>
                </a:cubicBezTo>
                <a:cubicBezTo>
                  <a:pt x="212032" y="72380"/>
                  <a:pt x="214537" y="73520"/>
                  <a:pt x="214537" y="86743"/>
                </a:cubicBezTo>
                <a:lnTo>
                  <a:pt x="214537" y="131203"/>
                </a:lnTo>
                <a:cubicBezTo>
                  <a:pt x="214537" y="149899"/>
                  <a:pt x="211577" y="151039"/>
                  <a:pt x="199049" y="151953"/>
                </a:cubicBezTo>
                <a:cubicBezTo>
                  <a:pt x="197683" y="153319"/>
                  <a:pt x="197683" y="158101"/>
                  <a:pt x="199049" y="159466"/>
                </a:cubicBezTo>
                <a:cubicBezTo>
                  <a:pt x="205884" y="159241"/>
                  <a:pt x="214537" y="159011"/>
                  <a:pt x="223646" y="159011"/>
                </a:cubicBezTo>
                <a:cubicBezTo>
                  <a:pt x="232757" y="159011"/>
                  <a:pt x="239815" y="159241"/>
                  <a:pt x="246647" y="159466"/>
                </a:cubicBezTo>
                <a:cubicBezTo>
                  <a:pt x="248017" y="158101"/>
                  <a:pt x="248017" y="153319"/>
                  <a:pt x="246647" y="151953"/>
                </a:cubicBezTo>
                <a:cubicBezTo>
                  <a:pt x="235034" y="150813"/>
                  <a:pt x="232528" y="149899"/>
                  <a:pt x="232528" y="131203"/>
                </a:cubicBezTo>
                <a:lnTo>
                  <a:pt x="232528" y="93811"/>
                </a:lnTo>
                <a:cubicBezTo>
                  <a:pt x="232528" y="89022"/>
                  <a:pt x="234578" y="86287"/>
                  <a:pt x="236399" y="84237"/>
                </a:cubicBezTo>
                <a:cubicBezTo>
                  <a:pt x="245511" y="75344"/>
                  <a:pt x="253938" y="70781"/>
                  <a:pt x="260996" y="70781"/>
                </a:cubicBezTo>
                <a:cubicBezTo>
                  <a:pt x="269653" y="70781"/>
                  <a:pt x="276030" y="76255"/>
                  <a:pt x="276030" y="91531"/>
                </a:cubicBezTo>
                <a:lnTo>
                  <a:pt x="276030" y="131203"/>
                </a:lnTo>
                <a:cubicBezTo>
                  <a:pt x="276030" y="149899"/>
                  <a:pt x="274205" y="151039"/>
                  <a:pt x="261907" y="151953"/>
                </a:cubicBezTo>
                <a:cubicBezTo>
                  <a:pt x="260770" y="153319"/>
                  <a:pt x="260770" y="158101"/>
                  <a:pt x="261907" y="159466"/>
                </a:cubicBezTo>
                <a:cubicBezTo>
                  <a:pt x="267602" y="159241"/>
                  <a:pt x="276030" y="159011"/>
                  <a:pt x="285138" y="159011"/>
                </a:cubicBezTo>
                <a:cubicBezTo>
                  <a:pt x="294250" y="159011"/>
                  <a:pt x="301763" y="159241"/>
                  <a:pt x="307459" y="159466"/>
                </a:cubicBezTo>
                <a:cubicBezTo>
                  <a:pt x="308595" y="158101"/>
                  <a:pt x="308595" y="153319"/>
                  <a:pt x="307459" y="151953"/>
                </a:cubicBezTo>
                <a:cubicBezTo>
                  <a:pt x="296071" y="151039"/>
                  <a:pt x="294020" y="149899"/>
                  <a:pt x="294020" y="131203"/>
                </a:cubicBezTo>
                <a:lnTo>
                  <a:pt x="294020" y="94951"/>
                </a:lnTo>
                <a:cubicBezTo>
                  <a:pt x="294020" y="91761"/>
                  <a:pt x="294020" y="88567"/>
                  <a:pt x="293791" y="85832"/>
                </a:cubicBezTo>
                <a:cubicBezTo>
                  <a:pt x="304724" y="73746"/>
                  <a:pt x="314972" y="70781"/>
                  <a:pt x="323854" y="70781"/>
                </a:cubicBezTo>
                <a:cubicBezTo>
                  <a:pt x="332511" y="70781"/>
                  <a:pt x="337518" y="75799"/>
                  <a:pt x="337518" y="91076"/>
                </a:cubicBezTo>
                <a:lnTo>
                  <a:pt x="337518" y="131203"/>
                </a:lnTo>
                <a:cubicBezTo>
                  <a:pt x="337518" y="149899"/>
                  <a:pt x="335242" y="151039"/>
                  <a:pt x="323399" y="151953"/>
                </a:cubicBezTo>
                <a:cubicBezTo>
                  <a:pt x="322259" y="153319"/>
                  <a:pt x="322259" y="158101"/>
                  <a:pt x="323399" y="159466"/>
                </a:cubicBezTo>
                <a:cubicBezTo>
                  <a:pt x="329095" y="159241"/>
                  <a:pt x="337518" y="159011"/>
                  <a:pt x="346630" y="159011"/>
                </a:cubicBezTo>
                <a:cubicBezTo>
                  <a:pt x="355739" y="159011"/>
                  <a:pt x="363710" y="159241"/>
                  <a:pt x="370087" y="159466"/>
                </a:cubicBezTo>
                <a:cubicBezTo>
                  <a:pt x="371227" y="158101"/>
                  <a:pt x="371227" y="153319"/>
                  <a:pt x="370087" y="151953"/>
                </a:cubicBezTo>
                <a:cubicBezTo>
                  <a:pt x="357563" y="151039"/>
                  <a:pt x="355513" y="149899"/>
                  <a:pt x="355513" y="131203"/>
                </a:cubicBezTo>
                <a:lnTo>
                  <a:pt x="355513" y="95180"/>
                </a:lnTo>
                <a:cubicBezTo>
                  <a:pt x="355513" y="74889"/>
                  <a:pt x="352097" y="58938"/>
                  <a:pt x="332056" y="58938"/>
                </a:cubicBezTo>
                <a:cubicBezTo>
                  <a:pt x="320438" y="58938"/>
                  <a:pt x="306319" y="63268"/>
                  <a:pt x="294476" y="75799"/>
                </a:cubicBezTo>
                <a:cubicBezTo>
                  <a:pt x="293791" y="76484"/>
                  <a:pt x="292425" y="77624"/>
                  <a:pt x="291970" y="75570"/>
                </a:cubicBezTo>
                <a:cubicBezTo>
                  <a:pt x="289920" y="66229"/>
                  <a:pt x="281037" y="58938"/>
                  <a:pt x="269198" y="58938"/>
                </a:cubicBezTo>
                <a:cubicBezTo>
                  <a:pt x="255985" y="58938"/>
                  <a:pt x="244145" y="66684"/>
                  <a:pt x="234578" y="77394"/>
                </a:cubicBezTo>
                <a:cubicBezTo>
                  <a:pt x="233439" y="78534"/>
                  <a:pt x="232073" y="80133"/>
                  <a:pt x="231847" y="77394"/>
                </a:cubicBezTo>
                <a:close/>
                <a:moveTo>
                  <a:pt x="504003" y="68456"/>
                </a:moveTo>
                <a:cubicBezTo>
                  <a:pt x="516301" y="69367"/>
                  <a:pt x="517667" y="72095"/>
                  <a:pt x="512885" y="83691"/>
                </a:cubicBezTo>
                <a:lnTo>
                  <a:pt x="494436" y="128263"/>
                </a:lnTo>
                <a:cubicBezTo>
                  <a:pt x="490794" y="137132"/>
                  <a:pt x="489654" y="137132"/>
                  <a:pt x="486009" y="127582"/>
                </a:cubicBezTo>
                <a:lnTo>
                  <a:pt x="469613" y="83691"/>
                </a:lnTo>
                <a:cubicBezTo>
                  <a:pt x="465512" y="72776"/>
                  <a:pt x="464602" y="70048"/>
                  <a:pt x="476671" y="68456"/>
                </a:cubicBezTo>
                <a:cubicBezTo>
                  <a:pt x="478040" y="67091"/>
                  <a:pt x="478040" y="62309"/>
                  <a:pt x="476671" y="60940"/>
                </a:cubicBezTo>
                <a:cubicBezTo>
                  <a:pt x="469158" y="61169"/>
                  <a:pt x="461186" y="61398"/>
                  <a:pt x="453669" y="61398"/>
                </a:cubicBezTo>
                <a:cubicBezTo>
                  <a:pt x="446156" y="61398"/>
                  <a:pt x="439320" y="61169"/>
                  <a:pt x="432488" y="60940"/>
                </a:cubicBezTo>
                <a:cubicBezTo>
                  <a:pt x="431123" y="62309"/>
                  <a:pt x="431123" y="67091"/>
                  <a:pt x="432488" y="68456"/>
                </a:cubicBezTo>
                <a:cubicBezTo>
                  <a:pt x="444561" y="69822"/>
                  <a:pt x="446156" y="73461"/>
                  <a:pt x="450708" y="85057"/>
                </a:cubicBezTo>
                <a:lnTo>
                  <a:pt x="479861" y="156916"/>
                </a:lnTo>
                <a:cubicBezTo>
                  <a:pt x="481227" y="160328"/>
                  <a:pt x="482593" y="161690"/>
                  <a:pt x="485553" y="161690"/>
                </a:cubicBezTo>
                <a:cubicBezTo>
                  <a:pt x="487833" y="161690"/>
                  <a:pt x="489425" y="160328"/>
                  <a:pt x="491020" y="156460"/>
                </a:cubicBezTo>
                <a:lnTo>
                  <a:pt x="521309" y="85283"/>
                </a:lnTo>
                <a:cubicBezTo>
                  <a:pt x="525639" y="75278"/>
                  <a:pt x="528144" y="69593"/>
                  <a:pt x="540898" y="68456"/>
                </a:cubicBezTo>
                <a:cubicBezTo>
                  <a:pt x="542264" y="67091"/>
                  <a:pt x="542264" y="62309"/>
                  <a:pt x="540898" y="60940"/>
                </a:cubicBezTo>
                <a:cubicBezTo>
                  <a:pt x="536342" y="61169"/>
                  <a:pt x="530876" y="61398"/>
                  <a:pt x="524954" y="61398"/>
                </a:cubicBezTo>
                <a:cubicBezTo>
                  <a:pt x="517438" y="61398"/>
                  <a:pt x="509695" y="61169"/>
                  <a:pt x="504003" y="60940"/>
                </a:cubicBezTo>
                <a:cubicBezTo>
                  <a:pt x="502637" y="62309"/>
                  <a:pt x="502637" y="67091"/>
                  <a:pt x="504003" y="68456"/>
                </a:cubicBezTo>
                <a:close/>
                <a:moveTo>
                  <a:pt x="563672" y="22498"/>
                </a:moveTo>
                <a:cubicBezTo>
                  <a:pt x="563672" y="28420"/>
                  <a:pt x="569138" y="34341"/>
                  <a:pt x="574601" y="34341"/>
                </a:cubicBezTo>
                <a:cubicBezTo>
                  <a:pt x="580978" y="34341"/>
                  <a:pt x="586444" y="28194"/>
                  <a:pt x="586444" y="23408"/>
                </a:cubicBezTo>
                <a:cubicBezTo>
                  <a:pt x="586444" y="17946"/>
                  <a:pt x="581662" y="11565"/>
                  <a:pt x="575515" y="11565"/>
                </a:cubicBezTo>
                <a:cubicBezTo>
                  <a:pt x="570049" y="11565"/>
                  <a:pt x="563672" y="17032"/>
                  <a:pt x="563672" y="22498"/>
                </a:cubicBezTo>
                <a:moveTo>
                  <a:pt x="584397" y="131224"/>
                </a:moveTo>
                <a:lnTo>
                  <a:pt x="584397" y="85898"/>
                </a:lnTo>
                <a:cubicBezTo>
                  <a:pt x="584397" y="74510"/>
                  <a:pt x="585308" y="59883"/>
                  <a:pt x="585308" y="59883"/>
                </a:cubicBezTo>
                <a:cubicBezTo>
                  <a:pt x="585308" y="58962"/>
                  <a:pt x="584168" y="58271"/>
                  <a:pt x="582347" y="58271"/>
                </a:cubicBezTo>
                <a:cubicBezTo>
                  <a:pt x="575970" y="60804"/>
                  <a:pt x="566858" y="62875"/>
                  <a:pt x="551144" y="64943"/>
                </a:cubicBezTo>
                <a:cubicBezTo>
                  <a:pt x="550689" y="66312"/>
                  <a:pt x="551144" y="69954"/>
                  <a:pt x="551599" y="71323"/>
                </a:cubicBezTo>
                <a:cubicBezTo>
                  <a:pt x="564127" y="72460"/>
                  <a:pt x="566403" y="73829"/>
                  <a:pt x="566403" y="86812"/>
                </a:cubicBezTo>
                <a:lnTo>
                  <a:pt x="566403" y="131224"/>
                </a:lnTo>
                <a:cubicBezTo>
                  <a:pt x="566403" y="150129"/>
                  <a:pt x="563898" y="150813"/>
                  <a:pt x="550008" y="151953"/>
                </a:cubicBezTo>
                <a:cubicBezTo>
                  <a:pt x="548638" y="153319"/>
                  <a:pt x="548638" y="158101"/>
                  <a:pt x="550008" y="159466"/>
                </a:cubicBezTo>
                <a:cubicBezTo>
                  <a:pt x="557521" y="159241"/>
                  <a:pt x="566403" y="159011"/>
                  <a:pt x="575515" y="159011"/>
                </a:cubicBezTo>
                <a:cubicBezTo>
                  <a:pt x="584623" y="159011"/>
                  <a:pt x="593276" y="159241"/>
                  <a:pt x="600793" y="159466"/>
                </a:cubicBezTo>
                <a:cubicBezTo>
                  <a:pt x="602159" y="158101"/>
                  <a:pt x="602159" y="153319"/>
                  <a:pt x="600793" y="151953"/>
                </a:cubicBezTo>
                <a:cubicBezTo>
                  <a:pt x="586899" y="151043"/>
                  <a:pt x="584397" y="150129"/>
                  <a:pt x="584397" y="131224"/>
                </a:cubicBezTo>
                <a:close/>
                <a:moveTo>
                  <a:pt x="615824" y="127527"/>
                </a:moveTo>
                <a:cubicBezTo>
                  <a:pt x="616734" y="138692"/>
                  <a:pt x="617419" y="149402"/>
                  <a:pt x="617419" y="158969"/>
                </a:cubicBezTo>
                <a:cubicBezTo>
                  <a:pt x="619695" y="158514"/>
                  <a:pt x="621975" y="158288"/>
                  <a:pt x="623111" y="158288"/>
                </a:cubicBezTo>
                <a:cubicBezTo>
                  <a:pt x="624706" y="158288"/>
                  <a:pt x="626072" y="158288"/>
                  <a:pt x="627667" y="158744"/>
                </a:cubicBezTo>
                <a:cubicBezTo>
                  <a:pt x="633818" y="160335"/>
                  <a:pt x="639966" y="161246"/>
                  <a:pt x="648393" y="161246"/>
                </a:cubicBezTo>
                <a:cubicBezTo>
                  <a:pt x="661146" y="161246"/>
                  <a:pt x="684604" y="155098"/>
                  <a:pt x="684604" y="132538"/>
                </a:cubicBezTo>
                <a:cubicBezTo>
                  <a:pt x="684604" y="117046"/>
                  <a:pt x="673445" y="107930"/>
                  <a:pt x="657956" y="102231"/>
                </a:cubicBezTo>
                <a:cubicBezTo>
                  <a:pt x="644292" y="96991"/>
                  <a:pt x="635184" y="93571"/>
                  <a:pt x="635184" y="81040"/>
                </a:cubicBezTo>
                <a:cubicBezTo>
                  <a:pt x="635184" y="71695"/>
                  <a:pt x="643382" y="66455"/>
                  <a:pt x="651124" y="66455"/>
                </a:cubicBezTo>
                <a:cubicBezTo>
                  <a:pt x="656135" y="66455"/>
                  <a:pt x="669344" y="68279"/>
                  <a:pt x="672305" y="87650"/>
                </a:cubicBezTo>
                <a:cubicBezTo>
                  <a:pt x="673671" y="89015"/>
                  <a:pt x="678227" y="88786"/>
                  <a:pt x="679592" y="87420"/>
                </a:cubicBezTo>
                <a:cubicBezTo>
                  <a:pt x="680277" y="79215"/>
                  <a:pt x="680732" y="70785"/>
                  <a:pt x="680962" y="63268"/>
                </a:cubicBezTo>
                <a:cubicBezTo>
                  <a:pt x="673900" y="62128"/>
                  <a:pt x="662967" y="58938"/>
                  <a:pt x="651124" y="58938"/>
                </a:cubicBezTo>
                <a:cubicBezTo>
                  <a:pt x="634273" y="58938"/>
                  <a:pt x="619014" y="69874"/>
                  <a:pt x="619014" y="84459"/>
                </a:cubicBezTo>
                <a:cubicBezTo>
                  <a:pt x="619014" y="101091"/>
                  <a:pt x="626527" y="108156"/>
                  <a:pt x="644066" y="115451"/>
                </a:cubicBezTo>
                <a:cubicBezTo>
                  <a:pt x="662967" y="123197"/>
                  <a:pt x="667294" y="127982"/>
                  <a:pt x="667294" y="137782"/>
                </a:cubicBezTo>
                <a:cubicBezTo>
                  <a:pt x="667294" y="148947"/>
                  <a:pt x="656365" y="153732"/>
                  <a:pt x="647938" y="153732"/>
                </a:cubicBezTo>
                <a:cubicBezTo>
                  <a:pt x="639055" y="153732"/>
                  <a:pt x="634044" y="150768"/>
                  <a:pt x="631768" y="148263"/>
                </a:cubicBezTo>
                <a:cubicBezTo>
                  <a:pt x="626757" y="143022"/>
                  <a:pt x="624251" y="132996"/>
                  <a:pt x="622885" y="127297"/>
                </a:cubicBezTo>
                <a:cubicBezTo>
                  <a:pt x="621520" y="125931"/>
                  <a:pt x="617190" y="126157"/>
                  <a:pt x="615824" y="127527"/>
                </a:cubicBezTo>
                <a:close/>
                <a:moveTo>
                  <a:pt x="714212" y="22498"/>
                </a:moveTo>
                <a:cubicBezTo>
                  <a:pt x="714212" y="28420"/>
                  <a:pt x="719678" y="34341"/>
                  <a:pt x="725141" y="34341"/>
                </a:cubicBezTo>
                <a:cubicBezTo>
                  <a:pt x="731518" y="34341"/>
                  <a:pt x="736984" y="28194"/>
                  <a:pt x="736984" y="23408"/>
                </a:cubicBezTo>
                <a:cubicBezTo>
                  <a:pt x="736984" y="17946"/>
                  <a:pt x="732202" y="11565"/>
                  <a:pt x="726055" y="11565"/>
                </a:cubicBezTo>
                <a:cubicBezTo>
                  <a:pt x="720589" y="11565"/>
                  <a:pt x="714212" y="17032"/>
                  <a:pt x="714212" y="22498"/>
                </a:cubicBezTo>
                <a:moveTo>
                  <a:pt x="734937" y="131224"/>
                </a:moveTo>
                <a:lnTo>
                  <a:pt x="734937" y="85898"/>
                </a:lnTo>
                <a:cubicBezTo>
                  <a:pt x="734937" y="74510"/>
                  <a:pt x="735848" y="59883"/>
                  <a:pt x="735848" y="59883"/>
                </a:cubicBezTo>
                <a:cubicBezTo>
                  <a:pt x="735848" y="58962"/>
                  <a:pt x="734708" y="58271"/>
                  <a:pt x="732887" y="58271"/>
                </a:cubicBezTo>
                <a:cubicBezTo>
                  <a:pt x="726510" y="60804"/>
                  <a:pt x="717398" y="62875"/>
                  <a:pt x="701684" y="64943"/>
                </a:cubicBezTo>
                <a:cubicBezTo>
                  <a:pt x="701229" y="66312"/>
                  <a:pt x="701684" y="69954"/>
                  <a:pt x="702139" y="71323"/>
                </a:cubicBezTo>
                <a:cubicBezTo>
                  <a:pt x="714667" y="72460"/>
                  <a:pt x="716943" y="73829"/>
                  <a:pt x="716943" y="86812"/>
                </a:cubicBezTo>
                <a:lnTo>
                  <a:pt x="716943" y="131224"/>
                </a:lnTo>
                <a:cubicBezTo>
                  <a:pt x="716943" y="150129"/>
                  <a:pt x="714438" y="150813"/>
                  <a:pt x="700547" y="151953"/>
                </a:cubicBezTo>
                <a:cubicBezTo>
                  <a:pt x="699178" y="153319"/>
                  <a:pt x="699178" y="158101"/>
                  <a:pt x="700547" y="159466"/>
                </a:cubicBezTo>
                <a:cubicBezTo>
                  <a:pt x="708061" y="159241"/>
                  <a:pt x="716943" y="159011"/>
                  <a:pt x="726055" y="159011"/>
                </a:cubicBezTo>
                <a:cubicBezTo>
                  <a:pt x="735163" y="159011"/>
                  <a:pt x="743816" y="159241"/>
                  <a:pt x="751333" y="159466"/>
                </a:cubicBezTo>
                <a:cubicBezTo>
                  <a:pt x="752699" y="158101"/>
                  <a:pt x="752699" y="153319"/>
                  <a:pt x="751333" y="151953"/>
                </a:cubicBezTo>
                <a:cubicBezTo>
                  <a:pt x="737439" y="151043"/>
                  <a:pt x="734937" y="150129"/>
                  <a:pt x="734937" y="131224"/>
                </a:cubicBezTo>
                <a:close/>
                <a:moveTo>
                  <a:pt x="795061" y="76255"/>
                </a:moveTo>
                <a:cubicBezTo>
                  <a:pt x="800983" y="71011"/>
                  <a:pt x="807815" y="68960"/>
                  <a:pt x="814418" y="68960"/>
                </a:cubicBezTo>
                <a:cubicBezTo>
                  <a:pt x="828311" y="68960"/>
                  <a:pt x="839699" y="85825"/>
                  <a:pt x="839699" y="107927"/>
                </a:cubicBezTo>
                <a:cubicBezTo>
                  <a:pt x="839699" y="133907"/>
                  <a:pt x="829222" y="153503"/>
                  <a:pt x="807585" y="153503"/>
                </a:cubicBezTo>
                <a:cubicBezTo>
                  <a:pt x="800528" y="153503"/>
                  <a:pt x="795742" y="148492"/>
                  <a:pt x="791190" y="142793"/>
                </a:cubicBezTo>
                <a:lnTo>
                  <a:pt x="791190" y="85825"/>
                </a:lnTo>
                <a:cubicBezTo>
                  <a:pt x="791190" y="81040"/>
                  <a:pt x="792100" y="78760"/>
                  <a:pt x="795061" y="76255"/>
                </a:cubicBezTo>
                <a:moveTo>
                  <a:pt x="793466" y="69190"/>
                </a:moveTo>
                <a:cubicBezTo>
                  <a:pt x="792100" y="70555"/>
                  <a:pt x="791190" y="70100"/>
                  <a:pt x="791190" y="68050"/>
                </a:cubicBezTo>
                <a:lnTo>
                  <a:pt x="791190" y="26119"/>
                </a:lnTo>
                <a:cubicBezTo>
                  <a:pt x="791190" y="11308"/>
                  <a:pt x="792100" y="2248"/>
                  <a:pt x="792100" y="2248"/>
                </a:cubicBezTo>
                <a:cubicBezTo>
                  <a:pt x="792100" y="678"/>
                  <a:pt x="791190" y="0"/>
                  <a:pt x="789140" y="0"/>
                </a:cubicBezTo>
                <a:cubicBezTo>
                  <a:pt x="783444" y="2248"/>
                  <a:pt x="766364" y="5393"/>
                  <a:pt x="757255" y="6068"/>
                </a:cubicBezTo>
                <a:cubicBezTo>
                  <a:pt x="756800" y="7892"/>
                  <a:pt x="757255" y="11534"/>
                  <a:pt x="758621" y="12900"/>
                </a:cubicBezTo>
                <a:cubicBezTo>
                  <a:pt x="770464" y="13584"/>
                  <a:pt x="773196" y="12444"/>
                  <a:pt x="773196" y="31589"/>
                </a:cubicBezTo>
                <a:lnTo>
                  <a:pt x="773196" y="142793"/>
                </a:lnTo>
                <a:cubicBezTo>
                  <a:pt x="773196" y="151682"/>
                  <a:pt x="772970" y="155783"/>
                  <a:pt x="772285" y="158969"/>
                </a:cubicBezTo>
                <a:cubicBezTo>
                  <a:pt x="773425" y="160790"/>
                  <a:pt x="774565" y="161704"/>
                  <a:pt x="777296" y="161704"/>
                </a:cubicBezTo>
                <a:cubicBezTo>
                  <a:pt x="778662" y="160335"/>
                  <a:pt x="780942" y="158288"/>
                  <a:pt x="782763" y="156238"/>
                </a:cubicBezTo>
                <a:cubicBezTo>
                  <a:pt x="785039" y="153503"/>
                  <a:pt x="786405" y="153503"/>
                  <a:pt x="788910" y="155553"/>
                </a:cubicBezTo>
                <a:cubicBezTo>
                  <a:pt x="794151" y="159880"/>
                  <a:pt x="800983" y="161246"/>
                  <a:pt x="808951" y="161246"/>
                </a:cubicBezTo>
                <a:cubicBezTo>
                  <a:pt x="832182" y="161246"/>
                  <a:pt x="859285" y="140058"/>
                  <a:pt x="859285" y="103826"/>
                </a:cubicBezTo>
                <a:cubicBezTo>
                  <a:pt x="859285" y="76025"/>
                  <a:pt x="838789" y="58938"/>
                  <a:pt x="818973" y="58938"/>
                </a:cubicBezTo>
                <a:cubicBezTo>
                  <a:pt x="809181" y="58938"/>
                  <a:pt x="800528" y="62813"/>
                  <a:pt x="793466" y="69190"/>
                </a:cubicBezTo>
                <a:close/>
                <a:moveTo>
                  <a:pt x="888209" y="22498"/>
                </a:moveTo>
                <a:cubicBezTo>
                  <a:pt x="888209" y="28420"/>
                  <a:pt x="893676" y="34341"/>
                  <a:pt x="899138" y="34341"/>
                </a:cubicBezTo>
                <a:cubicBezTo>
                  <a:pt x="905515" y="34341"/>
                  <a:pt x="910982" y="28194"/>
                  <a:pt x="910982" y="23408"/>
                </a:cubicBezTo>
                <a:cubicBezTo>
                  <a:pt x="910982" y="17946"/>
                  <a:pt x="906200" y="11565"/>
                  <a:pt x="900052" y="11565"/>
                </a:cubicBezTo>
                <a:cubicBezTo>
                  <a:pt x="894586" y="11565"/>
                  <a:pt x="888209" y="17032"/>
                  <a:pt x="888209" y="22498"/>
                </a:cubicBezTo>
                <a:moveTo>
                  <a:pt x="908935" y="131224"/>
                </a:moveTo>
                <a:lnTo>
                  <a:pt x="908935" y="85898"/>
                </a:lnTo>
                <a:cubicBezTo>
                  <a:pt x="908935" y="74510"/>
                  <a:pt x="909845" y="59883"/>
                  <a:pt x="909845" y="59883"/>
                </a:cubicBezTo>
                <a:cubicBezTo>
                  <a:pt x="909845" y="58962"/>
                  <a:pt x="908705" y="58271"/>
                  <a:pt x="906885" y="58271"/>
                </a:cubicBezTo>
                <a:cubicBezTo>
                  <a:pt x="900508" y="60804"/>
                  <a:pt x="891396" y="62875"/>
                  <a:pt x="875681" y="64943"/>
                </a:cubicBezTo>
                <a:cubicBezTo>
                  <a:pt x="875226" y="66312"/>
                  <a:pt x="875681" y="69954"/>
                  <a:pt x="876137" y="71323"/>
                </a:cubicBezTo>
                <a:cubicBezTo>
                  <a:pt x="888664" y="72460"/>
                  <a:pt x="890941" y="73829"/>
                  <a:pt x="890941" y="86812"/>
                </a:cubicBezTo>
                <a:lnTo>
                  <a:pt x="890941" y="131224"/>
                </a:lnTo>
                <a:cubicBezTo>
                  <a:pt x="890941" y="150129"/>
                  <a:pt x="888435" y="150813"/>
                  <a:pt x="874545" y="151953"/>
                </a:cubicBezTo>
                <a:cubicBezTo>
                  <a:pt x="873176" y="153319"/>
                  <a:pt x="873176" y="158101"/>
                  <a:pt x="874545" y="159466"/>
                </a:cubicBezTo>
                <a:cubicBezTo>
                  <a:pt x="882058" y="159241"/>
                  <a:pt x="890941" y="159011"/>
                  <a:pt x="900052" y="159011"/>
                </a:cubicBezTo>
                <a:cubicBezTo>
                  <a:pt x="909161" y="159011"/>
                  <a:pt x="917814" y="159241"/>
                  <a:pt x="925330" y="159466"/>
                </a:cubicBezTo>
                <a:cubicBezTo>
                  <a:pt x="926696" y="158101"/>
                  <a:pt x="926696" y="153319"/>
                  <a:pt x="925330" y="151953"/>
                </a:cubicBezTo>
                <a:cubicBezTo>
                  <a:pt x="911437" y="151043"/>
                  <a:pt x="908935" y="150129"/>
                  <a:pt x="908935" y="131224"/>
                </a:cubicBezTo>
                <a:close/>
                <a:moveTo>
                  <a:pt x="951065" y="131231"/>
                </a:moveTo>
                <a:cubicBezTo>
                  <a:pt x="951065" y="150132"/>
                  <a:pt x="948563" y="151269"/>
                  <a:pt x="934669" y="151953"/>
                </a:cubicBezTo>
                <a:cubicBezTo>
                  <a:pt x="933303" y="153319"/>
                  <a:pt x="933303" y="158101"/>
                  <a:pt x="934669" y="159466"/>
                </a:cubicBezTo>
                <a:cubicBezTo>
                  <a:pt x="942641" y="159241"/>
                  <a:pt x="951065" y="159011"/>
                  <a:pt x="960176" y="159011"/>
                </a:cubicBezTo>
                <a:cubicBezTo>
                  <a:pt x="969285" y="159011"/>
                  <a:pt x="977941" y="159241"/>
                  <a:pt x="985455" y="159466"/>
                </a:cubicBezTo>
                <a:cubicBezTo>
                  <a:pt x="986824" y="158101"/>
                  <a:pt x="986824" y="153319"/>
                  <a:pt x="985455" y="151953"/>
                </a:cubicBezTo>
                <a:cubicBezTo>
                  <a:pt x="971564" y="151269"/>
                  <a:pt x="969059" y="150132"/>
                  <a:pt x="969059" y="131231"/>
                </a:cubicBezTo>
                <a:lnTo>
                  <a:pt x="969059" y="26265"/>
                </a:lnTo>
                <a:cubicBezTo>
                  <a:pt x="969059" y="11468"/>
                  <a:pt x="969969" y="2307"/>
                  <a:pt x="969969" y="2307"/>
                </a:cubicBezTo>
                <a:cubicBezTo>
                  <a:pt x="969969" y="695"/>
                  <a:pt x="969059" y="0"/>
                  <a:pt x="967009" y="0"/>
                </a:cubicBezTo>
                <a:cubicBezTo>
                  <a:pt x="961316" y="2307"/>
                  <a:pt x="944233" y="5536"/>
                  <a:pt x="935124" y="6227"/>
                </a:cubicBezTo>
                <a:cubicBezTo>
                  <a:pt x="934669" y="8052"/>
                  <a:pt x="935124" y="11694"/>
                  <a:pt x="936490" y="13063"/>
                </a:cubicBezTo>
                <a:cubicBezTo>
                  <a:pt x="949699" y="13970"/>
                  <a:pt x="951065" y="14655"/>
                  <a:pt x="951065" y="31731"/>
                </a:cubicBezTo>
                <a:lnTo>
                  <a:pt x="951065" y="131231"/>
                </a:lnTo>
                <a:close/>
                <a:moveTo>
                  <a:pt x="1010053" y="22498"/>
                </a:moveTo>
                <a:cubicBezTo>
                  <a:pt x="1010053" y="28420"/>
                  <a:pt x="1015520" y="34341"/>
                  <a:pt x="1020983" y="34341"/>
                </a:cubicBezTo>
                <a:cubicBezTo>
                  <a:pt x="1027359" y="34341"/>
                  <a:pt x="1032826" y="28194"/>
                  <a:pt x="1032826" y="23408"/>
                </a:cubicBezTo>
                <a:cubicBezTo>
                  <a:pt x="1032826" y="17946"/>
                  <a:pt x="1028044" y="11565"/>
                  <a:pt x="1021896" y="11565"/>
                </a:cubicBezTo>
                <a:cubicBezTo>
                  <a:pt x="1016430" y="11565"/>
                  <a:pt x="1010053" y="17032"/>
                  <a:pt x="1010053" y="22498"/>
                </a:cubicBezTo>
                <a:moveTo>
                  <a:pt x="1030779" y="131224"/>
                </a:moveTo>
                <a:lnTo>
                  <a:pt x="1030779" y="85898"/>
                </a:lnTo>
                <a:cubicBezTo>
                  <a:pt x="1030779" y="74510"/>
                  <a:pt x="1031689" y="59883"/>
                  <a:pt x="1031689" y="59883"/>
                </a:cubicBezTo>
                <a:cubicBezTo>
                  <a:pt x="1031689" y="58962"/>
                  <a:pt x="1030550" y="58271"/>
                  <a:pt x="1028729" y="58271"/>
                </a:cubicBezTo>
                <a:cubicBezTo>
                  <a:pt x="1022352" y="60804"/>
                  <a:pt x="1013240" y="62875"/>
                  <a:pt x="997525" y="64943"/>
                </a:cubicBezTo>
                <a:cubicBezTo>
                  <a:pt x="997070" y="66312"/>
                  <a:pt x="997525" y="69954"/>
                  <a:pt x="997981" y="71323"/>
                </a:cubicBezTo>
                <a:cubicBezTo>
                  <a:pt x="1010509" y="72460"/>
                  <a:pt x="1012785" y="73829"/>
                  <a:pt x="1012785" y="86812"/>
                </a:cubicBezTo>
                <a:lnTo>
                  <a:pt x="1012785" y="131224"/>
                </a:lnTo>
                <a:cubicBezTo>
                  <a:pt x="1012785" y="150129"/>
                  <a:pt x="1010279" y="150813"/>
                  <a:pt x="996389" y="151953"/>
                </a:cubicBezTo>
                <a:cubicBezTo>
                  <a:pt x="995020" y="153319"/>
                  <a:pt x="995020" y="158101"/>
                  <a:pt x="996389" y="159466"/>
                </a:cubicBezTo>
                <a:cubicBezTo>
                  <a:pt x="1003902" y="159241"/>
                  <a:pt x="1012785" y="159011"/>
                  <a:pt x="1021896" y="159011"/>
                </a:cubicBezTo>
                <a:cubicBezTo>
                  <a:pt x="1031005" y="159011"/>
                  <a:pt x="1039658" y="159241"/>
                  <a:pt x="1047175" y="159466"/>
                </a:cubicBezTo>
                <a:cubicBezTo>
                  <a:pt x="1048540" y="158101"/>
                  <a:pt x="1048540" y="153319"/>
                  <a:pt x="1047175" y="151953"/>
                </a:cubicBezTo>
                <a:cubicBezTo>
                  <a:pt x="1033281" y="151043"/>
                  <a:pt x="1030779" y="150129"/>
                  <a:pt x="1030779" y="131224"/>
                </a:cubicBezTo>
                <a:close/>
                <a:moveTo>
                  <a:pt x="1061069" y="61385"/>
                </a:moveTo>
                <a:cubicBezTo>
                  <a:pt x="1057879" y="61385"/>
                  <a:pt x="1056968" y="64119"/>
                  <a:pt x="1056968" y="65940"/>
                </a:cubicBezTo>
                <a:lnTo>
                  <a:pt x="1056968" y="68901"/>
                </a:lnTo>
                <a:cubicBezTo>
                  <a:pt x="1056968" y="70041"/>
                  <a:pt x="1057194" y="70267"/>
                  <a:pt x="1058108" y="70267"/>
                </a:cubicBezTo>
                <a:lnTo>
                  <a:pt x="1071543" y="70267"/>
                </a:lnTo>
                <a:lnTo>
                  <a:pt x="1071543" y="138716"/>
                </a:lnTo>
                <a:cubicBezTo>
                  <a:pt x="1071543" y="154869"/>
                  <a:pt x="1078605" y="161246"/>
                  <a:pt x="1089079" y="161246"/>
                </a:cubicBezTo>
                <a:cubicBezTo>
                  <a:pt x="1099556" y="161246"/>
                  <a:pt x="1110944" y="156238"/>
                  <a:pt x="1119826" y="146219"/>
                </a:cubicBezTo>
                <a:cubicBezTo>
                  <a:pt x="1119371" y="143947"/>
                  <a:pt x="1118005" y="142581"/>
                  <a:pt x="1115726" y="142355"/>
                </a:cubicBezTo>
                <a:cubicBezTo>
                  <a:pt x="1109804" y="146904"/>
                  <a:pt x="1102972" y="148721"/>
                  <a:pt x="1097050" y="148721"/>
                </a:cubicBezTo>
                <a:cubicBezTo>
                  <a:pt x="1090903" y="148721"/>
                  <a:pt x="1089537" y="141900"/>
                  <a:pt x="1089537" y="127801"/>
                </a:cubicBezTo>
                <a:lnTo>
                  <a:pt x="1089537" y="70267"/>
                </a:lnTo>
                <a:lnTo>
                  <a:pt x="1113220" y="70267"/>
                </a:lnTo>
                <a:cubicBezTo>
                  <a:pt x="1115500" y="70267"/>
                  <a:pt x="1118687" y="69356"/>
                  <a:pt x="1118687" y="67306"/>
                </a:cubicBezTo>
                <a:lnTo>
                  <a:pt x="1118687" y="62754"/>
                </a:lnTo>
                <a:cubicBezTo>
                  <a:pt x="1118687" y="61843"/>
                  <a:pt x="1118005" y="61385"/>
                  <a:pt x="1116866" y="61385"/>
                </a:cubicBezTo>
                <a:lnTo>
                  <a:pt x="1089537" y="61385"/>
                </a:lnTo>
                <a:lnTo>
                  <a:pt x="1089537" y="52506"/>
                </a:lnTo>
                <a:cubicBezTo>
                  <a:pt x="1089537" y="37702"/>
                  <a:pt x="1090448" y="28590"/>
                  <a:pt x="1090448" y="28590"/>
                </a:cubicBezTo>
                <a:cubicBezTo>
                  <a:pt x="1090448" y="27224"/>
                  <a:pt x="1089763" y="26540"/>
                  <a:pt x="1088623" y="26540"/>
                </a:cubicBezTo>
                <a:cubicBezTo>
                  <a:pt x="1087713" y="26540"/>
                  <a:pt x="1085662" y="27453"/>
                  <a:pt x="1083616" y="28590"/>
                </a:cubicBezTo>
                <a:cubicBezTo>
                  <a:pt x="1081110" y="29959"/>
                  <a:pt x="1078830" y="31095"/>
                  <a:pt x="1075870" y="31780"/>
                </a:cubicBezTo>
                <a:cubicBezTo>
                  <a:pt x="1073138" y="32690"/>
                  <a:pt x="1070862" y="33375"/>
                  <a:pt x="1070862" y="34967"/>
                </a:cubicBezTo>
                <a:cubicBezTo>
                  <a:pt x="1070862" y="37702"/>
                  <a:pt x="1071543" y="36107"/>
                  <a:pt x="1071543" y="61385"/>
                </a:cubicBezTo>
                <a:lnTo>
                  <a:pt x="1061069" y="61385"/>
                </a:lnTo>
                <a:close/>
                <a:moveTo>
                  <a:pt x="1169703" y="195559"/>
                </a:moveTo>
                <a:cubicBezTo>
                  <a:pt x="1173345" y="189182"/>
                  <a:pt x="1176305" y="182802"/>
                  <a:pt x="1179040" y="175970"/>
                </a:cubicBezTo>
                <a:cubicBezTo>
                  <a:pt x="1197260" y="132009"/>
                  <a:pt x="1207508" y="108545"/>
                  <a:pt x="1219352" y="83035"/>
                </a:cubicBezTo>
                <a:cubicBezTo>
                  <a:pt x="1223904" y="73468"/>
                  <a:pt x="1227094" y="69826"/>
                  <a:pt x="1237798" y="68456"/>
                </a:cubicBezTo>
                <a:cubicBezTo>
                  <a:pt x="1239163" y="67091"/>
                  <a:pt x="1239163" y="62309"/>
                  <a:pt x="1237798" y="60940"/>
                </a:cubicBezTo>
                <a:cubicBezTo>
                  <a:pt x="1233242" y="61169"/>
                  <a:pt x="1228005" y="61398"/>
                  <a:pt x="1221628" y="61398"/>
                </a:cubicBezTo>
                <a:cubicBezTo>
                  <a:pt x="1214796" y="61398"/>
                  <a:pt x="1207734" y="61169"/>
                  <a:pt x="1200902" y="60940"/>
                </a:cubicBezTo>
                <a:cubicBezTo>
                  <a:pt x="1199537" y="62309"/>
                  <a:pt x="1199537" y="67091"/>
                  <a:pt x="1200902" y="68456"/>
                </a:cubicBezTo>
                <a:cubicBezTo>
                  <a:pt x="1208190" y="69141"/>
                  <a:pt x="1215480" y="70507"/>
                  <a:pt x="1211835" y="78708"/>
                </a:cubicBezTo>
                <a:lnTo>
                  <a:pt x="1189288" y="130870"/>
                </a:lnTo>
                <a:cubicBezTo>
                  <a:pt x="1187693" y="134515"/>
                  <a:pt x="1185643" y="135196"/>
                  <a:pt x="1183822" y="130640"/>
                </a:cubicBezTo>
                <a:lnTo>
                  <a:pt x="1163552" y="83264"/>
                </a:lnTo>
                <a:cubicBezTo>
                  <a:pt x="1159454" y="73697"/>
                  <a:pt x="1158315" y="69370"/>
                  <a:pt x="1171068" y="68456"/>
                </a:cubicBezTo>
                <a:cubicBezTo>
                  <a:pt x="1172434" y="67091"/>
                  <a:pt x="1172434" y="62309"/>
                  <a:pt x="1171068" y="60940"/>
                </a:cubicBezTo>
                <a:cubicBezTo>
                  <a:pt x="1162641" y="61169"/>
                  <a:pt x="1153533" y="61398"/>
                  <a:pt x="1145335" y="61398"/>
                </a:cubicBezTo>
                <a:cubicBezTo>
                  <a:pt x="1137589" y="61398"/>
                  <a:pt x="1131442" y="61169"/>
                  <a:pt x="1126886" y="60940"/>
                </a:cubicBezTo>
                <a:cubicBezTo>
                  <a:pt x="1125520" y="62309"/>
                  <a:pt x="1125520" y="67091"/>
                  <a:pt x="1126886" y="68456"/>
                </a:cubicBezTo>
                <a:cubicBezTo>
                  <a:pt x="1135997" y="69596"/>
                  <a:pt x="1138955" y="71647"/>
                  <a:pt x="1144876" y="85540"/>
                </a:cubicBezTo>
                <a:lnTo>
                  <a:pt x="1170613" y="145448"/>
                </a:lnTo>
                <a:cubicBezTo>
                  <a:pt x="1172663" y="150004"/>
                  <a:pt x="1176079" y="160481"/>
                  <a:pt x="1173803" y="166858"/>
                </a:cubicBezTo>
                <a:cubicBezTo>
                  <a:pt x="1171068" y="174375"/>
                  <a:pt x="1168337" y="180752"/>
                  <a:pt x="1164921" y="187813"/>
                </a:cubicBezTo>
                <a:cubicBezTo>
                  <a:pt x="1162415" y="192369"/>
                  <a:pt x="1159225" y="194419"/>
                  <a:pt x="1153533" y="194419"/>
                </a:cubicBezTo>
                <a:cubicBezTo>
                  <a:pt x="1150343" y="194419"/>
                  <a:pt x="1149432" y="193738"/>
                  <a:pt x="1146927" y="193738"/>
                </a:cubicBezTo>
                <a:cubicBezTo>
                  <a:pt x="1140324" y="193738"/>
                  <a:pt x="1136908" y="200570"/>
                  <a:pt x="1136908" y="203531"/>
                </a:cubicBezTo>
                <a:cubicBezTo>
                  <a:pt x="1136908" y="208313"/>
                  <a:pt x="1141460" y="211955"/>
                  <a:pt x="1147611" y="211955"/>
                </a:cubicBezTo>
                <a:cubicBezTo>
                  <a:pt x="1152393" y="211955"/>
                  <a:pt x="1161505" y="210134"/>
                  <a:pt x="1169703" y="195559"/>
                </a:cubicBezTo>
                <a:close/>
                <a:moveTo>
                  <a:pt x="1376038" y="130717"/>
                </a:moveTo>
                <a:cubicBezTo>
                  <a:pt x="1376038" y="135047"/>
                  <a:pt x="1375583" y="136871"/>
                  <a:pt x="1372396" y="139606"/>
                </a:cubicBezTo>
                <a:cubicBezTo>
                  <a:pt x="1363969" y="146897"/>
                  <a:pt x="1356682" y="150542"/>
                  <a:pt x="1350986" y="150542"/>
                </a:cubicBezTo>
                <a:cubicBezTo>
                  <a:pt x="1338691" y="150542"/>
                  <a:pt x="1325937" y="137097"/>
                  <a:pt x="1325937" y="108611"/>
                </a:cubicBezTo>
                <a:cubicBezTo>
                  <a:pt x="1325937" y="92205"/>
                  <a:pt x="1329124" y="83090"/>
                  <a:pt x="1332540" y="78305"/>
                </a:cubicBezTo>
                <a:cubicBezTo>
                  <a:pt x="1339601" y="67595"/>
                  <a:pt x="1349165" y="66910"/>
                  <a:pt x="1353721" y="66910"/>
                </a:cubicBezTo>
                <a:cubicBezTo>
                  <a:pt x="1361919" y="66910"/>
                  <a:pt x="1367614" y="69874"/>
                  <a:pt x="1372167" y="75115"/>
                </a:cubicBezTo>
                <a:cubicBezTo>
                  <a:pt x="1375357" y="78760"/>
                  <a:pt x="1376038" y="80355"/>
                  <a:pt x="1376038" y="87420"/>
                </a:cubicBezTo>
                <a:lnTo>
                  <a:pt x="1376038" y="130717"/>
                </a:lnTo>
                <a:moveTo>
                  <a:pt x="1373536" y="147581"/>
                </a:moveTo>
                <a:cubicBezTo>
                  <a:pt x="1374672" y="146671"/>
                  <a:pt x="1376723" y="146212"/>
                  <a:pt x="1376952" y="147807"/>
                </a:cubicBezTo>
                <a:cubicBezTo>
                  <a:pt x="1377633" y="153277"/>
                  <a:pt x="1379457" y="161246"/>
                  <a:pt x="1379457" y="161246"/>
                </a:cubicBezTo>
                <a:cubicBezTo>
                  <a:pt x="1381278" y="161930"/>
                  <a:pt x="1382415" y="161704"/>
                  <a:pt x="1383784" y="161246"/>
                </a:cubicBezTo>
                <a:cubicBezTo>
                  <a:pt x="1388792" y="157138"/>
                  <a:pt x="1396764" y="153722"/>
                  <a:pt x="1410657" y="152127"/>
                </a:cubicBezTo>
                <a:cubicBezTo>
                  <a:pt x="1412023" y="150761"/>
                  <a:pt x="1412023" y="147345"/>
                  <a:pt x="1410657" y="145979"/>
                </a:cubicBezTo>
                <a:cubicBezTo>
                  <a:pt x="1396082" y="144840"/>
                  <a:pt x="1394032" y="140510"/>
                  <a:pt x="1394032" y="129344"/>
                </a:cubicBezTo>
                <a:lnTo>
                  <a:pt x="1394032" y="26119"/>
                </a:lnTo>
                <a:cubicBezTo>
                  <a:pt x="1394032" y="11308"/>
                  <a:pt x="1394943" y="2248"/>
                  <a:pt x="1394943" y="2248"/>
                </a:cubicBezTo>
                <a:cubicBezTo>
                  <a:pt x="1394943" y="678"/>
                  <a:pt x="1394032" y="0"/>
                  <a:pt x="1391982" y="0"/>
                </a:cubicBezTo>
                <a:cubicBezTo>
                  <a:pt x="1386290" y="2248"/>
                  <a:pt x="1369206" y="5393"/>
                  <a:pt x="1360098" y="6068"/>
                </a:cubicBezTo>
                <a:cubicBezTo>
                  <a:pt x="1359642" y="7892"/>
                  <a:pt x="1360098" y="11534"/>
                  <a:pt x="1361463" y="12900"/>
                </a:cubicBezTo>
                <a:cubicBezTo>
                  <a:pt x="1373307" y="13584"/>
                  <a:pt x="1376038" y="12444"/>
                  <a:pt x="1376038" y="31589"/>
                </a:cubicBezTo>
                <a:lnTo>
                  <a:pt x="1376038" y="60763"/>
                </a:lnTo>
                <a:cubicBezTo>
                  <a:pt x="1376038" y="62358"/>
                  <a:pt x="1375583" y="62813"/>
                  <a:pt x="1373991" y="62813"/>
                </a:cubicBezTo>
                <a:cubicBezTo>
                  <a:pt x="1373077" y="62813"/>
                  <a:pt x="1363743" y="58938"/>
                  <a:pt x="1356226" y="58938"/>
                </a:cubicBezTo>
                <a:cubicBezTo>
                  <a:pt x="1341193" y="58938"/>
                  <a:pt x="1331174" y="63949"/>
                  <a:pt x="1322062" y="72606"/>
                </a:cubicBezTo>
                <a:cubicBezTo>
                  <a:pt x="1312269" y="82406"/>
                  <a:pt x="1306348" y="95851"/>
                  <a:pt x="1306348" y="112712"/>
                </a:cubicBezTo>
                <a:cubicBezTo>
                  <a:pt x="1306348" y="140746"/>
                  <a:pt x="1320471" y="161246"/>
                  <a:pt x="1345068" y="161246"/>
                </a:cubicBezTo>
                <a:cubicBezTo>
                  <a:pt x="1353947" y="161246"/>
                  <a:pt x="1362374" y="156693"/>
                  <a:pt x="1373536" y="147581"/>
                </a:cubicBezTo>
                <a:close/>
                <a:moveTo>
                  <a:pt x="1433204" y="22498"/>
                </a:moveTo>
                <a:cubicBezTo>
                  <a:pt x="1433204" y="28420"/>
                  <a:pt x="1438671" y="34341"/>
                  <a:pt x="1444134" y="34341"/>
                </a:cubicBezTo>
                <a:cubicBezTo>
                  <a:pt x="1450511" y="34341"/>
                  <a:pt x="1455977" y="28194"/>
                  <a:pt x="1455977" y="23408"/>
                </a:cubicBezTo>
                <a:cubicBezTo>
                  <a:pt x="1455977" y="17946"/>
                  <a:pt x="1451195" y="11565"/>
                  <a:pt x="1445048" y="11565"/>
                </a:cubicBezTo>
                <a:cubicBezTo>
                  <a:pt x="1439581" y="11565"/>
                  <a:pt x="1433204" y="17032"/>
                  <a:pt x="1433204" y="22498"/>
                </a:cubicBezTo>
                <a:moveTo>
                  <a:pt x="1453930" y="131224"/>
                </a:moveTo>
                <a:lnTo>
                  <a:pt x="1453930" y="85898"/>
                </a:lnTo>
                <a:cubicBezTo>
                  <a:pt x="1453930" y="74510"/>
                  <a:pt x="1454841" y="59883"/>
                  <a:pt x="1454841" y="59883"/>
                </a:cubicBezTo>
                <a:cubicBezTo>
                  <a:pt x="1454841" y="58962"/>
                  <a:pt x="1453701" y="58271"/>
                  <a:pt x="1451880" y="58271"/>
                </a:cubicBezTo>
                <a:cubicBezTo>
                  <a:pt x="1445503" y="60804"/>
                  <a:pt x="1436391" y="62875"/>
                  <a:pt x="1420677" y="64943"/>
                </a:cubicBezTo>
                <a:cubicBezTo>
                  <a:pt x="1420221" y="66312"/>
                  <a:pt x="1420677" y="69954"/>
                  <a:pt x="1421132" y="71323"/>
                </a:cubicBezTo>
                <a:cubicBezTo>
                  <a:pt x="1433660" y="72460"/>
                  <a:pt x="1435936" y="73829"/>
                  <a:pt x="1435936" y="86812"/>
                </a:cubicBezTo>
                <a:lnTo>
                  <a:pt x="1435936" y="131224"/>
                </a:lnTo>
                <a:cubicBezTo>
                  <a:pt x="1435936" y="150129"/>
                  <a:pt x="1433430" y="150813"/>
                  <a:pt x="1419540" y="151953"/>
                </a:cubicBezTo>
                <a:cubicBezTo>
                  <a:pt x="1418171" y="153319"/>
                  <a:pt x="1418171" y="158101"/>
                  <a:pt x="1419540" y="159466"/>
                </a:cubicBezTo>
                <a:cubicBezTo>
                  <a:pt x="1427053" y="159241"/>
                  <a:pt x="1435936" y="159011"/>
                  <a:pt x="1445048" y="159011"/>
                </a:cubicBezTo>
                <a:cubicBezTo>
                  <a:pt x="1454156" y="159011"/>
                  <a:pt x="1462809" y="159241"/>
                  <a:pt x="1470326" y="159466"/>
                </a:cubicBezTo>
                <a:cubicBezTo>
                  <a:pt x="1471691" y="158101"/>
                  <a:pt x="1471691" y="153319"/>
                  <a:pt x="1470326" y="151953"/>
                </a:cubicBezTo>
                <a:cubicBezTo>
                  <a:pt x="1456432" y="151043"/>
                  <a:pt x="1453930" y="150129"/>
                  <a:pt x="1453930" y="131224"/>
                </a:cubicBezTo>
                <a:close/>
                <a:moveTo>
                  <a:pt x="1485357" y="127527"/>
                </a:moveTo>
                <a:cubicBezTo>
                  <a:pt x="1486267" y="138692"/>
                  <a:pt x="1486952" y="149402"/>
                  <a:pt x="1486952" y="158969"/>
                </a:cubicBezTo>
                <a:cubicBezTo>
                  <a:pt x="1489228" y="158514"/>
                  <a:pt x="1491508" y="158288"/>
                  <a:pt x="1492644" y="158288"/>
                </a:cubicBezTo>
                <a:cubicBezTo>
                  <a:pt x="1494239" y="158288"/>
                  <a:pt x="1495605" y="158288"/>
                  <a:pt x="1497200" y="158744"/>
                </a:cubicBezTo>
                <a:cubicBezTo>
                  <a:pt x="1503351" y="160335"/>
                  <a:pt x="1509498" y="161246"/>
                  <a:pt x="1517925" y="161246"/>
                </a:cubicBezTo>
                <a:cubicBezTo>
                  <a:pt x="1530679" y="161246"/>
                  <a:pt x="1554136" y="155098"/>
                  <a:pt x="1554136" y="132538"/>
                </a:cubicBezTo>
                <a:cubicBezTo>
                  <a:pt x="1554136" y="117046"/>
                  <a:pt x="1542978" y="107930"/>
                  <a:pt x="1527489" y="102231"/>
                </a:cubicBezTo>
                <a:cubicBezTo>
                  <a:pt x="1513825" y="96991"/>
                  <a:pt x="1504716" y="93571"/>
                  <a:pt x="1504716" y="81040"/>
                </a:cubicBezTo>
                <a:cubicBezTo>
                  <a:pt x="1504716" y="71695"/>
                  <a:pt x="1512914" y="66455"/>
                  <a:pt x="1520657" y="66455"/>
                </a:cubicBezTo>
                <a:cubicBezTo>
                  <a:pt x="1525668" y="66455"/>
                  <a:pt x="1538877" y="68279"/>
                  <a:pt x="1541838" y="87650"/>
                </a:cubicBezTo>
                <a:cubicBezTo>
                  <a:pt x="1543203" y="89015"/>
                  <a:pt x="1547759" y="88786"/>
                  <a:pt x="1549125" y="87420"/>
                </a:cubicBezTo>
                <a:cubicBezTo>
                  <a:pt x="1549810" y="79215"/>
                  <a:pt x="1550265" y="70785"/>
                  <a:pt x="1550494" y="63268"/>
                </a:cubicBezTo>
                <a:cubicBezTo>
                  <a:pt x="1543433" y="62128"/>
                  <a:pt x="1532500" y="58938"/>
                  <a:pt x="1520657" y="58938"/>
                </a:cubicBezTo>
                <a:cubicBezTo>
                  <a:pt x="1503806" y="58938"/>
                  <a:pt x="1488547" y="69874"/>
                  <a:pt x="1488547" y="84459"/>
                </a:cubicBezTo>
                <a:cubicBezTo>
                  <a:pt x="1488547" y="101091"/>
                  <a:pt x="1496060" y="108156"/>
                  <a:pt x="1513599" y="115451"/>
                </a:cubicBezTo>
                <a:cubicBezTo>
                  <a:pt x="1532500" y="123197"/>
                  <a:pt x="1536827" y="127982"/>
                  <a:pt x="1536827" y="137782"/>
                </a:cubicBezTo>
                <a:cubicBezTo>
                  <a:pt x="1536827" y="148947"/>
                  <a:pt x="1525897" y="153732"/>
                  <a:pt x="1517470" y="153732"/>
                </a:cubicBezTo>
                <a:cubicBezTo>
                  <a:pt x="1508588" y="153732"/>
                  <a:pt x="1503577" y="150768"/>
                  <a:pt x="1501300" y="148263"/>
                </a:cubicBezTo>
                <a:cubicBezTo>
                  <a:pt x="1496289" y="143022"/>
                  <a:pt x="1493784" y="132996"/>
                  <a:pt x="1492418" y="127297"/>
                </a:cubicBezTo>
                <a:cubicBezTo>
                  <a:pt x="1491052" y="125931"/>
                  <a:pt x="1486722" y="126157"/>
                  <a:pt x="1485357" y="127527"/>
                </a:cubicBezTo>
                <a:close/>
                <a:moveTo>
                  <a:pt x="1573041" y="61385"/>
                </a:moveTo>
                <a:cubicBezTo>
                  <a:pt x="1569851" y="61385"/>
                  <a:pt x="1568940" y="64119"/>
                  <a:pt x="1568940" y="65940"/>
                </a:cubicBezTo>
                <a:lnTo>
                  <a:pt x="1568940" y="68901"/>
                </a:lnTo>
                <a:cubicBezTo>
                  <a:pt x="1568940" y="70041"/>
                  <a:pt x="1569166" y="70267"/>
                  <a:pt x="1570080" y="70267"/>
                </a:cubicBezTo>
                <a:lnTo>
                  <a:pt x="1583515" y="70267"/>
                </a:lnTo>
                <a:lnTo>
                  <a:pt x="1583515" y="138716"/>
                </a:lnTo>
                <a:cubicBezTo>
                  <a:pt x="1583515" y="154869"/>
                  <a:pt x="1590576" y="161246"/>
                  <a:pt x="1601050" y="161246"/>
                </a:cubicBezTo>
                <a:cubicBezTo>
                  <a:pt x="1611528" y="161246"/>
                  <a:pt x="1622916" y="156238"/>
                  <a:pt x="1631798" y="146219"/>
                </a:cubicBezTo>
                <a:cubicBezTo>
                  <a:pt x="1631343" y="143947"/>
                  <a:pt x="1629977" y="142581"/>
                  <a:pt x="1627698" y="142355"/>
                </a:cubicBezTo>
                <a:cubicBezTo>
                  <a:pt x="1621776" y="146904"/>
                  <a:pt x="1614944" y="148721"/>
                  <a:pt x="1609022" y="148721"/>
                </a:cubicBezTo>
                <a:cubicBezTo>
                  <a:pt x="1602875" y="148721"/>
                  <a:pt x="1601509" y="141900"/>
                  <a:pt x="1601509" y="127801"/>
                </a:cubicBezTo>
                <a:lnTo>
                  <a:pt x="1601509" y="70267"/>
                </a:lnTo>
                <a:lnTo>
                  <a:pt x="1625192" y="70267"/>
                </a:lnTo>
                <a:cubicBezTo>
                  <a:pt x="1627472" y="70267"/>
                  <a:pt x="1630659" y="69356"/>
                  <a:pt x="1630659" y="67306"/>
                </a:cubicBezTo>
                <a:lnTo>
                  <a:pt x="1630659" y="62754"/>
                </a:lnTo>
                <a:cubicBezTo>
                  <a:pt x="1630659" y="61843"/>
                  <a:pt x="1629977" y="61385"/>
                  <a:pt x="1628838" y="61385"/>
                </a:cubicBezTo>
                <a:lnTo>
                  <a:pt x="1601509" y="61385"/>
                </a:lnTo>
                <a:lnTo>
                  <a:pt x="1601509" y="52506"/>
                </a:lnTo>
                <a:cubicBezTo>
                  <a:pt x="1601509" y="37702"/>
                  <a:pt x="1602420" y="28590"/>
                  <a:pt x="1602420" y="28590"/>
                </a:cubicBezTo>
                <a:cubicBezTo>
                  <a:pt x="1602420" y="27224"/>
                  <a:pt x="1601735" y="26540"/>
                  <a:pt x="1600595" y="26540"/>
                </a:cubicBezTo>
                <a:cubicBezTo>
                  <a:pt x="1599685" y="26540"/>
                  <a:pt x="1597634" y="27453"/>
                  <a:pt x="1595588" y="28590"/>
                </a:cubicBezTo>
                <a:cubicBezTo>
                  <a:pt x="1593082" y="29959"/>
                  <a:pt x="1590802" y="31095"/>
                  <a:pt x="1587842" y="31780"/>
                </a:cubicBezTo>
                <a:cubicBezTo>
                  <a:pt x="1585110" y="32690"/>
                  <a:pt x="1582834" y="33375"/>
                  <a:pt x="1582834" y="34967"/>
                </a:cubicBezTo>
                <a:cubicBezTo>
                  <a:pt x="1582834" y="37702"/>
                  <a:pt x="1583515" y="36107"/>
                  <a:pt x="1583515" y="61385"/>
                </a:cubicBezTo>
                <a:lnTo>
                  <a:pt x="1573041" y="61385"/>
                </a:lnTo>
                <a:close/>
                <a:moveTo>
                  <a:pt x="1701945" y="105880"/>
                </a:moveTo>
                <a:lnTo>
                  <a:pt x="1701945" y="135957"/>
                </a:lnTo>
                <a:cubicBezTo>
                  <a:pt x="1701945" y="138921"/>
                  <a:pt x="1700576" y="140517"/>
                  <a:pt x="1698755" y="141882"/>
                </a:cubicBezTo>
                <a:cubicBezTo>
                  <a:pt x="1692833" y="146668"/>
                  <a:pt x="1685091" y="151911"/>
                  <a:pt x="1678714" y="151911"/>
                </a:cubicBezTo>
                <a:cubicBezTo>
                  <a:pt x="1667326" y="151911"/>
                  <a:pt x="1662315" y="142796"/>
                  <a:pt x="1662315" y="135731"/>
                </a:cubicBezTo>
                <a:cubicBezTo>
                  <a:pt x="1662315" y="125476"/>
                  <a:pt x="1667100" y="114992"/>
                  <a:pt x="1683951" y="110665"/>
                </a:cubicBezTo>
                <a:lnTo>
                  <a:pt x="1701945" y="105880"/>
                </a:lnTo>
                <a:moveTo>
                  <a:pt x="1701945" y="148037"/>
                </a:moveTo>
                <a:cubicBezTo>
                  <a:pt x="1703311" y="155098"/>
                  <a:pt x="1705816" y="161246"/>
                  <a:pt x="1717204" y="161246"/>
                </a:cubicBezTo>
                <a:cubicBezTo>
                  <a:pt x="1725857" y="161246"/>
                  <a:pt x="1734055" y="157374"/>
                  <a:pt x="1738837" y="152822"/>
                </a:cubicBezTo>
                <a:cubicBezTo>
                  <a:pt x="1738382" y="150087"/>
                  <a:pt x="1737471" y="148037"/>
                  <a:pt x="1734966" y="146671"/>
                </a:cubicBezTo>
                <a:cubicBezTo>
                  <a:pt x="1733374" y="148037"/>
                  <a:pt x="1729499" y="150316"/>
                  <a:pt x="1726538" y="150316"/>
                </a:cubicBezTo>
                <a:cubicBezTo>
                  <a:pt x="1719936" y="150316"/>
                  <a:pt x="1719706" y="141427"/>
                  <a:pt x="1719706" y="130946"/>
                </a:cubicBezTo>
                <a:lnTo>
                  <a:pt x="1719706" y="97446"/>
                </a:lnTo>
                <a:cubicBezTo>
                  <a:pt x="1719706" y="65089"/>
                  <a:pt x="1701945" y="58938"/>
                  <a:pt x="1685317" y="58938"/>
                </a:cubicBezTo>
                <a:cubicBezTo>
                  <a:pt x="1666641" y="58938"/>
                  <a:pt x="1647740" y="71240"/>
                  <a:pt x="1647740" y="84230"/>
                </a:cubicBezTo>
                <a:cubicBezTo>
                  <a:pt x="1647740" y="89700"/>
                  <a:pt x="1650471" y="92435"/>
                  <a:pt x="1655712" y="92435"/>
                </a:cubicBezTo>
                <a:cubicBezTo>
                  <a:pt x="1662315" y="92435"/>
                  <a:pt x="1666415" y="87650"/>
                  <a:pt x="1666415" y="84685"/>
                </a:cubicBezTo>
                <a:cubicBezTo>
                  <a:pt x="1666415" y="83090"/>
                  <a:pt x="1666186" y="81495"/>
                  <a:pt x="1665731" y="80585"/>
                </a:cubicBezTo>
                <a:cubicBezTo>
                  <a:pt x="1665505" y="79900"/>
                  <a:pt x="1665276" y="78534"/>
                  <a:pt x="1665276" y="76025"/>
                </a:cubicBezTo>
                <a:cubicBezTo>
                  <a:pt x="1665276" y="68960"/>
                  <a:pt x="1674843" y="66455"/>
                  <a:pt x="1683496" y="66455"/>
                </a:cubicBezTo>
                <a:cubicBezTo>
                  <a:pt x="1691238" y="66455"/>
                  <a:pt x="1701945" y="70330"/>
                  <a:pt x="1701945" y="96080"/>
                </a:cubicBezTo>
                <a:cubicBezTo>
                  <a:pt x="1701945" y="97675"/>
                  <a:pt x="1701260" y="98586"/>
                  <a:pt x="1700576" y="98815"/>
                </a:cubicBezTo>
                <a:lnTo>
                  <a:pt x="1680990" y="103600"/>
                </a:lnTo>
                <a:cubicBezTo>
                  <a:pt x="1659128" y="109070"/>
                  <a:pt x="1643414" y="121146"/>
                  <a:pt x="1643414" y="136642"/>
                </a:cubicBezTo>
                <a:cubicBezTo>
                  <a:pt x="1643414" y="155328"/>
                  <a:pt x="1656167" y="161246"/>
                  <a:pt x="1672108" y="161246"/>
                </a:cubicBezTo>
                <a:cubicBezTo>
                  <a:pt x="1680080" y="161246"/>
                  <a:pt x="1686912" y="159425"/>
                  <a:pt x="1696934" y="151682"/>
                </a:cubicBezTo>
                <a:lnTo>
                  <a:pt x="1701490" y="148037"/>
                </a:lnTo>
                <a:lnTo>
                  <a:pt x="1701945" y="148037"/>
                </a:lnTo>
                <a:close/>
                <a:moveTo>
                  <a:pt x="1781199" y="77394"/>
                </a:moveTo>
                <a:cubicBezTo>
                  <a:pt x="1779833" y="78990"/>
                  <a:pt x="1778467" y="79448"/>
                  <a:pt x="1778467" y="77394"/>
                </a:cubicBezTo>
                <a:cubicBezTo>
                  <a:pt x="1778238" y="71240"/>
                  <a:pt x="1777782" y="62358"/>
                  <a:pt x="1776643" y="60078"/>
                </a:cubicBezTo>
                <a:cubicBezTo>
                  <a:pt x="1776187" y="58938"/>
                  <a:pt x="1775732" y="58257"/>
                  <a:pt x="1773911" y="58257"/>
                </a:cubicBezTo>
                <a:cubicBezTo>
                  <a:pt x="1767534" y="60763"/>
                  <a:pt x="1761613" y="62813"/>
                  <a:pt x="1745898" y="64860"/>
                </a:cubicBezTo>
                <a:cubicBezTo>
                  <a:pt x="1745443" y="66229"/>
                  <a:pt x="1745898" y="69871"/>
                  <a:pt x="1746353" y="71240"/>
                </a:cubicBezTo>
                <a:cubicBezTo>
                  <a:pt x="1758652" y="72380"/>
                  <a:pt x="1761157" y="73520"/>
                  <a:pt x="1761157" y="86743"/>
                </a:cubicBezTo>
                <a:lnTo>
                  <a:pt x="1761157" y="131203"/>
                </a:lnTo>
                <a:cubicBezTo>
                  <a:pt x="1761157" y="149899"/>
                  <a:pt x="1758881" y="150813"/>
                  <a:pt x="1745214" y="151953"/>
                </a:cubicBezTo>
                <a:cubicBezTo>
                  <a:pt x="1743848" y="153319"/>
                  <a:pt x="1743848" y="158101"/>
                  <a:pt x="1745214" y="159466"/>
                </a:cubicBezTo>
                <a:cubicBezTo>
                  <a:pt x="1752049" y="159241"/>
                  <a:pt x="1761157" y="159011"/>
                  <a:pt x="1770266" y="159011"/>
                </a:cubicBezTo>
                <a:cubicBezTo>
                  <a:pt x="1779378" y="159011"/>
                  <a:pt x="1786210" y="159241"/>
                  <a:pt x="1793042" y="159466"/>
                </a:cubicBezTo>
                <a:cubicBezTo>
                  <a:pt x="1794407" y="158101"/>
                  <a:pt x="1794407" y="153319"/>
                  <a:pt x="1793042" y="151953"/>
                </a:cubicBezTo>
                <a:cubicBezTo>
                  <a:pt x="1781428" y="150813"/>
                  <a:pt x="1779148" y="149899"/>
                  <a:pt x="1779148" y="131203"/>
                </a:cubicBezTo>
                <a:lnTo>
                  <a:pt x="1779148" y="93811"/>
                </a:lnTo>
                <a:cubicBezTo>
                  <a:pt x="1779148" y="89022"/>
                  <a:pt x="1781199" y="86287"/>
                  <a:pt x="1783019" y="84237"/>
                </a:cubicBezTo>
                <a:cubicBezTo>
                  <a:pt x="1791676" y="75799"/>
                  <a:pt x="1801924" y="70781"/>
                  <a:pt x="1810807" y="70781"/>
                </a:cubicBezTo>
                <a:cubicBezTo>
                  <a:pt x="1815362" y="70781"/>
                  <a:pt x="1820144" y="73746"/>
                  <a:pt x="1822876" y="78990"/>
                </a:cubicBezTo>
                <a:cubicBezTo>
                  <a:pt x="1825155" y="83552"/>
                  <a:pt x="1825611" y="89707"/>
                  <a:pt x="1825611" y="96546"/>
                </a:cubicBezTo>
                <a:lnTo>
                  <a:pt x="1825611" y="131203"/>
                </a:lnTo>
                <a:cubicBezTo>
                  <a:pt x="1825611" y="149899"/>
                  <a:pt x="1823331" y="150813"/>
                  <a:pt x="1811488" y="151953"/>
                </a:cubicBezTo>
                <a:cubicBezTo>
                  <a:pt x="1810351" y="153319"/>
                  <a:pt x="1810351" y="158101"/>
                  <a:pt x="1811488" y="159466"/>
                </a:cubicBezTo>
                <a:cubicBezTo>
                  <a:pt x="1818323" y="159241"/>
                  <a:pt x="1825611" y="159011"/>
                  <a:pt x="1834719" y="159011"/>
                </a:cubicBezTo>
                <a:cubicBezTo>
                  <a:pt x="1843831" y="159011"/>
                  <a:pt x="1852028" y="159241"/>
                  <a:pt x="1858861" y="159466"/>
                </a:cubicBezTo>
                <a:cubicBezTo>
                  <a:pt x="1860000" y="158101"/>
                  <a:pt x="1860000" y="153319"/>
                  <a:pt x="1858861" y="151953"/>
                </a:cubicBezTo>
                <a:cubicBezTo>
                  <a:pt x="1846107" y="150813"/>
                  <a:pt x="1843601" y="149899"/>
                  <a:pt x="1843601" y="131203"/>
                </a:cubicBezTo>
                <a:lnTo>
                  <a:pt x="1843601" y="97230"/>
                </a:lnTo>
                <a:cubicBezTo>
                  <a:pt x="1843601" y="84692"/>
                  <a:pt x="1842691" y="73746"/>
                  <a:pt x="1837454" y="66684"/>
                </a:cubicBezTo>
                <a:cubicBezTo>
                  <a:pt x="1833579" y="61673"/>
                  <a:pt x="1826521" y="58938"/>
                  <a:pt x="1818549" y="58938"/>
                </a:cubicBezTo>
                <a:cubicBezTo>
                  <a:pt x="1807391" y="58938"/>
                  <a:pt x="1794637" y="61899"/>
                  <a:pt x="1781199" y="77394"/>
                </a:cubicBezTo>
                <a:close/>
                <a:moveTo>
                  <a:pt x="1953375" y="138237"/>
                </a:moveTo>
                <a:cubicBezTo>
                  <a:pt x="1952465" y="136187"/>
                  <a:pt x="1950640" y="135276"/>
                  <a:pt x="1948593" y="135047"/>
                </a:cubicBezTo>
                <a:cubicBezTo>
                  <a:pt x="1940847" y="145076"/>
                  <a:pt x="1931054" y="150087"/>
                  <a:pt x="1921262" y="150087"/>
                </a:cubicBezTo>
                <a:cubicBezTo>
                  <a:pt x="1904637" y="150087"/>
                  <a:pt x="1890743" y="133226"/>
                  <a:pt x="1890743" y="106561"/>
                </a:cubicBezTo>
                <a:cubicBezTo>
                  <a:pt x="1890743" y="81495"/>
                  <a:pt x="1901676" y="66455"/>
                  <a:pt x="1916709" y="66455"/>
                </a:cubicBezTo>
                <a:cubicBezTo>
                  <a:pt x="1930144" y="66455"/>
                  <a:pt x="1931965" y="74430"/>
                  <a:pt x="1932879" y="82406"/>
                </a:cubicBezTo>
                <a:cubicBezTo>
                  <a:pt x="1933560" y="88560"/>
                  <a:pt x="1936750" y="90610"/>
                  <a:pt x="1941532" y="90610"/>
                </a:cubicBezTo>
                <a:cubicBezTo>
                  <a:pt x="1946314" y="90610"/>
                  <a:pt x="1952691" y="87650"/>
                  <a:pt x="1952691" y="80585"/>
                </a:cubicBezTo>
                <a:cubicBezTo>
                  <a:pt x="1952691" y="68050"/>
                  <a:pt x="1939711" y="58938"/>
                  <a:pt x="1917846" y="58938"/>
                </a:cubicBezTo>
                <a:cubicBezTo>
                  <a:pt x="1895299" y="58938"/>
                  <a:pt x="1871157" y="79215"/>
                  <a:pt x="1871157" y="111576"/>
                </a:cubicBezTo>
                <a:cubicBezTo>
                  <a:pt x="1871157" y="140972"/>
                  <a:pt x="1887556" y="161246"/>
                  <a:pt x="1916250" y="161246"/>
                </a:cubicBezTo>
                <a:cubicBezTo>
                  <a:pt x="1929918" y="161246"/>
                  <a:pt x="1941987" y="156919"/>
                  <a:pt x="1953375" y="138237"/>
                </a:cubicBezTo>
                <a:close/>
                <a:moveTo>
                  <a:pt x="1988448" y="94787"/>
                </a:moveTo>
                <a:cubicBezTo>
                  <a:pt x="1992774" y="69162"/>
                  <a:pt x="2008718" y="67122"/>
                  <a:pt x="2014184" y="67122"/>
                </a:cubicBezTo>
                <a:cubicBezTo>
                  <a:pt x="2022838" y="67122"/>
                  <a:pt x="2033086" y="71886"/>
                  <a:pt x="2033086" y="90934"/>
                </a:cubicBezTo>
                <a:cubicBezTo>
                  <a:pt x="2033086" y="92973"/>
                  <a:pt x="2032175" y="94110"/>
                  <a:pt x="2029670" y="94110"/>
                </a:cubicBezTo>
                <a:lnTo>
                  <a:pt x="1988448" y="94787"/>
                </a:lnTo>
                <a:moveTo>
                  <a:pt x="2048116" y="137799"/>
                </a:moveTo>
                <a:cubicBezTo>
                  <a:pt x="2039692" y="146449"/>
                  <a:pt x="2033086" y="150087"/>
                  <a:pt x="2019877" y="150087"/>
                </a:cubicBezTo>
                <a:cubicBezTo>
                  <a:pt x="2011679" y="150087"/>
                  <a:pt x="2002112" y="145309"/>
                  <a:pt x="1995054" y="133705"/>
                </a:cubicBezTo>
                <a:cubicBezTo>
                  <a:pt x="1990498" y="126196"/>
                  <a:pt x="1987763" y="115729"/>
                  <a:pt x="1987763" y="102530"/>
                </a:cubicBezTo>
                <a:lnTo>
                  <a:pt x="2048345" y="102985"/>
                </a:lnTo>
                <a:cubicBezTo>
                  <a:pt x="2051076" y="102985"/>
                  <a:pt x="2052671" y="101620"/>
                  <a:pt x="2052671" y="99114"/>
                </a:cubicBezTo>
                <a:cubicBezTo>
                  <a:pt x="2052671" y="80049"/>
                  <a:pt x="2045839" y="59605"/>
                  <a:pt x="2014184" y="59605"/>
                </a:cubicBezTo>
                <a:cubicBezTo>
                  <a:pt x="1994369" y="59605"/>
                  <a:pt x="1968633" y="78461"/>
                  <a:pt x="1968633" y="112997"/>
                </a:cubicBezTo>
                <a:cubicBezTo>
                  <a:pt x="1968633" y="125740"/>
                  <a:pt x="1971823" y="138028"/>
                  <a:pt x="1979339" y="146674"/>
                </a:cubicBezTo>
                <a:cubicBezTo>
                  <a:pt x="1987082" y="155783"/>
                  <a:pt x="1997785" y="161246"/>
                  <a:pt x="2014184" y="161246"/>
                </a:cubicBezTo>
                <a:cubicBezTo>
                  <a:pt x="2031491" y="161246"/>
                  <a:pt x="2043789" y="153277"/>
                  <a:pt x="2052901" y="141441"/>
                </a:cubicBezTo>
                <a:cubicBezTo>
                  <a:pt x="2052216" y="139165"/>
                  <a:pt x="2050851" y="138028"/>
                  <a:pt x="2048116" y="137799"/>
                </a:cubicBezTo>
                <a:close/>
                <a:moveTo>
                  <a:pt x="2197977" y="80241"/>
                </a:moveTo>
                <a:cubicBezTo>
                  <a:pt x="2197977" y="98224"/>
                  <a:pt x="2192737" y="104824"/>
                  <a:pt x="2172466" y="104824"/>
                </a:cubicBezTo>
                <a:lnTo>
                  <a:pt x="2162447" y="104824"/>
                </a:lnTo>
                <a:lnTo>
                  <a:pt x="2162447" y="75233"/>
                </a:lnTo>
                <a:cubicBezTo>
                  <a:pt x="2162447" y="63171"/>
                  <a:pt x="2164724" y="60895"/>
                  <a:pt x="2177477" y="60895"/>
                </a:cubicBezTo>
                <a:cubicBezTo>
                  <a:pt x="2193421" y="60895"/>
                  <a:pt x="2197977" y="66587"/>
                  <a:pt x="2197977" y="80241"/>
                </a:cubicBezTo>
                <a:moveTo>
                  <a:pt x="2162447" y="131241"/>
                </a:moveTo>
                <a:lnTo>
                  <a:pt x="2162447" y="111426"/>
                </a:lnTo>
                <a:lnTo>
                  <a:pt x="2174972" y="111426"/>
                </a:lnTo>
                <a:cubicBezTo>
                  <a:pt x="2183628" y="111426"/>
                  <a:pt x="2186815" y="118943"/>
                  <a:pt x="2189776" y="127370"/>
                </a:cubicBezTo>
                <a:lnTo>
                  <a:pt x="2194787" y="141034"/>
                </a:lnTo>
                <a:cubicBezTo>
                  <a:pt x="2200024" y="155116"/>
                  <a:pt x="2207770" y="160578"/>
                  <a:pt x="2217563" y="160578"/>
                </a:cubicBezTo>
                <a:cubicBezTo>
                  <a:pt x="2220979" y="160578"/>
                  <a:pt x="2228037" y="159897"/>
                  <a:pt x="2231908" y="158987"/>
                </a:cubicBezTo>
                <a:cubicBezTo>
                  <a:pt x="2232593" y="156707"/>
                  <a:pt x="2232138" y="154431"/>
                  <a:pt x="2230542" y="152610"/>
                </a:cubicBezTo>
                <a:cubicBezTo>
                  <a:pt x="2222345" y="152610"/>
                  <a:pt x="2218018" y="151244"/>
                  <a:pt x="2213462" y="139411"/>
                </a:cubicBezTo>
                <a:lnTo>
                  <a:pt x="2206856" y="122349"/>
                </a:lnTo>
                <a:cubicBezTo>
                  <a:pt x="2204125" y="115298"/>
                  <a:pt x="2201393" y="111426"/>
                  <a:pt x="2198432" y="108469"/>
                </a:cubicBezTo>
                <a:lnTo>
                  <a:pt x="2198432" y="108010"/>
                </a:lnTo>
                <a:cubicBezTo>
                  <a:pt x="2206175" y="105279"/>
                  <a:pt x="2217789" y="95948"/>
                  <a:pt x="2217789" y="80241"/>
                </a:cubicBezTo>
                <a:cubicBezTo>
                  <a:pt x="2217789" y="61350"/>
                  <a:pt x="2205946" y="53378"/>
                  <a:pt x="2178847" y="53378"/>
                </a:cubicBezTo>
                <a:cubicBezTo>
                  <a:pt x="2173151" y="53378"/>
                  <a:pt x="2160171" y="54292"/>
                  <a:pt x="2153336" y="54292"/>
                </a:cubicBezTo>
                <a:cubicBezTo>
                  <a:pt x="2146733" y="54292"/>
                  <a:pt x="2137166" y="54062"/>
                  <a:pt x="2128058" y="53837"/>
                </a:cubicBezTo>
                <a:cubicBezTo>
                  <a:pt x="2126692" y="55202"/>
                  <a:pt x="2126692" y="59984"/>
                  <a:pt x="2128058" y="61350"/>
                </a:cubicBezTo>
                <a:cubicBezTo>
                  <a:pt x="2141951" y="62260"/>
                  <a:pt x="2144457" y="63171"/>
                  <a:pt x="2144457" y="82062"/>
                </a:cubicBezTo>
                <a:lnTo>
                  <a:pt x="2144457" y="131221"/>
                </a:lnTo>
                <a:cubicBezTo>
                  <a:pt x="2144457" y="150132"/>
                  <a:pt x="2141951" y="150813"/>
                  <a:pt x="2128058" y="151953"/>
                </a:cubicBezTo>
                <a:cubicBezTo>
                  <a:pt x="2126692" y="153319"/>
                  <a:pt x="2126692" y="158101"/>
                  <a:pt x="2128058" y="159466"/>
                </a:cubicBezTo>
                <a:cubicBezTo>
                  <a:pt x="2136711" y="159241"/>
                  <a:pt x="2146048" y="159011"/>
                  <a:pt x="2153565" y="159011"/>
                </a:cubicBezTo>
                <a:cubicBezTo>
                  <a:pt x="2160626" y="159011"/>
                  <a:pt x="2168140" y="159241"/>
                  <a:pt x="2175427" y="159466"/>
                </a:cubicBezTo>
                <a:cubicBezTo>
                  <a:pt x="2176796" y="158101"/>
                  <a:pt x="2176796" y="153319"/>
                  <a:pt x="2175427" y="151953"/>
                </a:cubicBezTo>
                <a:cubicBezTo>
                  <a:pt x="2164724" y="151269"/>
                  <a:pt x="2162447" y="150132"/>
                  <a:pt x="2162447" y="131235"/>
                </a:cubicBezTo>
                <a:lnTo>
                  <a:pt x="2162447" y="131241"/>
                </a:lnTo>
                <a:close/>
                <a:moveTo>
                  <a:pt x="2291805" y="107819"/>
                </a:moveTo>
                <a:cubicBezTo>
                  <a:pt x="2306838" y="107819"/>
                  <a:pt x="2307064" y="112142"/>
                  <a:pt x="2307519" y="120562"/>
                </a:cubicBezTo>
                <a:cubicBezTo>
                  <a:pt x="2308659" y="121699"/>
                  <a:pt x="2312760" y="121699"/>
                  <a:pt x="2313896" y="120562"/>
                </a:cubicBezTo>
                <a:cubicBezTo>
                  <a:pt x="2313670" y="115329"/>
                  <a:pt x="2313441" y="107590"/>
                  <a:pt x="2313441" y="103948"/>
                </a:cubicBezTo>
                <a:cubicBezTo>
                  <a:pt x="2313441" y="100758"/>
                  <a:pt x="2313670" y="93463"/>
                  <a:pt x="2313896" y="87768"/>
                </a:cubicBezTo>
                <a:cubicBezTo>
                  <a:pt x="2312760" y="86628"/>
                  <a:pt x="2308659" y="86628"/>
                  <a:pt x="2307519" y="87768"/>
                </a:cubicBezTo>
                <a:cubicBezTo>
                  <a:pt x="2307064" y="98023"/>
                  <a:pt x="2306609" y="100528"/>
                  <a:pt x="2291805" y="100528"/>
                </a:cubicBezTo>
                <a:lnTo>
                  <a:pt x="2278825" y="100528"/>
                </a:lnTo>
                <a:lnTo>
                  <a:pt x="2278825" y="68168"/>
                </a:lnTo>
                <a:cubicBezTo>
                  <a:pt x="2278825" y="64293"/>
                  <a:pt x="2281786" y="61784"/>
                  <a:pt x="2286113" y="61784"/>
                </a:cubicBezTo>
                <a:lnTo>
                  <a:pt x="2299096" y="61784"/>
                </a:lnTo>
                <a:cubicBezTo>
                  <a:pt x="2317771" y="61784"/>
                  <a:pt x="2320732" y="69304"/>
                  <a:pt x="2324829" y="82298"/>
                </a:cubicBezTo>
                <a:cubicBezTo>
                  <a:pt x="2327109" y="82524"/>
                  <a:pt x="2329156" y="82068"/>
                  <a:pt x="2330980" y="81158"/>
                </a:cubicBezTo>
                <a:cubicBezTo>
                  <a:pt x="2330070" y="73408"/>
                  <a:pt x="2327335" y="55637"/>
                  <a:pt x="2326879" y="54042"/>
                </a:cubicBezTo>
                <a:cubicBezTo>
                  <a:pt x="2326879" y="53586"/>
                  <a:pt x="2326650" y="53357"/>
                  <a:pt x="2326195" y="53357"/>
                </a:cubicBezTo>
                <a:cubicBezTo>
                  <a:pt x="2323008" y="54042"/>
                  <a:pt x="2320732" y="54268"/>
                  <a:pt x="2316857" y="54268"/>
                </a:cubicBezTo>
                <a:lnTo>
                  <a:pt x="2269714" y="54268"/>
                </a:lnTo>
                <a:cubicBezTo>
                  <a:pt x="2263111" y="54268"/>
                  <a:pt x="2252633" y="54042"/>
                  <a:pt x="2244436" y="53812"/>
                </a:cubicBezTo>
                <a:cubicBezTo>
                  <a:pt x="2243070" y="55181"/>
                  <a:pt x="2243070" y="59963"/>
                  <a:pt x="2244436" y="61329"/>
                </a:cubicBezTo>
                <a:cubicBezTo>
                  <a:pt x="2258329" y="62239"/>
                  <a:pt x="2260835" y="63153"/>
                  <a:pt x="2260835" y="82068"/>
                </a:cubicBezTo>
                <a:lnTo>
                  <a:pt x="2260835" y="131255"/>
                </a:lnTo>
                <a:cubicBezTo>
                  <a:pt x="2260835" y="150143"/>
                  <a:pt x="2258329" y="150824"/>
                  <a:pt x="2244436" y="151964"/>
                </a:cubicBezTo>
                <a:cubicBezTo>
                  <a:pt x="2243070" y="153329"/>
                  <a:pt x="2243070" y="158111"/>
                  <a:pt x="2244436" y="159480"/>
                </a:cubicBezTo>
                <a:cubicBezTo>
                  <a:pt x="2252633" y="159251"/>
                  <a:pt x="2262656" y="159022"/>
                  <a:pt x="2269943" y="159022"/>
                </a:cubicBezTo>
                <a:lnTo>
                  <a:pt x="2305017" y="159022"/>
                </a:lnTo>
                <a:cubicBezTo>
                  <a:pt x="2314126" y="159022"/>
                  <a:pt x="2329156" y="159480"/>
                  <a:pt x="2329156" y="159480"/>
                </a:cubicBezTo>
                <a:cubicBezTo>
                  <a:pt x="2331891" y="150143"/>
                  <a:pt x="2334396" y="137629"/>
                  <a:pt x="2335988" y="128069"/>
                </a:cubicBezTo>
                <a:cubicBezTo>
                  <a:pt x="2333941" y="126932"/>
                  <a:pt x="2332116" y="126477"/>
                  <a:pt x="2329611" y="127162"/>
                </a:cubicBezTo>
                <a:cubicBezTo>
                  <a:pt x="2325969" y="140586"/>
                  <a:pt x="2319363" y="151964"/>
                  <a:pt x="2300461" y="151964"/>
                </a:cubicBezTo>
                <a:lnTo>
                  <a:pt x="2290669" y="151964"/>
                </a:lnTo>
                <a:cubicBezTo>
                  <a:pt x="2281102" y="151964"/>
                  <a:pt x="2278825" y="149462"/>
                  <a:pt x="2278825" y="141952"/>
                </a:cubicBezTo>
                <a:lnTo>
                  <a:pt x="2278825" y="107819"/>
                </a:lnTo>
                <a:lnTo>
                  <a:pt x="2291805" y="107819"/>
                </a:lnTo>
                <a:close/>
                <a:moveTo>
                  <a:pt x="2451458" y="138282"/>
                </a:moveTo>
                <a:cubicBezTo>
                  <a:pt x="2451458" y="119426"/>
                  <a:pt x="2452824" y="118745"/>
                  <a:pt x="2459882" y="117609"/>
                </a:cubicBezTo>
                <a:cubicBezTo>
                  <a:pt x="2461251" y="116243"/>
                  <a:pt x="2461251" y="111461"/>
                  <a:pt x="2459882" y="110092"/>
                </a:cubicBezTo>
                <a:cubicBezTo>
                  <a:pt x="2455785" y="110321"/>
                  <a:pt x="2449408" y="110551"/>
                  <a:pt x="2442346" y="110551"/>
                </a:cubicBezTo>
                <a:cubicBezTo>
                  <a:pt x="2435514" y="110551"/>
                  <a:pt x="2425037" y="110321"/>
                  <a:pt x="2418434" y="110092"/>
                </a:cubicBezTo>
                <a:cubicBezTo>
                  <a:pt x="2417068" y="111461"/>
                  <a:pt x="2417068" y="116243"/>
                  <a:pt x="2418434" y="117609"/>
                </a:cubicBezTo>
                <a:cubicBezTo>
                  <a:pt x="2432328" y="118519"/>
                  <a:pt x="2433464" y="119426"/>
                  <a:pt x="2433464" y="138282"/>
                </a:cubicBezTo>
                <a:lnTo>
                  <a:pt x="2433464" y="150553"/>
                </a:lnTo>
                <a:cubicBezTo>
                  <a:pt x="2426177" y="152596"/>
                  <a:pt x="2418660" y="153732"/>
                  <a:pt x="2410692" y="153732"/>
                </a:cubicBezTo>
                <a:cubicBezTo>
                  <a:pt x="2382223" y="153732"/>
                  <a:pt x="2372886" y="124653"/>
                  <a:pt x="2372886" y="105995"/>
                </a:cubicBezTo>
                <a:cubicBezTo>
                  <a:pt x="2372886" y="78454"/>
                  <a:pt x="2386095" y="59560"/>
                  <a:pt x="2407957" y="59560"/>
                </a:cubicBezTo>
                <a:cubicBezTo>
                  <a:pt x="2430503" y="59560"/>
                  <a:pt x="2440070" y="70941"/>
                  <a:pt x="2443486" y="85509"/>
                </a:cubicBezTo>
                <a:cubicBezTo>
                  <a:pt x="2445763" y="86193"/>
                  <a:pt x="2448042" y="86193"/>
                  <a:pt x="2450318" y="84828"/>
                </a:cubicBezTo>
                <a:cubicBezTo>
                  <a:pt x="2450089" y="75494"/>
                  <a:pt x="2449408" y="65933"/>
                  <a:pt x="2447358" y="55689"/>
                </a:cubicBezTo>
                <a:cubicBezTo>
                  <a:pt x="2440526" y="55689"/>
                  <a:pt x="2423671" y="52043"/>
                  <a:pt x="2410917" y="52043"/>
                </a:cubicBezTo>
                <a:cubicBezTo>
                  <a:pt x="2378349" y="52043"/>
                  <a:pt x="2352386" y="72991"/>
                  <a:pt x="2352386" y="108956"/>
                </a:cubicBezTo>
                <a:cubicBezTo>
                  <a:pt x="2352386" y="137830"/>
                  <a:pt x="2374022" y="161246"/>
                  <a:pt x="2406591" y="161246"/>
                </a:cubicBezTo>
                <a:cubicBezTo>
                  <a:pt x="2422076" y="161246"/>
                  <a:pt x="2438930" y="158969"/>
                  <a:pt x="2453960" y="150779"/>
                </a:cubicBezTo>
                <a:cubicBezTo>
                  <a:pt x="2452369" y="149187"/>
                  <a:pt x="2451458" y="147144"/>
                  <a:pt x="2451458" y="145552"/>
                </a:cubicBezTo>
                <a:lnTo>
                  <a:pt x="2451458" y="138282"/>
                </a:lnTo>
                <a:close/>
                <a:moveTo>
                  <a:pt x="2511581" y="82058"/>
                </a:moveTo>
                <a:cubicBezTo>
                  <a:pt x="2511581" y="63160"/>
                  <a:pt x="2514087" y="62479"/>
                  <a:pt x="2527980" y="61339"/>
                </a:cubicBezTo>
                <a:cubicBezTo>
                  <a:pt x="2529346" y="59974"/>
                  <a:pt x="2529346" y="55192"/>
                  <a:pt x="2527980" y="53823"/>
                </a:cubicBezTo>
                <a:cubicBezTo>
                  <a:pt x="2519324" y="54052"/>
                  <a:pt x="2509531" y="54281"/>
                  <a:pt x="2502473" y="54281"/>
                </a:cubicBezTo>
                <a:cubicBezTo>
                  <a:pt x="2495641" y="54281"/>
                  <a:pt x="2486074" y="54052"/>
                  <a:pt x="2477191" y="53823"/>
                </a:cubicBezTo>
                <a:cubicBezTo>
                  <a:pt x="2475826" y="55192"/>
                  <a:pt x="2475826" y="59974"/>
                  <a:pt x="2477191" y="61339"/>
                </a:cubicBezTo>
                <a:cubicBezTo>
                  <a:pt x="2491085" y="62250"/>
                  <a:pt x="2493590" y="63160"/>
                  <a:pt x="2493590" y="82058"/>
                </a:cubicBezTo>
                <a:lnTo>
                  <a:pt x="2493590" y="131235"/>
                </a:lnTo>
                <a:cubicBezTo>
                  <a:pt x="2493590" y="150132"/>
                  <a:pt x="2491085" y="150813"/>
                  <a:pt x="2477191" y="151953"/>
                </a:cubicBezTo>
                <a:cubicBezTo>
                  <a:pt x="2475826" y="153319"/>
                  <a:pt x="2475826" y="158101"/>
                  <a:pt x="2477191" y="159466"/>
                </a:cubicBezTo>
                <a:cubicBezTo>
                  <a:pt x="2485618" y="159241"/>
                  <a:pt x="2494956" y="159011"/>
                  <a:pt x="2502699" y="159011"/>
                </a:cubicBezTo>
                <a:cubicBezTo>
                  <a:pt x="2509986" y="159011"/>
                  <a:pt x="2520008" y="159241"/>
                  <a:pt x="2527980" y="159466"/>
                </a:cubicBezTo>
                <a:cubicBezTo>
                  <a:pt x="2529346" y="158101"/>
                  <a:pt x="2529346" y="153319"/>
                  <a:pt x="2527980" y="151953"/>
                </a:cubicBezTo>
                <a:cubicBezTo>
                  <a:pt x="2514087" y="151043"/>
                  <a:pt x="2511581" y="150132"/>
                  <a:pt x="2511581" y="131235"/>
                </a:cubicBezTo>
                <a:lnTo>
                  <a:pt x="2511581" y="82058"/>
                </a:lnTo>
                <a:close/>
                <a:moveTo>
                  <a:pt x="2600401" y="59560"/>
                </a:moveTo>
                <a:cubicBezTo>
                  <a:pt x="2620671" y="59560"/>
                  <a:pt x="2638207" y="78211"/>
                  <a:pt x="2638207" y="108695"/>
                </a:cubicBezTo>
                <a:cubicBezTo>
                  <a:pt x="2638207" y="136673"/>
                  <a:pt x="2624316" y="153732"/>
                  <a:pt x="2604046" y="153732"/>
                </a:cubicBezTo>
                <a:cubicBezTo>
                  <a:pt x="2581955" y="153732"/>
                  <a:pt x="2566240" y="133716"/>
                  <a:pt x="2566240" y="105738"/>
                </a:cubicBezTo>
                <a:cubicBezTo>
                  <a:pt x="2566240" y="75028"/>
                  <a:pt x="2583320" y="59560"/>
                  <a:pt x="2600401" y="59560"/>
                </a:cubicBezTo>
                <a:moveTo>
                  <a:pt x="2658022" y="105508"/>
                </a:moveTo>
                <a:cubicBezTo>
                  <a:pt x="2658022" y="73207"/>
                  <a:pt x="2632059" y="52043"/>
                  <a:pt x="2602451" y="52043"/>
                </a:cubicBezTo>
                <a:cubicBezTo>
                  <a:pt x="2570796" y="52043"/>
                  <a:pt x="2546425" y="75028"/>
                  <a:pt x="2546425" y="108466"/>
                </a:cubicBezTo>
                <a:cubicBezTo>
                  <a:pt x="2546425" y="139401"/>
                  <a:pt x="2569886" y="161246"/>
                  <a:pt x="2600630" y="161246"/>
                </a:cubicBezTo>
                <a:cubicBezTo>
                  <a:pt x="2637981" y="161246"/>
                  <a:pt x="2658022" y="135078"/>
                  <a:pt x="2658022" y="105508"/>
                </a:cubicBezTo>
                <a:close/>
                <a:moveTo>
                  <a:pt x="2701523" y="131200"/>
                </a:moveTo>
                <a:lnTo>
                  <a:pt x="2701523" y="87966"/>
                </a:lnTo>
                <a:cubicBezTo>
                  <a:pt x="2701523" y="76814"/>
                  <a:pt x="2704483" y="78861"/>
                  <a:pt x="2709720" y="85460"/>
                </a:cubicBezTo>
                <a:lnTo>
                  <a:pt x="2763241" y="156686"/>
                </a:lnTo>
                <a:cubicBezTo>
                  <a:pt x="2766657" y="160328"/>
                  <a:pt x="2770302" y="161690"/>
                  <a:pt x="2773718" y="161690"/>
                </a:cubicBezTo>
                <a:cubicBezTo>
                  <a:pt x="2776450" y="161690"/>
                  <a:pt x="2778726" y="160099"/>
                  <a:pt x="2778726" y="155550"/>
                </a:cubicBezTo>
                <a:lnTo>
                  <a:pt x="2778726" y="82048"/>
                </a:lnTo>
                <a:cubicBezTo>
                  <a:pt x="2778726" y="63160"/>
                  <a:pt x="2781231" y="62479"/>
                  <a:pt x="2795125" y="61339"/>
                </a:cubicBezTo>
                <a:cubicBezTo>
                  <a:pt x="2796491" y="59974"/>
                  <a:pt x="2796491" y="55192"/>
                  <a:pt x="2795125" y="53823"/>
                </a:cubicBezTo>
                <a:cubicBezTo>
                  <a:pt x="2788293" y="54052"/>
                  <a:pt x="2780095" y="54281"/>
                  <a:pt x="2773260" y="54281"/>
                </a:cubicBezTo>
                <a:cubicBezTo>
                  <a:pt x="2766427" y="54281"/>
                  <a:pt x="2758459" y="54052"/>
                  <a:pt x="2751627" y="53823"/>
                </a:cubicBezTo>
                <a:cubicBezTo>
                  <a:pt x="2750258" y="55192"/>
                  <a:pt x="2750258" y="59974"/>
                  <a:pt x="2751627" y="61339"/>
                </a:cubicBezTo>
                <a:cubicBezTo>
                  <a:pt x="2765517" y="62250"/>
                  <a:pt x="2768023" y="63160"/>
                  <a:pt x="2768023" y="82048"/>
                </a:cubicBezTo>
                <a:lnTo>
                  <a:pt x="2768023" y="124601"/>
                </a:lnTo>
                <a:cubicBezTo>
                  <a:pt x="2768023" y="130745"/>
                  <a:pt x="2767341" y="134612"/>
                  <a:pt x="2760280" y="125056"/>
                </a:cubicBezTo>
                <a:lnTo>
                  <a:pt x="2708125" y="54281"/>
                </a:lnTo>
                <a:lnTo>
                  <a:pt x="2675786" y="53823"/>
                </a:lnTo>
                <a:lnTo>
                  <a:pt x="2675331" y="54507"/>
                </a:lnTo>
                <a:lnTo>
                  <a:pt x="2675331" y="59974"/>
                </a:lnTo>
                <a:cubicBezTo>
                  <a:pt x="2675331" y="60884"/>
                  <a:pt x="2676696" y="61339"/>
                  <a:pt x="2677381" y="61339"/>
                </a:cubicBezTo>
                <a:cubicBezTo>
                  <a:pt x="2686034" y="62024"/>
                  <a:pt x="2688540" y="64752"/>
                  <a:pt x="2690816" y="68849"/>
                </a:cubicBezTo>
                <a:lnTo>
                  <a:pt x="2690816" y="131200"/>
                </a:lnTo>
                <a:cubicBezTo>
                  <a:pt x="2690816" y="150132"/>
                  <a:pt x="2688314" y="151043"/>
                  <a:pt x="2674420" y="151953"/>
                </a:cubicBezTo>
                <a:cubicBezTo>
                  <a:pt x="2673054" y="153319"/>
                  <a:pt x="2673054" y="158101"/>
                  <a:pt x="2674420" y="159466"/>
                </a:cubicBezTo>
                <a:cubicBezTo>
                  <a:pt x="2681252" y="159241"/>
                  <a:pt x="2689224" y="159011"/>
                  <a:pt x="2696056" y="159011"/>
                </a:cubicBezTo>
                <a:cubicBezTo>
                  <a:pt x="2702888" y="159011"/>
                  <a:pt x="2711086" y="159241"/>
                  <a:pt x="2717918" y="159466"/>
                </a:cubicBezTo>
                <a:cubicBezTo>
                  <a:pt x="2719284" y="158101"/>
                  <a:pt x="2719284" y="153319"/>
                  <a:pt x="2717918" y="151953"/>
                </a:cubicBezTo>
                <a:cubicBezTo>
                  <a:pt x="2704025" y="150768"/>
                  <a:pt x="2701523" y="150087"/>
                  <a:pt x="2701523" y="131200"/>
                </a:cubicBezTo>
                <a:close/>
                <a:moveTo>
                  <a:pt x="2816300" y="149177"/>
                </a:moveTo>
                <a:cubicBezTo>
                  <a:pt x="2816300" y="155783"/>
                  <a:pt x="2821766" y="161246"/>
                  <a:pt x="2828369" y="161246"/>
                </a:cubicBezTo>
                <a:cubicBezTo>
                  <a:pt x="2834975" y="161246"/>
                  <a:pt x="2840442" y="155783"/>
                  <a:pt x="2840442" y="149177"/>
                </a:cubicBezTo>
                <a:cubicBezTo>
                  <a:pt x="2840442" y="142574"/>
                  <a:pt x="2834975" y="137107"/>
                  <a:pt x="2828369" y="137107"/>
                </a:cubicBezTo>
                <a:cubicBezTo>
                  <a:pt x="2821766" y="137107"/>
                  <a:pt x="2816300" y="142574"/>
                  <a:pt x="2816300" y="149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(4)Defningv">
            <a:extLst xmlns:a="http://schemas.openxmlformats.org/drawingml/2006/main">
              <a:ext uri="{FF2B5EF4-FFF2-40B4-BE49-F238E27FC236}">
                <a16:creationId xmlns:a16="http://schemas.microsoft.com/office/drawing/2014/main" id="{E8466644-5547-4410-A6FC-836B8C6D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5" y="2011886"/>
            <a:ext cx="1274245" cy="215510"/>
          </a:xfrm>
          <a:custGeom xmlns:a="http://schemas.openxmlformats.org/drawingml/2006/main">
            <a:pathLst>
              <a:path w="1274245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19568" y="45726"/>
                </a:moveTo>
                <a:lnTo>
                  <a:pt x="119568" y="111395"/>
                </a:lnTo>
                <a:lnTo>
                  <a:pt x="76066" y="111395"/>
                </a:lnTo>
                <a:cubicBezTo>
                  <a:pt x="87683" y="92699"/>
                  <a:pt x="103853" y="67160"/>
                  <a:pt x="119568" y="45726"/>
                </a:cubicBezTo>
                <a:moveTo>
                  <a:pt x="155778" y="111395"/>
                </a:moveTo>
                <a:lnTo>
                  <a:pt x="136877" y="111395"/>
                </a:lnTo>
                <a:lnTo>
                  <a:pt x="136877" y="44812"/>
                </a:lnTo>
                <a:cubicBezTo>
                  <a:pt x="136877" y="33413"/>
                  <a:pt x="136877" y="24520"/>
                  <a:pt x="137332" y="22696"/>
                </a:cubicBezTo>
                <a:lnTo>
                  <a:pt x="136877" y="22237"/>
                </a:lnTo>
                <a:lnTo>
                  <a:pt x="129586" y="22237"/>
                </a:lnTo>
                <a:cubicBezTo>
                  <a:pt x="127995" y="22237"/>
                  <a:pt x="126855" y="23607"/>
                  <a:pt x="125944" y="24746"/>
                </a:cubicBezTo>
                <a:cubicBezTo>
                  <a:pt x="111596" y="42306"/>
                  <a:pt x="85178" y="79928"/>
                  <a:pt x="64226" y="112535"/>
                </a:cubicBezTo>
                <a:cubicBezTo>
                  <a:pt x="64907" y="115951"/>
                  <a:pt x="66273" y="122098"/>
                  <a:pt x="73105" y="122098"/>
                </a:cubicBezTo>
                <a:lnTo>
                  <a:pt x="119568" y="122098"/>
                </a:lnTo>
                <a:lnTo>
                  <a:pt x="119568" y="143026"/>
                </a:lnTo>
                <a:cubicBezTo>
                  <a:pt x="119568" y="153489"/>
                  <a:pt x="110911" y="153489"/>
                  <a:pt x="101118" y="154174"/>
                </a:cubicBezTo>
                <a:cubicBezTo>
                  <a:pt x="99752" y="155540"/>
                  <a:pt x="99752" y="160321"/>
                  <a:pt x="101118" y="161687"/>
                </a:cubicBezTo>
                <a:cubicBezTo>
                  <a:pt x="108409" y="161461"/>
                  <a:pt x="117517" y="161232"/>
                  <a:pt x="127995" y="161232"/>
                </a:cubicBezTo>
                <a:cubicBezTo>
                  <a:pt x="136877" y="161232"/>
                  <a:pt x="145530" y="161461"/>
                  <a:pt x="152818" y="161687"/>
                </a:cubicBezTo>
                <a:cubicBezTo>
                  <a:pt x="154183" y="160321"/>
                  <a:pt x="154183" y="155540"/>
                  <a:pt x="152818" y="154174"/>
                </a:cubicBezTo>
                <a:cubicBezTo>
                  <a:pt x="141659" y="153263"/>
                  <a:pt x="136877" y="153719"/>
                  <a:pt x="136877" y="143026"/>
                </a:cubicBezTo>
                <a:lnTo>
                  <a:pt x="136877" y="122098"/>
                </a:lnTo>
                <a:lnTo>
                  <a:pt x="152592" y="122098"/>
                </a:lnTo>
                <a:cubicBezTo>
                  <a:pt x="155778" y="122098"/>
                  <a:pt x="159194" y="117772"/>
                  <a:pt x="159194" y="115040"/>
                </a:cubicBezTo>
                <a:cubicBezTo>
                  <a:pt x="159194" y="112764"/>
                  <a:pt x="158284" y="111395"/>
                  <a:pt x="155778" y="111395"/>
                </a:cubicBezTo>
                <a:close/>
                <a:moveTo>
                  <a:pt x="221598" y="103851"/>
                </a:moveTo>
                <a:cubicBezTo>
                  <a:pt x="221598" y="93602"/>
                  <a:pt x="220688" y="40993"/>
                  <a:pt x="173315" y="0"/>
                </a:cubicBezTo>
                <a:cubicBezTo>
                  <a:pt x="171039" y="455"/>
                  <a:pt x="169214" y="2050"/>
                  <a:pt x="168533" y="3871"/>
                </a:cubicBezTo>
                <a:cubicBezTo>
                  <a:pt x="176046" y="12524"/>
                  <a:pt x="202693" y="43953"/>
                  <a:pt x="202693" y="103851"/>
                </a:cubicBezTo>
                <a:cubicBezTo>
                  <a:pt x="202693" y="163748"/>
                  <a:pt x="175820" y="195177"/>
                  <a:pt x="168533" y="203378"/>
                </a:cubicBezTo>
                <a:cubicBezTo>
                  <a:pt x="169214" y="205654"/>
                  <a:pt x="170809" y="207249"/>
                  <a:pt x="173315" y="207475"/>
                </a:cubicBezTo>
                <a:cubicBezTo>
                  <a:pt x="200417" y="184248"/>
                  <a:pt x="221598" y="146212"/>
                  <a:pt x="221598" y="103851"/>
                </a:cubicBezTo>
                <a:close/>
                <a:moveTo>
                  <a:pt x="332054" y="142094"/>
                </a:moveTo>
                <a:lnTo>
                  <a:pt x="332054" y="32697"/>
                </a:lnTo>
                <a:cubicBezTo>
                  <a:pt x="332054" y="24722"/>
                  <a:pt x="340026" y="21532"/>
                  <a:pt x="351185" y="21532"/>
                </a:cubicBezTo>
                <a:cubicBezTo>
                  <a:pt x="400378" y="21532"/>
                  <a:pt x="416548" y="61416"/>
                  <a:pt x="416548" y="96511"/>
                </a:cubicBezTo>
                <a:cubicBezTo>
                  <a:pt x="416548" y="142550"/>
                  <a:pt x="388990" y="153944"/>
                  <a:pt x="356877" y="153944"/>
                </a:cubicBezTo>
                <a:cubicBezTo>
                  <a:pt x="334560" y="153944"/>
                  <a:pt x="332054" y="149389"/>
                  <a:pt x="332054" y="142094"/>
                </a:cubicBezTo>
                <a:moveTo>
                  <a:pt x="292882" y="13786"/>
                </a:moveTo>
                <a:cubicBezTo>
                  <a:pt x="291513" y="15155"/>
                  <a:pt x="291513" y="19937"/>
                  <a:pt x="292882" y="21302"/>
                </a:cubicBezTo>
                <a:cubicBezTo>
                  <a:pt x="308823" y="21987"/>
                  <a:pt x="312694" y="23127"/>
                  <a:pt x="312694" y="42042"/>
                </a:cubicBezTo>
                <a:lnTo>
                  <a:pt x="312694" y="133434"/>
                </a:lnTo>
                <a:cubicBezTo>
                  <a:pt x="312694" y="152349"/>
                  <a:pt x="308823" y="153489"/>
                  <a:pt x="292882" y="154174"/>
                </a:cubicBezTo>
                <a:cubicBezTo>
                  <a:pt x="291513" y="155540"/>
                  <a:pt x="291513" y="160321"/>
                  <a:pt x="292882" y="161687"/>
                </a:cubicBezTo>
                <a:cubicBezTo>
                  <a:pt x="301765" y="161461"/>
                  <a:pt x="313834" y="161232"/>
                  <a:pt x="322487" y="161232"/>
                </a:cubicBezTo>
                <a:cubicBezTo>
                  <a:pt x="330914" y="161232"/>
                  <a:pt x="340481" y="161687"/>
                  <a:pt x="363938" y="161687"/>
                </a:cubicBezTo>
                <a:cubicBezTo>
                  <a:pt x="396052" y="161687"/>
                  <a:pt x="438410" y="147109"/>
                  <a:pt x="438410" y="91041"/>
                </a:cubicBezTo>
                <a:cubicBezTo>
                  <a:pt x="438410" y="48652"/>
                  <a:pt x="403565" y="13786"/>
                  <a:pt x="359838" y="13786"/>
                </a:cubicBezTo>
                <a:cubicBezTo>
                  <a:pt x="343668" y="13786"/>
                  <a:pt x="331144" y="14245"/>
                  <a:pt x="322261" y="14245"/>
                </a:cubicBezTo>
                <a:cubicBezTo>
                  <a:pt x="314063" y="14245"/>
                  <a:pt x="301991" y="14015"/>
                  <a:pt x="292882" y="13786"/>
                </a:cubicBezTo>
                <a:close/>
                <a:moveTo>
                  <a:pt x="476445" y="97008"/>
                </a:moveTo>
                <a:cubicBezTo>
                  <a:pt x="480771" y="71382"/>
                  <a:pt x="496715" y="69343"/>
                  <a:pt x="502181" y="69343"/>
                </a:cubicBezTo>
                <a:cubicBezTo>
                  <a:pt x="510834" y="69343"/>
                  <a:pt x="521082" y="74107"/>
                  <a:pt x="521082" y="93154"/>
                </a:cubicBezTo>
                <a:cubicBezTo>
                  <a:pt x="521082" y="95194"/>
                  <a:pt x="520172" y="96330"/>
                  <a:pt x="517666" y="96330"/>
                </a:cubicBezTo>
                <a:lnTo>
                  <a:pt x="476445" y="97008"/>
                </a:lnTo>
                <a:moveTo>
                  <a:pt x="536112" y="140020"/>
                </a:moveTo>
                <a:cubicBezTo>
                  <a:pt x="527689" y="148669"/>
                  <a:pt x="521082" y="152308"/>
                  <a:pt x="507874" y="152308"/>
                </a:cubicBezTo>
                <a:cubicBezTo>
                  <a:pt x="499676" y="152308"/>
                  <a:pt x="490109" y="147529"/>
                  <a:pt x="483051" y="135926"/>
                </a:cubicBezTo>
                <a:cubicBezTo>
                  <a:pt x="478495" y="128416"/>
                  <a:pt x="475760" y="117949"/>
                  <a:pt x="475760" y="104751"/>
                </a:cubicBezTo>
                <a:lnTo>
                  <a:pt x="536342" y="105206"/>
                </a:lnTo>
                <a:cubicBezTo>
                  <a:pt x="539073" y="105206"/>
                  <a:pt x="540668" y="103840"/>
                  <a:pt x="540668" y="101335"/>
                </a:cubicBezTo>
                <a:cubicBezTo>
                  <a:pt x="540668" y="82270"/>
                  <a:pt x="533836" y="61826"/>
                  <a:pt x="502181" y="61826"/>
                </a:cubicBezTo>
                <a:cubicBezTo>
                  <a:pt x="482366" y="61826"/>
                  <a:pt x="456629" y="80682"/>
                  <a:pt x="456629" y="115218"/>
                </a:cubicBezTo>
                <a:cubicBezTo>
                  <a:pt x="456629" y="127961"/>
                  <a:pt x="459820" y="140249"/>
                  <a:pt x="467336" y="148895"/>
                </a:cubicBezTo>
                <a:cubicBezTo>
                  <a:pt x="475079" y="158003"/>
                  <a:pt x="485782" y="163466"/>
                  <a:pt x="502181" y="163466"/>
                </a:cubicBezTo>
                <a:cubicBezTo>
                  <a:pt x="519487" y="163466"/>
                  <a:pt x="531786" y="155498"/>
                  <a:pt x="540898" y="143662"/>
                </a:cubicBezTo>
                <a:cubicBezTo>
                  <a:pt x="540213" y="141385"/>
                  <a:pt x="538847" y="140249"/>
                  <a:pt x="536112" y="140020"/>
                </a:cubicBezTo>
                <a:close/>
                <a:moveTo>
                  <a:pt x="657045" y="133431"/>
                </a:moveTo>
                <a:lnTo>
                  <a:pt x="657045" y="85339"/>
                </a:lnTo>
                <a:cubicBezTo>
                  <a:pt x="657045" y="76449"/>
                  <a:pt x="657959" y="61861"/>
                  <a:pt x="657959" y="61861"/>
                </a:cubicBezTo>
                <a:cubicBezTo>
                  <a:pt x="657959" y="60950"/>
                  <a:pt x="656590" y="60491"/>
                  <a:pt x="655680" y="60491"/>
                </a:cubicBezTo>
                <a:cubicBezTo>
                  <a:pt x="648847" y="63379"/>
                  <a:pt x="642245" y="63605"/>
                  <a:pt x="634273" y="63605"/>
                </a:cubicBezTo>
                <a:lnTo>
                  <a:pt x="589405" y="63605"/>
                </a:lnTo>
                <a:lnTo>
                  <a:pt x="589405" y="50594"/>
                </a:lnTo>
                <a:cubicBezTo>
                  <a:pt x="589405" y="28910"/>
                  <a:pt x="597148" y="9967"/>
                  <a:pt x="612637" y="9967"/>
                </a:cubicBezTo>
                <a:cubicBezTo>
                  <a:pt x="622430" y="9967"/>
                  <a:pt x="630172" y="12476"/>
                  <a:pt x="631997" y="21834"/>
                </a:cubicBezTo>
                <a:cubicBezTo>
                  <a:pt x="634273" y="33247"/>
                  <a:pt x="639055" y="36673"/>
                  <a:pt x="646116" y="36673"/>
                </a:cubicBezTo>
                <a:cubicBezTo>
                  <a:pt x="651127" y="36673"/>
                  <a:pt x="655909" y="32107"/>
                  <a:pt x="655909" y="27314"/>
                </a:cubicBezTo>
                <a:cubicBezTo>
                  <a:pt x="655909" y="13160"/>
                  <a:pt x="636549" y="2221"/>
                  <a:pt x="615368" y="2221"/>
                </a:cubicBezTo>
                <a:cubicBezTo>
                  <a:pt x="604894" y="2221"/>
                  <a:pt x="592366" y="6321"/>
                  <a:pt x="583029" y="17271"/>
                </a:cubicBezTo>
                <a:cubicBezTo>
                  <a:pt x="573465" y="28454"/>
                  <a:pt x="571415" y="42379"/>
                  <a:pt x="571415" y="60182"/>
                </a:cubicBezTo>
                <a:lnTo>
                  <a:pt x="571415" y="63605"/>
                </a:lnTo>
                <a:lnTo>
                  <a:pt x="560256" y="63605"/>
                </a:lnTo>
                <a:cubicBezTo>
                  <a:pt x="556156" y="63605"/>
                  <a:pt x="555016" y="66340"/>
                  <a:pt x="555016" y="68161"/>
                </a:cubicBezTo>
                <a:lnTo>
                  <a:pt x="555016" y="71122"/>
                </a:lnTo>
                <a:cubicBezTo>
                  <a:pt x="555016" y="72262"/>
                  <a:pt x="555245" y="72488"/>
                  <a:pt x="556156" y="72488"/>
                </a:cubicBezTo>
                <a:lnTo>
                  <a:pt x="571415" y="72488"/>
                </a:lnTo>
                <a:lnTo>
                  <a:pt x="571415" y="133469"/>
                </a:lnTo>
                <a:cubicBezTo>
                  <a:pt x="571415" y="152353"/>
                  <a:pt x="568909" y="153263"/>
                  <a:pt x="556611" y="154174"/>
                </a:cubicBezTo>
                <a:cubicBezTo>
                  <a:pt x="555245" y="155540"/>
                  <a:pt x="555245" y="160321"/>
                  <a:pt x="556611" y="161687"/>
                </a:cubicBezTo>
                <a:cubicBezTo>
                  <a:pt x="564353" y="161461"/>
                  <a:pt x="572555" y="161232"/>
                  <a:pt x="580523" y="161232"/>
                </a:cubicBezTo>
                <a:cubicBezTo>
                  <a:pt x="588495" y="161232"/>
                  <a:pt x="598743" y="161461"/>
                  <a:pt x="606260" y="161687"/>
                </a:cubicBezTo>
                <a:cubicBezTo>
                  <a:pt x="607626" y="160321"/>
                  <a:pt x="607626" y="155540"/>
                  <a:pt x="606260" y="154174"/>
                </a:cubicBezTo>
                <a:cubicBezTo>
                  <a:pt x="591685" y="153263"/>
                  <a:pt x="589405" y="152353"/>
                  <a:pt x="589405" y="133469"/>
                </a:cubicBezTo>
                <a:lnTo>
                  <a:pt x="589405" y="72488"/>
                </a:lnTo>
                <a:lnTo>
                  <a:pt x="630172" y="72488"/>
                </a:lnTo>
                <a:cubicBezTo>
                  <a:pt x="637234" y="72345"/>
                  <a:pt x="639055" y="76904"/>
                  <a:pt x="639055" y="88529"/>
                </a:cubicBezTo>
                <a:lnTo>
                  <a:pt x="639055" y="133431"/>
                </a:lnTo>
                <a:cubicBezTo>
                  <a:pt x="639055" y="152349"/>
                  <a:pt x="636323" y="153260"/>
                  <a:pt x="623795" y="154174"/>
                </a:cubicBezTo>
                <a:cubicBezTo>
                  <a:pt x="622430" y="155540"/>
                  <a:pt x="622430" y="160321"/>
                  <a:pt x="623795" y="161687"/>
                </a:cubicBezTo>
                <a:cubicBezTo>
                  <a:pt x="631767" y="161461"/>
                  <a:pt x="639965" y="161232"/>
                  <a:pt x="648166" y="161232"/>
                </a:cubicBezTo>
                <a:cubicBezTo>
                  <a:pt x="656135" y="161232"/>
                  <a:pt x="665017" y="161461"/>
                  <a:pt x="673444" y="161687"/>
                </a:cubicBezTo>
                <a:cubicBezTo>
                  <a:pt x="674810" y="160321"/>
                  <a:pt x="674810" y="155540"/>
                  <a:pt x="673444" y="154174"/>
                </a:cubicBezTo>
                <a:cubicBezTo>
                  <a:pt x="659551" y="153260"/>
                  <a:pt x="657045" y="152349"/>
                  <a:pt x="657045" y="133431"/>
                </a:cubicBezTo>
                <a:close/>
                <a:moveTo>
                  <a:pt x="719449" y="79615"/>
                </a:moveTo>
                <a:cubicBezTo>
                  <a:pt x="718083" y="81210"/>
                  <a:pt x="716717" y="81669"/>
                  <a:pt x="716717" y="79615"/>
                </a:cubicBezTo>
                <a:cubicBezTo>
                  <a:pt x="716488" y="73461"/>
                  <a:pt x="716033" y="64578"/>
                  <a:pt x="714893" y="62299"/>
                </a:cubicBezTo>
                <a:cubicBezTo>
                  <a:pt x="714437" y="61159"/>
                  <a:pt x="713982" y="60478"/>
                  <a:pt x="712161" y="60478"/>
                </a:cubicBezTo>
                <a:cubicBezTo>
                  <a:pt x="705784" y="62983"/>
                  <a:pt x="699863" y="65033"/>
                  <a:pt x="684148" y="67080"/>
                </a:cubicBezTo>
                <a:cubicBezTo>
                  <a:pt x="683693" y="68449"/>
                  <a:pt x="684148" y="72091"/>
                  <a:pt x="684604" y="73461"/>
                </a:cubicBezTo>
                <a:cubicBezTo>
                  <a:pt x="696902" y="74600"/>
                  <a:pt x="699408" y="75740"/>
                  <a:pt x="699408" y="88963"/>
                </a:cubicBezTo>
                <a:lnTo>
                  <a:pt x="699408" y="133424"/>
                </a:lnTo>
                <a:cubicBezTo>
                  <a:pt x="699408" y="152120"/>
                  <a:pt x="697131" y="153034"/>
                  <a:pt x="683464" y="154174"/>
                </a:cubicBezTo>
                <a:cubicBezTo>
                  <a:pt x="682098" y="155540"/>
                  <a:pt x="682098" y="160321"/>
                  <a:pt x="683464" y="161687"/>
                </a:cubicBezTo>
                <a:cubicBezTo>
                  <a:pt x="690299" y="161461"/>
                  <a:pt x="699408" y="161232"/>
                  <a:pt x="708516" y="161232"/>
                </a:cubicBezTo>
                <a:cubicBezTo>
                  <a:pt x="717628" y="161232"/>
                  <a:pt x="724460" y="161461"/>
                  <a:pt x="731292" y="161687"/>
                </a:cubicBezTo>
                <a:cubicBezTo>
                  <a:pt x="732658" y="160321"/>
                  <a:pt x="732658" y="155540"/>
                  <a:pt x="731292" y="154174"/>
                </a:cubicBezTo>
                <a:cubicBezTo>
                  <a:pt x="719678" y="153034"/>
                  <a:pt x="717398" y="152120"/>
                  <a:pt x="717398" y="133424"/>
                </a:cubicBezTo>
                <a:lnTo>
                  <a:pt x="717398" y="96032"/>
                </a:lnTo>
                <a:cubicBezTo>
                  <a:pt x="717398" y="91243"/>
                  <a:pt x="719449" y="88508"/>
                  <a:pt x="721270" y="86458"/>
                </a:cubicBezTo>
                <a:cubicBezTo>
                  <a:pt x="729926" y="78020"/>
                  <a:pt x="740174" y="73002"/>
                  <a:pt x="749057" y="73002"/>
                </a:cubicBezTo>
                <a:cubicBezTo>
                  <a:pt x="753613" y="73002"/>
                  <a:pt x="758394" y="75966"/>
                  <a:pt x="761126" y="81210"/>
                </a:cubicBezTo>
                <a:cubicBezTo>
                  <a:pt x="763405" y="85773"/>
                  <a:pt x="763861" y="91927"/>
                  <a:pt x="763861" y="98766"/>
                </a:cubicBezTo>
                <a:lnTo>
                  <a:pt x="763861" y="133424"/>
                </a:lnTo>
                <a:cubicBezTo>
                  <a:pt x="763861" y="152120"/>
                  <a:pt x="761581" y="153034"/>
                  <a:pt x="749738" y="154174"/>
                </a:cubicBezTo>
                <a:cubicBezTo>
                  <a:pt x="748601" y="155540"/>
                  <a:pt x="748601" y="160321"/>
                  <a:pt x="749738" y="161687"/>
                </a:cubicBezTo>
                <a:cubicBezTo>
                  <a:pt x="756573" y="161461"/>
                  <a:pt x="763861" y="161232"/>
                  <a:pt x="772969" y="161232"/>
                </a:cubicBezTo>
                <a:cubicBezTo>
                  <a:pt x="782081" y="161232"/>
                  <a:pt x="790279" y="161461"/>
                  <a:pt x="797111" y="161687"/>
                </a:cubicBezTo>
                <a:cubicBezTo>
                  <a:pt x="798250" y="160321"/>
                  <a:pt x="798250" y="155540"/>
                  <a:pt x="797111" y="154174"/>
                </a:cubicBezTo>
                <a:cubicBezTo>
                  <a:pt x="784357" y="153034"/>
                  <a:pt x="781851" y="152120"/>
                  <a:pt x="781851" y="133424"/>
                </a:cubicBezTo>
                <a:lnTo>
                  <a:pt x="781851" y="99451"/>
                </a:lnTo>
                <a:cubicBezTo>
                  <a:pt x="781851" y="86913"/>
                  <a:pt x="780941" y="75966"/>
                  <a:pt x="775704" y="68905"/>
                </a:cubicBezTo>
                <a:cubicBezTo>
                  <a:pt x="771829" y="63894"/>
                  <a:pt x="764771" y="61159"/>
                  <a:pt x="756799" y="61159"/>
                </a:cubicBezTo>
                <a:cubicBezTo>
                  <a:pt x="745641" y="61159"/>
                  <a:pt x="732887" y="64119"/>
                  <a:pt x="719449" y="79615"/>
                </a:cubicBezTo>
                <a:close/>
                <a:moveTo>
                  <a:pt x="821480" y="24719"/>
                </a:moveTo>
                <a:cubicBezTo>
                  <a:pt x="821480" y="30640"/>
                  <a:pt x="826946" y="36562"/>
                  <a:pt x="832409" y="36562"/>
                </a:cubicBezTo>
                <a:cubicBezTo>
                  <a:pt x="838786" y="36562"/>
                  <a:pt x="844252" y="30414"/>
                  <a:pt x="844252" y="25629"/>
                </a:cubicBezTo>
                <a:cubicBezTo>
                  <a:pt x="844252" y="20166"/>
                  <a:pt x="839471" y="13786"/>
                  <a:pt x="833323" y="13786"/>
                </a:cubicBezTo>
                <a:cubicBezTo>
                  <a:pt x="827857" y="13786"/>
                  <a:pt x="821480" y="19252"/>
                  <a:pt x="821480" y="24719"/>
                </a:cubicBezTo>
                <a:moveTo>
                  <a:pt x="842206" y="133445"/>
                </a:moveTo>
                <a:lnTo>
                  <a:pt x="842206" y="88119"/>
                </a:lnTo>
                <a:cubicBezTo>
                  <a:pt x="842206" y="76731"/>
                  <a:pt x="843116" y="62104"/>
                  <a:pt x="843116" y="62104"/>
                </a:cubicBezTo>
                <a:cubicBezTo>
                  <a:pt x="843116" y="61183"/>
                  <a:pt x="841976" y="60491"/>
                  <a:pt x="840155" y="60491"/>
                </a:cubicBezTo>
                <a:cubicBezTo>
                  <a:pt x="833778" y="63025"/>
                  <a:pt x="824667" y="65096"/>
                  <a:pt x="808952" y="67164"/>
                </a:cubicBezTo>
                <a:cubicBezTo>
                  <a:pt x="808497" y="68533"/>
                  <a:pt x="808952" y="72175"/>
                  <a:pt x="809407" y="73544"/>
                </a:cubicBezTo>
                <a:cubicBezTo>
                  <a:pt x="821935" y="74680"/>
                  <a:pt x="824211" y="76050"/>
                  <a:pt x="824211" y="89033"/>
                </a:cubicBezTo>
                <a:lnTo>
                  <a:pt x="824211" y="133445"/>
                </a:lnTo>
                <a:cubicBezTo>
                  <a:pt x="824211" y="152349"/>
                  <a:pt x="821706" y="153034"/>
                  <a:pt x="807816" y="154174"/>
                </a:cubicBezTo>
                <a:cubicBezTo>
                  <a:pt x="806447" y="155540"/>
                  <a:pt x="806447" y="160321"/>
                  <a:pt x="807816" y="161687"/>
                </a:cubicBezTo>
                <a:cubicBezTo>
                  <a:pt x="815329" y="161461"/>
                  <a:pt x="824211" y="161232"/>
                  <a:pt x="833323" y="161232"/>
                </a:cubicBezTo>
                <a:cubicBezTo>
                  <a:pt x="842431" y="161232"/>
                  <a:pt x="851085" y="161461"/>
                  <a:pt x="858601" y="161687"/>
                </a:cubicBezTo>
                <a:cubicBezTo>
                  <a:pt x="859967" y="160321"/>
                  <a:pt x="859967" y="155540"/>
                  <a:pt x="858601" y="154174"/>
                </a:cubicBezTo>
                <a:cubicBezTo>
                  <a:pt x="844708" y="153263"/>
                  <a:pt x="842206" y="152349"/>
                  <a:pt x="842206" y="133445"/>
                </a:cubicBezTo>
                <a:close/>
                <a:moveTo>
                  <a:pt x="904606" y="79615"/>
                </a:moveTo>
                <a:cubicBezTo>
                  <a:pt x="903240" y="81210"/>
                  <a:pt x="901874" y="81669"/>
                  <a:pt x="901874" y="79615"/>
                </a:cubicBezTo>
                <a:cubicBezTo>
                  <a:pt x="901645" y="73461"/>
                  <a:pt x="901190" y="64578"/>
                  <a:pt x="900050" y="62299"/>
                </a:cubicBezTo>
                <a:cubicBezTo>
                  <a:pt x="899595" y="61159"/>
                  <a:pt x="899139" y="60478"/>
                  <a:pt x="897318" y="60478"/>
                </a:cubicBezTo>
                <a:cubicBezTo>
                  <a:pt x="890942" y="62983"/>
                  <a:pt x="885020" y="65033"/>
                  <a:pt x="869306" y="67080"/>
                </a:cubicBezTo>
                <a:cubicBezTo>
                  <a:pt x="868850" y="68449"/>
                  <a:pt x="869306" y="72091"/>
                  <a:pt x="869761" y="73461"/>
                </a:cubicBezTo>
                <a:cubicBezTo>
                  <a:pt x="882059" y="74600"/>
                  <a:pt x="884565" y="75740"/>
                  <a:pt x="884565" y="88963"/>
                </a:cubicBezTo>
                <a:lnTo>
                  <a:pt x="884565" y="133424"/>
                </a:lnTo>
                <a:cubicBezTo>
                  <a:pt x="884565" y="152120"/>
                  <a:pt x="882289" y="153034"/>
                  <a:pt x="868621" y="154174"/>
                </a:cubicBezTo>
                <a:cubicBezTo>
                  <a:pt x="867255" y="155540"/>
                  <a:pt x="867255" y="160321"/>
                  <a:pt x="868621" y="161687"/>
                </a:cubicBezTo>
                <a:cubicBezTo>
                  <a:pt x="875456" y="161461"/>
                  <a:pt x="884565" y="161232"/>
                  <a:pt x="893673" y="161232"/>
                </a:cubicBezTo>
                <a:cubicBezTo>
                  <a:pt x="902785" y="161232"/>
                  <a:pt x="909617" y="161461"/>
                  <a:pt x="916449" y="161687"/>
                </a:cubicBezTo>
                <a:cubicBezTo>
                  <a:pt x="917815" y="160321"/>
                  <a:pt x="917815" y="155540"/>
                  <a:pt x="916449" y="154174"/>
                </a:cubicBezTo>
                <a:cubicBezTo>
                  <a:pt x="904835" y="153034"/>
                  <a:pt x="902555" y="152120"/>
                  <a:pt x="902555" y="133424"/>
                </a:cubicBezTo>
                <a:lnTo>
                  <a:pt x="902555" y="96032"/>
                </a:lnTo>
                <a:cubicBezTo>
                  <a:pt x="902555" y="91243"/>
                  <a:pt x="904606" y="88508"/>
                  <a:pt x="906427" y="86458"/>
                </a:cubicBezTo>
                <a:cubicBezTo>
                  <a:pt x="915083" y="78020"/>
                  <a:pt x="925331" y="73002"/>
                  <a:pt x="934214" y="73002"/>
                </a:cubicBezTo>
                <a:cubicBezTo>
                  <a:pt x="938770" y="73002"/>
                  <a:pt x="943552" y="75966"/>
                  <a:pt x="946283" y="81210"/>
                </a:cubicBezTo>
                <a:cubicBezTo>
                  <a:pt x="948563" y="85773"/>
                  <a:pt x="949018" y="91927"/>
                  <a:pt x="949018" y="98766"/>
                </a:cubicBezTo>
                <a:lnTo>
                  <a:pt x="949018" y="133424"/>
                </a:lnTo>
                <a:cubicBezTo>
                  <a:pt x="949018" y="152120"/>
                  <a:pt x="946738" y="153034"/>
                  <a:pt x="934895" y="154174"/>
                </a:cubicBezTo>
                <a:cubicBezTo>
                  <a:pt x="933759" y="155540"/>
                  <a:pt x="933759" y="160321"/>
                  <a:pt x="934895" y="161687"/>
                </a:cubicBezTo>
                <a:cubicBezTo>
                  <a:pt x="941731" y="161461"/>
                  <a:pt x="949018" y="161232"/>
                  <a:pt x="958126" y="161232"/>
                </a:cubicBezTo>
                <a:cubicBezTo>
                  <a:pt x="967238" y="161232"/>
                  <a:pt x="975436" y="161461"/>
                  <a:pt x="982268" y="161687"/>
                </a:cubicBezTo>
                <a:cubicBezTo>
                  <a:pt x="983408" y="160321"/>
                  <a:pt x="983408" y="155540"/>
                  <a:pt x="982268" y="154174"/>
                </a:cubicBezTo>
                <a:cubicBezTo>
                  <a:pt x="969514" y="153034"/>
                  <a:pt x="967009" y="152120"/>
                  <a:pt x="967009" y="133424"/>
                </a:cubicBezTo>
                <a:lnTo>
                  <a:pt x="967009" y="99451"/>
                </a:lnTo>
                <a:cubicBezTo>
                  <a:pt x="967009" y="86913"/>
                  <a:pt x="966098" y="75966"/>
                  <a:pt x="960861" y="68905"/>
                </a:cubicBezTo>
                <a:cubicBezTo>
                  <a:pt x="956986" y="63894"/>
                  <a:pt x="949928" y="61159"/>
                  <a:pt x="941956" y="61159"/>
                </a:cubicBezTo>
                <a:cubicBezTo>
                  <a:pt x="930798" y="61159"/>
                  <a:pt x="918044" y="64119"/>
                  <a:pt x="904606" y="79615"/>
                </a:cubicBezTo>
                <a:close/>
                <a:moveTo>
                  <a:pt x="1058792" y="97654"/>
                </a:moveTo>
                <a:cubicBezTo>
                  <a:pt x="1058792" y="118877"/>
                  <a:pt x="1048085" y="123210"/>
                  <a:pt x="1039658" y="123210"/>
                </a:cubicBezTo>
                <a:cubicBezTo>
                  <a:pt x="1020527" y="123210"/>
                  <a:pt x="1018480" y="107013"/>
                  <a:pt x="1018480" y="92407"/>
                </a:cubicBezTo>
                <a:cubicBezTo>
                  <a:pt x="1018480" y="76435"/>
                  <a:pt x="1024173" y="68220"/>
                  <a:pt x="1036700" y="68220"/>
                </a:cubicBezTo>
                <a:cubicBezTo>
                  <a:pt x="1051046" y="68220"/>
                  <a:pt x="1058792" y="78718"/>
                  <a:pt x="1058792" y="97654"/>
                </a:cubicBezTo>
                <a:moveTo>
                  <a:pt x="1016201" y="163456"/>
                </a:moveTo>
                <a:cubicBezTo>
                  <a:pt x="1018706" y="164140"/>
                  <a:pt x="1022352" y="164599"/>
                  <a:pt x="1025312" y="164599"/>
                </a:cubicBezTo>
                <a:cubicBezTo>
                  <a:pt x="1032370" y="164599"/>
                  <a:pt x="1038747" y="163911"/>
                  <a:pt x="1041937" y="163911"/>
                </a:cubicBezTo>
                <a:cubicBezTo>
                  <a:pt x="1053325" y="163911"/>
                  <a:pt x="1062889" y="164140"/>
                  <a:pt x="1069495" y="167796"/>
                </a:cubicBezTo>
                <a:cubicBezTo>
                  <a:pt x="1078378" y="172821"/>
                  <a:pt x="1081109" y="176018"/>
                  <a:pt x="1081109" y="181957"/>
                </a:cubicBezTo>
                <a:cubicBezTo>
                  <a:pt x="1081109" y="198405"/>
                  <a:pt x="1056967" y="207086"/>
                  <a:pt x="1036471" y="207086"/>
                </a:cubicBezTo>
                <a:cubicBezTo>
                  <a:pt x="1028273" y="207086"/>
                  <a:pt x="1009143" y="200459"/>
                  <a:pt x="1009143" y="184929"/>
                </a:cubicBezTo>
                <a:cubicBezTo>
                  <a:pt x="1009143" y="177162"/>
                  <a:pt x="1009598" y="171452"/>
                  <a:pt x="1016201" y="163456"/>
                </a:cubicBezTo>
                <a:moveTo>
                  <a:pt x="1087260" y="73012"/>
                </a:moveTo>
                <a:cubicBezTo>
                  <a:pt x="1091586" y="73012"/>
                  <a:pt x="1095684" y="68905"/>
                  <a:pt x="1095684" y="64349"/>
                </a:cubicBezTo>
                <a:cubicBezTo>
                  <a:pt x="1095684" y="59567"/>
                  <a:pt x="1091357" y="55922"/>
                  <a:pt x="1085210" y="55922"/>
                </a:cubicBezTo>
                <a:cubicBezTo>
                  <a:pt x="1079288" y="55922"/>
                  <a:pt x="1068355" y="59793"/>
                  <a:pt x="1062434" y="67539"/>
                </a:cubicBezTo>
                <a:cubicBezTo>
                  <a:pt x="1059702" y="65715"/>
                  <a:pt x="1052186" y="61159"/>
                  <a:pt x="1038747" y="61159"/>
                </a:cubicBezTo>
                <a:cubicBezTo>
                  <a:pt x="1018480" y="61159"/>
                  <a:pt x="999805" y="74837"/>
                  <a:pt x="999805" y="95830"/>
                </a:cubicBezTo>
                <a:cubicBezTo>
                  <a:pt x="999805" y="108153"/>
                  <a:pt x="1005271" y="115225"/>
                  <a:pt x="1011648" y="121386"/>
                </a:cubicBezTo>
                <a:cubicBezTo>
                  <a:pt x="1005271" y="126856"/>
                  <a:pt x="1001626" y="136628"/>
                  <a:pt x="1001626" y="144346"/>
                </a:cubicBezTo>
                <a:cubicBezTo>
                  <a:pt x="1001626" y="152527"/>
                  <a:pt x="1006182" y="158903"/>
                  <a:pt x="1012103" y="161864"/>
                </a:cubicBezTo>
                <a:cubicBezTo>
                  <a:pt x="999805" y="169165"/>
                  <a:pt x="993428" y="179674"/>
                  <a:pt x="993428" y="189495"/>
                </a:cubicBezTo>
                <a:cubicBezTo>
                  <a:pt x="993428" y="209362"/>
                  <a:pt x="1012103" y="215510"/>
                  <a:pt x="1029639" y="215510"/>
                </a:cubicBezTo>
                <a:cubicBezTo>
                  <a:pt x="1060383" y="215510"/>
                  <a:pt x="1093637" y="200688"/>
                  <a:pt x="1093637" y="176018"/>
                </a:cubicBezTo>
                <a:cubicBezTo>
                  <a:pt x="1093637" y="168710"/>
                  <a:pt x="1090221" y="163001"/>
                  <a:pt x="1083615" y="157534"/>
                </a:cubicBezTo>
                <a:cubicBezTo>
                  <a:pt x="1074732" y="150247"/>
                  <a:pt x="1058792" y="150021"/>
                  <a:pt x="1050365" y="150021"/>
                </a:cubicBezTo>
                <a:cubicBezTo>
                  <a:pt x="1046264" y="150021"/>
                  <a:pt x="1040572" y="150476"/>
                  <a:pt x="1035105" y="151157"/>
                </a:cubicBezTo>
                <a:cubicBezTo>
                  <a:pt x="1031689" y="151387"/>
                  <a:pt x="1029410" y="151616"/>
                  <a:pt x="1028273" y="151616"/>
                </a:cubicBezTo>
                <a:cubicBezTo>
                  <a:pt x="1021667" y="151616"/>
                  <a:pt x="1013695" y="148433"/>
                  <a:pt x="1013695" y="138671"/>
                </a:cubicBezTo>
                <a:cubicBezTo>
                  <a:pt x="1013695" y="134133"/>
                  <a:pt x="1015064" y="129361"/>
                  <a:pt x="1017796" y="125490"/>
                </a:cubicBezTo>
                <a:cubicBezTo>
                  <a:pt x="1023262" y="128677"/>
                  <a:pt x="1029639" y="130272"/>
                  <a:pt x="1038521" y="130272"/>
                </a:cubicBezTo>
                <a:cubicBezTo>
                  <a:pt x="1058562" y="130272"/>
                  <a:pt x="1077008" y="117737"/>
                  <a:pt x="1077008" y="95375"/>
                </a:cubicBezTo>
                <a:cubicBezTo>
                  <a:pt x="1077008" y="84651"/>
                  <a:pt x="1073822" y="78489"/>
                  <a:pt x="1067215" y="71643"/>
                </a:cubicBezTo>
                <a:cubicBezTo>
                  <a:pt x="1068811" y="69360"/>
                  <a:pt x="1073366" y="66170"/>
                  <a:pt x="1076327" y="66170"/>
                </a:cubicBezTo>
                <a:cubicBezTo>
                  <a:pt x="1077922" y="66170"/>
                  <a:pt x="1079514" y="66854"/>
                  <a:pt x="1080883" y="68905"/>
                </a:cubicBezTo>
                <a:cubicBezTo>
                  <a:pt x="1081794" y="70729"/>
                  <a:pt x="1084754" y="73012"/>
                  <a:pt x="1087260" y="73012"/>
                </a:cubicBezTo>
                <a:close/>
                <a:moveTo>
                  <a:pt x="1255569" y="81161"/>
                </a:moveTo>
                <a:cubicBezTo>
                  <a:pt x="1258985" y="72293"/>
                  <a:pt x="1264907" y="70701"/>
                  <a:pt x="1271739" y="69794"/>
                </a:cubicBezTo>
                <a:cubicBezTo>
                  <a:pt x="1273105" y="69565"/>
                  <a:pt x="1274245" y="68884"/>
                  <a:pt x="1274245" y="67744"/>
                </a:cubicBezTo>
                <a:lnTo>
                  <a:pt x="1274245" y="62507"/>
                </a:lnTo>
                <a:lnTo>
                  <a:pt x="1273789" y="62048"/>
                </a:lnTo>
                <a:cubicBezTo>
                  <a:pt x="1273789" y="62048"/>
                  <a:pt x="1263083" y="62507"/>
                  <a:pt x="1256250" y="62507"/>
                </a:cubicBezTo>
                <a:cubicBezTo>
                  <a:pt x="1247142" y="62507"/>
                  <a:pt x="1232793" y="62048"/>
                  <a:pt x="1232793" y="62048"/>
                </a:cubicBezTo>
                <a:lnTo>
                  <a:pt x="1231883" y="62733"/>
                </a:lnTo>
                <a:lnTo>
                  <a:pt x="1231883" y="68199"/>
                </a:lnTo>
                <a:cubicBezTo>
                  <a:pt x="1231883" y="68884"/>
                  <a:pt x="1232564" y="69565"/>
                  <a:pt x="1233704" y="69794"/>
                </a:cubicBezTo>
                <a:lnTo>
                  <a:pt x="1234614" y="70020"/>
                </a:lnTo>
                <a:cubicBezTo>
                  <a:pt x="1242816" y="72067"/>
                  <a:pt x="1246687" y="73429"/>
                  <a:pt x="1244407" y="79796"/>
                </a:cubicBezTo>
                <a:lnTo>
                  <a:pt x="1223911" y="137313"/>
                </a:lnTo>
                <a:lnTo>
                  <a:pt x="1201364" y="80025"/>
                </a:lnTo>
                <a:cubicBezTo>
                  <a:pt x="1198859" y="73203"/>
                  <a:pt x="1199088" y="71157"/>
                  <a:pt x="1205920" y="70246"/>
                </a:cubicBezTo>
                <a:lnTo>
                  <a:pt x="1209792" y="69794"/>
                </a:lnTo>
                <a:cubicBezTo>
                  <a:pt x="1210247" y="69794"/>
                  <a:pt x="1211613" y="69565"/>
                  <a:pt x="1211613" y="67970"/>
                </a:cubicBezTo>
                <a:lnTo>
                  <a:pt x="1211613" y="62507"/>
                </a:lnTo>
                <a:lnTo>
                  <a:pt x="1210702" y="62048"/>
                </a:lnTo>
                <a:cubicBezTo>
                  <a:pt x="1210702" y="62048"/>
                  <a:pt x="1192027" y="62507"/>
                  <a:pt x="1182689" y="62507"/>
                </a:cubicBezTo>
                <a:cubicBezTo>
                  <a:pt x="1173581" y="62507"/>
                  <a:pt x="1159687" y="62048"/>
                  <a:pt x="1159687" y="62048"/>
                </a:cubicBezTo>
                <a:lnTo>
                  <a:pt x="1159003" y="62507"/>
                </a:lnTo>
                <a:lnTo>
                  <a:pt x="1159003" y="68199"/>
                </a:lnTo>
                <a:cubicBezTo>
                  <a:pt x="1159003" y="69339"/>
                  <a:pt x="1160143" y="69794"/>
                  <a:pt x="1161282" y="69794"/>
                </a:cubicBezTo>
                <a:cubicBezTo>
                  <a:pt x="1171756" y="70701"/>
                  <a:pt x="1174947" y="77978"/>
                  <a:pt x="1177678" y="85252"/>
                </a:cubicBezTo>
                <a:lnTo>
                  <a:pt x="1203870" y="152092"/>
                </a:lnTo>
                <a:cubicBezTo>
                  <a:pt x="1207515" y="161183"/>
                  <a:pt x="1211157" y="163911"/>
                  <a:pt x="1217308" y="163911"/>
                </a:cubicBezTo>
                <a:cubicBezTo>
                  <a:pt x="1222545" y="163911"/>
                  <a:pt x="1225051" y="161183"/>
                  <a:pt x="1228693" y="151863"/>
                </a:cubicBezTo>
                <a:lnTo>
                  <a:pt x="1255569" y="81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𝑗">
            <a:extLst xmlns:a="http://schemas.openxmlformats.org/drawingml/2006/main">
              <a:ext uri="{FF2B5EF4-FFF2-40B4-BE49-F238E27FC236}">
                <a16:creationId xmlns:a16="http://schemas.microsoft.com/office/drawing/2014/main" id="{221C51C8-5180-47CC-9197-4599AD9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33" y="2098169"/>
            <a:ext cx="85251" cy="143731"/>
          </a:xfrm>
          <a:custGeom xmlns:a="http://schemas.openxmlformats.org/drawingml/2006/main">
            <a:pathLst>
              <a:path w="85251" h="143731">
                <a:moveTo>
                  <a:pt x="73247" y="52655"/>
                </a:moveTo>
                <a:cubicBezTo>
                  <a:pt x="75011" y="45593"/>
                  <a:pt x="77484" y="38887"/>
                  <a:pt x="77484" y="35887"/>
                </a:cubicBezTo>
                <a:cubicBezTo>
                  <a:pt x="77484" y="33412"/>
                  <a:pt x="75895" y="32173"/>
                  <a:pt x="72894" y="32173"/>
                </a:cubicBezTo>
                <a:cubicBezTo>
                  <a:pt x="65480" y="32173"/>
                  <a:pt x="55068" y="33412"/>
                  <a:pt x="44301" y="34473"/>
                </a:cubicBezTo>
                <a:cubicBezTo>
                  <a:pt x="42359" y="35887"/>
                  <a:pt x="43417" y="37829"/>
                  <a:pt x="44478" y="39418"/>
                </a:cubicBezTo>
                <a:lnTo>
                  <a:pt x="53301" y="40298"/>
                </a:lnTo>
                <a:cubicBezTo>
                  <a:pt x="55951" y="40651"/>
                  <a:pt x="57010" y="42946"/>
                  <a:pt x="57010" y="45593"/>
                </a:cubicBezTo>
                <a:cubicBezTo>
                  <a:pt x="57010" y="48066"/>
                  <a:pt x="56126" y="51772"/>
                  <a:pt x="54715" y="59361"/>
                </a:cubicBezTo>
                <a:lnTo>
                  <a:pt x="49420" y="78071"/>
                </a:lnTo>
                <a:cubicBezTo>
                  <a:pt x="44126" y="95369"/>
                  <a:pt x="42006" y="106312"/>
                  <a:pt x="37594" y="119021"/>
                </a:cubicBezTo>
                <a:cubicBezTo>
                  <a:pt x="32652" y="134200"/>
                  <a:pt x="25416" y="137375"/>
                  <a:pt x="21710" y="137375"/>
                </a:cubicBezTo>
                <a:cubicBezTo>
                  <a:pt x="15885" y="137375"/>
                  <a:pt x="16768" y="129786"/>
                  <a:pt x="6176" y="129786"/>
                </a:cubicBezTo>
                <a:cubicBezTo>
                  <a:pt x="3353" y="129786"/>
                  <a:pt x="0" y="131552"/>
                  <a:pt x="0" y="135258"/>
                </a:cubicBezTo>
                <a:cubicBezTo>
                  <a:pt x="0" y="140906"/>
                  <a:pt x="8470" y="143731"/>
                  <a:pt x="18179" y="143731"/>
                </a:cubicBezTo>
                <a:cubicBezTo>
                  <a:pt x="45890" y="143731"/>
                  <a:pt x="57890" y="110901"/>
                  <a:pt x="68836" y="67834"/>
                </a:cubicBezTo>
                <a:lnTo>
                  <a:pt x="73247" y="52655"/>
                </a:lnTo>
                <a:moveTo>
                  <a:pt x="62127" y="8473"/>
                </a:moveTo>
                <a:cubicBezTo>
                  <a:pt x="62127" y="13062"/>
                  <a:pt x="67600" y="16946"/>
                  <a:pt x="73778" y="16946"/>
                </a:cubicBezTo>
                <a:cubicBezTo>
                  <a:pt x="79953" y="16946"/>
                  <a:pt x="85251" y="13062"/>
                  <a:pt x="85251" y="8473"/>
                </a:cubicBezTo>
                <a:cubicBezTo>
                  <a:pt x="85251" y="3884"/>
                  <a:pt x="79953" y="0"/>
                  <a:pt x="73778" y="0"/>
                </a:cubicBezTo>
                <a:cubicBezTo>
                  <a:pt x="67600" y="0"/>
                  <a:pt x="62127" y="3884"/>
                  <a:pt x="62127" y="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velocityspaceand𝑉𝑂𝐶">
            <a:extLst xmlns:a="http://schemas.openxmlformats.org/drawingml/2006/main">
              <a:ext uri="{FF2B5EF4-FFF2-40B4-BE49-F238E27FC236}">
                <a16:creationId xmlns:a16="http://schemas.microsoft.com/office/drawing/2014/main" id="{41EE1861-13C5-4155-B0CA-67CDCAC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241" y="2014107"/>
            <a:ext cx="2255803" cy="212399"/>
          </a:xfrm>
          <a:custGeom xmlns:a="http://schemas.openxmlformats.org/drawingml/2006/main">
            <a:pathLst>
              <a:path w="2255803" h="212399">
                <a:moveTo>
                  <a:pt x="72880" y="68456"/>
                </a:moveTo>
                <a:cubicBezTo>
                  <a:pt x="85179" y="69367"/>
                  <a:pt x="86544" y="72095"/>
                  <a:pt x="81763" y="83691"/>
                </a:cubicBezTo>
                <a:lnTo>
                  <a:pt x="63313" y="128263"/>
                </a:lnTo>
                <a:cubicBezTo>
                  <a:pt x="59671" y="137132"/>
                  <a:pt x="58531" y="137132"/>
                  <a:pt x="54886" y="127582"/>
                </a:cubicBezTo>
                <a:lnTo>
                  <a:pt x="38490" y="83691"/>
                </a:lnTo>
                <a:cubicBezTo>
                  <a:pt x="34390" y="72776"/>
                  <a:pt x="33479" y="70048"/>
                  <a:pt x="45548" y="68456"/>
                </a:cubicBezTo>
                <a:cubicBezTo>
                  <a:pt x="46918" y="67091"/>
                  <a:pt x="46918" y="62309"/>
                  <a:pt x="45548" y="60940"/>
                </a:cubicBezTo>
                <a:cubicBezTo>
                  <a:pt x="38035" y="61169"/>
                  <a:pt x="30063" y="61398"/>
                  <a:pt x="22547" y="61398"/>
                </a:cubicBezTo>
                <a:cubicBezTo>
                  <a:pt x="15033" y="61398"/>
                  <a:pt x="8198" y="61169"/>
                  <a:pt x="1366" y="60940"/>
                </a:cubicBezTo>
                <a:cubicBezTo>
                  <a:pt x="0" y="62309"/>
                  <a:pt x="0" y="67091"/>
                  <a:pt x="1366" y="68456"/>
                </a:cubicBezTo>
                <a:cubicBezTo>
                  <a:pt x="13438" y="69822"/>
                  <a:pt x="15033" y="73461"/>
                  <a:pt x="19586" y="85057"/>
                </a:cubicBezTo>
                <a:lnTo>
                  <a:pt x="48739" y="156916"/>
                </a:lnTo>
                <a:cubicBezTo>
                  <a:pt x="50104" y="160328"/>
                  <a:pt x="51470" y="161690"/>
                  <a:pt x="54431" y="161690"/>
                </a:cubicBezTo>
                <a:cubicBezTo>
                  <a:pt x="56711" y="161690"/>
                  <a:pt x="58302" y="160328"/>
                  <a:pt x="59897" y="156460"/>
                </a:cubicBezTo>
                <a:lnTo>
                  <a:pt x="90186" y="85283"/>
                </a:lnTo>
                <a:cubicBezTo>
                  <a:pt x="94516" y="75278"/>
                  <a:pt x="97022" y="69593"/>
                  <a:pt x="109776" y="68456"/>
                </a:cubicBezTo>
                <a:cubicBezTo>
                  <a:pt x="111141" y="67091"/>
                  <a:pt x="111141" y="62309"/>
                  <a:pt x="109776" y="60940"/>
                </a:cubicBezTo>
                <a:cubicBezTo>
                  <a:pt x="105220" y="61169"/>
                  <a:pt x="99753" y="61398"/>
                  <a:pt x="93832" y="61398"/>
                </a:cubicBezTo>
                <a:cubicBezTo>
                  <a:pt x="86315" y="61398"/>
                  <a:pt x="78573" y="61169"/>
                  <a:pt x="72880" y="60940"/>
                </a:cubicBezTo>
                <a:cubicBezTo>
                  <a:pt x="71515" y="62309"/>
                  <a:pt x="71515" y="67091"/>
                  <a:pt x="72880" y="68456"/>
                </a:cubicBezTo>
                <a:close/>
                <a:moveTo>
                  <a:pt x="138470" y="94787"/>
                </a:moveTo>
                <a:cubicBezTo>
                  <a:pt x="142797" y="69162"/>
                  <a:pt x="158741" y="67122"/>
                  <a:pt x="164207" y="67122"/>
                </a:cubicBezTo>
                <a:cubicBezTo>
                  <a:pt x="172860" y="67122"/>
                  <a:pt x="183108" y="71886"/>
                  <a:pt x="183108" y="90934"/>
                </a:cubicBezTo>
                <a:cubicBezTo>
                  <a:pt x="183108" y="92973"/>
                  <a:pt x="182198" y="94110"/>
                  <a:pt x="179692" y="94110"/>
                </a:cubicBezTo>
                <a:lnTo>
                  <a:pt x="138470" y="94787"/>
                </a:lnTo>
                <a:moveTo>
                  <a:pt x="198138" y="137799"/>
                </a:moveTo>
                <a:cubicBezTo>
                  <a:pt x="189714" y="146449"/>
                  <a:pt x="183108" y="150087"/>
                  <a:pt x="169899" y="150087"/>
                </a:cubicBezTo>
                <a:cubicBezTo>
                  <a:pt x="161701" y="150087"/>
                  <a:pt x="152134" y="145309"/>
                  <a:pt x="145076" y="133705"/>
                </a:cubicBezTo>
                <a:cubicBezTo>
                  <a:pt x="140521" y="126196"/>
                  <a:pt x="137786" y="115729"/>
                  <a:pt x="137786" y="102530"/>
                </a:cubicBezTo>
                <a:lnTo>
                  <a:pt x="198367" y="102985"/>
                </a:lnTo>
                <a:cubicBezTo>
                  <a:pt x="201099" y="102985"/>
                  <a:pt x="202694" y="101620"/>
                  <a:pt x="202694" y="99114"/>
                </a:cubicBezTo>
                <a:cubicBezTo>
                  <a:pt x="202694" y="80049"/>
                  <a:pt x="195862" y="59605"/>
                  <a:pt x="164207" y="59605"/>
                </a:cubicBezTo>
                <a:cubicBezTo>
                  <a:pt x="144392" y="59605"/>
                  <a:pt x="118655" y="78461"/>
                  <a:pt x="118655" y="112997"/>
                </a:cubicBezTo>
                <a:cubicBezTo>
                  <a:pt x="118655" y="125740"/>
                  <a:pt x="121845" y="138028"/>
                  <a:pt x="129362" y="146674"/>
                </a:cubicBezTo>
                <a:cubicBezTo>
                  <a:pt x="137105" y="155783"/>
                  <a:pt x="147808" y="161246"/>
                  <a:pt x="164207" y="161246"/>
                </a:cubicBezTo>
                <a:cubicBezTo>
                  <a:pt x="181513" y="161246"/>
                  <a:pt x="193812" y="153277"/>
                  <a:pt x="202923" y="141441"/>
                </a:cubicBezTo>
                <a:cubicBezTo>
                  <a:pt x="202239" y="139165"/>
                  <a:pt x="200873" y="138028"/>
                  <a:pt x="198138" y="137799"/>
                </a:cubicBezTo>
                <a:close/>
                <a:moveTo>
                  <a:pt x="233666" y="131231"/>
                </a:moveTo>
                <a:cubicBezTo>
                  <a:pt x="233666" y="150132"/>
                  <a:pt x="231164" y="151269"/>
                  <a:pt x="217271" y="151953"/>
                </a:cubicBezTo>
                <a:cubicBezTo>
                  <a:pt x="215905" y="153319"/>
                  <a:pt x="215905" y="158101"/>
                  <a:pt x="217271" y="159466"/>
                </a:cubicBezTo>
                <a:cubicBezTo>
                  <a:pt x="225243" y="159241"/>
                  <a:pt x="233666" y="159011"/>
                  <a:pt x="242778" y="159011"/>
                </a:cubicBezTo>
                <a:cubicBezTo>
                  <a:pt x="251886" y="159011"/>
                  <a:pt x="260543" y="159241"/>
                  <a:pt x="268056" y="159466"/>
                </a:cubicBezTo>
                <a:cubicBezTo>
                  <a:pt x="269425" y="158101"/>
                  <a:pt x="269425" y="153319"/>
                  <a:pt x="268056" y="151953"/>
                </a:cubicBezTo>
                <a:cubicBezTo>
                  <a:pt x="254166" y="151269"/>
                  <a:pt x="251661" y="150132"/>
                  <a:pt x="251661" y="131231"/>
                </a:cubicBezTo>
                <a:lnTo>
                  <a:pt x="251661" y="26265"/>
                </a:lnTo>
                <a:cubicBezTo>
                  <a:pt x="251661" y="11468"/>
                  <a:pt x="252571" y="2307"/>
                  <a:pt x="252571" y="2307"/>
                </a:cubicBezTo>
                <a:cubicBezTo>
                  <a:pt x="252571" y="695"/>
                  <a:pt x="251661" y="0"/>
                  <a:pt x="249610" y="0"/>
                </a:cubicBezTo>
                <a:cubicBezTo>
                  <a:pt x="243918" y="2307"/>
                  <a:pt x="226834" y="5536"/>
                  <a:pt x="217726" y="6227"/>
                </a:cubicBezTo>
                <a:cubicBezTo>
                  <a:pt x="217271" y="8052"/>
                  <a:pt x="217726" y="11694"/>
                  <a:pt x="219092" y="13063"/>
                </a:cubicBezTo>
                <a:cubicBezTo>
                  <a:pt x="232301" y="13970"/>
                  <a:pt x="233666" y="14655"/>
                  <a:pt x="233666" y="31731"/>
                </a:cubicBezTo>
                <a:lnTo>
                  <a:pt x="233666" y="131231"/>
                </a:lnTo>
                <a:close/>
                <a:moveTo>
                  <a:pt x="281493" y="112257"/>
                </a:moveTo>
                <a:cubicBezTo>
                  <a:pt x="281493" y="135502"/>
                  <a:pt x="296981" y="161246"/>
                  <a:pt x="329321" y="161246"/>
                </a:cubicBezTo>
                <a:cubicBezTo>
                  <a:pt x="343895" y="161246"/>
                  <a:pt x="355058" y="156009"/>
                  <a:pt x="362800" y="148492"/>
                </a:cubicBezTo>
                <a:cubicBezTo>
                  <a:pt x="373048" y="138463"/>
                  <a:pt x="377604" y="124107"/>
                  <a:pt x="377604" y="110207"/>
                </a:cubicBezTo>
                <a:cubicBezTo>
                  <a:pt x="377604" y="86506"/>
                  <a:pt x="364621" y="58938"/>
                  <a:pt x="329776" y="58938"/>
                </a:cubicBezTo>
                <a:cubicBezTo>
                  <a:pt x="314746" y="58938"/>
                  <a:pt x="302448" y="65089"/>
                  <a:pt x="294021" y="74885"/>
                </a:cubicBezTo>
                <a:cubicBezTo>
                  <a:pt x="285823" y="84685"/>
                  <a:pt x="281493" y="97901"/>
                  <a:pt x="281493" y="112257"/>
                </a:cubicBezTo>
                <a:moveTo>
                  <a:pt x="326360" y="66910"/>
                </a:moveTo>
                <a:cubicBezTo>
                  <a:pt x="345946" y="66910"/>
                  <a:pt x="358018" y="84685"/>
                  <a:pt x="358018" y="117501"/>
                </a:cubicBezTo>
                <a:cubicBezTo>
                  <a:pt x="358018" y="146212"/>
                  <a:pt x="343214" y="153277"/>
                  <a:pt x="332511" y="153277"/>
                </a:cubicBezTo>
                <a:cubicBezTo>
                  <a:pt x="308825" y="153277"/>
                  <a:pt x="301082" y="124562"/>
                  <a:pt x="301082" y="107016"/>
                </a:cubicBezTo>
                <a:cubicBezTo>
                  <a:pt x="301082" y="87191"/>
                  <a:pt x="305864" y="66910"/>
                  <a:pt x="326360" y="66910"/>
                </a:cubicBezTo>
                <a:close/>
                <a:moveTo>
                  <a:pt x="479178" y="138237"/>
                </a:moveTo>
                <a:cubicBezTo>
                  <a:pt x="478268" y="136187"/>
                  <a:pt x="476443" y="135276"/>
                  <a:pt x="474396" y="135047"/>
                </a:cubicBezTo>
                <a:cubicBezTo>
                  <a:pt x="466650" y="145076"/>
                  <a:pt x="456858" y="150087"/>
                  <a:pt x="447065" y="150087"/>
                </a:cubicBezTo>
                <a:cubicBezTo>
                  <a:pt x="430440" y="150087"/>
                  <a:pt x="416546" y="133226"/>
                  <a:pt x="416546" y="106561"/>
                </a:cubicBezTo>
                <a:cubicBezTo>
                  <a:pt x="416546" y="81495"/>
                  <a:pt x="427479" y="66455"/>
                  <a:pt x="442512" y="66455"/>
                </a:cubicBezTo>
                <a:cubicBezTo>
                  <a:pt x="455947" y="66455"/>
                  <a:pt x="457768" y="74430"/>
                  <a:pt x="458682" y="82406"/>
                </a:cubicBezTo>
                <a:cubicBezTo>
                  <a:pt x="459363" y="88560"/>
                  <a:pt x="462553" y="90610"/>
                  <a:pt x="467335" y="90610"/>
                </a:cubicBezTo>
                <a:cubicBezTo>
                  <a:pt x="472117" y="90610"/>
                  <a:pt x="478494" y="87650"/>
                  <a:pt x="478494" y="80585"/>
                </a:cubicBezTo>
                <a:cubicBezTo>
                  <a:pt x="478494" y="68050"/>
                  <a:pt x="465514" y="58938"/>
                  <a:pt x="443649" y="58938"/>
                </a:cubicBezTo>
                <a:cubicBezTo>
                  <a:pt x="421102" y="58938"/>
                  <a:pt x="396960" y="79215"/>
                  <a:pt x="396960" y="111576"/>
                </a:cubicBezTo>
                <a:cubicBezTo>
                  <a:pt x="396960" y="140972"/>
                  <a:pt x="413359" y="161246"/>
                  <a:pt x="442054" y="161246"/>
                </a:cubicBezTo>
                <a:cubicBezTo>
                  <a:pt x="455721" y="161246"/>
                  <a:pt x="467790" y="156919"/>
                  <a:pt x="479178" y="138237"/>
                </a:cubicBezTo>
                <a:close/>
                <a:moveTo>
                  <a:pt x="506508" y="22498"/>
                </a:moveTo>
                <a:cubicBezTo>
                  <a:pt x="506508" y="28420"/>
                  <a:pt x="511974" y="34341"/>
                  <a:pt x="517437" y="34341"/>
                </a:cubicBezTo>
                <a:cubicBezTo>
                  <a:pt x="523814" y="34341"/>
                  <a:pt x="529280" y="28194"/>
                  <a:pt x="529280" y="23408"/>
                </a:cubicBezTo>
                <a:cubicBezTo>
                  <a:pt x="529280" y="17946"/>
                  <a:pt x="524499" y="11565"/>
                  <a:pt x="518351" y="11565"/>
                </a:cubicBezTo>
                <a:cubicBezTo>
                  <a:pt x="512885" y="11565"/>
                  <a:pt x="506508" y="17032"/>
                  <a:pt x="506508" y="22498"/>
                </a:cubicBezTo>
                <a:moveTo>
                  <a:pt x="527234" y="131224"/>
                </a:moveTo>
                <a:lnTo>
                  <a:pt x="527234" y="85898"/>
                </a:lnTo>
                <a:cubicBezTo>
                  <a:pt x="527234" y="74510"/>
                  <a:pt x="528144" y="59883"/>
                  <a:pt x="528144" y="59883"/>
                </a:cubicBezTo>
                <a:cubicBezTo>
                  <a:pt x="528144" y="58962"/>
                  <a:pt x="527004" y="58271"/>
                  <a:pt x="525183" y="58271"/>
                </a:cubicBezTo>
                <a:cubicBezTo>
                  <a:pt x="518806" y="60804"/>
                  <a:pt x="509695" y="62875"/>
                  <a:pt x="493980" y="64943"/>
                </a:cubicBezTo>
                <a:cubicBezTo>
                  <a:pt x="493525" y="66312"/>
                  <a:pt x="493980" y="69954"/>
                  <a:pt x="494435" y="71323"/>
                </a:cubicBezTo>
                <a:cubicBezTo>
                  <a:pt x="506963" y="72460"/>
                  <a:pt x="509239" y="73829"/>
                  <a:pt x="509239" y="86812"/>
                </a:cubicBezTo>
                <a:lnTo>
                  <a:pt x="509239" y="131224"/>
                </a:lnTo>
                <a:cubicBezTo>
                  <a:pt x="509239" y="150129"/>
                  <a:pt x="506734" y="150813"/>
                  <a:pt x="492844" y="151953"/>
                </a:cubicBezTo>
                <a:cubicBezTo>
                  <a:pt x="491475" y="153319"/>
                  <a:pt x="491475" y="158101"/>
                  <a:pt x="492844" y="159466"/>
                </a:cubicBezTo>
                <a:cubicBezTo>
                  <a:pt x="500357" y="159241"/>
                  <a:pt x="509239" y="159011"/>
                  <a:pt x="518351" y="159011"/>
                </a:cubicBezTo>
                <a:cubicBezTo>
                  <a:pt x="527459" y="159011"/>
                  <a:pt x="536113" y="159241"/>
                  <a:pt x="543629" y="159466"/>
                </a:cubicBezTo>
                <a:cubicBezTo>
                  <a:pt x="544995" y="158101"/>
                  <a:pt x="544995" y="153319"/>
                  <a:pt x="543629" y="151953"/>
                </a:cubicBezTo>
                <a:cubicBezTo>
                  <a:pt x="529736" y="151043"/>
                  <a:pt x="527234" y="150129"/>
                  <a:pt x="527234" y="131224"/>
                </a:cubicBezTo>
                <a:close/>
                <a:moveTo>
                  <a:pt x="557524" y="61385"/>
                </a:moveTo>
                <a:cubicBezTo>
                  <a:pt x="554334" y="61385"/>
                  <a:pt x="553423" y="64119"/>
                  <a:pt x="553423" y="65940"/>
                </a:cubicBezTo>
                <a:lnTo>
                  <a:pt x="553423" y="68901"/>
                </a:lnTo>
                <a:cubicBezTo>
                  <a:pt x="553423" y="70041"/>
                  <a:pt x="553649" y="70267"/>
                  <a:pt x="554563" y="70267"/>
                </a:cubicBezTo>
                <a:lnTo>
                  <a:pt x="567998" y="70267"/>
                </a:lnTo>
                <a:lnTo>
                  <a:pt x="567998" y="138716"/>
                </a:lnTo>
                <a:cubicBezTo>
                  <a:pt x="567998" y="154869"/>
                  <a:pt x="575059" y="161246"/>
                  <a:pt x="585533" y="161246"/>
                </a:cubicBezTo>
                <a:cubicBezTo>
                  <a:pt x="596011" y="161246"/>
                  <a:pt x="607399" y="156238"/>
                  <a:pt x="616281" y="146219"/>
                </a:cubicBezTo>
                <a:cubicBezTo>
                  <a:pt x="615826" y="143947"/>
                  <a:pt x="614460" y="142581"/>
                  <a:pt x="612180" y="142355"/>
                </a:cubicBezTo>
                <a:cubicBezTo>
                  <a:pt x="606259" y="146904"/>
                  <a:pt x="599427" y="148721"/>
                  <a:pt x="593505" y="148721"/>
                </a:cubicBezTo>
                <a:cubicBezTo>
                  <a:pt x="587358" y="148721"/>
                  <a:pt x="585992" y="141900"/>
                  <a:pt x="585992" y="127801"/>
                </a:cubicBezTo>
                <a:lnTo>
                  <a:pt x="585992" y="70267"/>
                </a:lnTo>
                <a:lnTo>
                  <a:pt x="609675" y="70267"/>
                </a:lnTo>
                <a:cubicBezTo>
                  <a:pt x="611955" y="70267"/>
                  <a:pt x="615141" y="69356"/>
                  <a:pt x="615141" y="67306"/>
                </a:cubicBezTo>
                <a:lnTo>
                  <a:pt x="615141" y="62754"/>
                </a:lnTo>
                <a:cubicBezTo>
                  <a:pt x="615141" y="61843"/>
                  <a:pt x="614460" y="61385"/>
                  <a:pt x="613320" y="61385"/>
                </a:cubicBezTo>
                <a:lnTo>
                  <a:pt x="585992" y="61385"/>
                </a:lnTo>
                <a:lnTo>
                  <a:pt x="585992" y="52506"/>
                </a:lnTo>
                <a:cubicBezTo>
                  <a:pt x="585992" y="37702"/>
                  <a:pt x="586902" y="28590"/>
                  <a:pt x="586902" y="28590"/>
                </a:cubicBezTo>
                <a:cubicBezTo>
                  <a:pt x="586902" y="27224"/>
                  <a:pt x="586218" y="26540"/>
                  <a:pt x="585078" y="26540"/>
                </a:cubicBezTo>
                <a:cubicBezTo>
                  <a:pt x="584167" y="26540"/>
                  <a:pt x="582117" y="27453"/>
                  <a:pt x="580070" y="28590"/>
                </a:cubicBezTo>
                <a:cubicBezTo>
                  <a:pt x="577565" y="29959"/>
                  <a:pt x="575285" y="31095"/>
                  <a:pt x="572324" y="31780"/>
                </a:cubicBezTo>
                <a:cubicBezTo>
                  <a:pt x="569593" y="32690"/>
                  <a:pt x="567317" y="33375"/>
                  <a:pt x="567317" y="34967"/>
                </a:cubicBezTo>
                <a:cubicBezTo>
                  <a:pt x="567317" y="37702"/>
                  <a:pt x="567998" y="36107"/>
                  <a:pt x="567998" y="61385"/>
                </a:cubicBezTo>
                <a:lnTo>
                  <a:pt x="557524" y="61385"/>
                </a:lnTo>
                <a:close/>
                <a:moveTo>
                  <a:pt x="666157" y="195559"/>
                </a:moveTo>
                <a:cubicBezTo>
                  <a:pt x="669799" y="189182"/>
                  <a:pt x="672760" y="182802"/>
                  <a:pt x="675495" y="175970"/>
                </a:cubicBezTo>
                <a:cubicBezTo>
                  <a:pt x="693715" y="132009"/>
                  <a:pt x="703963" y="108545"/>
                  <a:pt x="715806" y="83035"/>
                </a:cubicBezTo>
                <a:cubicBezTo>
                  <a:pt x="720359" y="73468"/>
                  <a:pt x="723549" y="69826"/>
                  <a:pt x="734252" y="68456"/>
                </a:cubicBezTo>
                <a:cubicBezTo>
                  <a:pt x="735618" y="67091"/>
                  <a:pt x="735618" y="62309"/>
                  <a:pt x="734252" y="60940"/>
                </a:cubicBezTo>
                <a:cubicBezTo>
                  <a:pt x="729696" y="61169"/>
                  <a:pt x="724459" y="61398"/>
                  <a:pt x="718083" y="61398"/>
                </a:cubicBezTo>
                <a:cubicBezTo>
                  <a:pt x="711250" y="61398"/>
                  <a:pt x="704189" y="61169"/>
                  <a:pt x="697357" y="60940"/>
                </a:cubicBezTo>
                <a:cubicBezTo>
                  <a:pt x="695991" y="62309"/>
                  <a:pt x="695991" y="67091"/>
                  <a:pt x="697357" y="68456"/>
                </a:cubicBezTo>
                <a:cubicBezTo>
                  <a:pt x="704644" y="69141"/>
                  <a:pt x="711935" y="70507"/>
                  <a:pt x="708290" y="78708"/>
                </a:cubicBezTo>
                <a:lnTo>
                  <a:pt x="685743" y="130870"/>
                </a:lnTo>
                <a:cubicBezTo>
                  <a:pt x="684148" y="134515"/>
                  <a:pt x="682098" y="135196"/>
                  <a:pt x="680277" y="130640"/>
                </a:cubicBezTo>
                <a:lnTo>
                  <a:pt x="660006" y="83264"/>
                </a:lnTo>
                <a:cubicBezTo>
                  <a:pt x="655909" y="73697"/>
                  <a:pt x="654769" y="69370"/>
                  <a:pt x="667523" y="68456"/>
                </a:cubicBezTo>
                <a:cubicBezTo>
                  <a:pt x="668889" y="67091"/>
                  <a:pt x="668889" y="62309"/>
                  <a:pt x="667523" y="60940"/>
                </a:cubicBezTo>
                <a:cubicBezTo>
                  <a:pt x="659096" y="61169"/>
                  <a:pt x="649988" y="61398"/>
                  <a:pt x="641790" y="61398"/>
                </a:cubicBezTo>
                <a:cubicBezTo>
                  <a:pt x="634044" y="61398"/>
                  <a:pt x="627896" y="61169"/>
                  <a:pt x="623340" y="60940"/>
                </a:cubicBezTo>
                <a:cubicBezTo>
                  <a:pt x="621975" y="62309"/>
                  <a:pt x="621975" y="67091"/>
                  <a:pt x="623340" y="68456"/>
                </a:cubicBezTo>
                <a:cubicBezTo>
                  <a:pt x="632452" y="69596"/>
                  <a:pt x="635409" y="71647"/>
                  <a:pt x="641331" y="85540"/>
                </a:cubicBezTo>
                <a:lnTo>
                  <a:pt x="667068" y="145448"/>
                </a:lnTo>
                <a:cubicBezTo>
                  <a:pt x="669118" y="150004"/>
                  <a:pt x="672534" y="160481"/>
                  <a:pt x="670258" y="166858"/>
                </a:cubicBezTo>
                <a:cubicBezTo>
                  <a:pt x="667523" y="174375"/>
                  <a:pt x="664792" y="180752"/>
                  <a:pt x="661376" y="187813"/>
                </a:cubicBezTo>
                <a:cubicBezTo>
                  <a:pt x="658870" y="192369"/>
                  <a:pt x="655680" y="194419"/>
                  <a:pt x="649988" y="194419"/>
                </a:cubicBezTo>
                <a:cubicBezTo>
                  <a:pt x="646797" y="194419"/>
                  <a:pt x="645887" y="193738"/>
                  <a:pt x="643381" y="193738"/>
                </a:cubicBezTo>
                <a:cubicBezTo>
                  <a:pt x="636779" y="193738"/>
                  <a:pt x="633363" y="200570"/>
                  <a:pt x="633363" y="203531"/>
                </a:cubicBezTo>
                <a:cubicBezTo>
                  <a:pt x="633363" y="208313"/>
                  <a:pt x="637915" y="211955"/>
                  <a:pt x="644066" y="211955"/>
                </a:cubicBezTo>
                <a:cubicBezTo>
                  <a:pt x="648848" y="211955"/>
                  <a:pt x="657959" y="210134"/>
                  <a:pt x="666157" y="195559"/>
                </a:cubicBezTo>
                <a:close/>
                <a:moveTo>
                  <a:pt x="804853" y="127527"/>
                </a:moveTo>
                <a:cubicBezTo>
                  <a:pt x="805764" y="138692"/>
                  <a:pt x="806448" y="149402"/>
                  <a:pt x="806448" y="158969"/>
                </a:cubicBezTo>
                <a:cubicBezTo>
                  <a:pt x="808724" y="158514"/>
                  <a:pt x="811004" y="158288"/>
                  <a:pt x="812140" y="158288"/>
                </a:cubicBezTo>
                <a:cubicBezTo>
                  <a:pt x="813736" y="158288"/>
                  <a:pt x="815101" y="158288"/>
                  <a:pt x="816696" y="158744"/>
                </a:cubicBezTo>
                <a:cubicBezTo>
                  <a:pt x="822847" y="160335"/>
                  <a:pt x="828995" y="161246"/>
                  <a:pt x="837422" y="161246"/>
                </a:cubicBezTo>
                <a:cubicBezTo>
                  <a:pt x="850176" y="161246"/>
                  <a:pt x="873633" y="155098"/>
                  <a:pt x="873633" y="132538"/>
                </a:cubicBezTo>
                <a:cubicBezTo>
                  <a:pt x="873633" y="117046"/>
                  <a:pt x="862474" y="107930"/>
                  <a:pt x="846986" y="102231"/>
                </a:cubicBezTo>
                <a:cubicBezTo>
                  <a:pt x="833321" y="96991"/>
                  <a:pt x="824213" y="93571"/>
                  <a:pt x="824213" y="81040"/>
                </a:cubicBezTo>
                <a:cubicBezTo>
                  <a:pt x="824213" y="71695"/>
                  <a:pt x="832411" y="66455"/>
                  <a:pt x="840153" y="66455"/>
                </a:cubicBezTo>
                <a:cubicBezTo>
                  <a:pt x="845165" y="66455"/>
                  <a:pt x="858374" y="68279"/>
                  <a:pt x="861334" y="87650"/>
                </a:cubicBezTo>
                <a:cubicBezTo>
                  <a:pt x="862700" y="89015"/>
                  <a:pt x="867256" y="88786"/>
                  <a:pt x="868622" y="87420"/>
                </a:cubicBezTo>
                <a:cubicBezTo>
                  <a:pt x="869306" y="79215"/>
                  <a:pt x="869761" y="70785"/>
                  <a:pt x="869991" y="63268"/>
                </a:cubicBezTo>
                <a:cubicBezTo>
                  <a:pt x="862929" y="62128"/>
                  <a:pt x="851997" y="58938"/>
                  <a:pt x="840153" y="58938"/>
                </a:cubicBezTo>
                <a:cubicBezTo>
                  <a:pt x="823303" y="58938"/>
                  <a:pt x="808043" y="69874"/>
                  <a:pt x="808043" y="84459"/>
                </a:cubicBezTo>
                <a:cubicBezTo>
                  <a:pt x="808043" y="101091"/>
                  <a:pt x="815557" y="108156"/>
                  <a:pt x="833095" y="115451"/>
                </a:cubicBezTo>
                <a:cubicBezTo>
                  <a:pt x="851997" y="123197"/>
                  <a:pt x="856323" y="127982"/>
                  <a:pt x="856323" y="137782"/>
                </a:cubicBezTo>
                <a:cubicBezTo>
                  <a:pt x="856323" y="148947"/>
                  <a:pt x="845394" y="153732"/>
                  <a:pt x="836967" y="153732"/>
                </a:cubicBezTo>
                <a:cubicBezTo>
                  <a:pt x="828084" y="153732"/>
                  <a:pt x="823073" y="150768"/>
                  <a:pt x="820797" y="148263"/>
                </a:cubicBezTo>
                <a:cubicBezTo>
                  <a:pt x="815786" y="143022"/>
                  <a:pt x="813280" y="132996"/>
                  <a:pt x="811915" y="127297"/>
                </a:cubicBezTo>
                <a:cubicBezTo>
                  <a:pt x="810549" y="125931"/>
                  <a:pt x="806219" y="126157"/>
                  <a:pt x="804853" y="127527"/>
                </a:cubicBezTo>
                <a:close/>
                <a:moveTo>
                  <a:pt x="922597" y="83545"/>
                </a:moveTo>
                <a:cubicBezTo>
                  <a:pt x="928519" y="76251"/>
                  <a:pt x="938997" y="69416"/>
                  <a:pt x="945599" y="69416"/>
                </a:cubicBezTo>
                <a:cubicBezTo>
                  <a:pt x="960177" y="69416"/>
                  <a:pt x="972702" y="85822"/>
                  <a:pt x="972702" y="111572"/>
                </a:cubicBezTo>
                <a:cubicBezTo>
                  <a:pt x="972702" y="130261"/>
                  <a:pt x="966099" y="153503"/>
                  <a:pt x="940592" y="153503"/>
                </a:cubicBezTo>
                <a:cubicBezTo>
                  <a:pt x="936491" y="153503"/>
                  <a:pt x="928519" y="152363"/>
                  <a:pt x="924422" y="148718"/>
                </a:cubicBezTo>
                <a:cubicBezTo>
                  <a:pt x="919866" y="144617"/>
                  <a:pt x="918955" y="143248"/>
                  <a:pt x="918955" y="135047"/>
                </a:cubicBezTo>
                <a:lnTo>
                  <a:pt x="918955" y="93571"/>
                </a:lnTo>
                <a:cubicBezTo>
                  <a:pt x="918955" y="88786"/>
                  <a:pt x="919866" y="86736"/>
                  <a:pt x="922597" y="83545"/>
                </a:cubicBezTo>
                <a:moveTo>
                  <a:pt x="918271" y="75111"/>
                </a:moveTo>
                <a:cubicBezTo>
                  <a:pt x="918045" y="68276"/>
                  <a:pt x="917590" y="62358"/>
                  <a:pt x="916450" y="60078"/>
                </a:cubicBezTo>
                <a:cubicBezTo>
                  <a:pt x="915995" y="58938"/>
                  <a:pt x="915539" y="58257"/>
                  <a:pt x="913715" y="58257"/>
                </a:cubicBezTo>
                <a:cubicBezTo>
                  <a:pt x="907338" y="60763"/>
                  <a:pt x="901417" y="62813"/>
                  <a:pt x="885702" y="64860"/>
                </a:cubicBezTo>
                <a:cubicBezTo>
                  <a:pt x="885247" y="66229"/>
                  <a:pt x="885702" y="69871"/>
                  <a:pt x="886161" y="71240"/>
                </a:cubicBezTo>
                <a:cubicBezTo>
                  <a:pt x="898456" y="72380"/>
                  <a:pt x="900961" y="73516"/>
                  <a:pt x="900961" y="86736"/>
                </a:cubicBezTo>
                <a:lnTo>
                  <a:pt x="900961" y="184095"/>
                </a:lnTo>
                <a:cubicBezTo>
                  <a:pt x="900961" y="203058"/>
                  <a:pt x="898456" y="204202"/>
                  <a:pt x="884566" y="204886"/>
                </a:cubicBezTo>
                <a:cubicBezTo>
                  <a:pt x="883200" y="206252"/>
                  <a:pt x="883200" y="211034"/>
                  <a:pt x="884566" y="212399"/>
                </a:cubicBezTo>
                <a:cubicBezTo>
                  <a:pt x="892538" y="212174"/>
                  <a:pt x="900961" y="211944"/>
                  <a:pt x="910073" y="211944"/>
                </a:cubicBezTo>
                <a:cubicBezTo>
                  <a:pt x="919181" y="211944"/>
                  <a:pt x="930114" y="212174"/>
                  <a:pt x="937631" y="212399"/>
                </a:cubicBezTo>
                <a:cubicBezTo>
                  <a:pt x="938997" y="211034"/>
                  <a:pt x="938997" y="206252"/>
                  <a:pt x="937631" y="204886"/>
                </a:cubicBezTo>
                <a:cubicBezTo>
                  <a:pt x="921461" y="203972"/>
                  <a:pt x="918955" y="203058"/>
                  <a:pt x="918955" y="184095"/>
                </a:cubicBezTo>
                <a:lnTo>
                  <a:pt x="918955" y="159425"/>
                </a:lnTo>
                <a:cubicBezTo>
                  <a:pt x="918955" y="156464"/>
                  <a:pt x="919866" y="156693"/>
                  <a:pt x="922142" y="157830"/>
                </a:cubicBezTo>
                <a:cubicBezTo>
                  <a:pt x="927838" y="159880"/>
                  <a:pt x="934670" y="161246"/>
                  <a:pt x="941957" y="161246"/>
                </a:cubicBezTo>
                <a:cubicBezTo>
                  <a:pt x="954711" y="161246"/>
                  <a:pt x="966099" y="157374"/>
                  <a:pt x="975437" y="148492"/>
                </a:cubicBezTo>
                <a:cubicBezTo>
                  <a:pt x="986140" y="138008"/>
                  <a:pt x="992288" y="123878"/>
                  <a:pt x="992288" y="105421"/>
                </a:cubicBezTo>
                <a:cubicBezTo>
                  <a:pt x="992288" y="81266"/>
                  <a:pt x="975207" y="58938"/>
                  <a:pt x="951976" y="58938"/>
                </a:cubicBezTo>
                <a:cubicBezTo>
                  <a:pt x="941502" y="58938"/>
                  <a:pt x="929885" y="66000"/>
                  <a:pt x="920776" y="76025"/>
                </a:cubicBezTo>
                <a:cubicBezTo>
                  <a:pt x="919411" y="77391"/>
                  <a:pt x="918500" y="77391"/>
                  <a:pt x="918271" y="75111"/>
                </a:cubicBezTo>
                <a:close/>
                <a:moveTo>
                  <a:pt x="1067674" y="105880"/>
                </a:moveTo>
                <a:lnTo>
                  <a:pt x="1067674" y="135957"/>
                </a:lnTo>
                <a:cubicBezTo>
                  <a:pt x="1067674" y="138921"/>
                  <a:pt x="1066305" y="140517"/>
                  <a:pt x="1064484" y="141882"/>
                </a:cubicBezTo>
                <a:cubicBezTo>
                  <a:pt x="1058562" y="146668"/>
                  <a:pt x="1050820" y="151911"/>
                  <a:pt x="1044443" y="151911"/>
                </a:cubicBezTo>
                <a:cubicBezTo>
                  <a:pt x="1033055" y="151911"/>
                  <a:pt x="1028044" y="142796"/>
                  <a:pt x="1028044" y="135731"/>
                </a:cubicBezTo>
                <a:cubicBezTo>
                  <a:pt x="1028044" y="125476"/>
                  <a:pt x="1032829" y="114992"/>
                  <a:pt x="1049680" y="110665"/>
                </a:cubicBezTo>
                <a:lnTo>
                  <a:pt x="1067674" y="105880"/>
                </a:lnTo>
                <a:moveTo>
                  <a:pt x="1067674" y="148037"/>
                </a:moveTo>
                <a:cubicBezTo>
                  <a:pt x="1069040" y="155098"/>
                  <a:pt x="1071545" y="161246"/>
                  <a:pt x="1082933" y="161246"/>
                </a:cubicBezTo>
                <a:cubicBezTo>
                  <a:pt x="1091586" y="161246"/>
                  <a:pt x="1099784" y="157374"/>
                  <a:pt x="1104566" y="152822"/>
                </a:cubicBezTo>
                <a:cubicBezTo>
                  <a:pt x="1104111" y="150087"/>
                  <a:pt x="1103200" y="148037"/>
                  <a:pt x="1100695" y="146671"/>
                </a:cubicBezTo>
                <a:cubicBezTo>
                  <a:pt x="1099103" y="148037"/>
                  <a:pt x="1095228" y="150316"/>
                  <a:pt x="1092268" y="150316"/>
                </a:cubicBezTo>
                <a:cubicBezTo>
                  <a:pt x="1085665" y="150316"/>
                  <a:pt x="1085436" y="141427"/>
                  <a:pt x="1085436" y="130946"/>
                </a:cubicBezTo>
                <a:lnTo>
                  <a:pt x="1085436" y="97446"/>
                </a:lnTo>
                <a:cubicBezTo>
                  <a:pt x="1085436" y="65089"/>
                  <a:pt x="1067674" y="58938"/>
                  <a:pt x="1051046" y="58938"/>
                </a:cubicBezTo>
                <a:cubicBezTo>
                  <a:pt x="1032370" y="58938"/>
                  <a:pt x="1013469" y="71240"/>
                  <a:pt x="1013469" y="84230"/>
                </a:cubicBezTo>
                <a:cubicBezTo>
                  <a:pt x="1013469" y="89700"/>
                  <a:pt x="1016201" y="92435"/>
                  <a:pt x="1021441" y="92435"/>
                </a:cubicBezTo>
                <a:cubicBezTo>
                  <a:pt x="1028044" y="92435"/>
                  <a:pt x="1032145" y="87650"/>
                  <a:pt x="1032145" y="84685"/>
                </a:cubicBezTo>
                <a:cubicBezTo>
                  <a:pt x="1032145" y="83090"/>
                  <a:pt x="1031915" y="81495"/>
                  <a:pt x="1031460" y="80585"/>
                </a:cubicBezTo>
                <a:cubicBezTo>
                  <a:pt x="1031234" y="79900"/>
                  <a:pt x="1031005" y="78534"/>
                  <a:pt x="1031005" y="76025"/>
                </a:cubicBezTo>
                <a:cubicBezTo>
                  <a:pt x="1031005" y="68960"/>
                  <a:pt x="1040572" y="66455"/>
                  <a:pt x="1049225" y="66455"/>
                </a:cubicBezTo>
                <a:cubicBezTo>
                  <a:pt x="1056967" y="66455"/>
                  <a:pt x="1067674" y="70330"/>
                  <a:pt x="1067674" y="96080"/>
                </a:cubicBezTo>
                <a:cubicBezTo>
                  <a:pt x="1067674" y="97675"/>
                  <a:pt x="1066990" y="98586"/>
                  <a:pt x="1066305" y="98815"/>
                </a:cubicBezTo>
                <a:lnTo>
                  <a:pt x="1046719" y="103600"/>
                </a:lnTo>
                <a:cubicBezTo>
                  <a:pt x="1024857" y="109070"/>
                  <a:pt x="1009143" y="121146"/>
                  <a:pt x="1009143" y="136642"/>
                </a:cubicBezTo>
                <a:cubicBezTo>
                  <a:pt x="1009143" y="155328"/>
                  <a:pt x="1021896" y="161246"/>
                  <a:pt x="1037837" y="161246"/>
                </a:cubicBezTo>
                <a:cubicBezTo>
                  <a:pt x="1045809" y="161246"/>
                  <a:pt x="1052641" y="159425"/>
                  <a:pt x="1062663" y="151682"/>
                </a:cubicBezTo>
                <a:lnTo>
                  <a:pt x="1067219" y="148037"/>
                </a:lnTo>
                <a:lnTo>
                  <a:pt x="1067674" y="148037"/>
                </a:lnTo>
                <a:close/>
                <a:moveTo>
                  <a:pt x="1195666" y="138237"/>
                </a:moveTo>
                <a:cubicBezTo>
                  <a:pt x="1194756" y="136187"/>
                  <a:pt x="1192931" y="135276"/>
                  <a:pt x="1190884" y="135047"/>
                </a:cubicBezTo>
                <a:cubicBezTo>
                  <a:pt x="1183138" y="145076"/>
                  <a:pt x="1173345" y="150087"/>
                  <a:pt x="1163552" y="150087"/>
                </a:cubicBezTo>
                <a:cubicBezTo>
                  <a:pt x="1146928" y="150087"/>
                  <a:pt x="1133034" y="133226"/>
                  <a:pt x="1133034" y="106561"/>
                </a:cubicBezTo>
                <a:cubicBezTo>
                  <a:pt x="1133034" y="81495"/>
                  <a:pt x="1143967" y="66455"/>
                  <a:pt x="1159000" y="66455"/>
                </a:cubicBezTo>
                <a:cubicBezTo>
                  <a:pt x="1172435" y="66455"/>
                  <a:pt x="1174256" y="74430"/>
                  <a:pt x="1175170" y="82406"/>
                </a:cubicBezTo>
                <a:cubicBezTo>
                  <a:pt x="1175851" y="88560"/>
                  <a:pt x="1179041" y="90610"/>
                  <a:pt x="1183823" y="90610"/>
                </a:cubicBezTo>
                <a:cubicBezTo>
                  <a:pt x="1188605" y="90610"/>
                  <a:pt x="1194981" y="87650"/>
                  <a:pt x="1194981" y="80585"/>
                </a:cubicBezTo>
                <a:cubicBezTo>
                  <a:pt x="1194981" y="68050"/>
                  <a:pt x="1182002" y="58938"/>
                  <a:pt x="1160136" y="58938"/>
                </a:cubicBezTo>
                <a:cubicBezTo>
                  <a:pt x="1137590" y="58938"/>
                  <a:pt x="1113448" y="79215"/>
                  <a:pt x="1113448" y="111576"/>
                </a:cubicBezTo>
                <a:cubicBezTo>
                  <a:pt x="1113448" y="140972"/>
                  <a:pt x="1129847" y="161246"/>
                  <a:pt x="1158541" y="161246"/>
                </a:cubicBezTo>
                <a:cubicBezTo>
                  <a:pt x="1172209" y="161246"/>
                  <a:pt x="1184278" y="156919"/>
                  <a:pt x="1195666" y="138237"/>
                </a:cubicBezTo>
                <a:close/>
                <a:moveTo>
                  <a:pt x="1230739" y="94787"/>
                </a:moveTo>
                <a:cubicBezTo>
                  <a:pt x="1235065" y="69162"/>
                  <a:pt x="1251009" y="67122"/>
                  <a:pt x="1256475" y="67122"/>
                </a:cubicBezTo>
                <a:cubicBezTo>
                  <a:pt x="1265128" y="67122"/>
                  <a:pt x="1275377" y="71886"/>
                  <a:pt x="1275377" y="90934"/>
                </a:cubicBezTo>
                <a:cubicBezTo>
                  <a:pt x="1275377" y="92973"/>
                  <a:pt x="1274466" y="94110"/>
                  <a:pt x="1271961" y="94110"/>
                </a:cubicBezTo>
                <a:lnTo>
                  <a:pt x="1230739" y="94787"/>
                </a:lnTo>
                <a:moveTo>
                  <a:pt x="1290407" y="137799"/>
                </a:moveTo>
                <a:cubicBezTo>
                  <a:pt x="1281983" y="146449"/>
                  <a:pt x="1275377" y="150087"/>
                  <a:pt x="1262168" y="150087"/>
                </a:cubicBezTo>
                <a:cubicBezTo>
                  <a:pt x="1253970" y="150087"/>
                  <a:pt x="1244403" y="145309"/>
                  <a:pt x="1237345" y="133705"/>
                </a:cubicBezTo>
                <a:cubicBezTo>
                  <a:pt x="1232789" y="126196"/>
                  <a:pt x="1230054" y="115729"/>
                  <a:pt x="1230054" y="102530"/>
                </a:cubicBezTo>
                <a:lnTo>
                  <a:pt x="1290636" y="102985"/>
                </a:lnTo>
                <a:cubicBezTo>
                  <a:pt x="1293367" y="102985"/>
                  <a:pt x="1294962" y="101620"/>
                  <a:pt x="1294962" y="99114"/>
                </a:cubicBezTo>
                <a:cubicBezTo>
                  <a:pt x="1294962" y="80049"/>
                  <a:pt x="1288130" y="59605"/>
                  <a:pt x="1256475" y="59605"/>
                </a:cubicBezTo>
                <a:cubicBezTo>
                  <a:pt x="1236660" y="59605"/>
                  <a:pt x="1210924" y="78461"/>
                  <a:pt x="1210924" y="112997"/>
                </a:cubicBezTo>
                <a:cubicBezTo>
                  <a:pt x="1210924" y="125740"/>
                  <a:pt x="1214114" y="138028"/>
                  <a:pt x="1221630" y="146674"/>
                </a:cubicBezTo>
                <a:cubicBezTo>
                  <a:pt x="1229373" y="155783"/>
                  <a:pt x="1240076" y="161246"/>
                  <a:pt x="1256475" y="161246"/>
                </a:cubicBezTo>
                <a:cubicBezTo>
                  <a:pt x="1273782" y="161246"/>
                  <a:pt x="1286080" y="153277"/>
                  <a:pt x="1295192" y="141441"/>
                </a:cubicBezTo>
                <a:cubicBezTo>
                  <a:pt x="1294507" y="139165"/>
                  <a:pt x="1293141" y="138028"/>
                  <a:pt x="1290407" y="137799"/>
                </a:cubicBezTo>
                <a:close/>
                <a:moveTo>
                  <a:pt x="1427968" y="105880"/>
                </a:moveTo>
                <a:lnTo>
                  <a:pt x="1427968" y="135957"/>
                </a:lnTo>
                <a:cubicBezTo>
                  <a:pt x="1427968" y="138921"/>
                  <a:pt x="1426599" y="140517"/>
                  <a:pt x="1424778" y="141882"/>
                </a:cubicBezTo>
                <a:cubicBezTo>
                  <a:pt x="1418856" y="146668"/>
                  <a:pt x="1411113" y="151911"/>
                  <a:pt x="1404737" y="151911"/>
                </a:cubicBezTo>
                <a:cubicBezTo>
                  <a:pt x="1393349" y="151911"/>
                  <a:pt x="1388338" y="142796"/>
                  <a:pt x="1388338" y="135731"/>
                </a:cubicBezTo>
                <a:cubicBezTo>
                  <a:pt x="1388338" y="125476"/>
                  <a:pt x="1393123" y="114992"/>
                  <a:pt x="1409974" y="110665"/>
                </a:cubicBezTo>
                <a:lnTo>
                  <a:pt x="1427968" y="105880"/>
                </a:lnTo>
                <a:moveTo>
                  <a:pt x="1427968" y="148037"/>
                </a:moveTo>
                <a:cubicBezTo>
                  <a:pt x="1429334" y="155098"/>
                  <a:pt x="1431839" y="161246"/>
                  <a:pt x="1443227" y="161246"/>
                </a:cubicBezTo>
                <a:cubicBezTo>
                  <a:pt x="1451880" y="161246"/>
                  <a:pt x="1460078" y="157374"/>
                  <a:pt x="1464860" y="152822"/>
                </a:cubicBezTo>
                <a:cubicBezTo>
                  <a:pt x="1464404" y="150087"/>
                  <a:pt x="1463494" y="148037"/>
                  <a:pt x="1460988" y="146671"/>
                </a:cubicBezTo>
                <a:cubicBezTo>
                  <a:pt x="1459397" y="148037"/>
                  <a:pt x="1455522" y="150316"/>
                  <a:pt x="1452561" y="150316"/>
                </a:cubicBezTo>
                <a:cubicBezTo>
                  <a:pt x="1445959" y="150316"/>
                  <a:pt x="1445729" y="141427"/>
                  <a:pt x="1445729" y="130946"/>
                </a:cubicBezTo>
                <a:lnTo>
                  <a:pt x="1445729" y="97446"/>
                </a:lnTo>
                <a:cubicBezTo>
                  <a:pt x="1445729" y="65089"/>
                  <a:pt x="1427968" y="58938"/>
                  <a:pt x="1411339" y="58938"/>
                </a:cubicBezTo>
                <a:cubicBezTo>
                  <a:pt x="1392664" y="58938"/>
                  <a:pt x="1373763" y="71240"/>
                  <a:pt x="1373763" y="84230"/>
                </a:cubicBezTo>
                <a:cubicBezTo>
                  <a:pt x="1373763" y="89700"/>
                  <a:pt x="1376494" y="92435"/>
                  <a:pt x="1381735" y="92435"/>
                </a:cubicBezTo>
                <a:cubicBezTo>
                  <a:pt x="1388338" y="92435"/>
                  <a:pt x="1392438" y="87650"/>
                  <a:pt x="1392438" y="84685"/>
                </a:cubicBezTo>
                <a:cubicBezTo>
                  <a:pt x="1392438" y="83090"/>
                  <a:pt x="1392209" y="81495"/>
                  <a:pt x="1391754" y="80585"/>
                </a:cubicBezTo>
                <a:cubicBezTo>
                  <a:pt x="1391528" y="79900"/>
                  <a:pt x="1391298" y="78534"/>
                  <a:pt x="1391298" y="76025"/>
                </a:cubicBezTo>
                <a:cubicBezTo>
                  <a:pt x="1391298" y="68960"/>
                  <a:pt x="1400865" y="66455"/>
                  <a:pt x="1409518" y="66455"/>
                </a:cubicBezTo>
                <a:cubicBezTo>
                  <a:pt x="1417261" y="66455"/>
                  <a:pt x="1427968" y="70330"/>
                  <a:pt x="1427968" y="96080"/>
                </a:cubicBezTo>
                <a:cubicBezTo>
                  <a:pt x="1427968" y="97675"/>
                  <a:pt x="1427283" y="98586"/>
                  <a:pt x="1426599" y="98815"/>
                </a:cubicBezTo>
                <a:lnTo>
                  <a:pt x="1407013" y="103600"/>
                </a:lnTo>
                <a:cubicBezTo>
                  <a:pt x="1385151" y="109070"/>
                  <a:pt x="1369436" y="121146"/>
                  <a:pt x="1369436" y="136642"/>
                </a:cubicBezTo>
                <a:cubicBezTo>
                  <a:pt x="1369436" y="155328"/>
                  <a:pt x="1382190" y="161246"/>
                  <a:pt x="1398130" y="161246"/>
                </a:cubicBezTo>
                <a:cubicBezTo>
                  <a:pt x="1406102" y="161246"/>
                  <a:pt x="1412934" y="159425"/>
                  <a:pt x="1422957" y="151682"/>
                </a:cubicBezTo>
                <a:lnTo>
                  <a:pt x="1427513" y="148037"/>
                </a:lnTo>
                <a:lnTo>
                  <a:pt x="1427968" y="148037"/>
                </a:lnTo>
                <a:close/>
                <a:moveTo>
                  <a:pt x="1507221" y="77394"/>
                </a:moveTo>
                <a:cubicBezTo>
                  <a:pt x="1505855" y="78990"/>
                  <a:pt x="1504490" y="79448"/>
                  <a:pt x="1504490" y="77394"/>
                </a:cubicBezTo>
                <a:cubicBezTo>
                  <a:pt x="1504260" y="71240"/>
                  <a:pt x="1503805" y="62358"/>
                  <a:pt x="1502665" y="60078"/>
                </a:cubicBezTo>
                <a:cubicBezTo>
                  <a:pt x="1502210" y="58938"/>
                  <a:pt x="1501755" y="58257"/>
                  <a:pt x="1499934" y="58257"/>
                </a:cubicBezTo>
                <a:cubicBezTo>
                  <a:pt x="1493557" y="60763"/>
                  <a:pt x="1487635" y="62813"/>
                  <a:pt x="1471921" y="64860"/>
                </a:cubicBezTo>
                <a:cubicBezTo>
                  <a:pt x="1471466" y="66229"/>
                  <a:pt x="1471921" y="69871"/>
                  <a:pt x="1472376" y="71240"/>
                </a:cubicBezTo>
                <a:cubicBezTo>
                  <a:pt x="1484675" y="72380"/>
                  <a:pt x="1487180" y="73520"/>
                  <a:pt x="1487180" y="86743"/>
                </a:cubicBezTo>
                <a:lnTo>
                  <a:pt x="1487180" y="131203"/>
                </a:lnTo>
                <a:cubicBezTo>
                  <a:pt x="1487180" y="149899"/>
                  <a:pt x="1484904" y="150813"/>
                  <a:pt x="1471236" y="151953"/>
                </a:cubicBezTo>
                <a:cubicBezTo>
                  <a:pt x="1469871" y="153319"/>
                  <a:pt x="1469871" y="158101"/>
                  <a:pt x="1471236" y="159466"/>
                </a:cubicBezTo>
                <a:cubicBezTo>
                  <a:pt x="1478072" y="159241"/>
                  <a:pt x="1487180" y="159011"/>
                  <a:pt x="1496288" y="159011"/>
                </a:cubicBezTo>
                <a:cubicBezTo>
                  <a:pt x="1505400" y="159011"/>
                  <a:pt x="1512232" y="159241"/>
                  <a:pt x="1519064" y="159466"/>
                </a:cubicBezTo>
                <a:cubicBezTo>
                  <a:pt x="1520430" y="158101"/>
                  <a:pt x="1520430" y="153319"/>
                  <a:pt x="1519064" y="151953"/>
                </a:cubicBezTo>
                <a:cubicBezTo>
                  <a:pt x="1507450" y="150813"/>
                  <a:pt x="1505171" y="149899"/>
                  <a:pt x="1505171" y="131203"/>
                </a:cubicBezTo>
                <a:lnTo>
                  <a:pt x="1505171" y="93811"/>
                </a:lnTo>
                <a:cubicBezTo>
                  <a:pt x="1505171" y="89022"/>
                  <a:pt x="1507221" y="86287"/>
                  <a:pt x="1509042" y="84237"/>
                </a:cubicBezTo>
                <a:cubicBezTo>
                  <a:pt x="1517699" y="75799"/>
                  <a:pt x="1527947" y="70781"/>
                  <a:pt x="1536829" y="70781"/>
                </a:cubicBezTo>
                <a:cubicBezTo>
                  <a:pt x="1541385" y="70781"/>
                  <a:pt x="1546167" y="73746"/>
                  <a:pt x="1548898" y="78990"/>
                </a:cubicBezTo>
                <a:cubicBezTo>
                  <a:pt x="1551178" y="83552"/>
                  <a:pt x="1551633" y="89707"/>
                  <a:pt x="1551633" y="96546"/>
                </a:cubicBezTo>
                <a:lnTo>
                  <a:pt x="1551633" y="131203"/>
                </a:lnTo>
                <a:cubicBezTo>
                  <a:pt x="1551633" y="149899"/>
                  <a:pt x="1549353" y="150813"/>
                  <a:pt x="1537510" y="151953"/>
                </a:cubicBezTo>
                <a:cubicBezTo>
                  <a:pt x="1536374" y="153319"/>
                  <a:pt x="1536374" y="158101"/>
                  <a:pt x="1537510" y="159466"/>
                </a:cubicBezTo>
                <a:cubicBezTo>
                  <a:pt x="1544346" y="159241"/>
                  <a:pt x="1551633" y="159011"/>
                  <a:pt x="1560741" y="159011"/>
                </a:cubicBezTo>
                <a:cubicBezTo>
                  <a:pt x="1569853" y="159011"/>
                  <a:pt x="1578051" y="159241"/>
                  <a:pt x="1584883" y="159466"/>
                </a:cubicBezTo>
                <a:cubicBezTo>
                  <a:pt x="1586023" y="158101"/>
                  <a:pt x="1586023" y="153319"/>
                  <a:pt x="1584883" y="151953"/>
                </a:cubicBezTo>
                <a:cubicBezTo>
                  <a:pt x="1572129" y="150813"/>
                  <a:pt x="1569624" y="149899"/>
                  <a:pt x="1569624" y="131203"/>
                </a:cubicBezTo>
                <a:lnTo>
                  <a:pt x="1569624" y="97230"/>
                </a:lnTo>
                <a:cubicBezTo>
                  <a:pt x="1569624" y="84692"/>
                  <a:pt x="1568713" y="73746"/>
                  <a:pt x="1563476" y="66684"/>
                </a:cubicBezTo>
                <a:cubicBezTo>
                  <a:pt x="1559602" y="61673"/>
                  <a:pt x="1552544" y="58938"/>
                  <a:pt x="1544572" y="58938"/>
                </a:cubicBezTo>
                <a:cubicBezTo>
                  <a:pt x="1533413" y="58938"/>
                  <a:pt x="1520659" y="61899"/>
                  <a:pt x="1507221" y="77394"/>
                </a:cubicBezTo>
                <a:close/>
                <a:moveTo>
                  <a:pt x="1667325" y="130717"/>
                </a:moveTo>
                <a:cubicBezTo>
                  <a:pt x="1667325" y="135047"/>
                  <a:pt x="1666870" y="136871"/>
                  <a:pt x="1663683" y="139606"/>
                </a:cubicBezTo>
                <a:cubicBezTo>
                  <a:pt x="1655256" y="146897"/>
                  <a:pt x="1647969" y="150542"/>
                  <a:pt x="1642273" y="150542"/>
                </a:cubicBezTo>
                <a:cubicBezTo>
                  <a:pt x="1629978" y="150542"/>
                  <a:pt x="1617225" y="137097"/>
                  <a:pt x="1617225" y="108611"/>
                </a:cubicBezTo>
                <a:cubicBezTo>
                  <a:pt x="1617225" y="92205"/>
                  <a:pt x="1620411" y="83090"/>
                  <a:pt x="1623827" y="78305"/>
                </a:cubicBezTo>
                <a:cubicBezTo>
                  <a:pt x="1630889" y="67595"/>
                  <a:pt x="1640452" y="66910"/>
                  <a:pt x="1645008" y="66910"/>
                </a:cubicBezTo>
                <a:cubicBezTo>
                  <a:pt x="1653206" y="66910"/>
                  <a:pt x="1658902" y="69874"/>
                  <a:pt x="1663454" y="75115"/>
                </a:cubicBezTo>
                <a:cubicBezTo>
                  <a:pt x="1666644" y="78760"/>
                  <a:pt x="1667325" y="80355"/>
                  <a:pt x="1667325" y="87420"/>
                </a:cubicBezTo>
                <a:lnTo>
                  <a:pt x="1667325" y="130717"/>
                </a:lnTo>
                <a:moveTo>
                  <a:pt x="1664823" y="147581"/>
                </a:moveTo>
                <a:cubicBezTo>
                  <a:pt x="1665960" y="146671"/>
                  <a:pt x="1668010" y="146212"/>
                  <a:pt x="1668239" y="147807"/>
                </a:cubicBezTo>
                <a:cubicBezTo>
                  <a:pt x="1668920" y="153277"/>
                  <a:pt x="1670745" y="161246"/>
                  <a:pt x="1670745" y="161246"/>
                </a:cubicBezTo>
                <a:cubicBezTo>
                  <a:pt x="1672566" y="161930"/>
                  <a:pt x="1673702" y="161704"/>
                  <a:pt x="1675071" y="161246"/>
                </a:cubicBezTo>
                <a:cubicBezTo>
                  <a:pt x="1680079" y="157138"/>
                  <a:pt x="1688051" y="153722"/>
                  <a:pt x="1701945" y="152127"/>
                </a:cubicBezTo>
                <a:cubicBezTo>
                  <a:pt x="1703310" y="150761"/>
                  <a:pt x="1703310" y="147345"/>
                  <a:pt x="1701945" y="145979"/>
                </a:cubicBezTo>
                <a:cubicBezTo>
                  <a:pt x="1687370" y="144840"/>
                  <a:pt x="1685320" y="140510"/>
                  <a:pt x="1685320" y="129344"/>
                </a:cubicBezTo>
                <a:lnTo>
                  <a:pt x="1685320" y="26119"/>
                </a:lnTo>
                <a:cubicBezTo>
                  <a:pt x="1685320" y="11308"/>
                  <a:pt x="1686230" y="2248"/>
                  <a:pt x="1686230" y="2248"/>
                </a:cubicBezTo>
                <a:cubicBezTo>
                  <a:pt x="1686230" y="678"/>
                  <a:pt x="1685320" y="0"/>
                  <a:pt x="1683269" y="0"/>
                </a:cubicBezTo>
                <a:cubicBezTo>
                  <a:pt x="1677577" y="2248"/>
                  <a:pt x="1660493" y="5393"/>
                  <a:pt x="1651385" y="6068"/>
                </a:cubicBezTo>
                <a:cubicBezTo>
                  <a:pt x="1650930" y="7892"/>
                  <a:pt x="1651385" y="11534"/>
                  <a:pt x="1652751" y="12900"/>
                </a:cubicBezTo>
                <a:cubicBezTo>
                  <a:pt x="1664594" y="13584"/>
                  <a:pt x="1667325" y="12444"/>
                  <a:pt x="1667325" y="31589"/>
                </a:cubicBezTo>
                <a:lnTo>
                  <a:pt x="1667325" y="60763"/>
                </a:lnTo>
                <a:cubicBezTo>
                  <a:pt x="1667325" y="62358"/>
                  <a:pt x="1666870" y="62813"/>
                  <a:pt x="1665279" y="62813"/>
                </a:cubicBezTo>
                <a:cubicBezTo>
                  <a:pt x="1664365" y="62813"/>
                  <a:pt x="1655030" y="58938"/>
                  <a:pt x="1647514" y="58938"/>
                </a:cubicBezTo>
                <a:cubicBezTo>
                  <a:pt x="1632480" y="58938"/>
                  <a:pt x="1622462" y="63949"/>
                  <a:pt x="1613350" y="72606"/>
                </a:cubicBezTo>
                <a:cubicBezTo>
                  <a:pt x="1603557" y="82406"/>
                  <a:pt x="1597635" y="95851"/>
                  <a:pt x="1597635" y="112712"/>
                </a:cubicBezTo>
                <a:cubicBezTo>
                  <a:pt x="1597635" y="140746"/>
                  <a:pt x="1611758" y="161246"/>
                  <a:pt x="1636355" y="161246"/>
                </a:cubicBezTo>
                <a:cubicBezTo>
                  <a:pt x="1645234" y="161246"/>
                  <a:pt x="1653661" y="156693"/>
                  <a:pt x="1664823" y="147581"/>
                </a:cubicBezTo>
                <a:close/>
                <a:moveTo>
                  <a:pt x="1896194" y="33041"/>
                </a:moveTo>
                <a:cubicBezTo>
                  <a:pt x="1900750" y="25525"/>
                  <a:pt x="1908493" y="19607"/>
                  <a:pt x="1921472" y="18237"/>
                </a:cubicBezTo>
                <a:cubicBezTo>
                  <a:pt x="1922157" y="17556"/>
                  <a:pt x="1922612" y="16416"/>
                  <a:pt x="1922612" y="15051"/>
                </a:cubicBezTo>
                <a:cubicBezTo>
                  <a:pt x="1922612" y="13685"/>
                  <a:pt x="1922157" y="12319"/>
                  <a:pt x="1921472" y="11635"/>
                </a:cubicBezTo>
                <a:cubicBezTo>
                  <a:pt x="1912590" y="11861"/>
                  <a:pt x="1905077" y="12090"/>
                  <a:pt x="1898700" y="12090"/>
                </a:cubicBezTo>
                <a:cubicBezTo>
                  <a:pt x="1892323" y="12090"/>
                  <a:pt x="1881845" y="11861"/>
                  <a:pt x="1872282" y="11635"/>
                </a:cubicBezTo>
                <a:cubicBezTo>
                  <a:pt x="1870913" y="13000"/>
                  <a:pt x="1870913" y="16872"/>
                  <a:pt x="1872282" y="18237"/>
                </a:cubicBezTo>
                <a:cubicBezTo>
                  <a:pt x="1881390" y="18922"/>
                  <a:pt x="1887538" y="20972"/>
                  <a:pt x="1887538" y="25983"/>
                </a:cubicBezTo>
                <a:cubicBezTo>
                  <a:pt x="1887538" y="27575"/>
                  <a:pt x="1886857" y="29170"/>
                  <a:pt x="1885717" y="31221"/>
                </a:cubicBezTo>
                <a:lnTo>
                  <a:pt x="1830375" y="130043"/>
                </a:lnTo>
                <a:cubicBezTo>
                  <a:pt x="1829920" y="130498"/>
                  <a:pt x="1829691" y="130724"/>
                  <a:pt x="1829010" y="130043"/>
                </a:cubicBezTo>
                <a:lnTo>
                  <a:pt x="1813521" y="28715"/>
                </a:lnTo>
                <a:cubicBezTo>
                  <a:pt x="1813521" y="28260"/>
                  <a:pt x="1813066" y="28030"/>
                  <a:pt x="1813066" y="27575"/>
                </a:cubicBezTo>
                <a:cubicBezTo>
                  <a:pt x="1813066" y="20972"/>
                  <a:pt x="1822859" y="18696"/>
                  <a:pt x="1830831" y="18237"/>
                </a:cubicBezTo>
                <a:cubicBezTo>
                  <a:pt x="1832196" y="16872"/>
                  <a:pt x="1832196" y="13000"/>
                  <a:pt x="1830831" y="11635"/>
                </a:cubicBezTo>
                <a:cubicBezTo>
                  <a:pt x="1822633" y="11861"/>
                  <a:pt x="1810105" y="12090"/>
                  <a:pt x="1800312" y="12090"/>
                </a:cubicBezTo>
                <a:cubicBezTo>
                  <a:pt x="1790293" y="12090"/>
                  <a:pt x="1783913" y="11861"/>
                  <a:pt x="1773894" y="11635"/>
                </a:cubicBezTo>
                <a:cubicBezTo>
                  <a:pt x="1773210" y="12319"/>
                  <a:pt x="1772984" y="13685"/>
                  <a:pt x="1772984" y="15051"/>
                </a:cubicBezTo>
                <a:cubicBezTo>
                  <a:pt x="1772984" y="16416"/>
                  <a:pt x="1773210" y="17556"/>
                  <a:pt x="1773894" y="18237"/>
                </a:cubicBezTo>
                <a:cubicBezTo>
                  <a:pt x="1784142" y="19607"/>
                  <a:pt x="1789835" y="19607"/>
                  <a:pt x="1791885" y="32357"/>
                </a:cubicBezTo>
                <a:lnTo>
                  <a:pt x="1810790" y="156453"/>
                </a:lnTo>
                <a:cubicBezTo>
                  <a:pt x="1811245" y="159870"/>
                  <a:pt x="1812840" y="161690"/>
                  <a:pt x="1815342" y="161690"/>
                </a:cubicBezTo>
                <a:cubicBezTo>
                  <a:pt x="1817848" y="161690"/>
                  <a:pt x="1820127" y="159870"/>
                  <a:pt x="1821948" y="156453"/>
                </a:cubicBezTo>
                <a:lnTo>
                  <a:pt x="1896194" y="33041"/>
                </a:lnTo>
                <a:close/>
                <a:moveTo>
                  <a:pt x="2026463" y="16865"/>
                </a:moveTo>
                <a:cubicBezTo>
                  <a:pt x="2052881" y="16865"/>
                  <a:pt x="2070646" y="33260"/>
                  <a:pt x="2070646" y="65600"/>
                </a:cubicBezTo>
                <a:cubicBezTo>
                  <a:pt x="2070646" y="72432"/>
                  <a:pt x="2069735" y="80175"/>
                  <a:pt x="2068140" y="88372"/>
                </a:cubicBezTo>
                <a:cubicBezTo>
                  <a:pt x="2059713" y="129136"/>
                  <a:pt x="2034206" y="153503"/>
                  <a:pt x="2007333" y="153503"/>
                </a:cubicBezTo>
                <a:cubicBezTo>
                  <a:pt x="1983646" y="153503"/>
                  <a:pt x="1963605" y="135512"/>
                  <a:pt x="1963605" y="103402"/>
                </a:cubicBezTo>
                <a:cubicBezTo>
                  <a:pt x="1963605" y="97481"/>
                  <a:pt x="1964516" y="91333"/>
                  <a:pt x="1965885" y="84501"/>
                </a:cubicBezTo>
                <a:cubicBezTo>
                  <a:pt x="1975678" y="36676"/>
                  <a:pt x="2005282" y="16865"/>
                  <a:pt x="2026463" y="16865"/>
                </a:cubicBezTo>
                <a:moveTo>
                  <a:pt x="2092737" y="84046"/>
                </a:moveTo>
                <a:cubicBezTo>
                  <a:pt x="2093877" y="78124"/>
                  <a:pt x="2094332" y="72432"/>
                  <a:pt x="2094332" y="67195"/>
                </a:cubicBezTo>
                <a:cubicBezTo>
                  <a:pt x="2094332" y="31669"/>
                  <a:pt x="2067914" y="9119"/>
                  <a:pt x="2031474" y="9119"/>
                </a:cubicBezTo>
                <a:cubicBezTo>
                  <a:pt x="1988657" y="9119"/>
                  <a:pt x="1951081" y="43738"/>
                  <a:pt x="1941514" y="88372"/>
                </a:cubicBezTo>
                <a:cubicBezTo>
                  <a:pt x="1940377" y="94520"/>
                  <a:pt x="1939464" y="100216"/>
                  <a:pt x="1939464" y="105682"/>
                </a:cubicBezTo>
                <a:cubicBezTo>
                  <a:pt x="1939464" y="140294"/>
                  <a:pt x="1964971" y="161246"/>
                  <a:pt x="2000730" y="161246"/>
                </a:cubicBezTo>
                <a:cubicBezTo>
                  <a:pt x="2046734" y="161246"/>
                  <a:pt x="2082944" y="129591"/>
                  <a:pt x="2092737" y="84046"/>
                </a:cubicBezTo>
                <a:close/>
                <a:moveTo>
                  <a:pt x="2173359" y="161246"/>
                </a:moveTo>
                <a:cubicBezTo>
                  <a:pt x="2196361" y="161246"/>
                  <a:pt x="2220047" y="150772"/>
                  <a:pt x="2240318" y="130501"/>
                </a:cubicBezTo>
                <a:cubicBezTo>
                  <a:pt x="2239633" y="128454"/>
                  <a:pt x="2238267" y="127089"/>
                  <a:pt x="2235536" y="127089"/>
                </a:cubicBezTo>
                <a:cubicBezTo>
                  <a:pt x="2215266" y="144850"/>
                  <a:pt x="2197730" y="151911"/>
                  <a:pt x="2176094" y="151911"/>
                </a:cubicBezTo>
                <a:cubicBezTo>
                  <a:pt x="2146941" y="151911"/>
                  <a:pt x="2134643" y="128680"/>
                  <a:pt x="2134643" y="102037"/>
                </a:cubicBezTo>
                <a:cubicBezTo>
                  <a:pt x="2134643" y="95889"/>
                  <a:pt x="2135553" y="89283"/>
                  <a:pt x="2136693" y="82906"/>
                </a:cubicBezTo>
                <a:cubicBezTo>
                  <a:pt x="2146486" y="36676"/>
                  <a:pt x="2183607" y="17546"/>
                  <a:pt x="2202057" y="17546"/>
                </a:cubicBezTo>
                <a:cubicBezTo>
                  <a:pt x="2234396" y="17546"/>
                  <a:pt x="2243960" y="35995"/>
                  <a:pt x="2246010" y="55578"/>
                </a:cubicBezTo>
                <a:lnTo>
                  <a:pt x="2253527" y="54667"/>
                </a:lnTo>
                <a:cubicBezTo>
                  <a:pt x="2253753" y="42827"/>
                  <a:pt x="2254211" y="31669"/>
                  <a:pt x="2255803" y="19370"/>
                </a:cubicBezTo>
                <a:cubicBezTo>
                  <a:pt x="2242368" y="18686"/>
                  <a:pt x="2235536" y="9119"/>
                  <a:pt x="2206154" y="9119"/>
                </a:cubicBezTo>
                <a:cubicBezTo>
                  <a:pt x="2166982" y="9119"/>
                  <a:pt x="2123255" y="42372"/>
                  <a:pt x="2113691" y="87233"/>
                </a:cubicBezTo>
                <a:cubicBezTo>
                  <a:pt x="2112551" y="92928"/>
                  <a:pt x="2111867" y="98391"/>
                  <a:pt x="2111867" y="104087"/>
                </a:cubicBezTo>
                <a:cubicBezTo>
                  <a:pt x="2111867" y="134376"/>
                  <a:pt x="2130542" y="161246"/>
                  <a:pt x="2173359" y="161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𝑖𝑗">
            <a:extLst xmlns:a="http://schemas.openxmlformats.org/drawingml/2006/main">
              <a:ext uri="{FF2B5EF4-FFF2-40B4-BE49-F238E27FC236}">
                <a16:creationId xmlns:a16="http://schemas.microsoft.com/office/drawing/2014/main" id="{F8E4A876-7082-41D1-A53A-9BCE90B2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8764" y="2098169"/>
            <a:ext cx="133613" cy="143731"/>
          </a:xfrm>
          <a:custGeom xmlns:a="http://schemas.openxmlformats.org/drawingml/2006/main">
            <a:pathLst>
              <a:path w="133613" h="143731">
                <a:moveTo>
                  <a:pt x="21357" y="8473"/>
                </a:moveTo>
                <a:cubicBezTo>
                  <a:pt x="21357" y="13062"/>
                  <a:pt x="26652" y="16946"/>
                  <a:pt x="32828" y="16946"/>
                </a:cubicBezTo>
                <a:cubicBezTo>
                  <a:pt x="39006" y="16946"/>
                  <a:pt x="44478" y="13062"/>
                  <a:pt x="44478" y="8473"/>
                </a:cubicBezTo>
                <a:cubicBezTo>
                  <a:pt x="44478" y="3884"/>
                  <a:pt x="39006" y="0"/>
                  <a:pt x="32828" y="0"/>
                </a:cubicBezTo>
                <a:cubicBezTo>
                  <a:pt x="26652" y="0"/>
                  <a:pt x="21357" y="3884"/>
                  <a:pt x="21357" y="8473"/>
                </a:cubicBezTo>
                <a:moveTo>
                  <a:pt x="32828" y="52550"/>
                </a:moveTo>
                <a:cubicBezTo>
                  <a:pt x="34947" y="45661"/>
                  <a:pt x="37417" y="38771"/>
                  <a:pt x="37417" y="35771"/>
                </a:cubicBezTo>
                <a:cubicBezTo>
                  <a:pt x="37417" y="33304"/>
                  <a:pt x="35300" y="32071"/>
                  <a:pt x="32475" y="32071"/>
                </a:cubicBezTo>
                <a:cubicBezTo>
                  <a:pt x="25063" y="32071"/>
                  <a:pt x="15179" y="33304"/>
                  <a:pt x="4411" y="34357"/>
                </a:cubicBezTo>
                <a:cubicBezTo>
                  <a:pt x="2470" y="35771"/>
                  <a:pt x="3528" y="37713"/>
                  <a:pt x="4589" y="39299"/>
                </a:cubicBezTo>
                <a:lnTo>
                  <a:pt x="13412" y="39830"/>
                </a:lnTo>
                <a:cubicBezTo>
                  <a:pt x="16062" y="40008"/>
                  <a:pt x="17296" y="41597"/>
                  <a:pt x="17296" y="43363"/>
                </a:cubicBezTo>
                <a:cubicBezTo>
                  <a:pt x="17296" y="44952"/>
                  <a:pt x="16415" y="47427"/>
                  <a:pt x="15179" y="52372"/>
                </a:cubicBezTo>
                <a:lnTo>
                  <a:pt x="3706" y="88760"/>
                </a:lnTo>
                <a:cubicBezTo>
                  <a:pt x="2470" y="94413"/>
                  <a:pt x="0" y="101655"/>
                  <a:pt x="0" y="105008"/>
                </a:cubicBezTo>
                <a:cubicBezTo>
                  <a:pt x="0" y="108361"/>
                  <a:pt x="2647" y="110831"/>
                  <a:pt x="9706" y="110831"/>
                </a:cubicBezTo>
                <a:cubicBezTo>
                  <a:pt x="21004" y="110831"/>
                  <a:pt x="31241" y="104830"/>
                  <a:pt x="42006" y="94413"/>
                </a:cubicBezTo>
                <a:cubicBezTo>
                  <a:pt x="41478" y="92824"/>
                  <a:pt x="39359" y="91410"/>
                  <a:pt x="36183" y="91410"/>
                </a:cubicBezTo>
                <a:cubicBezTo>
                  <a:pt x="30358" y="96710"/>
                  <a:pt x="23827" y="100241"/>
                  <a:pt x="21532" y="100241"/>
                </a:cubicBezTo>
                <a:cubicBezTo>
                  <a:pt x="19768" y="100241"/>
                  <a:pt x="19415" y="99358"/>
                  <a:pt x="19415" y="97238"/>
                </a:cubicBezTo>
                <a:cubicBezTo>
                  <a:pt x="19415" y="95649"/>
                  <a:pt x="20649" y="91763"/>
                  <a:pt x="21710" y="87171"/>
                </a:cubicBezTo>
                <a:lnTo>
                  <a:pt x="32828" y="52550"/>
                </a:lnTo>
                <a:close/>
                <a:moveTo>
                  <a:pt x="121609" y="52655"/>
                </a:moveTo>
                <a:cubicBezTo>
                  <a:pt x="123373" y="45593"/>
                  <a:pt x="125846" y="38887"/>
                  <a:pt x="125846" y="35887"/>
                </a:cubicBezTo>
                <a:cubicBezTo>
                  <a:pt x="125846" y="33412"/>
                  <a:pt x="124257" y="32173"/>
                  <a:pt x="121256" y="32173"/>
                </a:cubicBezTo>
                <a:cubicBezTo>
                  <a:pt x="113842" y="32173"/>
                  <a:pt x="103430" y="33412"/>
                  <a:pt x="92663" y="34473"/>
                </a:cubicBezTo>
                <a:cubicBezTo>
                  <a:pt x="90721" y="35887"/>
                  <a:pt x="91779" y="37829"/>
                  <a:pt x="92840" y="39418"/>
                </a:cubicBezTo>
                <a:lnTo>
                  <a:pt x="101663" y="40298"/>
                </a:lnTo>
                <a:cubicBezTo>
                  <a:pt x="104313" y="40651"/>
                  <a:pt x="105372" y="42946"/>
                  <a:pt x="105372" y="45593"/>
                </a:cubicBezTo>
                <a:cubicBezTo>
                  <a:pt x="105372" y="48066"/>
                  <a:pt x="104488" y="51772"/>
                  <a:pt x="103077" y="59361"/>
                </a:cubicBezTo>
                <a:lnTo>
                  <a:pt x="97782" y="78071"/>
                </a:lnTo>
                <a:cubicBezTo>
                  <a:pt x="92487" y="95369"/>
                  <a:pt x="90368" y="106312"/>
                  <a:pt x="85956" y="119021"/>
                </a:cubicBezTo>
                <a:cubicBezTo>
                  <a:pt x="81014" y="134200"/>
                  <a:pt x="73778" y="137375"/>
                  <a:pt x="70072" y="137375"/>
                </a:cubicBezTo>
                <a:cubicBezTo>
                  <a:pt x="64246" y="137375"/>
                  <a:pt x="65130" y="129786"/>
                  <a:pt x="54537" y="129786"/>
                </a:cubicBezTo>
                <a:cubicBezTo>
                  <a:pt x="51715" y="129786"/>
                  <a:pt x="48362" y="131552"/>
                  <a:pt x="48362" y="135258"/>
                </a:cubicBezTo>
                <a:cubicBezTo>
                  <a:pt x="48362" y="140906"/>
                  <a:pt x="56832" y="143731"/>
                  <a:pt x="66541" y="143731"/>
                </a:cubicBezTo>
                <a:cubicBezTo>
                  <a:pt x="94251" y="143731"/>
                  <a:pt x="106252" y="110901"/>
                  <a:pt x="117198" y="67834"/>
                </a:cubicBezTo>
                <a:lnTo>
                  <a:pt x="121609" y="52655"/>
                </a:lnTo>
                <a:moveTo>
                  <a:pt x="110489" y="8473"/>
                </a:moveTo>
                <a:cubicBezTo>
                  <a:pt x="110489" y="13062"/>
                  <a:pt x="115961" y="16946"/>
                  <a:pt x="122140" y="16946"/>
                </a:cubicBezTo>
                <a:cubicBezTo>
                  <a:pt x="128315" y="16946"/>
                  <a:pt x="133613" y="13062"/>
                  <a:pt x="133613" y="8473"/>
                </a:cubicBezTo>
                <a:cubicBezTo>
                  <a:pt x="133613" y="3884"/>
                  <a:pt x="128315" y="0"/>
                  <a:pt x="122140" y="0"/>
                </a:cubicBezTo>
                <a:cubicBezTo>
                  <a:pt x="115961" y="0"/>
                  <a:pt x="110489" y="3884"/>
                  <a:pt x="110489" y="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coneregion.">
            <a:extLst xmlns:a="http://schemas.openxmlformats.org/drawingml/2006/main">
              <a:ext uri="{FF2B5EF4-FFF2-40B4-BE49-F238E27FC236}">
                <a16:creationId xmlns:a16="http://schemas.microsoft.com/office/drawing/2014/main" id="{D503BB59-CA50-45D4-BE6C-2E43C706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696" y="2066150"/>
            <a:ext cx="1207531" cy="109647"/>
          </a:xfrm>
          <a:custGeom xmlns:a="http://schemas.openxmlformats.org/drawingml/2006/main">
            <a:pathLst>
              <a:path w="1207531" h="109647">
                <a:moveTo>
                  <a:pt x="82218" y="86193"/>
                </a:moveTo>
                <a:cubicBezTo>
                  <a:pt x="81307" y="84143"/>
                  <a:pt x="79483" y="83233"/>
                  <a:pt x="77436" y="83003"/>
                </a:cubicBezTo>
                <a:cubicBezTo>
                  <a:pt x="69690" y="93032"/>
                  <a:pt x="59897" y="98044"/>
                  <a:pt x="50104" y="98044"/>
                </a:cubicBezTo>
                <a:cubicBezTo>
                  <a:pt x="33479" y="98044"/>
                  <a:pt x="19586" y="81182"/>
                  <a:pt x="19586" y="54518"/>
                </a:cubicBezTo>
                <a:cubicBezTo>
                  <a:pt x="19586" y="29452"/>
                  <a:pt x="30519" y="14411"/>
                  <a:pt x="45552" y="14411"/>
                </a:cubicBezTo>
                <a:cubicBezTo>
                  <a:pt x="58987" y="14411"/>
                  <a:pt x="60808" y="22387"/>
                  <a:pt x="61722" y="30362"/>
                </a:cubicBezTo>
                <a:cubicBezTo>
                  <a:pt x="62403" y="36517"/>
                  <a:pt x="65593" y="38567"/>
                  <a:pt x="70375" y="38567"/>
                </a:cubicBezTo>
                <a:cubicBezTo>
                  <a:pt x="75156" y="38567"/>
                  <a:pt x="81533" y="35606"/>
                  <a:pt x="81533" y="28541"/>
                </a:cubicBezTo>
                <a:cubicBezTo>
                  <a:pt x="81533" y="16006"/>
                  <a:pt x="68554" y="6895"/>
                  <a:pt x="46688" y="6895"/>
                </a:cubicBezTo>
                <a:cubicBezTo>
                  <a:pt x="24142" y="6895"/>
                  <a:pt x="0" y="27172"/>
                  <a:pt x="0" y="59532"/>
                </a:cubicBezTo>
                <a:cubicBezTo>
                  <a:pt x="0" y="88928"/>
                  <a:pt x="16399" y="109202"/>
                  <a:pt x="45093" y="109202"/>
                </a:cubicBezTo>
                <a:cubicBezTo>
                  <a:pt x="58761" y="109202"/>
                  <a:pt x="70830" y="104876"/>
                  <a:pt x="82218" y="86193"/>
                </a:cubicBezTo>
                <a:close/>
                <a:moveTo>
                  <a:pt x="98386" y="60213"/>
                </a:moveTo>
                <a:cubicBezTo>
                  <a:pt x="98386" y="83459"/>
                  <a:pt x="113874" y="109202"/>
                  <a:pt x="146214" y="109202"/>
                </a:cubicBezTo>
                <a:cubicBezTo>
                  <a:pt x="160789" y="109202"/>
                  <a:pt x="171951" y="103965"/>
                  <a:pt x="179693" y="96449"/>
                </a:cubicBezTo>
                <a:cubicBezTo>
                  <a:pt x="189941" y="86419"/>
                  <a:pt x="194497" y="72064"/>
                  <a:pt x="194497" y="58163"/>
                </a:cubicBezTo>
                <a:cubicBezTo>
                  <a:pt x="194497" y="34463"/>
                  <a:pt x="181514" y="6895"/>
                  <a:pt x="146669" y="6895"/>
                </a:cubicBezTo>
                <a:cubicBezTo>
                  <a:pt x="131639" y="6895"/>
                  <a:pt x="119341" y="13046"/>
                  <a:pt x="110914" y="22842"/>
                </a:cubicBezTo>
                <a:cubicBezTo>
                  <a:pt x="102716" y="32642"/>
                  <a:pt x="98386" y="45858"/>
                  <a:pt x="98386" y="60213"/>
                </a:cubicBezTo>
                <a:moveTo>
                  <a:pt x="143253" y="14867"/>
                </a:moveTo>
                <a:cubicBezTo>
                  <a:pt x="162839" y="14867"/>
                  <a:pt x="174911" y="32642"/>
                  <a:pt x="174911" y="65457"/>
                </a:cubicBezTo>
                <a:cubicBezTo>
                  <a:pt x="174911" y="94169"/>
                  <a:pt x="160107" y="101234"/>
                  <a:pt x="149404" y="101234"/>
                </a:cubicBezTo>
                <a:cubicBezTo>
                  <a:pt x="125718" y="101234"/>
                  <a:pt x="117975" y="72519"/>
                  <a:pt x="117975" y="54973"/>
                </a:cubicBezTo>
                <a:cubicBezTo>
                  <a:pt x="117975" y="35147"/>
                  <a:pt x="122757" y="14867"/>
                  <a:pt x="143253" y="14867"/>
                </a:cubicBezTo>
                <a:close/>
                <a:moveTo>
                  <a:pt x="245739" y="25351"/>
                </a:moveTo>
                <a:cubicBezTo>
                  <a:pt x="244373" y="26946"/>
                  <a:pt x="243007" y="27405"/>
                  <a:pt x="243007" y="25351"/>
                </a:cubicBezTo>
                <a:cubicBezTo>
                  <a:pt x="242778" y="19197"/>
                  <a:pt x="242323" y="10314"/>
                  <a:pt x="241183" y="8034"/>
                </a:cubicBezTo>
                <a:cubicBezTo>
                  <a:pt x="240728" y="6895"/>
                  <a:pt x="240272" y="6214"/>
                  <a:pt x="238451" y="6214"/>
                </a:cubicBezTo>
                <a:cubicBezTo>
                  <a:pt x="232075" y="8719"/>
                  <a:pt x="226153" y="10769"/>
                  <a:pt x="210438" y="12816"/>
                </a:cubicBezTo>
                <a:cubicBezTo>
                  <a:pt x="209983" y="14185"/>
                  <a:pt x="210438" y="17827"/>
                  <a:pt x="210894" y="19197"/>
                </a:cubicBezTo>
                <a:cubicBezTo>
                  <a:pt x="223192" y="20336"/>
                  <a:pt x="225698" y="21476"/>
                  <a:pt x="225698" y="34699"/>
                </a:cubicBezTo>
                <a:lnTo>
                  <a:pt x="225698" y="79160"/>
                </a:lnTo>
                <a:cubicBezTo>
                  <a:pt x="225698" y="97856"/>
                  <a:pt x="223421" y="98770"/>
                  <a:pt x="209754" y="99910"/>
                </a:cubicBezTo>
                <a:cubicBezTo>
                  <a:pt x="208388" y="101275"/>
                  <a:pt x="208388" y="106057"/>
                  <a:pt x="209754" y="107423"/>
                </a:cubicBezTo>
                <a:cubicBezTo>
                  <a:pt x="216589" y="107197"/>
                  <a:pt x="225698" y="106968"/>
                  <a:pt x="234806" y="106968"/>
                </a:cubicBezTo>
                <a:cubicBezTo>
                  <a:pt x="243918" y="106968"/>
                  <a:pt x="250750" y="107197"/>
                  <a:pt x="257582" y="107423"/>
                </a:cubicBezTo>
                <a:cubicBezTo>
                  <a:pt x="258948" y="106057"/>
                  <a:pt x="258948" y="101275"/>
                  <a:pt x="257582" y="99910"/>
                </a:cubicBezTo>
                <a:cubicBezTo>
                  <a:pt x="245968" y="98770"/>
                  <a:pt x="243688" y="97856"/>
                  <a:pt x="243688" y="79160"/>
                </a:cubicBezTo>
                <a:lnTo>
                  <a:pt x="243688" y="41767"/>
                </a:lnTo>
                <a:cubicBezTo>
                  <a:pt x="243688" y="36979"/>
                  <a:pt x="245739" y="34244"/>
                  <a:pt x="247560" y="32194"/>
                </a:cubicBezTo>
                <a:cubicBezTo>
                  <a:pt x="256216" y="23756"/>
                  <a:pt x="266464" y="18738"/>
                  <a:pt x="275347" y="18738"/>
                </a:cubicBezTo>
                <a:cubicBezTo>
                  <a:pt x="279903" y="18738"/>
                  <a:pt x="284684" y="21702"/>
                  <a:pt x="287416" y="26946"/>
                </a:cubicBezTo>
                <a:cubicBezTo>
                  <a:pt x="289696" y="31509"/>
                  <a:pt x="290151" y="37663"/>
                  <a:pt x="290151" y="44502"/>
                </a:cubicBezTo>
                <a:lnTo>
                  <a:pt x="290151" y="79160"/>
                </a:lnTo>
                <a:cubicBezTo>
                  <a:pt x="290151" y="97856"/>
                  <a:pt x="287871" y="98770"/>
                  <a:pt x="276028" y="99910"/>
                </a:cubicBezTo>
                <a:cubicBezTo>
                  <a:pt x="274892" y="101275"/>
                  <a:pt x="274892" y="106057"/>
                  <a:pt x="276028" y="107423"/>
                </a:cubicBezTo>
                <a:cubicBezTo>
                  <a:pt x="282863" y="107197"/>
                  <a:pt x="290151" y="106968"/>
                  <a:pt x="299259" y="106968"/>
                </a:cubicBezTo>
                <a:cubicBezTo>
                  <a:pt x="308371" y="106968"/>
                  <a:pt x="316569" y="107197"/>
                  <a:pt x="323401" y="107423"/>
                </a:cubicBezTo>
                <a:cubicBezTo>
                  <a:pt x="324541" y="106057"/>
                  <a:pt x="324541" y="101275"/>
                  <a:pt x="323401" y="99910"/>
                </a:cubicBezTo>
                <a:cubicBezTo>
                  <a:pt x="310647" y="98770"/>
                  <a:pt x="308141" y="97856"/>
                  <a:pt x="308141" y="79160"/>
                </a:cubicBezTo>
                <a:lnTo>
                  <a:pt x="308141" y="45187"/>
                </a:lnTo>
                <a:cubicBezTo>
                  <a:pt x="308141" y="32649"/>
                  <a:pt x="307231" y="21702"/>
                  <a:pt x="301994" y="14641"/>
                </a:cubicBezTo>
                <a:cubicBezTo>
                  <a:pt x="298119" y="9630"/>
                  <a:pt x="291061" y="6895"/>
                  <a:pt x="283089" y="6895"/>
                </a:cubicBezTo>
                <a:cubicBezTo>
                  <a:pt x="271931" y="6895"/>
                  <a:pt x="259177" y="9855"/>
                  <a:pt x="245739" y="25351"/>
                </a:cubicBezTo>
                <a:close/>
                <a:moveTo>
                  <a:pt x="355513" y="42744"/>
                </a:moveTo>
                <a:cubicBezTo>
                  <a:pt x="359839" y="17118"/>
                  <a:pt x="375783" y="15079"/>
                  <a:pt x="381249" y="15079"/>
                </a:cubicBezTo>
                <a:cubicBezTo>
                  <a:pt x="389902" y="15079"/>
                  <a:pt x="400150" y="19843"/>
                  <a:pt x="400150" y="38890"/>
                </a:cubicBezTo>
                <a:cubicBezTo>
                  <a:pt x="400150" y="40930"/>
                  <a:pt x="399240" y="42066"/>
                  <a:pt x="396734" y="42066"/>
                </a:cubicBezTo>
                <a:lnTo>
                  <a:pt x="355513" y="42744"/>
                </a:lnTo>
                <a:moveTo>
                  <a:pt x="415180" y="85756"/>
                </a:moveTo>
                <a:cubicBezTo>
                  <a:pt x="406757" y="94405"/>
                  <a:pt x="400150" y="98044"/>
                  <a:pt x="386942" y="98044"/>
                </a:cubicBezTo>
                <a:cubicBezTo>
                  <a:pt x="378744" y="98044"/>
                  <a:pt x="369177" y="93265"/>
                  <a:pt x="362119" y="81662"/>
                </a:cubicBezTo>
                <a:cubicBezTo>
                  <a:pt x="357563" y="74152"/>
                  <a:pt x="354828" y="63685"/>
                  <a:pt x="354828" y="50487"/>
                </a:cubicBezTo>
                <a:lnTo>
                  <a:pt x="415410" y="50942"/>
                </a:lnTo>
                <a:cubicBezTo>
                  <a:pt x="418141" y="50942"/>
                  <a:pt x="419736" y="49576"/>
                  <a:pt x="419736" y="47071"/>
                </a:cubicBezTo>
                <a:cubicBezTo>
                  <a:pt x="419736" y="28006"/>
                  <a:pt x="412904" y="7562"/>
                  <a:pt x="381249" y="7562"/>
                </a:cubicBezTo>
                <a:cubicBezTo>
                  <a:pt x="361434" y="7562"/>
                  <a:pt x="335697" y="26418"/>
                  <a:pt x="335697" y="60954"/>
                </a:cubicBezTo>
                <a:cubicBezTo>
                  <a:pt x="335697" y="73697"/>
                  <a:pt x="338888" y="85985"/>
                  <a:pt x="346404" y="94631"/>
                </a:cubicBezTo>
                <a:cubicBezTo>
                  <a:pt x="354147" y="103739"/>
                  <a:pt x="364850" y="109202"/>
                  <a:pt x="381249" y="109202"/>
                </a:cubicBezTo>
                <a:cubicBezTo>
                  <a:pt x="398555" y="109202"/>
                  <a:pt x="410854" y="101234"/>
                  <a:pt x="419966" y="89398"/>
                </a:cubicBezTo>
                <a:cubicBezTo>
                  <a:pt x="419281" y="87121"/>
                  <a:pt x="417915" y="85985"/>
                  <a:pt x="415180" y="85756"/>
                </a:cubicBezTo>
                <a:close/>
                <a:moveTo>
                  <a:pt x="565037" y="28197"/>
                </a:moveTo>
                <a:cubicBezTo>
                  <a:pt x="565037" y="46181"/>
                  <a:pt x="559797" y="52780"/>
                  <a:pt x="539526" y="52780"/>
                </a:cubicBezTo>
                <a:lnTo>
                  <a:pt x="529507" y="52780"/>
                </a:lnTo>
                <a:lnTo>
                  <a:pt x="529507" y="23189"/>
                </a:lnTo>
                <a:cubicBezTo>
                  <a:pt x="529507" y="11127"/>
                  <a:pt x="531784" y="8851"/>
                  <a:pt x="544537" y="8851"/>
                </a:cubicBezTo>
                <a:cubicBezTo>
                  <a:pt x="560481" y="8851"/>
                  <a:pt x="565037" y="14543"/>
                  <a:pt x="565037" y="28197"/>
                </a:cubicBezTo>
                <a:moveTo>
                  <a:pt x="529507" y="79198"/>
                </a:moveTo>
                <a:lnTo>
                  <a:pt x="529507" y="59383"/>
                </a:lnTo>
                <a:lnTo>
                  <a:pt x="542032" y="59383"/>
                </a:lnTo>
                <a:cubicBezTo>
                  <a:pt x="550688" y="59383"/>
                  <a:pt x="553875" y="66900"/>
                  <a:pt x="556836" y="75327"/>
                </a:cubicBezTo>
                <a:lnTo>
                  <a:pt x="561847" y="88991"/>
                </a:lnTo>
                <a:cubicBezTo>
                  <a:pt x="567084" y="103072"/>
                  <a:pt x="574830" y="108535"/>
                  <a:pt x="584623" y="108535"/>
                </a:cubicBezTo>
                <a:cubicBezTo>
                  <a:pt x="588039" y="108535"/>
                  <a:pt x="595097" y="107854"/>
                  <a:pt x="598968" y="106943"/>
                </a:cubicBezTo>
                <a:cubicBezTo>
                  <a:pt x="599653" y="104664"/>
                  <a:pt x="599197" y="102388"/>
                  <a:pt x="597602" y="100567"/>
                </a:cubicBezTo>
                <a:cubicBezTo>
                  <a:pt x="589405" y="100567"/>
                  <a:pt x="585078" y="99201"/>
                  <a:pt x="580522" y="87368"/>
                </a:cubicBezTo>
                <a:lnTo>
                  <a:pt x="573916" y="70305"/>
                </a:lnTo>
                <a:cubicBezTo>
                  <a:pt x="571184" y="63254"/>
                  <a:pt x="568453" y="59383"/>
                  <a:pt x="565492" y="56426"/>
                </a:cubicBezTo>
                <a:lnTo>
                  <a:pt x="565492" y="55967"/>
                </a:lnTo>
                <a:cubicBezTo>
                  <a:pt x="573235" y="53235"/>
                  <a:pt x="584849" y="43905"/>
                  <a:pt x="584849" y="28197"/>
                </a:cubicBezTo>
                <a:cubicBezTo>
                  <a:pt x="584849" y="9306"/>
                  <a:pt x="573005" y="1334"/>
                  <a:pt x="545906" y="1334"/>
                </a:cubicBezTo>
                <a:cubicBezTo>
                  <a:pt x="540211" y="1334"/>
                  <a:pt x="527231" y="2248"/>
                  <a:pt x="520396" y="2248"/>
                </a:cubicBezTo>
                <a:cubicBezTo>
                  <a:pt x="513793" y="2248"/>
                  <a:pt x="504226" y="2019"/>
                  <a:pt x="495118" y="1793"/>
                </a:cubicBezTo>
                <a:cubicBezTo>
                  <a:pt x="493752" y="3159"/>
                  <a:pt x="493752" y="7941"/>
                  <a:pt x="495118" y="9306"/>
                </a:cubicBezTo>
                <a:cubicBezTo>
                  <a:pt x="509011" y="10217"/>
                  <a:pt x="511517" y="11127"/>
                  <a:pt x="511517" y="30018"/>
                </a:cubicBezTo>
                <a:lnTo>
                  <a:pt x="511517" y="79177"/>
                </a:lnTo>
                <a:cubicBezTo>
                  <a:pt x="511517" y="98089"/>
                  <a:pt x="509011" y="98770"/>
                  <a:pt x="495118" y="99910"/>
                </a:cubicBezTo>
                <a:cubicBezTo>
                  <a:pt x="493752" y="101275"/>
                  <a:pt x="493752" y="106057"/>
                  <a:pt x="495118" y="107423"/>
                </a:cubicBezTo>
                <a:cubicBezTo>
                  <a:pt x="503771" y="107197"/>
                  <a:pt x="513108" y="106968"/>
                  <a:pt x="520625" y="106968"/>
                </a:cubicBezTo>
                <a:cubicBezTo>
                  <a:pt x="527686" y="106968"/>
                  <a:pt x="535200" y="107197"/>
                  <a:pt x="542487" y="107423"/>
                </a:cubicBezTo>
                <a:cubicBezTo>
                  <a:pt x="543856" y="106057"/>
                  <a:pt x="543856" y="101275"/>
                  <a:pt x="542487" y="99910"/>
                </a:cubicBezTo>
                <a:cubicBezTo>
                  <a:pt x="531784" y="99225"/>
                  <a:pt x="529507" y="98089"/>
                  <a:pt x="529507" y="79191"/>
                </a:cubicBezTo>
                <a:lnTo>
                  <a:pt x="529507" y="79198"/>
                </a:lnTo>
                <a:close/>
                <a:moveTo>
                  <a:pt x="658865" y="55776"/>
                </a:moveTo>
                <a:cubicBezTo>
                  <a:pt x="673899" y="55776"/>
                  <a:pt x="674124" y="60099"/>
                  <a:pt x="674580" y="68519"/>
                </a:cubicBezTo>
                <a:cubicBezTo>
                  <a:pt x="675720" y="69655"/>
                  <a:pt x="679820" y="69655"/>
                  <a:pt x="680957" y="68519"/>
                </a:cubicBezTo>
                <a:cubicBezTo>
                  <a:pt x="680731" y="63285"/>
                  <a:pt x="680501" y="55546"/>
                  <a:pt x="680501" y="51904"/>
                </a:cubicBezTo>
                <a:cubicBezTo>
                  <a:pt x="680501" y="48714"/>
                  <a:pt x="680731" y="41420"/>
                  <a:pt x="680957" y="35724"/>
                </a:cubicBezTo>
                <a:cubicBezTo>
                  <a:pt x="679820" y="34584"/>
                  <a:pt x="675720" y="34584"/>
                  <a:pt x="674580" y="35724"/>
                </a:cubicBezTo>
                <a:cubicBezTo>
                  <a:pt x="674124" y="45979"/>
                  <a:pt x="673669" y="48485"/>
                  <a:pt x="658865" y="48485"/>
                </a:cubicBezTo>
                <a:lnTo>
                  <a:pt x="645886" y="48485"/>
                </a:lnTo>
                <a:lnTo>
                  <a:pt x="645886" y="16125"/>
                </a:lnTo>
                <a:cubicBezTo>
                  <a:pt x="645886" y="12250"/>
                  <a:pt x="648846" y="9741"/>
                  <a:pt x="653173" y="9741"/>
                </a:cubicBezTo>
                <a:lnTo>
                  <a:pt x="666156" y="9741"/>
                </a:lnTo>
                <a:cubicBezTo>
                  <a:pt x="684831" y="9741"/>
                  <a:pt x="687792" y="17261"/>
                  <a:pt x="691889" y="30254"/>
                </a:cubicBezTo>
                <a:cubicBezTo>
                  <a:pt x="694169" y="30480"/>
                  <a:pt x="696216" y="30025"/>
                  <a:pt x="698040" y="29115"/>
                </a:cubicBezTo>
                <a:cubicBezTo>
                  <a:pt x="697130" y="21365"/>
                  <a:pt x="694395" y="3593"/>
                  <a:pt x="693940" y="1998"/>
                </a:cubicBezTo>
                <a:cubicBezTo>
                  <a:pt x="693940" y="1543"/>
                  <a:pt x="693710" y="1314"/>
                  <a:pt x="693255" y="1314"/>
                </a:cubicBezTo>
                <a:cubicBezTo>
                  <a:pt x="690068" y="1998"/>
                  <a:pt x="687792" y="2224"/>
                  <a:pt x="683917" y="2224"/>
                </a:cubicBezTo>
                <a:lnTo>
                  <a:pt x="636774" y="2224"/>
                </a:lnTo>
                <a:cubicBezTo>
                  <a:pt x="630171" y="2224"/>
                  <a:pt x="619694" y="1998"/>
                  <a:pt x="611496" y="1769"/>
                </a:cubicBezTo>
                <a:cubicBezTo>
                  <a:pt x="610130" y="3138"/>
                  <a:pt x="610130" y="7920"/>
                  <a:pt x="611496" y="9286"/>
                </a:cubicBezTo>
                <a:cubicBezTo>
                  <a:pt x="625389" y="10196"/>
                  <a:pt x="627895" y="11110"/>
                  <a:pt x="627895" y="30025"/>
                </a:cubicBezTo>
                <a:lnTo>
                  <a:pt x="627895" y="79212"/>
                </a:lnTo>
                <a:cubicBezTo>
                  <a:pt x="627895" y="98099"/>
                  <a:pt x="625389" y="98780"/>
                  <a:pt x="611496" y="99920"/>
                </a:cubicBezTo>
                <a:cubicBezTo>
                  <a:pt x="610130" y="101286"/>
                  <a:pt x="610130" y="106068"/>
                  <a:pt x="611496" y="107437"/>
                </a:cubicBezTo>
                <a:cubicBezTo>
                  <a:pt x="619694" y="107208"/>
                  <a:pt x="629716" y="106978"/>
                  <a:pt x="637003" y="106978"/>
                </a:cubicBezTo>
                <a:lnTo>
                  <a:pt x="672078" y="106978"/>
                </a:lnTo>
                <a:cubicBezTo>
                  <a:pt x="681186" y="106978"/>
                  <a:pt x="696216" y="107437"/>
                  <a:pt x="696216" y="107437"/>
                </a:cubicBezTo>
                <a:cubicBezTo>
                  <a:pt x="698951" y="98099"/>
                  <a:pt x="701456" y="85585"/>
                  <a:pt x="703048" y="76025"/>
                </a:cubicBezTo>
                <a:cubicBezTo>
                  <a:pt x="701001" y="74889"/>
                  <a:pt x="699177" y="74434"/>
                  <a:pt x="696671" y="75118"/>
                </a:cubicBezTo>
                <a:cubicBezTo>
                  <a:pt x="693029" y="88543"/>
                  <a:pt x="686423" y="99920"/>
                  <a:pt x="667522" y="99920"/>
                </a:cubicBezTo>
                <a:lnTo>
                  <a:pt x="657729" y="99920"/>
                </a:lnTo>
                <a:cubicBezTo>
                  <a:pt x="648162" y="99920"/>
                  <a:pt x="645886" y="97418"/>
                  <a:pt x="645886" y="89908"/>
                </a:cubicBezTo>
                <a:lnTo>
                  <a:pt x="645886" y="55776"/>
                </a:lnTo>
                <a:lnTo>
                  <a:pt x="658865" y="55776"/>
                </a:lnTo>
                <a:close/>
                <a:moveTo>
                  <a:pt x="818518" y="86239"/>
                </a:moveTo>
                <a:cubicBezTo>
                  <a:pt x="818518" y="67383"/>
                  <a:pt x="819884" y="66701"/>
                  <a:pt x="826942" y="65565"/>
                </a:cubicBezTo>
                <a:cubicBezTo>
                  <a:pt x="828311" y="64199"/>
                  <a:pt x="828311" y="59418"/>
                  <a:pt x="826942" y="58048"/>
                </a:cubicBezTo>
                <a:cubicBezTo>
                  <a:pt x="822845" y="58278"/>
                  <a:pt x="816468" y="58507"/>
                  <a:pt x="809406" y="58507"/>
                </a:cubicBezTo>
                <a:cubicBezTo>
                  <a:pt x="802574" y="58507"/>
                  <a:pt x="792097" y="58278"/>
                  <a:pt x="785494" y="58048"/>
                </a:cubicBezTo>
                <a:cubicBezTo>
                  <a:pt x="784128" y="59418"/>
                  <a:pt x="784128" y="64199"/>
                  <a:pt x="785494" y="65565"/>
                </a:cubicBezTo>
                <a:cubicBezTo>
                  <a:pt x="799388" y="66476"/>
                  <a:pt x="800524" y="67383"/>
                  <a:pt x="800524" y="86239"/>
                </a:cubicBezTo>
                <a:lnTo>
                  <a:pt x="800524" y="98509"/>
                </a:lnTo>
                <a:cubicBezTo>
                  <a:pt x="793237" y="100553"/>
                  <a:pt x="785720" y="101689"/>
                  <a:pt x="777752" y="101689"/>
                </a:cubicBezTo>
                <a:cubicBezTo>
                  <a:pt x="749283" y="101689"/>
                  <a:pt x="739946" y="72609"/>
                  <a:pt x="739946" y="53951"/>
                </a:cubicBezTo>
                <a:cubicBezTo>
                  <a:pt x="739946" y="26411"/>
                  <a:pt x="753155" y="7517"/>
                  <a:pt x="775017" y="7517"/>
                </a:cubicBezTo>
                <a:cubicBezTo>
                  <a:pt x="797563" y="7517"/>
                  <a:pt x="807130" y="18898"/>
                  <a:pt x="810546" y="33465"/>
                </a:cubicBezTo>
                <a:cubicBezTo>
                  <a:pt x="812822" y="34150"/>
                  <a:pt x="815102" y="34150"/>
                  <a:pt x="817378" y="32784"/>
                </a:cubicBezTo>
                <a:cubicBezTo>
                  <a:pt x="817149" y="23450"/>
                  <a:pt x="816468" y="13890"/>
                  <a:pt x="814418" y="3645"/>
                </a:cubicBezTo>
                <a:cubicBezTo>
                  <a:pt x="807585" y="3645"/>
                  <a:pt x="790731" y="0"/>
                  <a:pt x="777977" y="0"/>
                </a:cubicBezTo>
                <a:cubicBezTo>
                  <a:pt x="745409" y="0"/>
                  <a:pt x="719446" y="20948"/>
                  <a:pt x="719446" y="56912"/>
                </a:cubicBezTo>
                <a:cubicBezTo>
                  <a:pt x="719446" y="85787"/>
                  <a:pt x="741082" y="109202"/>
                  <a:pt x="773651" y="109202"/>
                </a:cubicBezTo>
                <a:cubicBezTo>
                  <a:pt x="789136" y="109202"/>
                  <a:pt x="805990" y="106926"/>
                  <a:pt x="821020" y="98735"/>
                </a:cubicBezTo>
                <a:cubicBezTo>
                  <a:pt x="819429" y="97144"/>
                  <a:pt x="818518" y="95100"/>
                  <a:pt x="818518" y="93509"/>
                </a:cubicBezTo>
                <a:lnTo>
                  <a:pt x="818518" y="86239"/>
                </a:lnTo>
                <a:close/>
                <a:moveTo>
                  <a:pt x="878641" y="30015"/>
                </a:moveTo>
                <a:cubicBezTo>
                  <a:pt x="878641" y="11117"/>
                  <a:pt x="881147" y="10436"/>
                  <a:pt x="895040" y="9296"/>
                </a:cubicBezTo>
                <a:cubicBezTo>
                  <a:pt x="896406" y="7930"/>
                  <a:pt x="896406" y="3148"/>
                  <a:pt x="895040" y="1779"/>
                </a:cubicBezTo>
                <a:cubicBezTo>
                  <a:pt x="886384" y="2009"/>
                  <a:pt x="876591" y="2238"/>
                  <a:pt x="869533" y="2238"/>
                </a:cubicBezTo>
                <a:cubicBezTo>
                  <a:pt x="862701" y="2238"/>
                  <a:pt x="853134" y="2009"/>
                  <a:pt x="844252" y="1779"/>
                </a:cubicBezTo>
                <a:cubicBezTo>
                  <a:pt x="842886" y="3148"/>
                  <a:pt x="842886" y="7930"/>
                  <a:pt x="844252" y="9296"/>
                </a:cubicBezTo>
                <a:cubicBezTo>
                  <a:pt x="858145" y="10206"/>
                  <a:pt x="860651" y="11117"/>
                  <a:pt x="860651" y="30015"/>
                </a:cubicBezTo>
                <a:lnTo>
                  <a:pt x="860651" y="79191"/>
                </a:lnTo>
                <a:cubicBezTo>
                  <a:pt x="860651" y="98089"/>
                  <a:pt x="858145" y="98770"/>
                  <a:pt x="844252" y="99910"/>
                </a:cubicBezTo>
                <a:cubicBezTo>
                  <a:pt x="842886" y="101275"/>
                  <a:pt x="842886" y="106057"/>
                  <a:pt x="844252" y="107423"/>
                </a:cubicBezTo>
                <a:cubicBezTo>
                  <a:pt x="852679" y="107197"/>
                  <a:pt x="862016" y="106968"/>
                  <a:pt x="869759" y="106968"/>
                </a:cubicBezTo>
                <a:cubicBezTo>
                  <a:pt x="877046" y="106968"/>
                  <a:pt x="887069" y="107197"/>
                  <a:pt x="895040" y="107423"/>
                </a:cubicBezTo>
                <a:cubicBezTo>
                  <a:pt x="896406" y="106057"/>
                  <a:pt x="896406" y="101275"/>
                  <a:pt x="895040" y="99910"/>
                </a:cubicBezTo>
                <a:cubicBezTo>
                  <a:pt x="881147" y="98999"/>
                  <a:pt x="878641" y="98089"/>
                  <a:pt x="878641" y="79191"/>
                </a:cubicBezTo>
                <a:lnTo>
                  <a:pt x="878641" y="30015"/>
                </a:lnTo>
                <a:close/>
                <a:moveTo>
                  <a:pt x="967461" y="7517"/>
                </a:moveTo>
                <a:cubicBezTo>
                  <a:pt x="987731" y="7517"/>
                  <a:pt x="1005267" y="26168"/>
                  <a:pt x="1005267" y="56651"/>
                </a:cubicBezTo>
                <a:cubicBezTo>
                  <a:pt x="1005267" y="84630"/>
                  <a:pt x="991377" y="101689"/>
                  <a:pt x="971106" y="101689"/>
                </a:cubicBezTo>
                <a:cubicBezTo>
                  <a:pt x="949015" y="101689"/>
                  <a:pt x="933300" y="81672"/>
                  <a:pt x="933300" y="53694"/>
                </a:cubicBezTo>
                <a:cubicBezTo>
                  <a:pt x="933300" y="22984"/>
                  <a:pt x="950381" y="7517"/>
                  <a:pt x="967461" y="7517"/>
                </a:cubicBezTo>
                <a:moveTo>
                  <a:pt x="1025082" y="53465"/>
                </a:moveTo>
                <a:cubicBezTo>
                  <a:pt x="1025082" y="21163"/>
                  <a:pt x="999119" y="0"/>
                  <a:pt x="969511" y="0"/>
                </a:cubicBezTo>
                <a:cubicBezTo>
                  <a:pt x="937856" y="0"/>
                  <a:pt x="913485" y="22984"/>
                  <a:pt x="913485" y="56422"/>
                </a:cubicBezTo>
                <a:cubicBezTo>
                  <a:pt x="913485" y="87358"/>
                  <a:pt x="936946" y="109202"/>
                  <a:pt x="967690" y="109202"/>
                </a:cubicBezTo>
                <a:cubicBezTo>
                  <a:pt x="1005041" y="109202"/>
                  <a:pt x="1025082" y="83035"/>
                  <a:pt x="1025082" y="53465"/>
                </a:cubicBezTo>
                <a:close/>
                <a:moveTo>
                  <a:pt x="1068583" y="79156"/>
                </a:moveTo>
                <a:lnTo>
                  <a:pt x="1068583" y="35922"/>
                </a:lnTo>
                <a:cubicBezTo>
                  <a:pt x="1068583" y="24771"/>
                  <a:pt x="1071543" y="26818"/>
                  <a:pt x="1076780" y="33417"/>
                </a:cubicBezTo>
                <a:lnTo>
                  <a:pt x="1130301" y="104643"/>
                </a:lnTo>
                <a:cubicBezTo>
                  <a:pt x="1133717" y="108285"/>
                  <a:pt x="1137362" y="109647"/>
                  <a:pt x="1140778" y="109647"/>
                </a:cubicBezTo>
                <a:cubicBezTo>
                  <a:pt x="1143510" y="109647"/>
                  <a:pt x="1145786" y="108055"/>
                  <a:pt x="1145786" y="103507"/>
                </a:cubicBezTo>
                <a:lnTo>
                  <a:pt x="1145786" y="30004"/>
                </a:lnTo>
                <a:cubicBezTo>
                  <a:pt x="1145786" y="11117"/>
                  <a:pt x="1148291" y="10436"/>
                  <a:pt x="1162185" y="9296"/>
                </a:cubicBezTo>
                <a:cubicBezTo>
                  <a:pt x="1163551" y="7930"/>
                  <a:pt x="1163551" y="3148"/>
                  <a:pt x="1162185" y="1779"/>
                </a:cubicBezTo>
                <a:cubicBezTo>
                  <a:pt x="1155353" y="2009"/>
                  <a:pt x="1147155" y="2238"/>
                  <a:pt x="1140319" y="2238"/>
                </a:cubicBezTo>
                <a:cubicBezTo>
                  <a:pt x="1133487" y="2238"/>
                  <a:pt x="1125519" y="2009"/>
                  <a:pt x="1118687" y="1779"/>
                </a:cubicBezTo>
                <a:cubicBezTo>
                  <a:pt x="1117318" y="3148"/>
                  <a:pt x="1117318" y="7930"/>
                  <a:pt x="1118687" y="9296"/>
                </a:cubicBezTo>
                <a:cubicBezTo>
                  <a:pt x="1132577" y="10206"/>
                  <a:pt x="1135082" y="11117"/>
                  <a:pt x="1135082" y="30004"/>
                </a:cubicBezTo>
                <a:lnTo>
                  <a:pt x="1135082" y="72557"/>
                </a:lnTo>
                <a:cubicBezTo>
                  <a:pt x="1135082" y="78701"/>
                  <a:pt x="1134401" y="82569"/>
                  <a:pt x="1127340" y="73012"/>
                </a:cubicBezTo>
                <a:lnTo>
                  <a:pt x="1075185" y="2238"/>
                </a:lnTo>
                <a:lnTo>
                  <a:pt x="1042846" y="1779"/>
                </a:lnTo>
                <a:lnTo>
                  <a:pt x="1042391" y="2464"/>
                </a:lnTo>
                <a:lnTo>
                  <a:pt x="1042391" y="7930"/>
                </a:lnTo>
                <a:cubicBezTo>
                  <a:pt x="1042391" y="8841"/>
                  <a:pt x="1043756" y="9296"/>
                  <a:pt x="1044441" y="9296"/>
                </a:cubicBezTo>
                <a:cubicBezTo>
                  <a:pt x="1053094" y="9981"/>
                  <a:pt x="1055599" y="12709"/>
                  <a:pt x="1057876" y="16806"/>
                </a:cubicBezTo>
                <a:lnTo>
                  <a:pt x="1057876" y="79156"/>
                </a:lnTo>
                <a:cubicBezTo>
                  <a:pt x="1057876" y="98089"/>
                  <a:pt x="1055374" y="98999"/>
                  <a:pt x="1041480" y="99910"/>
                </a:cubicBezTo>
                <a:cubicBezTo>
                  <a:pt x="1040114" y="101275"/>
                  <a:pt x="1040114" y="106057"/>
                  <a:pt x="1041480" y="107423"/>
                </a:cubicBezTo>
                <a:cubicBezTo>
                  <a:pt x="1048312" y="107197"/>
                  <a:pt x="1056284" y="106968"/>
                  <a:pt x="1063116" y="106968"/>
                </a:cubicBezTo>
                <a:cubicBezTo>
                  <a:pt x="1069948" y="106968"/>
                  <a:pt x="1078146" y="107197"/>
                  <a:pt x="1084978" y="107423"/>
                </a:cubicBezTo>
                <a:cubicBezTo>
                  <a:pt x="1086344" y="106057"/>
                  <a:pt x="1086344" y="101275"/>
                  <a:pt x="1084978" y="99910"/>
                </a:cubicBezTo>
                <a:cubicBezTo>
                  <a:pt x="1071085" y="98725"/>
                  <a:pt x="1068583" y="98044"/>
                  <a:pt x="1068583" y="79156"/>
                </a:cubicBezTo>
                <a:close/>
                <a:moveTo>
                  <a:pt x="1183389" y="97133"/>
                </a:moveTo>
                <a:cubicBezTo>
                  <a:pt x="1183389" y="103739"/>
                  <a:pt x="1188855" y="109202"/>
                  <a:pt x="1195458" y="109202"/>
                </a:cubicBezTo>
                <a:cubicBezTo>
                  <a:pt x="1202064" y="109202"/>
                  <a:pt x="1207531" y="103739"/>
                  <a:pt x="1207531" y="97133"/>
                </a:cubicBezTo>
                <a:cubicBezTo>
                  <a:pt x="1207531" y="90530"/>
                  <a:pt x="1202064" y="85064"/>
                  <a:pt x="1195458" y="85064"/>
                </a:cubicBezTo>
                <a:cubicBezTo>
                  <a:pt x="1188855" y="85064"/>
                  <a:pt x="1183389" y="90530"/>
                  <a:pt x="1183389" y="97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(5)Samplingv">
            <a:extLst xmlns:a="http://schemas.openxmlformats.org/drawingml/2006/main">
              <a:ext uri="{FF2B5EF4-FFF2-40B4-BE49-F238E27FC236}">
                <a16:creationId xmlns:a16="http://schemas.microsoft.com/office/drawing/2014/main" id="{9C57BC67-C9E0-4193-B54D-F760259F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6" y="2296579"/>
            <a:ext cx="1334595" cy="215510"/>
          </a:xfrm>
          <a:custGeom xmlns:a="http://schemas.openxmlformats.org/drawingml/2006/main">
            <a:pathLst>
              <a:path w="1334595" h="215510">
                <a:moveTo>
                  <a:pt x="0" y="103851"/>
                </a:moveTo>
                <a:cubicBezTo>
                  <a:pt x="0" y="114102"/>
                  <a:pt x="910" y="166709"/>
                  <a:pt x="48283" y="207705"/>
                </a:cubicBezTo>
                <a:cubicBezTo>
                  <a:pt x="50560" y="207249"/>
                  <a:pt x="52381" y="205654"/>
                  <a:pt x="53065" y="203833"/>
                </a:cubicBezTo>
                <a:cubicBezTo>
                  <a:pt x="45548" y="195177"/>
                  <a:pt x="18905" y="163748"/>
                  <a:pt x="18905" y="103851"/>
                </a:cubicBezTo>
                <a:cubicBezTo>
                  <a:pt x="18905" y="43953"/>
                  <a:pt x="45778" y="12524"/>
                  <a:pt x="53065" y="4327"/>
                </a:cubicBezTo>
                <a:cubicBezTo>
                  <a:pt x="52381" y="2050"/>
                  <a:pt x="50789" y="455"/>
                  <a:pt x="48283" y="226"/>
                </a:cubicBezTo>
                <a:cubicBezTo>
                  <a:pt x="21181" y="23457"/>
                  <a:pt x="0" y="61492"/>
                  <a:pt x="0" y="103851"/>
                </a:cubicBezTo>
                <a:close/>
                <a:moveTo>
                  <a:pt x="130500" y="118192"/>
                </a:moveTo>
                <a:cubicBezTo>
                  <a:pt x="130500" y="139801"/>
                  <a:pt x="119112" y="155720"/>
                  <a:pt x="105448" y="155720"/>
                </a:cubicBezTo>
                <a:cubicBezTo>
                  <a:pt x="96792" y="155720"/>
                  <a:pt x="93831" y="150035"/>
                  <a:pt x="90415" y="145486"/>
                </a:cubicBezTo>
                <a:cubicBezTo>
                  <a:pt x="87454" y="141618"/>
                  <a:pt x="83583" y="138206"/>
                  <a:pt x="78801" y="138206"/>
                </a:cubicBezTo>
                <a:cubicBezTo>
                  <a:pt x="74474" y="138206"/>
                  <a:pt x="70144" y="142073"/>
                  <a:pt x="70144" y="146622"/>
                </a:cubicBezTo>
                <a:cubicBezTo>
                  <a:pt x="70144" y="155946"/>
                  <a:pt x="89504" y="163689"/>
                  <a:pt x="102487" y="163689"/>
                </a:cubicBezTo>
                <a:cubicBezTo>
                  <a:pt x="130726" y="163689"/>
                  <a:pt x="150767" y="142755"/>
                  <a:pt x="150767" y="114099"/>
                </a:cubicBezTo>
                <a:cubicBezTo>
                  <a:pt x="150767" y="92039"/>
                  <a:pt x="135508" y="72237"/>
                  <a:pt x="110001" y="72237"/>
                </a:cubicBezTo>
                <a:cubicBezTo>
                  <a:pt x="100208" y="72237"/>
                  <a:pt x="91781" y="74288"/>
                  <a:pt x="87683" y="75879"/>
                </a:cubicBezTo>
                <a:lnTo>
                  <a:pt x="92236" y="37896"/>
                </a:lnTo>
                <a:cubicBezTo>
                  <a:pt x="100663" y="38807"/>
                  <a:pt x="107950" y="39943"/>
                  <a:pt x="118883" y="39943"/>
                </a:cubicBezTo>
                <a:cubicBezTo>
                  <a:pt x="125715" y="39787"/>
                  <a:pt x="133458" y="39328"/>
                  <a:pt x="142795" y="38414"/>
                </a:cubicBezTo>
                <a:lnTo>
                  <a:pt x="146441" y="22929"/>
                </a:lnTo>
                <a:lnTo>
                  <a:pt x="144846" y="22015"/>
                </a:lnTo>
                <a:cubicBezTo>
                  <a:pt x="131866" y="23547"/>
                  <a:pt x="119568" y="24684"/>
                  <a:pt x="107495" y="24684"/>
                </a:cubicBezTo>
                <a:cubicBezTo>
                  <a:pt x="99071" y="24684"/>
                  <a:pt x="90870" y="24229"/>
                  <a:pt x="82898" y="23547"/>
                </a:cubicBezTo>
                <a:lnTo>
                  <a:pt x="75156" y="89081"/>
                </a:lnTo>
                <a:cubicBezTo>
                  <a:pt x="87228" y="84532"/>
                  <a:pt x="95881" y="83622"/>
                  <a:pt x="104079" y="83622"/>
                </a:cubicBezTo>
                <a:cubicBezTo>
                  <a:pt x="118883" y="83622"/>
                  <a:pt x="130500" y="93404"/>
                  <a:pt x="130500" y="118192"/>
                </a:cubicBezTo>
                <a:close/>
                <a:moveTo>
                  <a:pt x="221598" y="103851"/>
                </a:moveTo>
                <a:cubicBezTo>
                  <a:pt x="221598" y="93602"/>
                  <a:pt x="220688" y="40993"/>
                  <a:pt x="173315" y="0"/>
                </a:cubicBezTo>
                <a:cubicBezTo>
                  <a:pt x="171038" y="455"/>
                  <a:pt x="169214" y="2050"/>
                  <a:pt x="168533" y="3871"/>
                </a:cubicBezTo>
                <a:cubicBezTo>
                  <a:pt x="176046" y="12524"/>
                  <a:pt x="202693" y="43953"/>
                  <a:pt x="202693" y="103851"/>
                </a:cubicBezTo>
                <a:cubicBezTo>
                  <a:pt x="202693" y="163748"/>
                  <a:pt x="175820" y="195177"/>
                  <a:pt x="168533" y="203378"/>
                </a:cubicBezTo>
                <a:cubicBezTo>
                  <a:pt x="169214" y="205654"/>
                  <a:pt x="170809" y="207249"/>
                  <a:pt x="173315" y="207475"/>
                </a:cubicBezTo>
                <a:cubicBezTo>
                  <a:pt x="200417" y="184248"/>
                  <a:pt x="221598" y="146212"/>
                  <a:pt x="221598" y="103851"/>
                </a:cubicBezTo>
                <a:close/>
                <a:moveTo>
                  <a:pt x="378513" y="17490"/>
                </a:moveTo>
                <a:cubicBezTo>
                  <a:pt x="365304" y="15669"/>
                  <a:pt x="365759" y="11339"/>
                  <a:pt x="343442" y="11339"/>
                </a:cubicBezTo>
                <a:cubicBezTo>
                  <a:pt x="320440" y="11339"/>
                  <a:pt x="300170" y="26599"/>
                  <a:pt x="300170" y="50740"/>
                </a:cubicBezTo>
                <a:cubicBezTo>
                  <a:pt x="300170" y="74653"/>
                  <a:pt x="319981" y="85582"/>
                  <a:pt x="340026" y="93324"/>
                </a:cubicBezTo>
                <a:cubicBezTo>
                  <a:pt x="353690" y="98565"/>
                  <a:pt x="370544" y="104942"/>
                  <a:pt x="370544" y="127259"/>
                </a:cubicBezTo>
                <a:cubicBezTo>
                  <a:pt x="370544" y="145705"/>
                  <a:pt x="360293" y="155268"/>
                  <a:pt x="342073" y="155268"/>
                </a:cubicBezTo>
                <a:cubicBezTo>
                  <a:pt x="320895" y="155268"/>
                  <a:pt x="307228" y="145476"/>
                  <a:pt x="302220" y="122932"/>
                </a:cubicBezTo>
                <a:cubicBezTo>
                  <a:pt x="299259" y="122018"/>
                  <a:pt x="296980" y="122477"/>
                  <a:pt x="294703" y="123614"/>
                </a:cubicBezTo>
                <a:cubicBezTo>
                  <a:pt x="295614" y="141149"/>
                  <a:pt x="296524" y="147071"/>
                  <a:pt x="299259" y="158229"/>
                </a:cubicBezTo>
                <a:cubicBezTo>
                  <a:pt x="313605" y="158229"/>
                  <a:pt x="319981" y="163466"/>
                  <a:pt x="340252" y="163466"/>
                </a:cubicBezTo>
                <a:cubicBezTo>
                  <a:pt x="350500" y="163466"/>
                  <a:pt x="360293" y="160964"/>
                  <a:pt x="368265" y="155953"/>
                </a:cubicBezTo>
                <a:cubicBezTo>
                  <a:pt x="381474" y="147755"/>
                  <a:pt x="389675" y="133862"/>
                  <a:pt x="389675" y="119287"/>
                </a:cubicBezTo>
                <a:cubicBezTo>
                  <a:pt x="389675" y="95149"/>
                  <a:pt x="371455" y="84445"/>
                  <a:pt x="352780" y="77384"/>
                </a:cubicBezTo>
                <a:cubicBezTo>
                  <a:pt x="339115" y="72373"/>
                  <a:pt x="316339" y="63720"/>
                  <a:pt x="316339" y="44593"/>
                </a:cubicBezTo>
                <a:cubicBezTo>
                  <a:pt x="316339" y="31839"/>
                  <a:pt x="327953" y="19085"/>
                  <a:pt x="341392" y="19085"/>
                </a:cubicBezTo>
                <a:cubicBezTo>
                  <a:pt x="363483" y="19085"/>
                  <a:pt x="370544" y="33205"/>
                  <a:pt x="375097" y="48235"/>
                </a:cubicBezTo>
                <a:cubicBezTo>
                  <a:pt x="377602" y="48690"/>
                  <a:pt x="380563" y="48464"/>
                  <a:pt x="382614" y="46869"/>
                </a:cubicBezTo>
                <a:cubicBezTo>
                  <a:pt x="381703" y="35936"/>
                  <a:pt x="380793" y="29559"/>
                  <a:pt x="378513" y="17490"/>
                </a:cubicBezTo>
                <a:close/>
                <a:moveTo>
                  <a:pt x="465742" y="108101"/>
                </a:moveTo>
                <a:lnTo>
                  <a:pt x="465742" y="138178"/>
                </a:lnTo>
                <a:cubicBezTo>
                  <a:pt x="465742" y="141142"/>
                  <a:pt x="464373" y="142737"/>
                  <a:pt x="462552" y="144103"/>
                </a:cubicBezTo>
                <a:cubicBezTo>
                  <a:pt x="456630" y="148888"/>
                  <a:pt x="448888" y="154132"/>
                  <a:pt x="442511" y="154132"/>
                </a:cubicBezTo>
                <a:cubicBezTo>
                  <a:pt x="431123" y="154132"/>
                  <a:pt x="426112" y="145017"/>
                  <a:pt x="426112" y="137952"/>
                </a:cubicBezTo>
                <a:cubicBezTo>
                  <a:pt x="426112" y="127697"/>
                  <a:pt x="430897" y="117212"/>
                  <a:pt x="447748" y="112886"/>
                </a:cubicBezTo>
                <a:lnTo>
                  <a:pt x="465742" y="108101"/>
                </a:lnTo>
                <a:moveTo>
                  <a:pt x="465742" y="150257"/>
                </a:moveTo>
                <a:cubicBezTo>
                  <a:pt x="467108" y="157319"/>
                  <a:pt x="469613" y="163466"/>
                  <a:pt x="481001" y="163466"/>
                </a:cubicBezTo>
                <a:cubicBezTo>
                  <a:pt x="489654" y="163466"/>
                  <a:pt x="497852" y="159595"/>
                  <a:pt x="502634" y="155043"/>
                </a:cubicBezTo>
                <a:cubicBezTo>
                  <a:pt x="502179" y="152308"/>
                  <a:pt x="501268" y="150257"/>
                  <a:pt x="498763" y="148892"/>
                </a:cubicBezTo>
                <a:cubicBezTo>
                  <a:pt x="497171" y="150257"/>
                  <a:pt x="493296" y="152537"/>
                  <a:pt x="490335" y="152537"/>
                </a:cubicBezTo>
                <a:cubicBezTo>
                  <a:pt x="483733" y="152537"/>
                  <a:pt x="483503" y="143648"/>
                  <a:pt x="483503" y="133167"/>
                </a:cubicBezTo>
                <a:lnTo>
                  <a:pt x="483503" y="99667"/>
                </a:lnTo>
                <a:cubicBezTo>
                  <a:pt x="483503" y="67310"/>
                  <a:pt x="465742" y="61159"/>
                  <a:pt x="449113" y="61159"/>
                </a:cubicBezTo>
                <a:cubicBezTo>
                  <a:pt x="430438" y="61159"/>
                  <a:pt x="411537" y="73461"/>
                  <a:pt x="411537" y="86451"/>
                </a:cubicBezTo>
                <a:cubicBezTo>
                  <a:pt x="411537" y="91920"/>
                  <a:pt x="414268" y="94655"/>
                  <a:pt x="419509" y="94655"/>
                </a:cubicBezTo>
                <a:cubicBezTo>
                  <a:pt x="426112" y="94655"/>
                  <a:pt x="430212" y="89870"/>
                  <a:pt x="430212" y="86906"/>
                </a:cubicBezTo>
                <a:cubicBezTo>
                  <a:pt x="430212" y="85311"/>
                  <a:pt x="429983" y="83716"/>
                  <a:pt x="429528" y="82805"/>
                </a:cubicBezTo>
                <a:cubicBezTo>
                  <a:pt x="429302" y="82121"/>
                  <a:pt x="429072" y="80755"/>
                  <a:pt x="429072" y="78246"/>
                </a:cubicBezTo>
                <a:cubicBezTo>
                  <a:pt x="429072" y="71181"/>
                  <a:pt x="438639" y="68675"/>
                  <a:pt x="447292" y="68675"/>
                </a:cubicBezTo>
                <a:cubicBezTo>
                  <a:pt x="455035" y="68675"/>
                  <a:pt x="465742" y="72550"/>
                  <a:pt x="465742" y="98301"/>
                </a:cubicBezTo>
                <a:cubicBezTo>
                  <a:pt x="465742" y="99896"/>
                  <a:pt x="465057" y="100806"/>
                  <a:pt x="464373" y="101036"/>
                </a:cubicBezTo>
                <a:lnTo>
                  <a:pt x="444787" y="105821"/>
                </a:lnTo>
                <a:cubicBezTo>
                  <a:pt x="422925" y="111291"/>
                  <a:pt x="407210" y="123367"/>
                  <a:pt x="407210" y="138862"/>
                </a:cubicBezTo>
                <a:cubicBezTo>
                  <a:pt x="407210" y="157548"/>
                  <a:pt x="419964" y="163466"/>
                  <a:pt x="435904" y="163466"/>
                </a:cubicBezTo>
                <a:cubicBezTo>
                  <a:pt x="443876" y="163466"/>
                  <a:pt x="450709" y="161645"/>
                  <a:pt x="460731" y="153903"/>
                </a:cubicBezTo>
                <a:lnTo>
                  <a:pt x="465287" y="150257"/>
                </a:lnTo>
                <a:lnTo>
                  <a:pt x="465742" y="150257"/>
                </a:lnTo>
                <a:close/>
                <a:moveTo>
                  <a:pt x="541809" y="79615"/>
                </a:moveTo>
                <a:cubicBezTo>
                  <a:pt x="541579" y="72776"/>
                  <a:pt x="541124" y="64578"/>
                  <a:pt x="539984" y="62299"/>
                </a:cubicBezTo>
                <a:cubicBezTo>
                  <a:pt x="539529" y="61159"/>
                  <a:pt x="539074" y="60478"/>
                  <a:pt x="537253" y="60478"/>
                </a:cubicBezTo>
                <a:cubicBezTo>
                  <a:pt x="530876" y="62983"/>
                  <a:pt x="524954" y="65033"/>
                  <a:pt x="509240" y="67080"/>
                </a:cubicBezTo>
                <a:cubicBezTo>
                  <a:pt x="508785" y="68449"/>
                  <a:pt x="509240" y="72091"/>
                  <a:pt x="509695" y="73461"/>
                </a:cubicBezTo>
                <a:cubicBezTo>
                  <a:pt x="521993" y="74600"/>
                  <a:pt x="524499" y="75740"/>
                  <a:pt x="524499" y="88963"/>
                </a:cubicBezTo>
                <a:lnTo>
                  <a:pt x="524499" y="133424"/>
                </a:lnTo>
                <a:cubicBezTo>
                  <a:pt x="524499" y="152120"/>
                  <a:pt x="521538" y="153260"/>
                  <a:pt x="509010" y="154174"/>
                </a:cubicBezTo>
                <a:cubicBezTo>
                  <a:pt x="507645" y="155540"/>
                  <a:pt x="507645" y="160321"/>
                  <a:pt x="509010" y="161687"/>
                </a:cubicBezTo>
                <a:cubicBezTo>
                  <a:pt x="515846" y="161461"/>
                  <a:pt x="524499" y="161232"/>
                  <a:pt x="533607" y="161232"/>
                </a:cubicBezTo>
                <a:cubicBezTo>
                  <a:pt x="542719" y="161232"/>
                  <a:pt x="549777" y="161461"/>
                  <a:pt x="556609" y="161687"/>
                </a:cubicBezTo>
                <a:cubicBezTo>
                  <a:pt x="557978" y="160321"/>
                  <a:pt x="557978" y="155540"/>
                  <a:pt x="556609" y="154174"/>
                </a:cubicBezTo>
                <a:cubicBezTo>
                  <a:pt x="544995" y="153034"/>
                  <a:pt x="542490" y="152120"/>
                  <a:pt x="542490" y="133424"/>
                </a:cubicBezTo>
                <a:lnTo>
                  <a:pt x="542490" y="96032"/>
                </a:lnTo>
                <a:cubicBezTo>
                  <a:pt x="542490" y="91243"/>
                  <a:pt x="544540" y="88508"/>
                  <a:pt x="546361" y="86458"/>
                </a:cubicBezTo>
                <a:cubicBezTo>
                  <a:pt x="555473" y="77565"/>
                  <a:pt x="563900" y="73002"/>
                  <a:pt x="570958" y="73002"/>
                </a:cubicBezTo>
                <a:cubicBezTo>
                  <a:pt x="579614" y="73002"/>
                  <a:pt x="585991" y="78475"/>
                  <a:pt x="585991" y="93752"/>
                </a:cubicBezTo>
                <a:lnTo>
                  <a:pt x="585991" y="133424"/>
                </a:lnTo>
                <a:cubicBezTo>
                  <a:pt x="585991" y="152120"/>
                  <a:pt x="584167" y="153260"/>
                  <a:pt x="571868" y="154174"/>
                </a:cubicBezTo>
                <a:cubicBezTo>
                  <a:pt x="570732" y="155540"/>
                  <a:pt x="570732" y="160321"/>
                  <a:pt x="571868" y="161687"/>
                </a:cubicBezTo>
                <a:cubicBezTo>
                  <a:pt x="577564" y="161461"/>
                  <a:pt x="585991" y="161232"/>
                  <a:pt x="595100" y="161232"/>
                </a:cubicBezTo>
                <a:cubicBezTo>
                  <a:pt x="604211" y="161232"/>
                  <a:pt x="611725" y="161461"/>
                  <a:pt x="617420" y="161687"/>
                </a:cubicBezTo>
                <a:cubicBezTo>
                  <a:pt x="618557" y="160321"/>
                  <a:pt x="618557" y="155540"/>
                  <a:pt x="617420" y="154174"/>
                </a:cubicBezTo>
                <a:cubicBezTo>
                  <a:pt x="606032" y="153260"/>
                  <a:pt x="603982" y="152120"/>
                  <a:pt x="603982" y="133424"/>
                </a:cubicBezTo>
                <a:lnTo>
                  <a:pt x="603982" y="97171"/>
                </a:lnTo>
                <a:cubicBezTo>
                  <a:pt x="603982" y="93981"/>
                  <a:pt x="603982" y="90788"/>
                  <a:pt x="603753" y="88053"/>
                </a:cubicBezTo>
                <a:cubicBezTo>
                  <a:pt x="614685" y="75966"/>
                  <a:pt x="624934" y="73002"/>
                  <a:pt x="633816" y="73002"/>
                </a:cubicBezTo>
                <a:cubicBezTo>
                  <a:pt x="642472" y="73002"/>
                  <a:pt x="647480" y="78020"/>
                  <a:pt x="647480" y="93297"/>
                </a:cubicBezTo>
                <a:lnTo>
                  <a:pt x="647480" y="133424"/>
                </a:lnTo>
                <a:cubicBezTo>
                  <a:pt x="647480" y="152120"/>
                  <a:pt x="645204" y="153260"/>
                  <a:pt x="633361" y="154174"/>
                </a:cubicBezTo>
                <a:cubicBezTo>
                  <a:pt x="632221" y="155540"/>
                  <a:pt x="632221" y="160321"/>
                  <a:pt x="633361" y="161687"/>
                </a:cubicBezTo>
                <a:cubicBezTo>
                  <a:pt x="639056" y="161461"/>
                  <a:pt x="647480" y="161232"/>
                  <a:pt x="656592" y="161232"/>
                </a:cubicBezTo>
                <a:cubicBezTo>
                  <a:pt x="665700" y="161232"/>
                  <a:pt x="673672" y="161461"/>
                  <a:pt x="680049" y="161687"/>
                </a:cubicBezTo>
                <a:cubicBezTo>
                  <a:pt x="681189" y="160321"/>
                  <a:pt x="681189" y="155540"/>
                  <a:pt x="680049" y="154174"/>
                </a:cubicBezTo>
                <a:cubicBezTo>
                  <a:pt x="667525" y="153260"/>
                  <a:pt x="665474" y="152120"/>
                  <a:pt x="665474" y="133424"/>
                </a:cubicBezTo>
                <a:lnTo>
                  <a:pt x="665474" y="97401"/>
                </a:lnTo>
                <a:cubicBezTo>
                  <a:pt x="665474" y="77109"/>
                  <a:pt x="662058" y="61159"/>
                  <a:pt x="642017" y="61159"/>
                </a:cubicBezTo>
                <a:cubicBezTo>
                  <a:pt x="630400" y="61159"/>
                  <a:pt x="616280" y="65489"/>
                  <a:pt x="604437" y="78020"/>
                </a:cubicBezTo>
                <a:cubicBezTo>
                  <a:pt x="603753" y="78705"/>
                  <a:pt x="602387" y="79844"/>
                  <a:pt x="601932" y="77791"/>
                </a:cubicBezTo>
                <a:cubicBezTo>
                  <a:pt x="599881" y="68449"/>
                  <a:pt x="590999" y="61159"/>
                  <a:pt x="579159" y="61159"/>
                </a:cubicBezTo>
                <a:cubicBezTo>
                  <a:pt x="565947" y="61159"/>
                  <a:pt x="554107" y="68905"/>
                  <a:pt x="544540" y="79615"/>
                </a:cubicBezTo>
                <a:cubicBezTo>
                  <a:pt x="543400" y="80755"/>
                  <a:pt x="542035" y="82353"/>
                  <a:pt x="541809" y="79615"/>
                </a:cubicBezTo>
                <a:close/>
                <a:moveTo>
                  <a:pt x="722864" y="85766"/>
                </a:moveTo>
                <a:cubicBezTo>
                  <a:pt x="728786" y="78472"/>
                  <a:pt x="739263" y="71636"/>
                  <a:pt x="745866" y="71636"/>
                </a:cubicBezTo>
                <a:cubicBezTo>
                  <a:pt x="760444" y="71636"/>
                  <a:pt x="772968" y="88042"/>
                  <a:pt x="772968" y="113793"/>
                </a:cubicBezTo>
                <a:cubicBezTo>
                  <a:pt x="772968" y="132482"/>
                  <a:pt x="766366" y="155724"/>
                  <a:pt x="740858" y="155724"/>
                </a:cubicBezTo>
                <a:cubicBezTo>
                  <a:pt x="736758" y="155724"/>
                  <a:pt x="728786" y="154584"/>
                  <a:pt x="724688" y="150938"/>
                </a:cubicBezTo>
                <a:cubicBezTo>
                  <a:pt x="720133" y="146838"/>
                  <a:pt x="719222" y="145469"/>
                  <a:pt x="719222" y="137267"/>
                </a:cubicBezTo>
                <a:lnTo>
                  <a:pt x="719222" y="95792"/>
                </a:lnTo>
                <a:cubicBezTo>
                  <a:pt x="719222" y="91007"/>
                  <a:pt x="720133" y="88956"/>
                  <a:pt x="722864" y="85766"/>
                </a:cubicBezTo>
                <a:moveTo>
                  <a:pt x="718537" y="77332"/>
                </a:moveTo>
                <a:cubicBezTo>
                  <a:pt x="718312" y="70496"/>
                  <a:pt x="717856" y="64578"/>
                  <a:pt x="716717" y="62299"/>
                </a:cubicBezTo>
                <a:cubicBezTo>
                  <a:pt x="716261" y="61159"/>
                  <a:pt x="715806" y="60478"/>
                  <a:pt x="713982" y="60478"/>
                </a:cubicBezTo>
                <a:cubicBezTo>
                  <a:pt x="707605" y="62983"/>
                  <a:pt x="701683" y="65033"/>
                  <a:pt x="685969" y="67080"/>
                </a:cubicBezTo>
                <a:cubicBezTo>
                  <a:pt x="685513" y="68449"/>
                  <a:pt x="685969" y="72091"/>
                  <a:pt x="686427" y="73461"/>
                </a:cubicBezTo>
                <a:cubicBezTo>
                  <a:pt x="698722" y="74600"/>
                  <a:pt x="701228" y="75737"/>
                  <a:pt x="701228" y="88956"/>
                </a:cubicBezTo>
                <a:lnTo>
                  <a:pt x="701228" y="186315"/>
                </a:lnTo>
                <a:cubicBezTo>
                  <a:pt x="701228" y="205279"/>
                  <a:pt x="698722" y="206422"/>
                  <a:pt x="684832" y="207107"/>
                </a:cubicBezTo>
                <a:cubicBezTo>
                  <a:pt x="683467" y="208473"/>
                  <a:pt x="683467" y="213254"/>
                  <a:pt x="684832" y="214620"/>
                </a:cubicBezTo>
                <a:cubicBezTo>
                  <a:pt x="692804" y="214394"/>
                  <a:pt x="701228" y="214165"/>
                  <a:pt x="710340" y="214165"/>
                </a:cubicBezTo>
                <a:cubicBezTo>
                  <a:pt x="719448" y="214165"/>
                  <a:pt x="730381" y="214394"/>
                  <a:pt x="737897" y="214620"/>
                </a:cubicBezTo>
                <a:cubicBezTo>
                  <a:pt x="739263" y="213254"/>
                  <a:pt x="739263" y="208473"/>
                  <a:pt x="737897" y="207107"/>
                </a:cubicBezTo>
                <a:cubicBezTo>
                  <a:pt x="721728" y="206193"/>
                  <a:pt x="719222" y="205279"/>
                  <a:pt x="719222" y="186315"/>
                </a:cubicBezTo>
                <a:lnTo>
                  <a:pt x="719222" y="161645"/>
                </a:lnTo>
                <a:cubicBezTo>
                  <a:pt x="719222" y="158685"/>
                  <a:pt x="720133" y="158914"/>
                  <a:pt x="722409" y="160050"/>
                </a:cubicBezTo>
                <a:cubicBezTo>
                  <a:pt x="728105" y="162101"/>
                  <a:pt x="734937" y="163466"/>
                  <a:pt x="742224" y="163466"/>
                </a:cubicBezTo>
                <a:cubicBezTo>
                  <a:pt x="754978" y="163466"/>
                  <a:pt x="766366" y="159595"/>
                  <a:pt x="775703" y="150713"/>
                </a:cubicBezTo>
                <a:cubicBezTo>
                  <a:pt x="786407" y="140228"/>
                  <a:pt x="792554" y="126098"/>
                  <a:pt x="792554" y="107642"/>
                </a:cubicBezTo>
                <a:cubicBezTo>
                  <a:pt x="792554" y="83486"/>
                  <a:pt x="775474" y="61159"/>
                  <a:pt x="752243" y="61159"/>
                </a:cubicBezTo>
                <a:cubicBezTo>
                  <a:pt x="741769" y="61159"/>
                  <a:pt x="730151" y="68220"/>
                  <a:pt x="721043" y="78246"/>
                </a:cubicBezTo>
                <a:cubicBezTo>
                  <a:pt x="719677" y="79612"/>
                  <a:pt x="718767" y="79612"/>
                  <a:pt x="718537" y="77332"/>
                </a:cubicBezTo>
                <a:close/>
                <a:moveTo>
                  <a:pt x="822844" y="133452"/>
                </a:moveTo>
                <a:cubicBezTo>
                  <a:pt x="822844" y="152353"/>
                  <a:pt x="820342" y="153489"/>
                  <a:pt x="806448" y="154174"/>
                </a:cubicBezTo>
                <a:cubicBezTo>
                  <a:pt x="805083" y="155540"/>
                  <a:pt x="805083" y="160321"/>
                  <a:pt x="806448" y="161687"/>
                </a:cubicBezTo>
                <a:cubicBezTo>
                  <a:pt x="814420" y="161461"/>
                  <a:pt x="822844" y="161232"/>
                  <a:pt x="831956" y="161232"/>
                </a:cubicBezTo>
                <a:cubicBezTo>
                  <a:pt x="841064" y="161232"/>
                  <a:pt x="849721" y="161461"/>
                  <a:pt x="857234" y="161687"/>
                </a:cubicBezTo>
                <a:cubicBezTo>
                  <a:pt x="858603" y="160321"/>
                  <a:pt x="858603" y="155540"/>
                  <a:pt x="857234" y="154174"/>
                </a:cubicBezTo>
                <a:cubicBezTo>
                  <a:pt x="843344" y="153489"/>
                  <a:pt x="840838" y="152353"/>
                  <a:pt x="840838" y="133452"/>
                </a:cubicBezTo>
                <a:lnTo>
                  <a:pt x="840838" y="28486"/>
                </a:lnTo>
                <a:cubicBezTo>
                  <a:pt x="840838" y="13689"/>
                  <a:pt x="841749" y="4528"/>
                  <a:pt x="841749" y="4528"/>
                </a:cubicBezTo>
                <a:cubicBezTo>
                  <a:pt x="841749" y="2916"/>
                  <a:pt x="840838" y="2221"/>
                  <a:pt x="838788" y="2221"/>
                </a:cubicBezTo>
                <a:cubicBezTo>
                  <a:pt x="833096" y="4528"/>
                  <a:pt x="816012" y="7756"/>
                  <a:pt x="806904" y="8448"/>
                </a:cubicBezTo>
                <a:cubicBezTo>
                  <a:pt x="806448" y="10272"/>
                  <a:pt x="806904" y="13914"/>
                  <a:pt x="808269" y="15284"/>
                </a:cubicBezTo>
                <a:cubicBezTo>
                  <a:pt x="821478" y="16191"/>
                  <a:pt x="822844" y="16875"/>
                  <a:pt x="822844" y="33952"/>
                </a:cubicBezTo>
                <a:lnTo>
                  <a:pt x="822844" y="133452"/>
                </a:lnTo>
                <a:close/>
                <a:moveTo>
                  <a:pt x="881832" y="24719"/>
                </a:moveTo>
                <a:cubicBezTo>
                  <a:pt x="881832" y="30640"/>
                  <a:pt x="887299" y="36562"/>
                  <a:pt x="892762" y="36562"/>
                </a:cubicBezTo>
                <a:cubicBezTo>
                  <a:pt x="899138" y="36562"/>
                  <a:pt x="904605" y="30414"/>
                  <a:pt x="904605" y="25629"/>
                </a:cubicBezTo>
                <a:cubicBezTo>
                  <a:pt x="904605" y="20166"/>
                  <a:pt x="899823" y="13786"/>
                  <a:pt x="893676" y="13786"/>
                </a:cubicBezTo>
                <a:cubicBezTo>
                  <a:pt x="888209" y="13786"/>
                  <a:pt x="881832" y="19252"/>
                  <a:pt x="881832" y="24719"/>
                </a:cubicBezTo>
                <a:moveTo>
                  <a:pt x="902558" y="133445"/>
                </a:moveTo>
                <a:lnTo>
                  <a:pt x="902558" y="88119"/>
                </a:lnTo>
                <a:cubicBezTo>
                  <a:pt x="902558" y="76731"/>
                  <a:pt x="903468" y="62104"/>
                  <a:pt x="903468" y="62104"/>
                </a:cubicBezTo>
                <a:cubicBezTo>
                  <a:pt x="903468" y="61183"/>
                  <a:pt x="902329" y="60491"/>
                  <a:pt x="900508" y="60491"/>
                </a:cubicBezTo>
                <a:cubicBezTo>
                  <a:pt x="894131" y="63025"/>
                  <a:pt x="885019" y="65096"/>
                  <a:pt x="869305" y="67164"/>
                </a:cubicBezTo>
                <a:cubicBezTo>
                  <a:pt x="868849" y="68533"/>
                  <a:pt x="869305" y="72175"/>
                  <a:pt x="869760" y="73544"/>
                </a:cubicBezTo>
                <a:cubicBezTo>
                  <a:pt x="882288" y="74680"/>
                  <a:pt x="884564" y="76050"/>
                  <a:pt x="884564" y="89033"/>
                </a:cubicBezTo>
                <a:lnTo>
                  <a:pt x="884564" y="133445"/>
                </a:lnTo>
                <a:cubicBezTo>
                  <a:pt x="884564" y="152349"/>
                  <a:pt x="882058" y="153034"/>
                  <a:pt x="868168" y="154174"/>
                </a:cubicBezTo>
                <a:cubicBezTo>
                  <a:pt x="866799" y="155540"/>
                  <a:pt x="866799" y="160321"/>
                  <a:pt x="868168" y="161687"/>
                </a:cubicBezTo>
                <a:cubicBezTo>
                  <a:pt x="875681" y="161461"/>
                  <a:pt x="884564" y="161232"/>
                  <a:pt x="893676" y="161232"/>
                </a:cubicBezTo>
                <a:cubicBezTo>
                  <a:pt x="902784" y="161232"/>
                  <a:pt x="911437" y="161461"/>
                  <a:pt x="918954" y="161687"/>
                </a:cubicBezTo>
                <a:cubicBezTo>
                  <a:pt x="920319" y="160321"/>
                  <a:pt x="920319" y="155540"/>
                  <a:pt x="918954" y="154174"/>
                </a:cubicBezTo>
                <a:cubicBezTo>
                  <a:pt x="905060" y="153263"/>
                  <a:pt x="902558" y="152349"/>
                  <a:pt x="902558" y="133445"/>
                </a:cubicBezTo>
                <a:close/>
                <a:moveTo>
                  <a:pt x="964958" y="79615"/>
                </a:moveTo>
                <a:cubicBezTo>
                  <a:pt x="963592" y="81210"/>
                  <a:pt x="962227" y="81669"/>
                  <a:pt x="962227" y="79615"/>
                </a:cubicBezTo>
                <a:cubicBezTo>
                  <a:pt x="961997" y="73461"/>
                  <a:pt x="961542" y="64578"/>
                  <a:pt x="960402" y="62299"/>
                </a:cubicBezTo>
                <a:cubicBezTo>
                  <a:pt x="959947" y="61159"/>
                  <a:pt x="959492" y="60478"/>
                  <a:pt x="957671" y="60478"/>
                </a:cubicBezTo>
                <a:cubicBezTo>
                  <a:pt x="951294" y="62983"/>
                  <a:pt x="945372" y="65033"/>
                  <a:pt x="929658" y="67080"/>
                </a:cubicBezTo>
                <a:cubicBezTo>
                  <a:pt x="929203" y="68449"/>
                  <a:pt x="929658" y="72091"/>
                  <a:pt x="930113" y="73461"/>
                </a:cubicBezTo>
                <a:cubicBezTo>
                  <a:pt x="942412" y="74600"/>
                  <a:pt x="944917" y="75740"/>
                  <a:pt x="944917" y="88963"/>
                </a:cubicBezTo>
                <a:lnTo>
                  <a:pt x="944917" y="133424"/>
                </a:lnTo>
                <a:cubicBezTo>
                  <a:pt x="944917" y="152120"/>
                  <a:pt x="942641" y="153034"/>
                  <a:pt x="928973" y="154174"/>
                </a:cubicBezTo>
                <a:cubicBezTo>
                  <a:pt x="927608" y="155540"/>
                  <a:pt x="927608" y="160321"/>
                  <a:pt x="928973" y="161687"/>
                </a:cubicBezTo>
                <a:cubicBezTo>
                  <a:pt x="935809" y="161461"/>
                  <a:pt x="944917" y="161232"/>
                  <a:pt x="954025" y="161232"/>
                </a:cubicBezTo>
                <a:cubicBezTo>
                  <a:pt x="963137" y="161232"/>
                  <a:pt x="969969" y="161461"/>
                  <a:pt x="976801" y="161687"/>
                </a:cubicBezTo>
                <a:cubicBezTo>
                  <a:pt x="978167" y="160321"/>
                  <a:pt x="978167" y="155540"/>
                  <a:pt x="976801" y="154174"/>
                </a:cubicBezTo>
                <a:cubicBezTo>
                  <a:pt x="965187" y="153034"/>
                  <a:pt x="962908" y="152120"/>
                  <a:pt x="962908" y="133424"/>
                </a:cubicBezTo>
                <a:lnTo>
                  <a:pt x="962908" y="96032"/>
                </a:lnTo>
                <a:cubicBezTo>
                  <a:pt x="962908" y="91243"/>
                  <a:pt x="964958" y="88508"/>
                  <a:pt x="966779" y="86458"/>
                </a:cubicBezTo>
                <a:cubicBezTo>
                  <a:pt x="975436" y="78020"/>
                  <a:pt x="985684" y="73002"/>
                  <a:pt x="994566" y="73002"/>
                </a:cubicBezTo>
                <a:cubicBezTo>
                  <a:pt x="999122" y="73002"/>
                  <a:pt x="1003904" y="75966"/>
                  <a:pt x="1006635" y="81210"/>
                </a:cubicBezTo>
                <a:cubicBezTo>
                  <a:pt x="1008915" y="85773"/>
                  <a:pt x="1009370" y="91927"/>
                  <a:pt x="1009370" y="98766"/>
                </a:cubicBezTo>
                <a:lnTo>
                  <a:pt x="1009370" y="133424"/>
                </a:lnTo>
                <a:cubicBezTo>
                  <a:pt x="1009370" y="152120"/>
                  <a:pt x="1007091" y="153034"/>
                  <a:pt x="995247" y="154174"/>
                </a:cubicBezTo>
                <a:cubicBezTo>
                  <a:pt x="994111" y="155540"/>
                  <a:pt x="994111" y="160321"/>
                  <a:pt x="995247" y="161687"/>
                </a:cubicBezTo>
                <a:cubicBezTo>
                  <a:pt x="1002083" y="161461"/>
                  <a:pt x="1009370" y="161232"/>
                  <a:pt x="1018478" y="161232"/>
                </a:cubicBezTo>
                <a:cubicBezTo>
                  <a:pt x="1027590" y="161232"/>
                  <a:pt x="1035788" y="161461"/>
                  <a:pt x="1042620" y="161687"/>
                </a:cubicBezTo>
                <a:cubicBezTo>
                  <a:pt x="1043760" y="160321"/>
                  <a:pt x="1043760" y="155540"/>
                  <a:pt x="1042620" y="154174"/>
                </a:cubicBezTo>
                <a:cubicBezTo>
                  <a:pt x="1029866" y="153034"/>
                  <a:pt x="1027361" y="152120"/>
                  <a:pt x="1027361" y="133424"/>
                </a:cubicBezTo>
                <a:lnTo>
                  <a:pt x="1027361" y="99451"/>
                </a:lnTo>
                <a:cubicBezTo>
                  <a:pt x="1027361" y="86913"/>
                  <a:pt x="1026450" y="75966"/>
                  <a:pt x="1021213" y="68905"/>
                </a:cubicBezTo>
                <a:cubicBezTo>
                  <a:pt x="1017339" y="63894"/>
                  <a:pt x="1010281" y="61159"/>
                  <a:pt x="1002309" y="61159"/>
                </a:cubicBezTo>
                <a:cubicBezTo>
                  <a:pt x="991150" y="61159"/>
                  <a:pt x="978396" y="64119"/>
                  <a:pt x="964958" y="79615"/>
                </a:cubicBezTo>
                <a:close/>
                <a:moveTo>
                  <a:pt x="1119144" y="97654"/>
                </a:moveTo>
                <a:cubicBezTo>
                  <a:pt x="1119144" y="118877"/>
                  <a:pt x="1108437" y="123210"/>
                  <a:pt x="1100010" y="123210"/>
                </a:cubicBezTo>
                <a:cubicBezTo>
                  <a:pt x="1080880" y="123210"/>
                  <a:pt x="1078833" y="107013"/>
                  <a:pt x="1078833" y="92407"/>
                </a:cubicBezTo>
                <a:cubicBezTo>
                  <a:pt x="1078833" y="76435"/>
                  <a:pt x="1084525" y="68220"/>
                  <a:pt x="1097053" y="68220"/>
                </a:cubicBezTo>
                <a:cubicBezTo>
                  <a:pt x="1111398" y="68220"/>
                  <a:pt x="1119144" y="78718"/>
                  <a:pt x="1119144" y="97654"/>
                </a:cubicBezTo>
                <a:moveTo>
                  <a:pt x="1076553" y="163456"/>
                </a:moveTo>
                <a:cubicBezTo>
                  <a:pt x="1079059" y="164140"/>
                  <a:pt x="1082704" y="164599"/>
                  <a:pt x="1085665" y="164599"/>
                </a:cubicBezTo>
                <a:cubicBezTo>
                  <a:pt x="1092723" y="164599"/>
                  <a:pt x="1099100" y="163911"/>
                  <a:pt x="1102290" y="163911"/>
                </a:cubicBezTo>
                <a:cubicBezTo>
                  <a:pt x="1113678" y="163911"/>
                  <a:pt x="1123241" y="164140"/>
                  <a:pt x="1129848" y="167796"/>
                </a:cubicBezTo>
                <a:cubicBezTo>
                  <a:pt x="1138730" y="172821"/>
                  <a:pt x="1141461" y="176018"/>
                  <a:pt x="1141461" y="181957"/>
                </a:cubicBezTo>
                <a:cubicBezTo>
                  <a:pt x="1141461" y="198405"/>
                  <a:pt x="1117320" y="207086"/>
                  <a:pt x="1096823" y="207086"/>
                </a:cubicBezTo>
                <a:cubicBezTo>
                  <a:pt x="1088626" y="207086"/>
                  <a:pt x="1069495" y="200459"/>
                  <a:pt x="1069495" y="184929"/>
                </a:cubicBezTo>
                <a:cubicBezTo>
                  <a:pt x="1069495" y="177162"/>
                  <a:pt x="1069950" y="171452"/>
                  <a:pt x="1076553" y="163456"/>
                </a:cubicBezTo>
                <a:moveTo>
                  <a:pt x="1147612" y="73012"/>
                </a:moveTo>
                <a:cubicBezTo>
                  <a:pt x="1151939" y="73012"/>
                  <a:pt x="1156036" y="68905"/>
                  <a:pt x="1156036" y="64349"/>
                </a:cubicBezTo>
                <a:cubicBezTo>
                  <a:pt x="1156036" y="59567"/>
                  <a:pt x="1151710" y="55922"/>
                  <a:pt x="1145562" y="55922"/>
                </a:cubicBezTo>
                <a:cubicBezTo>
                  <a:pt x="1139640" y="55922"/>
                  <a:pt x="1128708" y="59793"/>
                  <a:pt x="1122786" y="67539"/>
                </a:cubicBezTo>
                <a:cubicBezTo>
                  <a:pt x="1120055" y="65715"/>
                  <a:pt x="1112538" y="61159"/>
                  <a:pt x="1099100" y="61159"/>
                </a:cubicBezTo>
                <a:cubicBezTo>
                  <a:pt x="1078833" y="61159"/>
                  <a:pt x="1060157" y="74837"/>
                  <a:pt x="1060157" y="95830"/>
                </a:cubicBezTo>
                <a:cubicBezTo>
                  <a:pt x="1060157" y="108153"/>
                  <a:pt x="1065624" y="115225"/>
                  <a:pt x="1072001" y="121386"/>
                </a:cubicBezTo>
                <a:cubicBezTo>
                  <a:pt x="1065624" y="126856"/>
                  <a:pt x="1061978" y="136628"/>
                  <a:pt x="1061978" y="144346"/>
                </a:cubicBezTo>
                <a:cubicBezTo>
                  <a:pt x="1061978" y="152527"/>
                  <a:pt x="1066534" y="158903"/>
                  <a:pt x="1072456" y="161864"/>
                </a:cubicBezTo>
                <a:cubicBezTo>
                  <a:pt x="1060157" y="169165"/>
                  <a:pt x="1053781" y="179674"/>
                  <a:pt x="1053781" y="189495"/>
                </a:cubicBezTo>
                <a:cubicBezTo>
                  <a:pt x="1053781" y="209362"/>
                  <a:pt x="1072456" y="215510"/>
                  <a:pt x="1089991" y="215510"/>
                </a:cubicBezTo>
                <a:cubicBezTo>
                  <a:pt x="1120736" y="215510"/>
                  <a:pt x="1153989" y="200688"/>
                  <a:pt x="1153989" y="176018"/>
                </a:cubicBezTo>
                <a:cubicBezTo>
                  <a:pt x="1153989" y="168710"/>
                  <a:pt x="1150573" y="163001"/>
                  <a:pt x="1143967" y="157534"/>
                </a:cubicBezTo>
                <a:cubicBezTo>
                  <a:pt x="1135085" y="150247"/>
                  <a:pt x="1119144" y="150021"/>
                  <a:pt x="1110717" y="150021"/>
                </a:cubicBezTo>
                <a:cubicBezTo>
                  <a:pt x="1106616" y="150021"/>
                  <a:pt x="1100924" y="150476"/>
                  <a:pt x="1095458" y="151157"/>
                </a:cubicBezTo>
                <a:cubicBezTo>
                  <a:pt x="1092042" y="151387"/>
                  <a:pt x="1089762" y="151616"/>
                  <a:pt x="1088626" y="151616"/>
                </a:cubicBezTo>
                <a:cubicBezTo>
                  <a:pt x="1082019" y="151616"/>
                  <a:pt x="1074047" y="148433"/>
                  <a:pt x="1074047" y="138671"/>
                </a:cubicBezTo>
                <a:cubicBezTo>
                  <a:pt x="1074047" y="134133"/>
                  <a:pt x="1075417" y="129361"/>
                  <a:pt x="1078148" y="125490"/>
                </a:cubicBezTo>
                <a:cubicBezTo>
                  <a:pt x="1083614" y="128677"/>
                  <a:pt x="1089991" y="130272"/>
                  <a:pt x="1098874" y="130272"/>
                </a:cubicBezTo>
                <a:cubicBezTo>
                  <a:pt x="1118915" y="130272"/>
                  <a:pt x="1137361" y="117737"/>
                  <a:pt x="1137361" y="95375"/>
                </a:cubicBezTo>
                <a:cubicBezTo>
                  <a:pt x="1137361" y="84651"/>
                  <a:pt x="1134174" y="78489"/>
                  <a:pt x="1127568" y="71643"/>
                </a:cubicBezTo>
                <a:cubicBezTo>
                  <a:pt x="1129163" y="69360"/>
                  <a:pt x="1133719" y="66170"/>
                  <a:pt x="1136680" y="66170"/>
                </a:cubicBezTo>
                <a:cubicBezTo>
                  <a:pt x="1138275" y="66170"/>
                  <a:pt x="1139866" y="66854"/>
                  <a:pt x="1141235" y="68905"/>
                </a:cubicBezTo>
                <a:cubicBezTo>
                  <a:pt x="1142146" y="70729"/>
                  <a:pt x="1145107" y="73012"/>
                  <a:pt x="1147612" y="73012"/>
                </a:cubicBezTo>
                <a:close/>
                <a:moveTo>
                  <a:pt x="1315920" y="81161"/>
                </a:moveTo>
                <a:cubicBezTo>
                  <a:pt x="1319336" y="72293"/>
                  <a:pt x="1325257" y="70701"/>
                  <a:pt x="1332089" y="69794"/>
                </a:cubicBezTo>
                <a:cubicBezTo>
                  <a:pt x="1333455" y="69565"/>
                  <a:pt x="1334595" y="68884"/>
                  <a:pt x="1334595" y="67744"/>
                </a:cubicBezTo>
                <a:lnTo>
                  <a:pt x="1334595" y="62507"/>
                </a:lnTo>
                <a:lnTo>
                  <a:pt x="1334140" y="62048"/>
                </a:lnTo>
                <a:cubicBezTo>
                  <a:pt x="1334140" y="62048"/>
                  <a:pt x="1323433" y="62507"/>
                  <a:pt x="1316601" y="62507"/>
                </a:cubicBezTo>
                <a:cubicBezTo>
                  <a:pt x="1307493" y="62507"/>
                  <a:pt x="1293144" y="62048"/>
                  <a:pt x="1293144" y="62048"/>
                </a:cubicBezTo>
                <a:lnTo>
                  <a:pt x="1292233" y="62733"/>
                </a:lnTo>
                <a:lnTo>
                  <a:pt x="1292233" y="68199"/>
                </a:lnTo>
                <a:cubicBezTo>
                  <a:pt x="1292233" y="68884"/>
                  <a:pt x="1292914" y="69565"/>
                  <a:pt x="1294054" y="69794"/>
                </a:cubicBezTo>
                <a:lnTo>
                  <a:pt x="1294965" y="70020"/>
                </a:lnTo>
                <a:cubicBezTo>
                  <a:pt x="1303166" y="72067"/>
                  <a:pt x="1307037" y="73429"/>
                  <a:pt x="1304758" y="79796"/>
                </a:cubicBezTo>
                <a:lnTo>
                  <a:pt x="1284261" y="137313"/>
                </a:lnTo>
                <a:lnTo>
                  <a:pt x="1261715" y="80025"/>
                </a:lnTo>
                <a:cubicBezTo>
                  <a:pt x="1259209" y="73203"/>
                  <a:pt x="1259439" y="71157"/>
                  <a:pt x="1266271" y="70246"/>
                </a:cubicBezTo>
                <a:lnTo>
                  <a:pt x="1270142" y="69794"/>
                </a:lnTo>
                <a:cubicBezTo>
                  <a:pt x="1270597" y="69794"/>
                  <a:pt x="1271963" y="69565"/>
                  <a:pt x="1271963" y="67970"/>
                </a:cubicBezTo>
                <a:lnTo>
                  <a:pt x="1271963" y="62507"/>
                </a:lnTo>
                <a:lnTo>
                  <a:pt x="1271052" y="62048"/>
                </a:lnTo>
                <a:cubicBezTo>
                  <a:pt x="1271052" y="62048"/>
                  <a:pt x="1252377" y="62507"/>
                  <a:pt x="1243039" y="62507"/>
                </a:cubicBezTo>
                <a:cubicBezTo>
                  <a:pt x="1233931" y="62507"/>
                  <a:pt x="1220038" y="62048"/>
                  <a:pt x="1220038" y="62048"/>
                </a:cubicBezTo>
                <a:lnTo>
                  <a:pt x="1219353" y="62507"/>
                </a:lnTo>
                <a:lnTo>
                  <a:pt x="1219353" y="68199"/>
                </a:lnTo>
                <a:cubicBezTo>
                  <a:pt x="1219353" y="69339"/>
                  <a:pt x="1220493" y="69794"/>
                  <a:pt x="1221633" y="69794"/>
                </a:cubicBezTo>
                <a:cubicBezTo>
                  <a:pt x="1232107" y="70701"/>
                  <a:pt x="1235297" y="77978"/>
                  <a:pt x="1238028" y="85252"/>
                </a:cubicBezTo>
                <a:lnTo>
                  <a:pt x="1264220" y="152092"/>
                </a:lnTo>
                <a:cubicBezTo>
                  <a:pt x="1267866" y="161183"/>
                  <a:pt x="1271508" y="163911"/>
                  <a:pt x="1277659" y="163911"/>
                </a:cubicBezTo>
                <a:cubicBezTo>
                  <a:pt x="1282896" y="163911"/>
                  <a:pt x="1285401" y="161183"/>
                  <a:pt x="1289043" y="151863"/>
                </a:cubicBezTo>
                <a:lnTo>
                  <a:pt x="1315920" y="81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𝑗">
            <a:extLst xmlns:a="http://schemas.openxmlformats.org/drawingml/2006/main">
              <a:ext uri="{FF2B5EF4-FFF2-40B4-BE49-F238E27FC236}">
                <a16:creationId xmlns:a16="http://schemas.microsoft.com/office/drawing/2014/main" id="{548CED41-CCE1-4C4B-9395-4670B0A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383" y="2382862"/>
            <a:ext cx="85251" cy="143731"/>
          </a:xfrm>
          <a:custGeom xmlns:a="http://schemas.openxmlformats.org/drawingml/2006/main">
            <a:pathLst>
              <a:path w="85251" h="143731">
                <a:moveTo>
                  <a:pt x="73247" y="52655"/>
                </a:moveTo>
                <a:cubicBezTo>
                  <a:pt x="75011" y="45593"/>
                  <a:pt x="77484" y="38887"/>
                  <a:pt x="77484" y="35887"/>
                </a:cubicBezTo>
                <a:cubicBezTo>
                  <a:pt x="77484" y="33412"/>
                  <a:pt x="75895" y="32173"/>
                  <a:pt x="72894" y="32173"/>
                </a:cubicBezTo>
                <a:cubicBezTo>
                  <a:pt x="65480" y="32173"/>
                  <a:pt x="55068" y="33412"/>
                  <a:pt x="44301" y="34473"/>
                </a:cubicBezTo>
                <a:cubicBezTo>
                  <a:pt x="42359" y="35887"/>
                  <a:pt x="43417" y="37829"/>
                  <a:pt x="44478" y="39418"/>
                </a:cubicBezTo>
                <a:lnTo>
                  <a:pt x="53301" y="40298"/>
                </a:lnTo>
                <a:cubicBezTo>
                  <a:pt x="55951" y="40651"/>
                  <a:pt x="57010" y="42946"/>
                  <a:pt x="57010" y="45593"/>
                </a:cubicBezTo>
                <a:cubicBezTo>
                  <a:pt x="57010" y="48066"/>
                  <a:pt x="56126" y="51772"/>
                  <a:pt x="54715" y="59361"/>
                </a:cubicBezTo>
                <a:lnTo>
                  <a:pt x="49420" y="78071"/>
                </a:lnTo>
                <a:cubicBezTo>
                  <a:pt x="44126" y="95369"/>
                  <a:pt x="42006" y="106312"/>
                  <a:pt x="37594" y="119021"/>
                </a:cubicBezTo>
                <a:cubicBezTo>
                  <a:pt x="32652" y="134200"/>
                  <a:pt x="25416" y="137375"/>
                  <a:pt x="21710" y="137375"/>
                </a:cubicBezTo>
                <a:cubicBezTo>
                  <a:pt x="15885" y="137375"/>
                  <a:pt x="16768" y="129786"/>
                  <a:pt x="6176" y="129786"/>
                </a:cubicBezTo>
                <a:cubicBezTo>
                  <a:pt x="3353" y="129786"/>
                  <a:pt x="0" y="131552"/>
                  <a:pt x="0" y="135258"/>
                </a:cubicBezTo>
                <a:cubicBezTo>
                  <a:pt x="0" y="140906"/>
                  <a:pt x="8470" y="143731"/>
                  <a:pt x="18179" y="143731"/>
                </a:cubicBezTo>
                <a:cubicBezTo>
                  <a:pt x="45890" y="143731"/>
                  <a:pt x="57890" y="110901"/>
                  <a:pt x="68836" y="67834"/>
                </a:cubicBezTo>
                <a:lnTo>
                  <a:pt x="73247" y="52655"/>
                </a:lnTo>
                <a:moveTo>
                  <a:pt x="62127" y="8473"/>
                </a:moveTo>
                <a:cubicBezTo>
                  <a:pt x="62127" y="13062"/>
                  <a:pt x="67600" y="16946"/>
                  <a:pt x="73778" y="16946"/>
                </a:cubicBezTo>
                <a:cubicBezTo>
                  <a:pt x="79953" y="16946"/>
                  <a:pt x="85251" y="13062"/>
                  <a:pt x="85251" y="8473"/>
                </a:cubicBezTo>
                <a:cubicBezTo>
                  <a:pt x="85251" y="3884"/>
                  <a:pt x="79953" y="0"/>
                  <a:pt x="73778" y="0"/>
                </a:cubicBezTo>
                <a:cubicBezTo>
                  <a:pt x="67600" y="0"/>
                  <a:pt x="62127" y="3884"/>
                  <a:pt x="62127" y="8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endpointf">
            <a:extLst xmlns:a="http://schemas.openxmlformats.org/drawingml/2006/main">
              <a:ext uri="{FF2B5EF4-FFF2-40B4-BE49-F238E27FC236}">
                <a16:creationId xmlns:a16="http://schemas.microsoft.com/office/drawing/2014/main" id="{E62E8869-DF45-4003-9547-1EE04E65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879" y="2298800"/>
            <a:ext cx="1027589" cy="212399"/>
          </a:xfrm>
          <a:custGeom xmlns:a="http://schemas.openxmlformats.org/drawingml/2006/main">
            <a:pathLst>
              <a:path w="1027589" h="212399">
                <a:moveTo>
                  <a:pt x="19815" y="94787"/>
                </a:moveTo>
                <a:cubicBezTo>
                  <a:pt x="24142" y="69162"/>
                  <a:pt x="40086" y="67122"/>
                  <a:pt x="45552" y="67122"/>
                </a:cubicBezTo>
                <a:cubicBezTo>
                  <a:pt x="54205" y="67122"/>
                  <a:pt x="64453" y="71886"/>
                  <a:pt x="64453" y="90934"/>
                </a:cubicBezTo>
                <a:cubicBezTo>
                  <a:pt x="64453" y="92973"/>
                  <a:pt x="63543" y="94110"/>
                  <a:pt x="61037" y="94110"/>
                </a:cubicBezTo>
                <a:lnTo>
                  <a:pt x="19815" y="94787"/>
                </a:lnTo>
                <a:moveTo>
                  <a:pt x="79483" y="137799"/>
                </a:moveTo>
                <a:cubicBezTo>
                  <a:pt x="71059" y="146449"/>
                  <a:pt x="64453" y="150087"/>
                  <a:pt x="51244" y="150087"/>
                </a:cubicBezTo>
                <a:cubicBezTo>
                  <a:pt x="43046" y="150087"/>
                  <a:pt x="33479" y="145309"/>
                  <a:pt x="26421" y="133705"/>
                </a:cubicBezTo>
                <a:cubicBezTo>
                  <a:pt x="21865" y="126196"/>
                  <a:pt x="19131" y="115729"/>
                  <a:pt x="19131" y="102530"/>
                </a:cubicBezTo>
                <a:lnTo>
                  <a:pt x="79712" y="102985"/>
                </a:lnTo>
                <a:cubicBezTo>
                  <a:pt x="82444" y="102985"/>
                  <a:pt x="84039" y="101620"/>
                  <a:pt x="84039" y="99114"/>
                </a:cubicBezTo>
                <a:cubicBezTo>
                  <a:pt x="84039" y="80049"/>
                  <a:pt x="77207" y="59605"/>
                  <a:pt x="45552" y="59605"/>
                </a:cubicBezTo>
                <a:cubicBezTo>
                  <a:pt x="25737" y="59605"/>
                  <a:pt x="0" y="78461"/>
                  <a:pt x="0" y="112997"/>
                </a:cubicBezTo>
                <a:cubicBezTo>
                  <a:pt x="0" y="125740"/>
                  <a:pt x="3190" y="138028"/>
                  <a:pt x="10707" y="146674"/>
                </a:cubicBezTo>
                <a:cubicBezTo>
                  <a:pt x="18449" y="155783"/>
                  <a:pt x="29153" y="161246"/>
                  <a:pt x="45552" y="161246"/>
                </a:cubicBezTo>
                <a:cubicBezTo>
                  <a:pt x="62858" y="161246"/>
                  <a:pt x="75156" y="153277"/>
                  <a:pt x="84268" y="141441"/>
                </a:cubicBezTo>
                <a:cubicBezTo>
                  <a:pt x="83584" y="139165"/>
                  <a:pt x="82218" y="138028"/>
                  <a:pt x="79483" y="137799"/>
                </a:cubicBezTo>
                <a:close/>
                <a:moveTo>
                  <a:pt x="135282" y="77394"/>
                </a:moveTo>
                <a:cubicBezTo>
                  <a:pt x="133916" y="78990"/>
                  <a:pt x="132550" y="79448"/>
                  <a:pt x="132550" y="77394"/>
                </a:cubicBezTo>
                <a:cubicBezTo>
                  <a:pt x="132321" y="71240"/>
                  <a:pt x="131866" y="62358"/>
                  <a:pt x="130726" y="60078"/>
                </a:cubicBezTo>
                <a:cubicBezTo>
                  <a:pt x="130271" y="58938"/>
                  <a:pt x="129815" y="58257"/>
                  <a:pt x="127994" y="58257"/>
                </a:cubicBezTo>
                <a:cubicBezTo>
                  <a:pt x="121617" y="60763"/>
                  <a:pt x="115696" y="62813"/>
                  <a:pt x="99981" y="64860"/>
                </a:cubicBezTo>
                <a:cubicBezTo>
                  <a:pt x="99526" y="66229"/>
                  <a:pt x="99981" y="69871"/>
                  <a:pt x="100437" y="71240"/>
                </a:cubicBezTo>
                <a:cubicBezTo>
                  <a:pt x="112735" y="72380"/>
                  <a:pt x="115241" y="73520"/>
                  <a:pt x="115241" y="86743"/>
                </a:cubicBezTo>
                <a:lnTo>
                  <a:pt x="115241" y="131203"/>
                </a:lnTo>
                <a:cubicBezTo>
                  <a:pt x="115241" y="149899"/>
                  <a:pt x="112964" y="150813"/>
                  <a:pt x="99297" y="151953"/>
                </a:cubicBezTo>
                <a:cubicBezTo>
                  <a:pt x="97931" y="153319"/>
                  <a:pt x="97931" y="158101"/>
                  <a:pt x="99297" y="159466"/>
                </a:cubicBezTo>
                <a:cubicBezTo>
                  <a:pt x="106132" y="159241"/>
                  <a:pt x="115241" y="159011"/>
                  <a:pt x="124349" y="159011"/>
                </a:cubicBezTo>
                <a:cubicBezTo>
                  <a:pt x="133461" y="159011"/>
                  <a:pt x="140293" y="159241"/>
                  <a:pt x="147125" y="159466"/>
                </a:cubicBezTo>
                <a:cubicBezTo>
                  <a:pt x="148491" y="158101"/>
                  <a:pt x="148491" y="153319"/>
                  <a:pt x="147125" y="151953"/>
                </a:cubicBezTo>
                <a:cubicBezTo>
                  <a:pt x="135511" y="150813"/>
                  <a:pt x="133231" y="149899"/>
                  <a:pt x="133231" y="131203"/>
                </a:cubicBezTo>
                <a:lnTo>
                  <a:pt x="133231" y="93811"/>
                </a:lnTo>
                <a:cubicBezTo>
                  <a:pt x="133231" y="89022"/>
                  <a:pt x="135282" y="86287"/>
                  <a:pt x="137103" y="84237"/>
                </a:cubicBezTo>
                <a:cubicBezTo>
                  <a:pt x="145759" y="75799"/>
                  <a:pt x="156007" y="70781"/>
                  <a:pt x="164890" y="70781"/>
                </a:cubicBezTo>
                <a:cubicBezTo>
                  <a:pt x="169446" y="70781"/>
                  <a:pt x="174227" y="73746"/>
                  <a:pt x="176959" y="78990"/>
                </a:cubicBezTo>
                <a:cubicBezTo>
                  <a:pt x="179238" y="83552"/>
                  <a:pt x="179694" y="89707"/>
                  <a:pt x="179694" y="96546"/>
                </a:cubicBezTo>
                <a:lnTo>
                  <a:pt x="179694" y="131203"/>
                </a:lnTo>
                <a:cubicBezTo>
                  <a:pt x="179694" y="149899"/>
                  <a:pt x="177414" y="150813"/>
                  <a:pt x="165571" y="151953"/>
                </a:cubicBezTo>
                <a:cubicBezTo>
                  <a:pt x="164434" y="153319"/>
                  <a:pt x="164434" y="158101"/>
                  <a:pt x="165571" y="159466"/>
                </a:cubicBezTo>
                <a:cubicBezTo>
                  <a:pt x="172406" y="159241"/>
                  <a:pt x="179694" y="159011"/>
                  <a:pt x="188802" y="159011"/>
                </a:cubicBezTo>
                <a:cubicBezTo>
                  <a:pt x="197914" y="159011"/>
                  <a:pt x="206112" y="159241"/>
                  <a:pt x="212944" y="159466"/>
                </a:cubicBezTo>
                <a:cubicBezTo>
                  <a:pt x="214084" y="158101"/>
                  <a:pt x="214084" y="153319"/>
                  <a:pt x="212944" y="151953"/>
                </a:cubicBezTo>
                <a:cubicBezTo>
                  <a:pt x="200190" y="150813"/>
                  <a:pt x="197684" y="149899"/>
                  <a:pt x="197684" y="131203"/>
                </a:cubicBezTo>
                <a:lnTo>
                  <a:pt x="197684" y="97230"/>
                </a:lnTo>
                <a:cubicBezTo>
                  <a:pt x="197684" y="84692"/>
                  <a:pt x="196774" y="73746"/>
                  <a:pt x="191537" y="66684"/>
                </a:cubicBezTo>
                <a:cubicBezTo>
                  <a:pt x="187662" y="61673"/>
                  <a:pt x="180604" y="58938"/>
                  <a:pt x="172632" y="58938"/>
                </a:cubicBezTo>
                <a:cubicBezTo>
                  <a:pt x="161474" y="58938"/>
                  <a:pt x="148720" y="61899"/>
                  <a:pt x="135282" y="77394"/>
                </a:cubicBezTo>
                <a:close/>
                <a:moveTo>
                  <a:pt x="295386" y="130717"/>
                </a:moveTo>
                <a:cubicBezTo>
                  <a:pt x="295386" y="135047"/>
                  <a:pt x="294931" y="136871"/>
                  <a:pt x="291744" y="139606"/>
                </a:cubicBezTo>
                <a:cubicBezTo>
                  <a:pt x="283317" y="146897"/>
                  <a:pt x="276029" y="150542"/>
                  <a:pt x="270334" y="150542"/>
                </a:cubicBezTo>
                <a:cubicBezTo>
                  <a:pt x="258039" y="150542"/>
                  <a:pt x="245285" y="137097"/>
                  <a:pt x="245285" y="108611"/>
                </a:cubicBezTo>
                <a:cubicBezTo>
                  <a:pt x="245285" y="92205"/>
                  <a:pt x="248472" y="83090"/>
                  <a:pt x="251888" y="78305"/>
                </a:cubicBezTo>
                <a:cubicBezTo>
                  <a:pt x="258949" y="67595"/>
                  <a:pt x="268513" y="66910"/>
                  <a:pt x="273069" y="66910"/>
                </a:cubicBezTo>
                <a:cubicBezTo>
                  <a:pt x="281266" y="66910"/>
                  <a:pt x="286962" y="69874"/>
                  <a:pt x="291515" y="75115"/>
                </a:cubicBezTo>
                <a:cubicBezTo>
                  <a:pt x="294705" y="78760"/>
                  <a:pt x="295386" y="80355"/>
                  <a:pt x="295386" y="87420"/>
                </a:cubicBezTo>
                <a:lnTo>
                  <a:pt x="295386" y="130717"/>
                </a:lnTo>
                <a:moveTo>
                  <a:pt x="292884" y="147581"/>
                </a:moveTo>
                <a:cubicBezTo>
                  <a:pt x="294020" y="146671"/>
                  <a:pt x="296070" y="146212"/>
                  <a:pt x="296300" y="147807"/>
                </a:cubicBezTo>
                <a:cubicBezTo>
                  <a:pt x="296981" y="153277"/>
                  <a:pt x="298805" y="161246"/>
                  <a:pt x="298805" y="161246"/>
                </a:cubicBezTo>
                <a:cubicBezTo>
                  <a:pt x="300626" y="161930"/>
                  <a:pt x="301763" y="161704"/>
                  <a:pt x="303132" y="161246"/>
                </a:cubicBezTo>
                <a:cubicBezTo>
                  <a:pt x="308140" y="157138"/>
                  <a:pt x="316111" y="153722"/>
                  <a:pt x="330005" y="152127"/>
                </a:cubicBezTo>
                <a:cubicBezTo>
                  <a:pt x="331371" y="150761"/>
                  <a:pt x="331371" y="147345"/>
                  <a:pt x="330005" y="145979"/>
                </a:cubicBezTo>
                <a:cubicBezTo>
                  <a:pt x="315430" y="144840"/>
                  <a:pt x="313380" y="140510"/>
                  <a:pt x="313380" y="129344"/>
                </a:cubicBezTo>
                <a:lnTo>
                  <a:pt x="313380" y="26119"/>
                </a:lnTo>
                <a:cubicBezTo>
                  <a:pt x="313380" y="11308"/>
                  <a:pt x="314290" y="2248"/>
                  <a:pt x="314290" y="2248"/>
                </a:cubicBezTo>
                <a:cubicBezTo>
                  <a:pt x="314290" y="678"/>
                  <a:pt x="313380" y="0"/>
                  <a:pt x="311330" y="0"/>
                </a:cubicBezTo>
                <a:cubicBezTo>
                  <a:pt x="305637" y="2248"/>
                  <a:pt x="288554" y="5393"/>
                  <a:pt x="279445" y="6068"/>
                </a:cubicBezTo>
                <a:cubicBezTo>
                  <a:pt x="278990" y="7892"/>
                  <a:pt x="279445" y="11534"/>
                  <a:pt x="280811" y="12900"/>
                </a:cubicBezTo>
                <a:cubicBezTo>
                  <a:pt x="292654" y="13584"/>
                  <a:pt x="295386" y="12444"/>
                  <a:pt x="295386" y="31589"/>
                </a:cubicBezTo>
                <a:lnTo>
                  <a:pt x="295386" y="60763"/>
                </a:lnTo>
                <a:cubicBezTo>
                  <a:pt x="295386" y="62358"/>
                  <a:pt x="294931" y="62813"/>
                  <a:pt x="293339" y="62813"/>
                </a:cubicBezTo>
                <a:cubicBezTo>
                  <a:pt x="292425" y="62813"/>
                  <a:pt x="283091" y="58938"/>
                  <a:pt x="275574" y="58938"/>
                </a:cubicBezTo>
                <a:cubicBezTo>
                  <a:pt x="260541" y="58938"/>
                  <a:pt x="250522" y="63949"/>
                  <a:pt x="241410" y="72606"/>
                </a:cubicBezTo>
                <a:cubicBezTo>
                  <a:pt x="231617" y="82406"/>
                  <a:pt x="225696" y="95851"/>
                  <a:pt x="225696" y="112712"/>
                </a:cubicBezTo>
                <a:cubicBezTo>
                  <a:pt x="225696" y="140746"/>
                  <a:pt x="239819" y="161246"/>
                  <a:pt x="264416" y="161246"/>
                </a:cubicBezTo>
                <a:cubicBezTo>
                  <a:pt x="273294" y="161246"/>
                  <a:pt x="281722" y="156693"/>
                  <a:pt x="292884" y="147581"/>
                </a:cubicBezTo>
                <a:close/>
                <a:moveTo>
                  <a:pt x="428845" y="83545"/>
                </a:moveTo>
                <a:cubicBezTo>
                  <a:pt x="434767" y="76251"/>
                  <a:pt x="445244" y="69416"/>
                  <a:pt x="451847" y="69416"/>
                </a:cubicBezTo>
                <a:cubicBezTo>
                  <a:pt x="466425" y="69416"/>
                  <a:pt x="478949" y="85822"/>
                  <a:pt x="478949" y="111572"/>
                </a:cubicBezTo>
                <a:cubicBezTo>
                  <a:pt x="478949" y="130261"/>
                  <a:pt x="472347" y="153503"/>
                  <a:pt x="446839" y="153503"/>
                </a:cubicBezTo>
                <a:cubicBezTo>
                  <a:pt x="442739" y="153503"/>
                  <a:pt x="434767" y="152363"/>
                  <a:pt x="430669" y="148718"/>
                </a:cubicBezTo>
                <a:cubicBezTo>
                  <a:pt x="426114" y="144617"/>
                  <a:pt x="425203" y="143248"/>
                  <a:pt x="425203" y="135047"/>
                </a:cubicBezTo>
                <a:lnTo>
                  <a:pt x="425203" y="93571"/>
                </a:lnTo>
                <a:cubicBezTo>
                  <a:pt x="425203" y="88786"/>
                  <a:pt x="426114" y="86736"/>
                  <a:pt x="428845" y="83545"/>
                </a:cubicBezTo>
                <a:moveTo>
                  <a:pt x="424519" y="75111"/>
                </a:moveTo>
                <a:cubicBezTo>
                  <a:pt x="424293" y="68276"/>
                  <a:pt x="423837" y="62358"/>
                  <a:pt x="422698" y="60078"/>
                </a:cubicBezTo>
                <a:cubicBezTo>
                  <a:pt x="422242" y="58938"/>
                  <a:pt x="421787" y="58257"/>
                  <a:pt x="419963" y="58257"/>
                </a:cubicBezTo>
                <a:cubicBezTo>
                  <a:pt x="413586" y="60763"/>
                  <a:pt x="407664" y="62813"/>
                  <a:pt x="391950" y="64860"/>
                </a:cubicBezTo>
                <a:cubicBezTo>
                  <a:pt x="391494" y="66229"/>
                  <a:pt x="391950" y="69871"/>
                  <a:pt x="392408" y="71240"/>
                </a:cubicBezTo>
                <a:cubicBezTo>
                  <a:pt x="404703" y="72380"/>
                  <a:pt x="407209" y="73516"/>
                  <a:pt x="407209" y="86736"/>
                </a:cubicBezTo>
                <a:lnTo>
                  <a:pt x="407209" y="184095"/>
                </a:lnTo>
                <a:cubicBezTo>
                  <a:pt x="407209" y="203058"/>
                  <a:pt x="404703" y="204202"/>
                  <a:pt x="390813" y="204886"/>
                </a:cubicBezTo>
                <a:cubicBezTo>
                  <a:pt x="389448" y="206252"/>
                  <a:pt x="389448" y="211034"/>
                  <a:pt x="390813" y="212399"/>
                </a:cubicBezTo>
                <a:cubicBezTo>
                  <a:pt x="398785" y="212174"/>
                  <a:pt x="407209" y="211944"/>
                  <a:pt x="416321" y="211944"/>
                </a:cubicBezTo>
                <a:cubicBezTo>
                  <a:pt x="425429" y="211944"/>
                  <a:pt x="436362" y="212174"/>
                  <a:pt x="443878" y="212399"/>
                </a:cubicBezTo>
                <a:cubicBezTo>
                  <a:pt x="445244" y="211034"/>
                  <a:pt x="445244" y="206252"/>
                  <a:pt x="443878" y="204886"/>
                </a:cubicBezTo>
                <a:cubicBezTo>
                  <a:pt x="427709" y="203972"/>
                  <a:pt x="425203" y="203058"/>
                  <a:pt x="425203" y="184095"/>
                </a:cubicBezTo>
                <a:lnTo>
                  <a:pt x="425203" y="159425"/>
                </a:lnTo>
                <a:cubicBezTo>
                  <a:pt x="425203" y="156464"/>
                  <a:pt x="426114" y="156693"/>
                  <a:pt x="428390" y="157830"/>
                </a:cubicBezTo>
                <a:cubicBezTo>
                  <a:pt x="434086" y="159880"/>
                  <a:pt x="440918" y="161246"/>
                  <a:pt x="448205" y="161246"/>
                </a:cubicBezTo>
                <a:cubicBezTo>
                  <a:pt x="460959" y="161246"/>
                  <a:pt x="472347" y="157374"/>
                  <a:pt x="481684" y="148492"/>
                </a:cubicBezTo>
                <a:cubicBezTo>
                  <a:pt x="492388" y="138008"/>
                  <a:pt x="498535" y="123878"/>
                  <a:pt x="498535" y="105421"/>
                </a:cubicBezTo>
                <a:cubicBezTo>
                  <a:pt x="498535" y="81266"/>
                  <a:pt x="481455" y="58938"/>
                  <a:pt x="458224" y="58938"/>
                </a:cubicBezTo>
                <a:cubicBezTo>
                  <a:pt x="447750" y="58938"/>
                  <a:pt x="436132" y="66000"/>
                  <a:pt x="427024" y="76025"/>
                </a:cubicBezTo>
                <a:cubicBezTo>
                  <a:pt x="425658" y="77391"/>
                  <a:pt x="424748" y="77391"/>
                  <a:pt x="424519" y="75111"/>
                </a:cubicBezTo>
                <a:close/>
                <a:moveTo>
                  <a:pt x="518121" y="112257"/>
                </a:moveTo>
                <a:cubicBezTo>
                  <a:pt x="518121" y="135502"/>
                  <a:pt x="533609" y="161246"/>
                  <a:pt x="565949" y="161246"/>
                </a:cubicBezTo>
                <a:cubicBezTo>
                  <a:pt x="580523" y="161246"/>
                  <a:pt x="591686" y="156009"/>
                  <a:pt x="599428" y="148492"/>
                </a:cubicBezTo>
                <a:cubicBezTo>
                  <a:pt x="609676" y="138463"/>
                  <a:pt x="614232" y="124107"/>
                  <a:pt x="614232" y="110207"/>
                </a:cubicBezTo>
                <a:cubicBezTo>
                  <a:pt x="614232" y="86506"/>
                  <a:pt x="601249" y="58938"/>
                  <a:pt x="566404" y="58938"/>
                </a:cubicBezTo>
                <a:cubicBezTo>
                  <a:pt x="551374" y="58938"/>
                  <a:pt x="539076" y="65089"/>
                  <a:pt x="530649" y="74885"/>
                </a:cubicBezTo>
                <a:cubicBezTo>
                  <a:pt x="522451" y="84685"/>
                  <a:pt x="518121" y="97901"/>
                  <a:pt x="518121" y="112257"/>
                </a:cubicBezTo>
                <a:moveTo>
                  <a:pt x="562988" y="66910"/>
                </a:moveTo>
                <a:cubicBezTo>
                  <a:pt x="582574" y="66910"/>
                  <a:pt x="594646" y="84685"/>
                  <a:pt x="594646" y="117501"/>
                </a:cubicBezTo>
                <a:cubicBezTo>
                  <a:pt x="594646" y="146212"/>
                  <a:pt x="579842" y="153277"/>
                  <a:pt x="569139" y="153277"/>
                </a:cubicBezTo>
                <a:cubicBezTo>
                  <a:pt x="545453" y="153277"/>
                  <a:pt x="537710" y="124562"/>
                  <a:pt x="537710" y="107016"/>
                </a:cubicBezTo>
                <a:cubicBezTo>
                  <a:pt x="537710" y="87191"/>
                  <a:pt x="542492" y="66910"/>
                  <a:pt x="562988" y="66910"/>
                </a:cubicBezTo>
                <a:close/>
                <a:moveTo>
                  <a:pt x="644067" y="22498"/>
                </a:moveTo>
                <a:cubicBezTo>
                  <a:pt x="644067" y="28420"/>
                  <a:pt x="649533" y="34341"/>
                  <a:pt x="654996" y="34341"/>
                </a:cubicBezTo>
                <a:cubicBezTo>
                  <a:pt x="661373" y="34341"/>
                  <a:pt x="666839" y="28194"/>
                  <a:pt x="666839" y="23408"/>
                </a:cubicBezTo>
                <a:cubicBezTo>
                  <a:pt x="666839" y="17946"/>
                  <a:pt x="662057" y="11565"/>
                  <a:pt x="655910" y="11565"/>
                </a:cubicBezTo>
                <a:cubicBezTo>
                  <a:pt x="650443" y="11565"/>
                  <a:pt x="644067" y="17032"/>
                  <a:pt x="644067" y="22498"/>
                </a:cubicBezTo>
                <a:moveTo>
                  <a:pt x="664792" y="131224"/>
                </a:moveTo>
                <a:lnTo>
                  <a:pt x="664792" y="85898"/>
                </a:lnTo>
                <a:cubicBezTo>
                  <a:pt x="664792" y="74510"/>
                  <a:pt x="665703" y="59883"/>
                  <a:pt x="665703" y="59883"/>
                </a:cubicBezTo>
                <a:cubicBezTo>
                  <a:pt x="665703" y="58962"/>
                  <a:pt x="664563" y="58271"/>
                  <a:pt x="662742" y="58271"/>
                </a:cubicBezTo>
                <a:cubicBezTo>
                  <a:pt x="656365" y="60804"/>
                  <a:pt x="647253" y="62875"/>
                  <a:pt x="631539" y="64943"/>
                </a:cubicBezTo>
                <a:cubicBezTo>
                  <a:pt x="631084" y="66312"/>
                  <a:pt x="631539" y="69954"/>
                  <a:pt x="631994" y="71323"/>
                </a:cubicBezTo>
                <a:cubicBezTo>
                  <a:pt x="644522" y="72460"/>
                  <a:pt x="646798" y="73829"/>
                  <a:pt x="646798" y="86812"/>
                </a:cubicBezTo>
                <a:lnTo>
                  <a:pt x="646798" y="131224"/>
                </a:lnTo>
                <a:cubicBezTo>
                  <a:pt x="646798" y="150129"/>
                  <a:pt x="644292" y="150813"/>
                  <a:pt x="630402" y="151953"/>
                </a:cubicBezTo>
                <a:cubicBezTo>
                  <a:pt x="629033" y="153319"/>
                  <a:pt x="629033" y="158101"/>
                  <a:pt x="630402" y="159466"/>
                </a:cubicBezTo>
                <a:cubicBezTo>
                  <a:pt x="637916" y="159241"/>
                  <a:pt x="646798" y="159011"/>
                  <a:pt x="655910" y="159011"/>
                </a:cubicBezTo>
                <a:cubicBezTo>
                  <a:pt x="665018" y="159011"/>
                  <a:pt x="673671" y="159241"/>
                  <a:pt x="681188" y="159466"/>
                </a:cubicBezTo>
                <a:cubicBezTo>
                  <a:pt x="682554" y="158101"/>
                  <a:pt x="682554" y="153319"/>
                  <a:pt x="681188" y="151953"/>
                </a:cubicBezTo>
                <a:cubicBezTo>
                  <a:pt x="667294" y="151043"/>
                  <a:pt x="664792" y="150129"/>
                  <a:pt x="664792" y="131224"/>
                </a:cubicBezTo>
                <a:close/>
                <a:moveTo>
                  <a:pt x="727192" y="77394"/>
                </a:moveTo>
                <a:cubicBezTo>
                  <a:pt x="725827" y="78990"/>
                  <a:pt x="724461" y="79448"/>
                  <a:pt x="724461" y="77394"/>
                </a:cubicBezTo>
                <a:cubicBezTo>
                  <a:pt x="724232" y="71240"/>
                  <a:pt x="723776" y="62358"/>
                  <a:pt x="722637" y="60078"/>
                </a:cubicBezTo>
                <a:cubicBezTo>
                  <a:pt x="722181" y="58938"/>
                  <a:pt x="721726" y="58257"/>
                  <a:pt x="719905" y="58257"/>
                </a:cubicBezTo>
                <a:cubicBezTo>
                  <a:pt x="713528" y="60763"/>
                  <a:pt x="707607" y="62813"/>
                  <a:pt x="691892" y="64860"/>
                </a:cubicBezTo>
                <a:cubicBezTo>
                  <a:pt x="691437" y="66229"/>
                  <a:pt x="691892" y="69871"/>
                  <a:pt x="692347" y="71240"/>
                </a:cubicBezTo>
                <a:cubicBezTo>
                  <a:pt x="704646" y="72380"/>
                  <a:pt x="707151" y="73520"/>
                  <a:pt x="707151" y="86743"/>
                </a:cubicBezTo>
                <a:lnTo>
                  <a:pt x="707151" y="131203"/>
                </a:lnTo>
                <a:cubicBezTo>
                  <a:pt x="707151" y="149899"/>
                  <a:pt x="704875" y="150813"/>
                  <a:pt x="691208" y="151953"/>
                </a:cubicBezTo>
                <a:cubicBezTo>
                  <a:pt x="689842" y="153319"/>
                  <a:pt x="689842" y="158101"/>
                  <a:pt x="691208" y="159466"/>
                </a:cubicBezTo>
                <a:cubicBezTo>
                  <a:pt x="698043" y="159241"/>
                  <a:pt x="707151" y="159011"/>
                  <a:pt x="716260" y="159011"/>
                </a:cubicBezTo>
                <a:cubicBezTo>
                  <a:pt x="725372" y="159011"/>
                  <a:pt x="732204" y="159241"/>
                  <a:pt x="739036" y="159466"/>
                </a:cubicBezTo>
                <a:cubicBezTo>
                  <a:pt x="740401" y="158101"/>
                  <a:pt x="740401" y="153319"/>
                  <a:pt x="739036" y="151953"/>
                </a:cubicBezTo>
                <a:cubicBezTo>
                  <a:pt x="727422" y="150813"/>
                  <a:pt x="725142" y="149899"/>
                  <a:pt x="725142" y="131203"/>
                </a:cubicBezTo>
                <a:lnTo>
                  <a:pt x="725142" y="93811"/>
                </a:lnTo>
                <a:cubicBezTo>
                  <a:pt x="725142" y="89022"/>
                  <a:pt x="727192" y="86287"/>
                  <a:pt x="729013" y="84237"/>
                </a:cubicBezTo>
                <a:cubicBezTo>
                  <a:pt x="737670" y="75799"/>
                  <a:pt x="747918" y="70781"/>
                  <a:pt x="756801" y="70781"/>
                </a:cubicBezTo>
                <a:cubicBezTo>
                  <a:pt x="761356" y="70781"/>
                  <a:pt x="766138" y="73746"/>
                  <a:pt x="768870" y="78990"/>
                </a:cubicBezTo>
                <a:cubicBezTo>
                  <a:pt x="771149" y="83552"/>
                  <a:pt x="771605" y="89707"/>
                  <a:pt x="771605" y="96546"/>
                </a:cubicBezTo>
                <a:lnTo>
                  <a:pt x="771605" y="131203"/>
                </a:lnTo>
                <a:cubicBezTo>
                  <a:pt x="771605" y="149899"/>
                  <a:pt x="769325" y="150813"/>
                  <a:pt x="757482" y="151953"/>
                </a:cubicBezTo>
                <a:cubicBezTo>
                  <a:pt x="756345" y="153319"/>
                  <a:pt x="756345" y="158101"/>
                  <a:pt x="757482" y="159466"/>
                </a:cubicBezTo>
                <a:cubicBezTo>
                  <a:pt x="764317" y="159241"/>
                  <a:pt x="771605" y="159011"/>
                  <a:pt x="780713" y="159011"/>
                </a:cubicBezTo>
                <a:cubicBezTo>
                  <a:pt x="789825" y="159011"/>
                  <a:pt x="798022" y="159241"/>
                  <a:pt x="804855" y="159466"/>
                </a:cubicBezTo>
                <a:cubicBezTo>
                  <a:pt x="805994" y="158101"/>
                  <a:pt x="805994" y="153319"/>
                  <a:pt x="804855" y="151953"/>
                </a:cubicBezTo>
                <a:cubicBezTo>
                  <a:pt x="792101" y="150813"/>
                  <a:pt x="789595" y="149899"/>
                  <a:pt x="789595" y="131203"/>
                </a:cubicBezTo>
                <a:lnTo>
                  <a:pt x="789595" y="97230"/>
                </a:lnTo>
                <a:cubicBezTo>
                  <a:pt x="789595" y="84692"/>
                  <a:pt x="788685" y="73746"/>
                  <a:pt x="783448" y="66684"/>
                </a:cubicBezTo>
                <a:cubicBezTo>
                  <a:pt x="779573" y="61673"/>
                  <a:pt x="772515" y="58938"/>
                  <a:pt x="764543" y="58938"/>
                </a:cubicBezTo>
                <a:cubicBezTo>
                  <a:pt x="753384" y="58938"/>
                  <a:pt x="740631" y="61899"/>
                  <a:pt x="727192" y="77394"/>
                </a:cubicBezTo>
                <a:close/>
                <a:moveTo>
                  <a:pt x="818520" y="61385"/>
                </a:moveTo>
                <a:cubicBezTo>
                  <a:pt x="815330" y="61385"/>
                  <a:pt x="814420" y="64119"/>
                  <a:pt x="814420" y="65940"/>
                </a:cubicBezTo>
                <a:lnTo>
                  <a:pt x="814420" y="68901"/>
                </a:lnTo>
                <a:cubicBezTo>
                  <a:pt x="814420" y="70041"/>
                  <a:pt x="814646" y="70267"/>
                  <a:pt x="815560" y="70267"/>
                </a:cubicBezTo>
                <a:lnTo>
                  <a:pt x="828994" y="70267"/>
                </a:lnTo>
                <a:lnTo>
                  <a:pt x="828994" y="138716"/>
                </a:lnTo>
                <a:cubicBezTo>
                  <a:pt x="828994" y="154869"/>
                  <a:pt x="836056" y="161246"/>
                  <a:pt x="846530" y="161246"/>
                </a:cubicBezTo>
                <a:cubicBezTo>
                  <a:pt x="857007" y="161246"/>
                  <a:pt x="868395" y="156238"/>
                  <a:pt x="877278" y="146219"/>
                </a:cubicBezTo>
                <a:cubicBezTo>
                  <a:pt x="876822" y="143947"/>
                  <a:pt x="875457" y="142581"/>
                  <a:pt x="873177" y="142355"/>
                </a:cubicBezTo>
                <a:cubicBezTo>
                  <a:pt x="867255" y="146904"/>
                  <a:pt x="860423" y="148721"/>
                  <a:pt x="854502" y="148721"/>
                </a:cubicBezTo>
                <a:cubicBezTo>
                  <a:pt x="848354" y="148721"/>
                  <a:pt x="846989" y="141900"/>
                  <a:pt x="846989" y="127801"/>
                </a:cubicBezTo>
                <a:lnTo>
                  <a:pt x="846989" y="70267"/>
                </a:lnTo>
                <a:lnTo>
                  <a:pt x="870672" y="70267"/>
                </a:lnTo>
                <a:cubicBezTo>
                  <a:pt x="872951" y="70267"/>
                  <a:pt x="876138" y="69356"/>
                  <a:pt x="876138" y="67306"/>
                </a:cubicBezTo>
                <a:lnTo>
                  <a:pt x="876138" y="62754"/>
                </a:lnTo>
                <a:cubicBezTo>
                  <a:pt x="876138" y="61843"/>
                  <a:pt x="875457" y="61385"/>
                  <a:pt x="874317" y="61385"/>
                </a:cubicBezTo>
                <a:lnTo>
                  <a:pt x="846989" y="61385"/>
                </a:lnTo>
                <a:lnTo>
                  <a:pt x="846989" y="52506"/>
                </a:lnTo>
                <a:cubicBezTo>
                  <a:pt x="846989" y="37702"/>
                  <a:pt x="847899" y="28590"/>
                  <a:pt x="847899" y="28590"/>
                </a:cubicBezTo>
                <a:cubicBezTo>
                  <a:pt x="847899" y="27224"/>
                  <a:pt x="847214" y="26540"/>
                  <a:pt x="846075" y="26540"/>
                </a:cubicBezTo>
                <a:cubicBezTo>
                  <a:pt x="845164" y="26540"/>
                  <a:pt x="843114" y="27453"/>
                  <a:pt x="841067" y="28590"/>
                </a:cubicBezTo>
                <a:cubicBezTo>
                  <a:pt x="838561" y="29959"/>
                  <a:pt x="836282" y="31095"/>
                  <a:pt x="833321" y="31780"/>
                </a:cubicBezTo>
                <a:cubicBezTo>
                  <a:pt x="830589" y="32690"/>
                  <a:pt x="828313" y="33375"/>
                  <a:pt x="828313" y="34967"/>
                </a:cubicBezTo>
                <a:cubicBezTo>
                  <a:pt x="828313" y="37702"/>
                  <a:pt x="828994" y="36107"/>
                  <a:pt x="828994" y="61385"/>
                </a:cubicBezTo>
                <a:lnTo>
                  <a:pt x="818520" y="61385"/>
                </a:lnTo>
                <a:close/>
                <a:moveTo>
                  <a:pt x="977484" y="131248"/>
                </a:moveTo>
                <a:lnTo>
                  <a:pt x="977484" y="70267"/>
                </a:lnTo>
                <a:lnTo>
                  <a:pt x="998665" y="70267"/>
                </a:lnTo>
                <a:cubicBezTo>
                  <a:pt x="1000715" y="70267"/>
                  <a:pt x="1003906" y="69356"/>
                  <a:pt x="1003906" y="67306"/>
                </a:cubicBezTo>
                <a:lnTo>
                  <a:pt x="1003906" y="62754"/>
                </a:lnTo>
                <a:cubicBezTo>
                  <a:pt x="1003906" y="61843"/>
                  <a:pt x="1003221" y="61385"/>
                  <a:pt x="1002081" y="61385"/>
                </a:cubicBezTo>
                <a:lnTo>
                  <a:pt x="977484" y="61385"/>
                </a:lnTo>
                <a:lnTo>
                  <a:pt x="977484" y="48374"/>
                </a:lnTo>
                <a:cubicBezTo>
                  <a:pt x="977484" y="13223"/>
                  <a:pt x="987962" y="7746"/>
                  <a:pt x="995478" y="7746"/>
                </a:cubicBezTo>
                <a:cubicBezTo>
                  <a:pt x="1002311" y="7746"/>
                  <a:pt x="1005952" y="10484"/>
                  <a:pt x="1009143" y="18474"/>
                </a:cubicBezTo>
                <a:cubicBezTo>
                  <a:pt x="1010964" y="22581"/>
                  <a:pt x="1013469" y="25778"/>
                  <a:pt x="1018251" y="25778"/>
                </a:cubicBezTo>
                <a:cubicBezTo>
                  <a:pt x="1022122" y="25778"/>
                  <a:pt x="1027589" y="20983"/>
                  <a:pt x="1027589" y="16420"/>
                </a:cubicBezTo>
                <a:cubicBezTo>
                  <a:pt x="1027589" y="12538"/>
                  <a:pt x="1025083" y="8431"/>
                  <a:pt x="1020301" y="4785"/>
                </a:cubicBezTo>
                <a:cubicBezTo>
                  <a:pt x="1014380" y="685"/>
                  <a:pt x="1008458" y="0"/>
                  <a:pt x="999805" y="0"/>
                </a:cubicBezTo>
                <a:cubicBezTo>
                  <a:pt x="980674" y="0"/>
                  <a:pt x="959494" y="16646"/>
                  <a:pt x="959494" y="52255"/>
                </a:cubicBezTo>
                <a:lnTo>
                  <a:pt x="959494" y="61385"/>
                </a:lnTo>
                <a:lnTo>
                  <a:pt x="947880" y="61385"/>
                </a:lnTo>
                <a:cubicBezTo>
                  <a:pt x="943779" y="61385"/>
                  <a:pt x="942639" y="64119"/>
                  <a:pt x="942639" y="65940"/>
                </a:cubicBezTo>
                <a:lnTo>
                  <a:pt x="942639" y="68901"/>
                </a:lnTo>
                <a:cubicBezTo>
                  <a:pt x="942639" y="70041"/>
                  <a:pt x="942869" y="70267"/>
                  <a:pt x="943779" y="70267"/>
                </a:cubicBezTo>
                <a:lnTo>
                  <a:pt x="959494" y="70267"/>
                </a:lnTo>
                <a:lnTo>
                  <a:pt x="959494" y="131248"/>
                </a:lnTo>
                <a:cubicBezTo>
                  <a:pt x="959494" y="150132"/>
                  <a:pt x="955848" y="151043"/>
                  <a:pt x="943550" y="151953"/>
                </a:cubicBezTo>
                <a:cubicBezTo>
                  <a:pt x="942184" y="153319"/>
                  <a:pt x="942184" y="158101"/>
                  <a:pt x="943550" y="159466"/>
                </a:cubicBezTo>
                <a:cubicBezTo>
                  <a:pt x="951522" y="159241"/>
                  <a:pt x="959494" y="159011"/>
                  <a:pt x="968602" y="159011"/>
                </a:cubicBezTo>
                <a:cubicBezTo>
                  <a:pt x="977714" y="159011"/>
                  <a:pt x="988646" y="159241"/>
                  <a:pt x="996615" y="159466"/>
                </a:cubicBezTo>
                <a:cubicBezTo>
                  <a:pt x="997984" y="158101"/>
                  <a:pt x="997984" y="153319"/>
                  <a:pt x="996615" y="151953"/>
                </a:cubicBezTo>
                <a:cubicBezTo>
                  <a:pt x="978853" y="151043"/>
                  <a:pt x="977484" y="150132"/>
                  <a:pt x="977484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romthecommonregion.">
            <a:extLst xmlns:a="http://schemas.openxmlformats.org/drawingml/2006/main">
              <a:ext uri="{FF2B5EF4-FFF2-40B4-BE49-F238E27FC236}">
                <a16:creationId xmlns:a16="http://schemas.microsoft.com/office/drawing/2014/main" id="{17BF0D5E-7484-4CB3-B713-5CE2C156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665" y="2298800"/>
            <a:ext cx="2371960" cy="161690"/>
          </a:xfrm>
          <a:custGeom xmlns:a="http://schemas.openxmlformats.org/drawingml/2006/main">
            <a:pathLst>
              <a:path w="2371960" h="161690">
                <a:moveTo>
                  <a:pt x="35530" y="77391"/>
                </a:moveTo>
                <a:cubicBezTo>
                  <a:pt x="35074" y="68276"/>
                  <a:pt x="34845" y="62358"/>
                  <a:pt x="33709" y="60078"/>
                </a:cubicBezTo>
                <a:cubicBezTo>
                  <a:pt x="33250" y="58938"/>
                  <a:pt x="32795" y="58257"/>
                  <a:pt x="30974" y="58257"/>
                </a:cubicBezTo>
                <a:cubicBezTo>
                  <a:pt x="24597" y="60763"/>
                  <a:pt x="18675" y="62813"/>
                  <a:pt x="2961" y="64860"/>
                </a:cubicBezTo>
                <a:cubicBezTo>
                  <a:pt x="2506" y="66229"/>
                  <a:pt x="2961" y="69871"/>
                  <a:pt x="3416" y="71237"/>
                </a:cubicBezTo>
                <a:cubicBezTo>
                  <a:pt x="15715" y="72376"/>
                  <a:pt x="18220" y="73516"/>
                  <a:pt x="18220" y="86739"/>
                </a:cubicBezTo>
                <a:lnTo>
                  <a:pt x="18220" y="131203"/>
                </a:lnTo>
                <a:cubicBezTo>
                  <a:pt x="18220" y="150129"/>
                  <a:pt x="15489" y="151039"/>
                  <a:pt x="1366" y="151953"/>
                </a:cubicBezTo>
                <a:cubicBezTo>
                  <a:pt x="0" y="153319"/>
                  <a:pt x="0" y="158101"/>
                  <a:pt x="1366" y="159466"/>
                </a:cubicBezTo>
                <a:cubicBezTo>
                  <a:pt x="9338" y="159241"/>
                  <a:pt x="18220" y="159011"/>
                  <a:pt x="27332" y="159011"/>
                </a:cubicBezTo>
                <a:cubicBezTo>
                  <a:pt x="36440" y="159011"/>
                  <a:pt x="46918" y="159241"/>
                  <a:pt x="54886" y="159466"/>
                </a:cubicBezTo>
                <a:cubicBezTo>
                  <a:pt x="56255" y="158101"/>
                  <a:pt x="56255" y="153319"/>
                  <a:pt x="54886" y="151953"/>
                </a:cubicBezTo>
                <a:cubicBezTo>
                  <a:pt x="38946" y="150813"/>
                  <a:pt x="36211" y="150129"/>
                  <a:pt x="36211" y="131203"/>
                </a:cubicBezTo>
                <a:lnTo>
                  <a:pt x="36211" y="99510"/>
                </a:lnTo>
                <a:cubicBezTo>
                  <a:pt x="36211" y="93582"/>
                  <a:pt x="38946" y="88338"/>
                  <a:pt x="41677" y="84233"/>
                </a:cubicBezTo>
                <a:cubicBezTo>
                  <a:pt x="44183" y="80585"/>
                  <a:pt x="49423" y="73061"/>
                  <a:pt x="52155" y="73061"/>
                </a:cubicBezTo>
                <a:cubicBezTo>
                  <a:pt x="54205" y="73061"/>
                  <a:pt x="56255" y="73516"/>
                  <a:pt x="58076" y="76025"/>
                </a:cubicBezTo>
                <a:cubicBezTo>
                  <a:pt x="59671" y="78305"/>
                  <a:pt x="62403" y="81269"/>
                  <a:pt x="66274" y="81269"/>
                </a:cubicBezTo>
                <a:cubicBezTo>
                  <a:pt x="71740" y="81269"/>
                  <a:pt x="76977" y="75567"/>
                  <a:pt x="76977" y="69871"/>
                </a:cubicBezTo>
                <a:cubicBezTo>
                  <a:pt x="76977" y="65544"/>
                  <a:pt x="72880" y="58938"/>
                  <a:pt x="63313" y="58938"/>
                </a:cubicBezTo>
                <a:cubicBezTo>
                  <a:pt x="52610" y="58938"/>
                  <a:pt x="43272" y="68960"/>
                  <a:pt x="38035" y="77846"/>
                </a:cubicBezTo>
                <a:cubicBezTo>
                  <a:pt x="36669" y="80355"/>
                  <a:pt x="35530" y="78531"/>
                  <a:pt x="35530" y="77391"/>
                </a:cubicBezTo>
                <a:close/>
                <a:moveTo>
                  <a:pt x="87681" y="112257"/>
                </a:moveTo>
                <a:cubicBezTo>
                  <a:pt x="87681" y="135502"/>
                  <a:pt x="103170" y="161246"/>
                  <a:pt x="135509" y="161246"/>
                </a:cubicBezTo>
                <a:cubicBezTo>
                  <a:pt x="150084" y="161246"/>
                  <a:pt x="161246" y="156009"/>
                  <a:pt x="168988" y="148492"/>
                </a:cubicBezTo>
                <a:cubicBezTo>
                  <a:pt x="179237" y="138463"/>
                  <a:pt x="183792" y="124107"/>
                  <a:pt x="183792" y="110207"/>
                </a:cubicBezTo>
                <a:cubicBezTo>
                  <a:pt x="183792" y="86506"/>
                  <a:pt x="170809" y="58938"/>
                  <a:pt x="135964" y="58938"/>
                </a:cubicBezTo>
                <a:cubicBezTo>
                  <a:pt x="120934" y="58938"/>
                  <a:pt x="108636" y="65089"/>
                  <a:pt x="100209" y="74885"/>
                </a:cubicBezTo>
                <a:cubicBezTo>
                  <a:pt x="92011" y="84685"/>
                  <a:pt x="87681" y="97901"/>
                  <a:pt x="87681" y="112257"/>
                </a:cubicBezTo>
                <a:moveTo>
                  <a:pt x="132548" y="66910"/>
                </a:moveTo>
                <a:cubicBezTo>
                  <a:pt x="152134" y="66910"/>
                  <a:pt x="164207" y="84685"/>
                  <a:pt x="164207" y="117501"/>
                </a:cubicBezTo>
                <a:cubicBezTo>
                  <a:pt x="164207" y="146212"/>
                  <a:pt x="149403" y="153277"/>
                  <a:pt x="138699" y="153277"/>
                </a:cubicBezTo>
                <a:cubicBezTo>
                  <a:pt x="115013" y="153277"/>
                  <a:pt x="107270" y="124562"/>
                  <a:pt x="107270" y="107016"/>
                </a:cubicBezTo>
                <a:cubicBezTo>
                  <a:pt x="107270" y="87191"/>
                  <a:pt x="112052" y="66910"/>
                  <a:pt x="132548" y="66910"/>
                </a:cubicBezTo>
                <a:close/>
                <a:moveTo>
                  <a:pt x="231847" y="77394"/>
                </a:moveTo>
                <a:cubicBezTo>
                  <a:pt x="231618" y="70555"/>
                  <a:pt x="231163" y="62358"/>
                  <a:pt x="230023" y="60078"/>
                </a:cubicBezTo>
                <a:cubicBezTo>
                  <a:pt x="229568" y="58938"/>
                  <a:pt x="229112" y="58257"/>
                  <a:pt x="227291" y="58257"/>
                </a:cubicBezTo>
                <a:cubicBezTo>
                  <a:pt x="220914" y="60763"/>
                  <a:pt x="214993" y="62813"/>
                  <a:pt x="199278" y="64860"/>
                </a:cubicBezTo>
                <a:cubicBezTo>
                  <a:pt x="198823" y="66229"/>
                  <a:pt x="199278" y="69871"/>
                  <a:pt x="199734" y="71240"/>
                </a:cubicBezTo>
                <a:cubicBezTo>
                  <a:pt x="212032" y="72380"/>
                  <a:pt x="214538" y="73520"/>
                  <a:pt x="214538" y="86743"/>
                </a:cubicBezTo>
                <a:lnTo>
                  <a:pt x="214538" y="131203"/>
                </a:lnTo>
                <a:cubicBezTo>
                  <a:pt x="214538" y="149899"/>
                  <a:pt x="211577" y="151039"/>
                  <a:pt x="199049" y="151953"/>
                </a:cubicBezTo>
                <a:cubicBezTo>
                  <a:pt x="197683" y="153319"/>
                  <a:pt x="197683" y="158101"/>
                  <a:pt x="199049" y="159466"/>
                </a:cubicBezTo>
                <a:cubicBezTo>
                  <a:pt x="205885" y="159241"/>
                  <a:pt x="214538" y="159011"/>
                  <a:pt x="223646" y="159011"/>
                </a:cubicBezTo>
                <a:cubicBezTo>
                  <a:pt x="232758" y="159011"/>
                  <a:pt x="239816" y="159241"/>
                  <a:pt x="246648" y="159466"/>
                </a:cubicBezTo>
                <a:cubicBezTo>
                  <a:pt x="248017" y="158101"/>
                  <a:pt x="248017" y="153319"/>
                  <a:pt x="246648" y="151953"/>
                </a:cubicBezTo>
                <a:cubicBezTo>
                  <a:pt x="235034" y="150813"/>
                  <a:pt x="232528" y="149899"/>
                  <a:pt x="232528" y="131203"/>
                </a:cubicBezTo>
                <a:lnTo>
                  <a:pt x="232528" y="93811"/>
                </a:lnTo>
                <a:cubicBezTo>
                  <a:pt x="232528" y="89022"/>
                  <a:pt x="234579" y="86287"/>
                  <a:pt x="236400" y="84237"/>
                </a:cubicBezTo>
                <a:cubicBezTo>
                  <a:pt x="245511" y="75344"/>
                  <a:pt x="253939" y="70781"/>
                  <a:pt x="260997" y="70781"/>
                </a:cubicBezTo>
                <a:cubicBezTo>
                  <a:pt x="269653" y="70781"/>
                  <a:pt x="276030" y="76255"/>
                  <a:pt x="276030" y="91531"/>
                </a:cubicBezTo>
                <a:lnTo>
                  <a:pt x="276030" y="131203"/>
                </a:lnTo>
                <a:cubicBezTo>
                  <a:pt x="276030" y="149899"/>
                  <a:pt x="274205" y="151039"/>
                  <a:pt x="261907" y="151953"/>
                </a:cubicBezTo>
                <a:cubicBezTo>
                  <a:pt x="260771" y="153319"/>
                  <a:pt x="260771" y="158101"/>
                  <a:pt x="261907" y="159466"/>
                </a:cubicBezTo>
                <a:cubicBezTo>
                  <a:pt x="267603" y="159241"/>
                  <a:pt x="276030" y="159011"/>
                  <a:pt x="285138" y="159011"/>
                </a:cubicBezTo>
                <a:cubicBezTo>
                  <a:pt x="294250" y="159011"/>
                  <a:pt x="301763" y="159241"/>
                  <a:pt x="307459" y="159466"/>
                </a:cubicBezTo>
                <a:cubicBezTo>
                  <a:pt x="308595" y="158101"/>
                  <a:pt x="308595" y="153319"/>
                  <a:pt x="307459" y="151953"/>
                </a:cubicBezTo>
                <a:cubicBezTo>
                  <a:pt x="296071" y="151039"/>
                  <a:pt x="294021" y="149899"/>
                  <a:pt x="294021" y="131203"/>
                </a:cubicBezTo>
                <a:lnTo>
                  <a:pt x="294021" y="94951"/>
                </a:lnTo>
                <a:cubicBezTo>
                  <a:pt x="294021" y="91761"/>
                  <a:pt x="294021" y="88567"/>
                  <a:pt x="293791" y="85832"/>
                </a:cubicBezTo>
                <a:cubicBezTo>
                  <a:pt x="304724" y="73746"/>
                  <a:pt x="314972" y="70781"/>
                  <a:pt x="323855" y="70781"/>
                </a:cubicBezTo>
                <a:cubicBezTo>
                  <a:pt x="332511" y="70781"/>
                  <a:pt x="337519" y="75799"/>
                  <a:pt x="337519" y="91076"/>
                </a:cubicBezTo>
                <a:lnTo>
                  <a:pt x="337519" y="131203"/>
                </a:lnTo>
                <a:cubicBezTo>
                  <a:pt x="337519" y="149899"/>
                  <a:pt x="335243" y="151039"/>
                  <a:pt x="323399" y="151953"/>
                </a:cubicBezTo>
                <a:cubicBezTo>
                  <a:pt x="322259" y="153319"/>
                  <a:pt x="322259" y="158101"/>
                  <a:pt x="323399" y="159466"/>
                </a:cubicBezTo>
                <a:cubicBezTo>
                  <a:pt x="329095" y="159241"/>
                  <a:pt x="337519" y="159011"/>
                  <a:pt x="346630" y="159011"/>
                </a:cubicBezTo>
                <a:cubicBezTo>
                  <a:pt x="355739" y="159011"/>
                  <a:pt x="363711" y="159241"/>
                  <a:pt x="370088" y="159466"/>
                </a:cubicBezTo>
                <a:cubicBezTo>
                  <a:pt x="371227" y="158101"/>
                  <a:pt x="371227" y="153319"/>
                  <a:pt x="370088" y="151953"/>
                </a:cubicBezTo>
                <a:cubicBezTo>
                  <a:pt x="357563" y="151039"/>
                  <a:pt x="355513" y="149899"/>
                  <a:pt x="355513" y="131203"/>
                </a:cubicBezTo>
                <a:lnTo>
                  <a:pt x="355513" y="95180"/>
                </a:lnTo>
                <a:cubicBezTo>
                  <a:pt x="355513" y="74889"/>
                  <a:pt x="352097" y="58938"/>
                  <a:pt x="332056" y="58938"/>
                </a:cubicBezTo>
                <a:cubicBezTo>
                  <a:pt x="320438" y="58938"/>
                  <a:pt x="306319" y="63268"/>
                  <a:pt x="294476" y="75799"/>
                </a:cubicBezTo>
                <a:cubicBezTo>
                  <a:pt x="293791" y="76484"/>
                  <a:pt x="292426" y="77624"/>
                  <a:pt x="291970" y="75570"/>
                </a:cubicBezTo>
                <a:cubicBezTo>
                  <a:pt x="289920" y="66229"/>
                  <a:pt x="281038" y="58938"/>
                  <a:pt x="269198" y="58938"/>
                </a:cubicBezTo>
                <a:cubicBezTo>
                  <a:pt x="255985" y="58938"/>
                  <a:pt x="244146" y="66684"/>
                  <a:pt x="234579" y="77394"/>
                </a:cubicBezTo>
                <a:cubicBezTo>
                  <a:pt x="233439" y="78534"/>
                  <a:pt x="232073" y="80133"/>
                  <a:pt x="231847" y="77394"/>
                </a:cubicBezTo>
                <a:close/>
                <a:moveTo>
                  <a:pt x="439779" y="61385"/>
                </a:moveTo>
                <a:cubicBezTo>
                  <a:pt x="436589" y="61385"/>
                  <a:pt x="435679" y="64119"/>
                  <a:pt x="435679" y="65940"/>
                </a:cubicBezTo>
                <a:lnTo>
                  <a:pt x="435679" y="68901"/>
                </a:lnTo>
                <a:cubicBezTo>
                  <a:pt x="435679" y="70041"/>
                  <a:pt x="435905" y="70267"/>
                  <a:pt x="436819" y="70267"/>
                </a:cubicBezTo>
                <a:lnTo>
                  <a:pt x="450253" y="70267"/>
                </a:lnTo>
                <a:lnTo>
                  <a:pt x="450253" y="138716"/>
                </a:lnTo>
                <a:cubicBezTo>
                  <a:pt x="450253" y="154869"/>
                  <a:pt x="457315" y="161246"/>
                  <a:pt x="467789" y="161246"/>
                </a:cubicBezTo>
                <a:cubicBezTo>
                  <a:pt x="478266" y="161246"/>
                  <a:pt x="489654" y="156238"/>
                  <a:pt x="498537" y="146219"/>
                </a:cubicBezTo>
                <a:cubicBezTo>
                  <a:pt x="498081" y="143947"/>
                  <a:pt x="496716" y="142581"/>
                  <a:pt x="494436" y="142355"/>
                </a:cubicBezTo>
                <a:cubicBezTo>
                  <a:pt x="488514" y="146904"/>
                  <a:pt x="481682" y="148721"/>
                  <a:pt x="475761" y="148721"/>
                </a:cubicBezTo>
                <a:cubicBezTo>
                  <a:pt x="469613" y="148721"/>
                  <a:pt x="468248" y="141900"/>
                  <a:pt x="468248" y="127801"/>
                </a:cubicBezTo>
                <a:lnTo>
                  <a:pt x="468248" y="70267"/>
                </a:lnTo>
                <a:lnTo>
                  <a:pt x="491931" y="70267"/>
                </a:lnTo>
                <a:cubicBezTo>
                  <a:pt x="494210" y="70267"/>
                  <a:pt x="497397" y="69356"/>
                  <a:pt x="497397" y="67306"/>
                </a:cubicBezTo>
                <a:lnTo>
                  <a:pt x="497397" y="62754"/>
                </a:lnTo>
                <a:cubicBezTo>
                  <a:pt x="497397" y="61843"/>
                  <a:pt x="496716" y="61385"/>
                  <a:pt x="495576" y="61385"/>
                </a:cubicBezTo>
                <a:lnTo>
                  <a:pt x="468248" y="61385"/>
                </a:lnTo>
                <a:lnTo>
                  <a:pt x="468248" y="52506"/>
                </a:lnTo>
                <a:cubicBezTo>
                  <a:pt x="468248" y="37702"/>
                  <a:pt x="469158" y="28590"/>
                  <a:pt x="469158" y="28590"/>
                </a:cubicBezTo>
                <a:cubicBezTo>
                  <a:pt x="469158" y="27224"/>
                  <a:pt x="468473" y="26540"/>
                  <a:pt x="467334" y="26540"/>
                </a:cubicBezTo>
                <a:cubicBezTo>
                  <a:pt x="466423" y="26540"/>
                  <a:pt x="464373" y="27453"/>
                  <a:pt x="462326" y="28590"/>
                </a:cubicBezTo>
                <a:cubicBezTo>
                  <a:pt x="459820" y="29959"/>
                  <a:pt x="457541" y="31095"/>
                  <a:pt x="454580" y="31780"/>
                </a:cubicBezTo>
                <a:cubicBezTo>
                  <a:pt x="451848" y="32690"/>
                  <a:pt x="449572" y="33375"/>
                  <a:pt x="449572" y="34967"/>
                </a:cubicBezTo>
                <a:cubicBezTo>
                  <a:pt x="449572" y="37702"/>
                  <a:pt x="450253" y="36107"/>
                  <a:pt x="450253" y="61385"/>
                </a:cubicBezTo>
                <a:lnTo>
                  <a:pt x="439779" y="61385"/>
                </a:lnTo>
                <a:close/>
                <a:moveTo>
                  <a:pt x="539986" y="93811"/>
                </a:moveTo>
                <a:cubicBezTo>
                  <a:pt x="539986" y="89022"/>
                  <a:pt x="542036" y="86287"/>
                  <a:pt x="543857" y="84237"/>
                </a:cubicBezTo>
                <a:cubicBezTo>
                  <a:pt x="552514" y="75799"/>
                  <a:pt x="564127" y="70781"/>
                  <a:pt x="573010" y="70781"/>
                </a:cubicBezTo>
                <a:cubicBezTo>
                  <a:pt x="577562" y="70781"/>
                  <a:pt x="582348" y="73746"/>
                  <a:pt x="585079" y="78990"/>
                </a:cubicBezTo>
                <a:cubicBezTo>
                  <a:pt x="587359" y="83552"/>
                  <a:pt x="587814" y="89707"/>
                  <a:pt x="587814" y="96546"/>
                </a:cubicBezTo>
                <a:lnTo>
                  <a:pt x="587814" y="131203"/>
                </a:lnTo>
                <a:cubicBezTo>
                  <a:pt x="587814" y="149899"/>
                  <a:pt x="585534" y="150813"/>
                  <a:pt x="573691" y="151953"/>
                </a:cubicBezTo>
                <a:cubicBezTo>
                  <a:pt x="572555" y="153319"/>
                  <a:pt x="572555" y="158101"/>
                  <a:pt x="573691" y="159466"/>
                </a:cubicBezTo>
                <a:cubicBezTo>
                  <a:pt x="580068" y="159241"/>
                  <a:pt x="587814" y="159011"/>
                  <a:pt x="596922" y="159011"/>
                </a:cubicBezTo>
                <a:cubicBezTo>
                  <a:pt x="606034" y="159011"/>
                  <a:pt x="613547" y="159241"/>
                  <a:pt x="621064" y="159466"/>
                </a:cubicBezTo>
                <a:cubicBezTo>
                  <a:pt x="622204" y="158101"/>
                  <a:pt x="622204" y="153319"/>
                  <a:pt x="621064" y="151953"/>
                </a:cubicBezTo>
                <a:cubicBezTo>
                  <a:pt x="608310" y="150813"/>
                  <a:pt x="605805" y="149899"/>
                  <a:pt x="605805" y="131203"/>
                </a:cubicBezTo>
                <a:lnTo>
                  <a:pt x="605805" y="97230"/>
                </a:lnTo>
                <a:cubicBezTo>
                  <a:pt x="605805" y="84692"/>
                  <a:pt x="604894" y="73520"/>
                  <a:pt x="599657" y="66684"/>
                </a:cubicBezTo>
                <a:cubicBezTo>
                  <a:pt x="595782" y="61673"/>
                  <a:pt x="588724" y="58938"/>
                  <a:pt x="580752" y="58938"/>
                </a:cubicBezTo>
                <a:cubicBezTo>
                  <a:pt x="569594" y="58938"/>
                  <a:pt x="555930" y="61899"/>
                  <a:pt x="542036" y="77394"/>
                </a:cubicBezTo>
                <a:cubicBezTo>
                  <a:pt x="541351" y="78308"/>
                  <a:pt x="539756" y="80588"/>
                  <a:pt x="539756" y="77394"/>
                </a:cubicBezTo>
                <a:lnTo>
                  <a:pt x="539986" y="26119"/>
                </a:lnTo>
                <a:cubicBezTo>
                  <a:pt x="539986" y="11308"/>
                  <a:pt x="540896" y="2248"/>
                  <a:pt x="540896" y="2248"/>
                </a:cubicBezTo>
                <a:cubicBezTo>
                  <a:pt x="540896" y="678"/>
                  <a:pt x="539986" y="0"/>
                  <a:pt x="537935" y="0"/>
                </a:cubicBezTo>
                <a:cubicBezTo>
                  <a:pt x="532243" y="2248"/>
                  <a:pt x="515163" y="5393"/>
                  <a:pt x="506051" y="6068"/>
                </a:cubicBezTo>
                <a:cubicBezTo>
                  <a:pt x="505596" y="7892"/>
                  <a:pt x="506051" y="11534"/>
                  <a:pt x="507417" y="12900"/>
                </a:cubicBezTo>
                <a:cubicBezTo>
                  <a:pt x="519260" y="13584"/>
                  <a:pt x="521995" y="12444"/>
                  <a:pt x="521995" y="31589"/>
                </a:cubicBezTo>
                <a:lnTo>
                  <a:pt x="521995" y="131203"/>
                </a:lnTo>
                <a:cubicBezTo>
                  <a:pt x="521995" y="150129"/>
                  <a:pt x="519260" y="151039"/>
                  <a:pt x="506051" y="151953"/>
                </a:cubicBezTo>
                <a:cubicBezTo>
                  <a:pt x="504685" y="153319"/>
                  <a:pt x="504685" y="158101"/>
                  <a:pt x="506051" y="159466"/>
                </a:cubicBezTo>
                <a:cubicBezTo>
                  <a:pt x="513568" y="159241"/>
                  <a:pt x="521995" y="159011"/>
                  <a:pt x="531103" y="159011"/>
                </a:cubicBezTo>
                <a:cubicBezTo>
                  <a:pt x="539756" y="159011"/>
                  <a:pt x="547273" y="159241"/>
                  <a:pt x="553650" y="159466"/>
                </a:cubicBezTo>
                <a:cubicBezTo>
                  <a:pt x="555016" y="158101"/>
                  <a:pt x="555016" y="153319"/>
                  <a:pt x="553650" y="151953"/>
                </a:cubicBezTo>
                <a:cubicBezTo>
                  <a:pt x="542036" y="151039"/>
                  <a:pt x="539986" y="150129"/>
                  <a:pt x="539986" y="131203"/>
                </a:cubicBezTo>
                <a:lnTo>
                  <a:pt x="539986" y="93811"/>
                </a:lnTo>
                <a:close/>
                <a:moveTo>
                  <a:pt x="652720" y="94787"/>
                </a:moveTo>
                <a:cubicBezTo>
                  <a:pt x="657047" y="69162"/>
                  <a:pt x="672991" y="67122"/>
                  <a:pt x="678457" y="67122"/>
                </a:cubicBezTo>
                <a:cubicBezTo>
                  <a:pt x="687110" y="67122"/>
                  <a:pt x="697358" y="71886"/>
                  <a:pt x="697358" y="90934"/>
                </a:cubicBezTo>
                <a:cubicBezTo>
                  <a:pt x="697358" y="92973"/>
                  <a:pt x="696448" y="94110"/>
                  <a:pt x="693942" y="94110"/>
                </a:cubicBezTo>
                <a:lnTo>
                  <a:pt x="652720" y="94787"/>
                </a:lnTo>
                <a:moveTo>
                  <a:pt x="712388" y="137799"/>
                </a:moveTo>
                <a:cubicBezTo>
                  <a:pt x="703964" y="146449"/>
                  <a:pt x="697358" y="150087"/>
                  <a:pt x="684149" y="150087"/>
                </a:cubicBezTo>
                <a:cubicBezTo>
                  <a:pt x="675951" y="150087"/>
                  <a:pt x="666384" y="145309"/>
                  <a:pt x="659326" y="133705"/>
                </a:cubicBezTo>
                <a:cubicBezTo>
                  <a:pt x="654771" y="126196"/>
                  <a:pt x="652036" y="115729"/>
                  <a:pt x="652036" y="102530"/>
                </a:cubicBezTo>
                <a:lnTo>
                  <a:pt x="712617" y="102985"/>
                </a:lnTo>
                <a:cubicBezTo>
                  <a:pt x="715349" y="102985"/>
                  <a:pt x="716944" y="101620"/>
                  <a:pt x="716944" y="99114"/>
                </a:cubicBezTo>
                <a:cubicBezTo>
                  <a:pt x="716944" y="80049"/>
                  <a:pt x="710112" y="59605"/>
                  <a:pt x="678457" y="59605"/>
                </a:cubicBezTo>
                <a:cubicBezTo>
                  <a:pt x="658642" y="59605"/>
                  <a:pt x="632905" y="78461"/>
                  <a:pt x="632905" y="112997"/>
                </a:cubicBezTo>
                <a:cubicBezTo>
                  <a:pt x="632905" y="125740"/>
                  <a:pt x="636095" y="138028"/>
                  <a:pt x="643612" y="146674"/>
                </a:cubicBezTo>
                <a:cubicBezTo>
                  <a:pt x="651354" y="155783"/>
                  <a:pt x="662058" y="161246"/>
                  <a:pt x="678457" y="161246"/>
                </a:cubicBezTo>
                <a:cubicBezTo>
                  <a:pt x="695763" y="161246"/>
                  <a:pt x="708062" y="153277"/>
                  <a:pt x="717173" y="141441"/>
                </a:cubicBezTo>
                <a:cubicBezTo>
                  <a:pt x="716489" y="139165"/>
                  <a:pt x="715123" y="138028"/>
                  <a:pt x="712388" y="137799"/>
                </a:cubicBezTo>
                <a:close/>
                <a:moveTo>
                  <a:pt x="873862" y="138237"/>
                </a:moveTo>
                <a:cubicBezTo>
                  <a:pt x="872951" y="136187"/>
                  <a:pt x="871127" y="135276"/>
                  <a:pt x="869080" y="135047"/>
                </a:cubicBezTo>
                <a:cubicBezTo>
                  <a:pt x="861334" y="145076"/>
                  <a:pt x="851541" y="150087"/>
                  <a:pt x="841748" y="150087"/>
                </a:cubicBezTo>
                <a:cubicBezTo>
                  <a:pt x="825123" y="150087"/>
                  <a:pt x="811230" y="133226"/>
                  <a:pt x="811230" y="106561"/>
                </a:cubicBezTo>
                <a:cubicBezTo>
                  <a:pt x="811230" y="81495"/>
                  <a:pt x="822162" y="66455"/>
                  <a:pt x="837196" y="66455"/>
                </a:cubicBezTo>
                <a:cubicBezTo>
                  <a:pt x="850630" y="66455"/>
                  <a:pt x="852451" y="74430"/>
                  <a:pt x="853365" y="82406"/>
                </a:cubicBezTo>
                <a:cubicBezTo>
                  <a:pt x="854047" y="88560"/>
                  <a:pt x="857237" y="90610"/>
                  <a:pt x="862018" y="90610"/>
                </a:cubicBezTo>
                <a:cubicBezTo>
                  <a:pt x="866800" y="90610"/>
                  <a:pt x="873177" y="87650"/>
                  <a:pt x="873177" y="80585"/>
                </a:cubicBezTo>
                <a:cubicBezTo>
                  <a:pt x="873177" y="68050"/>
                  <a:pt x="860197" y="58938"/>
                  <a:pt x="838332" y="58938"/>
                </a:cubicBezTo>
                <a:cubicBezTo>
                  <a:pt x="815785" y="58938"/>
                  <a:pt x="791644" y="79215"/>
                  <a:pt x="791644" y="111576"/>
                </a:cubicBezTo>
                <a:cubicBezTo>
                  <a:pt x="791644" y="140972"/>
                  <a:pt x="808043" y="161246"/>
                  <a:pt x="836737" y="161246"/>
                </a:cubicBezTo>
                <a:cubicBezTo>
                  <a:pt x="850405" y="161246"/>
                  <a:pt x="862474" y="156919"/>
                  <a:pt x="873862" y="138237"/>
                </a:cubicBezTo>
                <a:close/>
                <a:moveTo>
                  <a:pt x="890030" y="112257"/>
                </a:moveTo>
                <a:cubicBezTo>
                  <a:pt x="890030" y="135502"/>
                  <a:pt x="905518" y="161246"/>
                  <a:pt x="937858" y="161246"/>
                </a:cubicBezTo>
                <a:cubicBezTo>
                  <a:pt x="952432" y="161246"/>
                  <a:pt x="963594" y="156009"/>
                  <a:pt x="971337" y="148492"/>
                </a:cubicBezTo>
                <a:cubicBezTo>
                  <a:pt x="981585" y="138463"/>
                  <a:pt x="986141" y="124107"/>
                  <a:pt x="986141" y="110207"/>
                </a:cubicBezTo>
                <a:cubicBezTo>
                  <a:pt x="986141" y="86506"/>
                  <a:pt x="973158" y="58938"/>
                  <a:pt x="938313" y="58938"/>
                </a:cubicBezTo>
                <a:cubicBezTo>
                  <a:pt x="923283" y="58938"/>
                  <a:pt x="910985" y="65089"/>
                  <a:pt x="902557" y="74885"/>
                </a:cubicBezTo>
                <a:cubicBezTo>
                  <a:pt x="894360" y="84685"/>
                  <a:pt x="890030" y="97901"/>
                  <a:pt x="890030" y="112257"/>
                </a:cubicBezTo>
                <a:moveTo>
                  <a:pt x="934897" y="66910"/>
                </a:moveTo>
                <a:cubicBezTo>
                  <a:pt x="954483" y="66910"/>
                  <a:pt x="966555" y="84685"/>
                  <a:pt x="966555" y="117501"/>
                </a:cubicBezTo>
                <a:cubicBezTo>
                  <a:pt x="966555" y="146212"/>
                  <a:pt x="951751" y="153277"/>
                  <a:pt x="941048" y="153277"/>
                </a:cubicBezTo>
                <a:cubicBezTo>
                  <a:pt x="917361" y="153277"/>
                  <a:pt x="909619" y="124562"/>
                  <a:pt x="909619" y="107016"/>
                </a:cubicBezTo>
                <a:cubicBezTo>
                  <a:pt x="909619" y="87191"/>
                  <a:pt x="914401" y="66910"/>
                  <a:pt x="934897" y="66910"/>
                </a:cubicBezTo>
                <a:close/>
                <a:moveTo>
                  <a:pt x="1034196" y="77394"/>
                </a:moveTo>
                <a:cubicBezTo>
                  <a:pt x="1033966" y="70555"/>
                  <a:pt x="1033511" y="62358"/>
                  <a:pt x="1032371" y="60078"/>
                </a:cubicBezTo>
                <a:cubicBezTo>
                  <a:pt x="1031916" y="58938"/>
                  <a:pt x="1031461" y="58257"/>
                  <a:pt x="1029640" y="58257"/>
                </a:cubicBezTo>
                <a:cubicBezTo>
                  <a:pt x="1023263" y="60763"/>
                  <a:pt x="1017341" y="62813"/>
                  <a:pt x="1001627" y="64860"/>
                </a:cubicBezTo>
                <a:cubicBezTo>
                  <a:pt x="1001172" y="66229"/>
                  <a:pt x="1001627" y="69871"/>
                  <a:pt x="1002082" y="71240"/>
                </a:cubicBezTo>
                <a:cubicBezTo>
                  <a:pt x="1014381" y="72380"/>
                  <a:pt x="1016886" y="73520"/>
                  <a:pt x="1016886" y="86743"/>
                </a:cubicBezTo>
                <a:lnTo>
                  <a:pt x="1016886" y="131203"/>
                </a:lnTo>
                <a:cubicBezTo>
                  <a:pt x="1016886" y="149899"/>
                  <a:pt x="1013925" y="151039"/>
                  <a:pt x="1001398" y="151953"/>
                </a:cubicBezTo>
                <a:cubicBezTo>
                  <a:pt x="1000032" y="153319"/>
                  <a:pt x="1000032" y="158101"/>
                  <a:pt x="1001398" y="159466"/>
                </a:cubicBezTo>
                <a:cubicBezTo>
                  <a:pt x="1008233" y="159241"/>
                  <a:pt x="1016886" y="159011"/>
                  <a:pt x="1025994" y="159011"/>
                </a:cubicBezTo>
                <a:cubicBezTo>
                  <a:pt x="1035106" y="159011"/>
                  <a:pt x="1042164" y="159241"/>
                  <a:pt x="1048996" y="159466"/>
                </a:cubicBezTo>
                <a:cubicBezTo>
                  <a:pt x="1050366" y="158101"/>
                  <a:pt x="1050366" y="153319"/>
                  <a:pt x="1048996" y="151953"/>
                </a:cubicBezTo>
                <a:cubicBezTo>
                  <a:pt x="1037382" y="150813"/>
                  <a:pt x="1034877" y="149899"/>
                  <a:pt x="1034877" y="131203"/>
                </a:cubicBezTo>
                <a:lnTo>
                  <a:pt x="1034877" y="93811"/>
                </a:lnTo>
                <a:cubicBezTo>
                  <a:pt x="1034877" y="89022"/>
                  <a:pt x="1036927" y="86287"/>
                  <a:pt x="1038748" y="84237"/>
                </a:cubicBezTo>
                <a:cubicBezTo>
                  <a:pt x="1047860" y="75344"/>
                  <a:pt x="1056287" y="70781"/>
                  <a:pt x="1063345" y="70781"/>
                </a:cubicBezTo>
                <a:cubicBezTo>
                  <a:pt x="1072002" y="70781"/>
                  <a:pt x="1078378" y="76255"/>
                  <a:pt x="1078378" y="91531"/>
                </a:cubicBezTo>
                <a:lnTo>
                  <a:pt x="1078378" y="131203"/>
                </a:lnTo>
                <a:cubicBezTo>
                  <a:pt x="1078378" y="149899"/>
                  <a:pt x="1076554" y="151039"/>
                  <a:pt x="1064256" y="151953"/>
                </a:cubicBezTo>
                <a:cubicBezTo>
                  <a:pt x="1063119" y="153319"/>
                  <a:pt x="1063119" y="158101"/>
                  <a:pt x="1064256" y="159466"/>
                </a:cubicBezTo>
                <a:cubicBezTo>
                  <a:pt x="1069951" y="159241"/>
                  <a:pt x="1078378" y="159011"/>
                  <a:pt x="1087487" y="159011"/>
                </a:cubicBezTo>
                <a:cubicBezTo>
                  <a:pt x="1096599" y="159011"/>
                  <a:pt x="1104112" y="159241"/>
                  <a:pt x="1109807" y="159466"/>
                </a:cubicBezTo>
                <a:cubicBezTo>
                  <a:pt x="1110944" y="158101"/>
                  <a:pt x="1110944" y="153319"/>
                  <a:pt x="1109807" y="151953"/>
                </a:cubicBezTo>
                <a:cubicBezTo>
                  <a:pt x="1098420" y="151039"/>
                  <a:pt x="1096369" y="149899"/>
                  <a:pt x="1096369" y="131203"/>
                </a:cubicBezTo>
                <a:lnTo>
                  <a:pt x="1096369" y="94951"/>
                </a:lnTo>
                <a:cubicBezTo>
                  <a:pt x="1096369" y="91761"/>
                  <a:pt x="1096369" y="88567"/>
                  <a:pt x="1096140" y="85832"/>
                </a:cubicBezTo>
                <a:cubicBezTo>
                  <a:pt x="1107073" y="73746"/>
                  <a:pt x="1117321" y="70781"/>
                  <a:pt x="1126203" y="70781"/>
                </a:cubicBezTo>
                <a:cubicBezTo>
                  <a:pt x="1134860" y="70781"/>
                  <a:pt x="1139867" y="75799"/>
                  <a:pt x="1139867" y="91076"/>
                </a:cubicBezTo>
                <a:lnTo>
                  <a:pt x="1139867" y="131203"/>
                </a:lnTo>
                <a:cubicBezTo>
                  <a:pt x="1139867" y="149899"/>
                  <a:pt x="1137591" y="151039"/>
                  <a:pt x="1125748" y="151953"/>
                </a:cubicBezTo>
                <a:cubicBezTo>
                  <a:pt x="1124608" y="153319"/>
                  <a:pt x="1124608" y="158101"/>
                  <a:pt x="1125748" y="159466"/>
                </a:cubicBezTo>
                <a:cubicBezTo>
                  <a:pt x="1131444" y="159241"/>
                  <a:pt x="1139867" y="159011"/>
                  <a:pt x="1148979" y="159011"/>
                </a:cubicBezTo>
                <a:cubicBezTo>
                  <a:pt x="1158087" y="159011"/>
                  <a:pt x="1166059" y="159241"/>
                  <a:pt x="1172436" y="159466"/>
                </a:cubicBezTo>
                <a:cubicBezTo>
                  <a:pt x="1173576" y="158101"/>
                  <a:pt x="1173576" y="153319"/>
                  <a:pt x="1172436" y="151953"/>
                </a:cubicBezTo>
                <a:cubicBezTo>
                  <a:pt x="1159912" y="151039"/>
                  <a:pt x="1157861" y="149899"/>
                  <a:pt x="1157861" y="131203"/>
                </a:cubicBezTo>
                <a:lnTo>
                  <a:pt x="1157861" y="95180"/>
                </a:lnTo>
                <a:cubicBezTo>
                  <a:pt x="1157861" y="74889"/>
                  <a:pt x="1154445" y="58938"/>
                  <a:pt x="1134404" y="58938"/>
                </a:cubicBezTo>
                <a:cubicBezTo>
                  <a:pt x="1122787" y="58938"/>
                  <a:pt x="1108668" y="63268"/>
                  <a:pt x="1096824" y="75799"/>
                </a:cubicBezTo>
                <a:cubicBezTo>
                  <a:pt x="1096140" y="76484"/>
                  <a:pt x="1094774" y="77624"/>
                  <a:pt x="1094319" y="75570"/>
                </a:cubicBezTo>
                <a:cubicBezTo>
                  <a:pt x="1092269" y="66229"/>
                  <a:pt x="1083386" y="58938"/>
                  <a:pt x="1071546" y="58938"/>
                </a:cubicBezTo>
                <a:cubicBezTo>
                  <a:pt x="1058334" y="58938"/>
                  <a:pt x="1046494" y="66684"/>
                  <a:pt x="1036927" y="77394"/>
                </a:cubicBezTo>
                <a:cubicBezTo>
                  <a:pt x="1035787" y="78534"/>
                  <a:pt x="1034422" y="80133"/>
                  <a:pt x="1034196" y="77394"/>
                </a:cubicBezTo>
                <a:close/>
                <a:moveTo>
                  <a:pt x="1214115" y="77394"/>
                </a:moveTo>
                <a:cubicBezTo>
                  <a:pt x="1213885" y="70555"/>
                  <a:pt x="1213430" y="62358"/>
                  <a:pt x="1212290" y="60078"/>
                </a:cubicBezTo>
                <a:cubicBezTo>
                  <a:pt x="1211835" y="58938"/>
                  <a:pt x="1211380" y="58257"/>
                  <a:pt x="1209559" y="58257"/>
                </a:cubicBezTo>
                <a:cubicBezTo>
                  <a:pt x="1203182" y="60763"/>
                  <a:pt x="1197260" y="62813"/>
                  <a:pt x="1181546" y="64860"/>
                </a:cubicBezTo>
                <a:cubicBezTo>
                  <a:pt x="1181090" y="66229"/>
                  <a:pt x="1181546" y="69871"/>
                  <a:pt x="1182001" y="71240"/>
                </a:cubicBezTo>
                <a:cubicBezTo>
                  <a:pt x="1194299" y="72380"/>
                  <a:pt x="1196805" y="73520"/>
                  <a:pt x="1196805" y="86743"/>
                </a:cubicBezTo>
                <a:lnTo>
                  <a:pt x="1196805" y="131203"/>
                </a:lnTo>
                <a:cubicBezTo>
                  <a:pt x="1196805" y="149899"/>
                  <a:pt x="1193844" y="151039"/>
                  <a:pt x="1181316" y="151953"/>
                </a:cubicBezTo>
                <a:cubicBezTo>
                  <a:pt x="1179951" y="153319"/>
                  <a:pt x="1179951" y="158101"/>
                  <a:pt x="1181316" y="159466"/>
                </a:cubicBezTo>
                <a:cubicBezTo>
                  <a:pt x="1188152" y="159241"/>
                  <a:pt x="1196805" y="159011"/>
                  <a:pt x="1205913" y="159011"/>
                </a:cubicBezTo>
                <a:cubicBezTo>
                  <a:pt x="1215025" y="159011"/>
                  <a:pt x="1222083" y="159241"/>
                  <a:pt x="1228915" y="159466"/>
                </a:cubicBezTo>
                <a:cubicBezTo>
                  <a:pt x="1230284" y="158101"/>
                  <a:pt x="1230284" y="153319"/>
                  <a:pt x="1228915" y="151953"/>
                </a:cubicBezTo>
                <a:cubicBezTo>
                  <a:pt x="1217301" y="150813"/>
                  <a:pt x="1214796" y="149899"/>
                  <a:pt x="1214796" y="131203"/>
                </a:cubicBezTo>
                <a:lnTo>
                  <a:pt x="1214796" y="93811"/>
                </a:lnTo>
                <a:cubicBezTo>
                  <a:pt x="1214796" y="89022"/>
                  <a:pt x="1216846" y="86287"/>
                  <a:pt x="1218667" y="84237"/>
                </a:cubicBezTo>
                <a:cubicBezTo>
                  <a:pt x="1227779" y="75344"/>
                  <a:pt x="1236206" y="70781"/>
                  <a:pt x="1243264" y="70781"/>
                </a:cubicBezTo>
                <a:cubicBezTo>
                  <a:pt x="1251920" y="70781"/>
                  <a:pt x="1258297" y="76255"/>
                  <a:pt x="1258297" y="91531"/>
                </a:cubicBezTo>
                <a:lnTo>
                  <a:pt x="1258297" y="131203"/>
                </a:lnTo>
                <a:cubicBezTo>
                  <a:pt x="1258297" y="149899"/>
                  <a:pt x="1256473" y="151039"/>
                  <a:pt x="1244174" y="151953"/>
                </a:cubicBezTo>
                <a:cubicBezTo>
                  <a:pt x="1243038" y="153319"/>
                  <a:pt x="1243038" y="158101"/>
                  <a:pt x="1244174" y="159466"/>
                </a:cubicBezTo>
                <a:cubicBezTo>
                  <a:pt x="1249870" y="159241"/>
                  <a:pt x="1258297" y="159011"/>
                  <a:pt x="1267406" y="159011"/>
                </a:cubicBezTo>
                <a:cubicBezTo>
                  <a:pt x="1276517" y="159011"/>
                  <a:pt x="1284031" y="159241"/>
                  <a:pt x="1289726" y="159466"/>
                </a:cubicBezTo>
                <a:cubicBezTo>
                  <a:pt x="1290863" y="158101"/>
                  <a:pt x="1290863" y="153319"/>
                  <a:pt x="1289726" y="151953"/>
                </a:cubicBezTo>
                <a:cubicBezTo>
                  <a:pt x="1278338" y="151039"/>
                  <a:pt x="1276288" y="149899"/>
                  <a:pt x="1276288" y="131203"/>
                </a:cubicBezTo>
                <a:lnTo>
                  <a:pt x="1276288" y="94951"/>
                </a:lnTo>
                <a:cubicBezTo>
                  <a:pt x="1276288" y="91761"/>
                  <a:pt x="1276288" y="88567"/>
                  <a:pt x="1276059" y="85832"/>
                </a:cubicBezTo>
                <a:cubicBezTo>
                  <a:pt x="1286991" y="73746"/>
                  <a:pt x="1297239" y="70781"/>
                  <a:pt x="1306122" y="70781"/>
                </a:cubicBezTo>
                <a:cubicBezTo>
                  <a:pt x="1314778" y="70781"/>
                  <a:pt x="1319786" y="75799"/>
                  <a:pt x="1319786" y="91076"/>
                </a:cubicBezTo>
                <a:lnTo>
                  <a:pt x="1319786" y="131203"/>
                </a:lnTo>
                <a:cubicBezTo>
                  <a:pt x="1319786" y="149899"/>
                  <a:pt x="1317510" y="151039"/>
                  <a:pt x="1305667" y="151953"/>
                </a:cubicBezTo>
                <a:cubicBezTo>
                  <a:pt x="1304527" y="153319"/>
                  <a:pt x="1304527" y="158101"/>
                  <a:pt x="1305667" y="159466"/>
                </a:cubicBezTo>
                <a:cubicBezTo>
                  <a:pt x="1311362" y="159241"/>
                  <a:pt x="1319786" y="159011"/>
                  <a:pt x="1328898" y="159011"/>
                </a:cubicBezTo>
                <a:cubicBezTo>
                  <a:pt x="1338006" y="159011"/>
                  <a:pt x="1345978" y="159241"/>
                  <a:pt x="1352355" y="159466"/>
                </a:cubicBezTo>
                <a:cubicBezTo>
                  <a:pt x="1353495" y="158101"/>
                  <a:pt x="1353495" y="153319"/>
                  <a:pt x="1352355" y="151953"/>
                </a:cubicBezTo>
                <a:cubicBezTo>
                  <a:pt x="1339831" y="151039"/>
                  <a:pt x="1337780" y="149899"/>
                  <a:pt x="1337780" y="131203"/>
                </a:cubicBezTo>
                <a:lnTo>
                  <a:pt x="1337780" y="95180"/>
                </a:lnTo>
                <a:cubicBezTo>
                  <a:pt x="1337780" y="74889"/>
                  <a:pt x="1334364" y="58938"/>
                  <a:pt x="1314323" y="58938"/>
                </a:cubicBezTo>
                <a:cubicBezTo>
                  <a:pt x="1302706" y="58938"/>
                  <a:pt x="1288586" y="63268"/>
                  <a:pt x="1276743" y="75799"/>
                </a:cubicBezTo>
                <a:cubicBezTo>
                  <a:pt x="1276059" y="76484"/>
                  <a:pt x="1274693" y="77624"/>
                  <a:pt x="1274238" y="75570"/>
                </a:cubicBezTo>
                <a:cubicBezTo>
                  <a:pt x="1272187" y="66229"/>
                  <a:pt x="1263305" y="58938"/>
                  <a:pt x="1251465" y="58938"/>
                </a:cubicBezTo>
                <a:cubicBezTo>
                  <a:pt x="1238253" y="58938"/>
                  <a:pt x="1226413" y="66684"/>
                  <a:pt x="1216846" y="77394"/>
                </a:cubicBezTo>
                <a:cubicBezTo>
                  <a:pt x="1215706" y="78534"/>
                  <a:pt x="1214340" y="80133"/>
                  <a:pt x="1214115" y="77394"/>
                </a:cubicBezTo>
                <a:close/>
                <a:moveTo>
                  <a:pt x="1364652" y="112257"/>
                </a:moveTo>
                <a:cubicBezTo>
                  <a:pt x="1364652" y="135502"/>
                  <a:pt x="1380140" y="161246"/>
                  <a:pt x="1412480" y="161246"/>
                </a:cubicBezTo>
                <a:cubicBezTo>
                  <a:pt x="1427055" y="161246"/>
                  <a:pt x="1438217" y="156009"/>
                  <a:pt x="1445959" y="148492"/>
                </a:cubicBezTo>
                <a:cubicBezTo>
                  <a:pt x="1456207" y="138463"/>
                  <a:pt x="1460763" y="124107"/>
                  <a:pt x="1460763" y="110207"/>
                </a:cubicBezTo>
                <a:cubicBezTo>
                  <a:pt x="1460763" y="86506"/>
                  <a:pt x="1447780" y="58938"/>
                  <a:pt x="1412935" y="58938"/>
                </a:cubicBezTo>
                <a:cubicBezTo>
                  <a:pt x="1397905" y="58938"/>
                  <a:pt x="1385607" y="65089"/>
                  <a:pt x="1377180" y="74885"/>
                </a:cubicBezTo>
                <a:cubicBezTo>
                  <a:pt x="1368982" y="84685"/>
                  <a:pt x="1364652" y="97901"/>
                  <a:pt x="1364652" y="112257"/>
                </a:cubicBezTo>
                <a:moveTo>
                  <a:pt x="1409519" y="66910"/>
                </a:moveTo>
                <a:cubicBezTo>
                  <a:pt x="1429105" y="66910"/>
                  <a:pt x="1441177" y="84685"/>
                  <a:pt x="1441177" y="117501"/>
                </a:cubicBezTo>
                <a:cubicBezTo>
                  <a:pt x="1441177" y="146212"/>
                  <a:pt x="1426373" y="153277"/>
                  <a:pt x="1415670" y="153277"/>
                </a:cubicBezTo>
                <a:cubicBezTo>
                  <a:pt x="1391984" y="153277"/>
                  <a:pt x="1384241" y="124562"/>
                  <a:pt x="1384241" y="107016"/>
                </a:cubicBezTo>
                <a:cubicBezTo>
                  <a:pt x="1384241" y="87191"/>
                  <a:pt x="1389023" y="66910"/>
                  <a:pt x="1409519" y="66910"/>
                </a:cubicBezTo>
                <a:close/>
                <a:moveTo>
                  <a:pt x="1512004" y="77394"/>
                </a:moveTo>
                <a:cubicBezTo>
                  <a:pt x="1510639" y="78990"/>
                  <a:pt x="1509273" y="79448"/>
                  <a:pt x="1509273" y="77394"/>
                </a:cubicBezTo>
                <a:cubicBezTo>
                  <a:pt x="1509044" y="71240"/>
                  <a:pt x="1508588" y="62358"/>
                  <a:pt x="1507448" y="60078"/>
                </a:cubicBezTo>
                <a:cubicBezTo>
                  <a:pt x="1506993" y="58938"/>
                  <a:pt x="1506538" y="58257"/>
                  <a:pt x="1504717" y="58257"/>
                </a:cubicBezTo>
                <a:cubicBezTo>
                  <a:pt x="1498340" y="60763"/>
                  <a:pt x="1492419" y="62813"/>
                  <a:pt x="1476704" y="64860"/>
                </a:cubicBezTo>
                <a:cubicBezTo>
                  <a:pt x="1476249" y="66229"/>
                  <a:pt x="1476704" y="69871"/>
                  <a:pt x="1477159" y="71240"/>
                </a:cubicBezTo>
                <a:cubicBezTo>
                  <a:pt x="1489458" y="72380"/>
                  <a:pt x="1491963" y="73520"/>
                  <a:pt x="1491963" y="86743"/>
                </a:cubicBezTo>
                <a:lnTo>
                  <a:pt x="1491963" y="131203"/>
                </a:lnTo>
                <a:cubicBezTo>
                  <a:pt x="1491963" y="149899"/>
                  <a:pt x="1489687" y="150813"/>
                  <a:pt x="1476019" y="151953"/>
                </a:cubicBezTo>
                <a:cubicBezTo>
                  <a:pt x="1474654" y="153319"/>
                  <a:pt x="1474654" y="158101"/>
                  <a:pt x="1476019" y="159466"/>
                </a:cubicBezTo>
                <a:cubicBezTo>
                  <a:pt x="1482855" y="159241"/>
                  <a:pt x="1491963" y="159011"/>
                  <a:pt x="1501072" y="159011"/>
                </a:cubicBezTo>
                <a:cubicBezTo>
                  <a:pt x="1510183" y="159011"/>
                  <a:pt x="1517015" y="159241"/>
                  <a:pt x="1523848" y="159466"/>
                </a:cubicBezTo>
                <a:cubicBezTo>
                  <a:pt x="1525213" y="158101"/>
                  <a:pt x="1525213" y="153319"/>
                  <a:pt x="1523848" y="151953"/>
                </a:cubicBezTo>
                <a:cubicBezTo>
                  <a:pt x="1512234" y="150813"/>
                  <a:pt x="1509954" y="149899"/>
                  <a:pt x="1509954" y="131203"/>
                </a:cubicBezTo>
                <a:lnTo>
                  <a:pt x="1509954" y="93811"/>
                </a:lnTo>
                <a:cubicBezTo>
                  <a:pt x="1509954" y="89022"/>
                  <a:pt x="1512004" y="86287"/>
                  <a:pt x="1513825" y="84237"/>
                </a:cubicBezTo>
                <a:cubicBezTo>
                  <a:pt x="1522482" y="75799"/>
                  <a:pt x="1532730" y="70781"/>
                  <a:pt x="1541612" y="70781"/>
                </a:cubicBezTo>
                <a:cubicBezTo>
                  <a:pt x="1546168" y="70781"/>
                  <a:pt x="1550950" y="73746"/>
                  <a:pt x="1553681" y="78990"/>
                </a:cubicBezTo>
                <a:cubicBezTo>
                  <a:pt x="1555961" y="83552"/>
                  <a:pt x="1556416" y="89707"/>
                  <a:pt x="1556416" y="96546"/>
                </a:cubicBezTo>
                <a:lnTo>
                  <a:pt x="1556416" y="131203"/>
                </a:lnTo>
                <a:cubicBezTo>
                  <a:pt x="1556416" y="149899"/>
                  <a:pt x="1554137" y="150813"/>
                  <a:pt x="1542294" y="151953"/>
                </a:cubicBezTo>
                <a:cubicBezTo>
                  <a:pt x="1541157" y="153319"/>
                  <a:pt x="1541157" y="158101"/>
                  <a:pt x="1542294" y="159466"/>
                </a:cubicBezTo>
                <a:cubicBezTo>
                  <a:pt x="1549129" y="159241"/>
                  <a:pt x="1556416" y="159011"/>
                  <a:pt x="1565525" y="159011"/>
                </a:cubicBezTo>
                <a:cubicBezTo>
                  <a:pt x="1574636" y="159011"/>
                  <a:pt x="1582834" y="159241"/>
                  <a:pt x="1589666" y="159466"/>
                </a:cubicBezTo>
                <a:cubicBezTo>
                  <a:pt x="1590806" y="158101"/>
                  <a:pt x="1590806" y="153319"/>
                  <a:pt x="1589666" y="151953"/>
                </a:cubicBezTo>
                <a:cubicBezTo>
                  <a:pt x="1576913" y="150813"/>
                  <a:pt x="1574407" y="149899"/>
                  <a:pt x="1574407" y="131203"/>
                </a:cubicBezTo>
                <a:lnTo>
                  <a:pt x="1574407" y="97230"/>
                </a:lnTo>
                <a:cubicBezTo>
                  <a:pt x="1574407" y="84692"/>
                  <a:pt x="1573497" y="73746"/>
                  <a:pt x="1568260" y="66684"/>
                </a:cubicBezTo>
                <a:cubicBezTo>
                  <a:pt x="1564385" y="61673"/>
                  <a:pt x="1557327" y="58938"/>
                  <a:pt x="1549355" y="58938"/>
                </a:cubicBezTo>
                <a:cubicBezTo>
                  <a:pt x="1538196" y="58938"/>
                  <a:pt x="1525443" y="61899"/>
                  <a:pt x="1512004" y="77394"/>
                </a:cubicBezTo>
                <a:close/>
                <a:moveTo>
                  <a:pt x="1729496" y="80241"/>
                </a:moveTo>
                <a:cubicBezTo>
                  <a:pt x="1729496" y="98224"/>
                  <a:pt x="1724255" y="104824"/>
                  <a:pt x="1703985" y="104824"/>
                </a:cubicBezTo>
                <a:lnTo>
                  <a:pt x="1693966" y="104824"/>
                </a:lnTo>
                <a:lnTo>
                  <a:pt x="1693966" y="75233"/>
                </a:lnTo>
                <a:cubicBezTo>
                  <a:pt x="1693966" y="63171"/>
                  <a:pt x="1696242" y="60895"/>
                  <a:pt x="1708996" y="60895"/>
                </a:cubicBezTo>
                <a:cubicBezTo>
                  <a:pt x="1724940" y="60895"/>
                  <a:pt x="1729496" y="66587"/>
                  <a:pt x="1729496" y="80241"/>
                </a:cubicBezTo>
                <a:moveTo>
                  <a:pt x="1693966" y="131241"/>
                </a:moveTo>
                <a:lnTo>
                  <a:pt x="1693966" y="111426"/>
                </a:lnTo>
                <a:lnTo>
                  <a:pt x="1706491" y="111426"/>
                </a:lnTo>
                <a:cubicBezTo>
                  <a:pt x="1715147" y="111426"/>
                  <a:pt x="1718334" y="118943"/>
                  <a:pt x="1721295" y="127370"/>
                </a:cubicBezTo>
                <a:lnTo>
                  <a:pt x="1726306" y="141034"/>
                </a:lnTo>
                <a:cubicBezTo>
                  <a:pt x="1731543" y="155116"/>
                  <a:pt x="1739289" y="160578"/>
                  <a:pt x="1749082" y="160578"/>
                </a:cubicBezTo>
                <a:cubicBezTo>
                  <a:pt x="1752498" y="160578"/>
                  <a:pt x="1759556" y="159897"/>
                  <a:pt x="1763427" y="158987"/>
                </a:cubicBezTo>
                <a:cubicBezTo>
                  <a:pt x="1764112" y="156707"/>
                  <a:pt x="1763656" y="154431"/>
                  <a:pt x="1762061" y="152610"/>
                </a:cubicBezTo>
                <a:cubicBezTo>
                  <a:pt x="1753863" y="152610"/>
                  <a:pt x="1749537" y="151244"/>
                  <a:pt x="1744981" y="139411"/>
                </a:cubicBezTo>
                <a:lnTo>
                  <a:pt x="1738375" y="122349"/>
                </a:lnTo>
                <a:cubicBezTo>
                  <a:pt x="1735643" y="115298"/>
                  <a:pt x="1732912" y="111426"/>
                  <a:pt x="1729951" y="108469"/>
                </a:cubicBezTo>
                <a:lnTo>
                  <a:pt x="1729951" y="108010"/>
                </a:lnTo>
                <a:cubicBezTo>
                  <a:pt x="1737694" y="105279"/>
                  <a:pt x="1749308" y="95948"/>
                  <a:pt x="1749308" y="80241"/>
                </a:cubicBezTo>
                <a:cubicBezTo>
                  <a:pt x="1749308" y="61350"/>
                  <a:pt x="1737464" y="53378"/>
                  <a:pt x="1710365" y="53378"/>
                </a:cubicBezTo>
                <a:cubicBezTo>
                  <a:pt x="1704670" y="53378"/>
                  <a:pt x="1691690" y="54292"/>
                  <a:pt x="1684854" y="54292"/>
                </a:cubicBezTo>
                <a:cubicBezTo>
                  <a:pt x="1678252" y="54292"/>
                  <a:pt x="1668685" y="54062"/>
                  <a:pt x="1659576" y="53837"/>
                </a:cubicBezTo>
                <a:cubicBezTo>
                  <a:pt x="1658211" y="55202"/>
                  <a:pt x="1658211" y="59984"/>
                  <a:pt x="1659576" y="61350"/>
                </a:cubicBezTo>
                <a:cubicBezTo>
                  <a:pt x="1673470" y="62260"/>
                  <a:pt x="1675976" y="63171"/>
                  <a:pt x="1675976" y="82062"/>
                </a:cubicBezTo>
                <a:lnTo>
                  <a:pt x="1675976" y="131221"/>
                </a:lnTo>
                <a:cubicBezTo>
                  <a:pt x="1675976" y="150132"/>
                  <a:pt x="1673470" y="150813"/>
                  <a:pt x="1659576" y="151953"/>
                </a:cubicBezTo>
                <a:cubicBezTo>
                  <a:pt x="1658211" y="153319"/>
                  <a:pt x="1658211" y="158101"/>
                  <a:pt x="1659576" y="159466"/>
                </a:cubicBezTo>
                <a:cubicBezTo>
                  <a:pt x="1668230" y="159241"/>
                  <a:pt x="1677567" y="159011"/>
                  <a:pt x="1685084" y="159011"/>
                </a:cubicBezTo>
                <a:cubicBezTo>
                  <a:pt x="1692145" y="159011"/>
                  <a:pt x="1699659" y="159241"/>
                  <a:pt x="1706946" y="159466"/>
                </a:cubicBezTo>
                <a:cubicBezTo>
                  <a:pt x="1708315" y="158101"/>
                  <a:pt x="1708315" y="153319"/>
                  <a:pt x="1706946" y="151953"/>
                </a:cubicBezTo>
                <a:cubicBezTo>
                  <a:pt x="1696242" y="151269"/>
                  <a:pt x="1693966" y="150132"/>
                  <a:pt x="1693966" y="131235"/>
                </a:cubicBezTo>
                <a:lnTo>
                  <a:pt x="1693966" y="131241"/>
                </a:lnTo>
                <a:close/>
                <a:moveTo>
                  <a:pt x="1823324" y="107819"/>
                </a:moveTo>
                <a:cubicBezTo>
                  <a:pt x="1838357" y="107819"/>
                  <a:pt x="1838583" y="112142"/>
                  <a:pt x="1839038" y="120562"/>
                </a:cubicBezTo>
                <a:cubicBezTo>
                  <a:pt x="1840178" y="121699"/>
                  <a:pt x="1844279" y="121699"/>
                  <a:pt x="1845415" y="120562"/>
                </a:cubicBezTo>
                <a:cubicBezTo>
                  <a:pt x="1845189" y="115329"/>
                  <a:pt x="1844960" y="107590"/>
                  <a:pt x="1844960" y="103948"/>
                </a:cubicBezTo>
                <a:cubicBezTo>
                  <a:pt x="1844960" y="100758"/>
                  <a:pt x="1845189" y="93463"/>
                  <a:pt x="1845415" y="87768"/>
                </a:cubicBezTo>
                <a:cubicBezTo>
                  <a:pt x="1844279" y="86628"/>
                  <a:pt x="1840178" y="86628"/>
                  <a:pt x="1839038" y="87768"/>
                </a:cubicBezTo>
                <a:cubicBezTo>
                  <a:pt x="1838583" y="98023"/>
                  <a:pt x="1838128" y="100528"/>
                  <a:pt x="1823324" y="100528"/>
                </a:cubicBezTo>
                <a:lnTo>
                  <a:pt x="1810344" y="100528"/>
                </a:lnTo>
                <a:lnTo>
                  <a:pt x="1810344" y="68168"/>
                </a:lnTo>
                <a:cubicBezTo>
                  <a:pt x="1810344" y="64293"/>
                  <a:pt x="1813305" y="61784"/>
                  <a:pt x="1817632" y="61784"/>
                </a:cubicBezTo>
                <a:lnTo>
                  <a:pt x="1830615" y="61784"/>
                </a:lnTo>
                <a:cubicBezTo>
                  <a:pt x="1849290" y="61784"/>
                  <a:pt x="1852251" y="69304"/>
                  <a:pt x="1856348" y="82298"/>
                </a:cubicBezTo>
                <a:cubicBezTo>
                  <a:pt x="1858628" y="82524"/>
                  <a:pt x="1860674" y="82068"/>
                  <a:pt x="1862499" y="81158"/>
                </a:cubicBezTo>
                <a:cubicBezTo>
                  <a:pt x="1861588" y="73408"/>
                  <a:pt x="1858853" y="55637"/>
                  <a:pt x="1858398" y="54042"/>
                </a:cubicBezTo>
                <a:cubicBezTo>
                  <a:pt x="1858398" y="53586"/>
                  <a:pt x="1858169" y="53357"/>
                  <a:pt x="1857714" y="53357"/>
                </a:cubicBezTo>
                <a:cubicBezTo>
                  <a:pt x="1854527" y="54042"/>
                  <a:pt x="1852251" y="54268"/>
                  <a:pt x="1848376" y="54268"/>
                </a:cubicBezTo>
                <a:lnTo>
                  <a:pt x="1801232" y="54268"/>
                </a:lnTo>
                <a:cubicBezTo>
                  <a:pt x="1794630" y="54268"/>
                  <a:pt x="1784152" y="54042"/>
                  <a:pt x="1775954" y="53812"/>
                </a:cubicBezTo>
                <a:cubicBezTo>
                  <a:pt x="1774589" y="55181"/>
                  <a:pt x="1774589" y="59963"/>
                  <a:pt x="1775954" y="61329"/>
                </a:cubicBezTo>
                <a:cubicBezTo>
                  <a:pt x="1789848" y="62239"/>
                  <a:pt x="1792354" y="63153"/>
                  <a:pt x="1792354" y="82068"/>
                </a:cubicBezTo>
                <a:lnTo>
                  <a:pt x="1792354" y="131255"/>
                </a:lnTo>
                <a:cubicBezTo>
                  <a:pt x="1792354" y="150143"/>
                  <a:pt x="1789848" y="150824"/>
                  <a:pt x="1775954" y="151964"/>
                </a:cubicBezTo>
                <a:cubicBezTo>
                  <a:pt x="1774589" y="153329"/>
                  <a:pt x="1774589" y="158111"/>
                  <a:pt x="1775954" y="159480"/>
                </a:cubicBezTo>
                <a:cubicBezTo>
                  <a:pt x="1784152" y="159251"/>
                  <a:pt x="1794174" y="159022"/>
                  <a:pt x="1801462" y="159022"/>
                </a:cubicBezTo>
                <a:lnTo>
                  <a:pt x="1836536" y="159022"/>
                </a:lnTo>
                <a:cubicBezTo>
                  <a:pt x="1845645" y="159022"/>
                  <a:pt x="1860674" y="159480"/>
                  <a:pt x="1860674" y="159480"/>
                </a:cubicBezTo>
                <a:cubicBezTo>
                  <a:pt x="1863409" y="150143"/>
                  <a:pt x="1865915" y="137629"/>
                  <a:pt x="1867507" y="128069"/>
                </a:cubicBezTo>
                <a:cubicBezTo>
                  <a:pt x="1865460" y="126932"/>
                  <a:pt x="1863635" y="126477"/>
                  <a:pt x="1861130" y="127162"/>
                </a:cubicBezTo>
                <a:cubicBezTo>
                  <a:pt x="1857488" y="140586"/>
                  <a:pt x="1850882" y="151964"/>
                  <a:pt x="1831980" y="151964"/>
                </a:cubicBezTo>
                <a:lnTo>
                  <a:pt x="1822187" y="151964"/>
                </a:lnTo>
                <a:cubicBezTo>
                  <a:pt x="1812620" y="151964"/>
                  <a:pt x="1810344" y="149462"/>
                  <a:pt x="1810344" y="141952"/>
                </a:cubicBezTo>
                <a:lnTo>
                  <a:pt x="1810344" y="107819"/>
                </a:lnTo>
                <a:lnTo>
                  <a:pt x="1823324" y="107819"/>
                </a:lnTo>
                <a:close/>
                <a:moveTo>
                  <a:pt x="1982977" y="138282"/>
                </a:moveTo>
                <a:cubicBezTo>
                  <a:pt x="1982977" y="119426"/>
                  <a:pt x="1984343" y="118745"/>
                  <a:pt x="1991400" y="117609"/>
                </a:cubicBezTo>
                <a:cubicBezTo>
                  <a:pt x="1992770" y="116243"/>
                  <a:pt x="1992770" y="111461"/>
                  <a:pt x="1991400" y="110092"/>
                </a:cubicBezTo>
                <a:cubicBezTo>
                  <a:pt x="1987303" y="110321"/>
                  <a:pt x="1980926" y="110551"/>
                  <a:pt x="1973865" y="110551"/>
                </a:cubicBezTo>
                <a:cubicBezTo>
                  <a:pt x="1967033" y="110551"/>
                  <a:pt x="1956555" y="110321"/>
                  <a:pt x="1949953" y="110092"/>
                </a:cubicBezTo>
                <a:cubicBezTo>
                  <a:pt x="1948587" y="111461"/>
                  <a:pt x="1948587" y="116243"/>
                  <a:pt x="1949953" y="117609"/>
                </a:cubicBezTo>
                <a:cubicBezTo>
                  <a:pt x="1963846" y="118519"/>
                  <a:pt x="1964983" y="119426"/>
                  <a:pt x="1964983" y="138282"/>
                </a:cubicBezTo>
                <a:lnTo>
                  <a:pt x="1964983" y="150553"/>
                </a:lnTo>
                <a:cubicBezTo>
                  <a:pt x="1957695" y="152596"/>
                  <a:pt x="1950179" y="153732"/>
                  <a:pt x="1942210" y="153732"/>
                </a:cubicBezTo>
                <a:cubicBezTo>
                  <a:pt x="1913742" y="153732"/>
                  <a:pt x="1904404" y="124653"/>
                  <a:pt x="1904404" y="105995"/>
                </a:cubicBezTo>
                <a:cubicBezTo>
                  <a:pt x="1904404" y="78454"/>
                  <a:pt x="1917613" y="59560"/>
                  <a:pt x="1939475" y="59560"/>
                </a:cubicBezTo>
                <a:cubicBezTo>
                  <a:pt x="1962022" y="59560"/>
                  <a:pt x="1971589" y="70941"/>
                  <a:pt x="1975005" y="85509"/>
                </a:cubicBezTo>
                <a:cubicBezTo>
                  <a:pt x="1977281" y="86193"/>
                  <a:pt x="1979561" y="86193"/>
                  <a:pt x="1981837" y="84828"/>
                </a:cubicBezTo>
                <a:cubicBezTo>
                  <a:pt x="1981608" y="75494"/>
                  <a:pt x="1980926" y="65933"/>
                  <a:pt x="1978876" y="55689"/>
                </a:cubicBezTo>
                <a:cubicBezTo>
                  <a:pt x="1972044" y="55689"/>
                  <a:pt x="1955190" y="52043"/>
                  <a:pt x="1942436" y="52043"/>
                </a:cubicBezTo>
                <a:cubicBezTo>
                  <a:pt x="1909867" y="52043"/>
                  <a:pt x="1883905" y="72991"/>
                  <a:pt x="1883905" y="108956"/>
                </a:cubicBezTo>
                <a:cubicBezTo>
                  <a:pt x="1883905" y="137830"/>
                  <a:pt x="1905541" y="161246"/>
                  <a:pt x="1938110" y="161246"/>
                </a:cubicBezTo>
                <a:cubicBezTo>
                  <a:pt x="1953595" y="161246"/>
                  <a:pt x="1970449" y="158969"/>
                  <a:pt x="1985479" y="150779"/>
                </a:cubicBezTo>
                <a:cubicBezTo>
                  <a:pt x="1983887" y="149187"/>
                  <a:pt x="1982977" y="147144"/>
                  <a:pt x="1982977" y="145552"/>
                </a:cubicBezTo>
                <a:lnTo>
                  <a:pt x="1982977" y="138282"/>
                </a:lnTo>
                <a:close/>
                <a:moveTo>
                  <a:pt x="2043100" y="82058"/>
                </a:moveTo>
                <a:cubicBezTo>
                  <a:pt x="2043100" y="63160"/>
                  <a:pt x="2045606" y="62479"/>
                  <a:pt x="2059499" y="61339"/>
                </a:cubicBezTo>
                <a:cubicBezTo>
                  <a:pt x="2060865" y="59974"/>
                  <a:pt x="2060865" y="55192"/>
                  <a:pt x="2059499" y="53823"/>
                </a:cubicBezTo>
                <a:cubicBezTo>
                  <a:pt x="2050843" y="54052"/>
                  <a:pt x="2041050" y="54281"/>
                  <a:pt x="2033992" y="54281"/>
                </a:cubicBezTo>
                <a:cubicBezTo>
                  <a:pt x="2027160" y="54281"/>
                  <a:pt x="2017593" y="54052"/>
                  <a:pt x="2008710" y="53823"/>
                </a:cubicBezTo>
                <a:cubicBezTo>
                  <a:pt x="2007344" y="55192"/>
                  <a:pt x="2007344" y="59974"/>
                  <a:pt x="2008710" y="61339"/>
                </a:cubicBezTo>
                <a:cubicBezTo>
                  <a:pt x="2022604" y="62250"/>
                  <a:pt x="2025109" y="63160"/>
                  <a:pt x="2025109" y="82058"/>
                </a:cubicBezTo>
                <a:lnTo>
                  <a:pt x="2025109" y="131235"/>
                </a:lnTo>
                <a:cubicBezTo>
                  <a:pt x="2025109" y="150132"/>
                  <a:pt x="2022604" y="150813"/>
                  <a:pt x="2008710" y="151953"/>
                </a:cubicBezTo>
                <a:cubicBezTo>
                  <a:pt x="2007344" y="153319"/>
                  <a:pt x="2007344" y="158101"/>
                  <a:pt x="2008710" y="159466"/>
                </a:cubicBezTo>
                <a:cubicBezTo>
                  <a:pt x="2017137" y="159241"/>
                  <a:pt x="2026475" y="159011"/>
                  <a:pt x="2034218" y="159011"/>
                </a:cubicBezTo>
                <a:cubicBezTo>
                  <a:pt x="2041505" y="159011"/>
                  <a:pt x="2051527" y="159241"/>
                  <a:pt x="2059499" y="159466"/>
                </a:cubicBezTo>
                <a:cubicBezTo>
                  <a:pt x="2060865" y="158101"/>
                  <a:pt x="2060865" y="153319"/>
                  <a:pt x="2059499" y="151953"/>
                </a:cubicBezTo>
                <a:cubicBezTo>
                  <a:pt x="2045606" y="151043"/>
                  <a:pt x="2043100" y="150132"/>
                  <a:pt x="2043100" y="131235"/>
                </a:cubicBezTo>
                <a:lnTo>
                  <a:pt x="2043100" y="82058"/>
                </a:lnTo>
                <a:close/>
                <a:moveTo>
                  <a:pt x="2131920" y="59560"/>
                </a:moveTo>
                <a:cubicBezTo>
                  <a:pt x="2152190" y="59560"/>
                  <a:pt x="2169725" y="78211"/>
                  <a:pt x="2169725" y="108695"/>
                </a:cubicBezTo>
                <a:cubicBezTo>
                  <a:pt x="2169725" y="136673"/>
                  <a:pt x="2155835" y="153732"/>
                  <a:pt x="2135565" y="153732"/>
                </a:cubicBezTo>
                <a:cubicBezTo>
                  <a:pt x="2113474" y="153732"/>
                  <a:pt x="2097759" y="133716"/>
                  <a:pt x="2097759" y="105738"/>
                </a:cubicBezTo>
                <a:cubicBezTo>
                  <a:pt x="2097759" y="75028"/>
                  <a:pt x="2114839" y="59560"/>
                  <a:pt x="2131920" y="59560"/>
                </a:cubicBezTo>
                <a:moveTo>
                  <a:pt x="2189541" y="105508"/>
                </a:moveTo>
                <a:cubicBezTo>
                  <a:pt x="2189541" y="73207"/>
                  <a:pt x="2163578" y="52043"/>
                  <a:pt x="2133970" y="52043"/>
                </a:cubicBezTo>
                <a:cubicBezTo>
                  <a:pt x="2102315" y="52043"/>
                  <a:pt x="2077944" y="75028"/>
                  <a:pt x="2077944" y="108466"/>
                </a:cubicBezTo>
                <a:cubicBezTo>
                  <a:pt x="2077944" y="139401"/>
                  <a:pt x="2101404" y="161246"/>
                  <a:pt x="2132149" y="161246"/>
                </a:cubicBezTo>
                <a:cubicBezTo>
                  <a:pt x="2169500" y="161246"/>
                  <a:pt x="2189541" y="135078"/>
                  <a:pt x="2189541" y="105508"/>
                </a:cubicBezTo>
                <a:close/>
                <a:moveTo>
                  <a:pt x="2233041" y="131200"/>
                </a:moveTo>
                <a:lnTo>
                  <a:pt x="2233041" y="87966"/>
                </a:lnTo>
                <a:cubicBezTo>
                  <a:pt x="2233041" y="76814"/>
                  <a:pt x="2236002" y="78861"/>
                  <a:pt x="2241239" y="85460"/>
                </a:cubicBezTo>
                <a:lnTo>
                  <a:pt x="2294760" y="156686"/>
                </a:lnTo>
                <a:cubicBezTo>
                  <a:pt x="2298176" y="160328"/>
                  <a:pt x="2301821" y="161690"/>
                  <a:pt x="2305237" y="161690"/>
                </a:cubicBezTo>
                <a:cubicBezTo>
                  <a:pt x="2307969" y="161690"/>
                  <a:pt x="2310245" y="160099"/>
                  <a:pt x="2310245" y="155550"/>
                </a:cubicBezTo>
                <a:lnTo>
                  <a:pt x="2310245" y="82048"/>
                </a:lnTo>
                <a:cubicBezTo>
                  <a:pt x="2310245" y="63160"/>
                  <a:pt x="2312750" y="62479"/>
                  <a:pt x="2326644" y="61339"/>
                </a:cubicBezTo>
                <a:cubicBezTo>
                  <a:pt x="2328010" y="59974"/>
                  <a:pt x="2328010" y="55192"/>
                  <a:pt x="2326644" y="53823"/>
                </a:cubicBezTo>
                <a:cubicBezTo>
                  <a:pt x="2319812" y="54052"/>
                  <a:pt x="2311614" y="54281"/>
                  <a:pt x="2304778" y="54281"/>
                </a:cubicBezTo>
                <a:cubicBezTo>
                  <a:pt x="2297946" y="54281"/>
                  <a:pt x="2289978" y="54052"/>
                  <a:pt x="2283146" y="53823"/>
                </a:cubicBezTo>
                <a:cubicBezTo>
                  <a:pt x="2281777" y="55192"/>
                  <a:pt x="2281777" y="59974"/>
                  <a:pt x="2283146" y="61339"/>
                </a:cubicBezTo>
                <a:cubicBezTo>
                  <a:pt x="2297036" y="62250"/>
                  <a:pt x="2299541" y="63160"/>
                  <a:pt x="2299541" y="82048"/>
                </a:cubicBezTo>
                <a:lnTo>
                  <a:pt x="2299541" y="124601"/>
                </a:lnTo>
                <a:cubicBezTo>
                  <a:pt x="2299541" y="130745"/>
                  <a:pt x="2298860" y="134612"/>
                  <a:pt x="2291799" y="125056"/>
                </a:cubicBezTo>
                <a:lnTo>
                  <a:pt x="2239644" y="54281"/>
                </a:lnTo>
                <a:lnTo>
                  <a:pt x="2207305" y="53823"/>
                </a:lnTo>
                <a:lnTo>
                  <a:pt x="2206849" y="54507"/>
                </a:lnTo>
                <a:lnTo>
                  <a:pt x="2206849" y="59974"/>
                </a:lnTo>
                <a:cubicBezTo>
                  <a:pt x="2206849" y="60884"/>
                  <a:pt x="2208215" y="61339"/>
                  <a:pt x="2208900" y="61339"/>
                </a:cubicBezTo>
                <a:cubicBezTo>
                  <a:pt x="2217553" y="62024"/>
                  <a:pt x="2220058" y="64752"/>
                  <a:pt x="2222335" y="68849"/>
                </a:cubicBezTo>
                <a:lnTo>
                  <a:pt x="2222335" y="131200"/>
                </a:lnTo>
                <a:cubicBezTo>
                  <a:pt x="2222335" y="150132"/>
                  <a:pt x="2219832" y="151043"/>
                  <a:pt x="2205939" y="151953"/>
                </a:cubicBezTo>
                <a:cubicBezTo>
                  <a:pt x="2204573" y="153319"/>
                  <a:pt x="2204573" y="158101"/>
                  <a:pt x="2205939" y="159466"/>
                </a:cubicBezTo>
                <a:cubicBezTo>
                  <a:pt x="2212771" y="159241"/>
                  <a:pt x="2220743" y="159011"/>
                  <a:pt x="2227575" y="159011"/>
                </a:cubicBezTo>
                <a:cubicBezTo>
                  <a:pt x="2234407" y="159011"/>
                  <a:pt x="2242605" y="159241"/>
                  <a:pt x="2249437" y="159466"/>
                </a:cubicBezTo>
                <a:cubicBezTo>
                  <a:pt x="2250803" y="158101"/>
                  <a:pt x="2250803" y="153319"/>
                  <a:pt x="2249437" y="151953"/>
                </a:cubicBezTo>
                <a:cubicBezTo>
                  <a:pt x="2235544" y="150768"/>
                  <a:pt x="2233041" y="150087"/>
                  <a:pt x="2233041" y="131200"/>
                </a:cubicBezTo>
                <a:close/>
                <a:moveTo>
                  <a:pt x="2347819" y="149177"/>
                </a:moveTo>
                <a:cubicBezTo>
                  <a:pt x="2347819" y="155783"/>
                  <a:pt x="2353285" y="161246"/>
                  <a:pt x="2359888" y="161246"/>
                </a:cubicBezTo>
                <a:cubicBezTo>
                  <a:pt x="2366494" y="161246"/>
                  <a:pt x="2371960" y="155783"/>
                  <a:pt x="2371960" y="149177"/>
                </a:cubicBezTo>
                <a:cubicBezTo>
                  <a:pt x="2371960" y="142574"/>
                  <a:pt x="2366494" y="137107"/>
                  <a:pt x="2359888" y="137107"/>
                </a:cubicBezTo>
                <a:cubicBezTo>
                  <a:pt x="2353285" y="137107"/>
                  <a:pt x="2347819" y="142574"/>
                  <a:pt x="2347819" y="149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E7C9E-E847-470B-9F29-90B09A5C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6357" y="149294"/>
            <a:ext cx="4198692" cy="3408379"/>
          </a:xfrm>
          <a:custGeom xmlns:a="http://schemas.openxmlformats.org/drawingml/2006/main">
            <a:pathLst>
              <a:path w="4198692" h="3408379">
                <a:moveTo>
                  <a:pt x="19165" y="2389122"/>
                </a:moveTo>
                <a:lnTo>
                  <a:pt x="4843" y="2247699"/>
                </a:lnTo>
                <a:lnTo>
                  <a:pt x="0" y="2103673"/>
                </a:lnTo>
                <a:lnTo>
                  <a:pt x="4843" y="1959642"/>
                </a:lnTo>
                <a:lnTo>
                  <a:pt x="19165" y="1818215"/>
                </a:lnTo>
                <a:lnTo>
                  <a:pt x="42651" y="1679707"/>
                </a:lnTo>
                <a:lnTo>
                  <a:pt x="74991" y="1544431"/>
                </a:lnTo>
                <a:lnTo>
                  <a:pt x="115870" y="1412699"/>
                </a:lnTo>
                <a:lnTo>
                  <a:pt x="164977" y="1284825"/>
                </a:lnTo>
                <a:lnTo>
                  <a:pt x="221998" y="1161123"/>
                </a:lnTo>
                <a:lnTo>
                  <a:pt x="286622" y="1041906"/>
                </a:lnTo>
                <a:lnTo>
                  <a:pt x="358535" y="927486"/>
                </a:lnTo>
                <a:lnTo>
                  <a:pt x="437424" y="818178"/>
                </a:lnTo>
                <a:lnTo>
                  <a:pt x="522978" y="714295"/>
                </a:lnTo>
                <a:lnTo>
                  <a:pt x="614883" y="616149"/>
                </a:lnTo>
                <a:lnTo>
                  <a:pt x="712827" y="524055"/>
                </a:lnTo>
                <a:lnTo>
                  <a:pt x="816497" y="438325"/>
                </a:lnTo>
                <a:lnTo>
                  <a:pt x="925581" y="359272"/>
                </a:lnTo>
                <a:lnTo>
                  <a:pt x="1039765" y="287211"/>
                </a:lnTo>
                <a:lnTo>
                  <a:pt x="1158737" y="222455"/>
                </a:lnTo>
                <a:lnTo>
                  <a:pt x="1282185" y="165316"/>
                </a:lnTo>
                <a:lnTo>
                  <a:pt x="1409795" y="116108"/>
                </a:lnTo>
                <a:lnTo>
                  <a:pt x="1541256" y="75145"/>
                </a:lnTo>
                <a:lnTo>
                  <a:pt x="1676254" y="42739"/>
                </a:lnTo>
                <a:lnTo>
                  <a:pt x="1814477" y="19204"/>
                </a:lnTo>
                <a:lnTo>
                  <a:pt x="1955612" y="4853"/>
                </a:lnTo>
                <a:lnTo>
                  <a:pt x="2099346" y="0"/>
                </a:lnTo>
                <a:lnTo>
                  <a:pt x="2243077" y="4853"/>
                </a:lnTo>
                <a:lnTo>
                  <a:pt x="2384209" y="19204"/>
                </a:lnTo>
                <a:lnTo>
                  <a:pt x="2522430" y="42739"/>
                </a:lnTo>
                <a:lnTo>
                  <a:pt x="2657426" y="75145"/>
                </a:lnTo>
                <a:lnTo>
                  <a:pt x="2788885" y="116108"/>
                </a:lnTo>
                <a:lnTo>
                  <a:pt x="2916495" y="165316"/>
                </a:lnTo>
                <a:lnTo>
                  <a:pt x="3039942" y="222455"/>
                </a:lnTo>
                <a:lnTo>
                  <a:pt x="3158914" y="287211"/>
                </a:lnTo>
                <a:lnTo>
                  <a:pt x="3273099" y="359272"/>
                </a:lnTo>
                <a:lnTo>
                  <a:pt x="3382182" y="438325"/>
                </a:lnTo>
                <a:lnTo>
                  <a:pt x="3485853" y="524055"/>
                </a:lnTo>
                <a:lnTo>
                  <a:pt x="3583798" y="616149"/>
                </a:lnTo>
                <a:lnTo>
                  <a:pt x="3675704" y="714295"/>
                </a:lnTo>
                <a:lnTo>
                  <a:pt x="3761259" y="818178"/>
                </a:lnTo>
                <a:lnTo>
                  <a:pt x="3840150" y="927486"/>
                </a:lnTo>
                <a:lnTo>
                  <a:pt x="3912064" y="1041906"/>
                </a:lnTo>
                <a:lnTo>
                  <a:pt x="3976689" y="1161123"/>
                </a:lnTo>
                <a:lnTo>
                  <a:pt x="4033711" y="1284825"/>
                </a:lnTo>
                <a:lnTo>
                  <a:pt x="4082819" y="1412699"/>
                </a:lnTo>
                <a:lnTo>
                  <a:pt x="4123700" y="1544431"/>
                </a:lnTo>
                <a:lnTo>
                  <a:pt x="4156040" y="1679707"/>
                </a:lnTo>
                <a:lnTo>
                  <a:pt x="4179527" y="1818215"/>
                </a:lnTo>
                <a:lnTo>
                  <a:pt x="4193849" y="1959642"/>
                </a:lnTo>
                <a:lnTo>
                  <a:pt x="4198692" y="2103673"/>
                </a:lnTo>
                <a:lnTo>
                  <a:pt x="4193849" y="2247699"/>
                </a:lnTo>
                <a:lnTo>
                  <a:pt x="4179527" y="2389122"/>
                </a:lnTo>
                <a:lnTo>
                  <a:pt x="4156040" y="2527626"/>
                </a:lnTo>
                <a:lnTo>
                  <a:pt x="4123700" y="2662900"/>
                </a:lnTo>
                <a:lnTo>
                  <a:pt x="4082819" y="2794630"/>
                </a:lnTo>
                <a:lnTo>
                  <a:pt x="4033711" y="2922502"/>
                </a:lnTo>
                <a:lnTo>
                  <a:pt x="3976689" y="3046203"/>
                </a:lnTo>
                <a:lnTo>
                  <a:pt x="3912064" y="3165419"/>
                </a:lnTo>
                <a:lnTo>
                  <a:pt x="3840150" y="3279839"/>
                </a:lnTo>
                <a:lnTo>
                  <a:pt x="3761259" y="3389147"/>
                </a:lnTo>
                <a:lnTo>
                  <a:pt x="3745420" y="3408379"/>
                </a:lnTo>
                <a:lnTo>
                  <a:pt x="453263" y="3408379"/>
                </a:lnTo>
                <a:lnTo>
                  <a:pt x="437424" y="3389147"/>
                </a:lnTo>
                <a:lnTo>
                  <a:pt x="358535" y="3279839"/>
                </a:lnTo>
                <a:lnTo>
                  <a:pt x="286622" y="3165419"/>
                </a:lnTo>
                <a:lnTo>
                  <a:pt x="221998" y="3046203"/>
                </a:lnTo>
                <a:lnTo>
                  <a:pt x="164977" y="2922502"/>
                </a:lnTo>
                <a:lnTo>
                  <a:pt x="115870" y="2794630"/>
                </a:lnTo>
                <a:lnTo>
                  <a:pt x="74991" y="2662900"/>
                </a:lnTo>
                <a:lnTo>
                  <a:pt x="42651" y="2527626"/>
                </a:lnTo>
                <a:lnTo>
                  <a:pt x="19165" y="2389122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1B0E17B3-97FE-413D-9BFD-6D484DEB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905" y="133842"/>
            <a:ext cx="4229596" cy="3423831"/>
          </a:xfrm>
          <a:custGeom xmlns:a="http://schemas.openxmlformats.org/drawingml/2006/main">
            <a:pathLst>
              <a:path w="4229596" h="3423831">
                <a:moveTo>
                  <a:pt x="4878" y="2264189"/>
                </a:moveTo>
                <a:lnTo>
                  <a:pt x="0" y="2119124"/>
                </a:lnTo>
                <a:lnTo>
                  <a:pt x="4878" y="1974055"/>
                </a:lnTo>
                <a:lnTo>
                  <a:pt x="19304" y="1831596"/>
                </a:lnTo>
                <a:lnTo>
                  <a:pt x="42963" y="1692069"/>
                </a:lnTo>
                <a:lnTo>
                  <a:pt x="75541" y="1555794"/>
                </a:lnTo>
                <a:lnTo>
                  <a:pt x="116723" y="1423089"/>
                </a:lnTo>
                <a:lnTo>
                  <a:pt x="166193" y="1294270"/>
                </a:lnTo>
                <a:lnTo>
                  <a:pt x="223635" y="1169656"/>
                </a:lnTo>
                <a:lnTo>
                  <a:pt x="288734" y="1049561"/>
                </a:lnTo>
                <a:lnTo>
                  <a:pt x="361175" y="934301"/>
                </a:lnTo>
                <a:lnTo>
                  <a:pt x="440642" y="824193"/>
                </a:lnTo>
                <a:lnTo>
                  <a:pt x="526822" y="719549"/>
                </a:lnTo>
                <a:lnTo>
                  <a:pt x="619399" y="620686"/>
                </a:lnTo>
                <a:lnTo>
                  <a:pt x="718059" y="527919"/>
                </a:lnTo>
                <a:lnTo>
                  <a:pt x="822488" y="441561"/>
                </a:lnTo>
                <a:lnTo>
                  <a:pt x="932372" y="361929"/>
                </a:lnTo>
                <a:lnTo>
                  <a:pt x="1047396" y="289337"/>
                </a:lnTo>
                <a:lnTo>
                  <a:pt x="1167247" y="224103"/>
                </a:lnTo>
                <a:lnTo>
                  <a:pt x="1291609" y="166541"/>
                </a:lnTo>
                <a:lnTo>
                  <a:pt x="1420166" y="116968"/>
                </a:lnTo>
                <a:lnTo>
                  <a:pt x="1552604" y="75700"/>
                </a:lnTo>
                <a:lnTo>
                  <a:pt x="1688604" y="43053"/>
                </a:lnTo>
                <a:lnTo>
                  <a:pt x="1827849" y="19344"/>
                </a:lnTo>
                <a:lnTo>
                  <a:pt x="1970021" y="4888"/>
                </a:lnTo>
                <a:lnTo>
                  <a:pt x="2114790" y="0"/>
                </a:lnTo>
                <a:lnTo>
                  <a:pt x="2114806" y="0"/>
                </a:lnTo>
                <a:lnTo>
                  <a:pt x="2259572" y="4888"/>
                </a:lnTo>
                <a:lnTo>
                  <a:pt x="2401741" y="19344"/>
                </a:lnTo>
                <a:lnTo>
                  <a:pt x="2540984" y="43053"/>
                </a:lnTo>
                <a:lnTo>
                  <a:pt x="2676982" y="75700"/>
                </a:lnTo>
                <a:lnTo>
                  <a:pt x="2809418" y="116968"/>
                </a:lnTo>
                <a:lnTo>
                  <a:pt x="2937975" y="166541"/>
                </a:lnTo>
                <a:lnTo>
                  <a:pt x="3062336" y="224103"/>
                </a:lnTo>
                <a:lnTo>
                  <a:pt x="3182187" y="289337"/>
                </a:lnTo>
                <a:lnTo>
                  <a:pt x="3297211" y="361929"/>
                </a:lnTo>
                <a:lnTo>
                  <a:pt x="3407096" y="441561"/>
                </a:lnTo>
                <a:lnTo>
                  <a:pt x="3511525" y="527919"/>
                </a:lnTo>
                <a:lnTo>
                  <a:pt x="3610186" y="620686"/>
                </a:lnTo>
                <a:lnTo>
                  <a:pt x="3702764" y="719549"/>
                </a:lnTo>
                <a:lnTo>
                  <a:pt x="3788945" y="824193"/>
                </a:lnTo>
                <a:lnTo>
                  <a:pt x="3868413" y="934301"/>
                </a:lnTo>
                <a:lnTo>
                  <a:pt x="3940855" y="1049561"/>
                </a:lnTo>
                <a:lnTo>
                  <a:pt x="4005956" y="1169655"/>
                </a:lnTo>
                <a:lnTo>
                  <a:pt x="4063399" y="1294270"/>
                </a:lnTo>
                <a:lnTo>
                  <a:pt x="4112870" y="1423088"/>
                </a:lnTo>
                <a:lnTo>
                  <a:pt x="4154052" y="1555794"/>
                </a:lnTo>
                <a:lnTo>
                  <a:pt x="4186631" y="1692069"/>
                </a:lnTo>
                <a:lnTo>
                  <a:pt x="4210291" y="1831596"/>
                </a:lnTo>
                <a:lnTo>
                  <a:pt x="4224718" y="1974055"/>
                </a:lnTo>
                <a:lnTo>
                  <a:pt x="4229596" y="2119124"/>
                </a:lnTo>
                <a:lnTo>
                  <a:pt x="4224718" y="2264190"/>
                </a:lnTo>
                <a:lnTo>
                  <a:pt x="4210291" y="2406644"/>
                </a:lnTo>
                <a:lnTo>
                  <a:pt x="4186631" y="2546168"/>
                </a:lnTo>
                <a:lnTo>
                  <a:pt x="4154052" y="2682440"/>
                </a:lnTo>
                <a:lnTo>
                  <a:pt x="4112870" y="2815144"/>
                </a:lnTo>
                <a:lnTo>
                  <a:pt x="4063399" y="2943960"/>
                </a:lnTo>
                <a:lnTo>
                  <a:pt x="4005956" y="3068574"/>
                </a:lnTo>
                <a:lnTo>
                  <a:pt x="3940855" y="3188668"/>
                </a:lnTo>
                <a:lnTo>
                  <a:pt x="3868413" y="3303927"/>
                </a:lnTo>
                <a:lnTo>
                  <a:pt x="3788945" y="3414036"/>
                </a:lnTo>
                <a:lnTo>
                  <a:pt x="3780878" y="3423831"/>
                </a:lnTo>
                <a:lnTo>
                  <a:pt x="3740865" y="3423831"/>
                </a:lnTo>
                <a:lnTo>
                  <a:pt x="3764477" y="3395161"/>
                </a:lnTo>
                <a:lnTo>
                  <a:pt x="3842790" y="3286654"/>
                </a:lnTo>
                <a:lnTo>
                  <a:pt x="3914176" y="3173074"/>
                </a:lnTo>
                <a:lnTo>
                  <a:pt x="3978325" y="3054735"/>
                </a:lnTo>
                <a:lnTo>
                  <a:pt x="4034927" y="2931946"/>
                </a:lnTo>
                <a:lnTo>
                  <a:pt x="4083672" y="2805019"/>
                </a:lnTo>
                <a:lnTo>
                  <a:pt x="4124251" y="2674263"/>
                </a:lnTo>
                <a:lnTo>
                  <a:pt x="4156352" y="2539988"/>
                </a:lnTo>
                <a:lnTo>
                  <a:pt x="4179667" y="2402502"/>
                </a:lnTo>
                <a:lnTo>
                  <a:pt x="4193884" y="2262112"/>
                </a:lnTo>
                <a:lnTo>
                  <a:pt x="4198692" y="2119124"/>
                </a:lnTo>
                <a:lnTo>
                  <a:pt x="4193884" y="1976132"/>
                </a:lnTo>
                <a:lnTo>
                  <a:pt x="4179667" y="1835738"/>
                </a:lnTo>
                <a:lnTo>
                  <a:pt x="4156352" y="1698249"/>
                </a:lnTo>
                <a:lnTo>
                  <a:pt x="4124251" y="1563971"/>
                </a:lnTo>
                <a:lnTo>
                  <a:pt x="4083672" y="1433213"/>
                </a:lnTo>
                <a:lnTo>
                  <a:pt x="4034927" y="1306284"/>
                </a:lnTo>
                <a:lnTo>
                  <a:pt x="3978325" y="1183494"/>
                </a:lnTo>
                <a:lnTo>
                  <a:pt x="3914176" y="1065154"/>
                </a:lnTo>
                <a:lnTo>
                  <a:pt x="3842790" y="951575"/>
                </a:lnTo>
                <a:lnTo>
                  <a:pt x="3764477" y="843067"/>
                </a:lnTo>
                <a:lnTo>
                  <a:pt x="3679547" y="739943"/>
                </a:lnTo>
                <a:lnTo>
                  <a:pt x="3588313" y="642515"/>
                </a:lnTo>
                <a:lnTo>
                  <a:pt x="3491084" y="551094"/>
                </a:lnTo>
                <a:lnTo>
                  <a:pt x="3388173" y="465992"/>
                </a:lnTo>
                <a:lnTo>
                  <a:pt x="3279889" y="387520"/>
                </a:lnTo>
                <a:lnTo>
                  <a:pt x="3166545" y="315989"/>
                </a:lnTo>
                <a:lnTo>
                  <a:pt x="3048452" y="251710"/>
                </a:lnTo>
                <a:lnTo>
                  <a:pt x="2925919" y="194995"/>
                </a:lnTo>
                <a:lnTo>
                  <a:pt x="2799256" y="146152"/>
                </a:lnTo>
                <a:lnTo>
                  <a:pt x="2668774" y="105493"/>
                </a:lnTo>
                <a:lnTo>
                  <a:pt x="2534780" y="73328"/>
                </a:lnTo>
                <a:lnTo>
                  <a:pt x="2397581" y="49967"/>
                </a:lnTo>
                <a:lnTo>
                  <a:pt x="2257486" y="35722"/>
                </a:lnTo>
                <a:lnTo>
                  <a:pt x="2114798" y="30904"/>
                </a:lnTo>
                <a:lnTo>
                  <a:pt x="1972106" y="35722"/>
                </a:lnTo>
                <a:lnTo>
                  <a:pt x="1832008" y="49967"/>
                </a:lnTo>
                <a:lnTo>
                  <a:pt x="1694808" y="73328"/>
                </a:lnTo>
                <a:lnTo>
                  <a:pt x="1560812" y="105493"/>
                </a:lnTo>
                <a:lnTo>
                  <a:pt x="1430328" y="146152"/>
                </a:lnTo>
                <a:lnTo>
                  <a:pt x="1303665" y="194995"/>
                </a:lnTo>
                <a:lnTo>
                  <a:pt x="1181131" y="251710"/>
                </a:lnTo>
                <a:lnTo>
                  <a:pt x="1063037" y="315989"/>
                </a:lnTo>
                <a:lnTo>
                  <a:pt x="949694" y="387520"/>
                </a:lnTo>
                <a:lnTo>
                  <a:pt x="841411" y="465992"/>
                </a:lnTo>
                <a:lnTo>
                  <a:pt x="738500" y="551094"/>
                </a:lnTo>
                <a:lnTo>
                  <a:pt x="641272" y="642515"/>
                </a:lnTo>
                <a:lnTo>
                  <a:pt x="550038" y="739943"/>
                </a:lnTo>
                <a:lnTo>
                  <a:pt x="465110" y="843067"/>
                </a:lnTo>
                <a:lnTo>
                  <a:pt x="386798" y="951575"/>
                </a:lnTo>
                <a:lnTo>
                  <a:pt x="315413" y="1065154"/>
                </a:lnTo>
                <a:lnTo>
                  <a:pt x="251265" y="1183494"/>
                </a:lnTo>
                <a:lnTo>
                  <a:pt x="194664" y="1306284"/>
                </a:lnTo>
                <a:lnTo>
                  <a:pt x="145920" y="1433213"/>
                </a:lnTo>
                <a:lnTo>
                  <a:pt x="105343" y="1563971"/>
                </a:lnTo>
                <a:lnTo>
                  <a:pt x="73243" y="1698249"/>
                </a:lnTo>
                <a:lnTo>
                  <a:pt x="49929" y="1835738"/>
                </a:lnTo>
                <a:lnTo>
                  <a:pt x="35712" y="1976132"/>
                </a:lnTo>
                <a:lnTo>
                  <a:pt x="30904" y="2119124"/>
                </a:lnTo>
                <a:lnTo>
                  <a:pt x="35712" y="2262112"/>
                </a:lnTo>
                <a:lnTo>
                  <a:pt x="49929" y="2402502"/>
                </a:lnTo>
                <a:lnTo>
                  <a:pt x="73243" y="2539988"/>
                </a:lnTo>
                <a:lnTo>
                  <a:pt x="105343" y="2674263"/>
                </a:lnTo>
                <a:lnTo>
                  <a:pt x="145920" y="2805019"/>
                </a:lnTo>
                <a:lnTo>
                  <a:pt x="194664" y="2931946"/>
                </a:lnTo>
                <a:lnTo>
                  <a:pt x="251265" y="3054735"/>
                </a:lnTo>
                <a:lnTo>
                  <a:pt x="315413" y="3173074"/>
                </a:lnTo>
                <a:lnTo>
                  <a:pt x="386798" y="3286654"/>
                </a:lnTo>
                <a:lnTo>
                  <a:pt x="465110" y="3395161"/>
                </a:lnTo>
                <a:lnTo>
                  <a:pt x="488721" y="3423831"/>
                </a:lnTo>
                <a:lnTo>
                  <a:pt x="448709" y="3423831"/>
                </a:lnTo>
                <a:lnTo>
                  <a:pt x="440642" y="3414035"/>
                </a:lnTo>
                <a:lnTo>
                  <a:pt x="361175" y="3303927"/>
                </a:lnTo>
                <a:lnTo>
                  <a:pt x="288734" y="3188668"/>
                </a:lnTo>
                <a:lnTo>
                  <a:pt x="223635" y="3068574"/>
                </a:lnTo>
                <a:lnTo>
                  <a:pt x="166193" y="2943960"/>
                </a:lnTo>
                <a:lnTo>
                  <a:pt x="116723" y="2815144"/>
                </a:lnTo>
                <a:lnTo>
                  <a:pt x="75541" y="2682440"/>
                </a:lnTo>
                <a:lnTo>
                  <a:pt x="42963" y="2546168"/>
                </a:lnTo>
                <a:lnTo>
                  <a:pt x="19304" y="2406644"/>
                </a:lnTo>
                <a:lnTo>
                  <a:pt x="4878" y="2264189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F0443-2914-4D4C-8C90-988824A1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204" y="512911"/>
            <a:ext cx="3517409" cy="3044762"/>
          </a:xfrm>
          <a:custGeom xmlns:a="http://schemas.openxmlformats.org/drawingml/2006/main">
            <a:pathLst>
              <a:path w="3517409" h="3044762">
                <a:moveTo>
                  <a:pt x="16054" y="2001428"/>
                </a:moveTo>
                <a:lnTo>
                  <a:pt x="4057" y="1882948"/>
                </a:lnTo>
                <a:lnTo>
                  <a:pt x="0" y="1762286"/>
                </a:lnTo>
                <a:lnTo>
                  <a:pt x="4057" y="1641630"/>
                </a:lnTo>
                <a:lnTo>
                  <a:pt x="16054" y="1523156"/>
                </a:lnTo>
                <a:lnTo>
                  <a:pt x="35729" y="1407126"/>
                </a:lnTo>
                <a:lnTo>
                  <a:pt x="62819" y="1293803"/>
                </a:lnTo>
                <a:lnTo>
                  <a:pt x="97064" y="1183450"/>
                </a:lnTo>
                <a:lnTo>
                  <a:pt x="138201" y="1076328"/>
                </a:lnTo>
                <a:lnTo>
                  <a:pt x="185968" y="972701"/>
                </a:lnTo>
                <a:lnTo>
                  <a:pt x="240104" y="872830"/>
                </a:lnTo>
                <a:lnTo>
                  <a:pt x="300347" y="776979"/>
                </a:lnTo>
                <a:lnTo>
                  <a:pt x="366434" y="685409"/>
                </a:lnTo>
                <a:lnTo>
                  <a:pt x="438104" y="598384"/>
                </a:lnTo>
                <a:lnTo>
                  <a:pt x="515094" y="516165"/>
                </a:lnTo>
                <a:lnTo>
                  <a:pt x="597144" y="439015"/>
                </a:lnTo>
                <a:lnTo>
                  <a:pt x="683992" y="367197"/>
                </a:lnTo>
                <a:lnTo>
                  <a:pt x="775374" y="300973"/>
                </a:lnTo>
                <a:lnTo>
                  <a:pt x="871030" y="240606"/>
                </a:lnTo>
                <a:lnTo>
                  <a:pt x="970698" y="186357"/>
                </a:lnTo>
                <a:lnTo>
                  <a:pt x="1074115" y="138490"/>
                </a:lnTo>
                <a:lnTo>
                  <a:pt x="1181021" y="97267"/>
                </a:lnTo>
                <a:lnTo>
                  <a:pt x="1291152" y="62951"/>
                </a:lnTo>
                <a:lnTo>
                  <a:pt x="1404247" y="35804"/>
                </a:lnTo>
                <a:lnTo>
                  <a:pt x="1520045" y="16088"/>
                </a:lnTo>
                <a:lnTo>
                  <a:pt x="1638283" y="4066"/>
                </a:lnTo>
                <a:lnTo>
                  <a:pt x="1758700" y="0"/>
                </a:lnTo>
                <a:lnTo>
                  <a:pt x="1879113" y="4066"/>
                </a:lnTo>
                <a:lnTo>
                  <a:pt x="1997348" y="16088"/>
                </a:lnTo>
                <a:lnTo>
                  <a:pt x="2113144" y="35804"/>
                </a:lnTo>
                <a:lnTo>
                  <a:pt x="2226237" y="62951"/>
                </a:lnTo>
                <a:lnTo>
                  <a:pt x="2336368" y="97267"/>
                </a:lnTo>
                <a:lnTo>
                  <a:pt x="2443273" y="138490"/>
                </a:lnTo>
                <a:lnTo>
                  <a:pt x="2546690" y="186357"/>
                </a:lnTo>
                <a:lnTo>
                  <a:pt x="2646358" y="240606"/>
                </a:lnTo>
                <a:lnTo>
                  <a:pt x="2742015" y="300973"/>
                </a:lnTo>
                <a:lnTo>
                  <a:pt x="2833398" y="367197"/>
                </a:lnTo>
                <a:lnTo>
                  <a:pt x="2920247" y="439015"/>
                </a:lnTo>
                <a:lnTo>
                  <a:pt x="3002298" y="516165"/>
                </a:lnTo>
                <a:lnTo>
                  <a:pt x="3079291" y="598384"/>
                </a:lnTo>
                <a:lnTo>
                  <a:pt x="3150963" y="685409"/>
                </a:lnTo>
                <a:lnTo>
                  <a:pt x="3217051" y="776979"/>
                </a:lnTo>
                <a:lnTo>
                  <a:pt x="3277296" y="872830"/>
                </a:lnTo>
                <a:lnTo>
                  <a:pt x="3331433" y="972701"/>
                </a:lnTo>
                <a:lnTo>
                  <a:pt x="3379202" y="1076328"/>
                </a:lnTo>
                <a:lnTo>
                  <a:pt x="3420341" y="1183450"/>
                </a:lnTo>
                <a:lnTo>
                  <a:pt x="3454587" y="1293803"/>
                </a:lnTo>
                <a:lnTo>
                  <a:pt x="3481679" y="1407126"/>
                </a:lnTo>
                <a:lnTo>
                  <a:pt x="3501354" y="1523156"/>
                </a:lnTo>
                <a:lnTo>
                  <a:pt x="3513352" y="1641630"/>
                </a:lnTo>
                <a:lnTo>
                  <a:pt x="3517409" y="1762286"/>
                </a:lnTo>
                <a:lnTo>
                  <a:pt x="3513352" y="1882948"/>
                </a:lnTo>
                <a:lnTo>
                  <a:pt x="3501354" y="2001428"/>
                </a:lnTo>
                <a:lnTo>
                  <a:pt x="3481679" y="2117462"/>
                </a:lnTo>
                <a:lnTo>
                  <a:pt x="3454587" y="2230790"/>
                </a:lnTo>
                <a:lnTo>
                  <a:pt x="3420341" y="2341147"/>
                </a:lnTo>
                <a:lnTo>
                  <a:pt x="3379202" y="2448273"/>
                </a:lnTo>
                <a:lnTo>
                  <a:pt x="3331433" y="2551903"/>
                </a:lnTo>
                <a:lnTo>
                  <a:pt x="3277296" y="2651777"/>
                </a:lnTo>
                <a:lnTo>
                  <a:pt x="3217051" y="2747631"/>
                </a:lnTo>
                <a:lnTo>
                  <a:pt x="3150963" y="2839203"/>
                </a:lnTo>
                <a:lnTo>
                  <a:pt x="3079291" y="2926230"/>
                </a:lnTo>
                <a:lnTo>
                  <a:pt x="3002298" y="3008451"/>
                </a:lnTo>
                <a:lnTo>
                  <a:pt x="2963680" y="3044762"/>
                </a:lnTo>
                <a:lnTo>
                  <a:pt x="553712" y="3044762"/>
                </a:lnTo>
                <a:lnTo>
                  <a:pt x="515094" y="3008451"/>
                </a:lnTo>
                <a:lnTo>
                  <a:pt x="438104" y="2926230"/>
                </a:lnTo>
                <a:lnTo>
                  <a:pt x="366434" y="2839203"/>
                </a:lnTo>
                <a:lnTo>
                  <a:pt x="300347" y="2747631"/>
                </a:lnTo>
                <a:lnTo>
                  <a:pt x="240104" y="2651777"/>
                </a:lnTo>
                <a:lnTo>
                  <a:pt x="185968" y="2551903"/>
                </a:lnTo>
                <a:lnTo>
                  <a:pt x="138201" y="2448273"/>
                </a:lnTo>
                <a:lnTo>
                  <a:pt x="97064" y="2341147"/>
                </a:lnTo>
                <a:lnTo>
                  <a:pt x="62819" y="2230790"/>
                </a:lnTo>
                <a:lnTo>
                  <a:pt x="35729" y="2117462"/>
                </a:lnTo>
                <a:lnTo>
                  <a:pt x="16054" y="20014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498B4C94-8C77-42CC-9059-D34B54EE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752" y="497459"/>
            <a:ext cx="3548313" cy="3060214"/>
          </a:xfrm>
          <a:custGeom xmlns:a="http://schemas.openxmlformats.org/drawingml/2006/main">
            <a:pathLst>
              <a:path w="3548313" h="3060214">
                <a:moveTo>
                  <a:pt x="4092" y="1899439"/>
                </a:moveTo>
                <a:lnTo>
                  <a:pt x="0" y="1777738"/>
                </a:lnTo>
                <a:lnTo>
                  <a:pt x="4092" y="1656043"/>
                </a:lnTo>
                <a:lnTo>
                  <a:pt x="16193" y="1536537"/>
                </a:lnTo>
                <a:lnTo>
                  <a:pt x="36041" y="1419489"/>
                </a:lnTo>
                <a:lnTo>
                  <a:pt x="63370" y="1305167"/>
                </a:lnTo>
                <a:lnTo>
                  <a:pt x="97917" y="1193840"/>
                </a:lnTo>
                <a:lnTo>
                  <a:pt x="139417" y="1085773"/>
                </a:lnTo>
                <a:lnTo>
                  <a:pt x="187605" y="981233"/>
                </a:lnTo>
                <a:lnTo>
                  <a:pt x="242216" y="880485"/>
                </a:lnTo>
                <a:lnTo>
                  <a:pt x="302986" y="783794"/>
                </a:lnTo>
                <a:lnTo>
                  <a:pt x="369651" y="691424"/>
                </a:lnTo>
                <a:lnTo>
                  <a:pt x="441947" y="603639"/>
                </a:lnTo>
                <a:lnTo>
                  <a:pt x="519610" y="520702"/>
                </a:lnTo>
                <a:lnTo>
                  <a:pt x="602376" y="442879"/>
                </a:lnTo>
                <a:lnTo>
                  <a:pt x="689982" y="370433"/>
                </a:lnTo>
                <a:lnTo>
                  <a:pt x="782165" y="303629"/>
                </a:lnTo>
                <a:lnTo>
                  <a:pt x="878662" y="242732"/>
                </a:lnTo>
                <a:lnTo>
                  <a:pt x="979208" y="188005"/>
                </a:lnTo>
                <a:lnTo>
                  <a:pt x="1083539" y="139715"/>
                </a:lnTo>
                <a:lnTo>
                  <a:pt x="1191392" y="98127"/>
                </a:lnTo>
                <a:lnTo>
                  <a:pt x="1302500" y="63506"/>
                </a:lnTo>
                <a:lnTo>
                  <a:pt x="1416597" y="36118"/>
                </a:lnTo>
                <a:lnTo>
                  <a:pt x="1533417" y="16228"/>
                </a:lnTo>
                <a:lnTo>
                  <a:pt x="1652692" y="4101"/>
                </a:lnTo>
                <a:lnTo>
                  <a:pt x="1774151" y="0"/>
                </a:lnTo>
                <a:lnTo>
                  <a:pt x="1895607" y="4101"/>
                </a:lnTo>
                <a:lnTo>
                  <a:pt x="2014879" y="16228"/>
                </a:lnTo>
                <a:lnTo>
                  <a:pt x="2131697" y="36118"/>
                </a:lnTo>
                <a:lnTo>
                  <a:pt x="2245793" y="63506"/>
                </a:lnTo>
                <a:lnTo>
                  <a:pt x="2356900" y="98127"/>
                </a:lnTo>
                <a:lnTo>
                  <a:pt x="2464752" y="139715"/>
                </a:lnTo>
                <a:lnTo>
                  <a:pt x="2569084" y="188005"/>
                </a:lnTo>
                <a:lnTo>
                  <a:pt x="2669630" y="242732"/>
                </a:lnTo>
                <a:lnTo>
                  <a:pt x="2766128" y="303629"/>
                </a:lnTo>
                <a:lnTo>
                  <a:pt x="2858312" y="370433"/>
                </a:lnTo>
                <a:lnTo>
                  <a:pt x="2945919" y="442879"/>
                </a:lnTo>
                <a:lnTo>
                  <a:pt x="3028687" y="520702"/>
                </a:lnTo>
                <a:lnTo>
                  <a:pt x="3106351" y="603638"/>
                </a:lnTo>
                <a:lnTo>
                  <a:pt x="3178648" y="691424"/>
                </a:lnTo>
                <a:lnTo>
                  <a:pt x="3245315" y="783794"/>
                </a:lnTo>
                <a:lnTo>
                  <a:pt x="3306087" y="880485"/>
                </a:lnTo>
                <a:lnTo>
                  <a:pt x="3360700" y="981233"/>
                </a:lnTo>
                <a:lnTo>
                  <a:pt x="3408890" y="1085773"/>
                </a:lnTo>
                <a:lnTo>
                  <a:pt x="3450391" y="1193840"/>
                </a:lnTo>
                <a:lnTo>
                  <a:pt x="3484939" y="1305167"/>
                </a:lnTo>
                <a:lnTo>
                  <a:pt x="3512270" y="1419488"/>
                </a:lnTo>
                <a:lnTo>
                  <a:pt x="3532118" y="1536537"/>
                </a:lnTo>
                <a:lnTo>
                  <a:pt x="3544220" y="1656043"/>
                </a:lnTo>
                <a:lnTo>
                  <a:pt x="3548313" y="1777738"/>
                </a:lnTo>
                <a:lnTo>
                  <a:pt x="3544220" y="1899439"/>
                </a:lnTo>
                <a:lnTo>
                  <a:pt x="3532118" y="2018951"/>
                </a:lnTo>
                <a:lnTo>
                  <a:pt x="3512270" y="2136004"/>
                </a:lnTo>
                <a:lnTo>
                  <a:pt x="3484939" y="2250330"/>
                </a:lnTo>
                <a:lnTo>
                  <a:pt x="3450391" y="2361661"/>
                </a:lnTo>
                <a:lnTo>
                  <a:pt x="3408890" y="2469731"/>
                </a:lnTo>
                <a:lnTo>
                  <a:pt x="3360700" y="2574275"/>
                </a:lnTo>
                <a:lnTo>
                  <a:pt x="3306087" y="2675025"/>
                </a:lnTo>
                <a:lnTo>
                  <a:pt x="3245315" y="2771719"/>
                </a:lnTo>
                <a:lnTo>
                  <a:pt x="3178649" y="2864092"/>
                </a:lnTo>
                <a:lnTo>
                  <a:pt x="3106351" y="2951879"/>
                </a:lnTo>
                <a:lnTo>
                  <a:pt x="3028687" y="3034817"/>
                </a:lnTo>
                <a:lnTo>
                  <a:pt x="3001676" y="3060214"/>
                </a:lnTo>
                <a:lnTo>
                  <a:pt x="2956588" y="3060214"/>
                </a:lnTo>
                <a:lnTo>
                  <a:pt x="3006814" y="3012988"/>
                </a:lnTo>
                <a:lnTo>
                  <a:pt x="3083134" y="2931485"/>
                </a:lnTo>
                <a:lnTo>
                  <a:pt x="3154180" y="2845218"/>
                </a:lnTo>
                <a:lnTo>
                  <a:pt x="3219691" y="2754446"/>
                </a:lnTo>
                <a:lnTo>
                  <a:pt x="3279408" y="2659432"/>
                </a:lnTo>
                <a:lnTo>
                  <a:pt x="3333070" y="2560436"/>
                </a:lnTo>
                <a:lnTo>
                  <a:pt x="3380418" y="2457718"/>
                </a:lnTo>
                <a:lnTo>
                  <a:pt x="3421194" y="2351537"/>
                </a:lnTo>
                <a:lnTo>
                  <a:pt x="3455138" y="2242153"/>
                </a:lnTo>
                <a:lnTo>
                  <a:pt x="3481991" y="2129825"/>
                </a:lnTo>
                <a:lnTo>
                  <a:pt x="3501494" y="2014808"/>
                </a:lnTo>
                <a:lnTo>
                  <a:pt x="3513386" y="1897361"/>
                </a:lnTo>
                <a:lnTo>
                  <a:pt x="3517409" y="1777738"/>
                </a:lnTo>
                <a:lnTo>
                  <a:pt x="3513386" y="1658121"/>
                </a:lnTo>
                <a:lnTo>
                  <a:pt x="3501494" y="1540679"/>
                </a:lnTo>
                <a:lnTo>
                  <a:pt x="3481991" y="1425668"/>
                </a:lnTo>
                <a:lnTo>
                  <a:pt x="3455138" y="1313344"/>
                </a:lnTo>
                <a:lnTo>
                  <a:pt x="3421194" y="1203964"/>
                </a:lnTo>
                <a:lnTo>
                  <a:pt x="3380418" y="1097787"/>
                </a:lnTo>
                <a:lnTo>
                  <a:pt x="3333070" y="995072"/>
                </a:lnTo>
                <a:lnTo>
                  <a:pt x="3279408" y="896079"/>
                </a:lnTo>
                <a:lnTo>
                  <a:pt x="3219692" y="801067"/>
                </a:lnTo>
                <a:lnTo>
                  <a:pt x="3154180" y="710298"/>
                </a:lnTo>
                <a:lnTo>
                  <a:pt x="3083134" y="624032"/>
                </a:lnTo>
                <a:lnTo>
                  <a:pt x="3006814" y="542531"/>
                </a:lnTo>
                <a:lnTo>
                  <a:pt x="2925478" y="466055"/>
                </a:lnTo>
                <a:lnTo>
                  <a:pt x="2839389" y="394864"/>
                </a:lnTo>
                <a:lnTo>
                  <a:pt x="2748806" y="329220"/>
                </a:lnTo>
                <a:lnTo>
                  <a:pt x="2653989" y="269383"/>
                </a:lnTo>
                <a:lnTo>
                  <a:pt x="2555200" y="215613"/>
                </a:lnTo>
                <a:lnTo>
                  <a:pt x="2452697" y="168169"/>
                </a:lnTo>
                <a:lnTo>
                  <a:pt x="2346739" y="127312"/>
                </a:lnTo>
                <a:lnTo>
                  <a:pt x="2237585" y="93300"/>
                </a:lnTo>
                <a:lnTo>
                  <a:pt x="2125494" y="66393"/>
                </a:lnTo>
                <a:lnTo>
                  <a:pt x="2010720" y="46851"/>
                </a:lnTo>
                <a:lnTo>
                  <a:pt x="1893522" y="34934"/>
                </a:lnTo>
                <a:lnTo>
                  <a:pt x="1774151" y="30904"/>
                </a:lnTo>
                <a:lnTo>
                  <a:pt x="1654778" y="34934"/>
                </a:lnTo>
                <a:lnTo>
                  <a:pt x="1537576" y="46851"/>
                </a:lnTo>
                <a:lnTo>
                  <a:pt x="1422801" y="66393"/>
                </a:lnTo>
                <a:lnTo>
                  <a:pt x="1310708" y="93300"/>
                </a:lnTo>
                <a:lnTo>
                  <a:pt x="1201553" y="127312"/>
                </a:lnTo>
                <a:lnTo>
                  <a:pt x="1095595" y="168169"/>
                </a:lnTo>
                <a:lnTo>
                  <a:pt x="993092" y="215613"/>
                </a:lnTo>
                <a:lnTo>
                  <a:pt x="894303" y="269383"/>
                </a:lnTo>
                <a:lnTo>
                  <a:pt x="799487" y="329220"/>
                </a:lnTo>
                <a:lnTo>
                  <a:pt x="708905" y="394864"/>
                </a:lnTo>
                <a:lnTo>
                  <a:pt x="622817" y="466054"/>
                </a:lnTo>
                <a:lnTo>
                  <a:pt x="541483" y="542531"/>
                </a:lnTo>
                <a:lnTo>
                  <a:pt x="465164" y="624032"/>
                </a:lnTo>
                <a:lnTo>
                  <a:pt x="394120" y="710298"/>
                </a:lnTo>
                <a:lnTo>
                  <a:pt x="328610" y="801067"/>
                </a:lnTo>
                <a:lnTo>
                  <a:pt x="268896" y="896079"/>
                </a:lnTo>
                <a:lnTo>
                  <a:pt x="215235" y="995072"/>
                </a:lnTo>
                <a:lnTo>
                  <a:pt x="167889" y="1097787"/>
                </a:lnTo>
                <a:lnTo>
                  <a:pt x="127115" y="1203964"/>
                </a:lnTo>
                <a:lnTo>
                  <a:pt x="93172" y="1313344"/>
                </a:lnTo>
                <a:lnTo>
                  <a:pt x="66320" y="1425668"/>
                </a:lnTo>
                <a:lnTo>
                  <a:pt x="46818" y="1540679"/>
                </a:lnTo>
                <a:lnTo>
                  <a:pt x="34926" y="1658121"/>
                </a:lnTo>
                <a:lnTo>
                  <a:pt x="30904" y="1777738"/>
                </a:lnTo>
                <a:lnTo>
                  <a:pt x="34926" y="1897361"/>
                </a:lnTo>
                <a:lnTo>
                  <a:pt x="46818" y="2014808"/>
                </a:lnTo>
                <a:lnTo>
                  <a:pt x="66320" y="2129825"/>
                </a:lnTo>
                <a:lnTo>
                  <a:pt x="93172" y="2242153"/>
                </a:lnTo>
                <a:lnTo>
                  <a:pt x="127115" y="2351537"/>
                </a:lnTo>
                <a:lnTo>
                  <a:pt x="167889" y="2457718"/>
                </a:lnTo>
                <a:lnTo>
                  <a:pt x="215236" y="2560436"/>
                </a:lnTo>
                <a:lnTo>
                  <a:pt x="268896" y="2659432"/>
                </a:lnTo>
                <a:lnTo>
                  <a:pt x="328610" y="2754446"/>
                </a:lnTo>
                <a:lnTo>
                  <a:pt x="394120" y="2845218"/>
                </a:lnTo>
                <a:lnTo>
                  <a:pt x="465164" y="2931485"/>
                </a:lnTo>
                <a:lnTo>
                  <a:pt x="541483" y="3012989"/>
                </a:lnTo>
                <a:lnTo>
                  <a:pt x="591707" y="3060214"/>
                </a:lnTo>
                <a:lnTo>
                  <a:pt x="546620" y="3060214"/>
                </a:lnTo>
                <a:lnTo>
                  <a:pt x="519610" y="3034817"/>
                </a:lnTo>
                <a:lnTo>
                  <a:pt x="441947" y="2951879"/>
                </a:lnTo>
                <a:lnTo>
                  <a:pt x="369651" y="2864092"/>
                </a:lnTo>
                <a:lnTo>
                  <a:pt x="302986" y="2771719"/>
                </a:lnTo>
                <a:lnTo>
                  <a:pt x="242216" y="2675025"/>
                </a:lnTo>
                <a:lnTo>
                  <a:pt x="187605" y="2574274"/>
                </a:lnTo>
                <a:lnTo>
                  <a:pt x="139417" y="2469731"/>
                </a:lnTo>
                <a:lnTo>
                  <a:pt x="97917" y="2361661"/>
                </a:lnTo>
                <a:lnTo>
                  <a:pt x="63370" y="2250330"/>
                </a:lnTo>
                <a:lnTo>
                  <a:pt x="36041" y="2136004"/>
                </a:lnTo>
                <a:lnTo>
                  <a:pt x="16193" y="2018951"/>
                </a:lnTo>
                <a:lnTo>
                  <a:pt x="4092" y="1899439"/>
                </a:lnTo>
                <a:close/>
              </a:path>
            </a:pathLst>
          </a:custGeom>
          <a:solidFill xmlns:a="http://schemas.openxmlformats.org/drawingml/2006/main">
            <a:srgbClr val="172C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7EB78-8965-4ADD-B1B8-8B30C2B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7777" y="1013777"/>
            <a:ext cx="2443688" cy="2448700"/>
          </a:xfrm>
          <a:custGeom xmlns:a="http://schemas.openxmlformats.org/drawingml/2006/main">
            <a:pathLst>
              <a:path w="2443688" h="2448700">
                <a:moveTo>
                  <a:pt x="0" y="1224350"/>
                </a:moveTo>
                <a:cubicBezTo>
                  <a:pt x="0" y="548148"/>
                  <a:pt x="547033" y="0"/>
                  <a:pt x="1221844" y="0"/>
                </a:cubicBezTo>
                <a:cubicBezTo>
                  <a:pt x="1896654" y="0"/>
                  <a:pt x="2443688" y="548148"/>
                  <a:pt x="2443688" y="1224350"/>
                </a:cubicBezTo>
                <a:cubicBezTo>
                  <a:pt x="2443688" y="1900542"/>
                  <a:pt x="1896654" y="2448700"/>
                  <a:pt x="1221844" y="2448700"/>
                </a:cubicBezTo>
                <a:cubicBezTo>
                  <a:pt x="547033" y="2448700"/>
                  <a:pt x="0" y="1900542"/>
                  <a:pt x="0" y="1224350"/>
                </a:cubicBezTo>
                <a:close/>
                <a:moveTo>
                  <a:pt x="0" y="1224350"/>
                </a:moveTo>
              </a:path>
            </a:pathLst>
          </a:custGeom>
          <a:solidFill xmlns:a="http://schemas.openxmlformats.org/drawingml/2006/main">
            <a:srgbClr val="FF0000">
              <a:alpha val="1607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FE22DBB-9C3A-4C68-A63E-EEF0C956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76" y="995234"/>
            <a:ext cx="2480729" cy="2485785"/>
          </a:xfrm>
          <a:custGeom xmlns:a="http://schemas.openxmlformats.org/drawingml/2006/main">
            <a:pathLst>
              <a:path w="2480729" h="2485785">
                <a:moveTo>
                  <a:pt x="2820" y="1327965"/>
                </a:moveTo>
                <a:lnTo>
                  <a:pt x="0" y="1244089"/>
                </a:lnTo>
                <a:lnTo>
                  <a:pt x="0" y="1241696"/>
                </a:lnTo>
                <a:lnTo>
                  <a:pt x="2820" y="1157818"/>
                </a:lnTo>
                <a:lnTo>
                  <a:pt x="11281" y="1074267"/>
                </a:lnTo>
                <a:lnTo>
                  <a:pt x="25158" y="992432"/>
                </a:lnTo>
                <a:lnTo>
                  <a:pt x="44266" y="912501"/>
                </a:lnTo>
                <a:lnTo>
                  <a:pt x="68421" y="834664"/>
                </a:lnTo>
                <a:lnTo>
                  <a:pt x="97437" y="759107"/>
                </a:lnTo>
                <a:lnTo>
                  <a:pt x="131128" y="686016"/>
                </a:lnTo>
                <a:lnTo>
                  <a:pt x="169311" y="615578"/>
                </a:lnTo>
                <a:lnTo>
                  <a:pt x="211798" y="547978"/>
                </a:lnTo>
                <a:lnTo>
                  <a:pt x="258406" y="483399"/>
                </a:lnTo>
                <a:lnTo>
                  <a:pt x="308950" y="422026"/>
                </a:lnTo>
                <a:lnTo>
                  <a:pt x="363245" y="364045"/>
                </a:lnTo>
                <a:lnTo>
                  <a:pt x="421109" y="309637"/>
                </a:lnTo>
                <a:lnTo>
                  <a:pt x="482357" y="258989"/>
                </a:lnTo>
                <a:lnTo>
                  <a:pt x="546805" y="212284"/>
                </a:lnTo>
                <a:lnTo>
                  <a:pt x="614269" y="169708"/>
                </a:lnTo>
                <a:lnTo>
                  <a:pt x="684566" y="131446"/>
                </a:lnTo>
                <a:lnTo>
                  <a:pt x="757511" y="97684"/>
                </a:lnTo>
                <a:lnTo>
                  <a:pt x="832918" y="68606"/>
                </a:lnTo>
                <a:lnTo>
                  <a:pt x="910601" y="44400"/>
                </a:lnTo>
                <a:lnTo>
                  <a:pt x="990374" y="25252"/>
                </a:lnTo>
                <a:lnTo>
                  <a:pt x="1072048" y="11345"/>
                </a:lnTo>
                <a:lnTo>
                  <a:pt x="1155434" y="2867"/>
                </a:lnTo>
                <a:lnTo>
                  <a:pt x="1240340" y="0"/>
                </a:lnTo>
                <a:lnTo>
                  <a:pt x="1325247" y="2867"/>
                </a:lnTo>
                <a:lnTo>
                  <a:pt x="1408634" y="11345"/>
                </a:lnTo>
                <a:lnTo>
                  <a:pt x="1490309" y="25252"/>
                </a:lnTo>
                <a:lnTo>
                  <a:pt x="1570082" y="44400"/>
                </a:lnTo>
                <a:lnTo>
                  <a:pt x="1647766" y="68606"/>
                </a:lnTo>
                <a:lnTo>
                  <a:pt x="1723174" y="97684"/>
                </a:lnTo>
                <a:lnTo>
                  <a:pt x="1796119" y="131446"/>
                </a:lnTo>
                <a:lnTo>
                  <a:pt x="1866417" y="169708"/>
                </a:lnTo>
                <a:lnTo>
                  <a:pt x="1933882" y="212284"/>
                </a:lnTo>
                <a:lnTo>
                  <a:pt x="1998331" y="258989"/>
                </a:lnTo>
                <a:lnTo>
                  <a:pt x="2059579" y="309637"/>
                </a:lnTo>
                <a:lnTo>
                  <a:pt x="2117443" y="364045"/>
                </a:lnTo>
                <a:lnTo>
                  <a:pt x="2171739" y="422026"/>
                </a:lnTo>
                <a:lnTo>
                  <a:pt x="2222283" y="483399"/>
                </a:lnTo>
                <a:lnTo>
                  <a:pt x="2268891" y="547977"/>
                </a:lnTo>
                <a:lnTo>
                  <a:pt x="2311378" y="615578"/>
                </a:lnTo>
                <a:lnTo>
                  <a:pt x="2349560" y="686016"/>
                </a:lnTo>
                <a:lnTo>
                  <a:pt x="2383252" y="759107"/>
                </a:lnTo>
                <a:lnTo>
                  <a:pt x="2412268" y="834664"/>
                </a:lnTo>
                <a:lnTo>
                  <a:pt x="2436423" y="912501"/>
                </a:lnTo>
                <a:lnTo>
                  <a:pt x="2455531" y="992432"/>
                </a:lnTo>
                <a:lnTo>
                  <a:pt x="2469408" y="1074267"/>
                </a:lnTo>
                <a:lnTo>
                  <a:pt x="2477869" y="1157818"/>
                </a:lnTo>
                <a:lnTo>
                  <a:pt x="2480729" y="1242892"/>
                </a:lnTo>
                <a:lnTo>
                  <a:pt x="2477869" y="1327965"/>
                </a:lnTo>
                <a:lnTo>
                  <a:pt x="2469408" y="1411515"/>
                </a:lnTo>
                <a:lnTo>
                  <a:pt x="2455531" y="1493350"/>
                </a:lnTo>
                <a:lnTo>
                  <a:pt x="2436423" y="1573280"/>
                </a:lnTo>
                <a:lnTo>
                  <a:pt x="2412268" y="1651117"/>
                </a:lnTo>
                <a:lnTo>
                  <a:pt x="2383252" y="1726674"/>
                </a:lnTo>
                <a:lnTo>
                  <a:pt x="2349560" y="1799764"/>
                </a:lnTo>
                <a:lnTo>
                  <a:pt x="2311378" y="1870202"/>
                </a:lnTo>
                <a:lnTo>
                  <a:pt x="2268891" y="1937803"/>
                </a:lnTo>
                <a:lnTo>
                  <a:pt x="2222283" y="2002382"/>
                </a:lnTo>
                <a:lnTo>
                  <a:pt x="2171739" y="2063754"/>
                </a:lnTo>
                <a:lnTo>
                  <a:pt x="2117443" y="2121736"/>
                </a:lnTo>
                <a:lnTo>
                  <a:pt x="2059579" y="2176144"/>
                </a:lnTo>
                <a:lnTo>
                  <a:pt x="1998331" y="2226793"/>
                </a:lnTo>
                <a:lnTo>
                  <a:pt x="1933882" y="2273498"/>
                </a:lnTo>
                <a:lnTo>
                  <a:pt x="1866417" y="2316074"/>
                </a:lnTo>
                <a:lnTo>
                  <a:pt x="1796119" y="2354337"/>
                </a:lnTo>
                <a:lnTo>
                  <a:pt x="1723174" y="2388100"/>
                </a:lnTo>
                <a:lnTo>
                  <a:pt x="1647766" y="2417177"/>
                </a:lnTo>
                <a:lnTo>
                  <a:pt x="1570082" y="2441384"/>
                </a:lnTo>
                <a:lnTo>
                  <a:pt x="1490309" y="2460533"/>
                </a:lnTo>
                <a:lnTo>
                  <a:pt x="1408634" y="2474439"/>
                </a:lnTo>
                <a:lnTo>
                  <a:pt x="1325247" y="2482918"/>
                </a:lnTo>
                <a:lnTo>
                  <a:pt x="1240340" y="2485785"/>
                </a:lnTo>
                <a:lnTo>
                  <a:pt x="1155433" y="2482918"/>
                </a:lnTo>
                <a:lnTo>
                  <a:pt x="1072048" y="2474439"/>
                </a:lnTo>
                <a:lnTo>
                  <a:pt x="990374" y="2460533"/>
                </a:lnTo>
                <a:lnTo>
                  <a:pt x="910601" y="2441384"/>
                </a:lnTo>
                <a:lnTo>
                  <a:pt x="832918" y="2417177"/>
                </a:lnTo>
                <a:lnTo>
                  <a:pt x="757511" y="2388100"/>
                </a:lnTo>
                <a:lnTo>
                  <a:pt x="684566" y="2354337"/>
                </a:lnTo>
                <a:lnTo>
                  <a:pt x="614269" y="2316074"/>
                </a:lnTo>
                <a:lnTo>
                  <a:pt x="546805" y="2273498"/>
                </a:lnTo>
                <a:lnTo>
                  <a:pt x="482357" y="2226793"/>
                </a:lnTo>
                <a:lnTo>
                  <a:pt x="421109" y="2176144"/>
                </a:lnTo>
                <a:lnTo>
                  <a:pt x="363245" y="2121736"/>
                </a:lnTo>
                <a:lnTo>
                  <a:pt x="308950" y="2063754"/>
                </a:lnTo>
                <a:lnTo>
                  <a:pt x="258406" y="2002382"/>
                </a:lnTo>
                <a:lnTo>
                  <a:pt x="211798" y="1937803"/>
                </a:lnTo>
                <a:lnTo>
                  <a:pt x="169311" y="1870202"/>
                </a:lnTo>
                <a:lnTo>
                  <a:pt x="131128" y="1799764"/>
                </a:lnTo>
                <a:lnTo>
                  <a:pt x="97437" y="1726674"/>
                </a:lnTo>
                <a:lnTo>
                  <a:pt x="68421" y="1651117"/>
                </a:lnTo>
                <a:lnTo>
                  <a:pt x="44266" y="1573280"/>
                </a:lnTo>
                <a:lnTo>
                  <a:pt x="25158" y="1493350"/>
                </a:lnTo>
                <a:lnTo>
                  <a:pt x="11281" y="1411515"/>
                </a:lnTo>
                <a:lnTo>
                  <a:pt x="2820" y="1327965"/>
                </a:lnTo>
                <a:close/>
                <a:moveTo>
                  <a:pt x="39821" y="1160311"/>
                </a:moveTo>
                <a:lnTo>
                  <a:pt x="37044" y="1242892"/>
                </a:lnTo>
                <a:lnTo>
                  <a:pt x="39821" y="1325473"/>
                </a:lnTo>
                <a:lnTo>
                  <a:pt x="48031" y="1406544"/>
                </a:lnTo>
                <a:lnTo>
                  <a:pt x="61493" y="1485934"/>
                </a:lnTo>
                <a:lnTo>
                  <a:pt x="80028" y="1563468"/>
                </a:lnTo>
                <a:lnTo>
                  <a:pt x="103458" y="1638968"/>
                </a:lnTo>
                <a:lnTo>
                  <a:pt x="131603" y="1712257"/>
                </a:lnTo>
                <a:lnTo>
                  <a:pt x="164285" y="1783157"/>
                </a:lnTo>
                <a:lnTo>
                  <a:pt x="201326" y="1851490"/>
                </a:lnTo>
                <a:lnTo>
                  <a:pt x="242546" y="1917075"/>
                </a:lnTo>
                <a:lnTo>
                  <a:pt x="287767" y="1979732"/>
                </a:lnTo>
                <a:lnTo>
                  <a:pt x="336810" y="2039282"/>
                </a:lnTo>
                <a:lnTo>
                  <a:pt x="389493" y="2095542"/>
                </a:lnTo>
                <a:lnTo>
                  <a:pt x="445638" y="2148334"/>
                </a:lnTo>
                <a:lnTo>
                  <a:pt x="505064" y="2197476"/>
                </a:lnTo>
                <a:lnTo>
                  <a:pt x="567591" y="2242789"/>
                </a:lnTo>
                <a:lnTo>
                  <a:pt x="633039" y="2284092"/>
                </a:lnTo>
                <a:lnTo>
                  <a:pt x="701227" y="2321207"/>
                </a:lnTo>
                <a:lnTo>
                  <a:pt x="771978" y="2353955"/>
                </a:lnTo>
                <a:lnTo>
                  <a:pt x="845112" y="2382156"/>
                </a:lnTo>
                <a:lnTo>
                  <a:pt x="920451" y="2405632"/>
                </a:lnTo>
                <a:lnTo>
                  <a:pt x="997818" y="2424203"/>
                </a:lnTo>
                <a:lnTo>
                  <a:pt x="1077039" y="2437692"/>
                </a:lnTo>
                <a:lnTo>
                  <a:pt x="1157936" y="2445918"/>
                </a:lnTo>
                <a:lnTo>
                  <a:pt x="1240340" y="2448700"/>
                </a:lnTo>
                <a:lnTo>
                  <a:pt x="1322744" y="2445918"/>
                </a:lnTo>
                <a:lnTo>
                  <a:pt x="1403643" y="2437692"/>
                </a:lnTo>
                <a:lnTo>
                  <a:pt x="1482864" y="2424203"/>
                </a:lnTo>
                <a:lnTo>
                  <a:pt x="1560233" y="2405632"/>
                </a:lnTo>
                <a:lnTo>
                  <a:pt x="1635573" y="2382156"/>
                </a:lnTo>
                <a:lnTo>
                  <a:pt x="1708707" y="2353955"/>
                </a:lnTo>
                <a:lnTo>
                  <a:pt x="1779458" y="2321207"/>
                </a:lnTo>
                <a:lnTo>
                  <a:pt x="1847648" y="2284092"/>
                </a:lnTo>
                <a:lnTo>
                  <a:pt x="1913096" y="2242789"/>
                </a:lnTo>
                <a:lnTo>
                  <a:pt x="1975623" y="2197476"/>
                </a:lnTo>
                <a:lnTo>
                  <a:pt x="2035050" y="2148334"/>
                </a:lnTo>
                <a:lnTo>
                  <a:pt x="2091195" y="2095542"/>
                </a:lnTo>
                <a:lnTo>
                  <a:pt x="2143879" y="2039282"/>
                </a:lnTo>
                <a:lnTo>
                  <a:pt x="2192921" y="1979732"/>
                </a:lnTo>
                <a:lnTo>
                  <a:pt x="2238142" y="1917075"/>
                </a:lnTo>
                <a:lnTo>
                  <a:pt x="2279363" y="1851490"/>
                </a:lnTo>
                <a:lnTo>
                  <a:pt x="2316404" y="1783157"/>
                </a:lnTo>
                <a:lnTo>
                  <a:pt x="2349086" y="1712257"/>
                </a:lnTo>
                <a:lnTo>
                  <a:pt x="2377231" y="1638968"/>
                </a:lnTo>
                <a:lnTo>
                  <a:pt x="2400661" y="1563468"/>
                </a:lnTo>
                <a:lnTo>
                  <a:pt x="2419196" y="1485934"/>
                </a:lnTo>
                <a:lnTo>
                  <a:pt x="2432658" y="1406544"/>
                </a:lnTo>
                <a:lnTo>
                  <a:pt x="2440868" y="1325473"/>
                </a:lnTo>
                <a:lnTo>
                  <a:pt x="2443645" y="1242892"/>
                </a:lnTo>
                <a:lnTo>
                  <a:pt x="2440868" y="1160311"/>
                </a:lnTo>
                <a:lnTo>
                  <a:pt x="2432658" y="1079238"/>
                </a:lnTo>
                <a:lnTo>
                  <a:pt x="2419196" y="999847"/>
                </a:lnTo>
                <a:lnTo>
                  <a:pt x="2400661" y="922313"/>
                </a:lnTo>
                <a:lnTo>
                  <a:pt x="2377231" y="846813"/>
                </a:lnTo>
                <a:lnTo>
                  <a:pt x="2349086" y="773523"/>
                </a:lnTo>
                <a:lnTo>
                  <a:pt x="2316404" y="702623"/>
                </a:lnTo>
                <a:lnTo>
                  <a:pt x="2279363" y="634290"/>
                </a:lnTo>
                <a:lnTo>
                  <a:pt x="2238142" y="568705"/>
                </a:lnTo>
                <a:lnTo>
                  <a:pt x="2192921" y="506048"/>
                </a:lnTo>
                <a:lnTo>
                  <a:pt x="2143879" y="446499"/>
                </a:lnTo>
                <a:lnTo>
                  <a:pt x="2091195" y="390239"/>
                </a:lnTo>
                <a:lnTo>
                  <a:pt x="2035050" y="337448"/>
                </a:lnTo>
                <a:lnTo>
                  <a:pt x="1975623" y="288306"/>
                </a:lnTo>
                <a:lnTo>
                  <a:pt x="1913096" y="242994"/>
                </a:lnTo>
                <a:lnTo>
                  <a:pt x="1847648" y="201690"/>
                </a:lnTo>
                <a:lnTo>
                  <a:pt x="1779458" y="164576"/>
                </a:lnTo>
                <a:lnTo>
                  <a:pt x="1708707" y="131829"/>
                </a:lnTo>
                <a:lnTo>
                  <a:pt x="1635573" y="103628"/>
                </a:lnTo>
                <a:lnTo>
                  <a:pt x="1560233" y="80152"/>
                </a:lnTo>
                <a:lnTo>
                  <a:pt x="1482864" y="61581"/>
                </a:lnTo>
                <a:lnTo>
                  <a:pt x="1403643" y="48092"/>
                </a:lnTo>
                <a:lnTo>
                  <a:pt x="1322744" y="39867"/>
                </a:lnTo>
                <a:lnTo>
                  <a:pt x="1240340" y="37085"/>
                </a:lnTo>
                <a:lnTo>
                  <a:pt x="1157936" y="39867"/>
                </a:lnTo>
                <a:lnTo>
                  <a:pt x="1077039" y="48092"/>
                </a:lnTo>
                <a:lnTo>
                  <a:pt x="997818" y="61581"/>
                </a:lnTo>
                <a:lnTo>
                  <a:pt x="920451" y="80152"/>
                </a:lnTo>
                <a:lnTo>
                  <a:pt x="845112" y="103628"/>
                </a:lnTo>
                <a:lnTo>
                  <a:pt x="771978" y="131829"/>
                </a:lnTo>
                <a:lnTo>
                  <a:pt x="701227" y="164576"/>
                </a:lnTo>
                <a:lnTo>
                  <a:pt x="633039" y="201690"/>
                </a:lnTo>
                <a:lnTo>
                  <a:pt x="567591" y="242993"/>
                </a:lnTo>
                <a:lnTo>
                  <a:pt x="505064" y="288306"/>
                </a:lnTo>
                <a:lnTo>
                  <a:pt x="445638" y="337448"/>
                </a:lnTo>
                <a:lnTo>
                  <a:pt x="389493" y="390239"/>
                </a:lnTo>
                <a:lnTo>
                  <a:pt x="336810" y="446499"/>
                </a:lnTo>
                <a:lnTo>
                  <a:pt x="287767" y="506048"/>
                </a:lnTo>
                <a:lnTo>
                  <a:pt x="242546" y="568705"/>
                </a:lnTo>
                <a:lnTo>
                  <a:pt x="201326" y="634290"/>
                </a:lnTo>
                <a:lnTo>
                  <a:pt x="164285" y="702623"/>
                </a:lnTo>
                <a:lnTo>
                  <a:pt x="131603" y="773523"/>
                </a:lnTo>
                <a:lnTo>
                  <a:pt x="103458" y="846813"/>
                </a:lnTo>
                <a:lnTo>
                  <a:pt x="80028" y="922313"/>
                </a:lnTo>
                <a:lnTo>
                  <a:pt x="61493" y="999847"/>
                </a:lnTo>
                <a:lnTo>
                  <a:pt x="48031" y="1079238"/>
                </a:lnTo>
                <a:lnTo>
                  <a:pt x="39821" y="1160311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𝐩">
            <a:extLst xmlns:a="http://schemas.openxmlformats.org/drawingml/2006/main">
              <a:ext uri="{FF2B5EF4-FFF2-40B4-BE49-F238E27FC236}">
                <a16:creationId xmlns:a16="http://schemas.microsoft.com/office/drawing/2014/main" id="{2DED2086-15DD-45A2-8577-48D962AF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715" y="2199043"/>
            <a:ext cx="115740" cy="156305"/>
          </a:xfrm>
          <a:custGeom xmlns:a="http://schemas.openxmlformats.org/drawingml/2006/main">
            <a:pathLst>
              <a:path w="115740" h="156305">
                <a:moveTo>
                  <a:pt x="43389" y="129022"/>
                </a:moveTo>
                <a:cubicBezTo>
                  <a:pt x="43389" y="134457"/>
                  <a:pt x="43678" y="138297"/>
                  <a:pt x="44257" y="140544"/>
                </a:cubicBezTo>
                <a:cubicBezTo>
                  <a:pt x="44835" y="142790"/>
                  <a:pt x="45866" y="144565"/>
                  <a:pt x="47348" y="145870"/>
                </a:cubicBezTo>
                <a:cubicBezTo>
                  <a:pt x="48831" y="147174"/>
                  <a:pt x="51452" y="148261"/>
                  <a:pt x="55213" y="149131"/>
                </a:cubicBezTo>
                <a:lnTo>
                  <a:pt x="55213" y="156305"/>
                </a:lnTo>
                <a:lnTo>
                  <a:pt x="1193" y="156305"/>
                </a:lnTo>
                <a:lnTo>
                  <a:pt x="1193" y="149131"/>
                </a:lnTo>
                <a:cubicBezTo>
                  <a:pt x="4592" y="148116"/>
                  <a:pt x="6960" y="146993"/>
                  <a:pt x="8298" y="145761"/>
                </a:cubicBezTo>
                <a:cubicBezTo>
                  <a:pt x="9636" y="144529"/>
                  <a:pt x="10594" y="142808"/>
                  <a:pt x="11173" y="140598"/>
                </a:cubicBezTo>
                <a:cubicBezTo>
                  <a:pt x="11751" y="138388"/>
                  <a:pt x="12040" y="134529"/>
                  <a:pt x="12040" y="129022"/>
                </a:cubicBezTo>
                <a:lnTo>
                  <a:pt x="12040" y="33913"/>
                </a:lnTo>
                <a:cubicBezTo>
                  <a:pt x="12040" y="28333"/>
                  <a:pt x="11968" y="24312"/>
                  <a:pt x="11824" y="21848"/>
                </a:cubicBezTo>
                <a:cubicBezTo>
                  <a:pt x="11679" y="19384"/>
                  <a:pt x="11263" y="17337"/>
                  <a:pt x="10576" y="15707"/>
                </a:cubicBezTo>
                <a:cubicBezTo>
                  <a:pt x="9889" y="14076"/>
                  <a:pt x="8822" y="12754"/>
                  <a:pt x="7376" y="11739"/>
                </a:cubicBezTo>
                <a:cubicBezTo>
                  <a:pt x="5930" y="10725"/>
                  <a:pt x="3471" y="9855"/>
                  <a:pt x="0" y="9130"/>
                </a:cubicBezTo>
                <a:lnTo>
                  <a:pt x="0" y="1739"/>
                </a:lnTo>
                <a:lnTo>
                  <a:pt x="30047" y="870"/>
                </a:lnTo>
                <a:lnTo>
                  <a:pt x="43389" y="870"/>
                </a:lnTo>
                <a:lnTo>
                  <a:pt x="41762" y="16630"/>
                </a:lnTo>
                <a:lnTo>
                  <a:pt x="43064" y="16957"/>
                </a:lnTo>
                <a:cubicBezTo>
                  <a:pt x="49283" y="10942"/>
                  <a:pt x="55086" y="6612"/>
                  <a:pt x="60474" y="3967"/>
                </a:cubicBezTo>
                <a:cubicBezTo>
                  <a:pt x="65861" y="1322"/>
                  <a:pt x="71411" y="0"/>
                  <a:pt x="77124" y="0"/>
                </a:cubicBezTo>
                <a:cubicBezTo>
                  <a:pt x="89996" y="0"/>
                  <a:pt x="99650" y="4547"/>
                  <a:pt x="106086" y="13641"/>
                </a:cubicBezTo>
                <a:cubicBezTo>
                  <a:pt x="112522" y="22736"/>
                  <a:pt x="115740" y="36341"/>
                  <a:pt x="115740" y="54457"/>
                </a:cubicBezTo>
                <a:cubicBezTo>
                  <a:pt x="115740" y="73370"/>
                  <a:pt x="111492" y="87573"/>
                  <a:pt x="102995" y="97065"/>
                </a:cubicBezTo>
                <a:cubicBezTo>
                  <a:pt x="94498" y="106558"/>
                  <a:pt x="81933" y="111304"/>
                  <a:pt x="65301" y="111304"/>
                </a:cubicBezTo>
                <a:cubicBezTo>
                  <a:pt x="57852" y="111304"/>
                  <a:pt x="50548" y="110362"/>
                  <a:pt x="43389" y="108478"/>
                </a:cubicBezTo>
                <a:lnTo>
                  <a:pt x="43389" y="129022"/>
                </a:lnTo>
                <a:moveTo>
                  <a:pt x="43389" y="73913"/>
                </a:moveTo>
                <a:cubicBezTo>
                  <a:pt x="43389" y="82826"/>
                  <a:pt x="44926" y="89402"/>
                  <a:pt x="47999" y="93641"/>
                </a:cubicBezTo>
                <a:cubicBezTo>
                  <a:pt x="51073" y="97881"/>
                  <a:pt x="55827" y="100000"/>
                  <a:pt x="62263" y="100000"/>
                </a:cubicBezTo>
                <a:cubicBezTo>
                  <a:pt x="68916" y="100000"/>
                  <a:pt x="73997" y="96504"/>
                  <a:pt x="77504" y="89511"/>
                </a:cubicBezTo>
                <a:cubicBezTo>
                  <a:pt x="81011" y="82518"/>
                  <a:pt x="82765" y="72536"/>
                  <a:pt x="82765" y="59565"/>
                </a:cubicBezTo>
                <a:cubicBezTo>
                  <a:pt x="82765" y="45145"/>
                  <a:pt x="81192" y="34457"/>
                  <a:pt x="78046" y="27500"/>
                </a:cubicBezTo>
                <a:cubicBezTo>
                  <a:pt x="74900" y="20544"/>
                  <a:pt x="70001" y="17065"/>
                  <a:pt x="63348" y="17065"/>
                </a:cubicBezTo>
                <a:cubicBezTo>
                  <a:pt x="60094" y="17065"/>
                  <a:pt x="56930" y="17899"/>
                  <a:pt x="53857" y="19565"/>
                </a:cubicBezTo>
                <a:cubicBezTo>
                  <a:pt x="50783" y="21232"/>
                  <a:pt x="48270" y="23605"/>
                  <a:pt x="46318" y="26685"/>
                </a:cubicBezTo>
                <a:cubicBezTo>
                  <a:pt x="44365" y="29765"/>
                  <a:pt x="43389" y="33225"/>
                  <a:pt x="43389" y="37065"/>
                </a:cubicBezTo>
                <a:lnTo>
                  <a:pt x="43389" y="7391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𝐣">
            <a:extLst xmlns:a="http://schemas.openxmlformats.org/drawingml/2006/main">
              <a:ext uri="{FF2B5EF4-FFF2-40B4-BE49-F238E27FC236}">
                <a16:creationId xmlns:a16="http://schemas.microsoft.com/office/drawing/2014/main" id="{F7EECAC9-ED30-458C-9355-6A60A3D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3437" y="2259753"/>
            <a:ext cx="32253" cy="132899"/>
          </a:xfrm>
          <a:custGeom xmlns:a="http://schemas.openxmlformats.org/drawingml/2006/main">
            <a:pathLst>
              <a:path w="32253" h="132899">
                <a:moveTo>
                  <a:pt x="31674" y="0"/>
                </a:moveTo>
                <a:lnTo>
                  <a:pt x="31674" y="17754"/>
                </a:lnTo>
                <a:lnTo>
                  <a:pt x="11860" y="17754"/>
                </a:lnTo>
                <a:lnTo>
                  <a:pt x="11860" y="0"/>
                </a:lnTo>
                <a:lnTo>
                  <a:pt x="31674" y="0"/>
                </a:lnTo>
                <a:moveTo>
                  <a:pt x="32253" y="95073"/>
                </a:moveTo>
                <a:cubicBezTo>
                  <a:pt x="32253" y="100773"/>
                  <a:pt x="31758" y="105592"/>
                  <a:pt x="30770" y="109529"/>
                </a:cubicBezTo>
                <a:cubicBezTo>
                  <a:pt x="29782" y="113466"/>
                  <a:pt x="28119" y="116933"/>
                  <a:pt x="25780" y="119928"/>
                </a:cubicBezTo>
                <a:cubicBezTo>
                  <a:pt x="23442" y="122923"/>
                  <a:pt x="20176" y="125544"/>
                  <a:pt x="15982" y="127790"/>
                </a:cubicBezTo>
                <a:cubicBezTo>
                  <a:pt x="11787" y="130036"/>
                  <a:pt x="7617" y="131739"/>
                  <a:pt x="3471" y="132899"/>
                </a:cubicBezTo>
                <a:lnTo>
                  <a:pt x="0" y="124420"/>
                </a:lnTo>
                <a:cubicBezTo>
                  <a:pt x="3230" y="123116"/>
                  <a:pt x="5592" y="121788"/>
                  <a:pt x="7087" y="120435"/>
                </a:cubicBezTo>
                <a:cubicBezTo>
                  <a:pt x="8581" y="119082"/>
                  <a:pt x="9666" y="117355"/>
                  <a:pt x="10341" y="115254"/>
                </a:cubicBezTo>
                <a:cubicBezTo>
                  <a:pt x="11016" y="113152"/>
                  <a:pt x="11353" y="110266"/>
                  <a:pt x="11353" y="106594"/>
                </a:cubicBezTo>
                <a:lnTo>
                  <a:pt x="11353" y="46232"/>
                </a:lnTo>
                <a:cubicBezTo>
                  <a:pt x="11353" y="42850"/>
                  <a:pt x="11137" y="40447"/>
                  <a:pt x="10703" y="39022"/>
                </a:cubicBezTo>
                <a:cubicBezTo>
                  <a:pt x="10269" y="37597"/>
                  <a:pt x="9558" y="36510"/>
                  <a:pt x="8569" y="35761"/>
                </a:cubicBezTo>
                <a:cubicBezTo>
                  <a:pt x="7581" y="35012"/>
                  <a:pt x="5833" y="34372"/>
                  <a:pt x="3326" y="33841"/>
                </a:cubicBezTo>
                <a:lnTo>
                  <a:pt x="3326" y="28913"/>
                </a:lnTo>
                <a:lnTo>
                  <a:pt x="23213" y="28333"/>
                </a:lnTo>
                <a:lnTo>
                  <a:pt x="32253" y="28333"/>
                </a:lnTo>
                <a:lnTo>
                  <a:pt x="32253" y="9507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2D85B-7DB1-440A-ADE3-770DCA6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642" y="1614812"/>
            <a:ext cx="991322" cy="660503"/>
          </a:xfrm>
          <a:custGeom xmlns:a="http://schemas.openxmlformats.org/drawingml/2006/main">
            <a:pathLst>
              <a:path w="991322" h="660503">
                <a:moveTo>
                  <a:pt x="991322" y="0"/>
                </a:moveTo>
                <a:lnTo>
                  <a:pt x="728694" y="77505"/>
                </a:lnTo>
                <a:lnTo>
                  <a:pt x="757340" y="121533"/>
                </a:lnTo>
                <a:lnTo>
                  <a:pt x="702981" y="157062"/>
                </a:lnTo>
                <a:lnTo>
                  <a:pt x="731614" y="201118"/>
                </a:lnTo>
                <a:lnTo>
                  <a:pt x="785992" y="165571"/>
                </a:lnTo>
                <a:lnTo>
                  <a:pt x="814635" y="209594"/>
                </a:lnTo>
                <a:lnTo>
                  <a:pt x="991322" y="0"/>
                </a:lnTo>
                <a:close/>
                <a:moveTo>
                  <a:pt x="527230" y="271913"/>
                </a:moveTo>
                <a:lnTo>
                  <a:pt x="555864" y="315930"/>
                </a:lnTo>
                <a:lnTo>
                  <a:pt x="687677" y="229831"/>
                </a:lnTo>
                <a:lnTo>
                  <a:pt x="659043" y="185775"/>
                </a:lnTo>
                <a:lnTo>
                  <a:pt x="527230" y="271913"/>
                </a:lnTo>
                <a:close/>
                <a:moveTo>
                  <a:pt x="351471" y="386774"/>
                </a:moveTo>
                <a:lnTo>
                  <a:pt x="380144" y="430791"/>
                </a:lnTo>
                <a:lnTo>
                  <a:pt x="511966" y="344643"/>
                </a:lnTo>
                <a:lnTo>
                  <a:pt x="483283" y="300626"/>
                </a:lnTo>
                <a:lnTo>
                  <a:pt x="351471" y="386774"/>
                </a:lnTo>
                <a:close/>
                <a:moveTo>
                  <a:pt x="175750" y="501636"/>
                </a:moveTo>
                <a:lnTo>
                  <a:pt x="204394" y="545652"/>
                </a:lnTo>
                <a:lnTo>
                  <a:pt x="336206" y="459504"/>
                </a:lnTo>
                <a:lnTo>
                  <a:pt x="307572" y="415487"/>
                </a:lnTo>
                <a:lnTo>
                  <a:pt x="175750" y="501636"/>
                </a:lnTo>
                <a:close/>
                <a:moveTo>
                  <a:pt x="0" y="616487"/>
                </a:moveTo>
                <a:lnTo>
                  <a:pt x="28673" y="660503"/>
                </a:lnTo>
                <a:lnTo>
                  <a:pt x="160456" y="574365"/>
                </a:lnTo>
                <a:lnTo>
                  <a:pt x="131813" y="530348"/>
                </a:lnTo>
                <a:lnTo>
                  <a:pt x="0" y="616487"/>
                </a:lnTo>
                <a:close/>
              </a:path>
            </a:pathLst>
          </a:custGeom>
          <a:solidFill xmlns:a="http://schemas.openxmlformats.org/drawingml/2006/main">
            <a:srgbClr val="FF0000">
              <a:alpha val="5294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863BB6-9973-4F8E-BE61-FA5A62E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923" y="2241827"/>
            <a:ext cx="1715187" cy="9018"/>
          </a:xfrm>
          <a:custGeom xmlns:a="http://schemas.openxmlformats.org/drawingml/2006/main">
            <a:pathLst>
              <a:path w="1715187" h="9018" fill="none">
                <a:moveTo>
                  <a:pt x="0" y="9018"/>
                </a:moveTo>
                <a:lnTo>
                  <a:pt x="17151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8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34" name="Text v">
            <a:extLst xmlns:a="http://schemas.openxmlformats.org/drawingml/2006/main">
              <a:ext uri="{FF2B5EF4-FFF2-40B4-BE49-F238E27FC236}">
                <a16:creationId xmlns:a16="http://schemas.microsoft.com/office/drawing/2014/main" id="{9DBC8AD3-AC67-4068-90B1-D94B97A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350" y="823432"/>
            <a:ext cx="100337" cy="105652"/>
          </a:xfrm>
          <a:custGeom xmlns:a="http://schemas.openxmlformats.org/drawingml/2006/main">
            <a:pathLst>
              <a:path w="100337" h="105652">
                <a:moveTo>
                  <a:pt x="100337" y="4239"/>
                </a:moveTo>
                <a:cubicBezTo>
                  <a:pt x="100337" y="4601"/>
                  <a:pt x="100319" y="5036"/>
                  <a:pt x="100283" y="5543"/>
                </a:cubicBezTo>
                <a:cubicBezTo>
                  <a:pt x="100247" y="6051"/>
                  <a:pt x="100175" y="6612"/>
                  <a:pt x="100066" y="7228"/>
                </a:cubicBezTo>
                <a:cubicBezTo>
                  <a:pt x="99958" y="7844"/>
                  <a:pt x="99813" y="8551"/>
                  <a:pt x="99632" y="9348"/>
                </a:cubicBezTo>
                <a:cubicBezTo>
                  <a:pt x="99451" y="10145"/>
                  <a:pt x="99216" y="11051"/>
                  <a:pt x="98927" y="12065"/>
                </a:cubicBezTo>
                <a:lnTo>
                  <a:pt x="69856" y="99783"/>
                </a:lnTo>
                <a:cubicBezTo>
                  <a:pt x="69495" y="101015"/>
                  <a:pt x="69007" y="102011"/>
                  <a:pt x="68392" y="102772"/>
                </a:cubicBezTo>
                <a:cubicBezTo>
                  <a:pt x="67777" y="103533"/>
                  <a:pt x="66765" y="104131"/>
                  <a:pt x="65355" y="104565"/>
                </a:cubicBezTo>
                <a:cubicBezTo>
                  <a:pt x="63945" y="105000"/>
                  <a:pt x="62028" y="105290"/>
                  <a:pt x="59606" y="105435"/>
                </a:cubicBezTo>
                <a:cubicBezTo>
                  <a:pt x="57183" y="105580"/>
                  <a:pt x="54019" y="105652"/>
                  <a:pt x="50114" y="105652"/>
                </a:cubicBezTo>
                <a:cubicBezTo>
                  <a:pt x="46282" y="105652"/>
                  <a:pt x="43154" y="105562"/>
                  <a:pt x="40732" y="105381"/>
                </a:cubicBezTo>
                <a:cubicBezTo>
                  <a:pt x="38309" y="105199"/>
                  <a:pt x="36411" y="104891"/>
                  <a:pt x="35037" y="104457"/>
                </a:cubicBezTo>
                <a:cubicBezTo>
                  <a:pt x="33663" y="104022"/>
                  <a:pt x="32668" y="103424"/>
                  <a:pt x="32054" y="102663"/>
                </a:cubicBezTo>
                <a:cubicBezTo>
                  <a:pt x="31439" y="101902"/>
                  <a:pt x="30951" y="100942"/>
                  <a:pt x="30589" y="99783"/>
                </a:cubicBezTo>
                <a:lnTo>
                  <a:pt x="1519" y="12065"/>
                </a:lnTo>
                <a:cubicBezTo>
                  <a:pt x="1085" y="10616"/>
                  <a:pt x="741" y="9312"/>
                  <a:pt x="488" y="8152"/>
                </a:cubicBezTo>
                <a:cubicBezTo>
                  <a:pt x="235" y="6993"/>
                  <a:pt x="90" y="6159"/>
                  <a:pt x="54" y="5652"/>
                </a:cubicBezTo>
                <a:cubicBezTo>
                  <a:pt x="18" y="5145"/>
                  <a:pt x="0" y="4674"/>
                  <a:pt x="0" y="4239"/>
                </a:cubicBezTo>
                <a:cubicBezTo>
                  <a:pt x="0" y="3514"/>
                  <a:pt x="199" y="2880"/>
                  <a:pt x="597" y="2337"/>
                </a:cubicBezTo>
                <a:cubicBezTo>
                  <a:pt x="994" y="1793"/>
                  <a:pt x="1699" y="1341"/>
                  <a:pt x="2712" y="978"/>
                </a:cubicBezTo>
                <a:cubicBezTo>
                  <a:pt x="3724" y="616"/>
                  <a:pt x="5116" y="362"/>
                  <a:pt x="6888" y="217"/>
                </a:cubicBezTo>
                <a:cubicBezTo>
                  <a:pt x="8660" y="72"/>
                  <a:pt x="10883" y="0"/>
                  <a:pt x="13559" y="0"/>
                </a:cubicBezTo>
                <a:cubicBezTo>
                  <a:pt x="16524" y="0"/>
                  <a:pt x="18910" y="91"/>
                  <a:pt x="20718" y="272"/>
                </a:cubicBezTo>
                <a:cubicBezTo>
                  <a:pt x="22526" y="453"/>
                  <a:pt x="23954" y="707"/>
                  <a:pt x="25003" y="1033"/>
                </a:cubicBezTo>
                <a:cubicBezTo>
                  <a:pt x="26052" y="1359"/>
                  <a:pt x="26793" y="1830"/>
                  <a:pt x="27227" y="2446"/>
                </a:cubicBezTo>
                <a:cubicBezTo>
                  <a:pt x="27661" y="3062"/>
                  <a:pt x="28022" y="3804"/>
                  <a:pt x="28311" y="4674"/>
                </a:cubicBezTo>
                <a:lnTo>
                  <a:pt x="50331" y="75870"/>
                </a:lnTo>
                <a:lnTo>
                  <a:pt x="50982" y="78587"/>
                </a:lnTo>
                <a:lnTo>
                  <a:pt x="51633" y="75870"/>
                </a:lnTo>
                <a:lnTo>
                  <a:pt x="73328" y="4674"/>
                </a:lnTo>
                <a:cubicBezTo>
                  <a:pt x="73545" y="3804"/>
                  <a:pt x="73888" y="3062"/>
                  <a:pt x="74358" y="2446"/>
                </a:cubicBezTo>
                <a:cubicBezTo>
                  <a:pt x="74828" y="1830"/>
                  <a:pt x="75569" y="1359"/>
                  <a:pt x="76582" y="1033"/>
                </a:cubicBezTo>
                <a:cubicBezTo>
                  <a:pt x="77594" y="707"/>
                  <a:pt x="78950" y="453"/>
                  <a:pt x="80650" y="272"/>
                </a:cubicBezTo>
                <a:cubicBezTo>
                  <a:pt x="82349" y="91"/>
                  <a:pt x="84573" y="0"/>
                  <a:pt x="87321" y="0"/>
                </a:cubicBezTo>
                <a:cubicBezTo>
                  <a:pt x="89996" y="0"/>
                  <a:pt x="92184" y="72"/>
                  <a:pt x="93883" y="217"/>
                </a:cubicBezTo>
                <a:cubicBezTo>
                  <a:pt x="95583" y="362"/>
                  <a:pt x="96902" y="616"/>
                  <a:pt x="97842" y="978"/>
                </a:cubicBezTo>
                <a:cubicBezTo>
                  <a:pt x="98783" y="1341"/>
                  <a:pt x="99433" y="1793"/>
                  <a:pt x="99795" y="2337"/>
                </a:cubicBezTo>
                <a:cubicBezTo>
                  <a:pt x="100157" y="2880"/>
                  <a:pt x="100337" y="3514"/>
                  <a:pt x="100337" y="423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𝐣">
            <a:extLst xmlns:a="http://schemas.openxmlformats.org/drawingml/2006/main">
              <a:ext uri="{FF2B5EF4-FFF2-40B4-BE49-F238E27FC236}">
                <a16:creationId xmlns:a16="http://schemas.microsoft.com/office/drawing/2014/main" id="{0BBF5E75-1F0A-4CAB-84B8-0A1C6AC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91" y="879577"/>
            <a:ext cx="32253" cy="132899"/>
          </a:xfrm>
          <a:custGeom xmlns:a="http://schemas.openxmlformats.org/drawingml/2006/main">
            <a:pathLst>
              <a:path w="32253" h="132899">
                <a:moveTo>
                  <a:pt x="31674" y="0"/>
                </a:moveTo>
                <a:lnTo>
                  <a:pt x="31674" y="17754"/>
                </a:lnTo>
                <a:lnTo>
                  <a:pt x="11860" y="17754"/>
                </a:lnTo>
                <a:lnTo>
                  <a:pt x="11860" y="0"/>
                </a:lnTo>
                <a:lnTo>
                  <a:pt x="31674" y="0"/>
                </a:lnTo>
                <a:moveTo>
                  <a:pt x="32253" y="95073"/>
                </a:moveTo>
                <a:cubicBezTo>
                  <a:pt x="32253" y="100773"/>
                  <a:pt x="31758" y="105592"/>
                  <a:pt x="30770" y="109529"/>
                </a:cubicBezTo>
                <a:cubicBezTo>
                  <a:pt x="29782" y="113466"/>
                  <a:pt x="28119" y="116933"/>
                  <a:pt x="25780" y="119928"/>
                </a:cubicBezTo>
                <a:cubicBezTo>
                  <a:pt x="23442" y="122923"/>
                  <a:pt x="20176" y="125544"/>
                  <a:pt x="15982" y="127790"/>
                </a:cubicBezTo>
                <a:cubicBezTo>
                  <a:pt x="11787" y="130036"/>
                  <a:pt x="7617" y="131739"/>
                  <a:pt x="3471" y="132899"/>
                </a:cubicBezTo>
                <a:lnTo>
                  <a:pt x="0" y="124420"/>
                </a:lnTo>
                <a:cubicBezTo>
                  <a:pt x="3230" y="123116"/>
                  <a:pt x="5592" y="121788"/>
                  <a:pt x="7087" y="120435"/>
                </a:cubicBezTo>
                <a:cubicBezTo>
                  <a:pt x="8581" y="119082"/>
                  <a:pt x="9666" y="117355"/>
                  <a:pt x="10341" y="115254"/>
                </a:cubicBezTo>
                <a:cubicBezTo>
                  <a:pt x="11016" y="113152"/>
                  <a:pt x="11353" y="110266"/>
                  <a:pt x="11353" y="106594"/>
                </a:cubicBezTo>
                <a:lnTo>
                  <a:pt x="11353" y="46232"/>
                </a:lnTo>
                <a:cubicBezTo>
                  <a:pt x="11353" y="42850"/>
                  <a:pt x="11137" y="40447"/>
                  <a:pt x="10703" y="39022"/>
                </a:cubicBezTo>
                <a:cubicBezTo>
                  <a:pt x="10269" y="37597"/>
                  <a:pt x="9558" y="36510"/>
                  <a:pt x="8569" y="35761"/>
                </a:cubicBezTo>
                <a:cubicBezTo>
                  <a:pt x="7581" y="35012"/>
                  <a:pt x="5833" y="34372"/>
                  <a:pt x="3326" y="33841"/>
                </a:cubicBezTo>
                <a:lnTo>
                  <a:pt x="3326" y="28913"/>
                </a:lnTo>
                <a:lnTo>
                  <a:pt x="23213" y="28333"/>
                </a:lnTo>
                <a:lnTo>
                  <a:pt x="32253" y="28333"/>
                </a:lnTo>
                <a:lnTo>
                  <a:pt x="32253" y="9507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𝐩">
            <a:extLst xmlns:a="http://schemas.openxmlformats.org/drawingml/2006/main">
              <a:ext uri="{FF2B5EF4-FFF2-40B4-BE49-F238E27FC236}">
                <a16:creationId xmlns:a16="http://schemas.microsoft.com/office/drawing/2014/main" id="{49F1698C-48C3-44A0-96F7-786E60E2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899" y="2332608"/>
            <a:ext cx="115740" cy="156305"/>
          </a:xfrm>
          <a:custGeom xmlns:a="http://schemas.openxmlformats.org/drawingml/2006/main">
            <a:pathLst>
              <a:path w="115740" h="156305">
                <a:moveTo>
                  <a:pt x="43389" y="129022"/>
                </a:moveTo>
                <a:cubicBezTo>
                  <a:pt x="43389" y="134457"/>
                  <a:pt x="43678" y="138297"/>
                  <a:pt x="44257" y="140544"/>
                </a:cubicBezTo>
                <a:cubicBezTo>
                  <a:pt x="44835" y="142790"/>
                  <a:pt x="45866" y="144565"/>
                  <a:pt x="47348" y="145870"/>
                </a:cubicBezTo>
                <a:cubicBezTo>
                  <a:pt x="48831" y="147174"/>
                  <a:pt x="51452" y="148261"/>
                  <a:pt x="55213" y="149131"/>
                </a:cubicBezTo>
                <a:lnTo>
                  <a:pt x="55213" y="156305"/>
                </a:lnTo>
                <a:lnTo>
                  <a:pt x="1193" y="156305"/>
                </a:lnTo>
                <a:lnTo>
                  <a:pt x="1193" y="149131"/>
                </a:lnTo>
                <a:cubicBezTo>
                  <a:pt x="4592" y="148116"/>
                  <a:pt x="6960" y="146993"/>
                  <a:pt x="8298" y="145761"/>
                </a:cubicBezTo>
                <a:cubicBezTo>
                  <a:pt x="9636" y="144529"/>
                  <a:pt x="10594" y="142808"/>
                  <a:pt x="11173" y="140598"/>
                </a:cubicBezTo>
                <a:cubicBezTo>
                  <a:pt x="11751" y="138388"/>
                  <a:pt x="12040" y="134529"/>
                  <a:pt x="12040" y="129022"/>
                </a:cubicBezTo>
                <a:lnTo>
                  <a:pt x="12040" y="33913"/>
                </a:lnTo>
                <a:cubicBezTo>
                  <a:pt x="12040" y="28333"/>
                  <a:pt x="11968" y="24312"/>
                  <a:pt x="11824" y="21848"/>
                </a:cubicBezTo>
                <a:cubicBezTo>
                  <a:pt x="11679" y="19384"/>
                  <a:pt x="11263" y="17337"/>
                  <a:pt x="10576" y="15707"/>
                </a:cubicBezTo>
                <a:cubicBezTo>
                  <a:pt x="9889" y="14076"/>
                  <a:pt x="8822" y="12754"/>
                  <a:pt x="7376" y="11739"/>
                </a:cubicBezTo>
                <a:cubicBezTo>
                  <a:pt x="5930" y="10725"/>
                  <a:pt x="3471" y="9855"/>
                  <a:pt x="0" y="9130"/>
                </a:cubicBezTo>
                <a:lnTo>
                  <a:pt x="0" y="1739"/>
                </a:lnTo>
                <a:lnTo>
                  <a:pt x="30047" y="870"/>
                </a:lnTo>
                <a:lnTo>
                  <a:pt x="43389" y="870"/>
                </a:lnTo>
                <a:lnTo>
                  <a:pt x="41762" y="16630"/>
                </a:lnTo>
                <a:lnTo>
                  <a:pt x="43064" y="16957"/>
                </a:lnTo>
                <a:cubicBezTo>
                  <a:pt x="49283" y="10942"/>
                  <a:pt x="55086" y="6612"/>
                  <a:pt x="60474" y="3967"/>
                </a:cubicBezTo>
                <a:cubicBezTo>
                  <a:pt x="65861" y="1322"/>
                  <a:pt x="71411" y="0"/>
                  <a:pt x="77124" y="0"/>
                </a:cubicBezTo>
                <a:cubicBezTo>
                  <a:pt x="89996" y="0"/>
                  <a:pt x="99650" y="4547"/>
                  <a:pt x="106086" y="13641"/>
                </a:cubicBezTo>
                <a:cubicBezTo>
                  <a:pt x="112522" y="22736"/>
                  <a:pt x="115740" y="36341"/>
                  <a:pt x="115740" y="54457"/>
                </a:cubicBezTo>
                <a:cubicBezTo>
                  <a:pt x="115740" y="73370"/>
                  <a:pt x="111492" y="87573"/>
                  <a:pt x="102995" y="97065"/>
                </a:cubicBezTo>
                <a:cubicBezTo>
                  <a:pt x="94498" y="106558"/>
                  <a:pt x="81933" y="111304"/>
                  <a:pt x="65301" y="111304"/>
                </a:cubicBezTo>
                <a:cubicBezTo>
                  <a:pt x="57852" y="111304"/>
                  <a:pt x="50548" y="110362"/>
                  <a:pt x="43389" y="108478"/>
                </a:cubicBezTo>
                <a:lnTo>
                  <a:pt x="43389" y="129022"/>
                </a:lnTo>
                <a:moveTo>
                  <a:pt x="43389" y="73913"/>
                </a:moveTo>
                <a:cubicBezTo>
                  <a:pt x="43389" y="82826"/>
                  <a:pt x="44926" y="89402"/>
                  <a:pt x="47999" y="93641"/>
                </a:cubicBezTo>
                <a:cubicBezTo>
                  <a:pt x="51073" y="97881"/>
                  <a:pt x="55827" y="100000"/>
                  <a:pt x="62263" y="100000"/>
                </a:cubicBezTo>
                <a:cubicBezTo>
                  <a:pt x="68916" y="100000"/>
                  <a:pt x="73997" y="96504"/>
                  <a:pt x="77504" y="89511"/>
                </a:cubicBezTo>
                <a:cubicBezTo>
                  <a:pt x="81011" y="82518"/>
                  <a:pt x="82765" y="72536"/>
                  <a:pt x="82765" y="59565"/>
                </a:cubicBezTo>
                <a:cubicBezTo>
                  <a:pt x="82765" y="45145"/>
                  <a:pt x="81192" y="34457"/>
                  <a:pt x="78046" y="27500"/>
                </a:cubicBezTo>
                <a:cubicBezTo>
                  <a:pt x="74900" y="20544"/>
                  <a:pt x="70001" y="17065"/>
                  <a:pt x="63348" y="17065"/>
                </a:cubicBezTo>
                <a:cubicBezTo>
                  <a:pt x="60094" y="17065"/>
                  <a:pt x="56930" y="17899"/>
                  <a:pt x="53857" y="19565"/>
                </a:cubicBezTo>
                <a:cubicBezTo>
                  <a:pt x="50783" y="21232"/>
                  <a:pt x="48270" y="23605"/>
                  <a:pt x="46318" y="26685"/>
                </a:cubicBezTo>
                <a:cubicBezTo>
                  <a:pt x="44365" y="29765"/>
                  <a:pt x="43389" y="33225"/>
                  <a:pt x="43389" y="37065"/>
                </a:cubicBezTo>
                <a:lnTo>
                  <a:pt x="43389" y="73913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𝐢">
            <a:extLst xmlns:a="http://schemas.openxmlformats.org/drawingml/2006/main">
              <a:ext uri="{FF2B5EF4-FFF2-40B4-BE49-F238E27FC236}">
                <a16:creationId xmlns:a16="http://schemas.microsoft.com/office/drawing/2014/main" id="{8A4429A1-1ABF-4B0F-9F7A-57EC358E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3891" y="2393318"/>
            <a:ext cx="36158" cy="100797"/>
          </a:xfrm>
          <a:custGeom xmlns:a="http://schemas.openxmlformats.org/drawingml/2006/main">
            <a:pathLst>
              <a:path w="36158" h="100797">
                <a:moveTo>
                  <a:pt x="28348" y="0"/>
                </a:moveTo>
                <a:lnTo>
                  <a:pt x="28348" y="17754"/>
                </a:lnTo>
                <a:lnTo>
                  <a:pt x="8533" y="17754"/>
                </a:lnTo>
                <a:lnTo>
                  <a:pt x="8533" y="0"/>
                </a:lnTo>
                <a:lnTo>
                  <a:pt x="28348" y="0"/>
                </a:lnTo>
                <a:moveTo>
                  <a:pt x="868" y="96015"/>
                </a:moveTo>
                <a:cubicBezTo>
                  <a:pt x="3230" y="95387"/>
                  <a:pt x="4857" y="94565"/>
                  <a:pt x="5749" y="93551"/>
                </a:cubicBezTo>
                <a:cubicBezTo>
                  <a:pt x="6641" y="92536"/>
                  <a:pt x="7244" y="91160"/>
                  <a:pt x="7557" y="89420"/>
                </a:cubicBezTo>
                <a:cubicBezTo>
                  <a:pt x="7870" y="87681"/>
                  <a:pt x="8027" y="84517"/>
                  <a:pt x="8027" y="79928"/>
                </a:cubicBezTo>
                <a:lnTo>
                  <a:pt x="8027" y="46232"/>
                </a:lnTo>
                <a:cubicBezTo>
                  <a:pt x="8027" y="42850"/>
                  <a:pt x="7810" y="40447"/>
                  <a:pt x="7376" y="39022"/>
                </a:cubicBezTo>
                <a:cubicBezTo>
                  <a:pt x="6942" y="37597"/>
                  <a:pt x="6231" y="36510"/>
                  <a:pt x="5243" y="35761"/>
                </a:cubicBezTo>
                <a:cubicBezTo>
                  <a:pt x="4255" y="35012"/>
                  <a:pt x="2507" y="34372"/>
                  <a:pt x="0" y="33841"/>
                </a:cubicBezTo>
                <a:lnTo>
                  <a:pt x="0" y="28913"/>
                </a:lnTo>
                <a:lnTo>
                  <a:pt x="19887" y="28333"/>
                </a:lnTo>
                <a:lnTo>
                  <a:pt x="28926" y="28333"/>
                </a:lnTo>
                <a:lnTo>
                  <a:pt x="28926" y="79855"/>
                </a:lnTo>
                <a:cubicBezTo>
                  <a:pt x="28926" y="84493"/>
                  <a:pt x="29059" y="87669"/>
                  <a:pt x="29324" y="89384"/>
                </a:cubicBezTo>
                <a:cubicBezTo>
                  <a:pt x="29589" y="91099"/>
                  <a:pt x="30180" y="92476"/>
                  <a:pt x="31096" y="93515"/>
                </a:cubicBezTo>
                <a:cubicBezTo>
                  <a:pt x="32012" y="94553"/>
                  <a:pt x="33699" y="95387"/>
                  <a:pt x="36158" y="96015"/>
                </a:cubicBezTo>
                <a:lnTo>
                  <a:pt x="36158" y="100797"/>
                </a:lnTo>
                <a:lnTo>
                  <a:pt x="868" y="100797"/>
                </a:lnTo>
                <a:lnTo>
                  <a:pt x="868" y="96015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samplingregion">
            <a:extLst xmlns:a="http://schemas.openxmlformats.org/drawingml/2006/main">
              <a:ext uri="{FF2B5EF4-FFF2-40B4-BE49-F238E27FC236}">
                <a16:creationId xmlns:a16="http://schemas.microsoft.com/office/drawing/2014/main" id="{5FB7F8BD-7E4C-42A1-8416-C36AFB0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624" y="773867"/>
            <a:ext cx="1425946" cy="202609"/>
          </a:xfrm>
          <a:custGeom xmlns:a="http://schemas.openxmlformats.org/drawingml/2006/main">
            <a:pathLst>
              <a:path w="1425946" h="202609">
                <a:moveTo>
                  <a:pt x="60311" y="52174"/>
                </a:moveTo>
                <a:lnTo>
                  <a:pt x="60311" y="85870"/>
                </a:lnTo>
                <a:lnTo>
                  <a:pt x="56731" y="85870"/>
                </a:lnTo>
                <a:cubicBezTo>
                  <a:pt x="53983" y="75301"/>
                  <a:pt x="50458" y="68113"/>
                  <a:pt x="46155" y="64304"/>
                </a:cubicBezTo>
                <a:cubicBezTo>
                  <a:pt x="41852" y="60493"/>
                  <a:pt x="36375" y="58587"/>
                  <a:pt x="29722" y="58587"/>
                </a:cubicBezTo>
                <a:cubicBezTo>
                  <a:pt x="24659" y="58587"/>
                  <a:pt x="20574" y="59926"/>
                  <a:pt x="17464" y="62605"/>
                </a:cubicBezTo>
                <a:cubicBezTo>
                  <a:pt x="14355" y="65282"/>
                  <a:pt x="12800" y="68250"/>
                  <a:pt x="12800" y="71508"/>
                </a:cubicBezTo>
                <a:cubicBezTo>
                  <a:pt x="12800" y="75562"/>
                  <a:pt x="13957" y="79035"/>
                  <a:pt x="16271" y="81929"/>
                </a:cubicBezTo>
                <a:cubicBezTo>
                  <a:pt x="18513" y="84898"/>
                  <a:pt x="23069" y="88047"/>
                  <a:pt x="29938" y="91376"/>
                </a:cubicBezTo>
                <a:lnTo>
                  <a:pt x="45776" y="99086"/>
                </a:lnTo>
                <a:cubicBezTo>
                  <a:pt x="60455" y="106251"/>
                  <a:pt x="67795" y="115698"/>
                  <a:pt x="67795" y="127425"/>
                </a:cubicBezTo>
                <a:cubicBezTo>
                  <a:pt x="67795" y="136472"/>
                  <a:pt x="64379" y="143765"/>
                  <a:pt x="57545" y="149304"/>
                </a:cubicBezTo>
                <a:cubicBezTo>
                  <a:pt x="50711" y="154841"/>
                  <a:pt x="43064" y="157609"/>
                  <a:pt x="34603" y="157609"/>
                </a:cubicBezTo>
                <a:cubicBezTo>
                  <a:pt x="28528" y="157609"/>
                  <a:pt x="21586" y="156522"/>
                  <a:pt x="13776" y="154348"/>
                </a:cubicBezTo>
                <a:cubicBezTo>
                  <a:pt x="11390" y="153623"/>
                  <a:pt x="9437" y="153261"/>
                  <a:pt x="7919" y="153261"/>
                </a:cubicBezTo>
                <a:cubicBezTo>
                  <a:pt x="6255" y="153261"/>
                  <a:pt x="4954" y="154203"/>
                  <a:pt x="4013" y="156087"/>
                </a:cubicBezTo>
                <a:lnTo>
                  <a:pt x="434" y="156087"/>
                </a:lnTo>
                <a:lnTo>
                  <a:pt x="434" y="120435"/>
                </a:lnTo>
                <a:lnTo>
                  <a:pt x="4013" y="120435"/>
                </a:lnTo>
                <a:cubicBezTo>
                  <a:pt x="6038" y="130616"/>
                  <a:pt x="9907" y="138288"/>
                  <a:pt x="15620" y="143451"/>
                </a:cubicBezTo>
                <a:cubicBezTo>
                  <a:pt x="21333" y="148614"/>
                  <a:pt x="27733" y="151196"/>
                  <a:pt x="34820" y="151196"/>
                </a:cubicBezTo>
                <a:cubicBezTo>
                  <a:pt x="39810" y="151196"/>
                  <a:pt x="43877" y="149731"/>
                  <a:pt x="47023" y="146800"/>
                </a:cubicBezTo>
                <a:cubicBezTo>
                  <a:pt x="50169" y="143868"/>
                  <a:pt x="51742" y="140339"/>
                  <a:pt x="51742" y="136213"/>
                </a:cubicBezTo>
                <a:cubicBezTo>
                  <a:pt x="51742" y="131217"/>
                  <a:pt x="49988" y="127019"/>
                  <a:pt x="46481" y="123618"/>
                </a:cubicBezTo>
                <a:cubicBezTo>
                  <a:pt x="42973" y="120216"/>
                  <a:pt x="35977" y="115910"/>
                  <a:pt x="25491" y="110700"/>
                </a:cubicBezTo>
                <a:cubicBezTo>
                  <a:pt x="15005" y="105487"/>
                  <a:pt x="8135" y="100781"/>
                  <a:pt x="4881" y="96583"/>
                </a:cubicBezTo>
                <a:cubicBezTo>
                  <a:pt x="1627" y="92457"/>
                  <a:pt x="0" y="87245"/>
                  <a:pt x="0" y="80948"/>
                </a:cubicBezTo>
                <a:cubicBezTo>
                  <a:pt x="0" y="72768"/>
                  <a:pt x="2802" y="65929"/>
                  <a:pt x="8407" y="60428"/>
                </a:cubicBezTo>
                <a:cubicBezTo>
                  <a:pt x="14011" y="54925"/>
                  <a:pt x="21261" y="52174"/>
                  <a:pt x="30155" y="52174"/>
                </a:cubicBezTo>
                <a:cubicBezTo>
                  <a:pt x="34060" y="52174"/>
                  <a:pt x="38797" y="53007"/>
                  <a:pt x="44365" y="54674"/>
                </a:cubicBezTo>
                <a:cubicBezTo>
                  <a:pt x="48053" y="55761"/>
                  <a:pt x="50512" y="56304"/>
                  <a:pt x="51742" y="56304"/>
                </a:cubicBezTo>
                <a:cubicBezTo>
                  <a:pt x="52899" y="56304"/>
                  <a:pt x="53802" y="56051"/>
                  <a:pt x="54453" y="55544"/>
                </a:cubicBezTo>
                <a:cubicBezTo>
                  <a:pt x="55104" y="55036"/>
                  <a:pt x="55863" y="53913"/>
                  <a:pt x="56731" y="52174"/>
                </a:cubicBezTo>
                <a:lnTo>
                  <a:pt x="60311" y="52174"/>
                </a:lnTo>
                <a:close/>
                <a:moveTo>
                  <a:pt x="138810" y="140218"/>
                </a:moveTo>
                <a:cubicBezTo>
                  <a:pt x="128613" y="148116"/>
                  <a:pt x="122213" y="152681"/>
                  <a:pt x="119610" y="153913"/>
                </a:cubicBezTo>
                <a:cubicBezTo>
                  <a:pt x="115705" y="155797"/>
                  <a:pt x="111547" y="156739"/>
                  <a:pt x="107136" y="156739"/>
                </a:cubicBezTo>
                <a:cubicBezTo>
                  <a:pt x="100266" y="156739"/>
                  <a:pt x="94607" y="154384"/>
                  <a:pt x="90160" y="149674"/>
                </a:cubicBezTo>
                <a:cubicBezTo>
                  <a:pt x="85712" y="144964"/>
                  <a:pt x="83489" y="138768"/>
                  <a:pt x="83489" y="131087"/>
                </a:cubicBezTo>
                <a:cubicBezTo>
                  <a:pt x="83489" y="126232"/>
                  <a:pt x="84573" y="122029"/>
                  <a:pt x="86743" y="118478"/>
                </a:cubicBezTo>
                <a:cubicBezTo>
                  <a:pt x="89708" y="113551"/>
                  <a:pt x="94860" y="108913"/>
                  <a:pt x="102200" y="104565"/>
                </a:cubicBezTo>
                <a:cubicBezTo>
                  <a:pt x="109540" y="100218"/>
                  <a:pt x="121743" y="94928"/>
                  <a:pt x="138810" y="88696"/>
                </a:cubicBezTo>
                <a:lnTo>
                  <a:pt x="138810" y="84783"/>
                </a:lnTo>
                <a:cubicBezTo>
                  <a:pt x="138810" y="74855"/>
                  <a:pt x="137237" y="68044"/>
                  <a:pt x="134091" y="64348"/>
                </a:cubicBezTo>
                <a:cubicBezTo>
                  <a:pt x="130945" y="60652"/>
                  <a:pt x="126372" y="58804"/>
                  <a:pt x="120369" y="58804"/>
                </a:cubicBezTo>
                <a:cubicBezTo>
                  <a:pt x="115813" y="58804"/>
                  <a:pt x="112198" y="60032"/>
                  <a:pt x="109522" y="62487"/>
                </a:cubicBezTo>
                <a:cubicBezTo>
                  <a:pt x="106774" y="64941"/>
                  <a:pt x="105400" y="67757"/>
                  <a:pt x="105400" y="70934"/>
                </a:cubicBezTo>
                <a:lnTo>
                  <a:pt x="105617" y="77215"/>
                </a:lnTo>
                <a:cubicBezTo>
                  <a:pt x="105617" y="80535"/>
                  <a:pt x="104767" y="83097"/>
                  <a:pt x="103068" y="84902"/>
                </a:cubicBezTo>
                <a:cubicBezTo>
                  <a:pt x="101369" y="86706"/>
                  <a:pt x="99145" y="87609"/>
                  <a:pt x="96397" y="87609"/>
                </a:cubicBezTo>
                <a:cubicBezTo>
                  <a:pt x="93721" y="87609"/>
                  <a:pt x="91534" y="86670"/>
                  <a:pt x="89834" y="84793"/>
                </a:cubicBezTo>
                <a:cubicBezTo>
                  <a:pt x="88135" y="82913"/>
                  <a:pt x="87285" y="80348"/>
                  <a:pt x="87285" y="77096"/>
                </a:cubicBezTo>
                <a:cubicBezTo>
                  <a:pt x="87285" y="70884"/>
                  <a:pt x="90467" y="65178"/>
                  <a:pt x="96831" y="59976"/>
                </a:cubicBezTo>
                <a:cubicBezTo>
                  <a:pt x="103194" y="54775"/>
                  <a:pt x="112125" y="52174"/>
                  <a:pt x="123624" y="52174"/>
                </a:cubicBezTo>
                <a:cubicBezTo>
                  <a:pt x="132446" y="52174"/>
                  <a:pt x="139678" y="53657"/>
                  <a:pt x="145318" y="56624"/>
                </a:cubicBezTo>
                <a:cubicBezTo>
                  <a:pt x="149585" y="58868"/>
                  <a:pt x="152730" y="62379"/>
                  <a:pt x="154755" y="67157"/>
                </a:cubicBezTo>
                <a:cubicBezTo>
                  <a:pt x="156057" y="70268"/>
                  <a:pt x="156708" y="76637"/>
                  <a:pt x="156708" y="86264"/>
                </a:cubicBezTo>
                <a:lnTo>
                  <a:pt x="156708" y="120027"/>
                </a:lnTo>
                <a:cubicBezTo>
                  <a:pt x="156708" y="129509"/>
                  <a:pt x="156889" y="135317"/>
                  <a:pt x="157250" y="137453"/>
                </a:cubicBezTo>
                <a:cubicBezTo>
                  <a:pt x="157612" y="139588"/>
                  <a:pt x="158208" y="141018"/>
                  <a:pt x="159040" y="141743"/>
                </a:cubicBezTo>
                <a:cubicBezTo>
                  <a:pt x="159872" y="142465"/>
                  <a:pt x="160830" y="142826"/>
                  <a:pt x="161914" y="142826"/>
                </a:cubicBezTo>
                <a:cubicBezTo>
                  <a:pt x="163071" y="142826"/>
                  <a:pt x="164084" y="142573"/>
                  <a:pt x="164952" y="142065"/>
                </a:cubicBezTo>
                <a:cubicBezTo>
                  <a:pt x="166470" y="141123"/>
                  <a:pt x="169399" y="138478"/>
                  <a:pt x="173738" y="134131"/>
                </a:cubicBezTo>
                <a:lnTo>
                  <a:pt x="173738" y="140218"/>
                </a:lnTo>
                <a:cubicBezTo>
                  <a:pt x="165639" y="151087"/>
                  <a:pt x="157901" y="156522"/>
                  <a:pt x="150525" y="156522"/>
                </a:cubicBezTo>
                <a:cubicBezTo>
                  <a:pt x="146981" y="156522"/>
                  <a:pt x="144161" y="155290"/>
                  <a:pt x="142064" y="152826"/>
                </a:cubicBezTo>
                <a:cubicBezTo>
                  <a:pt x="139967" y="150363"/>
                  <a:pt x="138882" y="146160"/>
                  <a:pt x="138810" y="140218"/>
                </a:cubicBezTo>
                <a:moveTo>
                  <a:pt x="138810" y="133091"/>
                </a:moveTo>
                <a:lnTo>
                  <a:pt x="138810" y="95326"/>
                </a:lnTo>
                <a:cubicBezTo>
                  <a:pt x="127890" y="99654"/>
                  <a:pt x="120839" y="102720"/>
                  <a:pt x="117658" y="104525"/>
                </a:cubicBezTo>
                <a:cubicBezTo>
                  <a:pt x="111945" y="107699"/>
                  <a:pt x="107859" y="111018"/>
                  <a:pt x="105400" y="114480"/>
                </a:cubicBezTo>
                <a:cubicBezTo>
                  <a:pt x="102941" y="117943"/>
                  <a:pt x="101712" y="121730"/>
                  <a:pt x="101712" y="125843"/>
                </a:cubicBezTo>
                <a:cubicBezTo>
                  <a:pt x="101712" y="131037"/>
                  <a:pt x="103267" y="135348"/>
                  <a:pt x="106376" y="138774"/>
                </a:cubicBezTo>
                <a:cubicBezTo>
                  <a:pt x="109486" y="142200"/>
                  <a:pt x="113066" y="143913"/>
                  <a:pt x="117115" y="143913"/>
                </a:cubicBezTo>
                <a:cubicBezTo>
                  <a:pt x="122611" y="143913"/>
                  <a:pt x="129843" y="140306"/>
                  <a:pt x="138810" y="133091"/>
                </a:cubicBezTo>
                <a:close/>
                <a:moveTo>
                  <a:pt x="210652" y="73370"/>
                </a:moveTo>
                <a:cubicBezTo>
                  <a:pt x="217884" y="66123"/>
                  <a:pt x="222150" y="61957"/>
                  <a:pt x="223452" y="60870"/>
                </a:cubicBezTo>
                <a:cubicBezTo>
                  <a:pt x="226706" y="58116"/>
                  <a:pt x="230213" y="55978"/>
                  <a:pt x="233974" y="54457"/>
                </a:cubicBezTo>
                <a:cubicBezTo>
                  <a:pt x="237734" y="52935"/>
                  <a:pt x="241458" y="52174"/>
                  <a:pt x="245146" y="52174"/>
                </a:cubicBezTo>
                <a:cubicBezTo>
                  <a:pt x="251366" y="52174"/>
                  <a:pt x="256717" y="53986"/>
                  <a:pt x="261200" y="57609"/>
                </a:cubicBezTo>
                <a:cubicBezTo>
                  <a:pt x="265684" y="61232"/>
                  <a:pt x="268685" y="66486"/>
                  <a:pt x="270204" y="73370"/>
                </a:cubicBezTo>
                <a:cubicBezTo>
                  <a:pt x="277652" y="64674"/>
                  <a:pt x="283944" y="58967"/>
                  <a:pt x="289078" y="56250"/>
                </a:cubicBezTo>
                <a:cubicBezTo>
                  <a:pt x="294212" y="53533"/>
                  <a:pt x="299491" y="52174"/>
                  <a:pt x="304915" y="52174"/>
                </a:cubicBezTo>
                <a:cubicBezTo>
                  <a:pt x="310194" y="52174"/>
                  <a:pt x="314876" y="53530"/>
                  <a:pt x="318962" y="56243"/>
                </a:cubicBezTo>
                <a:cubicBezTo>
                  <a:pt x="323048" y="58954"/>
                  <a:pt x="326284" y="63382"/>
                  <a:pt x="328670" y="69528"/>
                </a:cubicBezTo>
                <a:cubicBezTo>
                  <a:pt x="330261" y="73722"/>
                  <a:pt x="331057" y="80301"/>
                  <a:pt x="331057" y="89266"/>
                </a:cubicBezTo>
                <a:lnTo>
                  <a:pt x="331057" y="131997"/>
                </a:lnTo>
                <a:cubicBezTo>
                  <a:pt x="331057" y="138216"/>
                  <a:pt x="331527" y="142482"/>
                  <a:pt x="332467" y="144796"/>
                </a:cubicBezTo>
                <a:cubicBezTo>
                  <a:pt x="333190" y="146386"/>
                  <a:pt x="334528" y="147741"/>
                  <a:pt x="336481" y="148862"/>
                </a:cubicBezTo>
                <a:cubicBezTo>
                  <a:pt x="338433" y="149983"/>
                  <a:pt x="341615" y="150544"/>
                  <a:pt x="346026" y="150544"/>
                </a:cubicBezTo>
                <a:lnTo>
                  <a:pt x="346026" y="154565"/>
                </a:lnTo>
                <a:lnTo>
                  <a:pt x="296996" y="154565"/>
                </a:lnTo>
                <a:lnTo>
                  <a:pt x="296996" y="150544"/>
                </a:lnTo>
                <a:lnTo>
                  <a:pt x="299057" y="150544"/>
                </a:lnTo>
                <a:cubicBezTo>
                  <a:pt x="303324" y="150544"/>
                  <a:pt x="306651" y="149715"/>
                  <a:pt x="309037" y="148057"/>
                </a:cubicBezTo>
                <a:cubicBezTo>
                  <a:pt x="310700" y="146902"/>
                  <a:pt x="311893" y="145064"/>
                  <a:pt x="312617" y="142541"/>
                </a:cubicBezTo>
                <a:cubicBezTo>
                  <a:pt x="312906" y="141316"/>
                  <a:pt x="313050" y="137819"/>
                  <a:pt x="313050" y="132052"/>
                </a:cubicBezTo>
                <a:lnTo>
                  <a:pt x="313050" y="89443"/>
                </a:lnTo>
                <a:cubicBezTo>
                  <a:pt x="313050" y="81368"/>
                  <a:pt x="312074" y="75673"/>
                  <a:pt x="310122" y="72357"/>
                </a:cubicBezTo>
                <a:cubicBezTo>
                  <a:pt x="307301" y="67742"/>
                  <a:pt x="302782" y="65435"/>
                  <a:pt x="296563" y="65435"/>
                </a:cubicBezTo>
                <a:cubicBezTo>
                  <a:pt x="292730" y="65435"/>
                  <a:pt x="288879" y="66390"/>
                  <a:pt x="285010" y="68302"/>
                </a:cubicBezTo>
                <a:cubicBezTo>
                  <a:pt x="281141" y="70211"/>
                  <a:pt x="276459" y="73761"/>
                  <a:pt x="270963" y="78954"/>
                </a:cubicBezTo>
                <a:lnTo>
                  <a:pt x="270746" y="80143"/>
                </a:lnTo>
                <a:lnTo>
                  <a:pt x="270963" y="84793"/>
                </a:lnTo>
                <a:lnTo>
                  <a:pt x="270963" y="132052"/>
                </a:lnTo>
                <a:cubicBezTo>
                  <a:pt x="270963" y="138829"/>
                  <a:pt x="271343" y="143047"/>
                  <a:pt x="272102" y="144705"/>
                </a:cubicBezTo>
                <a:cubicBezTo>
                  <a:pt x="272861" y="146362"/>
                  <a:pt x="274289" y="147750"/>
                  <a:pt x="276387" y="148869"/>
                </a:cubicBezTo>
                <a:cubicBezTo>
                  <a:pt x="278484" y="149985"/>
                  <a:pt x="282063" y="150544"/>
                  <a:pt x="287125" y="150544"/>
                </a:cubicBezTo>
                <a:lnTo>
                  <a:pt x="287125" y="154565"/>
                </a:lnTo>
                <a:lnTo>
                  <a:pt x="236903" y="154565"/>
                </a:lnTo>
                <a:lnTo>
                  <a:pt x="236903" y="150544"/>
                </a:lnTo>
                <a:cubicBezTo>
                  <a:pt x="242398" y="150544"/>
                  <a:pt x="246177" y="149895"/>
                  <a:pt x="248238" y="148597"/>
                </a:cubicBezTo>
                <a:cubicBezTo>
                  <a:pt x="250299" y="147300"/>
                  <a:pt x="251727" y="145353"/>
                  <a:pt x="252523" y="142758"/>
                </a:cubicBezTo>
                <a:cubicBezTo>
                  <a:pt x="252884" y="141531"/>
                  <a:pt x="253065" y="137962"/>
                  <a:pt x="253065" y="132052"/>
                </a:cubicBezTo>
                <a:lnTo>
                  <a:pt x="253065" y="89443"/>
                </a:lnTo>
                <a:cubicBezTo>
                  <a:pt x="253065" y="81368"/>
                  <a:pt x="251872" y="75564"/>
                  <a:pt x="249485" y="72031"/>
                </a:cubicBezTo>
                <a:cubicBezTo>
                  <a:pt x="246304" y="67416"/>
                  <a:pt x="241856" y="65109"/>
                  <a:pt x="236143" y="65109"/>
                </a:cubicBezTo>
                <a:cubicBezTo>
                  <a:pt x="232238" y="65109"/>
                  <a:pt x="228369" y="66154"/>
                  <a:pt x="224537" y="68244"/>
                </a:cubicBezTo>
                <a:cubicBezTo>
                  <a:pt x="218534" y="71417"/>
                  <a:pt x="213906" y="74985"/>
                  <a:pt x="210652" y="78951"/>
                </a:cubicBezTo>
                <a:lnTo>
                  <a:pt x="210652" y="132052"/>
                </a:lnTo>
                <a:cubicBezTo>
                  <a:pt x="210652" y="138540"/>
                  <a:pt x="211104" y="142757"/>
                  <a:pt x="212008" y="144705"/>
                </a:cubicBezTo>
                <a:cubicBezTo>
                  <a:pt x="212912" y="146650"/>
                  <a:pt x="214250" y="148109"/>
                  <a:pt x="216022" y="149083"/>
                </a:cubicBezTo>
                <a:cubicBezTo>
                  <a:pt x="217793" y="150057"/>
                  <a:pt x="221391" y="150544"/>
                  <a:pt x="226815" y="150544"/>
                </a:cubicBezTo>
                <a:lnTo>
                  <a:pt x="226815" y="154565"/>
                </a:lnTo>
                <a:lnTo>
                  <a:pt x="177676" y="154565"/>
                </a:lnTo>
                <a:lnTo>
                  <a:pt x="177676" y="150544"/>
                </a:lnTo>
                <a:cubicBezTo>
                  <a:pt x="182232" y="150544"/>
                  <a:pt x="185414" y="150056"/>
                  <a:pt x="187222" y="149080"/>
                </a:cubicBezTo>
                <a:cubicBezTo>
                  <a:pt x="189030" y="148104"/>
                  <a:pt x="190404" y="146549"/>
                  <a:pt x="191344" y="144416"/>
                </a:cubicBezTo>
                <a:cubicBezTo>
                  <a:pt x="192284" y="142283"/>
                  <a:pt x="192754" y="138143"/>
                  <a:pt x="192754" y="131997"/>
                </a:cubicBezTo>
                <a:lnTo>
                  <a:pt x="192754" y="94039"/>
                </a:lnTo>
                <a:cubicBezTo>
                  <a:pt x="192754" y="83119"/>
                  <a:pt x="192429" y="76070"/>
                  <a:pt x="191778" y="72891"/>
                </a:cubicBezTo>
                <a:cubicBezTo>
                  <a:pt x="191272" y="70504"/>
                  <a:pt x="190476" y="68859"/>
                  <a:pt x="189391" y="67955"/>
                </a:cubicBezTo>
                <a:cubicBezTo>
                  <a:pt x="188307" y="67052"/>
                  <a:pt x="186824" y="66600"/>
                  <a:pt x="184944" y="66600"/>
                </a:cubicBezTo>
                <a:cubicBezTo>
                  <a:pt x="182919" y="66600"/>
                  <a:pt x="180497" y="67142"/>
                  <a:pt x="177676" y="68227"/>
                </a:cubicBezTo>
                <a:lnTo>
                  <a:pt x="176049" y="64321"/>
                </a:lnTo>
                <a:lnTo>
                  <a:pt x="205988" y="52174"/>
                </a:lnTo>
                <a:lnTo>
                  <a:pt x="210652" y="52174"/>
                </a:lnTo>
                <a:lnTo>
                  <a:pt x="210652" y="73370"/>
                </a:lnTo>
                <a:close/>
                <a:moveTo>
                  <a:pt x="346824" y="64793"/>
                </a:moveTo>
                <a:lnTo>
                  <a:pt x="377413" y="52391"/>
                </a:lnTo>
                <a:lnTo>
                  <a:pt x="381535" y="52391"/>
                </a:lnTo>
                <a:lnTo>
                  <a:pt x="381535" y="75652"/>
                </a:lnTo>
                <a:cubicBezTo>
                  <a:pt x="386669" y="66884"/>
                  <a:pt x="391822" y="60779"/>
                  <a:pt x="396992" y="57337"/>
                </a:cubicBezTo>
                <a:cubicBezTo>
                  <a:pt x="402163" y="53895"/>
                  <a:pt x="407605" y="52174"/>
                  <a:pt x="413317" y="52174"/>
                </a:cubicBezTo>
                <a:cubicBezTo>
                  <a:pt x="423297" y="52174"/>
                  <a:pt x="431613" y="56083"/>
                  <a:pt x="438266" y="63900"/>
                </a:cubicBezTo>
                <a:cubicBezTo>
                  <a:pt x="446438" y="73456"/>
                  <a:pt x="450524" y="85907"/>
                  <a:pt x="450524" y="101254"/>
                </a:cubicBezTo>
                <a:cubicBezTo>
                  <a:pt x="450524" y="118409"/>
                  <a:pt x="445606" y="132598"/>
                  <a:pt x="435771" y="143818"/>
                </a:cubicBezTo>
                <a:cubicBezTo>
                  <a:pt x="427672" y="153012"/>
                  <a:pt x="417476" y="157609"/>
                  <a:pt x="405182" y="157609"/>
                </a:cubicBezTo>
                <a:cubicBezTo>
                  <a:pt x="399831" y="157609"/>
                  <a:pt x="395203" y="156848"/>
                  <a:pt x="391297" y="155326"/>
                </a:cubicBezTo>
                <a:cubicBezTo>
                  <a:pt x="388405" y="154239"/>
                  <a:pt x="385151" y="152065"/>
                  <a:pt x="381535" y="148805"/>
                </a:cubicBezTo>
                <a:lnTo>
                  <a:pt x="381535" y="179131"/>
                </a:lnTo>
                <a:cubicBezTo>
                  <a:pt x="381535" y="185942"/>
                  <a:pt x="381951" y="190272"/>
                  <a:pt x="382782" y="192120"/>
                </a:cubicBezTo>
                <a:cubicBezTo>
                  <a:pt x="383614" y="193968"/>
                  <a:pt x="385060" y="195435"/>
                  <a:pt x="387121" y="196522"/>
                </a:cubicBezTo>
                <a:cubicBezTo>
                  <a:pt x="389182" y="197609"/>
                  <a:pt x="392925" y="198152"/>
                  <a:pt x="398348" y="198152"/>
                </a:cubicBezTo>
                <a:lnTo>
                  <a:pt x="398348" y="202174"/>
                </a:lnTo>
                <a:lnTo>
                  <a:pt x="346281" y="202174"/>
                </a:lnTo>
                <a:lnTo>
                  <a:pt x="346281" y="198152"/>
                </a:lnTo>
                <a:lnTo>
                  <a:pt x="348993" y="198152"/>
                </a:lnTo>
                <a:cubicBezTo>
                  <a:pt x="352970" y="198225"/>
                  <a:pt x="356369" y="197463"/>
                  <a:pt x="359190" y="195866"/>
                </a:cubicBezTo>
                <a:cubicBezTo>
                  <a:pt x="360564" y="195069"/>
                  <a:pt x="361630" y="193782"/>
                  <a:pt x="362389" y="192004"/>
                </a:cubicBezTo>
                <a:cubicBezTo>
                  <a:pt x="363149" y="190229"/>
                  <a:pt x="363528" y="185716"/>
                  <a:pt x="363528" y="178465"/>
                </a:cubicBezTo>
                <a:lnTo>
                  <a:pt x="363528" y="84263"/>
                </a:lnTo>
                <a:cubicBezTo>
                  <a:pt x="363528" y="77809"/>
                  <a:pt x="363239" y="73713"/>
                  <a:pt x="362661" y="71974"/>
                </a:cubicBezTo>
                <a:cubicBezTo>
                  <a:pt x="362082" y="70232"/>
                  <a:pt x="361160" y="68927"/>
                  <a:pt x="359895" y="68057"/>
                </a:cubicBezTo>
                <a:cubicBezTo>
                  <a:pt x="358629" y="67185"/>
                  <a:pt x="356912" y="66749"/>
                  <a:pt x="354742" y="66749"/>
                </a:cubicBezTo>
                <a:cubicBezTo>
                  <a:pt x="353007" y="66749"/>
                  <a:pt x="350801" y="67257"/>
                  <a:pt x="348125" y="68271"/>
                </a:cubicBezTo>
                <a:lnTo>
                  <a:pt x="346824" y="64793"/>
                </a:lnTo>
                <a:moveTo>
                  <a:pt x="381535" y="82262"/>
                </a:moveTo>
                <a:lnTo>
                  <a:pt x="381535" y="119389"/>
                </a:lnTo>
                <a:cubicBezTo>
                  <a:pt x="381535" y="127423"/>
                  <a:pt x="381860" y="132706"/>
                  <a:pt x="382511" y="135238"/>
                </a:cubicBezTo>
                <a:cubicBezTo>
                  <a:pt x="383524" y="139436"/>
                  <a:pt x="386000" y="143127"/>
                  <a:pt x="389942" y="146311"/>
                </a:cubicBezTo>
                <a:cubicBezTo>
                  <a:pt x="393883" y="149495"/>
                  <a:pt x="398854" y="151087"/>
                  <a:pt x="404857" y="151087"/>
                </a:cubicBezTo>
                <a:cubicBezTo>
                  <a:pt x="412088" y="151087"/>
                  <a:pt x="417946" y="148264"/>
                  <a:pt x="422429" y="142619"/>
                </a:cubicBezTo>
                <a:cubicBezTo>
                  <a:pt x="428287" y="135239"/>
                  <a:pt x="431215" y="124854"/>
                  <a:pt x="431215" y="111464"/>
                </a:cubicBezTo>
                <a:cubicBezTo>
                  <a:pt x="431215" y="96267"/>
                  <a:pt x="427889" y="84580"/>
                  <a:pt x="421236" y="76403"/>
                </a:cubicBezTo>
                <a:cubicBezTo>
                  <a:pt x="416608" y="70758"/>
                  <a:pt x="411112" y="67935"/>
                  <a:pt x="404748" y="67935"/>
                </a:cubicBezTo>
                <a:cubicBezTo>
                  <a:pt x="401277" y="67935"/>
                  <a:pt x="397842" y="68803"/>
                  <a:pt x="394443" y="70540"/>
                </a:cubicBezTo>
                <a:cubicBezTo>
                  <a:pt x="391840" y="71842"/>
                  <a:pt x="387537" y="75750"/>
                  <a:pt x="381535" y="82262"/>
                </a:cubicBezTo>
                <a:close/>
                <a:moveTo>
                  <a:pt x="499228" y="0"/>
                </a:moveTo>
                <a:lnTo>
                  <a:pt x="499228" y="131970"/>
                </a:lnTo>
                <a:cubicBezTo>
                  <a:pt x="499228" y="138198"/>
                  <a:pt x="499680" y="142326"/>
                  <a:pt x="500584" y="144355"/>
                </a:cubicBezTo>
                <a:cubicBezTo>
                  <a:pt x="501488" y="146382"/>
                  <a:pt x="502880" y="147920"/>
                  <a:pt x="504760" y="148971"/>
                </a:cubicBezTo>
                <a:cubicBezTo>
                  <a:pt x="506640" y="150019"/>
                  <a:pt x="510148" y="150544"/>
                  <a:pt x="515282" y="150544"/>
                </a:cubicBezTo>
                <a:lnTo>
                  <a:pt x="515282" y="154565"/>
                </a:lnTo>
                <a:lnTo>
                  <a:pt x="466578" y="154565"/>
                </a:lnTo>
                <a:lnTo>
                  <a:pt x="466578" y="150544"/>
                </a:lnTo>
                <a:cubicBezTo>
                  <a:pt x="471133" y="150544"/>
                  <a:pt x="474243" y="150074"/>
                  <a:pt x="475906" y="149134"/>
                </a:cubicBezTo>
                <a:cubicBezTo>
                  <a:pt x="477570" y="148192"/>
                  <a:pt x="478871" y="146635"/>
                  <a:pt x="479811" y="144464"/>
                </a:cubicBezTo>
                <a:cubicBezTo>
                  <a:pt x="480751" y="142290"/>
                  <a:pt x="481221" y="138125"/>
                  <a:pt x="481221" y="131970"/>
                </a:cubicBezTo>
                <a:lnTo>
                  <a:pt x="481221" y="41600"/>
                </a:lnTo>
                <a:cubicBezTo>
                  <a:pt x="481221" y="30377"/>
                  <a:pt x="480968" y="23481"/>
                  <a:pt x="480462" y="20910"/>
                </a:cubicBezTo>
                <a:cubicBezTo>
                  <a:pt x="479956" y="18338"/>
                  <a:pt x="479142" y="16582"/>
                  <a:pt x="478022" y="15642"/>
                </a:cubicBezTo>
                <a:cubicBezTo>
                  <a:pt x="476901" y="14700"/>
                  <a:pt x="475472" y="14229"/>
                  <a:pt x="473737" y="14229"/>
                </a:cubicBezTo>
                <a:cubicBezTo>
                  <a:pt x="471857" y="14229"/>
                  <a:pt x="469470" y="14809"/>
                  <a:pt x="466578" y="15968"/>
                </a:cubicBezTo>
                <a:lnTo>
                  <a:pt x="464734" y="12164"/>
                </a:lnTo>
                <a:lnTo>
                  <a:pt x="494347" y="0"/>
                </a:lnTo>
                <a:lnTo>
                  <a:pt x="499228" y="0"/>
                </a:lnTo>
                <a:close/>
                <a:moveTo>
                  <a:pt x="552091" y="0"/>
                </a:moveTo>
                <a:cubicBezTo>
                  <a:pt x="555128" y="0"/>
                  <a:pt x="557713" y="1075"/>
                  <a:pt x="559846" y="3224"/>
                </a:cubicBezTo>
                <a:cubicBezTo>
                  <a:pt x="561980" y="5370"/>
                  <a:pt x="563046" y="7973"/>
                  <a:pt x="563046" y="11033"/>
                </a:cubicBezTo>
                <a:cubicBezTo>
                  <a:pt x="563046" y="14092"/>
                  <a:pt x="561980" y="16714"/>
                  <a:pt x="559846" y="18899"/>
                </a:cubicBezTo>
                <a:cubicBezTo>
                  <a:pt x="557713" y="21082"/>
                  <a:pt x="555128" y="22174"/>
                  <a:pt x="552091" y="22174"/>
                </a:cubicBezTo>
                <a:cubicBezTo>
                  <a:pt x="549053" y="22174"/>
                  <a:pt x="546450" y="21082"/>
                  <a:pt x="544281" y="18899"/>
                </a:cubicBezTo>
                <a:cubicBezTo>
                  <a:pt x="542111" y="16714"/>
                  <a:pt x="541026" y="14092"/>
                  <a:pt x="541026" y="11033"/>
                </a:cubicBezTo>
                <a:cubicBezTo>
                  <a:pt x="541026" y="7973"/>
                  <a:pt x="542093" y="5370"/>
                  <a:pt x="544226" y="3224"/>
                </a:cubicBezTo>
                <a:cubicBezTo>
                  <a:pt x="546360" y="1075"/>
                  <a:pt x="548981" y="0"/>
                  <a:pt x="552091" y="0"/>
                </a:cubicBezTo>
                <a:moveTo>
                  <a:pt x="561094" y="52174"/>
                </a:moveTo>
                <a:lnTo>
                  <a:pt x="561094" y="131997"/>
                </a:lnTo>
                <a:cubicBezTo>
                  <a:pt x="561094" y="138216"/>
                  <a:pt x="561546" y="142355"/>
                  <a:pt x="562450" y="144416"/>
                </a:cubicBezTo>
                <a:cubicBezTo>
                  <a:pt x="563354" y="146477"/>
                  <a:pt x="564692" y="148013"/>
                  <a:pt x="566463" y="149025"/>
                </a:cubicBezTo>
                <a:cubicBezTo>
                  <a:pt x="568235" y="150038"/>
                  <a:pt x="571471" y="150544"/>
                  <a:pt x="576172" y="150544"/>
                </a:cubicBezTo>
                <a:lnTo>
                  <a:pt x="576172" y="154565"/>
                </a:lnTo>
                <a:lnTo>
                  <a:pt x="527901" y="154565"/>
                </a:lnTo>
                <a:lnTo>
                  <a:pt x="527901" y="150544"/>
                </a:lnTo>
                <a:cubicBezTo>
                  <a:pt x="532746" y="150544"/>
                  <a:pt x="536000" y="150074"/>
                  <a:pt x="537664" y="149134"/>
                </a:cubicBezTo>
                <a:cubicBezTo>
                  <a:pt x="539327" y="148194"/>
                  <a:pt x="540647" y="146640"/>
                  <a:pt x="541623" y="144470"/>
                </a:cubicBezTo>
                <a:cubicBezTo>
                  <a:pt x="542599" y="142301"/>
                  <a:pt x="543087" y="138143"/>
                  <a:pt x="543087" y="131997"/>
                </a:cubicBezTo>
                <a:lnTo>
                  <a:pt x="543087" y="93713"/>
                </a:lnTo>
                <a:cubicBezTo>
                  <a:pt x="543087" y="82938"/>
                  <a:pt x="542762" y="75961"/>
                  <a:pt x="542111" y="72782"/>
                </a:cubicBezTo>
                <a:cubicBezTo>
                  <a:pt x="541605" y="70468"/>
                  <a:pt x="540809" y="68859"/>
                  <a:pt x="539725" y="67955"/>
                </a:cubicBezTo>
                <a:cubicBezTo>
                  <a:pt x="538640" y="67052"/>
                  <a:pt x="537158" y="66600"/>
                  <a:pt x="535277" y="66600"/>
                </a:cubicBezTo>
                <a:cubicBezTo>
                  <a:pt x="533253" y="66600"/>
                  <a:pt x="530794" y="67142"/>
                  <a:pt x="527901" y="68227"/>
                </a:cubicBezTo>
                <a:lnTo>
                  <a:pt x="526383" y="64321"/>
                </a:lnTo>
                <a:lnTo>
                  <a:pt x="556321" y="52174"/>
                </a:lnTo>
                <a:lnTo>
                  <a:pt x="561094" y="52174"/>
                </a:lnTo>
                <a:close/>
                <a:moveTo>
                  <a:pt x="617538" y="73261"/>
                </a:moveTo>
                <a:cubicBezTo>
                  <a:pt x="629181" y="59203"/>
                  <a:pt x="640281" y="52174"/>
                  <a:pt x="650839" y="52174"/>
                </a:cubicBezTo>
                <a:cubicBezTo>
                  <a:pt x="656263" y="52174"/>
                  <a:pt x="660927" y="53530"/>
                  <a:pt x="664832" y="56243"/>
                </a:cubicBezTo>
                <a:cubicBezTo>
                  <a:pt x="668737" y="58954"/>
                  <a:pt x="671847" y="63418"/>
                  <a:pt x="674161" y="69637"/>
                </a:cubicBezTo>
                <a:cubicBezTo>
                  <a:pt x="675752" y="73973"/>
                  <a:pt x="676547" y="80625"/>
                  <a:pt x="676547" y="89593"/>
                </a:cubicBezTo>
                <a:lnTo>
                  <a:pt x="676547" y="131997"/>
                </a:lnTo>
                <a:cubicBezTo>
                  <a:pt x="676547" y="138288"/>
                  <a:pt x="677053" y="142555"/>
                  <a:pt x="678066" y="144796"/>
                </a:cubicBezTo>
                <a:cubicBezTo>
                  <a:pt x="678861" y="146603"/>
                  <a:pt x="680145" y="148013"/>
                  <a:pt x="681916" y="149025"/>
                </a:cubicBezTo>
                <a:cubicBezTo>
                  <a:pt x="683688" y="150038"/>
                  <a:pt x="686960" y="150544"/>
                  <a:pt x="691733" y="150544"/>
                </a:cubicBezTo>
                <a:lnTo>
                  <a:pt x="691733" y="154565"/>
                </a:lnTo>
                <a:lnTo>
                  <a:pt x="642595" y="154565"/>
                </a:lnTo>
                <a:lnTo>
                  <a:pt x="642595" y="150544"/>
                </a:lnTo>
                <a:lnTo>
                  <a:pt x="644656" y="150544"/>
                </a:lnTo>
                <a:cubicBezTo>
                  <a:pt x="649284" y="150544"/>
                  <a:pt x="652520" y="149841"/>
                  <a:pt x="654364" y="148434"/>
                </a:cubicBezTo>
                <a:cubicBezTo>
                  <a:pt x="656208" y="147028"/>
                  <a:pt x="657492" y="144956"/>
                  <a:pt x="658215" y="142218"/>
                </a:cubicBezTo>
                <a:cubicBezTo>
                  <a:pt x="658504" y="141136"/>
                  <a:pt x="658649" y="137747"/>
                  <a:pt x="658649" y="132052"/>
                </a:cubicBezTo>
                <a:lnTo>
                  <a:pt x="658649" y="91498"/>
                </a:lnTo>
                <a:cubicBezTo>
                  <a:pt x="658649" y="82488"/>
                  <a:pt x="657474" y="75946"/>
                  <a:pt x="655124" y="71872"/>
                </a:cubicBezTo>
                <a:cubicBezTo>
                  <a:pt x="652773" y="67798"/>
                  <a:pt x="648814" y="65761"/>
                  <a:pt x="643246" y="65761"/>
                </a:cubicBezTo>
                <a:cubicBezTo>
                  <a:pt x="634640" y="65761"/>
                  <a:pt x="626071" y="70447"/>
                  <a:pt x="617538" y="79820"/>
                </a:cubicBezTo>
                <a:lnTo>
                  <a:pt x="617538" y="132052"/>
                </a:lnTo>
                <a:cubicBezTo>
                  <a:pt x="617538" y="138757"/>
                  <a:pt x="617936" y="142902"/>
                  <a:pt x="618731" y="144487"/>
                </a:cubicBezTo>
                <a:cubicBezTo>
                  <a:pt x="619743" y="146577"/>
                  <a:pt x="621136" y="148109"/>
                  <a:pt x="622907" y="149083"/>
                </a:cubicBezTo>
                <a:cubicBezTo>
                  <a:pt x="624679" y="150057"/>
                  <a:pt x="628277" y="150544"/>
                  <a:pt x="633700" y="150544"/>
                </a:cubicBezTo>
                <a:lnTo>
                  <a:pt x="633700" y="154565"/>
                </a:lnTo>
                <a:lnTo>
                  <a:pt x="584562" y="154565"/>
                </a:lnTo>
                <a:lnTo>
                  <a:pt x="584562" y="150544"/>
                </a:lnTo>
                <a:lnTo>
                  <a:pt x="586732" y="150544"/>
                </a:lnTo>
                <a:cubicBezTo>
                  <a:pt x="591794" y="150544"/>
                  <a:pt x="595211" y="149261"/>
                  <a:pt x="596982" y="146695"/>
                </a:cubicBezTo>
                <a:cubicBezTo>
                  <a:pt x="598754" y="144127"/>
                  <a:pt x="599640" y="139228"/>
                  <a:pt x="599640" y="131997"/>
                </a:cubicBezTo>
                <a:lnTo>
                  <a:pt x="599640" y="95122"/>
                </a:lnTo>
                <a:cubicBezTo>
                  <a:pt x="599640" y="83193"/>
                  <a:pt x="599369" y="75927"/>
                  <a:pt x="598826" y="73326"/>
                </a:cubicBezTo>
                <a:cubicBezTo>
                  <a:pt x="598284" y="70721"/>
                  <a:pt x="597452" y="68949"/>
                  <a:pt x="596331" y="68010"/>
                </a:cubicBezTo>
                <a:cubicBezTo>
                  <a:pt x="595211" y="67070"/>
                  <a:pt x="593710" y="66600"/>
                  <a:pt x="591830" y="66600"/>
                </a:cubicBezTo>
                <a:cubicBezTo>
                  <a:pt x="589805" y="66600"/>
                  <a:pt x="587382" y="67142"/>
                  <a:pt x="584562" y="68227"/>
                </a:cubicBezTo>
                <a:lnTo>
                  <a:pt x="582935" y="64321"/>
                </a:lnTo>
                <a:lnTo>
                  <a:pt x="612874" y="52174"/>
                </a:lnTo>
                <a:lnTo>
                  <a:pt x="617538" y="52174"/>
                </a:lnTo>
                <a:lnTo>
                  <a:pt x="617538" y="73261"/>
                </a:lnTo>
                <a:close/>
                <a:moveTo>
                  <a:pt x="726227" y="118285"/>
                </a:moveTo>
                <a:cubicBezTo>
                  <a:pt x="720153" y="115318"/>
                  <a:pt x="715489" y="111175"/>
                  <a:pt x="712234" y="105856"/>
                </a:cubicBezTo>
                <a:cubicBezTo>
                  <a:pt x="708980" y="100537"/>
                  <a:pt x="707353" y="94656"/>
                  <a:pt x="707353" y="88213"/>
                </a:cubicBezTo>
                <a:cubicBezTo>
                  <a:pt x="707353" y="78372"/>
                  <a:pt x="711059" y="69905"/>
                  <a:pt x="718472" y="62813"/>
                </a:cubicBezTo>
                <a:cubicBezTo>
                  <a:pt x="725884" y="55720"/>
                  <a:pt x="735375" y="52174"/>
                  <a:pt x="746946" y="52174"/>
                </a:cubicBezTo>
                <a:cubicBezTo>
                  <a:pt x="756419" y="52174"/>
                  <a:pt x="764627" y="54493"/>
                  <a:pt x="771569" y="59131"/>
                </a:cubicBezTo>
                <a:lnTo>
                  <a:pt x="792613" y="59131"/>
                </a:lnTo>
                <a:cubicBezTo>
                  <a:pt x="795722" y="59131"/>
                  <a:pt x="797530" y="59220"/>
                  <a:pt x="798036" y="59399"/>
                </a:cubicBezTo>
                <a:cubicBezTo>
                  <a:pt x="798542" y="59578"/>
                  <a:pt x="798904" y="59882"/>
                  <a:pt x="799121" y="60313"/>
                </a:cubicBezTo>
                <a:cubicBezTo>
                  <a:pt x="799555" y="60958"/>
                  <a:pt x="799772" y="62105"/>
                  <a:pt x="799772" y="63753"/>
                </a:cubicBezTo>
                <a:cubicBezTo>
                  <a:pt x="799772" y="65615"/>
                  <a:pt x="799591" y="66905"/>
                  <a:pt x="799229" y="67622"/>
                </a:cubicBezTo>
                <a:cubicBezTo>
                  <a:pt x="799013" y="67980"/>
                  <a:pt x="798633" y="68267"/>
                  <a:pt x="798091" y="68482"/>
                </a:cubicBezTo>
                <a:cubicBezTo>
                  <a:pt x="797548" y="68697"/>
                  <a:pt x="795722" y="68804"/>
                  <a:pt x="792613" y="68804"/>
                </a:cubicBezTo>
                <a:lnTo>
                  <a:pt x="779704" y="68804"/>
                </a:lnTo>
                <a:cubicBezTo>
                  <a:pt x="783754" y="74033"/>
                  <a:pt x="785779" y="80713"/>
                  <a:pt x="785779" y="88845"/>
                </a:cubicBezTo>
                <a:cubicBezTo>
                  <a:pt x="785779" y="98139"/>
                  <a:pt x="782235" y="106089"/>
                  <a:pt x="775149" y="112697"/>
                </a:cubicBezTo>
                <a:cubicBezTo>
                  <a:pt x="768062" y="119305"/>
                  <a:pt x="758552" y="122609"/>
                  <a:pt x="746620" y="122609"/>
                </a:cubicBezTo>
                <a:cubicBezTo>
                  <a:pt x="741703" y="122609"/>
                  <a:pt x="736677" y="121870"/>
                  <a:pt x="731542" y="120391"/>
                </a:cubicBezTo>
                <a:cubicBezTo>
                  <a:pt x="728361" y="123142"/>
                  <a:pt x="726209" y="125550"/>
                  <a:pt x="725088" y="127616"/>
                </a:cubicBezTo>
                <a:cubicBezTo>
                  <a:pt x="723967" y="129679"/>
                  <a:pt x="723407" y="131434"/>
                  <a:pt x="723407" y="132881"/>
                </a:cubicBezTo>
                <a:cubicBezTo>
                  <a:pt x="723407" y="134113"/>
                  <a:pt x="724004" y="135308"/>
                  <a:pt x="725197" y="136468"/>
                </a:cubicBezTo>
                <a:cubicBezTo>
                  <a:pt x="726390" y="137625"/>
                  <a:pt x="728722" y="138457"/>
                  <a:pt x="732193" y="138964"/>
                </a:cubicBezTo>
                <a:cubicBezTo>
                  <a:pt x="734218" y="139254"/>
                  <a:pt x="739280" y="139508"/>
                  <a:pt x="747380" y="139725"/>
                </a:cubicBezTo>
                <a:cubicBezTo>
                  <a:pt x="762276" y="140085"/>
                  <a:pt x="771931" y="140591"/>
                  <a:pt x="776342" y="141243"/>
                </a:cubicBezTo>
                <a:cubicBezTo>
                  <a:pt x="783067" y="142185"/>
                  <a:pt x="788436" y="144684"/>
                  <a:pt x="792450" y="148740"/>
                </a:cubicBezTo>
                <a:cubicBezTo>
                  <a:pt x="796463" y="152793"/>
                  <a:pt x="798470" y="157789"/>
                  <a:pt x="798470" y="163726"/>
                </a:cubicBezTo>
                <a:cubicBezTo>
                  <a:pt x="798470" y="171908"/>
                  <a:pt x="794637" y="179584"/>
                  <a:pt x="786972" y="186753"/>
                </a:cubicBezTo>
                <a:cubicBezTo>
                  <a:pt x="775691" y="197324"/>
                  <a:pt x="760975" y="202609"/>
                  <a:pt x="742824" y="202609"/>
                </a:cubicBezTo>
                <a:cubicBezTo>
                  <a:pt x="728867" y="202609"/>
                  <a:pt x="717079" y="199461"/>
                  <a:pt x="707462" y="193166"/>
                </a:cubicBezTo>
                <a:cubicBezTo>
                  <a:pt x="702038" y="189547"/>
                  <a:pt x="699326" y="185784"/>
                  <a:pt x="699326" y="181875"/>
                </a:cubicBezTo>
                <a:cubicBezTo>
                  <a:pt x="699326" y="180141"/>
                  <a:pt x="699724" y="178405"/>
                  <a:pt x="700519" y="176668"/>
                </a:cubicBezTo>
                <a:cubicBezTo>
                  <a:pt x="701749" y="173989"/>
                  <a:pt x="704280" y="170262"/>
                  <a:pt x="708112" y="165486"/>
                </a:cubicBezTo>
                <a:cubicBezTo>
                  <a:pt x="708619" y="164836"/>
                  <a:pt x="712307" y="160929"/>
                  <a:pt x="719177" y="153764"/>
                </a:cubicBezTo>
                <a:cubicBezTo>
                  <a:pt x="715416" y="151515"/>
                  <a:pt x="712759" y="149502"/>
                  <a:pt x="711204" y="147724"/>
                </a:cubicBezTo>
                <a:cubicBezTo>
                  <a:pt x="709649" y="145947"/>
                  <a:pt x="708872" y="143934"/>
                  <a:pt x="708872" y="141685"/>
                </a:cubicBezTo>
                <a:cubicBezTo>
                  <a:pt x="708872" y="139144"/>
                  <a:pt x="709902" y="136169"/>
                  <a:pt x="711963" y="132758"/>
                </a:cubicBezTo>
                <a:cubicBezTo>
                  <a:pt x="714024" y="129348"/>
                  <a:pt x="718779" y="124523"/>
                  <a:pt x="726227" y="118285"/>
                </a:cubicBezTo>
                <a:moveTo>
                  <a:pt x="745102" y="57609"/>
                </a:moveTo>
                <a:cubicBezTo>
                  <a:pt x="739750" y="57609"/>
                  <a:pt x="735267" y="59735"/>
                  <a:pt x="731651" y="63988"/>
                </a:cubicBezTo>
                <a:cubicBezTo>
                  <a:pt x="728035" y="68238"/>
                  <a:pt x="726227" y="74760"/>
                  <a:pt x="726227" y="83553"/>
                </a:cubicBezTo>
                <a:cubicBezTo>
                  <a:pt x="726227" y="94941"/>
                  <a:pt x="728686" y="103769"/>
                  <a:pt x="733603" y="110038"/>
                </a:cubicBezTo>
                <a:cubicBezTo>
                  <a:pt x="737364" y="114795"/>
                  <a:pt x="742137" y="117174"/>
                  <a:pt x="747922" y="117174"/>
                </a:cubicBezTo>
                <a:cubicBezTo>
                  <a:pt x="753418" y="117174"/>
                  <a:pt x="757938" y="115120"/>
                  <a:pt x="761481" y="111012"/>
                </a:cubicBezTo>
                <a:cubicBezTo>
                  <a:pt x="765024" y="106905"/>
                  <a:pt x="766796" y="100454"/>
                  <a:pt x="766796" y="91661"/>
                </a:cubicBezTo>
                <a:cubicBezTo>
                  <a:pt x="766796" y="80203"/>
                  <a:pt x="764301" y="71230"/>
                  <a:pt x="759312" y="64742"/>
                </a:cubicBezTo>
                <a:cubicBezTo>
                  <a:pt x="755623" y="59986"/>
                  <a:pt x="750887" y="57609"/>
                  <a:pt x="745102" y="57609"/>
                </a:cubicBezTo>
                <a:moveTo>
                  <a:pt x="725143" y="154630"/>
                </a:moveTo>
                <a:cubicBezTo>
                  <a:pt x="721744" y="158319"/>
                  <a:pt x="719177" y="161754"/>
                  <a:pt x="717441" y="164936"/>
                </a:cubicBezTo>
                <a:cubicBezTo>
                  <a:pt x="715705" y="168120"/>
                  <a:pt x="714838" y="171050"/>
                  <a:pt x="714838" y="173726"/>
                </a:cubicBezTo>
                <a:cubicBezTo>
                  <a:pt x="714838" y="177198"/>
                  <a:pt x="716935" y="180236"/>
                  <a:pt x="721129" y="182840"/>
                </a:cubicBezTo>
                <a:cubicBezTo>
                  <a:pt x="728361" y="187324"/>
                  <a:pt x="738810" y="189565"/>
                  <a:pt x="752478" y="189565"/>
                </a:cubicBezTo>
                <a:cubicBezTo>
                  <a:pt x="765494" y="189565"/>
                  <a:pt x="775094" y="187268"/>
                  <a:pt x="781277" y="182673"/>
                </a:cubicBezTo>
                <a:cubicBezTo>
                  <a:pt x="787460" y="178081"/>
                  <a:pt x="790552" y="173182"/>
                  <a:pt x="790552" y="167976"/>
                </a:cubicBezTo>
                <a:cubicBezTo>
                  <a:pt x="790552" y="164214"/>
                  <a:pt x="788708" y="161538"/>
                  <a:pt x="785020" y="159946"/>
                </a:cubicBezTo>
                <a:cubicBezTo>
                  <a:pt x="781259" y="158354"/>
                  <a:pt x="773811" y="157414"/>
                  <a:pt x="762674" y="157127"/>
                </a:cubicBezTo>
                <a:cubicBezTo>
                  <a:pt x="746403" y="156692"/>
                  <a:pt x="733893" y="155860"/>
                  <a:pt x="725143" y="154630"/>
                </a:cubicBezTo>
                <a:close/>
                <a:moveTo>
                  <a:pt x="895337" y="52174"/>
                </a:moveTo>
                <a:lnTo>
                  <a:pt x="895337" y="74565"/>
                </a:lnTo>
                <a:cubicBezTo>
                  <a:pt x="903653" y="59638"/>
                  <a:pt x="912186" y="52174"/>
                  <a:pt x="920936" y="52174"/>
                </a:cubicBezTo>
                <a:cubicBezTo>
                  <a:pt x="924914" y="52174"/>
                  <a:pt x="928204" y="53388"/>
                  <a:pt x="930807" y="55815"/>
                </a:cubicBezTo>
                <a:cubicBezTo>
                  <a:pt x="933411" y="58243"/>
                  <a:pt x="934712" y="61051"/>
                  <a:pt x="934712" y="64239"/>
                </a:cubicBezTo>
                <a:cubicBezTo>
                  <a:pt x="934712" y="67065"/>
                  <a:pt x="933772" y="69457"/>
                  <a:pt x="931892" y="71413"/>
                </a:cubicBezTo>
                <a:cubicBezTo>
                  <a:pt x="930012" y="73370"/>
                  <a:pt x="927770" y="74348"/>
                  <a:pt x="925167" y="74348"/>
                </a:cubicBezTo>
                <a:cubicBezTo>
                  <a:pt x="922636" y="74348"/>
                  <a:pt x="919797" y="73098"/>
                  <a:pt x="916652" y="70598"/>
                </a:cubicBezTo>
                <a:cubicBezTo>
                  <a:pt x="913506" y="68098"/>
                  <a:pt x="911174" y="66848"/>
                  <a:pt x="909655" y="66848"/>
                </a:cubicBezTo>
                <a:cubicBezTo>
                  <a:pt x="908353" y="66848"/>
                  <a:pt x="906943" y="67570"/>
                  <a:pt x="905425" y="69015"/>
                </a:cubicBezTo>
                <a:cubicBezTo>
                  <a:pt x="902171" y="71979"/>
                  <a:pt x="898808" y="76858"/>
                  <a:pt x="895337" y="83652"/>
                </a:cubicBezTo>
                <a:lnTo>
                  <a:pt x="895337" y="131247"/>
                </a:lnTo>
                <a:cubicBezTo>
                  <a:pt x="895337" y="136738"/>
                  <a:pt x="896024" y="140894"/>
                  <a:pt x="897398" y="143713"/>
                </a:cubicBezTo>
                <a:cubicBezTo>
                  <a:pt x="898338" y="145665"/>
                  <a:pt x="900001" y="147292"/>
                  <a:pt x="902387" y="148594"/>
                </a:cubicBezTo>
                <a:cubicBezTo>
                  <a:pt x="904774" y="149894"/>
                  <a:pt x="908209" y="150544"/>
                  <a:pt x="912692" y="150544"/>
                </a:cubicBezTo>
                <a:lnTo>
                  <a:pt x="912692" y="154565"/>
                </a:lnTo>
                <a:lnTo>
                  <a:pt x="861819" y="154565"/>
                </a:lnTo>
                <a:lnTo>
                  <a:pt x="861819" y="150544"/>
                </a:lnTo>
                <a:cubicBezTo>
                  <a:pt x="866881" y="150544"/>
                  <a:pt x="870641" y="149749"/>
                  <a:pt x="873100" y="148159"/>
                </a:cubicBezTo>
                <a:cubicBezTo>
                  <a:pt x="874908" y="147002"/>
                  <a:pt x="876173" y="145158"/>
                  <a:pt x="876896" y="142626"/>
                </a:cubicBezTo>
                <a:cubicBezTo>
                  <a:pt x="877258" y="141396"/>
                  <a:pt x="877439" y="137890"/>
                  <a:pt x="877439" y="132106"/>
                </a:cubicBezTo>
                <a:lnTo>
                  <a:pt x="877439" y="93604"/>
                </a:lnTo>
                <a:cubicBezTo>
                  <a:pt x="877439" y="82035"/>
                  <a:pt x="877204" y="75148"/>
                  <a:pt x="876734" y="72945"/>
                </a:cubicBezTo>
                <a:cubicBezTo>
                  <a:pt x="876264" y="70739"/>
                  <a:pt x="875396" y="69131"/>
                  <a:pt x="874130" y="68118"/>
                </a:cubicBezTo>
                <a:cubicBezTo>
                  <a:pt x="872865" y="67106"/>
                  <a:pt x="871292" y="66600"/>
                  <a:pt x="869412" y="66600"/>
                </a:cubicBezTo>
                <a:cubicBezTo>
                  <a:pt x="867170" y="66600"/>
                  <a:pt x="864639" y="67142"/>
                  <a:pt x="861819" y="68227"/>
                </a:cubicBezTo>
                <a:lnTo>
                  <a:pt x="860734" y="64321"/>
                </a:lnTo>
                <a:lnTo>
                  <a:pt x="890781" y="52174"/>
                </a:lnTo>
                <a:lnTo>
                  <a:pt x="895337" y="52174"/>
                </a:lnTo>
                <a:close/>
                <a:moveTo>
                  <a:pt x="956947" y="92609"/>
                </a:moveTo>
                <a:cubicBezTo>
                  <a:pt x="956875" y="107357"/>
                  <a:pt x="960454" y="118926"/>
                  <a:pt x="967686" y="127313"/>
                </a:cubicBezTo>
                <a:cubicBezTo>
                  <a:pt x="974917" y="135699"/>
                  <a:pt x="983414" y="139891"/>
                  <a:pt x="993177" y="139891"/>
                </a:cubicBezTo>
                <a:cubicBezTo>
                  <a:pt x="999685" y="139891"/>
                  <a:pt x="1005344" y="138098"/>
                  <a:pt x="1010153" y="134511"/>
                </a:cubicBezTo>
                <a:cubicBezTo>
                  <a:pt x="1014962" y="130924"/>
                  <a:pt x="1018993" y="124783"/>
                  <a:pt x="1022248" y="116087"/>
                </a:cubicBezTo>
                <a:lnTo>
                  <a:pt x="1025610" y="118261"/>
                </a:lnTo>
                <a:cubicBezTo>
                  <a:pt x="1024092" y="128189"/>
                  <a:pt x="1019680" y="137228"/>
                  <a:pt x="1012377" y="145381"/>
                </a:cubicBezTo>
                <a:cubicBezTo>
                  <a:pt x="1005073" y="153533"/>
                  <a:pt x="995925" y="157609"/>
                  <a:pt x="984933" y="157609"/>
                </a:cubicBezTo>
                <a:cubicBezTo>
                  <a:pt x="973001" y="157609"/>
                  <a:pt x="962786" y="152963"/>
                  <a:pt x="954289" y="143672"/>
                </a:cubicBezTo>
                <a:cubicBezTo>
                  <a:pt x="945792" y="134379"/>
                  <a:pt x="941544" y="121885"/>
                  <a:pt x="941544" y="106192"/>
                </a:cubicBezTo>
                <a:cubicBezTo>
                  <a:pt x="941544" y="89200"/>
                  <a:pt x="945901" y="75949"/>
                  <a:pt x="954615" y="66440"/>
                </a:cubicBezTo>
                <a:cubicBezTo>
                  <a:pt x="963329" y="56929"/>
                  <a:pt x="974266" y="52174"/>
                  <a:pt x="987428" y="52174"/>
                </a:cubicBezTo>
                <a:cubicBezTo>
                  <a:pt x="998564" y="52174"/>
                  <a:pt x="1007712" y="55842"/>
                  <a:pt x="1014871" y="63179"/>
                </a:cubicBezTo>
                <a:cubicBezTo>
                  <a:pt x="1022031" y="70514"/>
                  <a:pt x="1025610" y="80324"/>
                  <a:pt x="1025610" y="92609"/>
                </a:cubicBezTo>
                <a:lnTo>
                  <a:pt x="956947" y="92609"/>
                </a:lnTo>
                <a:moveTo>
                  <a:pt x="956947" y="86304"/>
                </a:moveTo>
                <a:lnTo>
                  <a:pt x="1002939" y="86304"/>
                </a:lnTo>
                <a:cubicBezTo>
                  <a:pt x="1002578" y="79928"/>
                  <a:pt x="1001819" y="75435"/>
                  <a:pt x="1000661" y="72826"/>
                </a:cubicBezTo>
                <a:cubicBezTo>
                  <a:pt x="998854" y="68768"/>
                  <a:pt x="996160" y="65580"/>
                  <a:pt x="992580" y="63261"/>
                </a:cubicBezTo>
                <a:cubicBezTo>
                  <a:pt x="989001" y="60942"/>
                  <a:pt x="985258" y="59783"/>
                  <a:pt x="981353" y="59783"/>
                </a:cubicBezTo>
                <a:cubicBezTo>
                  <a:pt x="975351" y="59783"/>
                  <a:pt x="969982" y="62120"/>
                  <a:pt x="965245" y="66794"/>
                </a:cubicBezTo>
                <a:cubicBezTo>
                  <a:pt x="960508" y="71467"/>
                  <a:pt x="957742" y="77971"/>
                  <a:pt x="956947" y="86304"/>
                </a:cubicBezTo>
                <a:close/>
                <a:moveTo>
                  <a:pt x="1065453" y="118285"/>
                </a:moveTo>
                <a:cubicBezTo>
                  <a:pt x="1059379" y="115318"/>
                  <a:pt x="1054715" y="111175"/>
                  <a:pt x="1051460" y="105856"/>
                </a:cubicBezTo>
                <a:cubicBezTo>
                  <a:pt x="1048206" y="100537"/>
                  <a:pt x="1046579" y="94656"/>
                  <a:pt x="1046579" y="88213"/>
                </a:cubicBezTo>
                <a:cubicBezTo>
                  <a:pt x="1046579" y="78372"/>
                  <a:pt x="1050285" y="69905"/>
                  <a:pt x="1057698" y="62813"/>
                </a:cubicBezTo>
                <a:cubicBezTo>
                  <a:pt x="1065110" y="55720"/>
                  <a:pt x="1074601" y="52174"/>
                  <a:pt x="1086172" y="52174"/>
                </a:cubicBezTo>
                <a:cubicBezTo>
                  <a:pt x="1095645" y="52174"/>
                  <a:pt x="1103853" y="54493"/>
                  <a:pt x="1110795" y="59131"/>
                </a:cubicBezTo>
                <a:lnTo>
                  <a:pt x="1131839" y="59131"/>
                </a:lnTo>
                <a:cubicBezTo>
                  <a:pt x="1134948" y="59131"/>
                  <a:pt x="1136756" y="59220"/>
                  <a:pt x="1137262" y="59399"/>
                </a:cubicBezTo>
                <a:cubicBezTo>
                  <a:pt x="1137769" y="59578"/>
                  <a:pt x="1138130" y="59882"/>
                  <a:pt x="1138347" y="60313"/>
                </a:cubicBezTo>
                <a:cubicBezTo>
                  <a:pt x="1138781" y="60958"/>
                  <a:pt x="1138998" y="62105"/>
                  <a:pt x="1138998" y="63753"/>
                </a:cubicBezTo>
                <a:cubicBezTo>
                  <a:pt x="1138998" y="65615"/>
                  <a:pt x="1138817" y="66905"/>
                  <a:pt x="1138456" y="67622"/>
                </a:cubicBezTo>
                <a:cubicBezTo>
                  <a:pt x="1138239" y="67980"/>
                  <a:pt x="1137859" y="68267"/>
                  <a:pt x="1137317" y="68482"/>
                </a:cubicBezTo>
                <a:cubicBezTo>
                  <a:pt x="1136774" y="68697"/>
                  <a:pt x="1134948" y="68804"/>
                  <a:pt x="1131839" y="68804"/>
                </a:cubicBezTo>
                <a:lnTo>
                  <a:pt x="1118930" y="68804"/>
                </a:lnTo>
                <a:cubicBezTo>
                  <a:pt x="1122980" y="74033"/>
                  <a:pt x="1125005" y="80713"/>
                  <a:pt x="1125005" y="88845"/>
                </a:cubicBezTo>
                <a:cubicBezTo>
                  <a:pt x="1125005" y="98139"/>
                  <a:pt x="1121462" y="106089"/>
                  <a:pt x="1114375" y="112697"/>
                </a:cubicBezTo>
                <a:cubicBezTo>
                  <a:pt x="1107288" y="119305"/>
                  <a:pt x="1097778" y="122609"/>
                  <a:pt x="1085846" y="122609"/>
                </a:cubicBezTo>
                <a:cubicBezTo>
                  <a:pt x="1080929" y="122609"/>
                  <a:pt x="1075903" y="121870"/>
                  <a:pt x="1070769" y="120391"/>
                </a:cubicBezTo>
                <a:cubicBezTo>
                  <a:pt x="1067587" y="123142"/>
                  <a:pt x="1065435" y="125550"/>
                  <a:pt x="1064314" y="127616"/>
                </a:cubicBezTo>
                <a:cubicBezTo>
                  <a:pt x="1063194" y="129679"/>
                  <a:pt x="1062633" y="131434"/>
                  <a:pt x="1062633" y="132881"/>
                </a:cubicBezTo>
                <a:cubicBezTo>
                  <a:pt x="1062633" y="134113"/>
                  <a:pt x="1063230" y="135308"/>
                  <a:pt x="1064423" y="136468"/>
                </a:cubicBezTo>
                <a:cubicBezTo>
                  <a:pt x="1065616" y="137625"/>
                  <a:pt x="1067948" y="138457"/>
                  <a:pt x="1071419" y="138964"/>
                </a:cubicBezTo>
                <a:cubicBezTo>
                  <a:pt x="1073444" y="139254"/>
                  <a:pt x="1078506" y="139508"/>
                  <a:pt x="1086606" y="139725"/>
                </a:cubicBezTo>
                <a:cubicBezTo>
                  <a:pt x="1101503" y="140085"/>
                  <a:pt x="1111157" y="140591"/>
                  <a:pt x="1115568" y="141243"/>
                </a:cubicBezTo>
                <a:cubicBezTo>
                  <a:pt x="1122293" y="142185"/>
                  <a:pt x="1127663" y="144684"/>
                  <a:pt x="1131676" y="148740"/>
                </a:cubicBezTo>
                <a:cubicBezTo>
                  <a:pt x="1135690" y="152793"/>
                  <a:pt x="1137696" y="157789"/>
                  <a:pt x="1137696" y="163726"/>
                </a:cubicBezTo>
                <a:cubicBezTo>
                  <a:pt x="1137696" y="171908"/>
                  <a:pt x="1133864" y="179584"/>
                  <a:pt x="1126198" y="186753"/>
                </a:cubicBezTo>
                <a:cubicBezTo>
                  <a:pt x="1114917" y="197324"/>
                  <a:pt x="1100201" y="202609"/>
                  <a:pt x="1082050" y="202609"/>
                </a:cubicBezTo>
                <a:cubicBezTo>
                  <a:pt x="1068093" y="202609"/>
                  <a:pt x="1056306" y="199461"/>
                  <a:pt x="1046688" y="193166"/>
                </a:cubicBezTo>
                <a:cubicBezTo>
                  <a:pt x="1041264" y="189547"/>
                  <a:pt x="1038552" y="185784"/>
                  <a:pt x="1038552" y="181875"/>
                </a:cubicBezTo>
                <a:cubicBezTo>
                  <a:pt x="1038552" y="180141"/>
                  <a:pt x="1038950" y="178405"/>
                  <a:pt x="1039745" y="176668"/>
                </a:cubicBezTo>
                <a:cubicBezTo>
                  <a:pt x="1040975" y="173989"/>
                  <a:pt x="1043506" y="170262"/>
                  <a:pt x="1047338" y="165486"/>
                </a:cubicBezTo>
                <a:cubicBezTo>
                  <a:pt x="1047845" y="164836"/>
                  <a:pt x="1051533" y="160929"/>
                  <a:pt x="1058403" y="153764"/>
                </a:cubicBezTo>
                <a:cubicBezTo>
                  <a:pt x="1054642" y="151515"/>
                  <a:pt x="1051985" y="149502"/>
                  <a:pt x="1050430" y="147724"/>
                </a:cubicBezTo>
                <a:cubicBezTo>
                  <a:pt x="1048875" y="145947"/>
                  <a:pt x="1048098" y="143934"/>
                  <a:pt x="1048098" y="141685"/>
                </a:cubicBezTo>
                <a:cubicBezTo>
                  <a:pt x="1048098" y="139144"/>
                  <a:pt x="1049128" y="136169"/>
                  <a:pt x="1051189" y="132758"/>
                </a:cubicBezTo>
                <a:cubicBezTo>
                  <a:pt x="1053250" y="129348"/>
                  <a:pt x="1058005" y="124523"/>
                  <a:pt x="1065453" y="118285"/>
                </a:cubicBezTo>
                <a:moveTo>
                  <a:pt x="1084328" y="57609"/>
                </a:moveTo>
                <a:cubicBezTo>
                  <a:pt x="1078976" y="57609"/>
                  <a:pt x="1074493" y="59735"/>
                  <a:pt x="1070877" y="63988"/>
                </a:cubicBezTo>
                <a:cubicBezTo>
                  <a:pt x="1067261" y="68238"/>
                  <a:pt x="1065453" y="74760"/>
                  <a:pt x="1065453" y="83553"/>
                </a:cubicBezTo>
                <a:cubicBezTo>
                  <a:pt x="1065453" y="94941"/>
                  <a:pt x="1067912" y="103769"/>
                  <a:pt x="1072830" y="110038"/>
                </a:cubicBezTo>
                <a:cubicBezTo>
                  <a:pt x="1076590" y="114795"/>
                  <a:pt x="1081363" y="117174"/>
                  <a:pt x="1087148" y="117174"/>
                </a:cubicBezTo>
                <a:cubicBezTo>
                  <a:pt x="1092644" y="117174"/>
                  <a:pt x="1097164" y="115120"/>
                  <a:pt x="1100707" y="111012"/>
                </a:cubicBezTo>
                <a:cubicBezTo>
                  <a:pt x="1104251" y="106905"/>
                  <a:pt x="1106022" y="100454"/>
                  <a:pt x="1106022" y="91661"/>
                </a:cubicBezTo>
                <a:cubicBezTo>
                  <a:pt x="1106022" y="80203"/>
                  <a:pt x="1103527" y="71230"/>
                  <a:pt x="1098538" y="64742"/>
                </a:cubicBezTo>
                <a:cubicBezTo>
                  <a:pt x="1094850" y="59986"/>
                  <a:pt x="1090113" y="57609"/>
                  <a:pt x="1084328" y="57609"/>
                </a:cubicBezTo>
                <a:moveTo>
                  <a:pt x="1064369" y="154630"/>
                </a:moveTo>
                <a:cubicBezTo>
                  <a:pt x="1060970" y="158319"/>
                  <a:pt x="1058403" y="161754"/>
                  <a:pt x="1056667" y="164936"/>
                </a:cubicBezTo>
                <a:cubicBezTo>
                  <a:pt x="1054932" y="168120"/>
                  <a:pt x="1054064" y="171050"/>
                  <a:pt x="1054064" y="173726"/>
                </a:cubicBezTo>
                <a:cubicBezTo>
                  <a:pt x="1054064" y="177198"/>
                  <a:pt x="1056161" y="180236"/>
                  <a:pt x="1060355" y="182840"/>
                </a:cubicBezTo>
                <a:cubicBezTo>
                  <a:pt x="1067587" y="187324"/>
                  <a:pt x="1078036" y="189565"/>
                  <a:pt x="1091704" y="189565"/>
                </a:cubicBezTo>
                <a:cubicBezTo>
                  <a:pt x="1104721" y="189565"/>
                  <a:pt x="1114320" y="187268"/>
                  <a:pt x="1120503" y="182673"/>
                </a:cubicBezTo>
                <a:cubicBezTo>
                  <a:pt x="1126686" y="178081"/>
                  <a:pt x="1129778" y="173182"/>
                  <a:pt x="1129778" y="167976"/>
                </a:cubicBezTo>
                <a:cubicBezTo>
                  <a:pt x="1129778" y="164214"/>
                  <a:pt x="1127934" y="161538"/>
                  <a:pt x="1124246" y="159946"/>
                </a:cubicBezTo>
                <a:cubicBezTo>
                  <a:pt x="1120485" y="158354"/>
                  <a:pt x="1113037" y="157414"/>
                  <a:pt x="1101900" y="157127"/>
                </a:cubicBezTo>
                <a:cubicBezTo>
                  <a:pt x="1085629" y="156692"/>
                  <a:pt x="1073119" y="155860"/>
                  <a:pt x="1064369" y="154630"/>
                </a:cubicBezTo>
                <a:close/>
                <a:moveTo>
                  <a:pt x="1175228" y="0"/>
                </a:moveTo>
                <a:cubicBezTo>
                  <a:pt x="1178266" y="0"/>
                  <a:pt x="1180851" y="1075"/>
                  <a:pt x="1182984" y="3224"/>
                </a:cubicBezTo>
                <a:cubicBezTo>
                  <a:pt x="1185118" y="5370"/>
                  <a:pt x="1186184" y="7973"/>
                  <a:pt x="1186184" y="11033"/>
                </a:cubicBezTo>
                <a:cubicBezTo>
                  <a:pt x="1186184" y="14092"/>
                  <a:pt x="1185118" y="16714"/>
                  <a:pt x="1182984" y="18899"/>
                </a:cubicBezTo>
                <a:cubicBezTo>
                  <a:pt x="1180851" y="21082"/>
                  <a:pt x="1178266" y="22174"/>
                  <a:pt x="1175228" y="22174"/>
                </a:cubicBezTo>
                <a:cubicBezTo>
                  <a:pt x="1172191" y="22174"/>
                  <a:pt x="1169588" y="21082"/>
                  <a:pt x="1167418" y="18899"/>
                </a:cubicBezTo>
                <a:cubicBezTo>
                  <a:pt x="1165249" y="16714"/>
                  <a:pt x="1164164" y="14092"/>
                  <a:pt x="1164164" y="11033"/>
                </a:cubicBezTo>
                <a:cubicBezTo>
                  <a:pt x="1164164" y="7973"/>
                  <a:pt x="1165231" y="5370"/>
                  <a:pt x="1167364" y="3224"/>
                </a:cubicBezTo>
                <a:cubicBezTo>
                  <a:pt x="1169498" y="1075"/>
                  <a:pt x="1172119" y="0"/>
                  <a:pt x="1175228" y="0"/>
                </a:cubicBezTo>
                <a:moveTo>
                  <a:pt x="1184232" y="52174"/>
                </a:moveTo>
                <a:lnTo>
                  <a:pt x="1184232" y="131997"/>
                </a:lnTo>
                <a:cubicBezTo>
                  <a:pt x="1184232" y="138216"/>
                  <a:pt x="1184684" y="142355"/>
                  <a:pt x="1185588" y="144416"/>
                </a:cubicBezTo>
                <a:cubicBezTo>
                  <a:pt x="1186492" y="146477"/>
                  <a:pt x="1187829" y="148013"/>
                  <a:pt x="1189601" y="149025"/>
                </a:cubicBezTo>
                <a:cubicBezTo>
                  <a:pt x="1191373" y="150038"/>
                  <a:pt x="1194609" y="150544"/>
                  <a:pt x="1199309" y="150544"/>
                </a:cubicBezTo>
                <a:lnTo>
                  <a:pt x="1199309" y="154565"/>
                </a:lnTo>
                <a:lnTo>
                  <a:pt x="1151039" y="154565"/>
                </a:lnTo>
                <a:lnTo>
                  <a:pt x="1151039" y="150544"/>
                </a:lnTo>
                <a:cubicBezTo>
                  <a:pt x="1155884" y="150544"/>
                  <a:pt x="1159138" y="150074"/>
                  <a:pt x="1160802" y="149134"/>
                </a:cubicBezTo>
                <a:cubicBezTo>
                  <a:pt x="1162465" y="148194"/>
                  <a:pt x="1163785" y="146640"/>
                  <a:pt x="1164761" y="144470"/>
                </a:cubicBezTo>
                <a:cubicBezTo>
                  <a:pt x="1165737" y="142301"/>
                  <a:pt x="1166225" y="138143"/>
                  <a:pt x="1166225" y="131997"/>
                </a:cubicBezTo>
                <a:lnTo>
                  <a:pt x="1166225" y="93713"/>
                </a:lnTo>
                <a:cubicBezTo>
                  <a:pt x="1166225" y="82938"/>
                  <a:pt x="1165900" y="75961"/>
                  <a:pt x="1165249" y="72782"/>
                </a:cubicBezTo>
                <a:cubicBezTo>
                  <a:pt x="1164743" y="70468"/>
                  <a:pt x="1163947" y="68859"/>
                  <a:pt x="1162863" y="67955"/>
                </a:cubicBezTo>
                <a:cubicBezTo>
                  <a:pt x="1161778" y="67052"/>
                  <a:pt x="1160295" y="66600"/>
                  <a:pt x="1158415" y="66600"/>
                </a:cubicBezTo>
                <a:cubicBezTo>
                  <a:pt x="1156390" y="66600"/>
                  <a:pt x="1153932" y="67142"/>
                  <a:pt x="1151039" y="68227"/>
                </a:cubicBezTo>
                <a:lnTo>
                  <a:pt x="1149520" y="64321"/>
                </a:lnTo>
                <a:lnTo>
                  <a:pt x="1179459" y="52174"/>
                </a:lnTo>
                <a:lnTo>
                  <a:pt x="1184232" y="52174"/>
                </a:lnTo>
                <a:close/>
                <a:moveTo>
                  <a:pt x="1260308" y="52174"/>
                </a:moveTo>
                <a:cubicBezTo>
                  <a:pt x="1275350" y="52174"/>
                  <a:pt x="1287427" y="57893"/>
                  <a:pt x="1296538" y="69331"/>
                </a:cubicBezTo>
                <a:cubicBezTo>
                  <a:pt x="1304276" y="79102"/>
                  <a:pt x="1308145" y="90323"/>
                  <a:pt x="1308145" y="102993"/>
                </a:cubicBezTo>
                <a:cubicBezTo>
                  <a:pt x="1308145" y="111897"/>
                  <a:pt x="1306012" y="120909"/>
                  <a:pt x="1301745" y="130031"/>
                </a:cubicBezTo>
                <a:cubicBezTo>
                  <a:pt x="1297478" y="139150"/>
                  <a:pt x="1291603" y="146026"/>
                  <a:pt x="1284118" y="150659"/>
                </a:cubicBezTo>
                <a:cubicBezTo>
                  <a:pt x="1276634" y="155292"/>
                  <a:pt x="1268299" y="157609"/>
                  <a:pt x="1259115" y="157609"/>
                </a:cubicBezTo>
                <a:cubicBezTo>
                  <a:pt x="1244146" y="157609"/>
                  <a:pt x="1232250" y="151636"/>
                  <a:pt x="1223428" y="139691"/>
                </a:cubicBezTo>
                <a:cubicBezTo>
                  <a:pt x="1215979" y="129630"/>
                  <a:pt x="1212255" y="118338"/>
                  <a:pt x="1212255" y="105815"/>
                </a:cubicBezTo>
                <a:cubicBezTo>
                  <a:pt x="1212255" y="96694"/>
                  <a:pt x="1214515" y="87627"/>
                  <a:pt x="1219035" y="78614"/>
                </a:cubicBezTo>
                <a:cubicBezTo>
                  <a:pt x="1223554" y="69602"/>
                  <a:pt x="1229502" y="62942"/>
                  <a:pt x="1236878" y="58635"/>
                </a:cubicBezTo>
                <a:cubicBezTo>
                  <a:pt x="1244254" y="54328"/>
                  <a:pt x="1252064" y="52174"/>
                  <a:pt x="1260308" y="52174"/>
                </a:cubicBezTo>
                <a:moveTo>
                  <a:pt x="1256946" y="59348"/>
                </a:moveTo>
                <a:cubicBezTo>
                  <a:pt x="1253113" y="59348"/>
                  <a:pt x="1249262" y="60488"/>
                  <a:pt x="1245393" y="62768"/>
                </a:cubicBezTo>
                <a:cubicBezTo>
                  <a:pt x="1241525" y="65049"/>
                  <a:pt x="1238397" y="69048"/>
                  <a:pt x="1236011" y="74766"/>
                </a:cubicBezTo>
                <a:cubicBezTo>
                  <a:pt x="1233624" y="80484"/>
                  <a:pt x="1232431" y="87830"/>
                  <a:pt x="1232431" y="96804"/>
                </a:cubicBezTo>
                <a:cubicBezTo>
                  <a:pt x="1232431" y="111278"/>
                  <a:pt x="1235305" y="123764"/>
                  <a:pt x="1241055" y="134260"/>
                </a:cubicBezTo>
                <a:cubicBezTo>
                  <a:pt x="1246804" y="144753"/>
                  <a:pt x="1254379" y="150000"/>
                  <a:pt x="1263780" y="150000"/>
                </a:cubicBezTo>
                <a:cubicBezTo>
                  <a:pt x="1270794" y="150000"/>
                  <a:pt x="1276579" y="147105"/>
                  <a:pt x="1281135" y="141315"/>
                </a:cubicBezTo>
                <a:cubicBezTo>
                  <a:pt x="1285691" y="135524"/>
                  <a:pt x="1287969" y="125573"/>
                  <a:pt x="1287969" y="111461"/>
                </a:cubicBezTo>
                <a:cubicBezTo>
                  <a:pt x="1287969" y="93800"/>
                  <a:pt x="1284172" y="79903"/>
                  <a:pt x="1276579" y="69769"/>
                </a:cubicBezTo>
                <a:cubicBezTo>
                  <a:pt x="1271445" y="62822"/>
                  <a:pt x="1264900" y="59348"/>
                  <a:pt x="1256946" y="59348"/>
                </a:cubicBezTo>
                <a:close/>
                <a:moveTo>
                  <a:pt x="1351751" y="73261"/>
                </a:moveTo>
                <a:cubicBezTo>
                  <a:pt x="1363393" y="59203"/>
                  <a:pt x="1374494" y="52174"/>
                  <a:pt x="1385052" y="52174"/>
                </a:cubicBezTo>
                <a:cubicBezTo>
                  <a:pt x="1390476" y="52174"/>
                  <a:pt x="1395140" y="53530"/>
                  <a:pt x="1399045" y="56243"/>
                </a:cubicBezTo>
                <a:cubicBezTo>
                  <a:pt x="1402950" y="58954"/>
                  <a:pt x="1406059" y="63418"/>
                  <a:pt x="1408374" y="69637"/>
                </a:cubicBezTo>
                <a:cubicBezTo>
                  <a:pt x="1409964" y="73973"/>
                  <a:pt x="1410760" y="80625"/>
                  <a:pt x="1410760" y="89593"/>
                </a:cubicBezTo>
                <a:lnTo>
                  <a:pt x="1410760" y="131997"/>
                </a:lnTo>
                <a:cubicBezTo>
                  <a:pt x="1410760" y="138288"/>
                  <a:pt x="1411266" y="142555"/>
                  <a:pt x="1412279" y="144796"/>
                </a:cubicBezTo>
                <a:cubicBezTo>
                  <a:pt x="1413074" y="146603"/>
                  <a:pt x="1414358" y="148013"/>
                  <a:pt x="1416129" y="149025"/>
                </a:cubicBezTo>
                <a:cubicBezTo>
                  <a:pt x="1417901" y="150038"/>
                  <a:pt x="1421173" y="150544"/>
                  <a:pt x="1425946" y="150544"/>
                </a:cubicBezTo>
                <a:lnTo>
                  <a:pt x="1425946" y="154565"/>
                </a:lnTo>
                <a:lnTo>
                  <a:pt x="1376808" y="154565"/>
                </a:lnTo>
                <a:lnTo>
                  <a:pt x="1376808" y="150544"/>
                </a:lnTo>
                <a:lnTo>
                  <a:pt x="1378869" y="150544"/>
                </a:lnTo>
                <a:cubicBezTo>
                  <a:pt x="1383497" y="150544"/>
                  <a:pt x="1386733" y="149841"/>
                  <a:pt x="1388577" y="148434"/>
                </a:cubicBezTo>
                <a:cubicBezTo>
                  <a:pt x="1390421" y="147028"/>
                  <a:pt x="1391705" y="144956"/>
                  <a:pt x="1392428" y="142218"/>
                </a:cubicBezTo>
                <a:cubicBezTo>
                  <a:pt x="1392717" y="141136"/>
                  <a:pt x="1392862" y="137747"/>
                  <a:pt x="1392862" y="132052"/>
                </a:cubicBezTo>
                <a:lnTo>
                  <a:pt x="1392862" y="91498"/>
                </a:lnTo>
                <a:cubicBezTo>
                  <a:pt x="1392862" y="82488"/>
                  <a:pt x="1391687" y="75946"/>
                  <a:pt x="1389337" y="71872"/>
                </a:cubicBezTo>
                <a:cubicBezTo>
                  <a:pt x="1386986" y="67798"/>
                  <a:pt x="1383027" y="65761"/>
                  <a:pt x="1377459" y="65761"/>
                </a:cubicBezTo>
                <a:cubicBezTo>
                  <a:pt x="1368853" y="65761"/>
                  <a:pt x="1360284" y="70447"/>
                  <a:pt x="1351751" y="79820"/>
                </a:cubicBezTo>
                <a:lnTo>
                  <a:pt x="1351751" y="132052"/>
                </a:lnTo>
                <a:cubicBezTo>
                  <a:pt x="1351751" y="138757"/>
                  <a:pt x="1352148" y="142902"/>
                  <a:pt x="1352944" y="144487"/>
                </a:cubicBezTo>
                <a:cubicBezTo>
                  <a:pt x="1353956" y="146577"/>
                  <a:pt x="1355348" y="148109"/>
                  <a:pt x="1357120" y="149083"/>
                </a:cubicBezTo>
                <a:cubicBezTo>
                  <a:pt x="1358892" y="150057"/>
                  <a:pt x="1362490" y="150544"/>
                  <a:pt x="1367913" y="150544"/>
                </a:cubicBezTo>
                <a:lnTo>
                  <a:pt x="1367913" y="154565"/>
                </a:lnTo>
                <a:lnTo>
                  <a:pt x="1318775" y="154565"/>
                </a:lnTo>
                <a:lnTo>
                  <a:pt x="1318775" y="150544"/>
                </a:lnTo>
                <a:lnTo>
                  <a:pt x="1320944" y="150544"/>
                </a:lnTo>
                <a:cubicBezTo>
                  <a:pt x="1326007" y="150544"/>
                  <a:pt x="1329423" y="149261"/>
                  <a:pt x="1331195" y="146695"/>
                </a:cubicBezTo>
                <a:cubicBezTo>
                  <a:pt x="1332967" y="144127"/>
                  <a:pt x="1333853" y="139228"/>
                  <a:pt x="1333853" y="131997"/>
                </a:cubicBezTo>
                <a:lnTo>
                  <a:pt x="1333853" y="95122"/>
                </a:lnTo>
                <a:cubicBezTo>
                  <a:pt x="1333853" y="83193"/>
                  <a:pt x="1333582" y="75927"/>
                  <a:pt x="1333039" y="73326"/>
                </a:cubicBezTo>
                <a:cubicBezTo>
                  <a:pt x="1332497" y="70721"/>
                  <a:pt x="1331665" y="68949"/>
                  <a:pt x="1330544" y="68010"/>
                </a:cubicBezTo>
                <a:cubicBezTo>
                  <a:pt x="1329423" y="67070"/>
                  <a:pt x="1327923" y="66600"/>
                  <a:pt x="1326043" y="66600"/>
                </a:cubicBezTo>
                <a:cubicBezTo>
                  <a:pt x="1324018" y="66600"/>
                  <a:pt x="1321595" y="67142"/>
                  <a:pt x="1318775" y="68227"/>
                </a:cubicBezTo>
                <a:lnTo>
                  <a:pt x="1317148" y="64321"/>
                </a:lnTo>
                <a:lnTo>
                  <a:pt x="1347086" y="52174"/>
                </a:lnTo>
                <a:lnTo>
                  <a:pt x="1351751" y="52174"/>
                </a:lnTo>
                <a:lnTo>
                  <a:pt x="1351751" y="732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velocity">
            <a:extLst xmlns:a="http://schemas.openxmlformats.org/drawingml/2006/main">
              <a:ext uri="{FF2B5EF4-FFF2-40B4-BE49-F238E27FC236}">
                <a16:creationId xmlns:a16="http://schemas.microsoft.com/office/drawing/2014/main" id="{C2401CDC-596C-45C0-8B3F-A8E3636D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310" y="1412013"/>
            <a:ext cx="712629" cy="202609"/>
          </a:xfrm>
          <a:custGeom xmlns:a="http://schemas.openxmlformats.org/drawingml/2006/main">
            <a:pathLst>
              <a:path w="712629" h="202609">
                <a:moveTo>
                  <a:pt x="0" y="55000"/>
                </a:moveTo>
                <a:lnTo>
                  <a:pt x="46752" y="55000"/>
                </a:lnTo>
                <a:lnTo>
                  <a:pt x="46752" y="59022"/>
                </a:lnTo>
                <a:lnTo>
                  <a:pt x="43715" y="59022"/>
                </a:lnTo>
                <a:cubicBezTo>
                  <a:pt x="40894" y="59022"/>
                  <a:pt x="38743" y="59710"/>
                  <a:pt x="37260" y="61087"/>
                </a:cubicBezTo>
                <a:cubicBezTo>
                  <a:pt x="35778" y="62464"/>
                  <a:pt x="35037" y="64312"/>
                  <a:pt x="35037" y="66631"/>
                </a:cubicBezTo>
                <a:cubicBezTo>
                  <a:pt x="35037" y="69167"/>
                  <a:pt x="35796" y="72174"/>
                  <a:pt x="37315" y="75652"/>
                </a:cubicBezTo>
                <a:lnTo>
                  <a:pt x="60419" y="130652"/>
                </a:lnTo>
                <a:lnTo>
                  <a:pt x="83633" y="73587"/>
                </a:lnTo>
                <a:cubicBezTo>
                  <a:pt x="85296" y="69529"/>
                  <a:pt x="86127" y="66449"/>
                  <a:pt x="86127" y="64348"/>
                </a:cubicBezTo>
                <a:cubicBezTo>
                  <a:pt x="86127" y="63333"/>
                  <a:pt x="85838" y="62500"/>
                  <a:pt x="85260" y="61848"/>
                </a:cubicBezTo>
                <a:cubicBezTo>
                  <a:pt x="84464" y="60761"/>
                  <a:pt x="83452" y="60018"/>
                  <a:pt x="82222" y="59620"/>
                </a:cubicBezTo>
                <a:cubicBezTo>
                  <a:pt x="80993" y="59221"/>
                  <a:pt x="78498" y="59022"/>
                  <a:pt x="74738" y="59022"/>
                </a:cubicBezTo>
                <a:lnTo>
                  <a:pt x="74738" y="55000"/>
                </a:lnTo>
                <a:lnTo>
                  <a:pt x="107171" y="55000"/>
                </a:lnTo>
                <a:lnTo>
                  <a:pt x="107171" y="59022"/>
                </a:lnTo>
                <a:cubicBezTo>
                  <a:pt x="103411" y="59312"/>
                  <a:pt x="100807" y="60073"/>
                  <a:pt x="99361" y="61304"/>
                </a:cubicBezTo>
                <a:cubicBezTo>
                  <a:pt x="96830" y="63478"/>
                  <a:pt x="94552" y="67102"/>
                  <a:pt x="92527" y="72174"/>
                </a:cubicBezTo>
                <a:lnTo>
                  <a:pt x="57274" y="157609"/>
                </a:lnTo>
                <a:lnTo>
                  <a:pt x="52826" y="157609"/>
                </a:lnTo>
                <a:lnTo>
                  <a:pt x="17356" y="73587"/>
                </a:lnTo>
                <a:cubicBezTo>
                  <a:pt x="15765" y="69674"/>
                  <a:pt x="14246" y="66866"/>
                  <a:pt x="12800" y="65163"/>
                </a:cubicBezTo>
                <a:cubicBezTo>
                  <a:pt x="11353" y="63460"/>
                  <a:pt x="9509" y="62029"/>
                  <a:pt x="7268" y="60870"/>
                </a:cubicBezTo>
                <a:cubicBezTo>
                  <a:pt x="6038" y="60217"/>
                  <a:pt x="3616" y="59602"/>
                  <a:pt x="0" y="59022"/>
                </a:cubicBezTo>
                <a:lnTo>
                  <a:pt x="0" y="55000"/>
                </a:lnTo>
                <a:close/>
                <a:moveTo>
                  <a:pt x="132879" y="92609"/>
                </a:moveTo>
                <a:cubicBezTo>
                  <a:pt x="132807" y="107357"/>
                  <a:pt x="136386" y="118926"/>
                  <a:pt x="143618" y="127313"/>
                </a:cubicBezTo>
                <a:cubicBezTo>
                  <a:pt x="150850" y="135699"/>
                  <a:pt x="159347" y="139891"/>
                  <a:pt x="169109" y="139891"/>
                </a:cubicBezTo>
                <a:cubicBezTo>
                  <a:pt x="175617" y="139891"/>
                  <a:pt x="181276" y="138098"/>
                  <a:pt x="186085" y="134511"/>
                </a:cubicBezTo>
                <a:cubicBezTo>
                  <a:pt x="190894" y="130924"/>
                  <a:pt x="194926" y="124783"/>
                  <a:pt x="198180" y="116087"/>
                </a:cubicBezTo>
                <a:lnTo>
                  <a:pt x="201542" y="118261"/>
                </a:lnTo>
                <a:cubicBezTo>
                  <a:pt x="200024" y="128189"/>
                  <a:pt x="195613" y="137228"/>
                  <a:pt x="188309" y="145381"/>
                </a:cubicBezTo>
                <a:cubicBezTo>
                  <a:pt x="181005" y="153533"/>
                  <a:pt x="171857" y="157609"/>
                  <a:pt x="160865" y="157609"/>
                </a:cubicBezTo>
                <a:cubicBezTo>
                  <a:pt x="148933" y="157609"/>
                  <a:pt x="138719" y="152963"/>
                  <a:pt x="130222" y="143672"/>
                </a:cubicBezTo>
                <a:cubicBezTo>
                  <a:pt x="121725" y="134379"/>
                  <a:pt x="117476" y="121885"/>
                  <a:pt x="117476" y="106192"/>
                </a:cubicBezTo>
                <a:cubicBezTo>
                  <a:pt x="117476" y="89200"/>
                  <a:pt x="121833" y="75949"/>
                  <a:pt x="130547" y="66440"/>
                </a:cubicBezTo>
                <a:cubicBezTo>
                  <a:pt x="139261" y="56929"/>
                  <a:pt x="150199" y="52174"/>
                  <a:pt x="163360" y="52174"/>
                </a:cubicBezTo>
                <a:cubicBezTo>
                  <a:pt x="174497" y="52174"/>
                  <a:pt x="183644" y="55842"/>
                  <a:pt x="190804" y="63179"/>
                </a:cubicBezTo>
                <a:cubicBezTo>
                  <a:pt x="197963" y="70514"/>
                  <a:pt x="201542" y="80324"/>
                  <a:pt x="201542" y="92609"/>
                </a:cubicBezTo>
                <a:lnTo>
                  <a:pt x="132879" y="92609"/>
                </a:lnTo>
                <a:moveTo>
                  <a:pt x="132879" y="86304"/>
                </a:moveTo>
                <a:lnTo>
                  <a:pt x="178872" y="86304"/>
                </a:lnTo>
                <a:cubicBezTo>
                  <a:pt x="178510" y="79928"/>
                  <a:pt x="177751" y="75435"/>
                  <a:pt x="176594" y="72826"/>
                </a:cubicBezTo>
                <a:cubicBezTo>
                  <a:pt x="174786" y="68768"/>
                  <a:pt x="172092" y="65580"/>
                  <a:pt x="168512" y="63261"/>
                </a:cubicBezTo>
                <a:cubicBezTo>
                  <a:pt x="164933" y="60942"/>
                  <a:pt x="161191" y="59783"/>
                  <a:pt x="157286" y="59783"/>
                </a:cubicBezTo>
                <a:cubicBezTo>
                  <a:pt x="151283" y="59783"/>
                  <a:pt x="145914" y="62120"/>
                  <a:pt x="141177" y="66794"/>
                </a:cubicBezTo>
                <a:cubicBezTo>
                  <a:pt x="136441" y="71467"/>
                  <a:pt x="133675" y="77971"/>
                  <a:pt x="132879" y="86304"/>
                </a:cubicBezTo>
                <a:close/>
                <a:moveTo>
                  <a:pt x="248979" y="0"/>
                </a:moveTo>
                <a:lnTo>
                  <a:pt x="248979" y="131970"/>
                </a:lnTo>
                <a:cubicBezTo>
                  <a:pt x="248979" y="138198"/>
                  <a:pt x="249431" y="142326"/>
                  <a:pt x="250335" y="144355"/>
                </a:cubicBezTo>
                <a:cubicBezTo>
                  <a:pt x="251239" y="146382"/>
                  <a:pt x="252631" y="147920"/>
                  <a:pt x="254511" y="148971"/>
                </a:cubicBezTo>
                <a:cubicBezTo>
                  <a:pt x="256391" y="150019"/>
                  <a:pt x="259898" y="150544"/>
                  <a:pt x="265033" y="150544"/>
                </a:cubicBezTo>
                <a:lnTo>
                  <a:pt x="265033" y="154565"/>
                </a:lnTo>
                <a:lnTo>
                  <a:pt x="216328" y="154565"/>
                </a:lnTo>
                <a:lnTo>
                  <a:pt x="216328" y="150544"/>
                </a:lnTo>
                <a:cubicBezTo>
                  <a:pt x="220884" y="150544"/>
                  <a:pt x="223994" y="150074"/>
                  <a:pt x="225657" y="149134"/>
                </a:cubicBezTo>
                <a:cubicBezTo>
                  <a:pt x="227320" y="148192"/>
                  <a:pt x="228622" y="146635"/>
                  <a:pt x="229562" y="144464"/>
                </a:cubicBezTo>
                <a:cubicBezTo>
                  <a:pt x="230502" y="142290"/>
                  <a:pt x="230972" y="138125"/>
                  <a:pt x="230972" y="131970"/>
                </a:cubicBezTo>
                <a:lnTo>
                  <a:pt x="230972" y="41600"/>
                </a:lnTo>
                <a:cubicBezTo>
                  <a:pt x="230972" y="30377"/>
                  <a:pt x="230719" y="23481"/>
                  <a:pt x="230213" y="20910"/>
                </a:cubicBezTo>
                <a:cubicBezTo>
                  <a:pt x="229707" y="18338"/>
                  <a:pt x="228893" y="16582"/>
                  <a:pt x="227772" y="15642"/>
                </a:cubicBezTo>
                <a:cubicBezTo>
                  <a:pt x="226651" y="14700"/>
                  <a:pt x="225223" y="14229"/>
                  <a:pt x="223488" y="14229"/>
                </a:cubicBezTo>
                <a:cubicBezTo>
                  <a:pt x="221607" y="14229"/>
                  <a:pt x="219221" y="14809"/>
                  <a:pt x="216328" y="15968"/>
                </a:cubicBezTo>
                <a:lnTo>
                  <a:pt x="214484" y="12164"/>
                </a:lnTo>
                <a:lnTo>
                  <a:pt x="244098" y="0"/>
                </a:lnTo>
                <a:lnTo>
                  <a:pt x="248979" y="0"/>
                </a:lnTo>
                <a:close/>
                <a:moveTo>
                  <a:pt x="325164" y="52174"/>
                </a:moveTo>
                <a:cubicBezTo>
                  <a:pt x="340206" y="52174"/>
                  <a:pt x="352282" y="57893"/>
                  <a:pt x="361394" y="69331"/>
                </a:cubicBezTo>
                <a:cubicBezTo>
                  <a:pt x="369132" y="79102"/>
                  <a:pt x="373000" y="90323"/>
                  <a:pt x="373000" y="102993"/>
                </a:cubicBezTo>
                <a:cubicBezTo>
                  <a:pt x="373000" y="111897"/>
                  <a:pt x="370867" y="120909"/>
                  <a:pt x="366601" y="130031"/>
                </a:cubicBezTo>
                <a:cubicBezTo>
                  <a:pt x="362334" y="139150"/>
                  <a:pt x="356458" y="146026"/>
                  <a:pt x="348974" y="150659"/>
                </a:cubicBezTo>
                <a:cubicBezTo>
                  <a:pt x="341489" y="155292"/>
                  <a:pt x="333155" y="157609"/>
                  <a:pt x="323971" y="157609"/>
                </a:cubicBezTo>
                <a:cubicBezTo>
                  <a:pt x="309002" y="157609"/>
                  <a:pt x="297106" y="151636"/>
                  <a:pt x="288283" y="139691"/>
                </a:cubicBezTo>
                <a:cubicBezTo>
                  <a:pt x="280835" y="129630"/>
                  <a:pt x="277111" y="118338"/>
                  <a:pt x="277111" y="105815"/>
                </a:cubicBezTo>
                <a:cubicBezTo>
                  <a:pt x="277111" y="96694"/>
                  <a:pt x="279370" y="87627"/>
                  <a:pt x="283890" y="78614"/>
                </a:cubicBezTo>
                <a:cubicBezTo>
                  <a:pt x="288410" y="69602"/>
                  <a:pt x="294358" y="62942"/>
                  <a:pt x="301734" y="58635"/>
                </a:cubicBezTo>
                <a:cubicBezTo>
                  <a:pt x="309110" y="54328"/>
                  <a:pt x="316920" y="52174"/>
                  <a:pt x="325164" y="52174"/>
                </a:cubicBezTo>
                <a:moveTo>
                  <a:pt x="321801" y="59348"/>
                </a:moveTo>
                <a:cubicBezTo>
                  <a:pt x="317969" y="59348"/>
                  <a:pt x="314118" y="60488"/>
                  <a:pt x="310249" y="62768"/>
                </a:cubicBezTo>
                <a:cubicBezTo>
                  <a:pt x="306380" y="65049"/>
                  <a:pt x="303252" y="69048"/>
                  <a:pt x="300866" y="74766"/>
                </a:cubicBezTo>
                <a:cubicBezTo>
                  <a:pt x="298480" y="80484"/>
                  <a:pt x="297286" y="87830"/>
                  <a:pt x="297286" y="96804"/>
                </a:cubicBezTo>
                <a:cubicBezTo>
                  <a:pt x="297286" y="111278"/>
                  <a:pt x="300161" y="123764"/>
                  <a:pt x="305910" y="134260"/>
                </a:cubicBezTo>
                <a:cubicBezTo>
                  <a:pt x="311659" y="144753"/>
                  <a:pt x="319234" y="150000"/>
                  <a:pt x="328635" y="150000"/>
                </a:cubicBezTo>
                <a:cubicBezTo>
                  <a:pt x="335650" y="150000"/>
                  <a:pt x="341435" y="147105"/>
                  <a:pt x="345991" y="141315"/>
                </a:cubicBezTo>
                <a:cubicBezTo>
                  <a:pt x="350547" y="135524"/>
                  <a:pt x="352825" y="125573"/>
                  <a:pt x="352825" y="111461"/>
                </a:cubicBezTo>
                <a:cubicBezTo>
                  <a:pt x="352825" y="93800"/>
                  <a:pt x="349028" y="79903"/>
                  <a:pt x="341435" y="69769"/>
                </a:cubicBezTo>
                <a:cubicBezTo>
                  <a:pt x="336300" y="62822"/>
                  <a:pt x="329756" y="59348"/>
                  <a:pt x="321801" y="59348"/>
                </a:cubicBezTo>
                <a:close/>
                <a:moveTo>
                  <a:pt x="472036" y="116739"/>
                </a:moveTo>
                <a:cubicBezTo>
                  <a:pt x="469360" y="129855"/>
                  <a:pt x="464118" y="139946"/>
                  <a:pt x="456308" y="147011"/>
                </a:cubicBezTo>
                <a:cubicBezTo>
                  <a:pt x="448498" y="154076"/>
                  <a:pt x="439856" y="157609"/>
                  <a:pt x="430383" y="157609"/>
                </a:cubicBezTo>
                <a:cubicBezTo>
                  <a:pt x="419101" y="157609"/>
                  <a:pt x="409267" y="152868"/>
                  <a:pt x="400878" y="143387"/>
                </a:cubicBezTo>
                <a:cubicBezTo>
                  <a:pt x="392489" y="133903"/>
                  <a:pt x="388295" y="121089"/>
                  <a:pt x="388295" y="104946"/>
                </a:cubicBezTo>
                <a:cubicBezTo>
                  <a:pt x="388295" y="89309"/>
                  <a:pt x="392941" y="76606"/>
                  <a:pt x="402234" y="66834"/>
                </a:cubicBezTo>
                <a:cubicBezTo>
                  <a:pt x="411526" y="57061"/>
                  <a:pt x="422681" y="52174"/>
                  <a:pt x="435698" y="52174"/>
                </a:cubicBezTo>
                <a:cubicBezTo>
                  <a:pt x="445460" y="52174"/>
                  <a:pt x="453487" y="54757"/>
                  <a:pt x="459779" y="59922"/>
                </a:cubicBezTo>
                <a:cubicBezTo>
                  <a:pt x="466070" y="65085"/>
                  <a:pt x="469216" y="70447"/>
                  <a:pt x="469216" y="76009"/>
                </a:cubicBezTo>
                <a:cubicBezTo>
                  <a:pt x="469216" y="78754"/>
                  <a:pt x="468330" y="80975"/>
                  <a:pt x="466558" y="82673"/>
                </a:cubicBezTo>
                <a:cubicBezTo>
                  <a:pt x="464787" y="84369"/>
                  <a:pt x="462310" y="85218"/>
                  <a:pt x="459128" y="85218"/>
                </a:cubicBezTo>
                <a:cubicBezTo>
                  <a:pt x="454861" y="85218"/>
                  <a:pt x="451643" y="83841"/>
                  <a:pt x="449474" y="81087"/>
                </a:cubicBezTo>
                <a:cubicBezTo>
                  <a:pt x="448244" y="79565"/>
                  <a:pt x="447431" y="76667"/>
                  <a:pt x="447033" y="72391"/>
                </a:cubicBezTo>
                <a:cubicBezTo>
                  <a:pt x="446635" y="68116"/>
                  <a:pt x="445171" y="64855"/>
                  <a:pt x="442640" y="62609"/>
                </a:cubicBezTo>
                <a:cubicBezTo>
                  <a:pt x="440109" y="60435"/>
                  <a:pt x="436602" y="59348"/>
                  <a:pt x="432118" y="59348"/>
                </a:cubicBezTo>
                <a:cubicBezTo>
                  <a:pt x="424887" y="59348"/>
                  <a:pt x="419065" y="62029"/>
                  <a:pt x="414654" y="67391"/>
                </a:cubicBezTo>
                <a:cubicBezTo>
                  <a:pt x="408797" y="74493"/>
                  <a:pt x="405868" y="83877"/>
                  <a:pt x="405868" y="95544"/>
                </a:cubicBezTo>
                <a:cubicBezTo>
                  <a:pt x="405868" y="107428"/>
                  <a:pt x="408778" y="117917"/>
                  <a:pt x="414600" y="127011"/>
                </a:cubicBezTo>
                <a:cubicBezTo>
                  <a:pt x="420421" y="136105"/>
                  <a:pt x="428285" y="140652"/>
                  <a:pt x="438193" y="140652"/>
                </a:cubicBezTo>
                <a:cubicBezTo>
                  <a:pt x="445280" y="140652"/>
                  <a:pt x="451643" y="138225"/>
                  <a:pt x="457284" y="133370"/>
                </a:cubicBezTo>
                <a:cubicBezTo>
                  <a:pt x="461261" y="130036"/>
                  <a:pt x="465130" y="123986"/>
                  <a:pt x="468890" y="115218"/>
                </a:cubicBezTo>
                <a:lnTo>
                  <a:pt x="472036" y="116739"/>
                </a:lnTo>
                <a:close/>
                <a:moveTo>
                  <a:pt x="511554" y="0"/>
                </a:moveTo>
                <a:cubicBezTo>
                  <a:pt x="514591" y="0"/>
                  <a:pt x="517176" y="1075"/>
                  <a:pt x="519310" y="3224"/>
                </a:cubicBezTo>
                <a:cubicBezTo>
                  <a:pt x="521443" y="5370"/>
                  <a:pt x="522510" y="7973"/>
                  <a:pt x="522510" y="11033"/>
                </a:cubicBezTo>
                <a:cubicBezTo>
                  <a:pt x="522510" y="14092"/>
                  <a:pt x="521443" y="16714"/>
                  <a:pt x="519310" y="18899"/>
                </a:cubicBezTo>
                <a:cubicBezTo>
                  <a:pt x="517176" y="21082"/>
                  <a:pt x="514591" y="22174"/>
                  <a:pt x="511554" y="22174"/>
                </a:cubicBezTo>
                <a:cubicBezTo>
                  <a:pt x="508517" y="22174"/>
                  <a:pt x="505913" y="21082"/>
                  <a:pt x="503744" y="18899"/>
                </a:cubicBezTo>
                <a:cubicBezTo>
                  <a:pt x="501574" y="16714"/>
                  <a:pt x="500490" y="14092"/>
                  <a:pt x="500490" y="11033"/>
                </a:cubicBezTo>
                <a:cubicBezTo>
                  <a:pt x="500490" y="7973"/>
                  <a:pt x="501556" y="5370"/>
                  <a:pt x="503690" y="3224"/>
                </a:cubicBezTo>
                <a:cubicBezTo>
                  <a:pt x="505823" y="1075"/>
                  <a:pt x="508444" y="0"/>
                  <a:pt x="511554" y="0"/>
                </a:cubicBezTo>
                <a:moveTo>
                  <a:pt x="520557" y="52174"/>
                </a:moveTo>
                <a:lnTo>
                  <a:pt x="520557" y="131997"/>
                </a:lnTo>
                <a:cubicBezTo>
                  <a:pt x="520557" y="138216"/>
                  <a:pt x="521009" y="142355"/>
                  <a:pt x="521913" y="144416"/>
                </a:cubicBezTo>
                <a:cubicBezTo>
                  <a:pt x="522817" y="146477"/>
                  <a:pt x="524155" y="148013"/>
                  <a:pt x="525927" y="149025"/>
                </a:cubicBezTo>
                <a:cubicBezTo>
                  <a:pt x="527698" y="150038"/>
                  <a:pt x="530934" y="150544"/>
                  <a:pt x="535635" y="150544"/>
                </a:cubicBezTo>
                <a:lnTo>
                  <a:pt x="535635" y="154565"/>
                </a:lnTo>
                <a:lnTo>
                  <a:pt x="487365" y="154565"/>
                </a:lnTo>
                <a:lnTo>
                  <a:pt x="487365" y="150544"/>
                </a:lnTo>
                <a:cubicBezTo>
                  <a:pt x="492210" y="150544"/>
                  <a:pt x="495464" y="150074"/>
                  <a:pt x="497127" y="149134"/>
                </a:cubicBezTo>
                <a:cubicBezTo>
                  <a:pt x="498790" y="148194"/>
                  <a:pt x="500110" y="146640"/>
                  <a:pt x="501086" y="144470"/>
                </a:cubicBezTo>
                <a:cubicBezTo>
                  <a:pt x="502063" y="142301"/>
                  <a:pt x="502551" y="138143"/>
                  <a:pt x="502551" y="131997"/>
                </a:cubicBezTo>
                <a:lnTo>
                  <a:pt x="502551" y="93713"/>
                </a:lnTo>
                <a:cubicBezTo>
                  <a:pt x="502551" y="82938"/>
                  <a:pt x="502225" y="75961"/>
                  <a:pt x="501574" y="72782"/>
                </a:cubicBezTo>
                <a:cubicBezTo>
                  <a:pt x="501068" y="70468"/>
                  <a:pt x="500273" y="68859"/>
                  <a:pt x="499188" y="67955"/>
                </a:cubicBezTo>
                <a:cubicBezTo>
                  <a:pt x="498103" y="67052"/>
                  <a:pt x="496621" y="66600"/>
                  <a:pt x="494741" y="66600"/>
                </a:cubicBezTo>
                <a:cubicBezTo>
                  <a:pt x="492716" y="66600"/>
                  <a:pt x="490257" y="67142"/>
                  <a:pt x="487365" y="68227"/>
                </a:cubicBezTo>
                <a:lnTo>
                  <a:pt x="485846" y="64321"/>
                </a:lnTo>
                <a:lnTo>
                  <a:pt x="515784" y="52174"/>
                </a:lnTo>
                <a:lnTo>
                  <a:pt x="520557" y="52174"/>
                </a:lnTo>
                <a:close/>
                <a:moveTo>
                  <a:pt x="576892" y="22174"/>
                </a:moveTo>
                <a:lnTo>
                  <a:pt x="576892" y="55000"/>
                </a:lnTo>
                <a:lnTo>
                  <a:pt x="600105" y="55000"/>
                </a:lnTo>
                <a:lnTo>
                  <a:pt x="600105" y="62609"/>
                </a:lnTo>
                <a:lnTo>
                  <a:pt x="576892" y="62609"/>
                </a:lnTo>
                <a:lnTo>
                  <a:pt x="576892" y="127086"/>
                </a:lnTo>
                <a:cubicBezTo>
                  <a:pt x="576892" y="133528"/>
                  <a:pt x="577814" y="137872"/>
                  <a:pt x="579658" y="140116"/>
                </a:cubicBezTo>
                <a:cubicBezTo>
                  <a:pt x="581502" y="142358"/>
                  <a:pt x="583870" y="143478"/>
                  <a:pt x="586763" y="143478"/>
                </a:cubicBezTo>
                <a:cubicBezTo>
                  <a:pt x="589149" y="143478"/>
                  <a:pt x="591463" y="142736"/>
                  <a:pt x="593705" y="141250"/>
                </a:cubicBezTo>
                <a:cubicBezTo>
                  <a:pt x="595947" y="139765"/>
                  <a:pt x="597682" y="137573"/>
                  <a:pt x="598912" y="134674"/>
                </a:cubicBezTo>
                <a:lnTo>
                  <a:pt x="603142" y="134674"/>
                </a:lnTo>
                <a:cubicBezTo>
                  <a:pt x="600611" y="141796"/>
                  <a:pt x="597032" y="147182"/>
                  <a:pt x="592403" y="150832"/>
                </a:cubicBezTo>
                <a:cubicBezTo>
                  <a:pt x="587775" y="154481"/>
                  <a:pt x="583002" y="156305"/>
                  <a:pt x="578085" y="156305"/>
                </a:cubicBezTo>
                <a:cubicBezTo>
                  <a:pt x="574759" y="156305"/>
                  <a:pt x="571504" y="155380"/>
                  <a:pt x="568322" y="153529"/>
                </a:cubicBezTo>
                <a:cubicBezTo>
                  <a:pt x="565141" y="151679"/>
                  <a:pt x="562790" y="149032"/>
                  <a:pt x="561272" y="145588"/>
                </a:cubicBezTo>
                <a:cubicBezTo>
                  <a:pt x="559753" y="142141"/>
                  <a:pt x="558994" y="136827"/>
                  <a:pt x="558994" y="129644"/>
                </a:cubicBezTo>
                <a:lnTo>
                  <a:pt x="558994" y="62609"/>
                </a:lnTo>
                <a:lnTo>
                  <a:pt x="543265" y="62609"/>
                </a:lnTo>
                <a:lnTo>
                  <a:pt x="543265" y="59022"/>
                </a:lnTo>
                <a:cubicBezTo>
                  <a:pt x="547243" y="57423"/>
                  <a:pt x="551310" y="54716"/>
                  <a:pt x="555468" y="50900"/>
                </a:cubicBezTo>
                <a:cubicBezTo>
                  <a:pt x="559627" y="47085"/>
                  <a:pt x="563333" y="42560"/>
                  <a:pt x="566587" y="37327"/>
                </a:cubicBezTo>
                <a:cubicBezTo>
                  <a:pt x="568250" y="34566"/>
                  <a:pt x="570564" y="29515"/>
                  <a:pt x="573529" y="22174"/>
                </a:cubicBezTo>
                <a:lnTo>
                  <a:pt x="576892" y="22174"/>
                </a:lnTo>
                <a:close/>
                <a:moveTo>
                  <a:pt x="604156" y="55000"/>
                </a:moveTo>
                <a:lnTo>
                  <a:pt x="650474" y="55000"/>
                </a:lnTo>
                <a:lnTo>
                  <a:pt x="650474" y="59022"/>
                </a:lnTo>
                <a:lnTo>
                  <a:pt x="648196" y="59022"/>
                </a:lnTo>
                <a:cubicBezTo>
                  <a:pt x="644942" y="59022"/>
                  <a:pt x="642501" y="59728"/>
                  <a:pt x="640874" y="61141"/>
                </a:cubicBezTo>
                <a:cubicBezTo>
                  <a:pt x="639247" y="62554"/>
                  <a:pt x="638433" y="64312"/>
                  <a:pt x="638433" y="66413"/>
                </a:cubicBezTo>
                <a:cubicBezTo>
                  <a:pt x="638433" y="69239"/>
                  <a:pt x="639626" y="73152"/>
                  <a:pt x="642013" y="78152"/>
                </a:cubicBezTo>
                <a:lnTo>
                  <a:pt x="666202" y="128370"/>
                </a:lnTo>
                <a:lnTo>
                  <a:pt x="688439" y="73370"/>
                </a:lnTo>
                <a:cubicBezTo>
                  <a:pt x="689668" y="70399"/>
                  <a:pt x="690283" y="67464"/>
                  <a:pt x="690283" y="64565"/>
                </a:cubicBezTo>
                <a:cubicBezTo>
                  <a:pt x="690283" y="63261"/>
                  <a:pt x="690030" y="62283"/>
                  <a:pt x="689524" y="61631"/>
                </a:cubicBezTo>
                <a:cubicBezTo>
                  <a:pt x="688945" y="60833"/>
                  <a:pt x="688041" y="60199"/>
                  <a:pt x="686812" y="59728"/>
                </a:cubicBezTo>
                <a:cubicBezTo>
                  <a:pt x="685583" y="59257"/>
                  <a:pt x="683413" y="59022"/>
                  <a:pt x="680304" y="59022"/>
                </a:cubicBezTo>
                <a:lnTo>
                  <a:pt x="680304" y="55000"/>
                </a:lnTo>
                <a:lnTo>
                  <a:pt x="712629" y="55000"/>
                </a:lnTo>
                <a:lnTo>
                  <a:pt x="712629" y="59022"/>
                </a:lnTo>
                <a:cubicBezTo>
                  <a:pt x="709953" y="59312"/>
                  <a:pt x="707892" y="59891"/>
                  <a:pt x="706446" y="60761"/>
                </a:cubicBezTo>
                <a:cubicBezTo>
                  <a:pt x="704999" y="61631"/>
                  <a:pt x="703408" y="63261"/>
                  <a:pt x="701673" y="65652"/>
                </a:cubicBezTo>
                <a:cubicBezTo>
                  <a:pt x="701022" y="66667"/>
                  <a:pt x="699793" y="69457"/>
                  <a:pt x="697985" y="74022"/>
                </a:cubicBezTo>
                <a:lnTo>
                  <a:pt x="657524" y="173370"/>
                </a:lnTo>
                <a:cubicBezTo>
                  <a:pt x="653619" y="183007"/>
                  <a:pt x="648503" y="190290"/>
                  <a:pt x="642175" y="195218"/>
                </a:cubicBezTo>
                <a:cubicBezTo>
                  <a:pt x="635848" y="200145"/>
                  <a:pt x="629755" y="202609"/>
                  <a:pt x="623898" y="202609"/>
                </a:cubicBezTo>
                <a:cubicBezTo>
                  <a:pt x="619631" y="202609"/>
                  <a:pt x="616124" y="201392"/>
                  <a:pt x="613376" y="198957"/>
                </a:cubicBezTo>
                <a:cubicBezTo>
                  <a:pt x="610628" y="196523"/>
                  <a:pt x="609254" y="193731"/>
                  <a:pt x="609254" y="190581"/>
                </a:cubicBezTo>
                <a:cubicBezTo>
                  <a:pt x="609254" y="187574"/>
                  <a:pt x="610248" y="185149"/>
                  <a:pt x="612237" y="183305"/>
                </a:cubicBezTo>
                <a:cubicBezTo>
                  <a:pt x="614226" y="181464"/>
                  <a:pt x="616956" y="180544"/>
                  <a:pt x="620427" y="180544"/>
                </a:cubicBezTo>
                <a:cubicBezTo>
                  <a:pt x="622813" y="180544"/>
                  <a:pt x="626067" y="181341"/>
                  <a:pt x="630189" y="182935"/>
                </a:cubicBezTo>
                <a:cubicBezTo>
                  <a:pt x="633082" y="184022"/>
                  <a:pt x="634890" y="184565"/>
                  <a:pt x="635613" y="184565"/>
                </a:cubicBezTo>
                <a:cubicBezTo>
                  <a:pt x="637782" y="184565"/>
                  <a:pt x="640151" y="183434"/>
                  <a:pt x="642718" y="181172"/>
                </a:cubicBezTo>
                <a:cubicBezTo>
                  <a:pt x="645285" y="178912"/>
                  <a:pt x="647870" y="174537"/>
                  <a:pt x="650474" y="168047"/>
                </a:cubicBezTo>
                <a:lnTo>
                  <a:pt x="657524" y="150652"/>
                </a:lnTo>
                <a:lnTo>
                  <a:pt x="621837" y="75544"/>
                </a:lnTo>
                <a:cubicBezTo>
                  <a:pt x="620752" y="73297"/>
                  <a:pt x="619017" y="70507"/>
                  <a:pt x="616630" y="67174"/>
                </a:cubicBezTo>
                <a:cubicBezTo>
                  <a:pt x="614822" y="64638"/>
                  <a:pt x="613340" y="62935"/>
                  <a:pt x="612183" y="62065"/>
                </a:cubicBezTo>
                <a:cubicBezTo>
                  <a:pt x="610520" y="60906"/>
                  <a:pt x="607844" y="59891"/>
                  <a:pt x="604156" y="59022"/>
                </a:cubicBezTo>
                <a:lnTo>
                  <a:pt x="604156" y="55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pace">
            <a:extLst xmlns:a="http://schemas.openxmlformats.org/drawingml/2006/main">
              <a:ext uri="{FF2B5EF4-FFF2-40B4-BE49-F238E27FC236}">
                <a16:creationId xmlns:a16="http://schemas.microsoft.com/office/drawing/2014/main" id="{2BF79651-CC6F-42CD-A9B7-85070C8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313" y="1731318"/>
            <a:ext cx="476228" cy="150000"/>
          </a:xfrm>
          <a:custGeom xmlns:a="http://schemas.openxmlformats.org/drawingml/2006/main">
            <a:pathLst>
              <a:path w="476228" h="150000">
                <a:moveTo>
                  <a:pt x="60311" y="0"/>
                </a:moveTo>
                <a:lnTo>
                  <a:pt x="60311" y="33696"/>
                </a:lnTo>
                <a:lnTo>
                  <a:pt x="56731" y="33696"/>
                </a:lnTo>
                <a:cubicBezTo>
                  <a:pt x="53983" y="23127"/>
                  <a:pt x="50458" y="15939"/>
                  <a:pt x="46155" y="12130"/>
                </a:cubicBezTo>
                <a:cubicBezTo>
                  <a:pt x="41852" y="8319"/>
                  <a:pt x="36375" y="6413"/>
                  <a:pt x="29722" y="6413"/>
                </a:cubicBezTo>
                <a:cubicBezTo>
                  <a:pt x="24659" y="6413"/>
                  <a:pt x="20574" y="7753"/>
                  <a:pt x="17464" y="10431"/>
                </a:cubicBezTo>
                <a:cubicBezTo>
                  <a:pt x="14355" y="13108"/>
                  <a:pt x="12800" y="16076"/>
                  <a:pt x="12800" y="19334"/>
                </a:cubicBezTo>
                <a:cubicBezTo>
                  <a:pt x="12800" y="23388"/>
                  <a:pt x="13957" y="26861"/>
                  <a:pt x="16271" y="29755"/>
                </a:cubicBezTo>
                <a:cubicBezTo>
                  <a:pt x="18513" y="32724"/>
                  <a:pt x="23069" y="35873"/>
                  <a:pt x="29938" y="39202"/>
                </a:cubicBezTo>
                <a:lnTo>
                  <a:pt x="45776" y="46912"/>
                </a:lnTo>
                <a:cubicBezTo>
                  <a:pt x="60455" y="54077"/>
                  <a:pt x="67795" y="63524"/>
                  <a:pt x="67795" y="75251"/>
                </a:cubicBezTo>
                <a:cubicBezTo>
                  <a:pt x="67795" y="84298"/>
                  <a:pt x="64379" y="91591"/>
                  <a:pt x="57545" y="97130"/>
                </a:cubicBezTo>
                <a:cubicBezTo>
                  <a:pt x="50711" y="102667"/>
                  <a:pt x="43064" y="105435"/>
                  <a:pt x="34603" y="105435"/>
                </a:cubicBezTo>
                <a:cubicBezTo>
                  <a:pt x="28528" y="105435"/>
                  <a:pt x="21586" y="104348"/>
                  <a:pt x="13776" y="102174"/>
                </a:cubicBezTo>
                <a:cubicBezTo>
                  <a:pt x="11390" y="101449"/>
                  <a:pt x="9437" y="101087"/>
                  <a:pt x="7919" y="101087"/>
                </a:cubicBezTo>
                <a:cubicBezTo>
                  <a:pt x="6255" y="101087"/>
                  <a:pt x="4954" y="102029"/>
                  <a:pt x="4013" y="103913"/>
                </a:cubicBezTo>
                <a:lnTo>
                  <a:pt x="434" y="103913"/>
                </a:lnTo>
                <a:lnTo>
                  <a:pt x="434" y="68261"/>
                </a:lnTo>
                <a:lnTo>
                  <a:pt x="4013" y="68261"/>
                </a:lnTo>
                <a:cubicBezTo>
                  <a:pt x="6038" y="78442"/>
                  <a:pt x="9907" y="86114"/>
                  <a:pt x="15620" y="91277"/>
                </a:cubicBezTo>
                <a:cubicBezTo>
                  <a:pt x="21333" y="96440"/>
                  <a:pt x="27733" y="99022"/>
                  <a:pt x="34820" y="99022"/>
                </a:cubicBezTo>
                <a:cubicBezTo>
                  <a:pt x="39810" y="99022"/>
                  <a:pt x="43877" y="97557"/>
                  <a:pt x="47023" y="94626"/>
                </a:cubicBezTo>
                <a:cubicBezTo>
                  <a:pt x="50169" y="91694"/>
                  <a:pt x="51742" y="88165"/>
                  <a:pt x="51742" y="84039"/>
                </a:cubicBezTo>
                <a:cubicBezTo>
                  <a:pt x="51742" y="79043"/>
                  <a:pt x="49988" y="74845"/>
                  <a:pt x="46481" y="71444"/>
                </a:cubicBezTo>
                <a:cubicBezTo>
                  <a:pt x="42973" y="68042"/>
                  <a:pt x="35977" y="63737"/>
                  <a:pt x="25491" y="58526"/>
                </a:cubicBezTo>
                <a:cubicBezTo>
                  <a:pt x="15005" y="53313"/>
                  <a:pt x="8135" y="48607"/>
                  <a:pt x="4881" y="44409"/>
                </a:cubicBezTo>
                <a:cubicBezTo>
                  <a:pt x="1627" y="40283"/>
                  <a:pt x="0" y="35071"/>
                  <a:pt x="0" y="28774"/>
                </a:cubicBezTo>
                <a:cubicBezTo>
                  <a:pt x="0" y="20594"/>
                  <a:pt x="2802" y="13755"/>
                  <a:pt x="8407" y="8254"/>
                </a:cubicBezTo>
                <a:cubicBezTo>
                  <a:pt x="14011" y="2751"/>
                  <a:pt x="21261" y="0"/>
                  <a:pt x="30155" y="0"/>
                </a:cubicBezTo>
                <a:cubicBezTo>
                  <a:pt x="34060" y="0"/>
                  <a:pt x="38797" y="833"/>
                  <a:pt x="44365" y="2500"/>
                </a:cubicBezTo>
                <a:cubicBezTo>
                  <a:pt x="48053" y="3587"/>
                  <a:pt x="50512" y="4130"/>
                  <a:pt x="51742" y="4130"/>
                </a:cubicBezTo>
                <a:cubicBezTo>
                  <a:pt x="52899" y="4130"/>
                  <a:pt x="53802" y="3877"/>
                  <a:pt x="54453" y="3370"/>
                </a:cubicBezTo>
                <a:cubicBezTo>
                  <a:pt x="55104" y="2862"/>
                  <a:pt x="55863" y="1739"/>
                  <a:pt x="56731" y="0"/>
                </a:cubicBezTo>
                <a:lnTo>
                  <a:pt x="60311" y="0"/>
                </a:lnTo>
                <a:close/>
                <a:moveTo>
                  <a:pt x="75353" y="12619"/>
                </a:moveTo>
                <a:lnTo>
                  <a:pt x="105942" y="217"/>
                </a:lnTo>
                <a:lnTo>
                  <a:pt x="110064" y="217"/>
                </a:lnTo>
                <a:lnTo>
                  <a:pt x="110064" y="23478"/>
                </a:lnTo>
                <a:cubicBezTo>
                  <a:pt x="115199" y="14710"/>
                  <a:pt x="120351" y="8605"/>
                  <a:pt x="125522" y="5163"/>
                </a:cubicBezTo>
                <a:cubicBezTo>
                  <a:pt x="130692" y="1721"/>
                  <a:pt x="136134" y="0"/>
                  <a:pt x="141847" y="0"/>
                </a:cubicBezTo>
                <a:cubicBezTo>
                  <a:pt x="151826" y="0"/>
                  <a:pt x="160142" y="3909"/>
                  <a:pt x="166795" y="11726"/>
                </a:cubicBezTo>
                <a:cubicBezTo>
                  <a:pt x="174967" y="21282"/>
                  <a:pt x="179053" y="33733"/>
                  <a:pt x="179053" y="49080"/>
                </a:cubicBezTo>
                <a:cubicBezTo>
                  <a:pt x="179053" y="66235"/>
                  <a:pt x="174135" y="80424"/>
                  <a:pt x="164301" y="91644"/>
                </a:cubicBezTo>
                <a:cubicBezTo>
                  <a:pt x="156201" y="100838"/>
                  <a:pt x="146005" y="105435"/>
                  <a:pt x="133711" y="105435"/>
                </a:cubicBezTo>
                <a:cubicBezTo>
                  <a:pt x="128360" y="105435"/>
                  <a:pt x="123732" y="104674"/>
                  <a:pt x="119827" y="103152"/>
                </a:cubicBezTo>
                <a:cubicBezTo>
                  <a:pt x="116934" y="102065"/>
                  <a:pt x="113680" y="99891"/>
                  <a:pt x="110064" y="96631"/>
                </a:cubicBezTo>
                <a:lnTo>
                  <a:pt x="110064" y="126957"/>
                </a:lnTo>
                <a:cubicBezTo>
                  <a:pt x="110064" y="133768"/>
                  <a:pt x="110480" y="138098"/>
                  <a:pt x="111312" y="139946"/>
                </a:cubicBezTo>
                <a:cubicBezTo>
                  <a:pt x="112143" y="141794"/>
                  <a:pt x="113590" y="143261"/>
                  <a:pt x="115650" y="144348"/>
                </a:cubicBezTo>
                <a:cubicBezTo>
                  <a:pt x="117711" y="145435"/>
                  <a:pt x="121454" y="145978"/>
                  <a:pt x="126877" y="145978"/>
                </a:cubicBezTo>
                <a:lnTo>
                  <a:pt x="126877" y="150000"/>
                </a:lnTo>
                <a:lnTo>
                  <a:pt x="74811" y="150000"/>
                </a:lnTo>
                <a:lnTo>
                  <a:pt x="74811" y="145978"/>
                </a:lnTo>
                <a:lnTo>
                  <a:pt x="77522" y="145978"/>
                </a:lnTo>
                <a:cubicBezTo>
                  <a:pt x="81500" y="146051"/>
                  <a:pt x="84898" y="145289"/>
                  <a:pt x="87719" y="143692"/>
                </a:cubicBezTo>
                <a:cubicBezTo>
                  <a:pt x="89093" y="142895"/>
                  <a:pt x="90159" y="141608"/>
                  <a:pt x="90919" y="139830"/>
                </a:cubicBezTo>
                <a:cubicBezTo>
                  <a:pt x="91678" y="138055"/>
                  <a:pt x="92058" y="133542"/>
                  <a:pt x="92058" y="126291"/>
                </a:cubicBezTo>
                <a:lnTo>
                  <a:pt x="92058" y="32089"/>
                </a:lnTo>
                <a:cubicBezTo>
                  <a:pt x="92058" y="25635"/>
                  <a:pt x="91768" y="21539"/>
                  <a:pt x="91190" y="19800"/>
                </a:cubicBezTo>
                <a:cubicBezTo>
                  <a:pt x="90611" y="18058"/>
                  <a:pt x="89689" y="16753"/>
                  <a:pt x="88424" y="15883"/>
                </a:cubicBezTo>
                <a:cubicBezTo>
                  <a:pt x="87158" y="15011"/>
                  <a:pt x="85441" y="14575"/>
                  <a:pt x="83271" y="14575"/>
                </a:cubicBezTo>
                <a:cubicBezTo>
                  <a:pt x="81536" y="14575"/>
                  <a:pt x="79330" y="15083"/>
                  <a:pt x="76655" y="16097"/>
                </a:cubicBezTo>
                <a:lnTo>
                  <a:pt x="75353" y="12619"/>
                </a:lnTo>
                <a:moveTo>
                  <a:pt x="110064" y="30088"/>
                </a:moveTo>
                <a:lnTo>
                  <a:pt x="110064" y="67215"/>
                </a:lnTo>
                <a:cubicBezTo>
                  <a:pt x="110064" y="75249"/>
                  <a:pt x="110390" y="80532"/>
                  <a:pt x="111040" y="83064"/>
                </a:cubicBezTo>
                <a:cubicBezTo>
                  <a:pt x="112053" y="87262"/>
                  <a:pt x="114530" y="90953"/>
                  <a:pt x="118471" y="94137"/>
                </a:cubicBezTo>
                <a:cubicBezTo>
                  <a:pt x="122412" y="97321"/>
                  <a:pt x="127384" y="98913"/>
                  <a:pt x="133386" y="98913"/>
                </a:cubicBezTo>
                <a:cubicBezTo>
                  <a:pt x="140617" y="98913"/>
                  <a:pt x="146475" y="96090"/>
                  <a:pt x="150958" y="90445"/>
                </a:cubicBezTo>
                <a:cubicBezTo>
                  <a:pt x="156816" y="83065"/>
                  <a:pt x="159745" y="72680"/>
                  <a:pt x="159745" y="59290"/>
                </a:cubicBezTo>
                <a:cubicBezTo>
                  <a:pt x="159745" y="44093"/>
                  <a:pt x="156418" y="32406"/>
                  <a:pt x="149765" y="24229"/>
                </a:cubicBezTo>
                <a:cubicBezTo>
                  <a:pt x="145137" y="18584"/>
                  <a:pt x="139641" y="15761"/>
                  <a:pt x="133277" y="15761"/>
                </a:cubicBezTo>
                <a:cubicBezTo>
                  <a:pt x="129806" y="15761"/>
                  <a:pt x="126371" y="16629"/>
                  <a:pt x="122972" y="18366"/>
                </a:cubicBezTo>
                <a:cubicBezTo>
                  <a:pt x="120369" y="19668"/>
                  <a:pt x="116066" y="23576"/>
                  <a:pt x="110064" y="30088"/>
                </a:cubicBezTo>
                <a:close/>
                <a:moveTo>
                  <a:pt x="249885" y="88044"/>
                </a:moveTo>
                <a:cubicBezTo>
                  <a:pt x="239689" y="95942"/>
                  <a:pt x="233289" y="100507"/>
                  <a:pt x="230686" y="101739"/>
                </a:cubicBezTo>
                <a:cubicBezTo>
                  <a:pt x="226781" y="103623"/>
                  <a:pt x="222622" y="104565"/>
                  <a:pt x="218211" y="104565"/>
                </a:cubicBezTo>
                <a:cubicBezTo>
                  <a:pt x="211341" y="104565"/>
                  <a:pt x="205683" y="102210"/>
                  <a:pt x="201235" y="97500"/>
                </a:cubicBezTo>
                <a:cubicBezTo>
                  <a:pt x="196788" y="92790"/>
                  <a:pt x="194564" y="86594"/>
                  <a:pt x="194564" y="78913"/>
                </a:cubicBezTo>
                <a:cubicBezTo>
                  <a:pt x="194564" y="74058"/>
                  <a:pt x="195649" y="69855"/>
                  <a:pt x="197818" y="66304"/>
                </a:cubicBezTo>
                <a:cubicBezTo>
                  <a:pt x="200783" y="61377"/>
                  <a:pt x="205936" y="56739"/>
                  <a:pt x="213276" y="52391"/>
                </a:cubicBezTo>
                <a:cubicBezTo>
                  <a:pt x="220616" y="48044"/>
                  <a:pt x="232819" y="42754"/>
                  <a:pt x="249885" y="36522"/>
                </a:cubicBezTo>
                <a:lnTo>
                  <a:pt x="249885" y="32609"/>
                </a:lnTo>
                <a:cubicBezTo>
                  <a:pt x="249885" y="22681"/>
                  <a:pt x="248312" y="15870"/>
                  <a:pt x="245167" y="12174"/>
                </a:cubicBezTo>
                <a:cubicBezTo>
                  <a:pt x="242021" y="8478"/>
                  <a:pt x="237447" y="6630"/>
                  <a:pt x="231445" y="6630"/>
                </a:cubicBezTo>
                <a:cubicBezTo>
                  <a:pt x="226889" y="6630"/>
                  <a:pt x="223273" y="7858"/>
                  <a:pt x="220598" y="10313"/>
                </a:cubicBezTo>
                <a:cubicBezTo>
                  <a:pt x="217850" y="12767"/>
                  <a:pt x="216476" y="15583"/>
                  <a:pt x="216476" y="18760"/>
                </a:cubicBezTo>
                <a:lnTo>
                  <a:pt x="216693" y="25041"/>
                </a:lnTo>
                <a:cubicBezTo>
                  <a:pt x="216693" y="28361"/>
                  <a:pt x="215843" y="30923"/>
                  <a:pt x="214144" y="32728"/>
                </a:cubicBezTo>
                <a:cubicBezTo>
                  <a:pt x="212444" y="34532"/>
                  <a:pt x="210220" y="35435"/>
                  <a:pt x="207472" y="35435"/>
                </a:cubicBezTo>
                <a:cubicBezTo>
                  <a:pt x="204797" y="35435"/>
                  <a:pt x="202609" y="34496"/>
                  <a:pt x="200910" y="32619"/>
                </a:cubicBezTo>
                <a:cubicBezTo>
                  <a:pt x="199210" y="30739"/>
                  <a:pt x="198361" y="28174"/>
                  <a:pt x="198361" y="24922"/>
                </a:cubicBezTo>
                <a:cubicBezTo>
                  <a:pt x="198361" y="18710"/>
                  <a:pt x="201543" y="13004"/>
                  <a:pt x="207906" y="7802"/>
                </a:cubicBezTo>
                <a:cubicBezTo>
                  <a:pt x="214270" y="2601"/>
                  <a:pt x="223201" y="0"/>
                  <a:pt x="234699" y="0"/>
                </a:cubicBezTo>
                <a:cubicBezTo>
                  <a:pt x="243522" y="0"/>
                  <a:pt x="250753" y="1483"/>
                  <a:pt x="256394" y="4450"/>
                </a:cubicBezTo>
                <a:cubicBezTo>
                  <a:pt x="260660" y="6694"/>
                  <a:pt x="263806" y="10205"/>
                  <a:pt x="265831" y="14983"/>
                </a:cubicBezTo>
                <a:cubicBezTo>
                  <a:pt x="267132" y="18094"/>
                  <a:pt x="267783" y="24463"/>
                  <a:pt x="267783" y="34090"/>
                </a:cubicBezTo>
                <a:lnTo>
                  <a:pt x="267783" y="67853"/>
                </a:lnTo>
                <a:cubicBezTo>
                  <a:pt x="267783" y="77335"/>
                  <a:pt x="267964" y="83143"/>
                  <a:pt x="268326" y="85279"/>
                </a:cubicBezTo>
                <a:cubicBezTo>
                  <a:pt x="268687" y="87414"/>
                  <a:pt x="269284" y="88844"/>
                  <a:pt x="270115" y="89569"/>
                </a:cubicBezTo>
                <a:cubicBezTo>
                  <a:pt x="270947" y="90291"/>
                  <a:pt x="271905" y="90652"/>
                  <a:pt x="272990" y="90652"/>
                </a:cubicBezTo>
                <a:cubicBezTo>
                  <a:pt x="274147" y="90652"/>
                  <a:pt x="275159" y="90399"/>
                  <a:pt x="276027" y="89891"/>
                </a:cubicBezTo>
                <a:cubicBezTo>
                  <a:pt x="277546" y="88949"/>
                  <a:pt x="280475" y="86304"/>
                  <a:pt x="284814" y="81957"/>
                </a:cubicBezTo>
                <a:lnTo>
                  <a:pt x="284814" y="88044"/>
                </a:lnTo>
                <a:cubicBezTo>
                  <a:pt x="276714" y="98913"/>
                  <a:pt x="268977" y="104348"/>
                  <a:pt x="261600" y="104348"/>
                </a:cubicBezTo>
                <a:cubicBezTo>
                  <a:pt x="258057" y="104348"/>
                  <a:pt x="255237" y="103116"/>
                  <a:pt x="253139" y="100652"/>
                </a:cubicBezTo>
                <a:cubicBezTo>
                  <a:pt x="251042" y="98189"/>
                  <a:pt x="249958" y="93986"/>
                  <a:pt x="249885" y="88044"/>
                </a:cubicBezTo>
                <a:moveTo>
                  <a:pt x="249885" y="80917"/>
                </a:moveTo>
                <a:lnTo>
                  <a:pt x="249885" y="43152"/>
                </a:lnTo>
                <a:cubicBezTo>
                  <a:pt x="238966" y="47480"/>
                  <a:pt x="231915" y="50546"/>
                  <a:pt x="228733" y="52351"/>
                </a:cubicBezTo>
                <a:cubicBezTo>
                  <a:pt x="223020" y="55525"/>
                  <a:pt x="218934" y="58844"/>
                  <a:pt x="216476" y="62306"/>
                </a:cubicBezTo>
                <a:cubicBezTo>
                  <a:pt x="214017" y="65769"/>
                  <a:pt x="212788" y="69556"/>
                  <a:pt x="212788" y="73669"/>
                </a:cubicBezTo>
                <a:cubicBezTo>
                  <a:pt x="212788" y="78863"/>
                  <a:pt x="214342" y="83174"/>
                  <a:pt x="217452" y="86600"/>
                </a:cubicBezTo>
                <a:cubicBezTo>
                  <a:pt x="220562" y="90026"/>
                  <a:pt x="224141" y="91739"/>
                  <a:pt x="228191" y="91739"/>
                </a:cubicBezTo>
                <a:cubicBezTo>
                  <a:pt x="233687" y="91739"/>
                  <a:pt x="240918" y="88132"/>
                  <a:pt x="249885" y="80917"/>
                </a:cubicBezTo>
                <a:close/>
                <a:moveTo>
                  <a:pt x="376616" y="64565"/>
                </a:moveTo>
                <a:cubicBezTo>
                  <a:pt x="373940" y="77681"/>
                  <a:pt x="368697" y="87772"/>
                  <a:pt x="360887" y="94837"/>
                </a:cubicBezTo>
                <a:cubicBezTo>
                  <a:pt x="353077" y="101902"/>
                  <a:pt x="344435" y="105435"/>
                  <a:pt x="334962" y="105435"/>
                </a:cubicBezTo>
                <a:cubicBezTo>
                  <a:pt x="323681" y="105435"/>
                  <a:pt x="313846" y="100694"/>
                  <a:pt x="305457" y="91213"/>
                </a:cubicBezTo>
                <a:cubicBezTo>
                  <a:pt x="297069" y="81729"/>
                  <a:pt x="292875" y="68915"/>
                  <a:pt x="292875" y="52772"/>
                </a:cubicBezTo>
                <a:cubicBezTo>
                  <a:pt x="292875" y="37135"/>
                  <a:pt x="297521" y="24432"/>
                  <a:pt x="306813" y="14660"/>
                </a:cubicBezTo>
                <a:cubicBezTo>
                  <a:pt x="316106" y="4887"/>
                  <a:pt x="327260" y="0"/>
                  <a:pt x="340277" y="0"/>
                </a:cubicBezTo>
                <a:cubicBezTo>
                  <a:pt x="350040" y="0"/>
                  <a:pt x="358067" y="2583"/>
                  <a:pt x="364358" y="7748"/>
                </a:cubicBezTo>
                <a:cubicBezTo>
                  <a:pt x="370650" y="12911"/>
                  <a:pt x="373795" y="18273"/>
                  <a:pt x="373795" y="23835"/>
                </a:cubicBezTo>
                <a:cubicBezTo>
                  <a:pt x="373795" y="26580"/>
                  <a:pt x="372909" y="28801"/>
                  <a:pt x="371138" y="30499"/>
                </a:cubicBezTo>
                <a:cubicBezTo>
                  <a:pt x="369366" y="32195"/>
                  <a:pt x="366889" y="33044"/>
                  <a:pt x="363707" y="33044"/>
                </a:cubicBezTo>
                <a:cubicBezTo>
                  <a:pt x="359441" y="33044"/>
                  <a:pt x="356223" y="31667"/>
                  <a:pt x="354053" y="28913"/>
                </a:cubicBezTo>
                <a:cubicBezTo>
                  <a:pt x="352824" y="27391"/>
                  <a:pt x="352010" y="24493"/>
                  <a:pt x="351613" y="20217"/>
                </a:cubicBezTo>
                <a:cubicBezTo>
                  <a:pt x="351215" y="15942"/>
                  <a:pt x="349750" y="12681"/>
                  <a:pt x="347219" y="10435"/>
                </a:cubicBezTo>
                <a:cubicBezTo>
                  <a:pt x="344688" y="8261"/>
                  <a:pt x="341181" y="7174"/>
                  <a:pt x="336698" y="7174"/>
                </a:cubicBezTo>
                <a:cubicBezTo>
                  <a:pt x="329466" y="7174"/>
                  <a:pt x="323645" y="9855"/>
                  <a:pt x="319233" y="15217"/>
                </a:cubicBezTo>
                <a:cubicBezTo>
                  <a:pt x="313376" y="22319"/>
                  <a:pt x="310447" y="31703"/>
                  <a:pt x="310447" y="43370"/>
                </a:cubicBezTo>
                <a:cubicBezTo>
                  <a:pt x="310447" y="55254"/>
                  <a:pt x="313358" y="65743"/>
                  <a:pt x="319179" y="74837"/>
                </a:cubicBezTo>
                <a:cubicBezTo>
                  <a:pt x="325001" y="83931"/>
                  <a:pt x="332865" y="88478"/>
                  <a:pt x="342772" y="88478"/>
                </a:cubicBezTo>
                <a:cubicBezTo>
                  <a:pt x="349859" y="88478"/>
                  <a:pt x="356223" y="86051"/>
                  <a:pt x="361863" y="81196"/>
                </a:cubicBezTo>
                <a:cubicBezTo>
                  <a:pt x="365841" y="77862"/>
                  <a:pt x="369709" y="71812"/>
                  <a:pt x="373470" y="63044"/>
                </a:cubicBezTo>
                <a:lnTo>
                  <a:pt x="376616" y="64565"/>
                </a:lnTo>
                <a:close/>
                <a:moveTo>
                  <a:pt x="407565" y="40435"/>
                </a:moveTo>
                <a:cubicBezTo>
                  <a:pt x="407492" y="55184"/>
                  <a:pt x="411072" y="66752"/>
                  <a:pt x="418303" y="75139"/>
                </a:cubicBezTo>
                <a:cubicBezTo>
                  <a:pt x="425535" y="83525"/>
                  <a:pt x="434032" y="87718"/>
                  <a:pt x="443794" y="87718"/>
                </a:cubicBezTo>
                <a:cubicBezTo>
                  <a:pt x="450303" y="87718"/>
                  <a:pt x="455961" y="85924"/>
                  <a:pt x="460770" y="82337"/>
                </a:cubicBezTo>
                <a:cubicBezTo>
                  <a:pt x="465579" y="78750"/>
                  <a:pt x="469611" y="72609"/>
                  <a:pt x="472865" y="63913"/>
                </a:cubicBezTo>
                <a:lnTo>
                  <a:pt x="476228" y="66087"/>
                </a:lnTo>
                <a:cubicBezTo>
                  <a:pt x="474709" y="76015"/>
                  <a:pt x="470298" y="85054"/>
                  <a:pt x="462994" y="93207"/>
                </a:cubicBezTo>
                <a:cubicBezTo>
                  <a:pt x="455690" y="101359"/>
                  <a:pt x="446542" y="105435"/>
                  <a:pt x="435551" y="105435"/>
                </a:cubicBezTo>
                <a:cubicBezTo>
                  <a:pt x="423619" y="105435"/>
                  <a:pt x="413404" y="100789"/>
                  <a:pt x="404907" y="91498"/>
                </a:cubicBezTo>
                <a:cubicBezTo>
                  <a:pt x="396410" y="82205"/>
                  <a:pt x="392161" y="69711"/>
                  <a:pt x="392161" y="54018"/>
                </a:cubicBezTo>
                <a:cubicBezTo>
                  <a:pt x="392161" y="37026"/>
                  <a:pt x="396518" y="23775"/>
                  <a:pt x="405232" y="14266"/>
                </a:cubicBezTo>
                <a:cubicBezTo>
                  <a:pt x="413946" y="4755"/>
                  <a:pt x="424884" y="0"/>
                  <a:pt x="438045" y="0"/>
                </a:cubicBezTo>
                <a:cubicBezTo>
                  <a:pt x="449182" y="0"/>
                  <a:pt x="458330" y="3668"/>
                  <a:pt x="465489" y="11005"/>
                </a:cubicBezTo>
                <a:cubicBezTo>
                  <a:pt x="472648" y="18340"/>
                  <a:pt x="476228" y="28150"/>
                  <a:pt x="476228" y="40435"/>
                </a:cubicBezTo>
                <a:lnTo>
                  <a:pt x="407565" y="40435"/>
                </a:lnTo>
                <a:moveTo>
                  <a:pt x="407565" y="34130"/>
                </a:moveTo>
                <a:lnTo>
                  <a:pt x="453557" y="34130"/>
                </a:lnTo>
                <a:cubicBezTo>
                  <a:pt x="453195" y="27754"/>
                  <a:pt x="452436" y="23261"/>
                  <a:pt x="451279" y="20652"/>
                </a:cubicBezTo>
                <a:cubicBezTo>
                  <a:pt x="449471" y="16594"/>
                  <a:pt x="446777" y="13406"/>
                  <a:pt x="443198" y="11087"/>
                </a:cubicBezTo>
                <a:cubicBezTo>
                  <a:pt x="439618" y="8768"/>
                  <a:pt x="435876" y="7609"/>
                  <a:pt x="431971" y="7609"/>
                </a:cubicBezTo>
                <a:cubicBezTo>
                  <a:pt x="425969" y="7609"/>
                  <a:pt x="420599" y="9946"/>
                  <a:pt x="415863" y="14620"/>
                </a:cubicBezTo>
                <a:cubicBezTo>
                  <a:pt x="411126" y="19294"/>
                  <a:pt x="408360" y="25797"/>
                  <a:pt x="407565" y="341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visibilitydistanceregion">
            <a:extLst xmlns:a="http://schemas.openxmlformats.org/drawingml/2006/main">
              <a:ext uri="{FF2B5EF4-FFF2-40B4-BE49-F238E27FC236}">
                <a16:creationId xmlns:a16="http://schemas.microsoft.com/office/drawing/2014/main" id="{D9EF9B11-CBBB-486E-A00A-2E6CAE8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750" y="2821870"/>
            <a:ext cx="2194043" cy="202609"/>
          </a:xfrm>
          <a:custGeom xmlns:a="http://schemas.openxmlformats.org/drawingml/2006/main">
            <a:pathLst>
              <a:path w="2194043" h="202609">
                <a:moveTo>
                  <a:pt x="0" y="55000"/>
                </a:moveTo>
                <a:lnTo>
                  <a:pt x="46752" y="55000"/>
                </a:lnTo>
                <a:lnTo>
                  <a:pt x="46752" y="59022"/>
                </a:lnTo>
                <a:lnTo>
                  <a:pt x="43715" y="59022"/>
                </a:lnTo>
                <a:cubicBezTo>
                  <a:pt x="40894" y="59022"/>
                  <a:pt x="38743" y="59710"/>
                  <a:pt x="37260" y="61087"/>
                </a:cubicBezTo>
                <a:cubicBezTo>
                  <a:pt x="35778" y="62464"/>
                  <a:pt x="35037" y="64312"/>
                  <a:pt x="35037" y="66631"/>
                </a:cubicBezTo>
                <a:cubicBezTo>
                  <a:pt x="35037" y="69167"/>
                  <a:pt x="35796" y="72174"/>
                  <a:pt x="37315" y="75652"/>
                </a:cubicBezTo>
                <a:lnTo>
                  <a:pt x="60419" y="130652"/>
                </a:lnTo>
                <a:lnTo>
                  <a:pt x="83633" y="73587"/>
                </a:lnTo>
                <a:cubicBezTo>
                  <a:pt x="85296" y="69529"/>
                  <a:pt x="86127" y="66449"/>
                  <a:pt x="86127" y="64348"/>
                </a:cubicBezTo>
                <a:cubicBezTo>
                  <a:pt x="86127" y="63333"/>
                  <a:pt x="85838" y="62500"/>
                  <a:pt x="85260" y="61848"/>
                </a:cubicBezTo>
                <a:cubicBezTo>
                  <a:pt x="84464" y="60761"/>
                  <a:pt x="83452" y="60018"/>
                  <a:pt x="82222" y="59620"/>
                </a:cubicBezTo>
                <a:cubicBezTo>
                  <a:pt x="80993" y="59221"/>
                  <a:pt x="78498" y="59022"/>
                  <a:pt x="74738" y="59022"/>
                </a:cubicBezTo>
                <a:lnTo>
                  <a:pt x="74738" y="55000"/>
                </a:lnTo>
                <a:lnTo>
                  <a:pt x="107171" y="55000"/>
                </a:lnTo>
                <a:lnTo>
                  <a:pt x="107171" y="59022"/>
                </a:lnTo>
                <a:cubicBezTo>
                  <a:pt x="103411" y="59312"/>
                  <a:pt x="100807" y="60073"/>
                  <a:pt x="99361" y="61304"/>
                </a:cubicBezTo>
                <a:cubicBezTo>
                  <a:pt x="96830" y="63478"/>
                  <a:pt x="94552" y="67102"/>
                  <a:pt x="92527" y="72174"/>
                </a:cubicBezTo>
                <a:lnTo>
                  <a:pt x="57274" y="157609"/>
                </a:lnTo>
                <a:lnTo>
                  <a:pt x="52826" y="157609"/>
                </a:lnTo>
                <a:lnTo>
                  <a:pt x="17356" y="73587"/>
                </a:lnTo>
                <a:cubicBezTo>
                  <a:pt x="15765" y="69674"/>
                  <a:pt x="14246" y="66866"/>
                  <a:pt x="12800" y="65163"/>
                </a:cubicBezTo>
                <a:cubicBezTo>
                  <a:pt x="11353" y="63460"/>
                  <a:pt x="9509" y="62029"/>
                  <a:pt x="7268" y="60870"/>
                </a:cubicBezTo>
                <a:cubicBezTo>
                  <a:pt x="6038" y="60217"/>
                  <a:pt x="3616" y="59602"/>
                  <a:pt x="0" y="59022"/>
                </a:cubicBezTo>
                <a:lnTo>
                  <a:pt x="0" y="55000"/>
                </a:lnTo>
                <a:close/>
                <a:moveTo>
                  <a:pt x="141448" y="0"/>
                </a:moveTo>
                <a:cubicBezTo>
                  <a:pt x="144485" y="0"/>
                  <a:pt x="147071" y="1075"/>
                  <a:pt x="149204" y="3224"/>
                </a:cubicBezTo>
                <a:cubicBezTo>
                  <a:pt x="151337" y="5370"/>
                  <a:pt x="152404" y="7973"/>
                  <a:pt x="152404" y="11033"/>
                </a:cubicBezTo>
                <a:cubicBezTo>
                  <a:pt x="152404" y="14092"/>
                  <a:pt x="151337" y="16714"/>
                  <a:pt x="149204" y="18899"/>
                </a:cubicBezTo>
                <a:cubicBezTo>
                  <a:pt x="147071" y="21082"/>
                  <a:pt x="144485" y="22174"/>
                  <a:pt x="141448" y="22174"/>
                </a:cubicBezTo>
                <a:cubicBezTo>
                  <a:pt x="138411" y="22174"/>
                  <a:pt x="135808" y="21082"/>
                  <a:pt x="133638" y="18899"/>
                </a:cubicBezTo>
                <a:cubicBezTo>
                  <a:pt x="131469" y="16714"/>
                  <a:pt x="130384" y="14092"/>
                  <a:pt x="130384" y="11033"/>
                </a:cubicBezTo>
                <a:cubicBezTo>
                  <a:pt x="130384" y="7973"/>
                  <a:pt x="131451" y="5370"/>
                  <a:pt x="133584" y="3224"/>
                </a:cubicBezTo>
                <a:cubicBezTo>
                  <a:pt x="135717" y="1075"/>
                  <a:pt x="138339" y="0"/>
                  <a:pt x="141448" y="0"/>
                </a:cubicBezTo>
                <a:moveTo>
                  <a:pt x="150451" y="52174"/>
                </a:moveTo>
                <a:lnTo>
                  <a:pt x="150451" y="131997"/>
                </a:lnTo>
                <a:cubicBezTo>
                  <a:pt x="150451" y="138216"/>
                  <a:pt x="150903" y="142355"/>
                  <a:pt x="151807" y="144416"/>
                </a:cubicBezTo>
                <a:cubicBezTo>
                  <a:pt x="152711" y="146477"/>
                  <a:pt x="154049" y="148013"/>
                  <a:pt x="155821" y="149025"/>
                </a:cubicBezTo>
                <a:cubicBezTo>
                  <a:pt x="157593" y="150038"/>
                  <a:pt x="160829" y="150544"/>
                  <a:pt x="165529" y="150544"/>
                </a:cubicBezTo>
                <a:lnTo>
                  <a:pt x="165529" y="154565"/>
                </a:lnTo>
                <a:lnTo>
                  <a:pt x="117259" y="154565"/>
                </a:lnTo>
                <a:lnTo>
                  <a:pt x="117259" y="150544"/>
                </a:lnTo>
                <a:cubicBezTo>
                  <a:pt x="122104" y="150544"/>
                  <a:pt x="125358" y="150074"/>
                  <a:pt x="127021" y="149134"/>
                </a:cubicBezTo>
                <a:cubicBezTo>
                  <a:pt x="128685" y="148194"/>
                  <a:pt x="130004" y="146640"/>
                  <a:pt x="130981" y="144470"/>
                </a:cubicBezTo>
                <a:cubicBezTo>
                  <a:pt x="131957" y="142301"/>
                  <a:pt x="132445" y="138143"/>
                  <a:pt x="132445" y="131997"/>
                </a:cubicBezTo>
                <a:lnTo>
                  <a:pt x="132445" y="93713"/>
                </a:lnTo>
                <a:cubicBezTo>
                  <a:pt x="132445" y="82938"/>
                  <a:pt x="132120" y="75961"/>
                  <a:pt x="131469" y="72782"/>
                </a:cubicBezTo>
                <a:cubicBezTo>
                  <a:pt x="130963" y="70468"/>
                  <a:pt x="130167" y="68859"/>
                  <a:pt x="129082" y="67955"/>
                </a:cubicBezTo>
                <a:cubicBezTo>
                  <a:pt x="127998" y="67052"/>
                  <a:pt x="126515" y="66600"/>
                  <a:pt x="124635" y="66600"/>
                </a:cubicBezTo>
                <a:cubicBezTo>
                  <a:pt x="122610" y="66600"/>
                  <a:pt x="120151" y="67142"/>
                  <a:pt x="117259" y="68227"/>
                </a:cubicBezTo>
                <a:lnTo>
                  <a:pt x="115740" y="64321"/>
                </a:lnTo>
                <a:lnTo>
                  <a:pt x="145679" y="52174"/>
                </a:lnTo>
                <a:lnTo>
                  <a:pt x="150451" y="52174"/>
                </a:lnTo>
                <a:close/>
                <a:moveTo>
                  <a:pt x="242148" y="52174"/>
                </a:moveTo>
                <a:lnTo>
                  <a:pt x="242148" y="85870"/>
                </a:lnTo>
                <a:lnTo>
                  <a:pt x="238568" y="85870"/>
                </a:lnTo>
                <a:cubicBezTo>
                  <a:pt x="235820" y="75301"/>
                  <a:pt x="232295" y="68113"/>
                  <a:pt x="227992" y="64304"/>
                </a:cubicBezTo>
                <a:cubicBezTo>
                  <a:pt x="223690" y="60493"/>
                  <a:pt x="218212" y="58587"/>
                  <a:pt x="211559" y="58587"/>
                </a:cubicBezTo>
                <a:cubicBezTo>
                  <a:pt x="206497" y="58587"/>
                  <a:pt x="202411" y="59926"/>
                  <a:pt x="199301" y="62605"/>
                </a:cubicBezTo>
                <a:cubicBezTo>
                  <a:pt x="196192" y="65282"/>
                  <a:pt x="194637" y="68250"/>
                  <a:pt x="194637" y="71508"/>
                </a:cubicBezTo>
                <a:cubicBezTo>
                  <a:pt x="194637" y="75562"/>
                  <a:pt x="195794" y="79035"/>
                  <a:pt x="198108" y="81929"/>
                </a:cubicBezTo>
                <a:cubicBezTo>
                  <a:pt x="200350" y="84898"/>
                  <a:pt x="204906" y="88047"/>
                  <a:pt x="211776" y="91376"/>
                </a:cubicBezTo>
                <a:lnTo>
                  <a:pt x="227613" y="99086"/>
                </a:lnTo>
                <a:cubicBezTo>
                  <a:pt x="242293" y="106251"/>
                  <a:pt x="249633" y="115698"/>
                  <a:pt x="249633" y="127425"/>
                </a:cubicBezTo>
                <a:cubicBezTo>
                  <a:pt x="249633" y="136472"/>
                  <a:pt x="246216" y="143765"/>
                  <a:pt x="239382" y="149304"/>
                </a:cubicBezTo>
                <a:cubicBezTo>
                  <a:pt x="232548" y="154841"/>
                  <a:pt x="224901" y="157609"/>
                  <a:pt x="216440" y="157609"/>
                </a:cubicBezTo>
                <a:cubicBezTo>
                  <a:pt x="210365" y="157609"/>
                  <a:pt x="203423" y="156522"/>
                  <a:pt x="195613" y="154348"/>
                </a:cubicBezTo>
                <a:cubicBezTo>
                  <a:pt x="193227" y="153623"/>
                  <a:pt x="191274" y="153261"/>
                  <a:pt x="189756" y="153261"/>
                </a:cubicBezTo>
                <a:cubicBezTo>
                  <a:pt x="188092" y="153261"/>
                  <a:pt x="186791" y="154203"/>
                  <a:pt x="185851" y="156087"/>
                </a:cubicBezTo>
                <a:lnTo>
                  <a:pt x="182271" y="156087"/>
                </a:lnTo>
                <a:lnTo>
                  <a:pt x="182271" y="120435"/>
                </a:lnTo>
                <a:lnTo>
                  <a:pt x="185851" y="120435"/>
                </a:lnTo>
                <a:cubicBezTo>
                  <a:pt x="187875" y="130616"/>
                  <a:pt x="191744" y="138288"/>
                  <a:pt x="197457" y="143451"/>
                </a:cubicBezTo>
                <a:cubicBezTo>
                  <a:pt x="203170" y="148614"/>
                  <a:pt x="209570" y="151196"/>
                  <a:pt x="216657" y="151196"/>
                </a:cubicBezTo>
                <a:cubicBezTo>
                  <a:pt x="221647" y="151196"/>
                  <a:pt x="225714" y="149731"/>
                  <a:pt x="228860" y="146800"/>
                </a:cubicBezTo>
                <a:cubicBezTo>
                  <a:pt x="232006" y="143868"/>
                  <a:pt x="233579" y="140339"/>
                  <a:pt x="233579" y="136213"/>
                </a:cubicBezTo>
                <a:cubicBezTo>
                  <a:pt x="233579" y="131217"/>
                  <a:pt x="231825" y="127019"/>
                  <a:pt x="228318" y="123618"/>
                </a:cubicBezTo>
                <a:cubicBezTo>
                  <a:pt x="224810" y="120216"/>
                  <a:pt x="217814" y="115910"/>
                  <a:pt x="207328" y="110700"/>
                </a:cubicBezTo>
                <a:cubicBezTo>
                  <a:pt x="196843" y="105487"/>
                  <a:pt x="189973" y="100781"/>
                  <a:pt x="186718" y="96583"/>
                </a:cubicBezTo>
                <a:cubicBezTo>
                  <a:pt x="183464" y="92457"/>
                  <a:pt x="181837" y="87245"/>
                  <a:pt x="181837" y="80948"/>
                </a:cubicBezTo>
                <a:cubicBezTo>
                  <a:pt x="181837" y="72768"/>
                  <a:pt x="184639" y="65929"/>
                  <a:pt x="190244" y="60428"/>
                </a:cubicBezTo>
                <a:cubicBezTo>
                  <a:pt x="195848" y="54925"/>
                  <a:pt x="203098" y="52174"/>
                  <a:pt x="211993" y="52174"/>
                </a:cubicBezTo>
                <a:cubicBezTo>
                  <a:pt x="215898" y="52174"/>
                  <a:pt x="220634" y="53007"/>
                  <a:pt x="226202" y="54674"/>
                </a:cubicBezTo>
                <a:cubicBezTo>
                  <a:pt x="229891" y="55761"/>
                  <a:pt x="232349" y="56304"/>
                  <a:pt x="233579" y="56304"/>
                </a:cubicBezTo>
                <a:cubicBezTo>
                  <a:pt x="234736" y="56304"/>
                  <a:pt x="235640" y="56051"/>
                  <a:pt x="236290" y="55544"/>
                </a:cubicBezTo>
                <a:cubicBezTo>
                  <a:pt x="236941" y="55036"/>
                  <a:pt x="237701" y="53913"/>
                  <a:pt x="238568" y="52174"/>
                </a:cubicBezTo>
                <a:lnTo>
                  <a:pt x="242148" y="52174"/>
                </a:lnTo>
                <a:close/>
                <a:moveTo>
                  <a:pt x="289624" y="0"/>
                </a:moveTo>
                <a:cubicBezTo>
                  <a:pt x="292661" y="0"/>
                  <a:pt x="295246" y="1075"/>
                  <a:pt x="297379" y="3224"/>
                </a:cubicBezTo>
                <a:cubicBezTo>
                  <a:pt x="299513" y="5370"/>
                  <a:pt x="300579" y="7973"/>
                  <a:pt x="300579" y="11033"/>
                </a:cubicBezTo>
                <a:cubicBezTo>
                  <a:pt x="300579" y="14092"/>
                  <a:pt x="299513" y="16714"/>
                  <a:pt x="297379" y="18899"/>
                </a:cubicBezTo>
                <a:cubicBezTo>
                  <a:pt x="295246" y="21082"/>
                  <a:pt x="292661" y="22174"/>
                  <a:pt x="289624" y="22174"/>
                </a:cubicBezTo>
                <a:cubicBezTo>
                  <a:pt x="286586" y="22174"/>
                  <a:pt x="283983" y="21082"/>
                  <a:pt x="281814" y="18899"/>
                </a:cubicBezTo>
                <a:cubicBezTo>
                  <a:pt x="279644" y="16714"/>
                  <a:pt x="278559" y="14092"/>
                  <a:pt x="278559" y="11033"/>
                </a:cubicBezTo>
                <a:cubicBezTo>
                  <a:pt x="278559" y="7973"/>
                  <a:pt x="279626" y="5370"/>
                  <a:pt x="281759" y="3224"/>
                </a:cubicBezTo>
                <a:cubicBezTo>
                  <a:pt x="283893" y="1075"/>
                  <a:pt x="286514" y="0"/>
                  <a:pt x="289624" y="0"/>
                </a:cubicBezTo>
                <a:moveTo>
                  <a:pt x="298627" y="52174"/>
                </a:moveTo>
                <a:lnTo>
                  <a:pt x="298627" y="131997"/>
                </a:lnTo>
                <a:cubicBezTo>
                  <a:pt x="298627" y="138216"/>
                  <a:pt x="299079" y="142355"/>
                  <a:pt x="299983" y="144416"/>
                </a:cubicBezTo>
                <a:cubicBezTo>
                  <a:pt x="300887" y="146477"/>
                  <a:pt x="302225" y="148013"/>
                  <a:pt x="303996" y="149025"/>
                </a:cubicBezTo>
                <a:cubicBezTo>
                  <a:pt x="305768" y="150038"/>
                  <a:pt x="309004" y="150544"/>
                  <a:pt x="313705" y="150544"/>
                </a:cubicBezTo>
                <a:lnTo>
                  <a:pt x="313705" y="154565"/>
                </a:lnTo>
                <a:lnTo>
                  <a:pt x="265434" y="154565"/>
                </a:lnTo>
                <a:lnTo>
                  <a:pt x="265434" y="150544"/>
                </a:lnTo>
                <a:cubicBezTo>
                  <a:pt x="270279" y="150544"/>
                  <a:pt x="273534" y="150074"/>
                  <a:pt x="275197" y="149134"/>
                </a:cubicBezTo>
                <a:cubicBezTo>
                  <a:pt x="276860" y="148194"/>
                  <a:pt x="278180" y="146640"/>
                  <a:pt x="279156" y="144470"/>
                </a:cubicBezTo>
                <a:cubicBezTo>
                  <a:pt x="280132" y="142301"/>
                  <a:pt x="280620" y="138143"/>
                  <a:pt x="280620" y="131997"/>
                </a:cubicBezTo>
                <a:lnTo>
                  <a:pt x="280620" y="93713"/>
                </a:lnTo>
                <a:cubicBezTo>
                  <a:pt x="280620" y="82938"/>
                  <a:pt x="280295" y="75961"/>
                  <a:pt x="279644" y="72782"/>
                </a:cubicBezTo>
                <a:cubicBezTo>
                  <a:pt x="279138" y="70468"/>
                  <a:pt x="278342" y="68859"/>
                  <a:pt x="277258" y="67955"/>
                </a:cubicBezTo>
                <a:cubicBezTo>
                  <a:pt x="276173" y="67052"/>
                  <a:pt x="274691" y="66600"/>
                  <a:pt x="272810" y="66600"/>
                </a:cubicBezTo>
                <a:cubicBezTo>
                  <a:pt x="270786" y="66600"/>
                  <a:pt x="268327" y="67142"/>
                  <a:pt x="265434" y="68227"/>
                </a:cubicBezTo>
                <a:lnTo>
                  <a:pt x="263916" y="64321"/>
                </a:lnTo>
                <a:lnTo>
                  <a:pt x="293854" y="52174"/>
                </a:lnTo>
                <a:lnTo>
                  <a:pt x="298627" y="52174"/>
                </a:lnTo>
                <a:close/>
                <a:moveTo>
                  <a:pt x="353335" y="72283"/>
                </a:moveTo>
                <a:cubicBezTo>
                  <a:pt x="362953" y="58877"/>
                  <a:pt x="373330" y="52174"/>
                  <a:pt x="384467" y="52174"/>
                </a:cubicBezTo>
                <a:cubicBezTo>
                  <a:pt x="394663" y="52174"/>
                  <a:pt x="403558" y="56535"/>
                  <a:pt x="411151" y="65258"/>
                </a:cubicBezTo>
                <a:cubicBezTo>
                  <a:pt x="418744" y="73981"/>
                  <a:pt x="422541" y="85907"/>
                  <a:pt x="422541" y="101036"/>
                </a:cubicBezTo>
                <a:cubicBezTo>
                  <a:pt x="422541" y="118699"/>
                  <a:pt x="416683" y="132924"/>
                  <a:pt x="404968" y="143709"/>
                </a:cubicBezTo>
                <a:cubicBezTo>
                  <a:pt x="394916" y="152976"/>
                  <a:pt x="383707" y="157609"/>
                  <a:pt x="371341" y="157609"/>
                </a:cubicBezTo>
                <a:cubicBezTo>
                  <a:pt x="365556" y="157609"/>
                  <a:pt x="359681" y="156558"/>
                  <a:pt x="353715" y="154457"/>
                </a:cubicBezTo>
                <a:cubicBezTo>
                  <a:pt x="347749" y="152355"/>
                  <a:pt x="341656" y="149203"/>
                  <a:pt x="335437" y="145000"/>
                </a:cubicBezTo>
                <a:lnTo>
                  <a:pt x="335437" y="41848"/>
                </a:lnTo>
                <a:cubicBezTo>
                  <a:pt x="335437" y="30544"/>
                  <a:pt x="335166" y="23587"/>
                  <a:pt x="334623" y="20978"/>
                </a:cubicBezTo>
                <a:cubicBezTo>
                  <a:pt x="334081" y="18370"/>
                  <a:pt x="333231" y="16594"/>
                  <a:pt x="332074" y="15652"/>
                </a:cubicBezTo>
                <a:cubicBezTo>
                  <a:pt x="330917" y="14710"/>
                  <a:pt x="329471" y="14239"/>
                  <a:pt x="327735" y="14239"/>
                </a:cubicBezTo>
                <a:cubicBezTo>
                  <a:pt x="325711" y="14239"/>
                  <a:pt x="323180" y="14819"/>
                  <a:pt x="320142" y="15978"/>
                </a:cubicBezTo>
                <a:lnTo>
                  <a:pt x="318624" y="12174"/>
                </a:lnTo>
                <a:lnTo>
                  <a:pt x="348454" y="0"/>
                </a:lnTo>
                <a:lnTo>
                  <a:pt x="353335" y="0"/>
                </a:lnTo>
                <a:lnTo>
                  <a:pt x="353335" y="72283"/>
                </a:lnTo>
                <a:moveTo>
                  <a:pt x="353335" y="79209"/>
                </a:moveTo>
                <a:lnTo>
                  <a:pt x="353335" y="138618"/>
                </a:lnTo>
                <a:cubicBezTo>
                  <a:pt x="357023" y="142230"/>
                  <a:pt x="360838" y="144957"/>
                  <a:pt x="364779" y="146800"/>
                </a:cubicBezTo>
                <a:cubicBezTo>
                  <a:pt x="368720" y="148644"/>
                  <a:pt x="372752" y="149565"/>
                  <a:pt x="376874" y="149565"/>
                </a:cubicBezTo>
                <a:cubicBezTo>
                  <a:pt x="383454" y="149565"/>
                  <a:pt x="389583" y="145952"/>
                  <a:pt x="395260" y="138726"/>
                </a:cubicBezTo>
                <a:cubicBezTo>
                  <a:pt x="400936" y="131498"/>
                  <a:pt x="403775" y="120982"/>
                  <a:pt x="403775" y="107177"/>
                </a:cubicBezTo>
                <a:cubicBezTo>
                  <a:pt x="403775" y="94458"/>
                  <a:pt x="400936" y="84683"/>
                  <a:pt x="395260" y="77853"/>
                </a:cubicBezTo>
                <a:cubicBezTo>
                  <a:pt x="389583" y="71024"/>
                  <a:pt x="383129" y="67609"/>
                  <a:pt x="375897" y="67609"/>
                </a:cubicBezTo>
                <a:cubicBezTo>
                  <a:pt x="372065" y="67609"/>
                  <a:pt x="368232" y="68585"/>
                  <a:pt x="364399" y="70537"/>
                </a:cubicBezTo>
                <a:cubicBezTo>
                  <a:pt x="361507" y="71982"/>
                  <a:pt x="357819" y="74872"/>
                  <a:pt x="353335" y="79209"/>
                </a:cubicBezTo>
                <a:close/>
                <a:moveTo>
                  <a:pt x="462459" y="0"/>
                </a:moveTo>
                <a:cubicBezTo>
                  <a:pt x="465496" y="0"/>
                  <a:pt x="468081" y="1075"/>
                  <a:pt x="470214" y="3224"/>
                </a:cubicBezTo>
                <a:cubicBezTo>
                  <a:pt x="472348" y="5370"/>
                  <a:pt x="473414" y="7973"/>
                  <a:pt x="473414" y="11033"/>
                </a:cubicBezTo>
                <a:cubicBezTo>
                  <a:pt x="473414" y="14092"/>
                  <a:pt x="472348" y="16714"/>
                  <a:pt x="470214" y="18899"/>
                </a:cubicBezTo>
                <a:cubicBezTo>
                  <a:pt x="468081" y="21082"/>
                  <a:pt x="465496" y="22174"/>
                  <a:pt x="462459" y="22174"/>
                </a:cubicBezTo>
                <a:cubicBezTo>
                  <a:pt x="459421" y="22174"/>
                  <a:pt x="456818" y="21082"/>
                  <a:pt x="454649" y="18899"/>
                </a:cubicBezTo>
                <a:cubicBezTo>
                  <a:pt x="452479" y="16714"/>
                  <a:pt x="451394" y="14092"/>
                  <a:pt x="451394" y="11033"/>
                </a:cubicBezTo>
                <a:cubicBezTo>
                  <a:pt x="451394" y="7973"/>
                  <a:pt x="452461" y="5370"/>
                  <a:pt x="454594" y="3224"/>
                </a:cubicBezTo>
                <a:cubicBezTo>
                  <a:pt x="456728" y="1075"/>
                  <a:pt x="459349" y="0"/>
                  <a:pt x="462459" y="0"/>
                </a:cubicBezTo>
                <a:moveTo>
                  <a:pt x="471462" y="52174"/>
                </a:moveTo>
                <a:lnTo>
                  <a:pt x="471462" y="131997"/>
                </a:lnTo>
                <a:cubicBezTo>
                  <a:pt x="471462" y="138216"/>
                  <a:pt x="471914" y="142355"/>
                  <a:pt x="472818" y="144416"/>
                </a:cubicBezTo>
                <a:cubicBezTo>
                  <a:pt x="473722" y="146477"/>
                  <a:pt x="475060" y="148013"/>
                  <a:pt x="476831" y="149025"/>
                </a:cubicBezTo>
                <a:cubicBezTo>
                  <a:pt x="478603" y="150038"/>
                  <a:pt x="481839" y="150544"/>
                  <a:pt x="486540" y="150544"/>
                </a:cubicBezTo>
                <a:lnTo>
                  <a:pt x="486540" y="154565"/>
                </a:lnTo>
                <a:lnTo>
                  <a:pt x="438269" y="154565"/>
                </a:lnTo>
                <a:lnTo>
                  <a:pt x="438269" y="150544"/>
                </a:lnTo>
                <a:cubicBezTo>
                  <a:pt x="443114" y="150544"/>
                  <a:pt x="446369" y="150074"/>
                  <a:pt x="448032" y="149134"/>
                </a:cubicBezTo>
                <a:cubicBezTo>
                  <a:pt x="449695" y="148194"/>
                  <a:pt x="451015" y="146640"/>
                  <a:pt x="451991" y="144470"/>
                </a:cubicBezTo>
                <a:cubicBezTo>
                  <a:pt x="452967" y="142301"/>
                  <a:pt x="453455" y="138143"/>
                  <a:pt x="453455" y="131997"/>
                </a:cubicBezTo>
                <a:lnTo>
                  <a:pt x="453455" y="93713"/>
                </a:lnTo>
                <a:cubicBezTo>
                  <a:pt x="453455" y="82938"/>
                  <a:pt x="453130" y="75961"/>
                  <a:pt x="452479" y="72782"/>
                </a:cubicBezTo>
                <a:cubicBezTo>
                  <a:pt x="451973" y="70468"/>
                  <a:pt x="451177" y="68859"/>
                  <a:pt x="450093" y="67955"/>
                </a:cubicBezTo>
                <a:cubicBezTo>
                  <a:pt x="449008" y="67052"/>
                  <a:pt x="447526" y="66600"/>
                  <a:pt x="445645" y="66600"/>
                </a:cubicBezTo>
                <a:cubicBezTo>
                  <a:pt x="443621" y="66600"/>
                  <a:pt x="441162" y="67142"/>
                  <a:pt x="438269" y="68227"/>
                </a:cubicBezTo>
                <a:lnTo>
                  <a:pt x="436751" y="64321"/>
                </a:lnTo>
                <a:lnTo>
                  <a:pt x="466689" y="52174"/>
                </a:lnTo>
                <a:lnTo>
                  <a:pt x="471462" y="52174"/>
                </a:lnTo>
                <a:close/>
                <a:moveTo>
                  <a:pt x="533111" y="0"/>
                </a:moveTo>
                <a:lnTo>
                  <a:pt x="533111" y="131970"/>
                </a:lnTo>
                <a:cubicBezTo>
                  <a:pt x="533111" y="138198"/>
                  <a:pt x="533563" y="142326"/>
                  <a:pt x="534467" y="144355"/>
                </a:cubicBezTo>
                <a:cubicBezTo>
                  <a:pt x="535371" y="146382"/>
                  <a:pt x="536763" y="147920"/>
                  <a:pt x="538643" y="148971"/>
                </a:cubicBezTo>
                <a:cubicBezTo>
                  <a:pt x="540523" y="150019"/>
                  <a:pt x="544030" y="150544"/>
                  <a:pt x="549165" y="150544"/>
                </a:cubicBezTo>
                <a:lnTo>
                  <a:pt x="549165" y="154565"/>
                </a:lnTo>
                <a:lnTo>
                  <a:pt x="500461" y="154565"/>
                </a:lnTo>
                <a:lnTo>
                  <a:pt x="500461" y="150544"/>
                </a:lnTo>
                <a:cubicBezTo>
                  <a:pt x="505016" y="150544"/>
                  <a:pt x="508126" y="150074"/>
                  <a:pt x="509789" y="149134"/>
                </a:cubicBezTo>
                <a:cubicBezTo>
                  <a:pt x="511452" y="148192"/>
                  <a:pt x="512754" y="146635"/>
                  <a:pt x="513694" y="144464"/>
                </a:cubicBezTo>
                <a:cubicBezTo>
                  <a:pt x="514634" y="142290"/>
                  <a:pt x="515104" y="138125"/>
                  <a:pt x="515104" y="131970"/>
                </a:cubicBezTo>
                <a:lnTo>
                  <a:pt x="515104" y="41600"/>
                </a:lnTo>
                <a:cubicBezTo>
                  <a:pt x="515104" y="30377"/>
                  <a:pt x="514851" y="23481"/>
                  <a:pt x="514345" y="20910"/>
                </a:cubicBezTo>
                <a:cubicBezTo>
                  <a:pt x="513839" y="18338"/>
                  <a:pt x="513025" y="16582"/>
                  <a:pt x="511904" y="15642"/>
                </a:cubicBezTo>
                <a:cubicBezTo>
                  <a:pt x="510784" y="14700"/>
                  <a:pt x="509355" y="14229"/>
                  <a:pt x="507620" y="14229"/>
                </a:cubicBezTo>
                <a:cubicBezTo>
                  <a:pt x="505740" y="14229"/>
                  <a:pt x="503353" y="14809"/>
                  <a:pt x="500461" y="15968"/>
                </a:cubicBezTo>
                <a:lnTo>
                  <a:pt x="498617" y="12164"/>
                </a:lnTo>
                <a:lnTo>
                  <a:pt x="528230" y="0"/>
                </a:lnTo>
                <a:lnTo>
                  <a:pt x="533111" y="0"/>
                </a:lnTo>
                <a:close/>
                <a:moveTo>
                  <a:pt x="585975" y="0"/>
                </a:moveTo>
                <a:cubicBezTo>
                  <a:pt x="589012" y="0"/>
                  <a:pt x="591598" y="1075"/>
                  <a:pt x="593731" y="3224"/>
                </a:cubicBezTo>
                <a:cubicBezTo>
                  <a:pt x="595864" y="5370"/>
                  <a:pt x="596931" y="7973"/>
                  <a:pt x="596931" y="11033"/>
                </a:cubicBezTo>
                <a:cubicBezTo>
                  <a:pt x="596931" y="14092"/>
                  <a:pt x="595864" y="16714"/>
                  <a:pt x="593731" y="18899"/>
                </a:cubicBezTo>
                <a:cubicBezTo>
                  <a:pt x="591598" y="21082"/>
                  <a:pt x="589012" y="22174"/>
                  <a:pt x="585975" y="22174"/>
                </a:cubicBezTo>
                <a:cubicBezTo>
                  <a:pt x="582938" y="22174"/>
                  <a:pt x="580335" y="21082"/>
                  <a:pt x="578165" y="18899"/>
                </a:cubicBezTo>
                <a:cubicBezTo>
                  <a:pt x="575996" y="16714"/>
                  <a:pt x="574911" y="14092"/>
                  <a:pt x="574911" y="11033"/>
                </a:cubicBezTo>
                <a:cubicBezTo>
                  <a:pt x="574911" y="7973"/>
                  <a:pt x="575978" y="5370"/>
                  <a:pt x="578111" y="3224"/>
                </a:cubicBezTo>
                <a:cubicBezTo>
                  <a:pt x="580244" y="1075"/>
                  <a:pt x="582866" y="0"/>
                  <a:pt x="585975" y="0"/>
                </a:cubicBezTo>
                <a:moveTo>
                  <a:pt x="594978" y="52174"/>
                </a:moveTo>
                <a:lnTo>
                  <a:pt x="594978" y="131997"/>
                </a:lnTo>
                <a:cubicBezTo>
                  <a:pt x="594978" y="138216"/>
                  <a:pt x="595430" y="142355"/>
                  <a:pt x="596334" y="144416"/>
                </a:cubicBezTo>
                <a:cubicBezTo>
                  <a:pt x="597238" y="146477"/>
                  <a:pt x="598576" y="148013"/>
                  <a:pt x="600348" y="149025"/>
                </a:cubicBezTo>
                <a:cubicBezTo>
                  <a:pt x="602120" y="150038"/>
                  <a:pt x="605356" y="150544"/>
                  <a:pt x="610056" y="150544"/>
                </a:cubicBezTo>
                <a:lnTo>
                  <a:pt x="610056" y="154565"/>
                </a:lnTo>
                <a:lnTo>
                  <a:pt x="561786" y="154565"/>
                </a:lnTo>
                <a:lnTo>
                  <a:pt x="561786" y="150544"/>
                </a:lnTo>
                <a:cubicBezTo>
                  <a:pt x="566631" y="150544"/>
                  <a:pt x="569885" y="150074"/>
                  <a:pt x="571548" y="149134"/>
                </a:cubicBezTo>
                <a:cubicBezTo>
                  <a:pt x="573212" y="148194"/>
                  <a:pt x="574531" y="146640"/>
                  <a:pt x="575508" y="144470"/>
                </a:cubicBezTo>
                <a:cubicBezTo>
                  <a:pt x="576484" y="142301"/>
                  <a:pt x="576972" y="138143"/>
                  <a:pt x="576972" y="131997"/>
                </a:cubicBezTo>
                <a:lnTo>
                  <a:pt x="576972" y="93713"/>
                </a:lnTo>
                <a:cubicBezTo>
                  <a:pt x="576972" y="82938"/>
                  <a:pt x="576647" y="75961"/>
                  <a:pt x="575996" y="72782"/>
                </a:cubicBezTo>
                <a:cubicBezTo>
                  <a:pt x="575490" y="70468"/>
                  <a:pt x="574694" y="68859"/>
                  <a:pt x="573609" y="67955"/>
                </a:cubicBezTo>
                <a:cubicBezTo>
                  <a:pt x="572525" y="67052"/>
                  <a:pt x="571042" y="66600"/>
                  <a:pt x="569162" y="66600"/>
                </a:cubicBezTo>
                <a:cubicBezTo>
                  <a:pt x="567137" y="66600"/>
                  <a:pt x="564678" y="67142"/>
                  <a:pt x="561786" y="68227"/>
                </a:cubicBezTo>
                <a:lnTo>
                  <a:pt x="560267" y="64321"/>
                </a:lnTo>
                <a:lnTo>
                  <a:pt x="590206" y="52174"/>
                </a:lnTo>
                <a:lnTo>
                  <a:pt x="594978" y="52174"/>
                </a:lnTo>
                <a:close/>
                <a:moveTo>
                  <a:pt x="651313" y="22174"/>
                </a:moveTo>
                <a:lnTo>
                  <a:pt x="651313" y="55000"/>
                </a:lnTo>
                <a:lnTo>
                  <a:pt x="674527" y="55000"/>
                </a:lnTo>
                <a:lnTo>
                  <a:pt x="674527" y="62609"/>
                </a:lnTo>
                <a:lnTo>
                  <a:pt x="651313" y="62609"/>
                </a:lnTo>
                <a:lnTo>
                  <a:pt x="651313" y="127086"/>
                </a:lnTo>
                <a:cubicBezTo>
                  <a:pt x="651313" y="133528"/>
                  <a:pt x="652235" y="137872"/>
                  <a:pt x="654079" y="140116"/>
                </a:cubicBezTo>
                <a:cubicBezTo>
                  <a:pt x="655924" y="142358"/>
                  <a:pt x="658292" y="143478"/>
                  <a:pt x="661184" y="143478"/>
                </a:cubicBezTo>
                <a:cubicBezTo>
                  <a:pt x="663571" y="143478"/>
                  <a:pt x="665885" y="142736"/>
                  <a:pt x="668127" y="141250"/>
                </a:cubicBezTo>
                <a:cubicBezTo>
                  <a:pt x="670368" y="139765"/>
                  <a:pt x="672104" y="137573"/>
                  <a:pt x="673333" y="134674"/>
                </a:cubicBezTo>
                <a:lnTo>
                  <a:pt x="677564" y="134674"/>
                </a:lnTo>
                <a:cubicBezTo>
                  <a:pt x="675033" y="141796"/>
                  <a:pt x="671453" y="147182"/>
                  <a:pt x="666825" y="150832"/>
                </a:cubicBezTo>
                <a:cubicBezTo>
                  <a:pt x="662197" y="154481"/>
                  <a:pt x="657424" y="156305"/>
                  <a:pt x="652507" y="156305"/>
                </a:cubicBezTo>
                <a:cubicBezTo>
                  <a:pt x="649180" y="156305"/>
                  <a:pt x="645926" y="155380"/>
                  <a:pt x="642744" y="153529"/>
                </a:cubicBezTo>
                <a:cubicBezTo>
                  <a:pt x="639562" y="151679"/>
                  <a:pt x="637212" y="149032"/>
                  <a:pt x="635693" y="145588"/>
                </a:cubicBezTo>
                <a:cubicBezTo>
                  <a:pt x="634175" y="142141"/>
                  <a:pt x="633415" y="136827"/>
                  <a:pt x="633415" y="129644"/>
                </a:cubicBezTo>
                <a:lnTo>
                  <a:pt x="633415" y="62609"/>
                </a:lnTo>
                <a:lnTo>
                  <a:pt x="617687" y="62609"/>
                </a:lnTo>
                <a:lnTo>
                  <a:pt x="617687" y="59022"/>
                </a:lnTo>
                <a:cubicBezTo>
                  <a:pt x="621664" y="57423"/>
                  <a:pt x="625732" y="54716"/>
                  <a:pt x="629890" y="50900"/>
                </a:cubicBezTo>
                <a:cubicBezTo>
                  <a:pt x="634048" y="47085"/>
                  <a:pt x="637754" y="42560"/>
                  <a:pt x="641009" y="37327"/>
                </a:cubicBezTo>
                <a:cubicBezTo>
                  <a:pt x="642672" y="34566"/>
                  <a:pt x="644986" y="29515"/>
                  <a:pt x="647951" y="22174"/>
                </a:cubicBezTo>
                <a:lnTo>
                  <a:pt x="651313" y="22174"/>
                </a:lnTo>
                <a:close/>
                <a:moveTo>
                  <a:pt x="678577" y="55000"/>
                </a:moveTo>
                <a:lnTo>
                  <a:pt x="724895" y="55000"/>
                </a:lnTo>
                <a:lnTo>
                  <a:pt x="724895" y="59022"/>
                </a:lnTo>
                <a:lnTo>
                  <a:pt x="722617" y="59022"/>
                </a:lnTo>
                <a:cubicBezTo>
                  <a:pt x="719363" y="59022"/>
                  <a:pt x="716922" y="59728"/>
                  <a:pt x="715295" y="61141"/>
                </a:cubicBezTo>
                <a:cubicBezTo>
                  <a:pt x="713668" y="62554"/>
                  <a:pt x="712854" y="64312"/>
                  <a:pt x="712854" y="66413"/>
                </a:cubicBezTo>
                <a:cubicBezTo>
                  <a:pt x="712854" y="69239"/>
                  <a:pt x="714048" y="73152"/>
                  <a:pt x="716434" y="78152"/>
                </a:cubicBezTo>
                <a:lnTo>
                  <a:pt x="740624" y="128370"/>
                </a:lnTo>
                <a:lnTo>
                  <a:pt x="762860" y="73370"/>
                </a:lnTo>
                <a:cubicBezTo>
                  <a:pt x="764090" y="70399"/>
                  <a:pt x="764704" y="67464"/>
                  <a:pt x="764704" y="64565"/>
                </a:cubicBezTo>
                <a:cubicBezTo>
                  <a:pt x="764704" y="63261"/>
                  <a:pt x="764451" y="62283"/>
                  <a:pt x="763945" y="61631"/>
                </a:cubicBezTo>
                <a:cubicBezTo>
                  <a:pt x="763367" y="60833"/>
                  <a:pt x="762463" y="60199"/>
                  <a:pt x="761233" y="59728"/>
                </a:cubicBezTo>
                <a:cubicBezTo>
                  <a:pt x="760004" y="59257"/>
                  <a:pt x="757835" y="59022"/>
                  <a:pt x="754725" y="59022"/>
                </a:cubicBezTo>
                <a:lnTo>
                  <a:pt x="754725" y="55000"/>
                </a:lnTo>
                <a:lnTo>
                  <a:pt x="787050" y="55000"/>
                </a:lnTo>
                <a:lnTo>
                  <a:pt x="787050" y="59022"/>
                </a:lnTo>
                <a:cubicBezTo>
                  <a:pt x="784374" y="59312"/>
                  <a:pt x="782313" y="59891"/>
                  <a:pt x="780867" y="60761"/>
                </a:cubicBezTo>
                <a:cubicBezTo>
                  <a:pt x="779421" y="61631"/>
                  <a:pt x="777830" y="63261"/>
                  <a:pt x="776094" y="65652"/>
                </a:cubicBezTo>
                <a:cubicBezTo>
                  <a:pt x="775443" y="66667"/>
                  <a:pt x="774214" y="69457"/>
                  <a:pt x="772406" y="74022"/>
                </a:cubicBezTo>
                <a:lnTo>
                  <a:pt x="731946" y="173370"/>
                </a:lnTo>
                <a:cubicBezTo>
                  <a:pt x="728041" y="183007"/>
                  <a:pt x="722924" y="190290"/>
                  <a:pt x="716597" y="195218"/>
                </a:cubicBezTo>
                <a:cubicBezTo>
                  <a:pt x="710269" y="200145"/>
                  <a:pt x="704177" y="202609"/>
                  <a:pt x="698319" y="202609"/>
                </a:cubicBezTo>
                <a:cubicBezTo>
                  <a:pt x="694053" y="202609"/>
                  <a:pt x="690545" y="201392"/>
                  <a:pt x="687797" y="198957"/>
                </a:cubicBezTo>
                <a:cubicBezTo>
                  <a:pt x="685049" y="196523"/>
                  <a:pt x="683675" y="193731"/>
                  <a:pt x="683675" y="190581"/>
                </a:cubicBezTo>
                <a:cubicBezTo>
                  <a:pt x="683675" y="187574"/>
                  <a:pt x="684670" y="185149"/>
                  <a:pt x="686658" y="183305"/>
                </a:cubicBezTo>
                <a:cubicBezTo>
                  <a:pt x="688647" y="181464"/>
                  <a:pt x="691377" y="180544"/>
                  <a:pt x="694848" y="180544"/>
                </a:cubicBezTo>
                <a:cubicBezTo>
                  <a:pt x="697234" y="180544"/>
                  <a:pt x="700489" y="181341"/>
                  <a:pt x="704611" y="182935"/>
                </a:cubicBezTo>
                <a:cubicBezTo>
                  <a:pt x="707503" y="184022"/>
                  <a:pt x="709311" y="184565"/>
                  <a:pt x="710034" y="184565"/>
                </a:cubicBezTo>
                <a:cubicBezTo>
                  <a:pt x="712204" y="184565"/>
                  <a:pt x="714572" y="183434"/>
                  <a:pt x="717139" y="181172"/>
                </a:cubicBezTo>
                <a:cubicBezTo>
                  <a:pt x="719706" y="178912"/>
                  <a:pt x="722292" y="174537"/>
                  <a:pt x="724895" y="168047"/>
                </a:cubicBezTo>
                <a:lnTo>
                  <a:pt x="731946" y="150652"/>
                </a:lnTo>
                <a:lnTo>
                  <a:pt x="696258" y="75544"/>
                </a:lnTo>
                <a:cubicBezTo>
                  <a:pt x="695173" y="73297"/>
                  <a:pt x="693438" y="70507"/>
                  <a:pt x="691051" y="67174"/>
                </a:cubicBezTo>
                <a:cubicBezTo>
                  <a:pt x="689244" y="64638"/>
                  <a:pt x="687761" y="62935"/>
                  <a:pt x="686604" y="62065"/>
                </a:cubicBezTo>
                <a:cubicBezTo>
                  <a:pt x="684941" y="60906"/>
                  <a:pt x="682265" y="59891"/>
                  <a:pt x="678577" y="59022"/>
                </a:cubicBezTo>
                <a:lnTo>
                  <a:pt x="678577" y="55000"/>
                </a:lnTo>
                <a:close/>
                <a:moveTo>
                  <a:pt x="921014" y="143370"/>
                </a:moveTo>
                <a:cubicBezTo>
                  <a:pt x="916168" y="148442"/>
                  <a:pt x="911432" y="152084"/>
                  <a:pt x="906804" y="154294"/>
                </a:cubicBezTo>
                <a:cubicBezTo>
                  <a:pt x="902175" y="156504"/>
                  <a:pt x="897186" y="157609"/>
                  <a:pt x="891834" y="157609"/>
                </a:cubicBezTo>
                <a:cubicBezTo>
                  <a:pt x="880987" y="157609"/>
                  <a:pt x="871514" y="153072"/>
                  <a:pt x="863414" y="143998"/>
                </a:cubicBezTo>
                <a:cubicBezTo>
                  <a:pt x="855315" y="134922"/>
                  <a:pt x="851266" y="123260"/>
                  <a:pt x="851266" y="109012"/>
                </a:cubicBezTo>
                <a:cubicBezTo>
                  <a:pt x="851266" y="94766"/>
                  <a:pt x="855749" y="81731"/>
                  <a:pt x="864716" y="69908"/>
                </a:cubicBezTo>
                <a:cubicBezTo>
                  <a:pt x="873683" y="58085"/>
                  <a:pt x="885218" y="52174"/>
                  <a:pt x="899319" y="52174"/>
                </a:cubicBezTo>
                <a:cubicBezTo>
                  <a:pt x="908069" y="52174"/>
                  <a:pt x="915301" y="54964"/>
                  <a:pt x="921014" y="60544"/>
                </a:cubicBezTo>
                <a:lnTo>
                  <a:pt x="921014" y="42133"/>
                </a:lnTo>
                <a:cubicBezTo>
                  <a:pt x="921014" y="30709"/>
                  <a:pt x="920742" y="23687"/>
                  <a:pt x="920200" y="21067"/>
                </a:cubicBezTo>
                <a:cubicBezTo>
                  <a:pt x="919658" y="18447"/>
                  <a:pt x="918808" y="16664"/>
                  <a:pt x="917651" y="15720"/>
                </a:cubicBezTo>
                <a:cubicBezTo>
                  <a:pt x="916494" y="14774"/>
                  <a:pt x="915048" y="14300"/>
                  <a:pt x="913312" y="14300"/>
                </a:cubicBezTo>
                <a:cubicBezTo>
                  <a:pt x="911432" y="14300"/>
                  <a:pt x="908937" y="14882"/>
                  <a:pt x="905827" y="16046"/>
                </a:cubicBezTo>
                <a:lnTo>
                  <a:pt x="904417" y="12225"/>
                </a:lnTo>
                <a:lnTo>
                  <a:pt x="934030" y="0"/>
                </a:lnTo>
                <a:lnTo>
                  <a:pt x="938912" y="0"/>
                </a:lnTo>
                <a:lnTo>
                  <a:pt x="938912" y="115109"/>
                </a:lnTo>
                <a:cubicBezTo>
                  <a:pt x="938912" y="126776"/>
                  <a:pt x="939183" y="133895"/>
                  <a:pt x="939725" y="136468"/>
                </a:cubicBezTo>
                <a:cubicBezTo>
                  <a:pt x="940267" y="139040"/>
                  <a:pt x="941135" y="140834"/>
                  <a:pt x="942328" y="141848"/>
                </a:cubicBezTo>
                <a:cubicBezTo>
                  <a:pt x="943522" y="142863"/>
                  <a:pt x="944914" y="143370"/>
                  <a:pt x="946505" y="143370"/>
                </a:cubicBezTo>
                <a:cubicBezTo>
                  <a:pt x="948457" y="143370"/>
                  <a:pt x="951060" y="142754"/>
                  <a:pt x="954315" y="141522"/>
                </a:cubicBezTo>
                <a:lnTo>
                  <a:pt x="955508" y="145326"/>
                </a:lnTo>
                <a:lnTo>
                  <a:pt x="926003" y="157609"/>
                </a:lnTo>
                <a:lnTo>
                  <a:pt x="921014" y="157609"/>
                </a:lnTo>
                <a:lnTo>
                  <a:pt x="921014" y="143370"/>
                </a:lnTo>
                <a:moveTo>
                  <a:pt x="921014" y="135785"/>
                </a:moveTo>
                <a:lnTo>
                  <a:pt x="921014" y="84609"/>
                </a:lnTo>
                <a:cubicBezTo>
                  <a:pt x="920580" y="79693"/>
                  <a:pt x="919278" y="75212"/>
                  <a:pt x="917108" y="71165"/>
                </a:cubicBezTo>
                <a:cubicBezTo>
                  <a:pt x="914939" y="67116"/>
                  <a:pt x="912065" y="64063"/>
                  <a:pt x="908485" y="62004"/>
                </a:cubicBezTo>
                <a:cubicBezTo>
                  <a:pt x="904905" y="59943"/>
                  <a:pt x="901416" y="58913"/>
                  <a:pt x="898017" y="58913"/>
                </a:cubicBezTo>
                <a:cubicBezTo>
                  <a:pt x="891654" y="58913"/>
                  <a:pt x="885977" y="61769"/>
                  <a:pt x="880987" y="67480"/>
                </a:cubicBezTo>
                <a:cubicBezTo>
                  <a:pt x="874406" y="74996"/>
                  <a:pt x="871116" y="85982"/>
                  <a:pt x="871116" y="100438"/>
                </a:cubicBezTo>
                <a:cubicBezTo>
                  <a:pt x="871116" y="115040"/>
                  <a:pt x="874298" y="126226"/>
                  <a:pt x="880662" y="133998"/>
                </a:cubicBezTo>
                <a:cubicBezTo>
                  <a:pt x="887025" y="141768"/>
                  <a:pt x="894112" y="145652"/>
                  <a:pt x="901922" y="145652"/>
                </a:cubicBezTo>
                <a:cubicBezTo>
                  <a:pt x="908503" y="145652"/>
                  <a:pt x="914867" y="142363"/>
                  <a:pt x="921014" y="135785"/>
                </a:cubicBezTo>
                <a:close/>
                <a:moveTo>
                  <a:pt x="987182" y="0"/>
                </a:moveTo>
                <a:cubicBezTo>
                  <a:pt x="990219" y="0"/>
                  <a:pt x="992805" y="1075"/>
                  <a:pt x="994938" y="3224"/>
                </a:cubicBezTo>
                <a:cubicBezTo>
                  <a:pt x="997071" y="5370"/>
                  <a:pt x="998138" y="7973"/>
                  <a:pt x="998138" y="11033"/>
                </a:cubicBezTo>
                <a:cubicBezTo>
                  <a:pt x="998138" y="14092"/>
                  <a:pt x="997071" y="16714"/>
                  <a:pt x="994938" y="18899"/>
                </a:cubicBezTo>
                <a:cubicBezTo>
                  <a:pt x="992805" y="21082"/>
                  <a:pt x="990219" y="22174"/>
                  <a:pt x="987182" y="22174"/>
                </a:cubicBezTo>
                <a:cubicBezTo>
                  <a:pt x="984145" y="22174"/>
                  <a:pt x="981542" y="21082"/>
                  <a:pt x="979372" y="18899"/>
                </a:cubicBezTo>
                <a:cubicBezTo>
                  <a:pt x="977203" y="16714"/>
                  <a:pt x="976118" y="14092"/>
                  <a:pt x="976118" y="11033"/>
                </a:cubicBezTo>
                <a:cubicBezTo>
                  <a:pt x="976118" y="7973"/>
                  <a:pt x="977185" y="5370"/>
                  <a:pt x="979318" y="3224"/>
                </a:cubicBezTo>
                <a:cubicBezTo>
                  <a:pt x="981451" y="1075"/>
                  <a:pt x="984073" y="0"/>
                  <a:pt x="987182" y="0"/>
                </a:cubicBezTo>
                <a:moveTo>
                  <a:pt x="996185" y="52174"/>
                </a:moveTo>
                <a:lnTo>
                  <a:pt x="996185" y="131997"/>
                </a:lnTo>
                <a:cubicBezTo>
                  <a:pt x="996185" y="138216"/>
                  <a:pt x="996637" y="142355"/>
                  <a:pt x="997541" y="144416"/>
                </a:cubicBezTo>
                <a:cubicBezTo>
                  <a:pt x="998445" y="146477"/>
                  <a:pt x="999783" y="148013"/>
                  <a:pt x="1001555" y="149025"/>
                </a:cubicBezTo>
                <a:cubicBezTo>
                  <a:pt x="1003327" y="150038"/>
                  <a:pt x="1006563" y="150544"/>
                  <a:pt x="1011263" y="150544"/>
                </a:cubicBezTo>
                <a:lnTo>
                  <a:pt x="1011263" y="154565"/>
                </a:lnTo>
                <a:lnTo>
                  <a:pt x="962993" y="154565"/>
                </a:lnTo>
                <a:lnTo>
                  <a:pt x="962993" y="150544"/>
                </a:lnTo>
                <a:cubicBezTo>
                  <a:pt x="967838" y="150544"/>
                  <a:pt x="971092" y="150074"/>
                  <a:pt x="972755" y="149134"/>
                </a:cubicBezTo>
                <a:cubicBezTo>
                  <a:pt x="974419" y="148194"/>
                  <a:pt x="975738" y="146640"/>
                  <a:pt x="976715" y="144470"/>
                </a:cubicBezTo>
                <a:cubicBezTo>
                  <a:pt x="977691" y="142301"/>
                  <a:pt x="978179" y="138143"/>
                  <a:pt x="978179" y="131997"/>
                </a:cubicBezTo>
                <a:lnTo>
                  <a:pt x="978179" y="93713"/>
                </a:lnTo>
                <a:cubicBezTo>
                  <a:pt x="978179" y="82938"/>
                  <a:pt x="977854" y="75961"/>
                  <a:pt x="977203" y="72782"/>
                </a:cubicBezTo>
                <a:cubicBezTo>
                  <a:pt x="976697" y="70468"/>
                  <a:pt x="975901" y="68859"/>
                  <a:pt x="974816" y="67955"/>
                </a:cubicBezTo>
                <a:cubicBezTo>
                  <a:pt x="973732" y="67052"/>
                  <a:pt x="972249" y="66600"/>
                  <a:pt x="970369" y="66600"/>
                </a:cubicBezTo>
                <a:cubicBezTo>
                  <a:pt x="968344" y="66600"/>
                  <a:pt x="965885" y="67142"/>
                  <a:pt x="962993" y="68227"/>
                </a:cubicBezTo>
                <a:lnTo>
                  <a:pt x="961474" y="64321"/>
                </a:lnTo>
                <a:lnTo>
                  <a:pt x="991413" y="52174"/>
                </a:lnTo>
                <a:lnTo>
                  <a:pt x="996185" y="52174"/>
                </a:lnTo>
                <a:close/>
                <a:moveTo>
                  <a:pt x="1087882" y="52174"/>
                </a:moveTo>
                <a:lnTo>
                  <a:pt x="1087882" y="85870"/>
                </a:lnTo>
                <a:lnTo>
                  <a:pt x="1084302" y="85870"/>
                </a:lnTo>
                <a:cubicBezTo>
                  <a:pt x="1081554" y="75301"/>
                  <a:pt x="1078029" y="68113"/>
                  <a:pt x="1073726" y="64304"/>
                </a:cubicBezTo>
                <a:cubicBezTo>
                  <a:pt x="1069424" y="60493"/>
                  <a:pt x="1063946" y="58587"/>
                  <a:pt x="1057293" y="58587"/>
                </a:cubicBezTo>
                <a:cubicBezTo>
                  <a:pt x="1052231" y="58587"/>
                  <a:pt x="1048145" y="59926"/>
                  <a:pt x="1045035" y="62605"/>
                </a:cubicBezTo>
                <a:cubicBezTo>
                  <a:pt x="1041926" y="65282"/>
                  <a:pt x="1040371" y="68250"/>
                  <a:pt x="1040371" y="71508"/>
                </a:cubicBezTo>
                <a:cubicBezTo>
                  <a:pt x="1040371" y="75562"/>
                  <a:pt x="1041528" y="79035"/>
                  <a:pt x="1043842" y="81929"/>
                </a:cubicBezTo>
                <a:cubicBezTo>
                  <a:pt x="1046084" y="84898"/>
                  <a:pt x="1050640" y="88047"/>
                  <a:pt x="1057510" y="91376"/>
                </a:cubicBezTo>
                <a:lnTo>
                  <a:pt x="1073347" y="99086"/>
                </a:lnTo>
                <a:cubicBezTo>
                  <a:pt x="1088027" y="106251"/>
                  <a:pt x="1095367" y="115698"/>
                  <a:pt x="1095367" y="127425"/>
                </a:cubicBezTo>
                <a:cubicBezTo>
                  <a:pt x="1095367" y="136472"/>
                  <a:pt x="1091950" y="143765"/>
                  <a:pt x="1085116" y="149304"/>
                </a:cubicBezTo>
                <a:cubicBezTo>
                  <a:pt x="1078282" y="154841"/>
                  <a:pt x="1070635" y="157609"/>
                  <a:pt x="1062174" y="157609"/>
                </a:cubicBezTo>
                <a:cubicBezTo>
                  <a:pt x="1056099" y="157609"/>
                  <a:pt x="1049157" y="156522"/>
                  <a:pt x="1041347" y="154348"/>
                </a:cubicBezTo>
                <a:cubicBezTo>
                  <a:pt x="1038961" y="153623"/>
                  <a:pt x="1037008" y="153261"/>
                  <a:pt x="1035490" y="153261"/>
                </a:cubicBezTo>
                <a:cubicBezTo>
                  <a:pt x="1033826" y="153261"/>
                  <a:pt x="1032525" y="154203"/>
                  <a:pt x="1031585" y="156087"/>
                </a:cubicBezTo>
                <a:lnTo>
                  <a:pt x="1028005" y="156087"/>
                </a:lnTo>
                <a:lnTo>
                  <a:pt x="1028005" y="120435"/>
                </a:lnTo>
                <a:lnTo>
                  <a:pt x="1031585" y="120435"/>
                </a:lnTo>
                <a:cubicBezTo>
                  <a:pt x="1033609" y="130616"/>
                  <a:pt x="1037478" y="138288"/>
                  <a:pt x="1043191" y="143451"/>
                </a:cubicBezTo>
                <a:cubicBezTo>
                  <a:pt x="1048904" y="148614"/>
                  <a:pt x="1055304" y="151196"/>
                  <a:pt x="1062391" y="151196"/>
                </a:cubicBezTo>
                <a:cubicBezTo>
                  <a:pt x="1067381" y="151196"/>
                  <a:pt x="1071448" y="149731"/>
                  <a:pt x="1074594" y="146800"/>
                </a:cubicBezTo>
                <a:cubicBezTo>
                  <a:pt x="1077740" y="143868"/>
                  <a:pt x="1079313" y="140339"/>
                  <a:pt x="1079313" y="136213"/>
                </a:cubicBezTo>
                <a:cubicBezTo>
                  <a:pt x="1079313" y="131217"/>
                  <a:pt x="1077559" y="127019"/>
                  <a:pt x="1074052" y="123618"/>
                </a:cubicBezTo>
                <a:cubicBezTo>
                  <a:pt x="1070544" y="120216"/>
                  <a:pt x="1063548" y="115910"/>
                  <a:pt x="1053062" y="110700"/>
                </a:cubicBezTo>
                <a:cubicBezTo>
                  <a:pt x="1042577" y="105487"/>
                  <a:pt x="1035707" y="100781"/>
                  <a:pt x="1032452" y="96583"/>
                </a:cubicBezTo>
                <a:cubicBezTo>
                  <a:pt x="1029198" y="92457"/>
                  <a:pt x="1027571" y="87245"/>
                  <a:pt x="1027571" y="80948"/>
                </a:cubicBezTo>
                <a:cubicBezTo>
                  <a:pt x="1027571" y="72768"/>
                  <a:pt x="1030373" y="65929"/>
                  <a:pt x="1035978" y="60428"/>
                </a:cubicBezTo>
                <a:cubicBezTo>
                  <a:pt x="1041582" y="54925"/>
                  <a:pt x="1048832" y="52174"/>
                  <a:pt x="1057727" y="52174"/>
                </a:cubicBezTo>
                <a:cubicBezTo>
                  <a:pt x="1061632" y="52174"/>
                  <a:pt x="1066368" y="53007"/>
                  <a:pt x="1071936" y="54674"/>
                </a:cubicBezTo>
                <a:cubicBezTo>
                  <a:pt x="1075625" y="55761"/>
                  <a:pt x="1078083" y="56304"/>
                  <a:pt x="1079313" y="56304"/>
                </a:cubicBezTo>
                <a:cubicBezTo>
                  <a:pt x="1080470" y="56304"/>
                  <a:pt x="1081374" y="56051"/>
                  <a:pt x="1082024" y="55544"/>
                </a:cubicBezTo>
                <a:cubicBezTo>
                  <a:pt x="1082675" y="55036"/>
                  <a:pt x="1083435" y="53913"/>
                  <a:pt x="1084302" y="52174"/>
                </a:cubicBezTo>
                <a:lnTo>
                  <a:pt x="1087882" y="52174"/>
                </a:lnTo>
                <a:close/>
                <a:moveTo>
                  <a:pt x="1138937" y="22174"/>
                </a:moveTo>
                <a:lnTo>
                  <a:pt x="1138937" y="55000"/>
                </a:lnTo>
                <a:lnTo>
                  <a:pt x="1162150" y="55000"/>
                </a:lnTo>
                <a:lnTo>
                  <a:pt x="1162150" y="62609"/>
                </a:lnTo>
                <a:lnTo>
                  <a:pt x="1138937" y="62609"/>
                </a:lnTo>
                <a:lnTo>
                  <a:pt x="1138937" y="127086"/>
                </a:lnTo>
                <a:cubicBezTo>
                  <a:pt x="1138937" y="133528"/>
                  <a:pt x="1139859" y="137872"/>
                  <a:pt x="1141703" y="140116"/>
                </a:cubicBezTo>
                <a:cubicBezTo>
                  <a:pt x="1143547" y="142358"/>
                  <a:pt x="1145916" y="143478"/>
                  <a:pt x="1148808" y="143478"/>
                </a:cubicBezTo>
                <a:cubicBezTo>
                  <a:pt x="1151195" y="143478"/>
                  <a:pt x="1153509" y="142736"/>
                  <a:pt x="1155751" y="141250"/>
                </a:cubicBezTo>
                <a:cubicBezTo>
                  <a:pt x="1157992" y="139765"/>
                  <a:pt x="1159728" y="137573"/>
                  <a:pt x="1160957" y="134674"/>
                </a:cubicBezTo>
                <a:lnTo>
                  <a:pt x="1165188" y="134674"/>
                </a:lnTo>
                <a:cubicBezTo>
                  <a:pt x="1162657" y="141796"/>
                  <a:pt x="1159077" y="147182"/>
                  <a:pt x="1154449" y="150832"/>
                </a:cubicBezTo>
                <a:cubicBezTo>
                  <a:pt x="1149821" y="154481"/>
                  <a:pt x="1145048" y="156305"/>
                  <a:pt x="1140130" y="156305"/>
                </a:cubicBezTo>
                <a:cubicBezTo>
                  <a:pt x="1136804" y="156305"/>
                  <a:pt x="1133550" y="155380"/>
                  <a:pt x="1130368" y="153529"/>
                </a:cubicBezTo>
                <a:cubicBezTo>
                  <a:pt x="1127186" y="151679"/>
                  <a:pt x="1124836" y="149032"/>
                  <a:pt x="1123317" y="145588"/>
                </a:cubicBezTo>
                <a:cubicBezTo>
                  <a:pt x="1121799" y="142141"/>
                  <a:pt x="1121039" y="136827"/>
                  <a:pt x="1121039" y="129644"/>
                </a:cubicBezTo>
                <a:lnTo>
                  <a:pt x="1121039" y="62609"/>
                </a:lnTo>
                <a:lnTo>
                  <a:pt x="1105311" y="62609"/>
                </a:lnTo>
                <a:lnTo>
                  <a:pt x="1105311" y="59022"/>
                </a:lnTo>
                <a:cubicBezTo>
                  <a:pt x="1109288" y="57423"/>
                  <a:pt x="1113356" y="54716"/>
                  <a:pt x="1117514" y="50900"/>
                </a:cubicBezTo>
                <a:cubicBezTo>
                  <a:pt x="1121672" y="47085"/>
                  <a:pt x="1125378" y="42560"/>
                  <a:pt x="1128632" y="37327"/>
                </a:cubicBezTo>
                <a:cubicBezTo>
                  <a:pt x="1130296" y="34566"/>
                  <a:pt x="1132610" y="29515"/>
                  <a:pt x="1135575" y="22174"/>
                </a:cubicBezTo>
                <a:lnTo>
                  <a:pt x="1138937" y="22174"/>
                </a:lnTo>
                <a:close/>
                <a:moveTo>
                  <a:pt x="1228139" y="140218"/>
                </a:moveTo>
                <a:cubicBezTo>
                  <a:pt x="1217943" y="148116"/>
                  <a:pt x="1211543" y="152681"/>
                  <a:pt x="1208940" y="153913"/>
                </a:cubicBezTo>
                <a:cubicBezTo>
                  <a:pt x="1205035" y="155797"/>
                  <a:pt x="1200877" y="156739"/>
                  <a:pt x="1196465" y="156739"/>
                </a:cubicBezTo>
                <a:cubicBezTo>
                  <a:pt x="1189595" y="156739"/>
                  <a:pt x="1183937" y="154384"/>
                  <a:pt x="1179489" y="149674"/>
                </a:cubicBezTo>
                <a:cubicBezTo>
                  <a:pt x="1175042" y="144964"/>
                  <a:pt x="1172818" y="138768"/>
                  <a:pt x="1172818" y="131087"/>
                </a:cubicBezTo>
                <a:cubicBezTo>
                  <a:pt x="1172818" y="126232"/>
                  <a:pt x="1173903" y="122029"/>
                  <a:pt x="1176072" y="118478"/>
                </a:cubicBezTo>
                <a:cubicBezTo>
                  <a:pt x="1179037" y="113551"/>
                  <a:pt x="1184190" y="108913"/>
                  <a:pt x="1191530" y="104565"/>
                </a:cubicBezTo>
                <a:cubicBezTo>
                  <a:pt x="1198870" y="100218"/>
                  <a:pt x="1211073" y="94928"/>
                  <a:pt x="1228139" y="88696"/>
                </a:cubicBezTo>
                <a:lnTo>
                  <a:pt x="1228139" y="84783"/>
                </a:lnTo>
                <a:cubicBezTo>
                  <a:pt x="1228139" y="74855"/>
                  <a:pt x="1226567" y="68044"/>
                  <a:pt x="1223421" y="64348"/>
                </a:cubicBezTo>
                <a:cubicBezTo>
                  <a:pt x="1220275" y="60652"/>
                  <a:pt x="1215701" y="58804"/>
                  <a:pt x="1209699" y="58804"/>
                </a:cubicBezTo>
                <a:cubicBezTo>
                  <a:pt x="1205143" y="58804"/>
                  <a:pt x="1201527" y="60032"/>
                  <a:pt x="1198852" y="62487"/>
                </a:cubicBezTo>
                <a:cubicBezTo>
                  <a:pt x="1196104" y="64941"/>
                  <a:pt x="1194730" y="67757"/>
                  <a:pt x="1194730" y="70934"/>
                </a:cubicBezTo>
                <a:lnTo>
                  <a:pt x="1194947" y="77215"/>
                </a:lnTo>
                <a:cubicBezTo>
                  <a:pt x="1194947" y="80535"/>
                  <a:pt x="1194097" y="83097"/>
                  <a:pt x="1192398" y="84902"/>
                </a:cubicBezTo>
                <a:cubicBezTo>
                  <a:pt x="1190698" y="86706"/>
                  <a:pt x="1188475" y="87609"/>
                  <a:pt x="1185727" y="87609"/>
                </a:cubicBezTo>
                <a:cubicBezTo>
                  <a:pt x="1183051" y="87609"/>
                  <a:pt x="1180863" y="86670"/>
                  <a:pt x="1179164" y="84793"/>
                </a:cubicBezTo>
                <a:cubicBezTo>
                  <a:pt x="1177465" y="82913"/>
                  <a:pt x="1176615" y="80348"/>
                  <a:pt x="1176615" y="77096"/>
                </a:cubicBezTo>
                <a:cubicBezTo>
                  <a:pt x="1176615" y="70884"/>
                  <a:pt x="1179797" y="65178"/>
                  <a:pt x="1186160" y="59976"/>
                </a:cubicBezTo>
                <a:cubicBezTo>
                  <a:pt x="1192524" y="54775"/>
                  <a:pt x="1201455" y="52174"/>
                  <a:pt x="1212953" y="52174"/>
                </a:cubicBezTo>
                <a:cubicBezTo>
                  <a:pt x="1221776" y="52174"/>
                  <a:pt x="1229007" y="53657"/>
                  <a:pt x="1234648" y="56624"/>
                </a:cubicBezTo>
                <a:cubicBezTo>
                  <a:pt x="1238914" y="58868"/>
                  <a:pt x="1242060" y="62379"/>
                  <a:pt x="1244085" y="67157"/>
                </a:cubicBezTo>
                <a:cubicBezTo>
                  <a:pt x="1245387" y="70268"/>
                  <a:pt x="1246037" y="76637"/>
                  <a:pt x="1246037" y="86264"/>
                </a:cubicBezTo>
                <a:lnTo>
                  <a:pt x="1246037" y="120027"/>
                </a:lnTo>
                <a:cubicBezTo>
                  <a:pt x="1246037" y="129509"/>
                  <a:pt x="1246218" y="135317"/>
                  <a:pt x="1246580" y="137453"/>
                </a:cubicBezTo>
                <a:cubicBezTo>
                  <a:pt x="1246941" y="139588"/>
                  <a:pt x="1247538" y="141018"/>
                  <a:pt x="1248370" y="141743"/>
                </a:cubicBezTo>
                <a:cubicBezTo>
                  <a:pt x="1249201" y="142465"/>
                  <a:pt x="1250159" y="142826"/>
                  <a:pt x="1251244" y="142826"/>
                </a:cubicBezTo>
                <a:cubicBezTo>
                  <a:pt x="1252401" y="142826"/>
                  <a:pt x="1253414" y="142573"/>
                  <a:pt x="1254281" y="142065"/>
                </a:cubicBezTo>
                <a:cubicBezTo>
                  <a:pt x="1255800" y="141123"/>
                  <a:pt x="1258729" y="138478"/>
                  <a:pt x="1263068" y="134131"/>
                </a:cubicBezTo>
                <a:lnTo>
                  <a:pt x="1263068" y="140218"/>
                </a:lnTo>
                <a:cubicBezTo>
                  <a:pt x="1254968" y="151087"/>
                  <a:pt x="1247231" y="156522"/>
                  <a:pt x="1239854" y="156522"/>
                </a:cubicBezTo>
                <a:cubicBezTo>
                  <a:pt x="1236311" y="156522"/>
                  <a:pt x="1233491" y="155290"/>
                  <a:pt x="1231394" y="152826"/>
                </a:cubicBezTo>
                <a:cubicBezTo>
                  <a:pt x="1229296" y="150363"/>
                  <a:pt x="1228212" y="146160"/>
                  <a:pt x="1228139" y="140218"/>
                </a:cubicBezTo>
                <a:moveTo>
                  <a:pt x="1228139" y="133091"/>
                </a:moveTo>
                <a:lnTo>
                  <a:pt x="1228139" y="95326"/>
                </a:lnTo>
                <a:cubicBezTo>
                  <a:pt x="1217220" y="99654"/>
                  <a:pt x="1210169" y="102720"/>
                  <a:pt x="1206987" y="104525"/>
                </a:cubicBezTo>
                <a:cubicBezTo>
                  <a:pt x="1201274" y="107699"/>
                  <a:pt x="1197189" y="111018"/>
                  <a:pt x="1194730" y="114480"/>
                </a:cubicBezTo>
                <a:cubicBezTo>
                  <a:pt x="1192271" y="117943"/>
                  <a:pt x="1191042" y="121730"/>
                  <a:pt x="1191042" y="125843"/>
                </a:cubicBezTo>
                <a:cubicBezTo>
                  <a:pt x="1191042" y="131037"/>
                  <a:pt x="1192597" y="135348"/>
                  <a:pt x="1195706" y="138774"/>
                </a:cubicBezTo>
                <a:cubicBezTo>
                  <a:pt x="1198816" y="142200"/>
                  <a:pt x="1202395" y="143913"/>
                  <a:pt x="1206445" y="143913"/>
                </a:cubicBezTo>
                <a:cubicBezTo>
                  <a:pt x="1211941" y="143913"/>
                  <a:pt x="1219172" y="140306"/>
                  <a:pt x="1228139" y="133091"/>
                </a:cubicBezTo>
                <a:close/>
                <a:moveTo>
                  <a:pt x="1299440" y="73261"/>
                </a:moveTo>
                <a:cubicBezTo>
                  <a:pt x="1311083" y="59203"/>
                  <a:pt x="1322183" y="52174"/>
                  <a:pt x="1332741" y="52174"/>
                </a:cubicBezTo>
                <a:cubicBezTo>
                  <a:pt x="1338165" y="52174"/>
                  <a:pt x="1342829" y="53530"/>
                  <a:pt x="1346734" y="56243"/>
                </a:cubicBezTo>
                <a:cubicBezTo>
                  <a:pt x="1350639" y="58954"/>
                  <a:pt x="1353749" y="63418"/>
                  <a:pt x="1356063" y="69637"/>
                </a:cubicBezTo>
                <a:cubicBezTo>
                  <a:pt x="1357654" y="73973"/>
                  <a:pt x="1358449" y="80625"/>
                  <a:pt x="1358449" y="89593"/>
                </a:cubicBezTo>
                <a:lnTo>
                  <a:pt x="1358449" y="131997"/>
                </a:lnTo>
                <a:cubicBezTo>
                  <a:pt x="1358449" y="138288"/>
                  <a:pt x="1358955" y="142555"/>
                  <a:pt x="1359968" y="144796"/>
                </a:cubicBezTo>
                <a:cubicBezTo>
                  <a:pt x="1360763" y="146603"/>
                  <a:pt x="1362047" y="148013"/>
                  <a:pt x="1363819" y="149025"/>
                </a:cubicBezTo>
                <a:cubicBezTo>
                  <a:pt x="1365590" y="150038"/>
                  <a:pt x="1368863" y="150544"/>
                  <a:pt x="1373635" y="150544"/>
                </a:cubicBezTo>
                <a:lnTo>
                  <a:pt x="1373635" y="154565"/>
                </a:lnTo>
                <a:lnTo>
                  <a:pt x="1324497" y="154565"/>
                </a:lnTo>
                <a:lnTo>
                  <a:pt x="1324497" y="150544"/>
                </a:lnTo>
                <a:lnTo>
                  <a:pt x="1326558" y="150544"/>
                </a:lnTo>
                <a:cubicBezTo>
                  <a:pt x="1331186" y="150544"/>
                  <a:pt x="1334422" y="149841"/>
                  <a:pt x="1336267" y="148434"/>
                </a:cubicBezTo>
                <a:cubicBezTo>
                  <a:pt x="1338111" y="147028"/>
                  <a:pt x="1339394" y="144956"/>
                  <a:pt x="1340117" y="142218"/>
                </a:cubicBezTo>
                <a:cubicBezTo>
                  <a:pt x="1340407" y="141136"/>
                  <a:pt x="1340551" y="137747"/>
                  <a:pt x="1340551" y="132052"/>
                </a:cubicBezTo>
                <a:lnTo>
                  <a:pt x="1340551" y="91498"/>
                </a:lnTo>
                <a:cubicBezTo>
                  <a:pt x="1340551" y="82488"/>
                  <a:pt x="1339376" y="75946"/>
                  <a:pt x="1337026" y="71872"/>
                </a:cubicBezTo>
                <a:cubicBezTo>
                  <a:pt x="1334676" y="67798"/>
                  <a:pt x="1330716" y="65761"/>
                  <a:pt x="1325148" y="65761"/>
                </a:cubicBezTo>
                <a:cubicBezTo>
                  <a:pt x="1316543" y="65761"/>
                  <a:pt x="1307973" y="70447"/>
                  <a:pt x="1299440" y="79820"/>
                </a:cubicBezTo>
                <a:lnTo>
                  <a:pt x="1299440" y="132052"/>
                </a:lnTo>
                <a:cubicBezTo>
                  <a:pt x="1299440" y="138757"/>
                  <a:pt x="1299838" y="142902"/>
                  <a:pt x="1300633" y="144487"/>
                </a:cubicBezTo>
                <a:cubicBezTo>
                  <a:pt x="1301646" y="146577"/>
                  <a:pt x="1303038" y="148109"/>
                  <a:pt x="1304809" y="149083"/>
                </a:cubicBezTo>
                <a:cubicBezTo>
                  <a:pt x="1306581" y="150057"/>
                  <a:pt x="1310179" y="150544"/>
                  <a:pt x="1315602" y="150544"/>
                </a:cubicBezTo>
                <a:lnTo>
                  <a:pt x="1315602" y="154565"/>
                </a:lnTo>
                <a:lnTo>
                  <a:pt x="1266464" y="154565"/>
                </a:lnTo>
                <a:lnTo>
                  <a:pt x="1266464" y="150544"/>
                </a:lnTo>
                <a:lnTo>
                  <a:pt x="1268634" y="150544"/>
                </a:lnTo>
                <a:cubicBezTo>
                  <a:pt x="1273696" y="150544"/>
                  <a:pt x="1277113" y="149261"/>
                  <a:pt x="1278884" y="146695"/>
                </a:cubicBezTo>
                <a:cubicBezTo>
                  <a:pt x="1280656" y="144127"/>
                  <a:pt x="1281542" y="139228"/>
                  <a:pt x="1281542" y="131997"/>
                </a:cubicBezTo>
                <a:lnTo>
                  <a:pt x="1281542" y="95122"/>
                </a:lnTo>
                <a:cubicBezTo>
                  <a:pt x="1281542" y="83193"/>
                  <a:pt x="1281271" y="75927"/>
                  <a:pt x="1280728" y="73326"/>
                </a:cubicBezTo>
                <a:cubicBezTo>
                  <a:pt x="1280186" y="70721"/>
                  <a:pt x="1279354" y="68949"/>
                  <a:pt x="1278234" y="68010"/>
                </a:cubicBezTo>
                <a:cubicBezTo>
                  <a:pt x="1277113" y="67070"/>
                  <a:pt x="1275612" y="66600"/>
                  <a:pt x="1273732" y="66600"/>
                </a:cubicBezTo>
                <a:cubicBezTo>
                  <a:pt x="1271707" y="66600"/>
                  <a:pt x="1269285" y="67142"/>
                  <a:pt x="1266464" y="68227"/>
                </a:cubicBezTo>
                <a:lnTo>
                  <a:pt x="1264837" y="64321"/>
                </a:lnTo>
                <a:lnTo>
                  <a:pt x="1294776" y="52174"/>
                </a:lnTo>
                <a:lnTo>
                  <a:pt x="1299440" y="52174"/>
                </a:lnTo>
                <a:lnTo>
                  <a:pt x="1299440" y="73261"/>
                </a:lnTo>
                <a:close/>
                <a:moveTo>
                  <a:pt x="1465945" y="116739"/>
                </a:moveTo>
                <a:cubicBezTo>
                  <a:pt x="1463270" y="129855"/>
                  <a:pt x="1458027" y="139946"/>
                  <a:pt x="1450217" y="147011"/>
                </a:cubicBezTo>
                <a:cubicBezTo>
                  <a:pt x="1442407" y="154076"/>
                  <a:pt x="1433765" y="157609"/>
                  <a:pt x="1424292" y="157609"/>
                </a:cubicBezTo>
                <a:cubicBezTo>
                  <a:pt x="1413011" y="157609"/>
                  <a:pt x="1403176" y="152868"/>
                  <a:pt x="1394787" y="143387"/>
                </a:cubicBezTo>
                <a:cubicBezTo>
                  <a:pt x="1386399" y="133903"/>
                  <a:pt x="1382205" y="121089"/>
                  <a:pt x="1382205" y="104946"/>
                </a:cubicBezTo>
                <a:cubicBezTo>
                  <a:pt x="1382205" y="89309"/>
                  <a:pt x="1386851" y="76606"/>
                  <a:pt x="1396143" y="66834"/>
                </a:cubicBezTo>
                <a:cubicBezTo>
                  <a:pt x="1405436" y="57061"/>
                  <a:pt x="1416590" y="52174"/>
                  <a:pt x="1429607" y="52174"/>
                </a:cubicBezTo>
                <a:cubicBezTo>
                  <a:pt x="1439370" y="52174"/>
                  <a:pt x="1447397" y="54757"/>
                  <a:pt x="1453688" y="59922"/>
                </a:cubicBezTo>
                <a:cubicBezTo>
                  <a:pt x="1459979" y="65085"/>
                  <a:pt x="1463125" y="70447"/>
                  <a:pt x="1463125" y="76009"/>
                </a:cubicBezTo>
                <a:cubicBezTo>
                  <a:pt x="1463125" y="78754"/>
                  <a:pt x="1462239" y="80975"/>
                  <a:pt x="1460468" y="82673"/>
                </a:cubicBezTo>
                <a:cubicBezTo>
                  <a:pt x="1458696" y="84369"/>
                  <a:pt x="1456219" y="85218"/>
                  <a:pt x="1453037" y="85218"/>
                </a:cubicBezTo>
                <a:cubicBezTo>
                  <a:pt x="1448771" y="85218"/>
                  <a:pt x="1445553" y="83841"/>
                  <a:pt x="1443383" y="81087"/>
                </a:cubicBezTo>
                <a:cubicBezTo>
                  <a:pt x="1442154" y="79565"/>
                  <a:pt x="1441340" y="76667"/>
                  <a:pt x="1440943" y="72391"/>
                </a:cubicBezTo>
                <a:cubicBezTo>
                  <a:pt x="1440545" y="68116"/>
                  <a:pt x="1439080" y="64855"/>
                  <a:pt x="1436549" y="62609"/>
                </a:cubicBezTo>
                <a:cubicBezTo>
                  <a:pt x="1434018" y="60435"/>
                  <a:pt x="1430511" y="59348"/>
                  <a:pt x="1426028" y="59348"/>
                </a:cubicBezTo>
                <a:cubicBezTo>
                  <a:pt x="1418796" y="59348"/>
                  <a:pt x="1412975" y="62029"/>
                  <a:pt x="1408563" y="67391"/>
                </a:cubicBezTo>
                <a:cubicBezTo>
                  <a:pt x="1402706" y="74493"/>
                  <a:pt x="1399777" y="83877"/>
                  <a:pt x="1399777" y="95544"/>
                </a:cubicBezTo>
                <a:cubicBezTo>
                  <a:pt x="1399777" y="107428"/>
                  <a:pt x="1402688" y="117917"/>
                  <a:pt x="1408509" y="127011"/>
                </a:cubicBezTo>
                <a:cubicBezTo>
                  <a:pt x="1414331" y="136105"/>
                  <a:pt x="1422195" y="140652"/>
                  <a:pt x="1432102" y="140652"/>
                </a:cubicBezTo>
                <a:cubicBezTo>
                  <a:pt x="1439189" y="140652"/>
                  <a:pt x="1445553" y="138225"/>
                  <a:pt x="1451193" y="133370"/>
                </a:cubicBezTo>
                <a:cubicBezTo>
                  <a:pt x="1455171" y="130036"/>
                  <a:pt x="1459039" y="123986"/>
                  <a:pt x="1462800" y="115218"/>
                </a:cubicBezTo>
                <a:lnTo>
                  <a:pt x="1465945" y="116739"/>
                </a:lnTo>
                <a:close/>
                <a:moveTo>
                  <a:pt x="1496894" y="92609"/>
                </a:moveTo>
                <a:cubicBezTo>
                  <a:pt x="1496822" y="107357"/>
                  <a:pt x="1500402" y="118926"/>
                  <a:pt x="1507633" y="127313"/>
                </a:cubicBezTo>
                <a:cubicBezTo>
                  <a:pt x="1514865" y="135699"/>
                  <a:pt x="1523362" y="139891"/>
                  <a:pt x="1533124" y="139891"/>
                </a:cubicBezTo>
                <a:cubicBezTo>
                  <a:pt x="1539633" y="139891"/>
                  <a:pt x="1545291" y="138098"/>
                  <a:pt x="1550100" y="134511"/>
                </a:cubicBezTo>
                <a:cubicBezTo>
                  <a:pt x="1554909" y="130924"/>
                  <a:pt x="1558941" y="124783"/>
                  <a:pt x="1562195" y="116087"/>
                </a:cubicBezTo>
                <a:lnTo>
                  <a:pt x="1565558" y="118261"/>
                </a:lnTo>
                <a:cubicBezTo>
                  <a:pt x="1564039" y="128189"/>
                  <a:pt x="1559628" y="137228"/>
                  <a:pt x="1552324" y="145381"/>
                </a:cubicBezTo>
                <a:cubicBezTo>
                  <a:pt x="1545020" y="153533"/>
                  <a:pt x="1535872" y="157609"/>
                  <a:pt x="1524880" y="157609"/>
                </a:cubicBezTo>
                <a:cubicBezTo>
                  <a:pt x="1512948" y="157609"/>
                  <a:pt x="1502734" y="152963"/>
                  <a:pt x="1494237" y="143672"/>
                </a:cubicBezTo>
                <a:cubicBezTo>
                  <a:pt x="1485740" y="134379"/>
                  <a:pt x="1481491" y="121885"/>
                  <a:pt x="1481491" y="106192"/>
                </a:cubicBezTo>
                <a:cubicBezTo>
                  <a:pt x="1481491" y="89200"/>
                  <a:pt x="1485848" y="75949"/>
                  <a:pt x="1494562" y="66440"/>
                </a:cubicBezTo>
                <a:cubicBezTo>
                  <a:pt x="1503276" y="56929"/>
                  <a:pt x="1514214" y="52174"/>
                  <a:pt x="1527375" y="52174"/>
                </a:cubicBezTo>
                <a:cubicBezTo>
                  <a:pt x="1538512" y="52174"/>
                  <a:pt x="1547660" y="55842"/>
                  <a:pt x="1554819" y="63179"/>
                </a:cubicBezTo>
                <a:cubicBezTo>
                  <a:pt x="1561978" y="70514"/>
                  <a:pt x="1565558" y="80324"/>
                  <a:pt x="1565558" y="92609"/>
                </a:cubicBezTo>
                <a:lnTo>
                  <a:pt x="1496894" y="92609"/>
                </a:lnTo>
                <a:moveTo>
                  <a:pt x="1496894" y="86304"/>
                </a:moveTo>
                <a:lnTo>
                  <a:pt x="1542887" y="86304"/>
                </a:lnTo>
                <a:cubicBezTo>
                  <a:pt x="1542525" y="79928"/>
                  <a:pt x="1541766" y="75435"/>
                  <a:pt x="1540609" y="72826"/>
                </a:cubicBezTo>
                <a:cubicBezTo>
                  <a:pt x="1538801" y="68768"/>
                  <a:pt x="1536107" y="65580"/>
                  <a:pt x="1532528" y="63261"/>
                </a:cubicBezTo>
                <a:cubicBezTo>
                  <a:pt x="1528948" y="60942"/>
                  <a:pt x="1525206" y="59783"/>
                  <a:pt x="1521301" y="59783"/>
                </a:cubicBezTo>
                <a:cubicBezTo>
                  <a:pt x="1515298" y="59783"/>
                  <a:pt x="1509929" y="62120"/>
                  <a:pt x="1505192" y="66794"/>
                </a:cubicBezTo>
                <a:cubicBezTo>
                  <a:pt x="1500456" y="71467"/>
                  <a:pt x="1497690" y="77971"/>
                  <a:pt x="1496894" y="86304"/>
                </a:cubicBezTo>
                <a:close/>
                <a:moveTo>
                  <a:pt x="1663434" y="52174"/>
                </a:moveTo>
                <a:lnTo>
                  <a:pt x="1663434" y="74565"/>
                </a:lnTo>
                <a:cubicBezTo>
                  <a:pt x="1671750" y="59638"/>
                  <a:pt x="1680283" y="52174"/>
                  <a:pt x="1689034" y="52174"/>
                </a:cubicBezTo>
                <a:cubicBezTo>
                  <a:pt x="1693011" y="52174"/>
                  <a:pt x="1696301" y="53388"/>
                  <a:pt x="1698905" y="55815"/>
                </a:cubicBezTo>
                <a:cubicBezTo>
                  <a:pt x="1701508" y="58243"/>
                  <a:pt x="1702810" y="61051"/>
                  <a:pt x="1702810" y="64239"/>
                </a:cubicBezTo>
                <a:cubicBezTo>
                  <a:pt x="1702810" y="67065"/>
                  <a:pt x="1701869" y="69457"/>
                  <a:pt x="1699989" y="71413"/>
                </a:cubicBezTo>
                <a:cubicBezTo>
                  <a:pt x="1698109" y="73370"/>
                  <a:pt x="1695867" y="74348"/>
                  <a:pt x="1693264" y="74348"/>
                </a:cubicBezTo>
                <a:cubicBezTo>
                  <a:pt x="1690733" y="74348"/>
                  <a:pt x="1687895" y="73098"/>
                  <a:pt x="1684749" y="70598"/>
                </a:cubicBezTo>
                <a:cubicBezTo>
                  <a:pt x="1681603" y="68098"/>
                  <a:pt x="1679271" y="66848"/>
                  <a:pt x="1677752" y="66848"/>
                </a:cubicBezTo>
                <a:cubicBezTo>
                  <a:pt x="1676451" y="66848"/>
                  <a:pt x="1675041" y="67570"/>
                  <a:pt x="1673522" y="69015"/>
                </a:cubicBezTo>
                <a:cubicBezTo>
                  <a:pt x="1670268" y="71979"/>
                  <a:pt x="1666905" y="76858"/>
                  <a:pt x="1663434" y="83652"/>
                </a:cubicBezTo>
                <a:lnTo>
                  <a:pt x="1663434" y="131247"/>
                </a:lnTo>
                <a:cubicBezTo>
                  <a:pt x="1663434" y="136738"/>
                  <a:pt x="1664121" y="140894"/>
                  <a:pt x="1665495" y="143713"/>
                </a:cubicBezTo>
                <a:cubicBezTo>
                  <a:pt x="1666435" y="145665"/>
                  <a:pt x="1668098" y="147292"/>
                  <a:pt x="1670485" y="148594"/>
                </a:cubicBezTo>
                <a:cubicBezTo>
                  <a:pt x="1672871" y="149894"/>
                  <a:pt x="1676306" y="150544"/>
                  <a:pt x="1680790" y="150544"/>
                </a:cubicBezTo>
                <a:lnTo>
                  <a:pt x="1680790" y="154565"/>
                </a:lnTo>
                <a:lnTo>
                  <a:pt x="1629916" y="154565"/>
                </a:lnTo>
                <a:lnTo>
                  <a:pt x="1629916" y="150544"/>
                </a:lnTo>
                <a:cubicBezTo>
                  <a:pt x="1634978" y="150544"/>
                  <a:pt x="1638738" y="149749"/>
                  <a:pt x="1641197" y="148159"/>
                </a:cubicBezTo>
                <a:cubicBezTo>
                  <a:pt x="1643005" y="147002"/>
                  <a:pt x="1644270" y="145158"/>
                  <a:pt x="1644994" y="142626"/>
                </a:cubicBezTo>
                <a:cubicBezTo>
                  <a:pt x="1645355" y="141396"/>
                  <a:pt x="1645536" y="137890"/>
                  <a:pt x="1645536" y="132106"/>
                </a:cubicBezTo>
                <a:lnTo>
                  <a:pt x="1645536" y="93604"/>
                </a:lnTo>
                <a:cubicBezTo>
                  <a:pt x="1645536" y="82035"/>
                  <a:pt x="1645301" y="75148"/>
                  <a:pt x="1644831" y="72945"/>
                </a:cubicBezTo>
                <a:cubicBezTo>
                  <a:pt x="1644361" y="70739"/>
                  <a:pt x="1643493" y="69131"/>
                  <a:pt x="1642228" y="68118"/>
                </a:cubicBezTo>
                <a:cubicBezTo>
                  <a:pt x="1640962" y="67106"/>
                  <a:pt x="1639389" y="66600"/>
                  <a:pt x="1637509" y="66600"/>
                </a:cubicBezTo>
                <a:cubicBezTo>
                  <a:pt x="1635267" y="66600"/>
                  <a:pt x="1632736" y="67142"/>
                  <a:pt x="1629916" y="68227"/>
                </a:cubicBezTo>
                <a:lnTo>
                  <a:pt x="1628831" y="64321"/>
                </a:lnTo>
                <a:lnTo>
                  <a:pt x="1658878" y="52174"/>
                </a:lnTo>
                <a:lnTo>
                  <a:pt x="1663434" y="52174"/>
                </a:lnTo>
                <a:close/>
                <a:moveTo>
                  <a:pt x="1725045" y="92609"/>
                </a:moveTo>
                <a:cubicBezTo>
                  <a:pt x="1724973" y="107357"/>
                  <a:pt x="1728552" y="118926"/>
                  <a:pt x="1735784" y="127313"/>
                </a:cubicBezTo>
                <a:cubicBezTo>
                  <a:pt x="1743015" y="135699"/>
                  <a:pt x="1751512" y="139891"/>
                  <a:pt x="1761275" y="139891"/>
                </a:cubicBezTo>
                <a:cubicBezTo>
                  <a:pt x="1767783" y="139891"/>
                  <a:pt x="1773442" y="138098"/>
                  <a:pt x="1778251" y="134511"/>
                </a:cubicBezTo>
                <a:cubicBezTo>
                  <a:pt x="1783060" y="130924"/>
                  <a:pt x="1787091" y="124783"/>
                  <a:pt x="1790346" y="116087"/>
                </a:cubicBezTo>
                <a:lnTo>
                  <a:pt x="1793708" y="118261"/>
                </a:lnTo>
                <a:cubicBezTo>
                  <a:pt x="1792190" y="128189"/>
                  <a:pt x="1787778" y="137228"/>
                  <a:pt x="1780475" y="145381"/>
                </a:cubicBezTo>
                <a:cubicBezTo>
                  <a:pt x="1773171" y="153533"/>
                  <a:pt x="1764023" y="157609"/>
                  <a:pt x="1753031" y="157609"/>
                </a:cubicBezTo>
                <a:cubicBezTo>
                  <a:pt x="1741099" y="157609"/>
                  <a:pt x="1730885" y="152963"/>
                  <a:pt x="1722387" y="143672"/>
                </a:cubicBezTo>
                <a:cubicBezTo>
                  <a:pt x="1713890" y="134379"/>
                  <a:pt x="1709642" y="121885"/>
                  <a:pt x="1709642" y="106192"/>
                </a:cubicBezTo>
                <a:cubicBezTo>
                  <a:pt x="1709642" y="89200"/>
                  <a:pt x="1713999" y="75949"/>
                  <a:pt x="1722713" y="66440"/>
                </a:cubicBezTo>
                <a:cubicBezTo>
                  <a:pt x="1731427" y="56929"/>
                  <a:pt x="1742365" y="52174"/>
                  <a:pt x="1755526" y="52174"/>
                </a:cubicBezTo>
                <a:cubicBezTo>
                  <a:pt x="1766662" y="52174"/>
                  <a:pt x="1775810" y="55842"/>
                  <a:pt x="1782970" y="63179"/>
                </a:cubicBezTo>
                <a:cubicBezTo>
                  <a:pt x="1790129" y="70514"/>
                  <a:pt x="1793708" y="80324"/>
                  <a:pt x="1793708" y="92609"/>
                </a:cubicBezTo>
                <a:lnTo>
                  <a:pt x="1725045" y="92609"/>
                </a:lnTo>
                <a:moveTo>
                  <a:pt x="1725045" y="86304"/>
                </a:moveTo>
                <a:lnTo>
                  <a:pt x="1771038" y="86304"/>
                </a:lnTo>
                <a:cubicBezTo>
                  <a:pt x="1770676" y="79928"/>
                  <a:pt x="1769917" y="75435"/>
                  <a:pt x="1768760" y="72826"/>
                </a:cubicBezTo>
                <a:cubicBezTo>
                  <a:pt x="1766952" y="68768"/>
                  <a:pt x="1764258" y="65580"/>
                  <a:pt x="1760678" y="63261"/>
                </a:cubicBezTo>
                <a:cubicBezTo>
                  <a:pt x="1757099" y="60942"/>
                  <a:pt x="1753356" y="59783"/>
                  <a:pt x="1749451" y="59783"/>
                </a:cubicBezTo>
                <a:cubicBezTo>
                  <a:pt x="1743449" y="59783"/>
                  <a:pt x="1738080" y="62120"/>
                  <a:pt x="1733343" y="66794"/>
                </a:cubicBezTo>
                <a:cubicBezTo>
                  <a:pt x="1728607" y="71467"/>
                  <a:pt x="1725841" y="77971"/>
                  <a:pt x="1725045" y="86304"/>
                </a:cubicBezTo>
                <a:close/>
                <a:moveTo>
                  <a:pt x="1833552" y="118285"/>
                </a:moveTo>
                <a:cubicBezTo>
                  <a:pt x="1827477" y="115318"/>
                  <a:pt x="1822813" y="111175"/>
                  <a:pt x="1819559" y="105856"/>
                </a:cubicBezTo>
                <a:cubicBezTo>
                  <a:pt x="1816304" y="100537"/>
                  <a:pt x="1814677" y="94656"/>
                  <a:pt x="1814677" y="88213"/>
                </a:cubicBezTo>
                <a:cubicBezTo>
                  <a:pt x="1814677" y="78372"/>
                  <a:pt x="1818383" y="69905"/>
                  <a:pt x="1825796" y="62813"/>
                </a:cubicBezTo>
                <a:cubicBezTo>
                  <a:pt x="1833208" y="55720"/>
                  <a:pt x="1842699" y="52174"/>
                  <a:pt x="1854270" y="52174"/>
                </a:cubicBezTo>
                <a:cubicBezTo>
                  <a:pt x="1863743" y="52174"/>
                  <a:pt x="1871951" y="54493"/>
                  <a:pt x="1878893" y="59131"/>
                </a:cubicBezTo>
                <a:lnTo>
                  <a:pt x="1899937" y="59131"/>
                </a:lnTo>
                <a:cubicBezTo>
                  <a:pt x="1903046" y="59131"/>
                  <a:pt x="1904854" y="59220"/>
                  <a:pt x="1905361" y="59399"/>
                </a:cubicBezTo>
                <a:cubicBezTo>
                  <a:pt x="1905867" y="59578"/>
                  <a:pt x="1906228" y="59882"/>
                  <a:pt x="1906445" y="60313"/>
                </a:cubicBezTo>
                <a:cubicBezTo>
                  <a:pt x="1906879" y="60958"/>
                  <a:pt x="1907096" y="62105"/>
                  <a:pt x="1907096" y="63753"/>
                </a:cubicBezTo>
                <a:cubicBezTo>
                  <a:pt x="1907096" y="65615"/>
                  <a:pt x="1906915" y="66905"/>
                  <a:pt x="1906554" y="67622"/>
                </a:cubicBezTo>
                <a:cubicBezTo>
                  <a:pt x="1906337" y="67980"/>
                  <a:pt x="1905957" y="68267"/>
                  <a:pt x="1905415" y="68482"/>
                </a:cubicBezTo>
                <a:cubicBezTo>
                  <a:pt x="1904872" y="68697"/>
                  <a:pt x="1903046" y="68804"/>
                  <a:pt x="1899937" y="68804"/>
                </a:cubicBezTo>
                <a:lnTo>
                  <a:pt x="1887029" y="68804"/>
                </a:lnTo>
                <a:cubicBezTo>
                  <a:pt x="1891078" y="74033"/>
                  <a:pt x="1893103" y="80713"/>
                  <a:pt x="1893103" y="88845"/>
                </a:cubicBezTo>
                <a:cubicBezTo>
                  <a:pt x="1893103" y="98139"/>
                  <a:pt x="1889560" y="106089"/>
                  <a:pt x="1882473" y="112697"/>
                </a:cubicBezTo>
                <a:cubicBezTo>
                  <a:pt x="1875386" y="119305"/>
                  <a:pt x="1865876" y="122609"/>
                  <a:pt x="1853944" y="122609"/>
                </a:cubicBezTo>
                <a:cubicBezTo>
                  <a:pt x="1849027" y="122609"/>
                  <a:pt x="1844001" y="121870"/>
                  <a:pt x="1838867" y="120391"/>
                </a:cubicBezTo>
                <a:cubicBezTo>
                  <a:pt x="1835685" y="123142"/>
                  <a:pt x="1833533" y="125550"/>
                  <a:pt x="1832413" y="127616"/>
                </a:cubicBezTo>
                <a:cubicBezTo>
                  <a:pt x="1831292" y="129679"/>
                  <a:pt x="1830731" y="131434"/>
                  <a:pt x="1830731" y="132881"/>
                </a:cubicBezTo>
                <a:cubicBezTo>
                  <a:pt x="1830731" y="134113"/>
                  <a:pt x="1831328" y="135308"/>
                  <a:pt x="1832521" y="136468"/>
                </a:cubicBezTo>
                <a:cubicBezTo>
                  <a:pt x="1833714" y="137625"/>
                  <a:pt x="1836046" y="138457"/>
                  <a:pt x="1839518" y="138964"/>
                </a:cubicBezTo>
                <a:cubicBezTo>
                  <a:pt x="1841542" y="139254"/>
                  <a:pt x="1846604" y="139508"/>
                  <a:pt x="1854704" y="139725"/>
                </a:cubicBezTo>
                <a:cubicBezTo>
                  <a:pt x="1869601" y="140085"/>
                  <a:pt x="1879255" y="140591"/>
                  <a:pt x="1883666" y="141243"/>
                </a:cubicBezTo>
                <a:cubicBezTo>
                  <a:pt x="1890391" y="142185"/>
                  <a:pt x="1895761" y="144684"/>
                  <a:pt x="1899774" y="148740"/>
                </a:cubicBezTo>
                <a:cubicBezTo>
                  <a:pt x="1903788" y="152793"/>
                  <a:pt x="1905794" y="157789"/>
                  <a:pt x="1905794" y="163726"/>
                </a:cubicBezTo>
                <a:cubicBezTo>
                  <a:pt x="1905794" y="171908"/>
                  <a:pt x="1901962" y="179584"/>
                  <a:pt x="1894296" y="186753"/>
                </a:cubicBezTo>
                <a:cubicBezTo>
                  <a:pt x="1883015" y="197324"/>
                  <a:pt x="1868299" y="202609"/>
                  <a:pt x="1850148" y="202609"/>
                </a:cubicBezTo>
                <a:cubicBezTo>
                  <a:pt x="1836191" y="202609"/>
                  <a:pt x="1824404" y="199461"/>
                  <a:pt x="1814786" y="193166"/>
                </a:cubicBezTo>
                <a:cubicBezTo>
                  <a:pt x="1809362" y="189547"/>
                  <a:pt x="1806650" y="185784"/>
                  <a:pt x="1806650" y="181875"/>
                </a:cubicBezTo>
                <a:cubicBezTo>
                  <a:pt x="1806650" y="180141"/>
                  <a:pt x="1807048" y="178405"/>
                  <a:pt x="1807843" y="176668"/>
                </a:cubicBezTo>
                <a:cubicBezTo>
                  <a:pt x="1809073" y="173989"/>
                  <a:pt x="1811604" y="170262"/>
                  <a:pt x="1815437" y="165486"/>
                </a:cubicBezTo>
                <a:cubicBezTo>
                  <a:pt x="1815943" y="164836"/>
                  <a:pt x="1819631" y="160929"/>
                  <a:pt x="1826501" y="153764"/>
                </a:cubicBezTo>
                <a:cubicBezTo>
                  <a:pt x="1822740" y="151515"/>
                  <a:pt x="1820083" y="149502"/>
                  <a:pt x="1818528" y="147724"/>
                </a:cubicBezTo>
                <a:cubicBezTo>
                  <a:pt x="1816973" y="145947"/>
                  <a:pt x="1816196" y="143934"/>
                  <a:pt x="1816196" y="141685"/>
                </a:cubicBezTo>
                <a:cubicBezTo>
                  <a:pt x="1816196" y="139144"/>
                  <a:pt x="1817226" y="136169"/>
                  <a:pt x="1819287" y="132758"/>
                </a:cubicBezTo>
                <a:cubicBezTo>
                  <a:pt x="1821348" y="129348"/>
                  <a:pt x="1826103" y="124523"/>
                  <a:pt x="1833552" y="118285"/>
                </a:cubicBezTo>
                <a:moveTo>
                  <a:pt x="1852426" y="57609"/>
                </a:moveTo>
                <a:cubicBezTo>
                  <a:pt x="1847074" y="57609"/>
                  <a:pt x="1842591" y="59735"/>
                  <a:pt x="1838975" y="63988"/>
                </a:cubicBezTo>
                <a:cubicBezTo>
                  <a:pt x="1835359" y="68238"/>
                  <a:pt x="1833552" y="74760"/>
                  <a:pt x="1833552" y="83553"/>
                </a:cubicBezTo>
                <a:cubicBezTo>
                  <a:pt x="1833552" y="94941"/>
                  <a:pt x="1836010" y="103769"/>
                  <a:pt x="1840928" y="110038"/>
                </a:cubicBezTo>
                <a:cubicBezTo>
                  <a:pt x="1844688" y="114795"/>
                  <a:pt x="1849461" y="117174"/>
                  <a:pt x="1855246" y="117174"/>
                </a:cubicBezTo>
                <a:cubicBezTo>
                  <a:pt x="1860742" y="117174"/>
                  <a:pt x="1865262" y="115120"/>
                  <a:pt x="1868805" y="111012"/>
                </a:cubicBezTo>
                <a:cubicBezTo>
                  <a:pt x="1872349" y="106905"/>
                  <a:pt x="1874120" y="100454"/>
                  <a:pt x="1874120" y="91661"/>
                </a:cubicBezTo>
                <a:cubicBezTo>
                  <a:pt x="1874120" y="80203"/>
                  <a:pt x="1871625" y="71230"/>
                  <a:pt x="1866636" y="64742"/>
                </a:cubicBezTo>
                <a:cubicBezTo>
                  <a:pt x="1862948" y="59986"/>
                  <a:pt x="1858211" y="57609"/>
                  <a:pt x="1852426" y="57609"/>
                </a:cubicBezTo>
                <a:moveTo>
                  <a:pt x="1832467" y="154630"/>
                </a:moveTo>
                <a:cubicBezTo>
                  <a:pt x="1829068" y="158319"/>
                  <a:pt x="1826501" y="161754"/>
                  <a:pt x="1824765" y="164936"/>
                </a:cubicBezTo>
                <a:cubicBezTo>
                  <a:pt x="1823030" y="168120"/>
                  <a:pt x="1822162" y="171050"/>
                  <a:pt x="1822162" y="173726"/>
                </a:cubicBezTo>
                <a:cubicBezTo>
                  <a:pt x="1822162" y="177198"/>
                  <a:pt x="1824259" y="180236"/>
                  <a:pt x="1828453" y="182840"/>
                </a:cubicBezTo>
                <a:cubicBezTo>
                  <a:pt x="1835685" y="187324"/>
                  <a:pt x="1846134" y="189565"/>
                  <a:pt x="1859802" y="189565"/>
                </a:cubicBezTo>
                <a:cubicBezTo>
                  <a:pt x="1872819" y="189565"/>
                  <a:pt x="1882419" y="187268"/>
                  <a:pt x="1888601" y="182673"/>
                </a:cubicBezTo>
                <a:cubicBezTo>
                  <a:pt x="1894784" y="178081"/>
                  <a:pt x="1897876" y="173182"/>
                  <a:pt x="1897876" y="167976"/>
                </a:cubicBezTo>
                <a:cubicBezTo>
                  <a:pt x="1897876" y="164214"/>
                  <a:pt x="1896032" y="161538"/>
                  <a:pt x="1892344" y="159946"/>
                </a:cubicBezTo>
                <a:cubicBezTo>
                  <a:pt x="1888583" y="158354"/>
                  <a:pt x="1881135" y="157414"/>
                  <a:pt x="1869998" y="157127"/>
                </a:cubicBezTo>
                <a:cubicBezTo>
                  <a:pt x="1853727" y="156692"/>
                  <a:pt x="1841217" y="155860"/>
                  <a:pt x="1832467" y="154630"/>
                </a:cubicBezTo>
                <a:close/>
                <a:moveTo>
                  <a:pt x="1943325" y="0"/>
                </a:moveTo>
                <a:cubicBezTo>
                  <a:pt x="1946362" y="0"/>
                  <a:pt x="1948947" y="1075"/>
                  <a:pt x="1951081" y="3224"/>
                </a:cubicBezTo>
                <a:cubicBezTo>
                  <a:pt x="1953214" y="5370"/>
                  <a:pt x="1954281" y="7973"/>
                  <a:pt x="1954281" y="11033"/>
                </a:cubicBezTo>
                <a:cubicBezTo>
                  <a:pt x="1954281" y="14092"/>
                  <a:pt x="1953214" y="16714"/>
                  <a:pt x="1951081" y="18899"/>
                </a:cubicBezTo>
                <a:cubicBezTo>
                  <a:pt x="1948947" y="21082"/>
                  <a:pt x="1946362" y="22174"/>
                  <a:pt x="1943325" y="22174"/>
                </a:cubicBezTo>
                <a:cubicBezTo>
                  <a:pt x="1940288" y="22174"/>
                  <a:pt x="1937684" y="21082"/>
                  <a:pt x="1935515" y="18899"/>
                </a:cubicBezTo>
                <a:cubicBezTo>
                  <a:pt x="1933345" y="16714"/>
                  <a:pt x="1932261" y="14092"/>
                  <a:pt x="1932261" y="11033"/>
                </a:cubicBezTo>
                <a:cubicBezTo>
                  <a:pt x="1932261" y="7973"/>
                  <a:pt x="1933327" y="5370"/>
                  <a:pt x="1935461" y="3224"/>
                </a:cubicBezTo>
                <a:cubicBezTo>
                  <a:pt x="1937594" y="1075"/>
                  <a:pt x="1940215" y="0"/>
                  <a:pt x="1943325" y="0"/>
                </a:cubicBezTo>
                <a:moveTo>
                  <a:pt x="1952328" y="52174"/>
                </a:moveTo>
                <a:lnTo>
                  <a:pt x="1952328" y="131997"/>
                </a:lnTo>
                <a:cubicBezTo>
                  <a:pt x="1952328" y="138216"/>
                  <a:pt x="1952780" y="142355"/>
                  <a:pt x="1953684" y="144416"/>
                </a:cubicBezTo>
                <a:cubicBezTo>
                  <a:pt x="1954588" y="146477"/>
                  <a:pt x="1955926" y="148013"/>
                  <a:pt x="1957698" y="149025"/>
                </a:cubicBezTo>
                <a:cubicBezTo>
                  <a:pt x="1959469" y="150038"/>
                  <a:pt x="1962705" y="150544"/>
                  <a:pt x="1967406" y="150544"/>
                </a:cubicBezTo>
                <a:lnTo>
                  <a:pt x="1967406" y="154565"/>
                </a:lnTo>
                <a:lnTo>
                  <a:pt x="1919135" y="154565"/>
                </a:lnTo>
                <a:lnTo>
                  <a:pt x="1919135" y="150544"/>
                </a:lnTo>
                <a:cubicBezTo>
                  <a:pt x="1923981" y="150544"/>
                  <a:pt x="1927235" y="150074"/>
                  <a:pt x="1928898" y="149134"/>
                </a:cubicBezTo>
                <a:cubicBezTo>
                  <a:pt x="1930561" y="148194"/>
                  <a:pt x="1931881" y="146640"/>
                  <a:pt x="1932857" y="144470"/>
                </a:cubicBezTo>
                <a:cubicBezTo>
                  <a:pt x="1933834" y="142301"/>
                  <a:pt x="1934322" y="138143"/>
                  <a:pt x="1934322" y="131997"/>
                </a:cubicBezTo>
                <a:lnTo>
                  <a:pt x="1934322" y="93713"/>
                </a:lnTo>
                <a:cubicBezTo>
                  <a:pt x="1934322" y="82938"/>
                  <a:pt x="1933996" y="75961"/>
                  <a:pt x="1933345" y="72782"/>
                </a:cubicBezTo>
                <a:cubicBezTo>
                  <a:pt x="1932839" y="70468"/>
                  <a:pt x="1932044" y="68859"/>
                  <a:pt x="1930959" y="67955"/>
                </a:cubicBezTo>
                <a:cubicBezTo>
                  <a:pt x="1929874" y="67052"/>
                  <a:pt x="1928392" y="66600"/>
                  <a:pt x="1926512" y="66600"/>
                </a:cubicBezTo>
                <a:cubicBezTo>
                  <a:pt x="1924487" y="66600"/>
                  <a:pt x="1922028" y="67142"/>
                  <a:pt x="1919135" y="68227"/>
                </a:cubicBezTo>
                <a:lnTo>
                  <a:pt x="1917617" y="64321"/>
                </a:lnTo>
                <a:lnTo>
                  <a:pt x="1947555" y="52174"/>
                </a:lnTo>
                <a:lnTo>
                  <a:pt x="1952328" y="52174"/>
                </a:lnTo>
                <a:close/>
                <a:moveTo>
                  <a:pt x="2028406" y="52174"/>
                </a:moveTo>
                <a:cubicBezTo>
                  <a:pt x="2043447" y="52174"/>
                  <a:pt x="2055524" y="57893"/>
                  <a:pt x="2064636" y="69331"/>
                </a:cubicBezTo>
                <a:cubicBezTo>
                  <a:pt x="2072373" y="79102"/>
                  <a:pt x="2076242" y="90323"/>
                  <a:pt x="2076242" y="102993"/>
                </a:cubicBezTo>
                <a:cubicBezTo>
                  <a:pt x="2076242" y="111897"/>
                  <a:pt x="2074109" y="120909"/>
                  <a:pt x="2069842" y="130031"/>
                </a:cubicBezTo>
                <a:cubicBezTo>
                  <a:pt x="2065576" y="139150"/>
                  <a:pt x="2059700" y="146026"/>
                  <a:pt x="2052215" y="150659"/>
                </a:cubicBezTo>
                <a:cubicBezTo>
                  <a:pt x="2044731" y="155292"/>
                  <a:pt x="2036397" y="157609"/>
                  <a:pt x="2027212" y="157609"/>
                </a:cubicBezTo>
                <a:cubicBezTo>
                  <a:pt x="2012243" y="157609"/>
                  <a:pt x="2000347" y="151636"/>
                  <a:pt x="1991525" y="139691"/>
                </a:cubicBezTo>
                <a:cubicBezTo>
                  <a:pt x="1984076" y="129630"/>
                  <a:pt x="1980352" y="118338"/>
                  <a:pt x="1980352" y="105815"/>
                </a:cubicBezTo>
                <a:cubicBezTo>
                  <a:pt x="1980352" y="96694"/>
                  <a:pt x="1982612" y="87627"/>
                  <a:pt x="1987132" y="78614"/>
                </a:cubicBezTo>
                <a:cubicBezTo>
                  <a:pt x="1991651" y="69602"/>
                  <a:pt x="1997599" y="62942"/>
                  <a:pt x="2004976" y="58635"/>
                </a:cubicBezTo>
                <a:cubicBezTo>
                  <a:pt x="2012352" y="54328"/>
                  <a:pt x="2020162" y="52174"/>
                  <a:pt x="2028406" y="52174"/>
                </a:cubicBezTo>
                <a:moveTo>
                  <a:pt x="2025043" y="59348"/>
                </a:moveTo>
                <a:cubicBezTo>
                  <a:pt x="2021210" y="59348"/>
                  <a:pt x="2017360" y="60488"/>
                  <a:pt x="2013491" y="62768"/>
                </a:cubicBezTo>
                <a:cubicBezTo>
                  <a:pt x="2009622" y="65049"/>
                  <a:pt x="2006494" y="69048"/>
                  <a:pt x="2004108" y="74766"/>
                </a:cubicBezTo>
                <a:cubicBezTo>
                  <a:pt x="2001721" y="80484"/>
                  <a:pt x="2000528" y="87830"/>
                  <a:pt x="2000528" y="96804"/>
                </a:cubicBezTo>
                <a:cubicBezTo>
                  <a:pt x="2000528" y="111278"/>
                  <a:pt x="2003403" y="123764"/>
                  <a:pt x="2009152" y="134260"/>
                </a:cubicBezTo>
                <a:cubicBezTo>
                  <a:pt x="2014901" y="144753"/>
                  <a:pt x="2022476" y="150000"/>
                  <a:pt x="2031877" y="150000"/>
                </a:cubicBezTo>
                <a:cubicBezTo>
                  <a:pt x="2038891" y="150000"/>
                  <a:pt x="2044677" y="147105"/>
                  <a:pt x="2049232" y="141315"/>
                </a:cubicBezTo>
                <a:cubicBezTo>
                  <a:pt x="2053788" y="135524"/>
                  <a:pt x="2056066" y="125573"/>
                  <a:pt x="2056066" y="111461"/>
                </a:cubicBezTo>
                <a:cubicBezTo>
                  <a:pt x="2056066" y="93800"/>
                  <a:pt x="2052270" y="79903"/>
                  <a:pt x="2044677" y="69769"/>
                </a:cubicBezTo>
                <a:cubicBezTo>
                  <a:pt x="2039542" y="62822"/>
                  <a:pt x="2032998" y="59348"/>
                  <a:pt x="2025043" y="59348"/>
                </a:cubicBezTo>
                <a:close/>
                <a:moveTo>
                  <a:pt x="2119848" y="73261"/>
                </a:moveTo>
                <a:cubicBezTo>
                  <a:pt x="2131491" y="59203"/>
                  <a:pt x="2142591" y="52174"/>
                  <a:pt x="2153149" y="52174"/>
                </a:cubicBezTo>
                <a:cubicBezTo>
                  <a:pt x="2158573" y="52174"/>
                  <a:pt x="2163237" y="53530"/>
                  <a:pt x="2167142" y="56243"/>
                </a:cubicBezTo>
                <a:cubicBezTo>
                  <a:pt x="2171047" y="58954"/>
                  <a:pt x="2174157" y="63418"/>
                  <a:pt x="2176471" y="69637"/>
                </a:cubicBezTo>
                <a:cubicBezTo>
                  <a:pt x="2178062" y="73973"/>
                  <a:pt x="2178857" y="80625"/>
                  <a:pt x="2178857" y="89593"/>
                </a:cubicBezTo>
                <a:lnTo>
                  <a:pt x="2178857" y="131997"/>
                </a:lnTo>
                <a:cubicBezTo>
                  <a:pt x="2178857" y="138288"/>
                  <a:pt x="2179363" y="142555"/>
                  <a:pt x="2180376" y="144796"/>
                </a:cubicBezTo>
                <a:cubicBezTo>
                  <a:pt x="2181171" y="146603"/>
                  <a:pt x="2182455" y="148013"/>
                  <a:pt x="2184227" y="149025"/>
                </a:cubicBezTo>
                <a:cubicBezTo>
                  <a:pt x="2185998" y="150038"/>
                  <a:pt x="2189271" y="150544"/>
                  <a:pt x="2194043" y="150544"/>
                </a:cubicBezTo>
                <a:lnTo>
                  <a:pt x="2194043" y="154565"/>
                </a:lnTo>
                <a:lnTo>
                  <a:pt x="2144905" y="154565"/>
                </a:lnTo>
                <a:lnTo>
                  <a:pt x="2144905" y="150544"/>
                </a:lnTo>
                <a:lnTo>
                  <a:pt x="2146966" y="150544"/>
                </a:lnTo>
                <a:cubicBezTo>
                  <a:pt x="2151594" y="150544"/>
                  <a:pt x="2154830" y="149841"/>
                  <a:pt x="2156675" y="148434"/>
                </a:cubicBezTo>
                <a:cubicBezTo>
                  <a:pt x="2158519" y="147028"/>
                  <a:pt x="2159802" y="144956"/>
                  <a:pt x="2160525" y="142218"/>
                </a:cubicBezTo>
                <a:cubicBezTo>
                  <a:pt x="2160815" y="141136"/>
                  <a:pt x="2160959" y="137747"/>
                  <a:pt x="2160959" y="132052"/>
                </a:cubicBezTo>
                <a:lnTo>
                  <a:pt x="2160959" y="91498"/>
                </a:lnTo>
                <a:cubicBezTo>
                  <a:pt x="2160959" y="82488"/>
                  <a:pt x="2159784" y="75946"/>
                  <a:pt x="2157434" y="71872"/>
                </a:cubicBezTo>
                <a:cubicBezTo>
                  <a:pt x="2155084" y="67798"/>
                  <a:pt x="2151124" y="65761"/>
                  <a:pt x="2145556" y="65761"/>
                </a:cubicBezTo>
                <a:cubicBezTo>
                  <a:pt x="2136951" y="65761"/>
                  <a:pt x="2128381" y="70447"/>
                  <a:pt x="2119848" y="79820"/>
                </a:cubicBezTo>
                <a:lnTo>
                  <a:pt x="2119848" y="132052"/>
                </a:lnTo>
                <a:cubicBezTo>
                  <a:pt x="2119848" y="138757"/>
                  <a:pt x="2120246" y="142902"/>
                  <a:pt x="2121041" y="144487"/>
                </a:cubicBezTo>
                <a:cubicBezTo>
                  <a:pt x="2122054" y="146577"/>
                  <a:pt x="2123446" y="148109"/>
                  <a:pt x="2125217" y="149083"/>
                </a:cubicBezTo>
                <a:cubicBezTo>
                  <a:pt x="2126989" y="150057"/>
                  <a:pt x="2130587" y="150544"/>
                  <a:pt x="2136010" y="150544"/>
                </a:cubicBezTo>
                <a:lnTo>
                  <a:pt x="2136010" y="154565"/>
                </a:lnTo>
                <a:lnTo>
                  <a:pt x="2086872" y="154565"/>
                </a:lnTo>
                <a:lnTo>
                  <a:pt x="2086872" y="150544"/>
                </a:lnTo>
                <a:lnTo>
                  <a:pt x="2089042" y="150544"/>
                </a:lnTo>
                <a:cubicBezTo>
                  <a:pt x="2094104" y="150544"/>
                  <a:pt x="2097521" y="149261"/>
                  <a:pt x="2099292" y="146695"/>
                </a:cubicBezTo>
                <a:cubicBezTo>
                  <a:pt x="2101064" y="144127"/>
                  <a:pt x="2101950" y="139228"/>
                  <a:pt x="2101950" y="131997"/>
                </a:cubicBezTo>
                <a:lnTo>
                  <a:pt x="2101950" y="95122"/>
                </a:lnTo>
                <a:cubicBezTo>
                  <a:pt x="2101950" y="83193"/>
                  <a:pt x="2101679" y="75927"/>
                  <a:pt x="2101136" y="73326"/>
                </a:cubicBezTo>
                <a:cubicBezTo>
                  <a:pt x="2100594" y="70721"/>
                  <a:pt x="2099762" y="68949"/>
                  <a:pt x="2098642" y="68010"/>
                </a:cubicBezTo>
                <a:cubicBezTo>
                  <a:pt x="2097521" y="67070"/>
                  <a:pt x="2096020" y="66600"/>
                  <a:pt x="2094140" y="66600"/>
                </a:cubicBezTo>
                <a:cubicBezTo>
                  <a:pt x="2092115" y="66600"/>
                  <a:pt x="2089693" y="67142"/>
                  <a:pt x="2086872" y="68227"/>
                </a:cubicBezTo>
                <a:lnTo>
                  <a:pt x="2085245" y="64321"/>
                </a:lnTo>
                <a:lnTo>
                  <a:pt x="2115184" y="52174"/>
                </a:lnTo>
                <a:lnTo>
                  <a:pt x="2119848" y="52174"/>
                </a:lnTo>
                <a:lnTo>
                  <a:pt x="2119848" y="732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0C003-EAD6-4DA1-B80D-33A9F14B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9254" y="1548013"/>
            <a:ext cx="689877" cy="718324"/>
          </a:xfrm>
          <a:custGeom xmlns:a="http://schemas.openxmlformats.org/drawingml/2006/main">
            <a:pathLst>
              <a:path w="689877" h="718324">
                <a:moveTo>
                  <a:pt x="564962" y="244167"/>
                </a:moveTo>
                <a:lnTo>
                  <a:pt x="689877" y="0"/>
                </a:lnTo>
                <a:lnTo>
                  <a:pt x="451492" y="134940"/>
                </a:lnTo>
                <a:lnTo>
                  <a:pt x="489328" y="171362"/>
                </a:lnTo>
                <a:lnTo>
                  <a:pt x="0" y="681905"/>
                </a:lnTo>
                <a:lnTo>
                  <a:pt x="37850" y="718324"/>
                </a:lnTo>
                <a:lnTo>
                  <a:pt x="527150" y="207769"/>
                </a:lnTo>
                <a:lnTo>
                  <a:pt x="564962" y="244167"/>
                </a:lnTo>
                <a:close/>
              </a:path>
            </a:pathLst>
          </a:custGeom>
          <a:solidFill xmlns:a="http://schemas.openxmlformats.org/drawingml/2006/main">
            <a:srgbClr val="0000FF">
              <a:alpha val="56078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p">
            <a:extLst xmlns:a="http://schemas.openxmlformats.org/drawingml/2006/main">
              <a:ext uri="{FF2B5EF4-FFF2-40B4-BE49-F238E27FC236}">
                <a16:creationId xmlns:a16="http://schemas.microsoft.com/office/drawing/2014/main" id="{59065C7F-03CF-43CE-BB6E-42C1B533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353" y="2344811"/>
            <a:ext cx="109666" cy="152392"/>
          </a:xfrm>
          <a:custGeom xmlns:a="http://schemas.openxmlformats.org/drawingml/2006/main">
            <a:pathLst>
              <a:path w="109666" h="152392">
                <a:moveTo>
                  <a:pt x="42521" y="94457"/>
                </a:moveTo>
                <a:lnTo>
                  <a:pt x="42521" y="132174"/>
                </a:lnTo>
                <a:cubicBezTo>
                  <a:pt x="42521" y="137462"/>
                  <a:pt x="42937" y="141060"/>
                  <a:pt x="43769" y="142969"/>
                </a:cubicBezTo>
                <a:cubicBezTo>
                  <a:pt x="44600" y="144880"/>
                  <a:pt x="45884" y="146276"/>
                  <a:pt x="47620" y="147157"/>
                </a:cubicBezTo>
                <a:cubicBezTo>
                  <a:pt x="49355" y="148038"/>
                  <a:pt x="52754" y="148478"/>
                  <a:pt x="57816" y="148478"/>
                </a:cubicBezTo>
                <a:lnTo>
                  <a:pt x="57816" y="152392"/>
                </a:lnTo>
                <a:lnTo>
                  <a:pt x="0" y="152392"/>
                </a:lnTo>
                <a:lnTo>
                  <a:pt x="0" y="148478"/>
                </a:lnTo>
                <a:cubicBezTo>
                  <a:pt x="4484" y="148331"/>
                  <a:pt x="7810" y="147046"/>
                  <a:pt x="9979" y="144623"/>
                </a:cubicBezTo>
                <a:cubicBezTo>
                  <a:pt x="11426" y="142936"/>
                  <a:pt x="12149" y="138569"/>
                  <a:pt x="12149" y="131522"/>
                </a:cubicBezTo>
                <a:lnTo>
                  <a:pt x="12149" y="24348"/>
                </a:lnTo>
                <a:cubicBezTo>
                  <a:pt x="12149" y="17083"/>
                  <a:pt x="11317" y="12442"/>
                  <a:pt x="9654" y="10425"/>
                </a:cubicBezTo>
                <a:cubicBezTo>
                  <a:pt x="7991" y="8407"/>
                  <a:pt x="4773" y="7251"/>
                  <a:pt x="0" y="6957"/>
                </a:cubicBezTo>
                <a:lnTo>
                  <a:pt x="0" y="3043"/>
                </a:lnTo>
                <a:lnTo>
                  <a:pt x="42521" y="3043"/>
                </a:lnTo>
                <a:lnTo>
                  <a:pt x="42521" y="16413"/>
                </a:lnTo>
                <a:cubicBezTo>
                  <a:pt x="46065" y="11196"/>
                  <a:pt x="49681" y="7428"/>
                  <a:pt x="53369" y="5109"/>
                </a:cubicBezTo>
                <a:cubicBezTo>
                  <a:pt x="58648" y="1703"/>
                  <a:pt x="64397" y="0"/>
                  <a:pt x="70616" y="0"/>
                </a:cubicBezTo>
                <a:cubicBezTo>
                  <a:pt x="78064" y="0"/>
                  <a:pt x="84844" y="2357"/>
                  <a:pt x="90954" y="7072"/>
                </a:cubicBezTo>
                <a:cubicBezTo>
                  <a:pt x="97065" y="11787"/>
                  <a:pt x="101711" y="18297"/>
                  <a:pt x="104893" y="26603"/>
                </a:cubicBezTo>
                <a:cubicBezTo>
                  <a:pt x="108075" y="34909"/>
                  <a:pt x="109666" y="43850"/>
                  <a:pt x="109666" y="53424"/>
                </a:cubicBezTo>
                <a:cubicBezTo>
                  <a:pt x="109666" y="63723"/>
                  <a:pt x="108021" y="73134"/>
                  <a:pt x="104730" y="81658"/>
                </a:cubicBezTo>
                <a:cubicBezTo>
                  <a:pt x="101440" y="90181"/>
                  <a:pt x="96667" y="96674"/>
                  <a:pt x="90412" y="101135"/>
                </a:cubicBezTo>
                <a:cubicBezTo>
                  <a:pt x="84157" y="105596"/>
                  <a:pt x="77196" y="107826"/>
                  <a:pt x="69531" y="107826"/>
                </a:cubicBezTo>
                <a:cubicBezTo>
                  <a:pt x="63963" y="107826"/>
                  <a:pt x="58756" y="106594"/>
                  <a:pt x="53911" y="104131"/>
                </a:cubicBezTo>
                <a:cubicBezTo>
                  <a:pt x="50295" y="102247"/>
                  <a:pt x="46499" y="99022"/>
                  <a:pt x="42521" y="94457"/>
                </a:cubicBezTo>
                <a:moveTo>
                  <a:pt x="42521" y="83461"/>
                </a:moveTo>
                <a:cubicBezTo>
                  <a:pt x="48740" y="92313"/>
                  <a:pt x="55393" y="96739"/>
                  <a:pt x="62480" y="96739"/>
                </a:cubicBezTo>
                <a:cubicBezTo>
                  <a:pt x="66385" y="96739"/>
                  <a:pt x="69603" y="94672"/>
                  <a:pt x="72134" y="90537"/>
                </a:cubicBezTo>
                <a:cubicBezTo>
                  <a:pt x="75895" y="84441"/>
                  <a:pt x="77775" y="72831"/>
                  <a:pt x="77775" y="55707"/>
                </a:cubicBezTo>
                <a:cubicBezTo>
                  <a:pt x="77775" y="38148"/>
                  <a:pt x="75714" y="26139"/>
                  <a:pt x="71592" y="19681"/>
                </a:cubicBezTo>
                <a:cubicBezTo>
                  <a:pt x="68844" y="15401"/>
                  <a:pt x="65156" y="13261"/>
                  <a:pt x="60528" y="13261"/>
                </a:cubicBezTo>
                <a:cubicBezTo>
                  <a:pt x="53224" y="13261"/>
                  <a:pt x="47222" y="18558"/>
                  <a:pt x="42521" y="29151"/>
                </a:cubicBezTo>
                <a:lnTo>
                  <a:pt x="42521" y="834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ij">
            <a:extLst xmlns:a="http://schemas.openxmlformats.org/drawingml/2006/main">
              <a:ext uri="{FF2B5EF4-FFF2-40B4-BE49-F238E27FC236}">
                <a16:creationId xmlns:a16="http://schemas.microsoft.com/office/drawing/2014/main" id="{35A92D71-4551-4560-B22E-C5B0ADD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577" y="2401101"/>
            <a:ext cx="75388" cy="132464"/>
          </a:xfrm>
          <a:custGeom xmlns:a="http://schemas.openxmlformats.org/drawingml/2006/main">
            <a:pathLst>
              <a:path w="75388" h="132464">
                <a:moveTo>
                  <a:pt x="18223" y="0"/>
                </a:moveTo>
                <a:cubicBezTo>
                  <a:pt x="21357" y="0"/>
                  <a:pt x="24009" y="1103"/>
                  <a:pt x="26178" y="3308"/>
                </a:cubicBezTo>
                <a:cubicBezTo>
                  <a:pt x="28348" y="5513"/>
                  <a:pt x="29432" y="8166"/>
                  <a:pt x="29432" y="11268"/>
                </a:cubicBezTo>
                <a:cubicBezTo>
                  <a:pt x="29432" y="14370"/>
                  <a:pt x="28335" y="17012"/>
                  <a:pt x="26142" y="19194"/>
                </a:cubicBezTo>
                <a:cubicBezTo>
                  <a:pt x="23948" y="21374"/>
                  <a:pt x="21309" y="22464"/>
                  <a:pt x="18223" y="22464"/>
                </a:cubicBezTo>
                <a:cubicBezTo>
                  <a:pt x="15138" y="22464"/>
                  <a:pt x="12511" y="21374"/>
                  <a:pt x="10341" y="19194"/>
                </a:cubicBezTo>
                <a:cubicBezTo>
                  <a:pt x="8172" y="17012"/>
                  <a:pt x="7087" y="14370"/>
                  <a:pt x="7087" y="11268"/>
                </a:cubicBezTo>
                <a:cubicBezTo>
                  <a:pt x="7087" y="8166"/>
                  <a:pt x="8172" y="5513"/>
                  <a:pt x="10341" y="3308"/>
                </a:cubicBezTo>
                <a:cubicBezTo>
                  <a:pt x="12511" y="1103"/>
                  <a:pt x="15138" y="0"/>
                  <a:pt x="18223" y="0"/>
                </a:cubicBezTo>
                <a:moveTo>
                  <a:pt x="28348" y="32609"/>
                </a:moveTo>
                <a:lnTo>
                  <a:pt x="28348" y="86377"/>
                </a:lnTo>
                <a:cubicBezTo>
                  <a:pt x="28348" y="91160"/>
                  <a:pt x="28902" y="94215"/>
                  <a:pt x="30011" y="95544"/>
                </a:cubicBezTo>
                <a:cubicBezTo>
                  <a:pt x="31120" y="96872"/>
                  <a:pt x="33289" y="97633"/>
                  <a:pt x="36519" y="97826"/>
                </a:cubicBezTo>
                <a:lnTo>
                  <a:pt x="36519" y="100435"/>
                </a:lnTo>
                <a:lnTo>
                  <a:pt x="0" y="100435"/>
                </a:lnTo>
                <a:lnTo>
                  <a:pt x="0" y="97826"/>
                </a:lnTo>
                <a:cubicBezTo>
                  <a:pt x="2989" y="97730"/>
                  <a:pt x="5207" y="96860"/>
                  <a:pt x="6653" y="95218"/>
                </a:cubicBezTo>
                <a:cubicBezTo>
                  <a:pt x="7617" y="94106"/>
                  <a:pt x="8099" y="91160"/>
                  <a:pt x="8099" y="86377"/>
                </a:cubicBezTo>
                <a:lnTo>
                  <a:pt x="8099" y="46812"/>
                </a:lnTo>
                <a:cubicBezTo>
                  <a:pt x="8099" y="41969"/>
                  <a:pt x="7545" y="38875"/>
                  <a:pt x="6436" y="37529"/>
                </a:cubicBezTo>
                <a:cubicBezTo>
                  <a:pt x="5327" y="36184"/>
                  <a:pt x="3182" y="35414"/>
                  <a:pt x="0" y="35217"/>
                </a:cubicBezTo>
                <a:lnTo>
                  <a:pt x="0" y="32609"/>
                </a:lnTo>
                <a:lnTo>
                  <a:pt x="28348" y="32609"/>
                </a:lnTo>
                <a:close/>
                <a:moveTo>
                  <a:pt x="64324" y="0"/>
                </a:moveTo>
                <a:cubicBezTo>
                  <a:pt x="67409" y="0"/>
                  <a:pt x="70024" y="1075"/>
                  <a:pt x="72170" y="3225"/>
                </a:cubicBezTo>
                <a:cubicBezTo>
                  <a:pt x="74315" y="5374"/>
                  <a:pt x="75388" y="7971"/>
                  <a:pt x="75388" y="11015"/>
                </a:cubicBezTo>
                <a:cubicBezTo>
                  <a:pt x="75388" y="14106"/>
                  <a:pt x="74303" y="16739"/>
                  <a:pt x="72134" y="18913"/>
                </a:cubicBezTo>
                <a:cubicBezTo>
                  <a:pt x="69964" y="21087"/>
                  <a:pt x="67361" y="22174"/>
                  <a:pt x="64324" y="22174"/>
                </a:cubicBezTo>
                <a:cubicBezTo>
                  <a:pt x="61286" y="22174"/>
                  <a:pt x="58683" y="21087"/>
                  <a:pt x="56514" y="18913"/>
                </a:cubicBezTo>
                <a:cubicBezTo>
                  <a:pt x="54344" y="16739"/>
                  <a:pt x="53259" y="14106"/>
                  <a:pt x="53259" y="11015"/>
                </a:cubicBezTo>
                <a:cubicBezTo>
                  <a:pt x="53259" y="7971"/>
                  <a:pt x="54332" y="5374"/>
                  <a:pt x="56477" y="3225"/>
                </a:cubicBezTo>
                <a:cubicBezTo>
                  <a:pt x="58623" y="1075"/>
                  <a:pt x="61238" y="0"/>
                  <a:pt x="64324" y="0"/>
                </a:cubicBezTo>
                <a:moveTo>
                  <a:pt x="74448" y="32609"/>
                </a:moveTo>
                <a:lnTo>
                  <a:pt x="74448" y="102804"/>
                </a:lnTo>
                <a:cubicBezTo>
                  <a:pt x="74448" y="109380"/>
                  <a:pt x="74038" y="114239"/>
                  <a:pt x="73218" y="117380"/>
                </a:cubicBezTo>
                <a:cubicBezTo>
                  <a:pt x="72013" y="121924"/>
                  <a:pt x="69615" y="125574"/>
                  <a:pt x="66023" y="128329"/>
                </a:cubicBezTo>
                <a:cubicBezTo>
                  <a:pt x="62431" y="131086"/>
                  <a:pt x="57695" y="132464"/>
                  <a:pt x="51813" y="132464"/>
                </a:cubicBezTo>
                <a:cubicBezTo>
                  <a:pt x="45883" y="132464"/>
                  <a:pt x="41508" y="131256"/>
                  <a:pt x="38688" y="128841"/>
                </a:cubicBezTo>
                <a:cubicBezTo>
                  <a:pt x="35868" y="126425"/>
                  <a:pt x="34457" y="123503"/>
                  <a:pt x="34457" y="120073"/>
                </a:cubicBezTo>
                <a:cubicBezTo>
                  <a:pt x="34457" y="117947"/>
                  <a:pt x="35193" y="116099"/>
                  <a:pt x="36663" y="114529"/>
                </a:cubicBezTo>
                <a:cubicBezTo>
                  <a:pt x="38133" y="112959"/>
                  <a:pt x="39857" y="112174"/>
                  <a:pt x="41834" y="112174"/>
                </a:cubicBezTo>
                <a:cubicBezTo>
                  <a:pt x="43666" y="112174"/>
                  <a:pt x="45112" y="112718"/>
                  <a:pt x="46172" y="113805"/>
                </a:cubicBezTo>
                <a:cubicBezTo>
                  <a:pt x="47233" y="114891"/>
                  <a:pt x="47763" y="116522"/>
                  <a:pt x="47763" y="118696"/>
                </a:cubicBezTo>
                <a:cubicBezTo>
                  <a:pt x="47763" y="119276"/>
                  <a:pt x="47739" y="119952"/>
                  <a:pt x="47691" y="120725"/>
                </a:cubicBezTo>
                <a:cubicBezTo>
                  <a:pt x="47595" y="121739"/>
                  <a:pt x="47546" y="122440"/>
                  <a:pt x="47546" y="122826"/>
                </a:cubicBezTo>
                <a:cubicBezTo>
                  <a:pt x="47546" y="124517"/>
                  <a:pt x="47932" y="125773"/>
                  <a:pt x="48704" y="126594"/>
                </a:cubicBezTo>
                <a:cubicBezTo>
                  <a:pt x="49475" y="127416"/>
                  <a:pt x="50463" y="127826"/>
                  <a:pt x="51668" y="127826"/>
                </a:cubicBezTo>
                <a:cubicBezTo>
                  <a:pt x="52777" y="127826"/>
                  <a:pt x="53729" y="127342"/>
                  <a:pt x="54525" y="126375"/>
                </a:cubicBezTo>
                <a:cubicBezTo>
                  <a:pt x="55320" y="125409"/>
                  <a:pt x="55718" y="124031"/>
                  <a:pt x="55718" y="122242"/>
                </a:cubicBezTo>
                <a:cubicBezTo>
                  <a:pt x="55718" y="121274"/>
                  <a:pt x="55573" y="119316"/>
                  <a:pt x="55284" y="116366"/>
                </a:cubicBezTo>
                <a:cubicBezTo>
                  <a:pt x="54802" y="110999"/>
                  <a:pt x="54537" y="107760"/>
                  <a:pt x="54489" y="106649"/>
                </a:cubicBezTo>
                <a:lnTo>
                  <a:pt x="54272" y="89459"/>
                </a:lnTo>
                <a:lnTo>
                  <a:pt x="54272" y="47536"/>
                </a:lnTo>
                <a:lnTo>
                  <a:pt x="54344" y="43746"/>
                </a:lnTo>
                <a:cubicBezTo>
                  <a:pt x="54344" y="40684"/>
                  <a:pt x="53826" y="38582"/>
                  <a:pt x="52789" y="37441"/>
                </a:cubicBezTo>
                <a:cubicBezTo>
                  <a:pt x="51753" y="36298"/>
                  <a:pt x="49571" y="35557"/>
                  <a:pt x="46245" y="35217"/>
                </a:cubicBezTo>
                <a:lnTo>
                  <a:pt x="46245" y="32609"/>
                </a:lnTo>
                <a:lnTo>
                  <a:pt x="74448" y="326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43F28-572C-43EE-982F-DBFF0CD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922" y="683579"/>
            <a:ext cx="3806214" cy="1751186"/>
          </a:xfrm>
          <a:custGeom xmlns:a="http://schemas.openxmlformats.org/drawingml/2006/main">
            <a:pathLst>
              <a:path w="3806214" h="1751186">
                <a:moveTo>
                  <a:pt x="3806214" y="1751186"/>
                </a:moveTo>
                <a:lnTo>
                  <a:pt x="0" y="875573"/>
                </a:lnTo>
                <a:lnTo>
                  <a:pt x="3806214" y="0"/>
                </a:lnTo>
                <a:lnTo>
                  <a:pt x="3806214" y="1751186"/>
                </a:lnTo>
                <a:close/>
                <a:moveTo>
                  <a:pt x="3806214" y="1751186"/>
                </a:moveTo>
              </a:path>
            </a:pathLst>
          </a:custGeom>
          <a:solidFill xmlns:a="http://schemas.openxmlformats.org/drawingml/2006/main">
            <a:srgbClr val="0000FF">
              <a:alpha val="14902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4DC599F-A73C-44C4-BF96-BB8C43A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372" y="675822"/>
            <a:ext cx="3839931" cy="1766699"/>
          </a:xfrm>
          <a:custGeom xmlns:a="http://schemas.openxmlformats.org/drawingml/2006/main">
            <a:pathLst>
              <a:path w="3839931" h="1766699">
                <a:moveTo>
                  <a:pt x="0" y="883330"/>
                </a:moveTo>
                <a:lnTo>
                  <a:pt x="3839931" y="0"/>
                </a:lnTo>
                <a:lnTo>
                  <a:pt x="3839931" y="1766699"/>
                </a:lnTo>
                <a:lnTo>
                  <a:pt x="0" y="883330"/>
                </a:lnTo>
                <a:close/>
                <a:moveTo>
                  <a:pt x="55108" y="883330"/>
                </a:moveTo>
                <a:lnTo>
                  <a:pt x="3827589" y="1751183"/>
                </a:lnTo>
                <a:lnTo>
                  <a:pt x="3827589" y="15516"/>
                </a:lnTo>
                <a:lnTo>
                  <a:pt x="55108" y="88333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v">
            <a:extLst xmlns:a="http://schemas.openxmlformats.org/drawingml/2006/main">
              <a:ext uri="{FF2B5EF4-FFF2-40B4-BE49-F238E27FC236}">
                <a16:creationId xmlns:a16="http://schemas.microsoft.com/office/drawing/2014/main" id="{704CA2D8-B323-4E0E-89B7-B3900282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200" y="1780651"/>
            <a:ext cx="100337" cy="105652"/>
          </a:xfrm>
          <a:custGeom xmlns:a="http://schemas.openxmlformats.org/drawingml/2006/main">
            <a:pathLst>
              <a:path w="100337" h="105652">
                <a:moveTo>
                  <a:pt x="100337" y="4239"/>
                </a:moveTo>
                <a:cubicBezTo>
                  <a:pt x="100337" y="4601"/>
                  <a:pt x="100319" y="5036"/>
                  <a:pt x="100283" y="5543"/>
                </a:cubicBezTo>
                <a:cubicBezTo>
                  <a:pt x="100247" y="6051"/>
                  <a:pt x="100175" y="6612"/>
                  <a:pt x="100066" y="7228"/>
                </a:cubicBezTo>
                <a:cubicBezTo>
                  <a:pt x="99958" y="7844"/>
                  <a:pt x="99813" y="8551"/>
                  <a:pt x="99632" y="9348"/>
                </a:cubicBezTo>
                <a:cubicBezTo>
                  <a:pt x="99451" y="10145"/>
                  <a:pt x="99216" y="11051"/>
                  <a:pt x="98927" y="12065"/>
                </a:cubicBezTo>
                <a:lnTo>
                  <a:pt x="69856" y="99783"/>
                </a:lnTo>
                <a:cubicBezTo>
                  <a:pt x="69495" y="101015"/>
                  <a:pt x="69007" y="102011"/>
                  <a:pt x="68392" y="102772"/>
                </a:cubicBezTo>
                <a:cubicBezTo>
                  <a:pt x="67777" y="103533"/>
                  <a:pt x="66765" y="104131"/>
                  <a:pt x="65355" y="104565"/>
                </a:cubicBezTo>
                <a:cubicBezTo>
                  <a:pt x="63945" y="105000"/>
                  <a:pt x="62028" y="105290"/>
                  <a:pt x="59606" y="105435"/>
                </a:cubicBezTo>
                <a:cubicBezTo>
                  <a:pt x="57183" y="105580"/>
                  <a:pt x="54019" y="105652"/>
                  <a:pt x="50114" y="105652"/>
                </a:cubicBezTo>
                <a:cubicBezTo>
                  <a:pt x="46282" y="105652"/>
                  <a:pt x="43154" y="105562"/>
                  <a:pt x="40732" y="105381"/>
                </a:cubicBezTo>
                <a:cubicBezTo>
                  <a:pt x="38309" y="105199"/>
                  <a:pt x="36411" y="104891"/>
                  <a:pt x="35037" y="104457"/>
                </a:cubicBezTo>
                <a:cubicBezTo>
                  <a:pt x="33663" y="104022"/>
                  <a:pt x="32668" y="103424"/>
                  <a:pt x="32054" y="102663"/>
                </a:cubicBezTo>
                <a:cubicBezTo>
                  <a:pt x="31439" y="101902"/>
                  <a:pt x="30951" y="100942"/>
                  <a:pt x="30589" y="99783"/>
                </a:cubicBezTo>
                <a:lnTo>
                  <a:pt x="1519" y="12065"/>
                </a:lnTo>
                <a:cubicBezTo>
                  <a:pt x="1085" y="10616"/>
                  <a:pt x="741" y="9312"/>
                  <a:pt x="488" y="8152"/>
                </a:cubicBezTo>
                <a:cubicBezTo>
                  <a:pt x="235" y="6993"/>
                  <a:pt x="90" y="6159"/>
                  <a:pt x="54" y="5652"/>
                </a:cubicBezTo>
                <a:cubicBezTo>
                  <a:pt x="18" y="5145"/>
                  <a:pt x="0" y="4674"/>
                  <a:pt x="0" y="4239"/>
                </a:cubicBezTo>
                <a:cubicBezTo>
                  <a:pt x="0" y="3514"/>
                  <a:pt x="199" y="2880"/>
                  <a:pt x="597" y="2337"/>
                </a:cubicBezTo>
                <a:cubicBezTo>
                  <a:pt x="994" y="1793"/>
                  <a:pt x="1699" y="1341"/>
                  <a:pt x="2712" y="978"/>
                </a:cubicBezTo>
                <a:cubicBezTo>
                  <a:pt x="3724" y="616"/>
                  <a:pt x="5116" y="362"/>
                  <a:pt x="6888" y="217"/>
                </a:cubicBezTo>
                <a:cubicBezTo>
                  <a:pt x="8660" y="72"/>
                  <a:pt x="10883" y="0"/>
                  <a:pt x="13559" y="0"/>
                </a:cubicBezTo>
                <a:cubicBezTo>
                  <a:pt x="16524" y="0"/>
                  <a:pt x="18910" y="91"/>
                  <a:pt x="20718" y="272"/>
                </a:cubicBezTo>
                <a:cubicBezTo>
                  <a:pt x="22526" y="453"/>
                  <a:pt x="23954" y="707"/>
                  <a:pt x="25003" y="1033"/>
                </a:cubicBezTo>
                <a:cubicBezTo>
                  <a:pt x="26052" y="1359"/>
                  <a:pt x="26793" y="1830"/>
                  <a:pt x="27227" y="2446"/>
                </a:cubicBezTo>
                <a:cubicBezTo>
                  <a:pt x="27661" y="3062"/>
                  <a:pt x="28022" y="3804"/>
                  <a:pt x="28311" y="4674"/>
                </a:cubicBezTo>
                <a:lnTo>
                  <a:pt x="50331" y="75870"/>
                </a:lnTo>
                <a:lnTo>
                  <a:pt x="50982" y="78587"/>
                </a:lnTo>
                <a:lnTo>
                  <a:pt x="51633" y="75870"/>
                </a:lnTo>
                <a:lnTo>
                  <a:pt x="73328" y="4674"/>
                </a:lnTo>
                <a:cubicBezTo>
                  <a:pt x="73545" y="3804"/>
                  <a:pt x="73888" y="3062"/>
                  <a:pt x="74358" y="2446"/>
                </a:cubicBezTo>
                <a:cubicBezTo>
                  <a:pt x="74828" y="1830"/>
                  <a:pt x="75569" y="1359"/>
                  <a:pt x="76582" y="1033"/>
                </a:cubicBezTo>
                <a:cubicBezTo>
                  <a:pt x="77594" y="707"/>
                  <a:pt x="78950" y="453"/>
                  <a:pt x="80650" y="272"/>
                </a:cubicBezTo>
                <a:cubicBezTo>
                  <a:pt x="82349" y="91"/>
                  <a:pt x="84573" y="0"/>
                  <a:pt x="87321" y="0"/>
                </a:cubicBezTo>
                <a:cubicBezTo>
                  <a:pt x="89996" y="0"/>
                  <a:pt x="92184" y="72"/>
                  <a:pt x="93883" y="217"/>
                </a:cubicBezTo>
                <a:cubicBezTo>
                  <a:pt x="95583" y="362"/>
                  <a:pt x="96902" y="616"/>
                  <a:pt x="97842" y="978"/>
                </a:cubicBezTo>
                <a:cubicBezTo>
                  <a:pt x="98783" y="1341"/>
                  <a:pt x="99433" y="1793"/>
                  <a:pt x="99795" y="2337"/>
                </a:cubicBezTo>
                <a:cubicBezTo>
                  <a:pt x="100157" y="2880"/>
                  <a:pt x="100337" y="3514"/>
                  <a:pt x="100337" y="4239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i">
            <a:extLst xmlns:a="http://schemas.openxmlformats.org/drawingml/2006/main">
              <a:ext uri="{FF2B5EF4-FFF2-40B4-BE49-F238E27FC236}">
                <a16:creationId xmlns:a16="http://schemas.microsoft.com/office/drawing/2014/main" id="{600FCDB9-600B-4B6F-90D9-BB480C5B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457" y="1839187"/>
            <a:ext cx="20971" cy="98841"/>
          </a:xfrm>
          <a:custGeom xmlns:a="http://schemas.openxmlformats.org/drawingml/2006/main">
            <a:pathLst>
              <a:path w="20971" h="98841">
                <a:moveTo>
                  <a:pt x="19597" y="95942"/>
                </a:moveTo>
                <a:cubicBezTo>
                  <a:pt x="19597" y="96425"/>
                  <a:pt x="19453" y="96848"/>
                  <a:pt x="19164" y="97210"/>
                </a:cubicBezTo>
                <a:cubicBezTo>
                  <a:pt x="18874" y="97573"/>
                  <a:pt x="18380" y="97875"/>
                  <a:pt x="17681" y="98116"/>
                </a:cubicBezTo>
                <a:cubicBezTo>
                  <a:pt x="16982" y="98358"/>
                  <a:pt x="16054" y="98539"/>
                  <a:pt x="14897" y="98660"/>
                </a:cubicBezTo>
                <a:cubicBezTo>
                  <a:pt x="13740" y="98780"/>
                  <a:pt x="12269" y="98841"/>
                  <a:pt x="10486" y="98841"/>
                </a:cubicBezTo>
                <a:cubicBezTo>
                  <a:pt x="8702" y="98841"/>
                  <a:pt x="7232" y="98780"/>
                  <a:pt x="6074" y="98660"/>
                </a:cubicBezTo>
                <a:cubicBezTo>
                  <a:pt x="4917" y="98539"/>
                  <a:pt x="3989" y="98358"/>
                  <a:pt x="3290" y="98116"/>
                </a:cubicBezTo>
                <a:cubicBezTo>
                  <a:pt x="2591" y="97875"/>
                  <a:pt x="2097" y="97573"/>
                  <a:pt x="1808" y="97210"/>
                </a:cubicBezTo>
                <a:cubicBezTo>
                  <a:pt x="1519" y="96848"/>
                  <a:pt x="1374" y="96425"/>
                  <a:pt x="1374" y="95942"/>
                </a:cubicBezTo>
                <a:lnTo>
                  <a:pt x="1374" y="31449"/>
                </a:lnTo>
                <a:cubicBezTo>
                  <a:pt x="1374" y="30966"/>
                  <a:pt x="1519" y="30544"/>
                  <a:pt x="1808" y="30181"/>
                </a:cubicBezTo>
                <a:cubicBezTo>
                  <a:pt x="2097" y="29819"/>
                  <a:pt x="2591" y="29505"/>
                  <a:pt x="3290" y="29239"/>
                </a:cubicBezTo>
                <a:cubicBezTo>
                  <a:pt x="3989" y="28973"/>
                  <a:pt x="4917" y="28768"/>
                  <a:pt x="6074" y="28623"/>
                </a:cubicBezTo>
                <a:cubicBezTo>
                  <a:pt x="7232" y="28478"/>
                  <a:pt x="8702" y="28406"/>
                  <a:pt x="10486" y="28406"/>
                </a:cubicBezTo>
                <a:cubicBezTo>
                  <a:pt x="12269" y="28406"/>
                  <a:pt x="13740" y="28478"/>
                  <a:pt x="14897" y="28623"/>
                </a:cubicBezTo>
                <a:cubicBezTo>
                  <a:pt x="16054" y="28768"/>
                  <a:pt x="16982" y="28973"/>
                  <a:pt x="17681" y="29239"/>
                </a:cubicBezTo>
                <a:cubicBezTo>
                  <a:pt x="18380" y="29505"/>
                  <a:pt x="18874" y="29819"/>
                  <a:pt x="19164" y="30181"/>
                </a:cubicBezTo>
                <a:cubicBezTo>
                  <a:pt x="19453" y="30544"/>
                  <a:pt x="19597" y="30966"/>
                  <a:pt x="19597" y="31449"/>
                </a:cubicBezTo>
                <a:lnTo>
                  <a:pt x="19597" y="95942"/>
                </a:lnTo>
                <a:moveTo>
                  <a:pt x="20971" y="9420"/>
                </a:moveTo>
                <a:cubicBezTo>
                  <a:pt x="20971" y="13092"/>
                  <a:pt x="20224" y="15628"/>
                  <a:pt x="18730" y="17029"/>
                </a:cubicBezTo>
                <a:cubicBezTo>
                  <a:pt x="17235" y="18430"/>
                  <a:pt x="14463" y="19130"/>
                  <a:pt x="10413" y="19130"/>
                </a:cubicBezTo>
                <a:cubicBezTo>
                  <a:pt x="6316" y="19130"/>
                  <a:pt x="3555" y="18454"/>
                  <a:pt x="2133" y="17101"/>
                </a:cubicBezTo>
                <a:cubicBezTo>
                  <a:pt x="711" y="15749"/>
                  <a:pt x="0" y="13309"/>
                  <a:pt x="0" y="9783"/>
                </a:cubicBezTo>
                <a:cubicBezTo>
                  <a:pt x="0" y="6111"/>
                  <a:pt x="735" y="3563"/>
                  <a:pt x="2206" y="2138"/>
                </a:cubicBezTo>
                <a:cubicBezTo>
                  <a:pt x="3676" y="713"/>
                  <a:pt x="6460" y="0"/>
                  <a:pt x="10558" y="0"/>
                </a:cubicBezTo>
                <a:cubicBezTo>
                  <a:pt x="14608" y="0"/>
                  <a:pt x="17356" y="688"/>
                  <a:pt x="18802" y="2065"/>
                </a:cubicBezTo>
                <a:cubicBezTo>
                  <a:pt x="20248" y="3442"/>
                  <a:pt x="20971" y="5894"/>
                  <a:pt x="20971" y="9420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7AE14-8CD6-4A06-B4E1-19824CE8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100" y="1570292"/>
            <a:ext cx="689917" cy="718284"/>
          </a:xfrm>
          <a:custGeom xmlns:a="http://schemas.openxmlformats.org/drawingml/2006/main">
            <a:pathLst>
              <a:path w="689917" h="718284">
                <a:moveTo>
                  <a:pt x="565001" y="244167"/>
                </a:moveTo>
                <a:lnTo>
                  <a:pt x="689917" y="0"/>
                </a:lnTo>
                <a:lnTo>
                  <a:pt x="451492" y="134940"/>
                </a:lnTo>
                <a:lnTo>
                  <a:pt x="489329" y="171350"/>
                </a:lnTo>
                <a:lnTo>
                  <a:pt x="0" y="681895"/>
                </a:lnTo>
                <a:lnTo>
                  <a:pt x="37850" y="718284"/>
                </a:lnTo>
                <a:lnTo>
                  <a:pt x="527163" y="207756"/>
                </a:lnTo>
                <a:lnTo>
                  <a:pt x="565001" y="244167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4ADC6F-C31F-4A7D-AE7E-CA0B889C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0926" y="1559152"/>
            <a:ext cx="3802815" cy="2467"/>
          </a:xfrm>
          <a:custGeom xmlns:a="http://schemas.openxmlformats.org/drawingml/2006/main">
            <a:pathLst>
              <a:path w="3802815" h="2467" fill="none">
                <a:moveTo>
                  <a:pt x="0" y="2467"/>
                </a:moveTo>
                <a:lnTo>
                  <a:pt x="38028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798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51" name="Text V">
            <a:extLst xmlns:a="http://schemas.openxmlformats.org/drawingml/2006/main">
              <a:ext uri="{FF2B5EF4-FFF2-40B4-BE49-F238E27FC236}">
                <a16:creationId xmlns:a16="http://schemas.microsoft.com/office/drawing/2014/main" id="{5E17B2B4-A6D4-46AF-A46B-200786CF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145" y="877505"/>
            <a:ext cx="132879" cy="150652"/>
          </a:xfrm>
          <a:custGeom xmlns:a="http://schemas.openxmlformats.org/drawingml/2006/main">
            <a:pathLst>
              <a:path w="132879" h="150652">
                <a:moveTo>
                  <a:pt x="5966" y="150652"/>
                </a:moveTo>
                <a:lnTo>
                  <a:pt x="18115" y="27935"/>
                </a:lnTo>
                <a:cubicBezTo>
                  <a:pt x="18693" y="21703"/>
                  <a:pt x="18983" y="17500"/>
                  <a:pt x="18983" y="15326"/>
                </a:cubicBezTo>
                <a:cubicBezTo>
                  <a:pt x="18983" y="12065"/>
                  <a:pt x="17771" y="9348"/>
                  <a:pt x="15349" y="7174"/>
                </a:cubicBezTo>
                <a:cubicBezTo>
                  <a:pt x="12926" y="5000"/>
                  <a:pt x="9112" y="3913"/>
                  <a:pt x="3905" y="3913"/>
                </a:cubicBezTo>
                <a:lnTo>
                  <a:pt x="0" y="3913"/>
                </a:lnTo>
                <a:lnTo>
                  <a:pt x="1085" y="0"/>
                </a:lnTo>
                <a:lnTo>
                  <a:pt x="59118" y="0"/>
                </a:lnTo>
                <a:lnTo>
                  <a:pt x="57924" y="3913"/>
                </a:lnTo>
                <a:cubicBezTo>
                  <a:pt x="51633" y="3986"/>
                  <a:pt x="47312" y="4641"/>
                  <a:pt x="44962" y="5880"/>
                </a:cubicBezTo>
                <a:cubicBezTo>
                  <a:pt x="42612" y="7118"/>
                  <a:pt x="40750" y="9230"/>
                  <a:pt x="39376" y="12215"/>
                </a:cubicBezTo>
                <a:cubicBezTo>
                  <a:pt x="38652" y="13818"/>
                  <a:pt x="37893" y="18371"/>
                  <a:pt x="37098" y="25873"/>
                </a:cubicBezTo>
                <a:lnTo>
                  <a:pt x="28420" y="113730"/>
                </a:lnTo>
                <a:lnTo>
                  <a:pt x="85802" y="35323"/>
                </a:lnTo>
                <a:cubicBezTo>
                  <a:pt x="92021" y="26815"/>
                  <a:pt x="95926" y="20889"/>
                  <a:pt x="97517" y="17544"/>
                </a:cubicBezTo>
                <a:cubicBezTo>
                  <a:pt x="98602" y="15291"/>
                  <a:pt x="99144" y="13329"/>
                  <a:pt x="99144" y="11658"/>
                </a:cubicBezTo>
                <a:cubicBezTo>
                  <a:pt x="99144" y="9694"/>
                  <a:pt x="98312" y="7986"/>
                  <a:pt x="96649" y="6532"/>
                </a:cubicBezTo>
                <a:cubicBezTo>
                  <a:pt x="94986" y="5076"/>
                  <a:pt x="91876" y="4203"/>
                  <a:pt x="87321" y="3913"/>
                </a:cubicBezTo>
                <a:lnTo>
                  <a:pt x="88622" y="0"/>
                </a:lnTo>
                <a:lnTo>
                  <a:pt x="132879" y="0"/>
                </a:lnTo>
                <a:lnTo>
                  <a:pt x="131794" y="3913"/>
                </a:lnTo>
                <a:cubicBezTo>
                  <a:pt x="128251" y="4203"/>
                  <a:pt x="125431" y="4891"/>
                  <a:pt x="123334" y="5978"/>
                </a:cubicBezTo>
                <a:cubicBezTo>
                  <a:pt x="119356" y="7862"/>
                  <a:pt x="115397" y="10725"/>
                  <a:pt x="111456" y="14565"/>
                </a:cubicBezTo>
                <a:cubicBezTo>
                  <a:pt x="107515" y="18406"/>
                  <a:pt x="101277" y="26159"/>
                  <a:pt x="92744" y="37826"/>
                </a:cubicBezTo>
                <a:lnTo>
                  <a:pt x="9871" y="150652"/>
                </a:lnTo>
                <a:lnTo>
                  <a:pt x="5966" y="1506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OC">
            <a:extLst xmlns:a="http://schemas.openxmlformats.org/drawingml/2006/main">
              <a:ext uri="{FF2B5EF4-FFF2-40B4-BE49-F238E27FC236}">
                <a16:creationId xmlns:a16="http://schemas.microsoft.com/office/drawing/2014/main" id="{CF771C0E-FCF8-419A-9116-8CAAFC0C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681" y="874244"/>
            <a:ext cx="303468" cy="153913"/>
          </a:xfrm>
          <a:custGeom xmlns:a="http://schemas.openxmlformats.org/drawingml/2006/main">
            <a:pathLst>
              <a:path w="303468" h="153913">
                <a:moveTo>
                  <a:pt x="96215" y="0"/>
                </a:moveTo>
                <a:cubicBezTo>
                  <a:pt x="105978" y="0"/>
                  <a:pt x="114620" y="2117"/>
                  <a:pt x="122140" y="6352"/>
                </a:cubicBezTo>
                <a:cubicBezTo>
                  <a:pt x="129661" y="10584"/>
                  <a:pt x="135555" y="16843"/>
                  <a:pt x="139821" y="25129"/>
                </a:cubicBezTo>
                <a:cubicBezTo>
                  <a:pt x="144088" y="33413"/>
                  <a:pt x="146221" y="42005"/>
                  <a:pt x="146221" y="50907"/>
                </a:cubicBezTo>
                <a:cubicBezTo>
                  <a:pt x="146221" y="66681"/>
                  <a:pt x="141647" y="83234"/>
                  <a:pt x="132499" y="100564"/>
                </a:cubicBezTo>
                <a:cubicBezTo>
                  <a:pt x="123352" y="117894"/>
                  <a:pt x="111402" y="131119"/>
                  <a:pt x="96649" y="140238"/>
                </a:cubicBezTo>
                <a:cubicBezTo>
                  <a:pt x="81897" y="149355"/>
                  <a:pt x="66638" y="153913"/>
                  <a:pt x="50874" y="153913"/>
                </a:cubicBezTo>
                <a:cubicBezTo>
                  <a:pt x="39520" y="153913"/>
                  <a:pt x="30029" y="151399"/>
                  <a:pt x="22400" y="146369"/>
                </a:cubicBezTo>
                <a:cubicBezTo>
                  <a:pt x="14770" y="141340"/>
                  <a:pt x="9130" y="134701"/>
                  <a:pt x="5478" y="126454"/>
                </a:cubicBezTo>
                <a:cubicBezTo>
                  <a:pt x="1826" y="118204"/>
                  <a:pt x="0" y="110207"/>
                  <a:pt x="0" y="102463"/>
                </a:cubicBezTo>
                <a:cubicBezTo>
                  <a:pt x="0" y="88715"/>
                  <a:pt x="3308" y="75130"/>
                  <a:pt x="9925" y="61709"/>
                </a:cubicBezTo>
                <a:cubicBezTo>
                  <a:pt x="16542" y="48285"/>
                  <a:pt x="24443" y="37069"/>
                  <a:pt x="33627" y="28060"/>
                </a:cubicBezTo>
                <a:cubicBezTo>
                  <a:pt x="42811" y="19050"/>
                  <a:pt x="52609" y="12121"/>
                  <a:pt x="63023" y="7272"/>
                </a:cubicBezTo>
                <a:cubicBezTo>
                  <a:pt x="73436" y="2424"/>
                  <a:pt x="84500" y="0"/>
                  <a:pt x="96215" y="0"/>
                </a:cubicBezTo>
                <a:moveTo>
                  <a:pt x="92527" y="6957"/>
                </a:moveTo>
                <a:cubicBezTo>
                  <a:pt x="85296" y="6957"/>
                  <a:pt x="78227" y="8748"/>
                  <a:pt x="71321" y="12330"/>
                </a:cubicBezTo>
                <a:cubicBezTo>
                  <a:pt x="64415" y="15910"/>
                  <a:pt x="57563" y="21771"/>
                  <a:pt x="50765" y="29912"/>
                </a:cubicBezTo>
                <a:cubicBezTo>
                  <a:pt x="43968" y="38050"/>
                  <a:pt x="37857" y="48704"/>
                  <a:pt x="32433" y="61872"/>
                </a:cubicBezTo>
                <a:cubicBezTo>
                  <a:pt x="25780" y="78079"/>
                  <a:pt x="22454" y="93381"/>
                  <a:pt x="22454" y="107779"/>
                </a:cubicBezTo>
                <a:cubicBezTo>
                  <a:pt x="22454" y="118053"/>
                  <a:pt x="25093" y="127151"/>
                  <a:pt x="30372" y="135075"/>
                </a:cubicBezTo>
                <a:cubicBezTo>
                  <a:pt x="35651" y="142996"/>
                  <a:pt x="43751" y="146957"/>
                  <a:pt x="54670" y="146957"/>
                </a:cubicBezTo>
                <a:cubicBezTo>
                  <a:pt x="61251" y="146957"/>
                  <a:pt x="67705" y="145329"/>
                  <a:pt x="74033" y="142072"/>
                </a:cubicBezTo>
                <a:cubicBezTo>
                  <a:pt x="80360" y="138816"/>
                  <a:pt x="86959" y="133245"/>
                  <a:pt x="93829" y="125360"/>
                </a:cubicBezTo>
                <a:cubicBezTo>
                  <a:pt x="102434" y="115449"/>
                  <a:pt x="109666" y="102806"/>
                  <a:pt x="115524" y="87432"/>
                </a:cubicBezTo>
                <a:cubicBezTo>
                  <a:pt x="121381" y="72056"/>
                  <a:pt x="124310" y="57712"/>
                  <a:pt x="124310" y="44399"/>
                </a:cubicBezTo>
                <a:cubicBezTo>
                  <a:pt x="124310" y="34560"/>
                  <a:pt x="121670" y="25859"/>
                  <a:pt x="116391" y="18298"/>
                </a:cubicBezTo>
                <a:cubicBezTo>
                  <a:pt x="111112" y="10737"/>
                  <a:pt x="103158" y="6957"/>
                  <a:pt x="92527" y="6957"/>
                </a:cubicBezTo>
                <a:close/>
                <a:moveTo>
                  <a:pt x="303468" y="0"/>
                </a:moveTo>
                <a:lnTo>
                  <a:pt x="292512" y="47826"/>
                </a:lnTo>
                <a:lnTo>
                  <a:pt x="288607" y="47826"/>
                </a:lnTo>
                <a:lnTo>
                  <a:pt x="288174" y="35870"/>
                </a:lnTo>
                <a:cubicBezTo>
                  <a:pt x="287812" y="31522"/>
                  <a:pt x="286980" y="27645"/>
                  <a:pt x="285679" y="24239"/>
                </a:cubicBezTo>
                <a:cubicBezTo>
                  <a:pt x="284377" y="20833"/>
                  <a:pt x="282424" y="17880"/>
                  <a:pt x="279821" y="15380"/>
                </a:cubicBezTo>
                <a:cubicBezTo>
                  <a:pt x="277218" y="12880"/>
                  <a:pt x="273927" y="10924"/>
                  <a:pt x="269950" y="9511"/>
                </a:cubicBezTo>
                <a:cubicBezTo>
                  <a:pt x="265973" y="8098"/>
                  <a:pt x="261562" y="7391"/>
                  <a:pt x="256716" y="7391"/>
                </a:cubicBezTo>
                <a:cubicBezTo>
                  <a:pt x="243772" y="7391"/>
                  <a:pt x="232455" y="10931"/>
                  <a:pt x="222764" y="18010"/>
                </a:cubicBezTo>
                <a:cubicBezTo>
                  <a:pt x="210399" y="27038"/>
                  <a:pt x="200708" y="39787"/>
                  <a:pt x="193694" y="56257"/>
                </a:cubicBezTo>
                <a:cubicBezTo>
                  <a:pt x="187909" y="69837"/>
                  <a:pt x="185016" y="83598"/>
                  <a:pt x="185016" y="97541"/>
                </a:cubicBezTo>
                <a:cubicBezTo>
                  <a:pt x="185016" y="111771"/>
                  <a:pt x="189174" y="123130"/>
                  <a:pt x="197490" y="131617"/>
                </a:cubicBezTo>
                <a:cubicBezTo>
                  <a:pt x="205807" y="140104"/>
                  <a:pt x="216618" y="144348"/>
                  <a:pt x="229924" y="144348"/>
                </a:cubicBezTo>
                <a:cubicBezTo>
                  <a:pt x="239975" y="144348"/>
                  <a:pt x="248924" y="142093"/>
                  <a:pt x="256771" y="137582"/>
                </a:cubicBezTo>
                <a:cubicBezTo>
                  <a:pt x="264617" y="133071"/>
                  <a:pt x="271903" y="126123"/>
                  <a:pt x="278628" y="116739"/>
                </a:cubicBezTo>
                <a:lnTo>
                  <a:pt x="283726" y="116739"/>
                </a:lnTo>
                <a:cubicBezTo>
                  <a:pt x="275771" y="129495"/>
                  <a:pt x="266949" y="138880"/>
                  <a:pt x="257259" y="144895"/>
                </a:cubicBezTo>
                <a:cubicBezTo>
                  <a:pt x="247569" y="150907"/>
                  <a:pt x="235962" y="153913"/>
                  <a:pt x="222439" y="153913"/>
                </a:cubicBezTo>
                <a:cubicBezTo>
                  <a:pt x="210435" y="153913"/>
                  <a:pt x="199804" y="151399"/>
                  <a:pt x="190548" y="146369"/>
                </a:cubicBezTo>
                <a:cubicBezTo>
                  <a:pt x="181292" y="141340"/>
                  <a:pt x="174241" y="134266"/>
                  <a:pt x="169396" y="125150"/>
                </a:cubicBezTo>
                <a:cubicBezTo>
                  <a:pt x="164551" y="116033"/>
                  <a:pt x="162128" y="106227"/>
                  <a:pt x="162128" y="95734"/>
                </a:cubicBezTo>
                <a:cubicBezTo>
                  <a:pt x="162128" y="79669"/>
                  <a:pt x="166431" y="64040"/>
                  <a:pt x="175036" y="48845"/>
                </a:cubicBezTo>
                <a:cubicBezTo>
                  <a:pt x="183642" y="33648"/>
                  <a:pt x="195447" y="21709"/>
                  <a:pt x="210453" y="13027"/>
                </a:cubicBezTo>
                <a:cubicBezTo>
                  <a:pt x="225458" y="4342"/>
                  <a:pt x="240590" y="0"/>
                  <a:pt x="255849" y="0"/>
                </a:cubicBezTo>
                <a:cubicBezTo>
                  <a:pt x="263008" y="0"/>
                  <a:pt x="271035" y="1728"/>
                  <a:pt x="279930" y="5183"/>
                </a:cubicBezTo>
                <a:cubicBezTo>
                  <a:pt x="283835" y="6655"/>
                  <a:pt x="286655" y="7391"/>
                  <a:pt x="288390" y="7391"/>
                </a:cubicBezTo>
                <a:cubicBezTo>
                  <a:pt x="290126" y="7391"/>
                  <a:pt x="291645" y="7023"/>
                  <a:pt x="292946" y="6287"/>
                </a:cubicBezTo>
                <a:cubicBezTo>
                  <a:pt x="294248" y="5551"/>
                  <a:pt x="296417" y="3456"/>
                  <a:pt x="299455" y="0"/>
                </a:cubicBezTo>
                <a:lnTo>
                  <a:pt x="3034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i">
            <a:extLst xmlns:a="http://schemas.openxmlformats.org/drawingml/2006/main">
              <a:ext uri="{FF2B5EF4-FFF2-40B4-BE49-F238E27FC236}">
                <a16:creationId xmlns:a16="http://schemas.microsoft.com/office/drawing/2014/main" id="{61222DC9-107C-4008-867D-0F0C5875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417" y="973795"/>
            <a:ext cx="33193" cy="103044"/>
          </a:xfrm>
          <a:custGeom xmlns:a="http://schemas.openxmlformats.org/drawingml/2006/main">
            <a:pathLst>
              <a:path w="33193" h="103044">
                <a:moveTo>
                  <a:pt x="17139" y="0"/>
                </a:moveTo>
                <a:cubicBezTo>
                  <a:pt x="19164" y="0"/>
                  <a:pt x="20887" y="716"/>
                  <a:pt x="22309" y="2149"/>
                </a:cubicBezTo>
                <a:cubicBezTo>
                  <a:pt x="23731" y="3580"/>
                  <a:pt x="24443" y="5316"/>
                  <a:pt x="24443" y="7355"/>
                </a:cubicBezTo>
                <a:cubicBezTo>
                  <a:pt x="24443" y="9395"/>
                  <a:pt x="23731" y="11143"/>
                  <a:pt x="22309" y="12600"/>
                </a:cubicBezTo>
                <a:cubicBezTo>
                  <a:pt x="20887" y="14055"/>
                  <a:pt x="19164" y="14783"/>
                  <a:pt x="17139" y="14783"/>
                </a:cubicBezTo>
                <a:cubicBezTo>
                  <a:pt x="15114" y="14783"/>
                  <a:pt x="13378" y="14055"/>
                  <a:pt x="11932" y="12600"/>
                </a:cubicBezTo>
                <a:cubicBezTo>
                  <a:pt x="10486" y="11143"/>
                  <a:pt x="9763" y="9395"/>
                  <a:pt x="9763" y="7355"/>
                </a:cubicBezTo>
                <a:cubicBezTo>
                  <a:pt x="9763" y="5316"/>
                  <a:pt x="10474" y="3580"/>
                  <a:pt x="11896" y="2149"/>
                </a:cubicBezTo>
                <a:cubicBezTo>
                  <a:pt x="13318" y="716"/>
                  <a:pt x="15066" y="0"/>
                  <a:pt x="17139" y="0"/>
                </a:cubicBezTo>
                <a:moveTo>
                  <a:pt x="23141" y="34783"/>
                </a:moveTo>
                <a:lnTo>
                  <a:pt x="23141" y="87998"/>
                </a:lnTo>
                <a:cubicBezTo>
                  <a:pt x="23141" y="92144"/>
                  <a:pt x="23442" y="94904"/>
                  <a:pt x="24045" y="96277"/>
                </a:cubicBezTo>
                <a:cubicBezTo>
                  <a:pt x="24647" y="97651"/>
                  <a:pt x="25539" y="98675"/>
                  <a:pt x="26720" y="99350"/>
                </a:cubicBezTo>
                <a:cubicBezTo>
                  <a:pt x="27902" y="100025"/>
                  <a:pt x="30059" y="100362"/>
                  <a:pt x="33193" y="100362"/>
                </a:cubicBezTo>
                <a:lnTo>
                  <a:pt x="33193" y="103044"/>
                </a:lnTo>
                <a:lnTo>
                  <a:pt x="1012" y="103044"/>
                </a:lnTo>
                <a:lnTo>
                  <a:pt x="1012" y="100362"/>
                </a:lnTo>
                <a:cubicBezTo>
                  <a:pt x="4242" y="100362"/>
                  <a:pt x="6412" y="100049"/>
                  <a:pt x="7521" y="99423"/>
                </a:cubicBezTo>
                <a:cubicBezTo>
                  <a:pt x="8630" y="98796"/>
                  <a:pt x="9509" y="97760"/>
                  <a:pt x="10160" y="96314"/>
                </a:cubicBezTo>
                <a:cubicBezTo>
                  <a:pt x="10811" y="94867"/>
                  <a:pt x="11137" y="92096"/>
                  <a:pt x="11137" y="87998"/>
                </a:cubicBezTo>
                <a:lnTo>
                  <a:pt x="11137" y="62475"/>
                </a:lnTo>
                <a:cubicBezTo>
                  <a:pt x="11137" y="55292"/>
                  <a:pt x="10920" y="50641"/>
                  <a:pt x="10486" y="48521"/>
                </a:cubicBezTo>
                <a:cubicBezTo>
                  <a:pt x="10148" y="46978"/>
                  <a:pt x="9618" y="45906"/>
                  <a:pt x="8895" y="45304"/>
                </a:cubicBezTo>
                <a:cubicBezTo>
                  <a:pt x="8172" y="44701"/>
                  <a:pt x="7183" y="44400"/>
                  <a:pt x="5930" y="44400"/>
                </a:cubicBezTo>
                <a:cubicBezTo>
                  <a:pt x="4580" y="44400"/>
                  <a:pt x="2941" y="44762"/>
                  <a:pt x="1012" y="45485"/>
                </a:cubicBezTo>
                <a:lnTo>
                  <a:pt x="0" y="42880"/>
                </a:lnTo>
                <a:lnTo>
                  <a:pt x="19959" y="34783"/>
                </a:lnTo>
                <a:lnTo>
                  <a:pt x="23141" y="34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j">
            <a:extLst xmlns:a="http://schemas.openxmlformats.org/drawingml/2006/main">
              <a:ext uri="{FF2B5EF4-FFF2-40B4-BE49-F238E27FC236}">
                <a16:creationId xmlns:a16="http://schemas.microsoft.com/office/drawing/2014/main" id="{5374AE97-D529-4B2F-BF0C-2E89DDB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896" y="973795"/>
            <a:ext cx="40207" cy="135073"/>
          </a:xfrm>
          <a:custGeom xmlns:a="http://schemas.openxmlformats.org/drawingml/2006/main">
            <a:pathLst>
              <a:path w="40207" h="135073">
                <a:moveTo>
                  <a:pt x="32759" y="0"/>
                </a:moveTo>
                <a:cubicBezTo>
                  <a:pt x="34832" y="0"/>
                  <a:pt x="36591" y="722"/>
                  <a:pt x="38038" y="2165"/>
                </a:cubicBezTo>
                <a:cubicBezTo>
                  <a:pt x="39484" y="3607"/>
                  <a:pt x="40207" y="5361"/>
                  <a:pt x="40207" y="7428"/>
                </a:cubicBezTo>
                <a:cubicBezTo>
                  <a:pt x="40207" y="9446"/>
                  <a:pt x="39484" y="11177"/>
                  <a:pt x="38038" y="12620"/>
                </a:cubicBezTo>
                <a:cubicBezTo>
                  <a:pt x="36591" y="14062"/>
                  <a:pt x="34832" y="14783"/>
                  <a:pt x="32759" y="14783"/>
                </a:cubicBezTo>
                <a:cubicBezTo>
                  <a:pt x="30734" y="14783"/>
                  <a:pt x="28998" y="14062"/>
                  <a:pt x="27552" y="12620"/>
                </a:cubicBezTo>
                <a:cubicBezTo>
                  <a:pt x="26106" y="11177"/>
                  <a:pt x="25383" y="9446"/>
                  <a:pt x="25383" y="7428"/>
                </a:cubicBezTo>
                <a:cubicBezTo>
                  <a:pt x="25383" y="5361"/>
                  <a:pt x="26106" y="3607"/>
                  <a:pt x="27552" y="2165"/>
                </a:cubicBezTo>
                <a:cubicBezTo>
                  <a:pt x="28998" y="722"/>
                  <a:pt x="30734" y="0"/>
                  <a:pt x="32759" y="0"/>
                </a:cubicBezTo>
                <a:moveTo>
                  <a:pt x="38978" y="34783"/>
                </a:moveTo>
                <a:lnTo>
                  <a:pt x="38978" y="101547"/>
                </a:lnTo>
                <a:cubicBezTo>
                  <a:pt x="38978" y="112890"/>
                  <a:pt x="36567" y="121314"/>
                  <a:pt x="31746" y="126816"/>
                </a:cubicBezTo>
                <a:cubicBezTo>
                  <a:pt x="26925" y="132321"/>
                  <a:pt x="20658" y="135073"/>
                  <a:pt x="12944" y="135073"/>
                </a:cubicBezTo>
                <a:cubicBezTo>
                  <a:pt x="8557" y="135073"/>
                  <a:pt x="5303" y="134276"/>
                  <a:pt x="3182" y="132681"/>
                </a:cubicBezTo>
                <a:cubicBezTo>
                  <a:pt x="1061" y="131087"/>
                  <a:pt x="0" y="129445"/>
                  <a:pt x="0" y="127754"/>
                </a:cubicBezTo>
                <a:cubicBezTo>
                  <a:pt x="0" y="126063"/>
                  <a:pt x="591" y="124614"/>
                  <a:pt x="1772" y="123406"/>
                </a:cubicBezTo>
                <a:cubicBezTo>
                  <a:pt x="2953" y="122198"/>
                  <a:pt x="4339" y="121594"/>
                  <a:pt x="5930" y="121594"/>
                </a:cubicBezTo>
                <a:cubicBezTo>
                  <a:pt x="7183" y="121594"/>
                  <a:pt x="8461" y="121908"/>
                  <a:pt x="9763" y="122536"/>
                </a:cubicBezTo>
                <a:cubicBezTo>
                  <a:pt x="10582" y="122875"/>
                  <a:pt x="12161" y="124094"/>
                  <a:pt x="14499" y="126196"/>
                </a:cubicBezTo>
                <a:cubicBezTo>
                  <a:pt x="16837" y="128297"/>
                  <a:pt x="18802" y="129348"/>
                  <a:pt x="20393" y="129348"/>
                </a:cubicBezTo>
                <a:cubicBezTo>
                  <a:pt x="21550" y="129348"/>
                  <a:pt x="22683" y="128901"/>
                  <a:pt x="23792" y="128007"/>
                </a:cubicBezTo>
                <a:cubicBezTo>
                  <a:pt x="24901" y="127115"/>
                  <a:pt x="25720" y="125619"/>
                  <a:pt x="26250" y="123519"/>
                </a:cubicBezTo>
                <a:cubicBezTo>
                  <a:pt x="26781" y="121419"/>
                  <a:pt x="27046" y="116870"/>
                  <a:pt x="27046" y="109871"/>
                </a:cubicBezTo>
                <a:lnTo>
                  <a:pt x="27046" y="62661"/>
                </a:lnTo>
                <a:cubicBezTo>
                  <a:pt x="27046" y="55371"/>
                  <a:pt x="26829" y="50688"/>
                  <a:pt x="26395" y="48612"/>
                </a:cubicBezTo>
                <a:cubicBezTo>
                  <a:pt x="26058" y="47019"/>
                  <a:pt x="25527" y="45922"/>
                  <a:pt x="24804" y="45319"/>
                </a:cubicBezTo>
                <a:cubicBezTo>
                  <a:pt x="24081" y="44715"/>
                  <a:pt x="23093" y="44414"/>
                  <a:pt x="21839" y="44414"/>
                </a:cubicBezTo>
                <a:cubicBezTo>
                  <a:pt x="20489" y="44414"/>
                  <a:pt x="18850" y="44775"/>
                  <a:pt x="16922" y="45498"/>
                </a:cubicBezTo>
                <a:lnTo>
                  <a:pt x="15909" y="42892"/>
                </a:lnTo>
                <a:lnTo>
                  <a:pt x="35868" y="34783"/>
                </a:lnTo>
                <a:lnTo>
                  <a:pt x="38978" y="347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A3824-1685-4807-868B-5F550709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585" y="1050857"/>
            <a:ext cx="547841" cy="508493"/>
          </a:xfrm>
          <a:custGeom xmlns:a="http://schemas.openxmlformats.org/drawingml/2006/main">
            <a:pathLst>
              <a:path w="547841" h="508493" fill="none">
                <a:moveTo>
                  <a:pt x="0" y="508493"/>
                </a:moveTo>
                <a:lnTo>
                  <a:pt x="5478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532" cap="flat">
            <a:solidFill>
              <a:srgbClr val="000000"/>
            </a:solidFill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81046A-867B-43B2-A61A-F8CE58F5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522" y="1477523"/>
            <a:ext cx="510960" cy="200339"/>
          </a:xfrm>
          <a:custGeom xmlns:a="http://schemas.openxmlformats.org/drawingml/2006/main">
            <a:pathLst>
              <a:path w="510960" h="200339">
                <a:moveTo>
                  <a:pt x="0" y="86948"/>
                </a:moveTo>
                <a:lnTo>
                  <a:pt x="385048" y="0"/>
                </a:lnTo>
                <a:lnTo>
                  <a:pt x="455419" y="90727"/>
                </a:lnTo>
                <a:lnTo>
                  <a:pt x="510960" y="200339"/>
                </a:lnTo>
                <a:lnTo>
                  <a:pt x="0" y="86948"/>
                </a:lnTo>
                <a:close/>
                <a:moveTo>
                  <a:pt x="0" y="86948"/>
                </a:moveTo>
              </a:path>
            </a:pathLst>
          </a:custGeom>
          <a:solidFill xmlns:a="http://schemas.openxmlformats.org/drawingml/2006/main">
            <a:srgbClr val="000000">
              <a:alpha val="61961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CE1E6-C54D-43D5-B248-94EA213A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5867" y="2601694"/>
            <a:ext cx="1340559" cy="196185"/>
          </a:xfrm>
          <a:custGeom xmlns:a="http://schemas.openxmlformats.org/drawingml/2006/main">
            <a:pathLst>
              <a:path w="1340559" h="196185" fill="none">
                <a:moveTo>
                  <a:pt x="1340559" y="0"/>
                </a:moveTo>
                <a:lnTo>
                  <a:pt x="0" y="196185"/>
                </a:lnTo>
              </a:path>
            </a:pathLst>
          </a:custGeom>
          <a:noFill xmlns:a="http://schemas.openxmlformats.org/drawingml/2006/main"/>
          <a:ln xmlns:a="http://schemas.openxmlformats.org/drawingml/2006/main" w="18532" cap="flat">
            <a:solidFill>
              <a:srgbClr val="000000"/>
            </a:solidFill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3632F4-4DA1-4ABD-91D6-6A8AADC5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404" y="2175027"/>
            <a:ext cx="155519" cy="155829"/>
          </a:xfrm>
          <a:custGeom xmlns:a="http://schemas.openxmlformats.org/drawingml/2006/main">
            <a:pathLst>
              <a:path w="155519" h="155829">
                <a:moveTo>
                  <a:pt x="0" y="77939"/>
                </a:moveTo>
                <a:cubicBezTo>
                  <a:pt x="0" y="34880"/>
                  <a:pt x="34838" y="0"/>
                  <a:pt x="77779" y="0"/>
                </a:cubicBezTo>
                <a:cubicBezTo>
                  <a:pt x="120711" y="0"/>
                  <a:pt x="155519" y="34880"/>
                  <a:pt x="155519" y="77939"/>
                </a:cubicBezTo>
                <a:cubicBezTo>
                  <a:pt x="155519" y="120949"/>
                  <a:pt x="120711" y="155829"/>
                  <a:pt x="77779" y="155829"/>
                </a:cubicBezTo>
                <a:cubicBezTo>
                  <a:pt x="34838" y="155829"/>
                  <a:pt x="0" y="120949"/>
                  <a:pt x="0" y="77939"/>
                </a:cubicBezTo>
                <a:close/>
                <a:moveTo>
                  <a:pt x="0" y="77939"/>
                </a:moveTo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11579-9453-42BF-B84E-6D2EFF7A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404" y="2175027"/>
            <a:ext cx="155519" cy="155829"/>
          </a:xfrm>
          <a:custGeom xmlns:a="http://schemas.openxmlformats.org/drawingml/2006/main">
            <a:pathLst>
              <a:path w="155519" h="155829" fill="none">
                <a:moveTo>
                  <a:pt x="0" y="77939"/>
                </a:moveTo>
                <a:cubicBezTo>
                  <a:pt x="0" y="34880"/>
                  <a:pt x="34838" y="0"/>
                  <a:pt x="77779" y="0"/>
                </a:cubicBezTo>
                <a:cubicBezTo>
                  <a:pt x="120711" y="0"/>
                  <a:pt x="155519" y="34880"/>
                  <a:pt x="155519" y="77939"/>
                </a:cubicBezTo>
                <a:cubicBezTo>
                  <a:pt x="155519" y="120949"/>
                  <a:pt x="120711" y="155829"/>
                  <a:pt x="77779" y="155829"/>
                </a:cubicBezTo>
                <a:cubicBezTo>
                  <a:pt x="34838" y="155829"/>
                  <a:pt x="0" y="120949"/>
                  <a:pt x="0" y="77939"/>
                </a:cubicBezTo>
                <a:close/>
                <a:moveTo>
                  <a:pt x="0" y="77939"/>
                </a:moveTo>
              </a:path>
            </a:pathLst>
          </a:custGeom>
          <a:noFill xmlns:a="http://schemas.openxmlformats.org/drawingml/2006/main"/>
          <a:ln xmlns:a="http://schemas.openxmlformats.org/drawingml/2006/main" w="12354" cap="flat">
            <a:solidFill>
              <a:srgbClr val="FF0000"/>
            </a:solidFill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3C6D0-67AA-4E81-B671-483462C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484" y="2167627"/>
            <a:ext cx="155523" cy="155829"/>
          </a:xfrm>
          <a:custGeom xmlns:a="http://schemas.openxmlformats.org/drawingml/2006/main">
            <a:pathLst>
              <a:path w="155523" h="155829">
                <a:moveTo>
                  <a:pt x="0" y="77900"/>
                </a:moveTo>
                <a:cubicBezTo>
                  <a:pt x="0" y="34880"/>
                  <a:pt x="34811" y="0"/>
                  <a:pt x="77781" y="0"/>
                </a:cubicBezTo>
                <a:cubicBezTo>
                  <a:pt x="120722" y="0"/>
                  <a:pt x="155523" y="34880"/>
                  <a:pt x="155523" y="77900"/>
                </a:cubicBezTo>
                <a:cubicBezTo>
                  <a:pt x="155523" y="120949"/>
                  <a:pt x="120722" y="155829"/>
                  <a:pt x="77781" y="155829"/>
                </a:cubicBezTo>
                <a:cubicBezTo>
                  <a:pt x="34811" y="155829"/>
                  <a:pt x="0" y="120949"/>
                  <a:pt x="0" y="77900"/>
                </a:cubicBezTo>
                <a:close/>
                <a:moveTo>
                  <a:pt x="0" y="77900"/>
                </a:moveTo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7252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2026-09-05T18:15:34.9160000Z</dcterms:created>
  <dcterms:modified xsi:type="dcterms:W3CDTF">2026-09-05T18:15:34.9160000Z</dcterms:modified>
</coreProperties>
</file>