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8b04c97324696" /><Relationship Type="http://schemas.openxmlformats.org/officeDocument/2006/relationships/extended-properties" Target="/docProps/app.xml" Id="Rfa0a9a8f92b84bcc" /><Relationship Type="http://schemas.openxmlformats.org/officeDocument/2006/relationships/officeDocument" Target="/ppt/presentation.xml" Id="Rb37eb12da86047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bd99f55e79466e"/>
  </p:sldMasterIdLst>
  <p:notesMasterIdLst>
    <p:notesMasterId xmlns:r="http://schemas.openxmlformats.org/officeDocument/2006/relationships" r:id="R97fa92cd5e7145f4"/>
  </p:notesMasterIdLst>
  <p:sldIdLst>
    <p:sldId xmlns:r="http://schemas.openxmlformats.org/officeDocument/2006/relationships" id="256" r:id="Re5d9e182d2d84b0b"/>
  </p:sldIdLst>
  <p:sldSz cx="11315700" cy="47148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a1e7d0f4aa40cd" /><Relationship Type="http://schemas.openxmlformats.org/officeDocument/2006/relationships/slideMaster" Target="/ppt/slideMasters/slideMaster1.xml" Id="R84bd99f55e79466e" /><Relationship Type="http://schemas.openxmlformats.org/officeDocument/2006/relationships/notesMaster" Target="/ppt/notesMasters/notesMaster1.xml" Id="R97fa92cd5e7145f4" /><Relationship Type="http://schemas.openxmlformats.org/officeDocument/2006/relationships/presProps" Target="/ppt/presProps.xml" Id="R2caff56d7e6949f2" /><Relationship Type="http://schemas.openxmlformats.org/officeDocument/2006/relationships/tableStyles" Target="/ppt/tableStyles.xml" Id="R1fc2f43333e74749" /><Relationship Type="http://schemas.openxmlformats.org/officeDocument/2006/relationships/slide" Target="/ppt/slides/slide1.xml" Id="Re5d9e182d2d8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61fed1c60041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b8c75773154016" /><Relationship Type="http://schemas.openxmlformats.org/officeDocument/2006/relationships/notesMaster" Target="/ppt/notesMasters/notesMaster1.xml" Id="Rb18bb65a59604c5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素材ID：SE-032</ns1:t>
            </ns1:r>
          </ns1:p>
          <ns1:p>
            <ns1:r>
              <ns1:t>论文：Fast Graph Simplification for Path-Sensitive Typestate Analysis through Tempo-Spatial Multi-Point Slicing</ns1:t>
            </ns1:r>
          </ns1:p>
          <ns1:p>
            <ns1:r>
              <ns1:t>会议：FSE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4，PDF第8页</ns1:t>
            </ns1:r>
          </ns1:p>
          <ns1:p>
            <ns1:r>
              <ns1:t>类型：方法细节</ns1:t>
            </ns1:r>
          </ns1:p>
          <ns1:p>
            <ns1:r>
              <ns1:t>借鉴点：源代码、完整调用返回图及裁剪后的控制流并排；用节点编号和颜色保留跨图对应关系，适合表达图简化及分析精度。</ns1:t>
            </ns1:r>
          </ns1:p>
          <ns1:p>
            <ns1:r>
              <ns1:t>论文URL：https://jumormt.github.io/data/fse24.pdf</ns1:t>
            </ns1:r>
          </ns1:p>
          <ns1:p>
            <ns1:r>
              <ns1:t>官方获奖URL：https://www2.sigsoft.org/awards/distinguishedpaper/#the-acm-international-conference-on-the-foundations-of-software-engineering-fse-2024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5ff14f81942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957a528e949bc" /><Relationship Type="http://schemas.openxmlformats.org/officeDocument/2006/relationships/slideLayout" Target="/ppt/slideLayouts/slideLayout1.xml" Id="R7e5b6841d10745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5b6841d10745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293d857ce448f" /><Relationship Type="http://schemas.openxmlformats.org/officeDocument/2006/relationships/image" Target="/ppt/media/image.png" Id="R5ca63f29a1ea4194" /><Relationship Type="http://schemas.openxmlformats.org/officeDocument/2006/relationships/image" Target="/ppt/media/image2.png" Id="R6320d36f712444a3" /><Relationship Type="http://schemas.openxmlformats.org/officeDocument/2006/relationships/image" Target="/ppt/media/image3.png" Id="Rf9be32a555ac4a1d" /><Relationship Type="http://schemas.openxmlformats.org/officeDocument/2006/relationships/image" Target="/ppt/media/image4.png" Id="Rae4d52df749c4299" /><Relationship Type="http://schemas.openxmlformats.org/officeDocument/2006/relationships/notesSlide" Target="/ppt/notesSlides/notesSlide1.xml" Id="R61e22875f5dc43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44581-90AE-4D82-A8F9-4E9BFF4E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03" y="856278"/>
            <a:ext cx="1130256" cy="472230"/>
          </a:xfrm>
          <a:custGeom xmlns:a="http://schemas.openxmlformats.org/drawingml/2006/main">
            <a:pathLst>
              <a:path w="1130256" h="472230">
                <a:moveTo>
                  <a:pt x="119986" y="0"/>
                </a:moveTo>
                <a:lnTo>
                  <a:pt x="143218" y="0"/>
                </a:lnTo>
                <a:lnTo>
                  <a:pt x="143218" y="7744"/>
                </a:lnTo>
                <a:lnTo>
                  <a:pt x="119986" y="7744"/>
                </a:lnTo>
                <a:lnTo>
                  <a:pt x="119986" y="0"/>
                </a:lnTo>
                <a:close/>
                <a:moveTo>
                  <a:pt x="166421" y="0"/>
                </a:moveTo>
                <a:lnTo>
                  <a:pt x="189652" y="0"/>
                </a:lnTo>
                <a:lnTo>
                  <a:pt x="189652" y="7744"/>
                </a:lnTo>
                <a:lnTo>
                  <a:pt x="166421" y="7744"/>
                </a:lnTo>
                <a:lnTo>
                  <a:pt x="166421" y="0"/>
                </a:lnTo>
                <a:close/>
                <a:moveTo>
                  <a:pt x="212884" y="0"/>
                </a:moveTo>
                <a:lnTo>
                  <a:pt x="236115" y="0"/>
                </a:lnTo>
                <a:lnTo>
                  <a:pt x="236115" y="7744"/>
                </a:lnTo>
                <a:lnTo>
                  <a:pt x="212884" y="7744"/>
                </a:lnTo>
                <a:lnTo>
                  <a:pt x="212884" y="0"/>
                </a:lnTo>
                <a:close/>
                <a:moveTo>
                  <a:pt x="259347" y="0"/>
                </a:moveTo>
                <a:lnTo>
                  <a:pt x="282550" y="0"/>
                </a:lnTo>
                <a:lnTo>
                  <a:pt x="282550" y="7744"/>
                </a:lnTo>
                <a:lnTo>
                  <a:pt x="259347" y="7744"/>
                </a:lnTo>
                <a:lnTo>
                  <a:pt x="259347" y="0"/>
                </a:lnTo>
                <a:close/>
                <a:moveTo>
                  <a:pt x="305781" y="0"/>
                </a:moveTo>
                <a:lnTo>
                  <a:pt x="329013" y="0"/>
                </a:lnTo>
                <a:lnTo>
                  <a:pt x="329013" y="7744"/>
                </a:lnTo>
                <a:lnTo>
                  <a:pt x="305781" y="7744"/>
                </a:lnTo>
                <a:lnTo>
                  <a:pt x="305781" y="0"/>
                </a:lnTo>
                <a:close/>
                <a:moveTo>
                  <a:pt x="352244" y="0"/>
                </a:moveTo>
                <a:lnTo>
                  <a:pt x="375447" y="0"/>
                </a:lnTo>
                <a:lnTo>
                  <a:pt x="375447" y="7744"/>
                </a:lnTo>
                <a:lnTo>
                  <a:pt x="352244" y="7744"/>
                </a:lnTo>
                <a:lnTo>
                  <a:pt x="352244" y="0"/>
                </a:lnTo>
                <a:close/>
                <a:moveTo>
                  <a:pt x="398678" y="0"/>
                </a:moveTo>
                <a:lnTo>
                  <a:pt x="421910" y="0"/>
                </a:lnTo>
                <a:lnTo>
                  <a:pt x="421910" y="7744"/>
                </a:lnTo>
                <a:lnTo>
                  <a:pt x="398678" y="7744"/>
                </a:lnTo>
                <a:lnTo>
                  <a:pt x="398678" y="0"/>
                </a:lnTo>
                <a:close/>
                <a:moveTo>
                  <a:pt x="445141" y="0"/>
                </a:moveTo>
                <a:lnTo>
                  <a:pt x="468344" y="0"/>
                </a:lnTo>
                <a:lnTo>
                  <a:pt x="468344" y="7744"/>
                </a:lnTo>
                <a:lnTo>
                  <a:pt x="445141" y="7744"/>
                </a:lnTo>
                <a:lnTo>
                  <a:pt x="445141" y="0"/>
                </a:lnTo>
                <a:close/>
                <a:moveTo>
                  <a:pt x="491576" y="0"/>
                </a:moveTo>
                <a:lnTo>
                  <a:pt x="514807" y="0"/>
                </a:lnTo>
                <a:lnTo>
                  <a:pt x="514807" y="7744"/>
                </a:lnTo>
                <a:lnTo>
                  <a:pt x="491576" y="7744"/>
                </a:lnTo>
                <a:lnTo>
                  <a:pt x="491576" y="0"/>
                </a:lnTo>
                <a:close/>
                <a:moveTo>
                  <a:pt x="538039" y="0"/>
                </a:moveTo>
                <a:lnTo>
                  <a:pt x="561242" y="0"/>
                </a:lnTo>
                <a:lnTo>
                  <a:pt x="561242" y="7744"/>
                </a:lnTo>
                <a:lnTo>
                  <a:pt x="538039" y="7744"/>
                </a:lnTo>
                <a:lnTo>
                  <a:pt x="538039" y="0"/>
                </a:lnTo>
                <a:close/>
                <a:moveTo>
                  <a:pt x="584473" y="0"/>
                </a:moveTo>
                <a:lnTo>
                  <a:pt x="607705" y="0"/>
                </a:lnTo>
                <a:lnTo>
                  <a:pt x="607705" y="7744"/>
                </a:lnTo>
                <a:lnTo>
                  <a:pt x="584473" y="7744"/>
                </a:lnTo>
                <a:lnTo>
                  <a:pt x="584473" y="0"/>
                </a:lnTo>
                <a:close/>
                <a:moveTo>
                  <a:pt x="630936" y="0"/>
                </a:moveTo>
                <a:lnTo>
                  <a:pt x="654139" y="0"/>
                </a:lnTo>
                <a:lnTo>
                  <a:pt x="654139" y="7744"/>
                </a:lnTo>
                <a:lnTo>
                  <a:pt x="630936" y="7744"/>
                </a:lnTo>
                <a:lnTo>
                  <a:pt x="630936" y="0"/>
                </a:lnTo>
                <a:close/>
                <a:moveTo>
                  <a:pt x="677370" y="0"/>
                </a:moveTo>
                <a:lnTo>
                  <a:pt x="700602" y="0"/>
                </a:lnTo>
                <a:lnTo>
                  <a:pt x="700602" y="7744"/>
                </a:lnTo>
                <a:lnTo>
                  <a:pt x="677370" y="7744"/>
                </a:lnTo>
                <a:lnTo>
                  <a:pt x="677370" y="0"/>
                </a:lnTo>
                <a:close/>
                <a:moveTo>
                  <a:pt x="723833" y="0"/>
                </a:moveTo>
                <a:lnTo>
                  <a:pt x="747065" y="0"/>
                </a:lnTo>
                <a:lnTo>
                  <a:pt x="747065" y="7744"/>
                </a:lnTo>
                <a:lnTo>
                  <a:pt x="723833" y="7744"/>
                </a:lnTo>
                <a:lnTo>
                  <a:pt x="723833" y="0"/>
                </a:lnTo>
                <a:close/>
                <a:moveTo>
                  <a:pt x="770268" y="0"/>
                </a:moveTo>
                <a:lnTo>
                  <a:pt x="793499" y="0"/>
                </a:lnTo>
                <a:lnTo>
                  <a:pt x="793499" y="7744"/>
                </a:lnTo>
                <a:lnTo>
                  <a:pt x="770268" y="7744"/>
                </a:lnTo>
                <a:lnTo>
                  <a:pt x="770268" y="0"/>
                </a:lnTo>
                <a:close/>
                <a:moveTo>
                  <a:pt x="816731" y="0"/>
                </a:moveTo>
                <a:lnTo>
                  <a:pt x="839934" y="0"/>
                </a:lnTo>
                <a:lnTo>
                  <a:pt x="839934" y="7744"/>
                </a:lnTo>
                <a:lnTo>
                  <a:pt x="816731" y="7744"/>
                </a:lnTo>
                <a:lnTo>
                  <a:pt x="816731" y="0"/>
                </a:lnTo>
                <a:close/>
                <a:moveTo>
                  <a:pt x="863165" y="0"/>
                </a:moveTo>
                <a:lnTo>
                  <a:pt x="886397" y="0"/>
                </a:lnTo>
                <a:lnTo>
                  <a:pt x="886397" y="7744"/>
                </a:lnTo>
                <a:lnTo>
                  <a:pt x="863165" y="7744"/>
                </a:lnTo>
                <a:lnTo>
                  <a:pt x="863165" y="0"/>
                </a:lnTo>
                <a:close/>
                <a:moveTo>
                  <a:pt x="909628" y="0"/>
                </a:moveTo>
                <a:lnTo>
                  <a:pt x="932859" y="0"/>
                </a:lnTo>
                <a:lnTo>
                  <a:pt x="932859" y="7744"/>
                </a:lnTo>
                <a:lnTo>
                  <a:pt x="909628" y="7744"/>
                </a:lnTo>
                <a:lnTo>
                  <a:pt x="909628" y="0"/>
                </a:lnTo>
                <a:close/>
                <a:moveTo>
                  <a:pt x="956062" y="0"/>
                </a:moveTo>
                <a:lnTo>
                  <a:pt x="979294" y="0"/>
                </a:lnTo>
                <a:lnTo>
                  <a:pt x="979294" y="7744"/>
                </a:lnTo>
                <a:lnTo>
                  <a:pt x="956062" y="7744"/>
                </a:lnTo>
                <a:lnTo>
                  <a:pt x="956062" y="0"/>
                </a:lnTo>
                <a:close/>
                <a:moveTo>
                  <a:pt x="1002525" y="0"/>
                </a:moveTo>
                <a:lnTo>
                  <a:pt x="1025757" y="0"/>
                </a:lnTo>
                <a:lnTo>
                  <a:pt x="1025757" y="7744"/>
                </a:lnTo>
                <a:lnTo>
                  <a:pt x="1002525" y="7744"/>
                </a:lnTo>
                <a:lnTo>
                  <a:pt x="1002525" y="0"/>
                </a:lnTo>
                <a:close/>
                <a:moveTo>
                  <a:pt x="1048960" y="0"/>
                </a:moveTo>
                <a:lnTo>
                  <a:pt x="1056704" y="0"/>
                </a:lnTo>
                <a:cubicBezTo>
                  <a:pt x="1061961" y="0"/>
                  <a:pt x="1067162" y="543"/>
                  <a:pt x="1072305" y="1657"/>
                </a:cubicBezTo>
                <a:lnTo>
                  <a:pt x="1070648" y="9230"/>
                </a:lnTo>
                <a:cubicBezTo>
                  <a:pt x="1066076" y="8230"/>
                  <a:pt x="1061418" y="7744"/>
                  <a:pt x="1056704" y="7744"/>
                </a:cubicBezTo>
                <a:lnTo>
                  <a:pt x="1048960" y="7744"/>
                </a:lnTo>
                <a:lnTo>
                  <a:pt x="1048960" y="0"/>
                </a:lnTo>
                <a:close/>
                <a:moveTo>
                  <a:pt x="1095737" y="11201"/>
                </a:moveTo>
                <a:cubicBezTo>
                  <a:pt x="1103281" y="15916"/>
                  <a:pt x="1109767" y="21831"/>
                  <a:pt x="1115168" y="28918"/>
                </a:cubicBezTo>
                <a:lnTo>
                  <a:pt x="1109024" y="33633"/>
                </a:lnTo>
                <a:cubicBezTo>
                  <a:pt x="1104195" y="27289"/>
                  <a:pt x="1098366" y="22003"/>
                  <a:pt x="1091622" y="17745"/>
                </a:cubicBezTo>
                <a:lnTo>
                  <a:pt x="1095737" y="11201"/>
                </a:lnTo>
                <a:close/>
                <a:moveTo>
                  <a:pt x="1126941" y="51749"/>
                </a:moveTo>
                <a:cubicBezTo>
                  <a:pt x="1129141" y="58864"/>
                  <a:pt x="1130256" y="66123"/>
                  <a:pt x="1130256" y="73523"/>
                </a:cubicBezTo>
                <a:lnTo>
                  <a:pt x="1130256" y="75267"/>
                </a:lnTo>
                <a:lnTo>
                  <a:pt x="1122512" y="75267"/>
                </a:lnTo>
                <a:lnTo>
                  <a:pt x="1122512" y="73523"/>
                </a:lnTo>
                <a:cubicBezTo>
                  <a:pt x="1122512" y="66894"/>
                  <a:pt x="1121540" y="60408"/>
                  <a:pt x="1119569" y="54064"/>
                </a:cubicBezTo>
                <a:lnTo>
                  <a:pt x="1126941" y="51749"/>
                </a:lnTo>
                <a:close/>
                <a:moveTo>
                  <a:pt x="1130256" y="98498"/>
                </a:moveTo>
                <a:lnTo>
                  <a:pt x="1130256" y="121701"/>
                </a:lnTo>
                <a:lnTo>
                  <a:pt x="1122512" y="121701"/>
                </a:lnTo>
                <a:lnTo>
                  <a:pt x="1122512" y="98498"/>
                </a:lnTo>
                <a:lnTo>
                  <a:pt x="1130256" y="98498"/>
                </a:lnTo>
                <a:close/>
                <a:moveTo>
                  <a:pt x="1130256" y="144932"/>
                </a:moveTo>
                <a:lnTo>
                  <a:pt x="1130256" y="168164"/>
                </a:lnTo>
                <a:lnTo>
                  <a:pt x="1122512" y="168164"/>
                </a:lnTo>
                <a:lnTo>
                  <a:pt x="1122512" y="144932"/>
                </a:lnTo>
                <a:lnTo>
                  <a:pt x="1130256" y="144932"/>
                </a:lnTo>
                <a:close/>
                <a:moveTo>
                  <a:pt x="1130256" y="191395"/>
                </a:moveTo>
                <a:lnTo>
                  <a:pt x="1130256" y="214627"/>
                </a:lnTo>
                <a:lnTo>
                  <a:pt x="1122512" y="214627"/>
                </a:lnTo>
                <a:lnTo>
                  <a:pt x="1122512" y="191395"/>
                </a:lnTo>
                <a:lnTo>
                  <a:pt x="1130256" y="191395"/>
                </a:lnTo>
                <a:close/>
                <a:moveTo>
                  <a:pt x="1130256" y="237830"/>
                </a:moveTo>
                <a:lnTo>
                  <a:pt x="1130256" y="261061"/>
                </a:lnTo>
                <a:lnTo>
                  <a:pt x="1122512" y="261061"/>
                </a:lnTo>
                <a:lnTo>
                  <a:pt x="1122512" y="237830"/>
                </a:lnTo>
                <a:lnTo>
                  <a:pt x="1130256" y="237830"/>
                </a:lnTo>
                <a:close/>
                <a:moveTo>
                  <a:pt x="1130256" y="284293"/>
                </a:moveTo>
                <a:lnTo>
                  <a:pt x="1130256" y="307524"/>
                </a:lnTo>
                <a:lnTo>
                  <a:pt x="1122512" y="307524"/>
                </a:lnTo>
                <a:lnTo>
                  <a:pt x="1122512" y="284293"/>
                </a:lnTo>
                <a:lnTo>
                  <a:pt x="1130256" y="284293"/>
                </a:lnTo>
                <a:close/>
                <a:moveTo>
                  <a:pt x="1130256" y="330727"/>
                </a:moveTo>
                <a:lnTo>
                  <a:pt x="1130256" y="353959"/>
                </a:lnTo>
                <a:lnTo>
                  <a:pt x="1122512" y="353959"/>
                </a:lnTo>
                <a:lnTo>
                  <a:pt x="1122512" y="330727"/>
                </a:lnTo>
                <a:lnTo>
                  <a:pt x="1130256" y="330727"/>
                </a:lnTo>
                <a:close/>
                <a:moveTo>
                  <a:pt x="1130256" y="377190"/>
                </a:moveTo>
                <a:lnTo>
                  <a:pt x="1130256" y="398678"/>
                </a:lnTo>
                <a:cubicBezTo>
                  <a:pt x="1130256" y="399250"/>
                  <a:pt x="1130256" y="399821"/>
                  <a:pt x="1130227" y="400364"/>
                </a:cubicBezTo>
                <a:lnTo>
                  <a:pt x="1122483" y="400193"/>
                </a:lnTo>
                <a:cubicBezTo>
                  <a:pt x="1122512" y="399707"/>
                  <a:pt x="1122512" y="399193"/>
                  <a:pt x="1122512" y="398678"/>
                </a:cubicBezTo>
                <a:lnTo>
                  <a:pt x="1122512" y="377190"/>
                </a:lnTo>
                <a:lnTo>
                  <a:pt x="1130256" y="377190"/>
                </a:lnTo>
                <a:close/>
                <a:moveTo>
                  <a:pt x="1125769" y="423996"/>
                </a:moveTo>
                <a:cubicBezTo>
                  <a:pt x="1122740" y="432254"/>
                  <a:pt x="1118368" y="439712"/>
                  <a:pt x="1112711" y="446370"/>
                </a:cubicBezTo>
                <a:lnTo>
                  <a:pt x="1106795" y="441341"/>
                </a:lnTo>
                <a:cubicBezTo>
                  <a:pt x="1111882" y="435369"/>
                  <a:pt x="1115768" y="428711"/>
                  <a:pt x="1118483" y="421338"/>
                </a:cubicBezTo>
                <a:lnTo>
                  <a:pt x="1125769" y="423996"/>
                </a:lnTo>
                <a:close/>
                <a:moveTo>
                  <a:pt x="1092365" y="463001"/>
                </a:moveTo>
                <a:cubicBezTo>
                  <a:pt x="1084964" y="467087"/>
                  <a:pt x="1077106" y="469859"/>
                  <a:pt x="1068762" y="471230"/>
                </a:cubicBezTo>
                <a:lnTo>
                  <a:pt x="1067476" y="463601"/>
                </a:lnTo>
                <a:cubicBezTo>
                  <a:pt x="1074963" y="462343"/>
                  <a:pt x="1081992" y="459915"/>
                  <a:pt x="1088622" y="456228"/>
                </a:cubicBezTo>
                <a:lnTo>
                  <a:pt x="1092365" y="463001"/>
                </a:lnTo>
                <a:close/>
                <a:moveTo>
                  <a:pt x="1045502" y="472230"/>
                </a:moveTo>
                <a:lnTo>
                  <a:pt x="1022299" y="472230"/>
                </a:lnTo>
                <a:lnTo>
                  <a:pt x="1022299" y="464487"/>
                </a:lnTo>
                <a:lnTo>
                  <a:pt x="1045502" y="464487"/>
                </a:lnTo>
                <a:lnTo>
                  <a:pt x="1045502" y="472230"/>
                </a:lnTo>
                <a:close/>
                <a:moveTo>
                  <a:pt x="999068" y="472230"/>
                </a:moveTo>
                <a:lnTo>
                  <a:pt x="975836" y="472230"/>
                </a:lnTo>
                <a:lnTo>
                  <a:pt x="975836" y="464487"/>
                </a:lnTo>
                <a:lnTo>
                  <a:pt x="999068" y="464487"/>
                </a:lnTo>
                <a:lnTo>
                  <a:pt x="999068" y="472230"/>
                </a:lnTo>
                <a:close/>
                <a:moveTo>
                  <a:pt x="952605" y="472230"/>
                </a:moveTo>
                <a:lnTo>
                  <a:pt x="929373" y="472230"/>
                </a:lnTo>
                <a:lnTo>
                  <a:pt x="929373" y="464487"/>
                </a:lnTo>
                <a:lnTo>
                  <a:pt x="952605" y="464487"/>
                </a:lnTo>
                <a:lnTo>
                  <a:pt x="952605" y="472230"/>
                </a:lnTo>
                <a:close/>
                <a:moveTo>
                  <a:pt x="906170" y="472230"/>
                </a:moveTo>
                <a:lnTo>
                  <a:pt x="882939" y="472230"/>
                </a:lnTo>
                <a:lnTo>
                  <a:pt x="882939" y="464487"/>
                </a:lnTo>
                <a:lnTo>
                  <a:pt x="906170" y="464487"/>
                </a:lnTo>
                <a:lnTo>
                  <a:pt x="906170" y="472230"/>
                </a:lnTo>
                <a:close/>
                <a:moveTo>
                  <a:pt x="859707" y="472230"/>
                </a:moveTo>
                <a:lnTo>
                  <a:pt x="836476" y="472230"/>
                </a:lnTo>
                <a:lnTo>
                  <a:pt x="836476" y="464487"/>
                </a:lnTo>
                <a:lnTo>
                  <a:pt x="859707" y="464487"/>
                </a:lnTo>
                <a:lnTo>
                  <a:pt x="859707" y="472230"/>
                </a:lnTo>
                <a:close/>
                <a:moveTo>
                  <a:pt x="813273" y="472230"/>
                </a:moveTo>
                <a:lnTo>
                  <a:pt x="790042" y="472230"/>
                </a:lnTo>
                <a:lnTo>
                  <a:pt x="790042" y="464487"/>
                </a:lnTo>
                <a:lnTo>
                  <a:pt x="813273" y="464487"/>
                </a:lnTo>
                <a:lnTo>
                  <a:pt x="813273" y="472230"/>
                </a:lnTo>
                <a:close/>
                <a:moveTo>
                  <a:pt x="766810" y="472230"/>
                </a:moveTo>
                <a:lnTo>
                  <a:pt x="743579" y="472230"/>
                </a:lnTo>
                <a:lnTo>
                  <a:pt x="743579" y="464487"/>
                </a:lnTo>
                <a:lnTo>
                  <a:pt x="766810" y="464487"/>
                </a:lnTo>
                <a:lnTo>
                  <a:pt x="766810" y="472230"/>
                </a:lnTo>
                <a:close/>
                <a:moveTo>
                  <a:pt x="720376" y="472230"/>
                </a:moveTo>
                <a:lnTo>
                  <a:pt x="697144" y="472230"/>
                </a:lnTo>
                <a:lnTo>
                  <a:pt x="697144" y="464487"/>
                </a:lnTo>
                <a:lnTo>
                  <a:pt x="720376" y="464487"/>
                </a:lnTo>
                <a:lnTo>
                  <a:pt x="720376" y="472230"/>
                </a:lnTo>
                <a:close/>
                <a:moveTo>
                  <a:pt x="673913" y="472230"/>
                </a:moveTo>
                <a:lnTo>
                  <a:pt x="650681" y="472230"/>
                </a:lnTo>
                <a:lnTo>
                  <a:pt x="650681" y="464487"/>
                </a:lnTo>
                <a:lnTo>
                  <a:pt x="673913" y="464487"/>
                </a:lnTo>
                <a:lnTo>
                  <a:pt x="673913" y="472230"/>
                </a:lnTo>
                <a:close/>
                <a:moveTo>
                  <a:pt x="627450" y="472230"/>
                </a:moveTo>
                <a:lnTo>
                  <a:pt x="604247" y="472230"/>
                </a:lnTo>
                <a:lnTo>
                  <a:pt x="604247" y="464487"/>
                </a:lnTo>
                <a:lnTo>
                  <a:pt x="627450" y="464487"/>
                </a:lnTo>
                <a:lnTo>
                  <a:pt x="627450" y="472230"/>
                </a:lnTo>
                <a:close/>
                <a:moveTo>
                  <a:pt x="581015" y="472230"/>
                </a:moveTo>
                <a:lnTo>
                  <a:pt x="557784" y="472230"/>
                </a:lnTo>
                <a:lnTo>
                  <a:pt x="557784" y="464487"/>
                </a:lnTo>
                <a:lnTo>
                  <a:pt x="581015" y="464487"/>
                </a:lnTo>
                <a:lnTo>
                  <a:pt x="581015" y="472230"/>
                </a:lnTo>
                <a:close/>
                <a:moveTo>
                  <a:pt x="534581" y="472230"/>
                </a:moveTo>
                <a:lnTo>
                  <a:pt x="511350" y="472230"/>
                </a:lnTo>
                <a:lnTo>
                  <a:pt x="511350" y="464487"/>
                </a:lnTo>
                <a:lnTo>
                  <a:pt x="534581" y="464487"/>
                </a:lnTo>
                <a:lnTo>
                  <a:pt x="534581" y="472230"/>
                </a:lnTo>
                <a:close/>
                <a:moveTo>
                  <a:pt x="488118" y="472230"/>
                </a:moveTo>
                <a:lnTo>
                  <a:pt x="464887" y="472230"/>
                </a:lnTo>
                <a:lnTo>
                  <a:pt x="464887" y="464487"/>
                </a:lnTo>
                <a:lnTo>
                  <a:pt x="488118" y="464487"/>
                </a:lnTo>
                <a:lnTo>
                  <a:pt x="488118" y="472230"/>
                </a:lnTo>
                <a:close/>
                <a:moveTo>
                  <a:pt x="441655" y="472230"/>
                </a:moveTo>
                <a:lnTo>
                  <a:pt x="418452" y="472230"/>
                </a:lnTo>
                <a:lnTo>
                  <a:pt x="418452" y="464487"/>
                </a:lnTo>
                <a:lnTo>
                  <a:pt x="441655" y="464487"/>
                </a:lnTo>
                <a:lnTo>
                  <a:pt x="441655" y="472230"/>
                </a:lnTo>
                <a:close/>
                <a:moveTo>
                  <a:pt x="395221" y="472230"/>
                </a:moveTo>
                <a:lnTo>
                  <a:pt x="371989" y="472230"/>
                </a:lnTo>
                <a:lnTo>
                  <a:pt x="371989" y="464487"/>
                </a:lnTo>
                <a:lnTo>
                  <a:pt x="395221" y="464487"/>
                </a:lnTo>
                <a:lnTo>
                  <a:pt x="395221" y="472230"/>
                </a:lnTo>
                <a:close/>
                <a:moveTo>
                  <a:pt x="348786" y="472230"/>
                </a:moveTo>
                <a:lnTo>
                  <a:pt x="325555" y="472230"/>
                </a:lnTo>
                <a:lnTo>
                  <a:pt x="325555" y="464487"/>
                </a:lnTo>
                <a:lnTo>
                  <a:pt x="348786" y="464487"/>
                </a:lnTo>
                <a:lnTo>
                  <a:pt x="348786" y="472230"/>
                </a:lnTo>
                <a:close/>
                <a:moveTo>
                  <a:pt x="302324" y="472230"/>
                </a:moveTo>
                <a:lnTo>
                  <a:pt x="279092" y="472230"/>
                </a:lnTo>
                <a:lnTo>
                  <a:pt x="279092" y="464487"/>
                </a:lnTo>
                <a:lnTo>
                  <a:pt x="302324" y="464487"/>
                </a:lnTo>
                <a:lnTo>
                  <a:pt x="302324" y="472230"/>
                </a:lnTo>
                <a:close/>
                <a:moveTo>
                  <a:pt x="255889" y="472230"/>
                </a:moveTo>
                <a:lnTo>
                  <a:pt x="232658" y="472230"/>
                </a:lnTo>
                <a:lnTo>
                  <a:pt x="232658" y="464487"/>
                </a:lnTo>
                <a:lnTo>
                  <a:pt x="255889" y="464487"/>
                </a:lnTo>
                <a:lnTo>
                  <a:pt x="255889" y="472230"/>
                </a:lnTo>
                <a:close/>
                <a:moveTo>
                  <a:pt x="209426" y="472230"/>
                </a:moveTo>
                <a:lnTo>
                  <a:pt x="186195" y="472230"/>
                </a:lnTo>
                <a:lnTo>
                  <a:pt x="186195" y="464487"/>
                </a:lnTo>
                <a:lnTo>
                  <a:pt x="209426" y="464487"/>
                </a:lnTo>
                <a:lnTo>
                  <a:pt x="209426" y="472230"/>
                </a:lnTo>
                <a:close/>
                <a:moveTo>
                  <a:pt x="162963" y="472230"/>
                </a:moveTo>
                <a:lnTo>
                  <a:pt x="139760" y="472230"/>
                </a:lnTo>
                <a:lnTo>
                  <a:pt x="139760" y="464487"/>
                </a:lnTo>
                <a:lnTo>
                  <a:pt x="162963" y="464487"/>
                </a:lnTo>
                <a:lnTo>
                  <a:pt x="162963" y="472230"/>
                </a:lnTo>
                <a:close/>
                <a:moveTo>
                  <a:pt x="116529" y="472230"/>
                </a:moveTo>
                <a:lnTo>
                  <a:pt x="93297" y="472230"/>
                </a:lnTo>
                <a:lnTo>
                  <a:pt x="93297" y="464487"/>
                </a:lnTo>
                <a:lnTo>
                  <a:pt x="116529" y="464487"/>
                </a:lnTo>
                <a:lnTo>
                  <a:pt x="116529" y="472230"/>
                </a:lnTo>
                <a:close/>
                <a:moveTo>
                  <a:pt x="70152" y="472145"/>
                </a:moveTo>
                <a:cubicBezTo>
                  <a:pt x="61951" y="471773"/>
                  <a:pt x="54064" y="470059"/>
                  <a:pt x="46434" y="467058"/>
                </a:cubicBezTo>
                <a:lnTo>
                  <a:pt x="49292" y="459857"/>
                </a:lnTo>
                <a:cubicBezTo>
                  <a:pt x="56093" y="462572"/>
                  <a:pt x="63179" y="464087"/>
                  <a:pt x="70495" y="464401"/>
                </a:cubicBezTo>
                <a:lnTo>
                  <a:pt x="70152" y="472145"/>
                </a:lnTo>
                <a:close/>
                <a:moveTo>
                  <a:pt x="24374" y="453371"/>
                </a:moveTo>
                <a:cubicBezTo>
                  <a:pt x="17774" y="447427"/>
                  <a:pt x="12402" y="440512"/>
                  <a:pt x="8315" y="432654"/>
                </a:cubicBezTo>
                <a:lnTo>
                  <a:pt x="15173" y="429082"/>
                </a:lnTo>
                <a:cubicBezTo>
                  <a:pt x="18860" y="436140"/>
                  <a:pt x="23632" y="442312"/>
                  <a:pt x="29547" y="447599"/>
                </a:cubicBezTo>
                <a:lnTo>
                  <a:pt x="24374" y="453371"/>
                </a:lnTo>
                <a:close/>
                <a:moveTo>
                  <a:pt x="714" y="408965"/>
                </a:moveTo>
                <a:cubicBezTo>
                  <a:pt x="229" y="405565"/>
                  <a:pt x="0" y="402136"/>
                  <a:pt x="0" y="398678"/>
                </a:cubicBezTo>
                <a:lnTo>
                  <a:pt x="0" y="385762"/>
                </a:lnTo>
                <a:lnTo>
                  <a:pt x="7744" y="385762"/>
                </a:lnTo>
                <a:lnTo>
                  <a:pt x="7744" y="398678"/>
                </a:lnTo>
                <a:cubicBezTo>
                  <a:pt x="7744" y="401764"/>
                  <a:pt x="7944" y="404822"/>
                  <a:pt x="8372" y="407880"/>
                </a:cubicBezTo>
                <a:lnTo>
                  <a:pt x="714" y="408965"/>
                </a:lnTo>
                <a:close/>
                <a:moveTo>
                  <a:pt x="0" y="362531"/>
                </a:moveTo>
                <a:lnTo>
                  <a:pt x="0" y="339300"/>
                </a:lnTo>
                <a:lnTo>
                  <a:pt x="7744" y="339300"/>
                </a:lnTo>
                <a:lnTo>
                  <a:pt x="7744" y="362531"/>
                </a:lnTo>
                <a:lnTo>
                  <a:pt x="0" y="362531"/>
                </a:lnTo>
                <a:close/>
                <a:moveTo>
                  <a:pt x="0" y="316068"/>
                </a:moveTo>
                <a:lnTo>
                  <a:pt x="0" y="292837"/>
                </a:lnTo>
                <a:lnTo>
                  <a:pt x="7744" y="292837"/>
                </a:lnTo>
                <a:lnTo>
                  <a:pt x="7744" y="316068"/>
                </a:lnTo>
                <a:lnTo>
                  <a:pt x="0" y="316068"/>
                </a:lnTo>
                <a:close/>
                <a:moveTo>
                  <a:pt x="0" y="269634"/>
                </a:moveTo>
                <a:lnTo>
                  <a:pt x="0" y="246402"/>
                </a:lnTo>
                <a:lnTo>
                  <a:pt x="7744" y="246402"/>
                </a:lnTo>
                <a:lnTo>
                  <a:pt x="7744" y="269634"/>
                </a:lnTo>
                <a:lnTo>
                  <a:pt x="0" y="269634"/>
                </a:lnTo>
                <a:close/>
                <a:moveTo>
                  <a:pt x="0" y="223171"/>
                </a:moveTo>
                <a:lnTo>
                  <a:pt x="0" y="199968"/>
                </a:lnTo>
                <a:lnTo>
                  <a:pt x="7744" y="199968"/>
                </a:lnTo>
                <a:lnTo>
                  <a:pt x="7744" y="223171"/>
                </a:lnTo>
                <a:lnTo>
                  <a:pt x="0" y="223171"/>
                </a:lnTo>
                <a:close/>
                <a:moveTo>
                  <a:pt x="0" y="176736"/>
                </a:moveTo>
                <a:lnTo>
                  <a:pt x="0" y="153505"/>
                </a:lnTo>
                <a:lnTo>
                  <a:pt x="7744" y="153505"/>
                </a:lnTo>
                <a:lnTo>
                  <a:pt x="7744" y="176736"/>
                </a:lnTo>
                <a:lnTo>
                  <a:pt x="0" y="176736"/>
                </a:lnTo>
                <a:close/>
                <a:moveTo>
                  <a:pt x="0" y="130273"/>
                </a:moveTo>
                <a:lnTo>
                  <a:pt x="0" y="107042"/>
                </a:lnTo>
                <a:lnTo>
                  <a:pt x="7744" y="107042"/>
                </a:lnTo>
                <a:lnTo>
                  <a:pt x="7744" y="130273"/>
                </a:lnTo>
                <a:lnTo>
                  <a:pt x="0" y="130273"/>
                </a:lnTo>
                <a:close/>
                <a:moveTo>
                  <a:pt x="0" y="83839"/>
                </a:moveTo>
                <a:lnTo>
                  <a:pt x="0" y="73523"/>
                </a:lnTo>
                <a:cubicBezTo>
                  <a:pt x="0" y="69180"/>
                  <a:pt x="371" y="64865"/>
                  <a:pt x="1143" y="60579"/>
                </a:cubicBezTo>
                <a:lnTo>
                  <a:pt x="8773" y="61922"/>
                </a:lnTo>
                <a:cubicBezTo>
                  <a:pt x="8087" y="65780"/>
                  <a:pt x="7744" y="69637"/>
                  <a:pt x="7744" y="73523"/>
                </a:cubicBezTo>
                <a:lnTo>
                  <a:pt x="7744" y="83839"/>
                </a:lnTo>
                <a:lnTo>
                  <a:pt x="0" y="83839"/>
                </a:lnTo>
                <a:close/>
                <a:moveTo>
                  <a:pt x="9716" y="36976"/>
                </a:moveTo>
                <a:cubicBezTo>
                  <a:pt x="14145" y="29261"/>
                  <a:pt x="19774" y="22546"/>
                  <a:pt x="26632" y="16888"/>
                </a:cubicBezTo>
                <a:lnTo>
                  <a:pt x="31575" y="22860"/>
                </a:lnTo>
                <a:cubicBezTo>
                  <a:pt x="25432" y="27918"/>
                  <a:pt x="20403" y="33919"/>
                  <a:pt x="16431" y="40834"/>
                </a:cubicBezTo>
                <a:lnTo>
                  <a:pt x="9716" y="36976"/>
                </a:lnTo>
                <a:close/>
                <a:moveTo>
                  <a:pt x="49149" y="4172"/>
                </a:moveTo>
                <a:cubicBezTo>
                  <a:pt x="56779" y="1486"/>
                  <a:pt x="64637" y="86"/>
                  <a:pt x="72752" y="0"/>
                </a:cubicBezTo>
                <a:lnTo>
                  <a:pt x="72809" y="7744"/>
                </a:lnTo>
                <a:cubicBezTo>
                  <a:pt x="65580" y="7801"/>
                  <a:pt x="58550" y="9058"/>
                  <a:pt x="51721" y="11459"/>
                </a:cubicBezTo>
                <a:lnTo>
                  <a:pt x="49149" y="4172"/>
                </a:lnTo>
                <a:close/>
                <a:moveTo>
                  <a:pt x="73552" y="0"/>
                </a:moveTo>
                <a:lnTo>
                  <a:pt x="96755" y="0"/>
                </a:lnTo>
                <a:lnTo>
                  <a:pt x="96755" y="7744"/>
                </a:lnTo>
                <a:lnTo>
                  <a:pt x="73552" y="7744"/>
                </a:lnTo>
                <a:lnTo>
                  <a:pt x="7355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624FA-A02A-4332-87E2-2FB7761C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287" y="175022"/>
            <a:ext cx="1618002" cy="1014127"/>
          </a:xfrm>
          <a:custGeom xmlns:a="http://schemas.openxmlformats.org/drawingml/2006/main">
            <a:pathLst>
              <a:path w="1618002" h="1014127">
                <a:moveTo>
                  <a:pt x="201282" y="0"/>
                </a:moveTo>
                <a:lnTo>
                  <a:pt x="224514" y="0"/>
                </a:lnTo>
                <a:lnTo>
                  <a:pt x="224514" y="7744"/>
                </a:lnTo>
                <a:lnTo>
                  <a:pt x="201282" y="7744"/>
                </a:lnTo>
                <a:lnTo>
                  <a:pt x="201282" y="0"/>
                </a:lnTo>
                <a:close/>
                <a:moveTo>
                  <a:pt x="247745" y="0"/>
                </a:moveTo>
                <a:lnTo>
                  <a:pt x="270977" y="0"/>
                </a:lnTo>
                <a:lnTo>
                  <a:pt x="270977" y="7744"/>
                </a:lnTo>
                <a:lnTo>
                  <a:pt x="247745" y="7744"/>
                </a:lnTo>
                <a:lnTo>
                  <a:pt x="247745" y="0"/>
                </a:lnTo>
                <a:close/>
                <a:moveTo>
                  <a:pt x="294180" y="0"/>
                </a:moveTo>
                <a:lnTo>
                  <a:pt x="317411" y="0"/>
                </a:lnTo>
                <a:lnTo>
                  <a:pt x="317411" y="7744"/>
                </a:lnTo>
                <a:lnTo>
                  <a:pt x="294180" y="7744"/>
                </a:lnTo>
                <a:lnTo>
                  <a:pt x="294180" y="0"/>
                </a:lnTo>
                <a:close/>
                <a:moveTo>
                  <a:pt x="340643" y="0"/>
                </a:moveTo>
                <a:lnTo>
                  <a:pt x="363874" y="0"/>
                </a:lnTo>
                <a:lnTo>
                  <a:pt x="363874" y="7744"/>
                </a:lnTo>
                <a:lnTo>
                  <a:pt x="340643" y="7744"/>
                </a:lnTo>
                <a:lnTo>
                  <a:pt x="340643" y="0"/>
                </a:lnTo>
                <a:close/>
                <a:moveTo>
                  <a:pt x="387077" y="0"/>
                </a:moveTo>
                <a:lnTo>
                  <a:pt x="410308" y="0"/>
                </a:lnTo>
                <a:lnTo>
                  <a:pt x="410308" y="7744"/>
                </a:lnTo>
                <a:lnTo>
                  <a:pt x="387077" y="7744"/>
                </a:lnTo>
                <a:lnTo>
                  <a:pt x="387077" y="0"/>
                </a:lnTo>
                <a:close/>
                <a:moveTo>
                  <a:pt x="433540" y="0"/>
                </a:moveTo>
                <a:lnTo>
                  <a:pt x="456771" y="0"/>
                </a:lnTo>
                <a:lnTo>
                  <a:pt x="456771" y="7744"/>
                </a:lnTo>
                <a:lnTo>
                  <a:pt x="433540" y="7744"/>
                </a:lnTo>
                <a:lnTo>
                  <a:pt x="433540" y="0"/>
                </a:lnTo>
                <a:close/>
                <a:moveTo>
                  <a:pt x="479974" y="0"/>
                </a:moveTo>
                <a:lnTo>
                  <a:pt x="503206" y="0"/>
                </a:lnTo>
                <a:lnTo>
                  <a:pt x="503206" y="7744"/>
                </a:lnTo>
                <a:lnTo>
                  <a:pt x="479974" y="7744"/>
                </a:lnTo>
                <a:lnTo>
                  <a:pt x="479974" y="0"/>
                </a:lnTo>
                <a:close/>
                <a:moveTo>
                  <a:pt x="526437" y="0"/>
                </a:moveTo>
                <a:lnTo>
                  <a:pt x="549640" y="0"/>
                </a:lnTo>
                <a:lnTo>
                  <a:pt x="549640" y="7744"/>
                </a:lnTo>
                <a:lnTo>
                  <a:pt x="526437" y="7744"/>
                </a:lnTo>
                <a:lnTo>
                  <a:pt x="526437" y="0"/>
                </a:lnTo>
                <a:close/>
                <a:moveTo>
                  <a:pt x="572872" y="0"/>
                </a:moveTo>
                <a:lnTo>
                  <a:pt x="596103" y="0"/>
                </a:lnTo>
                <a:lnTo>
                  <a:pt x="596103" y="7744"/>
                </a:lnTo>
                <a:lnTo>
                  <a:pt x="572872" y="7744"/>
                </a:lnTo>
                <a:lnTo>
                  <a:pt x="572872" y="0"/>
                </a:lnTo>
                <a:close/>
                <a:moveTo>
                  <a:pt x="619335" y="0"/>
                </a:moveTo>
                <a:lnTo>
                  <a:pt x="642566" y="0"/>
                </a:lnTo>
                <a:lnTo>
                  <a:pt x="642566" y="7744"/>
                </a:lnTo>
                <a:lnTo>
                  <a:pt x="619335" y="7744"/>
                </a:lnTo>
                <a:lnTo>
                  <a:pt x="619335" y="0"/>
                </a:lnTo>
                <a:close/>
                <a:moveTo>
                  <a:pt x="665798" y="0"/>
                </a:moveTo>
                <a:lnTo>
                  <a:pt x="689000" y="0"/>
                </a:lnTo>
                <a:lnTo>
                  <a:pt x="689000" y="7744"/>
                </a:lnTo>
                <a:lnTo>
                  <a:pt x="665798" y="7744"/>
                </a:lnTo>
                <a:lnTo>
                  <a:pt x="665798" y="0"/>
                </a:lnTo>
                <a:close/>
                <a:moveTo>
                  <a:pt x="712232" y="0"/>
                </a:moveTo>
                <a:lnTo>
                  <a:pt x="735463" y="0"/>
                </a:lnTo>
                <a:lnTo>
                  <a:pt x="735463" y="7744"/>
                </a:lnTo>
                <a:lnTo>
                  <a:pt x="712232" y="7744"/>
                </a:lnTo>
                <a:lnTo>
                  <a:pt x="712232" y="0"/>
                </a:lnTo>
                <a:close/>
                <a:moveTo>
                  <a:pt x="758666" y="0"/>
                </a:moveTo>
                <a:lnTo>
                  <a:pt x="781898" y="0"/>
                </a:lnTo>
                <a:lnTo>
                  <a:pt x="781898" y="7744"/>
                </a:lnTo>
                <a:lnTo>
                  <a:pt x="758666" y="7744"/>
                </a:lnTo>
                <a:lnTo>
                  <a:pt x="758666" y="0"/>
                </a:lnTo>
                <a:close/>
                <a:moveTo>
                  <a:pt x="805129" y="0"/>
                </a:moveTo>
                <a:lnTo>
                  <a:pt x="828361" y="0"/>
                </a:lnTo>
                <a:lnTo>
                  <a:pt x="828361" y="7744"/>
                </a:lnTo>
                <a:lnTo>
                  <a:pt x="805129" y="7744"/>
                </a:lnTo>
                <a:lnTo>
                  <a:pt x="805129" y="0"/>
                </a:lnTo>
                <a:close/>
                <a:moveTo>
                  <a:pt x="851564" y="0"/>
                </a:moveTo>
                <a:lnTo>
                  <a:pt x="874795" y="0"/>
                </a:lnTo>
                <a:lnTo>
                  <a:pt x="874795" y="7744"/>
                </a:lnTo>
                <a:lnTo>
                  <a:pt x="851564" y="7744"/>
                </a:lnTo>
                <a:lnTo>
                  <a:pt x="851564" y="0"/>
                </a:lnTo>
                <a:close/>
                <a:moveTo>
                  <a:pt x="898027" y="0"/>
                </a:moveTo>
                <a:lnTo>
                  <a:pt x="921258" y="0"/>
                </a:lnTo>
                <a:lnTo>
                  <a:pt x="921258" y="7744"/>
                </a:lnTo>
                <a:lnTo>
                  <a:pt x="898027" y="7744"/>
                </a:lnTo>
                <a:lnTo>
                  <a:pt x="898027" y="0"/>
                </a:lnTo>
                <a:close/>
                <a:moveTo>
                  <a:pt x="944489" y="0"/>
                </a:moveTo>
                <a:lnTo>
                  <a:pt x="967692" y="0"/>
                </a:lnTo>
                <a:lnTo>
                  <a:pt x="967692" y="7744"/>
                </a:lnTo>
                <a:lnTo>
                  <a:pt x="944489" y="7744"/>
                </a:lnTo>
                <a:lnTo>
                  <a:pt x="944489" y="0"/>
                </a:lnTo>
                <a:close/>
                <a:moveTo>
                  <a:pt x="990924" y="0"/>
                </a:moveTo>
                <a:lnTo>
                  <a:pt x="1014155" y="0"/>
                </a:lnTo>
                <a:lnTo>
                  <a:pt x="1014155" y="7744"/>
                </a:lnTo>
                <a:lnTo>
                  <a:pt x="990924" y="7744"/>
                </a:lnTo>
                <a:lnTo>
                  <a:pt x="990924" y="0"/>
                </a:lnTo>
                <a:close/>
                <a:moveTo>
                  <a:pt x="1037358" y="0"/>
                </a:moveTo>
                <a:lnTo>
                  <a:pt x="1060590" y="0"/>
                </a:lnTo>
                <a:lnTo>
                  <a:pt x="1060590" y="7744"/>
                </a:lnTo>
                <a:lnTo>
                  <a:pt x="1037358" y="7744"/>
                </a:lnTo>
                <a:lnTo>
                  <a:pt x="1037358" y="0"/>
                </a:lnTo>
                <a:close/>
                <a:moveTo>
                  <a:pt x="1083821" y="0"/>
                </a:moveTo>
                <a:lnTo>
                  <a:pt x="1107053" y="0"/>
                </a:lnTo>
                <a:lnTo>
                  <a:pt x="1107053" y="7744"/>
                </a:lnTo>
                <a:lnTo>
                  <a:pt x="1083821" y="7744"/>
                </a:lnTo>
                <a:lnTo>
                  <a:pt x="1083821" y="0"/>
                </a:lnTo>
                <a:close/>
                <a:moveTo>
                  <a:pt x="1130284" y="0"/>
                </a:moveTo>
                <a:lnTo>
                  <a:pt x="1153487" y="0"/>
                </a:lnTo>
                <a:lnTo>
                  <a:pt x="1153487" y="7744"/>
                </a:lnTo>
                <a:lnTo>
                  <a:pt x="1130284" y="7744"/>
                </a:lnTo>
                <a:lnTo>
                  <a:pt x="1130284" y="0"/>
                </a:lnTo>
                <a:close/>
                <a:moveTo>
                  <a:pt x="1176719" y="0"/>
                </a:moveTo>
                <a:lnTo>
                  <a:pt x="1199950" y="0"/>
                </a:lnTo>
                <a:lnTo>
                  <a:pt x="1199950" y="7744"/>
                </a:lnTo>
                <a:lnTo>
                  <a:pt x="1176719" y="7744"/>
                </a:lnTo>
                <a:lnTo>
                  <a:pt x="1176719" y="0"/>
                </a:lnTo>
                <a:close/>
                <a:moveTo>
                  <a:pt x="1223153" y="0"/>
                </a:moveTo>
                <a:lnTo>
                  <a:pt x="1246384" y="0"/>
                </a:lnTo>
                <a:lnTo>
                  <a:pt x="1246384" y="7744"/>
                </a:lnTo>
                <a:lnTo>
                  <a:pt x="1223153" y="7744"/>
                </a:lnTo>
                <a:lnTo>
                  <a:pt x="1223153" y="0"/>
                </a:lnTo>
                <a:close/>
                <a:moveTo>
                  <a:pt x="1269616" y="0"/>
                </a:moveTo>
                <a:lnTo>
                  <a:pt x="1292847" y="0"/>
                </a:lnTo>
                <a:lnTo>
                  <a:pt x="1292847" y="7744"/>
                </a:lnTo>
                <a:lnTo>
                  <a:pt x="1269616" y="7744"/>
                </a:lnTo>
                <a:lnTo>
                  <a:pt x="1269616" y="0"/>
                </a:lnTo>
                <a:close/>
                <a:moveTo>
                  <a:pt x="1316079" y="0"/>
                </a:moveTo>
                <a:lnTo>
                  <a:pt x="1339282" y="0"/>
                </a:lnTo>
                <a:lnTo>
                  <a:pt x="1339282" y="7744"/>
                </a:lnTo>
                <a:lnTo>
                  <a:pt x="1316079" y="7744"/>
                </a:lnTo>
                <a:lnTo>
                  <a:pt x="1316079" y="0"/>
                </a:lnTo>
                <a:close/>
                <a:moveTo>
                  <a:pt x="1362513" y="0"/>
                </a:moveTo>
                <a:lnTo>
                  <a:pt x="1385745" y="0"/>
                </a:lnTo>
                <a:lnTo>
                  <a:pt x="1385745" y="7744"/>
                </a:lnTo>
                <a:lnTo>
                  <a:pt x="1362513" y="7744"/>
                </a:lnTo>
                <a:lnTo>
                  <a:pt x="1362513" y="0"/>
                </a:lnTo>
                <a:close/>
                <a:moveTo>
                  <a:pt x="1408976" y="0"/>
                </a:moveTo>
                <a:lnTo>
                  <a:pt x="1432179" y="0"/>
                </a:lnTo>
                <a:lnTo>
                  <a:pt x="1432179" y="7744"/>
                </a:lnTo>
                <a:lnTo>
                  <a:pt x="1408976" y="7744"/>
                </a:lnTo>
                <a:lnTo>
                  <a:pt x="1408976" y="0"/>
                </a:lnTo>
                <a:close/>
                <a:moveTo>
                  <a:pt x="1455410" y="0"/>
                </a:moveTo>
                <a:lnTo>
                  <a:pt x="1463154" y="0"/>
                </a:lnTo>
                <a:cubicBezTo>
                  <a:pt x="1468241" y="0"/>
                  <a:pt x="1473327" y="257"/>
                  <a:pt x="1478413" y="743"/>
                </a:cubicBezTo>
                <a:lnTo>
                  <a:pt x="1477642" y="8458"/>
                </a:lnTo>
                <a:cubicBezTo>
                  <a:pt x="1472813" y="7972"/>
                  <a:pt x="1467983" y="7744"/>
                  <a:pt x="1463154" y="7744"/>
                </a:cubicBezTo>
                <a:lnTo>
                  <a:pt x="1455410" y="7744"/>
                </a:lnTo>
                <a:lnTo>
                  <a:pt x="1455410" y="0"/>
                </a:lnTo>
                <a:close/>
                <a:moveTo>
                  <a:pt x="1501959" y="4943"/>
                </a:moveTo>
                <a:cubicBezTo>
                  <a:pt x="1509903" y="7001"/>
                  <a:pt x="1517618" y="9658"/>
                  <a:pt x="1525133" y="12944"/>
                </a:cubicBezTo>
                <a:lnTo>
                  <a:pt x="1522047" y="20031"/>
                </a:lnTo>
                <a:cubicBezTo>
                  <a:pt x="1514904" y="16916"/>
                  <a:pt x="1507560" y="14402"/>
                  <a:pt x="1500016" y="12430"/>
                </a:cubicBezTo>
                <a:lnTo>
                  <a:pt x="1501959" y="4943"/>
                </a:lnTo>
                <a:close/>
                <a:moveTo>
                  <a:pt x="1546108" y="24089"/>
                </a:moveTo>
                <a:cubicBezTo>
                  <a:pt x="1552937" y="28432"/>
                  <a:pt x="1559366" y="33261"/>
                  <a:pt x="1565453" y="38605"/>
                </a:cubicBezTo>
                <a:lnTo>
                  <a:pt x="1560338" y="44406"/>
                </a:lnTo>
                <a:cubicBezTo>
                  <a:pt x="1554566" y="39348"/>
                  <a:pt x="1548451" y="34747"/>
                  <a:pt x="1541964" y="30632"/>
                </a:cubicBezTo>
                <a:lnTo>
                  <a:pt x="1546108" y="24089"/>
                </a:lnTo>
                <a:close/>
                <a:moveTo>
                  <a:pt x="1582369" y="56036"/>
                </a:moveTo>
                <a:cubicBezTo>
                  <a:pt x="1587513" y="62236"/>
                  <a:pt x="1592142" y="68780"/>
                  <a:pt x="1596257" y="75724"/>
                </a:cubicBezTo>
                <a:lnTo>
                  <a:pt x="1589599" y="79696"/>
                </a:lnTo>
                <a:cubicBezTo>
                  <a:pt x="1585684" y="73095"/>
                  <a:pt x="1581283" y="66865"/>
                  <a:pt x="1576397" y="60979"/>
                </a:cubicBezTo>
                <a:lnTo>
                  <a:pt x="1582369" y="56036"/>
                </a:lnTo>
                <a:close/>
                <a:moveTo>
                  <a:pt x="1606744" y="96926"/>
                </a:moveTo>
                <a:cubicBezTo>
                  <a:pt x="1609830" y="104584"/>
                  <a:pt x="1612287" y="112443"/>
                  <a:pt x="1614145" y="120501"/>
                </a:cubicBezTo>
                <a:lnTo>
                  <a:pt x="1606572" y="122215"/>
                </a:lnTo>
                <a:cubicBezTo>
                  <a:pt x="1604829" y="114557"/>
                  <a:pt x="1602515" y="107099"/>
                  <a:pt x="1599571" y="99812"/>
                </a:cubicBezTo>
                <a:lnTo>
                  <a:pt x="1606744" y="96926"/>
                </a:lnTo>
                <a:close/>
                <a:moveTo>
                  <a:pt x="1617602" y="143932"/>
                </a:moveTo>
                <a:cubicBezTo>
                  <a:pt x="1617859" y="147561"/>
                  <a:pt x="1618002" y="151190"/>
                  <a:pt x="1618002" y="154819"/>
                </a:cubicBezTo>
                <a:lnTo>
                  <a:pt x="1618002" y="166964"/>
                </a:lnTo>
                <a:lnTo>
                  <a:pt x="1610230" y="166964"/>
                </a:lnTo>
                <a:lnTo>
                  <a:pt x="1610230" y="154819"/>
                </a:lnTo>
                <a:cubicBezTo>
                  <a:pt x="1610230" y="151390"/>
                  <a:pt x="1610116" y="147933"/>
                  <a:pt x="1609887" y="144504"/>
                </a:cubicBezTo>
                <a:lnTo>
                  <a:pt x="1617602" y="143932"/>
                </a:lnTo>
                <a:close/>
                <a:moveTo>
                  <a:pt x="1618002" y="190167"/>
                </a:moveTo>
                <a:lnTo>
                  <a:pt x="1618002" y="213398"/>
                </a:lnTo>
                <a:lnTo>
                  <a:pt x="1610230" y="213398"/>
                </a:lnTo>
                <a:lnTo>
                  <a:pt x="1610230" y="190167"/>
                </a:lnTo>
                <a:lnTo>
                  <a:pt x="1618002" y="190167"/>
                </a:lnTo>
                <a:close/>
                <a:moveTo>
                  <a:pt x="1618002" y="236630"/>
                </a:moveTo>
                <a:lnTo>
                  <a:pt x="1618002" y="259861"/>
                </a:lnTo>
                <a:lnTo>
                  <a:pt x="1610230" y="259861"/>
                </a:lnTo>
                <a:lnTo>
                  <a:pt x="1610230" y="236630"/>
                </a:lnTo>
                <a:lnTo>
                  <a:pt x="1618002" y="236630"/>
                </a:lnTo>
                <a:close/>
                <a:moveTo>
                  <a:pt x="1618002" y="283093"/>
                </a:moveTo>
                <a:lnTo>
                  <a:pt x="1618002" y="306295"/>
                </a:lnTo>
                <a:lnTo>
                  <a:pt x="1610230" y="306295"/>
                </a:lnTo>
                <a:lnTo>
                  <a:pt x="1610230" y="283093"/>
                </a:lnTo>
                <a:lnTo>
                  <a:pt x="1618002" y="283093"/>
                </a:lnTo>
                <a:close/>
                <a:moveTo>
                  <a:pt x="1618002" y="329527"/>
                </a:moveTo>
                <a:lnTo>
                  <a:pt x="1618002" y="352758"/>
                </a:lnTo>
                <a:lnTo>
                  <a:pt x="1610230" y="352758"/>
                </a:lnTo>
                <a:lnTo>
                  <a:pt x="1610230" y="329527"/>
                </a:lnTo>
                <a:lnTo>
                  <a:pt x="1618002" y="329527"/>
                </a:lnTo>
                <a:close/>
                <a:moveTo>
                  <a:pt x="1618002" y="375961"/>
                </a:moveTo>
                <a:lnTo>
                  <a:pt x="1618002" y="399193"/>
                </a:lnTo>
                <a:lnTo>
                  <a:pt x="1610230" y="399193"/>
                </a:lnTo>
                <a:lnTo>
                  <a:pt x="1610230" y="375961"/>
                </a:lnTo>
                <a:lnTo>
                  <a:pt x="1618002" y="375961"/>
                </a:lnTo>
                <a:close/>
                <a:moveTo>
                  <a:pt x="1618002" y="422424"/>
                </a:moveTo>
                <a:lnTo>
                  <a:pt x="1618002" y="445656"/>
                </a:lnTo>
                <a:lnTo>
                  <a:pt x="1610230" y="445656"/>
                </a:lnTo>
                <a:lnTo>
                  <a:pt x="1610230" y="422424"/>
                </a:lnTo>
                <a:lnTo>
                  <a:pt x="1618002" y="422424"/>
                </a:lnTo>
                <a:close/>
                <a:moveTo>
                  <a:pt x="1618002" y="468887"/>
                </a:moveTo>
                <a:lnTo>
                  <a:pt x="1618002" y="492090"/>
                </a:lnTo>
                <a:lnTo>
                  <a:pt x="1610230" y="492090"/>
                </a:lnTo>
                <a:lnTo>
                  <a:pt x="1610230" y="468887"/>
                </a:lnTo>
                <a:lnTo>
                  <a:pt x="1618002" y="468887"/>
                </a:lnTo>
                <a:close/>
                <a:moveTo>
                  <a:pt x="1618002" y="515322"/>
                </a:moveTo>
                <a:lnTo>
                  <a:pt x="1618002" y="538553"/>
                </a:lnTo>
                <a:lnTo>
                  <a:pt x="1610230" y="538553"/>
                </a:lnTo>
                <a:lnTo>
                  <a:pt x="1610230" y="515322"/>
                </a:lnTo>
                <a:lnTo>
                  <a:pt x="1618002" y="515322"/>
                </a:lnTo>
                <a:close/>
                <a:moveTo>
                  <a:pt x="1618002" y="561784"/>
                </a:moveTo>
                <a:lnTo>
                  <a:pt x="1618002" y="584987"/>
                </a:lnTo>
                <a:lnTo>
                  <a:pt x="1610230" y="584987"/>
                </a:lnTo>
                <a:lnTo>
                  <a:pt x="1610230" y="561784"/>
                </a:lnTo>
                <a:lnTo>
                  <a:pt x="1618002" y="561784"/>
                </a:lnTo>
                <a:close/>
                <a:moveTo>
                  <a:pt x="1618002" y="608219"/>
                </a:moveTo>
                <a:lnTo>
                  <a:pt x="1618002" y="631450"/>
                </a:lnTo>
                <a:lnTo>
                  <a:pt x="1610230" y="631450"/>
                </a:lnTo>
                <a:lnTo>
                  <a:pt x="1610230" y="608219"/>
                </a:lnTo>
                <a:lnTo>
                  <a:pt x="1618002" y="608219"/>
                </a:lnTo>
                <a:close/>
                <a:moveTo>
                  <a:pt x="1618002" y="654682"/>
                </a:moveTo>
                <a:lnTo>
                  <a:pt x="1618002" y="677885"/>
                </a:lnTo>
                <a:lnTo>
                  <a:pt x="1610230" y="677885"/>
                </a:lnTo>
                <a:lnTo>
                  <a:pt x="1610230" y="654682"/>
                </a:lnTo>
                <a:lnTo>
                  <a:pt x="1618002" y="654682"/>
                </a:lnTo>
                <a:close/>
                <a:moveTo>
                  <a:pt x="1618002" y="701116"/>
                </a:moveTo>
                <a:lnTo>
                  <a:pt x="1618002" y="724348"/>
                </a:lnTo>
                <a:lnTo>
                  <a:pt x="1610230" y="724348"/>
                </a:lnTo>
                <a:lnTo>
                  <a:pt x="1610230" y="701116"/>
                </a:lnTo>
                <a:lnTo>
                  <a:pt x="1618002" y="701116"/>
                </a:lnTo>
                <a:close/>
                <a:moveTo>
                  <a:pt x="1618002" y="747579"/>
                </a:moveTo>
                <a:lnTo>
                  <a:pt x="1618002" y="770811"/>
                </a:lnTo>
                <a:lnTo>
                  <a:pt x="1610230" y="770811"/>
                </a:lnTo>
                <a:lnTo>
                  <a:pt x="1610230" y="747579"/>
                </a:lnTo>
                <a:lnTo>
                  <a:pt x="1618002" y="747579"/>
                </a:lnTo>
                <a:close/>
                <a:moveTo>
                  <a:pt x="1618002" y="794014"/>
                </a:moveTo>
                <a:lnTo>
                  <a:pt x="1618002" y="817245"/>
                </a:lnTo>
                <a:lnTo>
                  <a:pt x="1610230" y="817245"/>
                </a:lnTo>
                <a:lnTo>
                  <a:pt x="1610230" y="794014"/>
                </a:lnTo>
                <a:lnTo>
                  <a:pt x="1618002" y="794014"/>
                </a:lnTo>
                <a:close/>
                <a:moveTo>
                  <a:pt x="1618002" y="840476"/>
                </a:moveTo>
                <a:lnTo>
                  <a:pt x="1618002" y="859307"/>
                </a:lnTo>
                <a:cubicBezTo>
                  <a:pt x="1618002" y="860708"/>
                  <a:pt x="1617974" y="862136"/>
                  <a:pt x="1617916" y="863565"/>
                </a:cubicBezTo>
                <a:lnTo>
                  <a:pt x="1610201" y="863365"/>
                </a:lnTo>
                <a:cubicBezTo>
                  <a:pt x="1610230" y="862022"/>
                  <a:pt x="1610230" y="860679"/>
                  <a:pt x="1610230" y="859307"/>
                </a:cubicBezTo>
                <a:lnTo>
                  <a:pt x="1610230" y="840476"/>
                </a:lnTo>
                <a:lnTo>
                  <a:pt x="1618002" y="840476"/>
                </a:lnTo>
                <a:close/>
                <a:moveTo>
                  <a:pt x="1615516" y="886797"/>
                </a:moveTo>
                <a:cubicBezTo>
                  <a:pt x="1614059" y="894855"/>
                  <a:pt x="1612001" y="902741"/>
                  <a:pt x="1609287" y="910485"/>
                </a:cubicBezTo>
                <a:lnTo>
                  <a:pt x="1601972" y="907913"/>
                </a:lnTo>
                <a:cubicBezTo>
                  <a:pt x="1604543" y="900570"/>
                  <a:pt x="1606515" y="893083"/>
                  <a:pt x="1607915" y="885425"/>
                </a:cubicBezTo>
                <a:lnTo>
                  <a:pt x="1615516" y="886797"/>
                </a:lnTo>
                <a:close/>
                <a:moveTo>
                  <a:pt x="1599657" y="932402"/>
                </a:moveTo>
                <a:cubicBezTo>
                  <a:pt x="1595857" y="939460"/>
                  <a:pt x="1591542" y="946204"/>
                  <a:pt x="1586713" y="952605"/>
                </a:cubicBezTo>
                <a:lnTo>
                  <a:pt x="1580540" y="947947"/>
                </a:lnTo>
                <a:cubicBezTo>
                  <a:pt x="1585141" y="941861"/>
                  <a:pt x="1589227" y="935460"/>
                  <a:pt x="1592828" y="928745"/>
                </a:cubicBezTo>
                <a:lnTo>
                  <a:pt x="1599657" y="932402"/>
                </a:lnTo>
                <a:close/>
                <a:moveTo>
                  <a:pt x="1570596" y="970778"/>
                </a:moveTo>
                <a:cubicBezTo>
                  <a:pt x="1564767" y="976408"/>
                  <a:pt x="1558538" y="981523"/>
                  <a:pt x="1551908" y="986180"/>
                </a:cubicBezTo>
                <a:lnTo>
                  <a:pt x="1547479" y="979837"/>
                </a:lnTo>
                <a:cubicBezTo>
                  <a:pt x="1553766" y="975436"/>
                  <a:pt x="1559709" y="970550"/>
                  <a:pt x="1565224" y="965206"/>
                </a:cubicBezTo>
                <a:lnTo>
                  <a:pt x="1570596" y="970778"/>
                </a:lnTo>
                <a:close/>
                <a:moveTo>
                  <a:pt x="1531306" y="998325"/>
                </a:moveTo>
                <a:cubicBezTo>
                  <a:pt x="1524048" y="1001897"/>
                  <a:pt x="1516561" y="1004868"/>
                  <a:pt x="1508817" y="1007240"/>
                </a:cubicBezTo>
                <a:lnTo>
                  <a:pt x="1506531" y="999868"/>
                </a:lnTo>
                <a:cubicBezTo>
                  <a:pt x="1513875" y="997582"/>
                  <a:pt x="1520990" y="994753"/>
                  <a:pt x="1527905" y="991381"/>
                </a:cubicBezTo>
                <a:lnTo>
                  <a:pt x="1531306" y="998325"/>
                </a:lnTo>
                <a:close/>
                <a:moveTo>
                  <a:pt x="1485157" y="1012584"/>
                </a:moveTo>
                <a:cubicBezTo>
                  <a:pt x="1477870" y="1013612"/>
                  <a:pt x="1470527" y="1014127"/>
                  <a:pt x="1463154" y="1014127"/>
                </a:cubicBezTo>
                <a:lnTo>
                  <a:pt x="1462126" y="1014127"/>
                </a:lnTo>
                <a:lnTo>
                  <a:pt x="1462126" y="1006411"/>
                </a:lnTo>
                <a:lnTo>
                  <a:pt x="1463154" y="1006411"/>
                </a:lnTo>
                <a:cubicBezTo>
                  <a:pt x="1470155" y="1006411"/>
                  <a:pt x="1477127" y="1005897"/>
                  <a:pt x="1484043" y="1004897"/>
                </a:cubicBezTo>
                <a:lnTo>
                  <a:pt x="1485157" y="1012584"/>
                </a:lnTo>
                <a:close/>
                <a:moveTo>
                  <a:pt x="1438894" y="1014127"/>
                </a:moveTo>
                <a:lnTo>
                  <a:pt x="1415663" y="1014127"/>
                </a:lnTo>
                <a:lnTo>
                  <a:pt x="1415663" y="1006411"/>
                </a:lnTo>
                <a:lnTo>
                  <a:pt x="1438894" y="1006411"/>
                </a:lnTo>
                <a:lnTo>
                  <a:pt x="1438894" y="1014127"/>
                </a:lnTo>
                <a:close/>
                <a:moveTo>
                  <a:pt x="1392460" y="1014127"/>
                </a:moveTo>
                <a:lnTo>
                  <a:pt x="1369228" y="1014127"/>
                </a:lnTo>
                <a:lnTo>
                  <a:pt x="1369228" y="1006411"/>
                </a:lnTo>
                <a:lnTo>
                  <a:pt x="1392460" y="1006411"/>
                </a:lnTo>
                <a:lnTo>
                  <a:pt x="1392460" y="1014127"/>
                </a:lnTo>
                <a:close/>
                <a:moveTo>
                  <a:pt x="1345997" y="1014127"/>
                </a:moveTo>
                <a:lnTo>
                  <a:pt x="1322765" y="1014127"/>
                </a:lnTo>
                <a:lnTo>
                  <a:pt x="1322765" y="1006411"/>
                </a:lnTo>
                <a:lnTo>
                  <a:pt x="1345997" y="1006411"/>
                </a:lnTo>
                <a:lnTo>
                  <a:pt x="1345997" y="1014127"/>
                </a:lnTo>
                <a:close/>
                <a:moveTo>
                  <a:pt x="1299534" y="1014127"/>
                </a:moveTo>
                <a:lnTo>
                  <a:pt x="1276331" y="1014127"/>
                </a:lnTo>
                <a:lnTo>
                  <a:pt x="1276331" y="1006411"/>
                </a:lnTo>
                <a:lnTo>
                  <a:pt x="1299534" y="1006411"/>
                </a:lnTo>
                <a:lnTo>
                  <a:pt x="1299534" y="1014127"/>
                </a:lnTo>
                <a:close/>
                <a:moveTo>
                  <a:pt x="1253099" y="1014127"/>
                </a:moveTo>
                <a:lnTo>
                  <a:pt x="1229868" y="1014127"/>
                </a:lnTo>
                <a:lnTo>
                  <a:pt x="1229868" y="1006411"/>
                </a:lnTo>
                <a:lnTo>
                  <a:pt x="1253099" y="1006411"/>
                </a:lnTo>
                <a:lnTo>
                  <a:pt x="1253099" y="1014127"/>
                </a:lnTo>
                <a:close/>
                <a:moveTo>
                  <a:pt x="1206665" y="1014127"/>
                </a:moveTo>
                <a:lnTo>
                  <a:pt x="1183434" y="1014127"/>
                </a:lnTo>
                <a:lnTo>
                  <a:pt x="1183434" y="1006411"/>
                </a:lnTo>
                <a:lnTo>
                  <a:pt x="1206665" y="1006411"/>
                </a:lnTo>
                <a:lnTo>
                  <a:pt x="1206665" y="1014127"/>
                </a:lnTo>
                <a:close/>
                <a:moveTo>
                  <a:pt x="1160202" y="1014127"/>
                </a:moveTo>
                <a:lnTo>
                  <a:pt x="1136971" y="1014127"/>
                </a:lnTo>
                <a:lnTo>
                  <a:pt x="1136971" y="1006411"/>
                </a:lnTo>
                <a:lnTo>
                  <a:pt x="1160202" y="1006411"/>
                </a:lnTo>
                <a:lnTo>
                  <a:pt x="1160202" y="1014127"/>
                </a:lnTo>
                <a:close/>
                <a:moveTo>
                  <a:pt x="1113739" y="1014127"/>
                </a:moveTo>
                <a:lnTo>
                  <a:pt x="1090536" y="1014127"/>
                </a:lnTo>
                <a:lnTo>
                  <a:pt x="1090536" y="1006411"/>
                </a:lnTo>
                <a:lnTo>
                  <a:pt x="1113739" y="1006411"/>
                </a:lnTo>
                <a:lnTo>
                  <a:pt x="1113739" y="1014127"/>
                </a:lnTo>
                <a:close/>
                <a:moveTo>
                  <a:pt x="1067305" y="1014127"/>
                </a:moveTo>
                <a:lnTo>
                  <a:pt x="1044073" y="1014127"/>
                </a:lnTo>
                <a:lnTo>
                  <a:pt x="1044073" y="1006411"/>
                </a:lnTo>
                <a:lnTo>
                  <a:pt x="1067305" y="1006411"/>
                </a:lnTo>
                <a:lnTo>
                  <a:pt x="1067305" y="1014127"/>
                </a:lnTo>
                <a:close/>
                <a:moveTo>
                  <a:pt x="1020842" y="1014127"/>
                </a:moveTo>
                <a:lnTo>
                  <a:pt x="997639" y="1014127"/>
                </a:lnTo>
                <a:lnTo>
                  <a:pt x="997639" y="1006411"/>
                </a:lnTo>
                <a:lnTo>
                  <a:pt x="1020842" y="1006411"/>
                </a:lnTo>
                <a:lnTo>
                  <a:pt x="1020842" y="1014127"/>
                </a:lnTo>
                <a:close/>
                <a:moveTo>
                  <a:pt x="974407" y="1014127"/>
                </a:moveTo>
                <a:lnTo>
                  <a:pt x="951176" y="1014127"/>
                </a:lnTo>
                <a:lnTo>
                  <a:pt x="951176" y="1006411"/>
                </a:lnTo>
                <a:lnTo>
                  <a:pt x="974407" y="1006411"/>
                </a:lnTo>
                <a:lnTo>
                  <a:pt x="974407" y="1014127"/>
                </a:lnTo>
                <a:close/>
                <a:moveTo>
                  <a:pt x="927973" y="1014127"/>
                </a:moveTo>
                <a:lnTo>
                  <a:pt x="904742" y="1014127"/>
                </a:lnTo>
                <a:lnTo>
                  <a:pt x="904742" y="1006411"/>
                </a:lnTo>
                <a:lnTo>
                  <a:pt x="927973" y="1006411"/>
                </a:lnTo>
                <a:lnTo>
                  <a:pt x="927973" y="1014127"/>
                </a:lnTo>
                <a:close/>
                <a:moveTo>
                  <a:pt x="881510" y="1014127"/>
                </a:moveTo>
                <a:lnTo>
                  <a:pt x="858279" y="1014127"/>
                </a:lnTo>
                <a:lnTo>
                  <a:pt x="858279" y="1006411"/>
                </a:lnTo>
                <a:lnTo>
                  <a:pt x="881510" y="1006411"/>
                </a:lnTo>
                <a:lnTo>
                  <a:pt x="881510" y="1014127"/>
                </a:lnTo>
                <a:close/>
                <a:moveTo>
                  <a:pt x="835047" y="1014127"/>
                </a:moveTo>
                <a:lnTo>
                  <a:pt x="811816" y="1014127"/>
                </a:lnTo>
                <a:lnTo>
                  <a:pt x="811816" y="1006411"/>
                </a:lnTo>
                <a:lnTo>
                  <a:pt x="835047" y="1006411"/>
                </a:lnTo>
                <a:lnTo>
                  <a:pt x="835047" y="1014127"/>
                </a:lnTo>
                <a:close/>
                <a:moveTo>
                  <a:pt x="788613" y="1014127"/>
                </a:moveTo>
                <a:lnTo>
                  <a:pt x="765381" y="1014127"/>
                </a:lnTo>
                <a:lnTo>
                  <a:pt x="765381" y="1006411"/>
                </a:lnTo>
                <a:lnTo>
                  <a:pt x="788613" y="1006411"/>
                </a:lnTo>
                <a:lnTo>
                  <a:pt x="788613" y="1014127"/>
                </a:lnTo>
                <a:close/>
                <a:moveTo>
                  <a:pt x="742150" y="1014127"/>
                </a:moveTo>
                <a:lnTo>
                  <a:pt x="718947" y="1014127"/>
                </a:lnTo>
                <a:lnTo>
                  <a:pt x="718947" y="1006411"/>
                </a:lnTo>
                <a:lnTo>
                  <a:pt x="742150" y="1006411"/>
                </a:lnTo>
                <a:lnTo>
                  <a:pt x="742150" y="1014127"/>
                </a:lnTo>
                <a:close/>
                <a:moveTo>
                  <a:pt x="695716" y="1014127"/>
                </a:moveTo>
                <a:lnTo>
                  <a:pt x="672484" y="1014127"/>
                </a:lnTo>
                <a:lnTo>
                  <a:pt x="672484" y="1006411"/>
                </a:lnTo>
                <a:lnTo>
                  <a:pt x="695716" y="1006411"/>
                </a:lnTo>
                <a:lnTo>
                  <a:pt x="695716" y="1014127"/>
                </a:lnTo>
                <a:close/>
                <a:moveTo>
                  <a:pt x="649253" y="1014127"/>
                </a:moveTo>
                <a:lnTo>
                  <a:pt x="626050" y="1014127"/>
                </a:lnTo>
                <a:lnTo>
                  <a:pt x="626050" y="1006411"/>
                </a:lnTo>
                <a:lnTo>
                  <a:pt x="649253" y="1006411"/>
                </a:lnTo>
                <a:lnTo>
                  <a:pt x="649253" y="1014127"/>
                </a:lnTo>
                <a:close/>
                <a:moveTo>
                  <a:pt x="602818" y="1014127"/>
                </a:moveTo>
                <a:lnTo>
                  <a:pt x="579587" y="1014127"/>
                </a:lnTo>
                <a:lnTo>
                  <a:pt x="579587" y="1006411"/>
                </a:lnTo>
                <a:lnTo>
                  <a:pt x="602818" y="1006411"/>
                </a:lnTo>
                <a:lnTo>
                  <a:pt x="602818" y="1014127"/>
                </a:lnTo>
                <a:close/>
                <a:moveTo>
                  <a:pt x="556355" y="1014127"/>
                </a:moveTo>
                <a:lnTo>
                  <a:pt x="533152" y="1014127"/>
                </a:lnTo>
                <a:lnTo>
                  <a:pt x="533152" y="1006411"/>
                </a:lnTo>
                <a:lnTo>
                  <a:pt x="556355" y="1006411"/>
                </a:lnTo>
                <a:lnTo>
                  <a:pt x="556355" y="1014127"/>
                </a:lnTo>
                <a:close/>
                <a:moveTo>
                  <a:pt x="509921" y="1014127"/>
                </a:moveTo>
                <a:lnTo>
                  <a:pt x="486689" y="1014127"/>
                </a:lnTo>
                <a:lnTo>
                  <a:pt x="486689" y="1006411"/>
                </a:lnTo>
                <a:lnTo>
                  <a:pt x="509921" y="1006411"/>
                </a:lnTo>
                <a:lnTo>
                  <a:pt x="509921" y="1014127"/>
                </a:lnTo>
                <a:close/>
                <a:moveTo>
                  <a:pt x="463458" y="1014127"/>
                </a:moveTo>
                <a:lnTo>
                  <a:pt x="440255" y="1014127"/>
                </a:lnTo>
                <a:lnTo>
                  <a:pt x="440255" y="1006411"/>
                </a:lnTo>
                <a:lnTo>
                  <a:pt x="463458" y="1006411"/>
                </a:lnTo>
                <a:lnTo>
                  <a:pt x="463458" y="1014127"/>
                </a:lnTo>
                <a:close/>
                <a:moveTo>
                  <a:pt x="417024" y="1014127"/>
                </a:moveTo>
                <a:lnTo>
                  <a:pt x="393792" y="1014127"/>
                </a:lnTo>
                <a:lnTo>
                  <a:pt x="393792" y="1006411"/>
                </a:lnTo>
                <a:lnTo>
                  <a:pt x="417024" y="1006411"/>
                </a:lnTo>
                <a:lnTo>
                  <a:pt x="417024" y="1014127"/>
                </a:lnTo>
                <a:close/>
                <a:moveTo>
                  <a:pt x="370561" y="1014127"/>
                </a:moveTo>
                <a:lnTo>
                  <a:pt x="347329" y="1014127"/>
                </a:lnTo>
                <a:lnTo>
                  <a:pt x="347329" y="1006411"/>
                </a:lnTo>
                <a:lnTo>
                  <a:pt x="370561" y="1006411"/>
                </a:lnTo>
                <a:lnTo>
                  <a:pt x="370561" y="1014127"/>
                </a:lnTo>
                <a:close/>
                <a:moveTo>
                  <a:pt x="324126" y="1014127"/>
                </a:moveTo>
                <a:lnTo>
                  <a:pt x="300895" y="1014127"/>
                </a:lnTo>
                <a:lnTo>
                  <a:pt x="300895" y="1006411"/>
                </a:lnTo>
                <a:lnTo>
                  <a:pt x="324126" y="1006411"/>
                </a:lnTo>
                <a:lnTo>
                  <a:pt x="324126" y="1014127"/>
                </a:lnTo>
                <a:close/>
                <a:moveTo>
                  <a:pt x="277663" y="1014127"/>
                </a:moveTo>
                <a:lnTo>
                  <a:pt x="254460" y="1014127"/>
                </a:lnTo>
                <a:lnTo>
                  <a:pt x="254460" y="1006411"/>
                </a:lnTo>
                <a:lnTo>
                  <a:pt x="277663" y="1006411"/>
                </a:lnTo>
                <a:lnTo>
                  <a:pt x="277663" y="1014127"/>
                </a:lnTo>
                <a:close/>
                <a:moveTo>
                  <a:pt x="231229" y="1014127"/>
                </a:moveTo>
                <a:lnTo>
                  <a:pt x="207997" y="1014127"/>
                </a:lnTo>
                <a:lnTo>
                  <a:pt x="207997" y="1006411"/>
                </a:lnTo>
                <a:lnTo>
                  <a:pt x="231229" y="1006411"/>
                </a:lnTo>
                <a:lnTo>
                  <a:pt x="231229" y="1014127"/>
                </a:lnTo>
                <a:close/>
                <a:moveTo>
                  <a:pt x="184766" y="1014127"/>
                </a:moveTo>
                <a:lnTo>
                  <a:pt x="161534" y="1014127"/>
                </a:lnTo>
                <a:lnTo>
                  <a:pt x="161534" y="1006411"/>
                </a:lnTo>
                <a:lnTo>
                  <a:pt x="184766" y="1006411"/>
                </a:lnTo>
                <a:lnTo>
                  <a:pt x="184766" y="1014127"/>
                </a:lnTo>
                <a:close/>
                <a:moveTo>
                  <a:pt x="138560" y="1013270"/>
                </a:moveTo>
                <a:cubicBezTo>
                  <a:pt x="130588" y="1012441"/>
                  <a:pt x="122730" y="1010983"/>
                  <a:pt x="114986" y="1008926"/>
                </a:cubicBezTo>
                <a:lnTo>
                  <a:pt x="116986" y="1001439"/>
                </a:lnTo>
                <a:cubicBezTo>
                  <a:pt x="124330" y="1003383"/>
                  <a:pt x="131788" y="1004783"/>
                  <a:pt x="139360" y="1005583"/>
                </a:cubicBezTo>
                <a:lnTo>
                  <a:pt x="138560" y="1013270"/>
                </a:lnTo>
                <a:close/>
                <a:moveTo>
                  <a:pt x="91897" y="1000754"/>
                </a:moveTo>
                <a:cubicBezTo>
                  <a:pt x="84639" y="997525"/>
                  <a:pt x="77667" y="993753"/>
                  <a:pt x="70980" y="989467"/>
                </a:cubicBezTo>
                <a:lnTo>
                  <a:pt x="75181" y="982951"/>
                </a:lnTo>
                <a:cubicBezTo>
                  <a:pt x="81524" y="987038"/>
                  <a:pt x="88154" y="990638"/>
                  <a:pt x="95040" y="993696"/>
                </a:cubicBezTo>
                <a:lnTo>
                  <a:pt x="91897" y="1000754"/>
                </a:lnTo>
                <a:close/>
                <a:moveTo>
                  <a:pt x="51721" y="974808"/>
                </a:moveTo>
                <a:cubicBezTo>
                  <a:pt x="45691" y="969407"/>
                  <a:pt x="40091" y="963549"/>
                  <a:pt x="34947" y="957262"/>
                </a:cubicBezTo>
                <a:lnTo>
                  <a:pt x="40948" y="952376"/>
                </a:lnTo>
                <a:cubicBezTo>
                  <a:pt x="45806" y="958348"/>
                  <a:pt x="51121" y="963892"/>
                  <a:pt x="56893" y="969035"/>
                </a:cubicBezTo>
                <a:lnTo>
                  <a:pt x="51721" y="974808"/>
                </a:lnTo>
                <a:close/>
                <a:moveTo>
                  <a:pt x="21203" y="937489"/>
                </a:moveTo>
                <a:cubicBezTo>
                  <a:pt x="17202" y="930659"/>
                  <a:pt x="13773" y="923573"/>
                  <a:pt x="10858" y="916229"/>
                </a:cubicBezTo>
                <a:lnTo>
                  <a:pt x="18059" y="913371"/>
                </a:lnTo>
                <a:cubicBezTo>
                  <a:pt x="20803" y="920372"/>
                  <a:pt x="24089" y="927087"/>
                  <a:pt x="27889" y="933574"/>
                </a:cubicBezTo>
                <a:lnTo>
                  <a:pt x="21203" y="937489"/>
                </a:lnTo>
                <a:close/>
                <a:moveTo>
                  <a:pt x="3629" y="892569"/>
                </a:moveTo>
                <a:cubicBezTo>
                  <a:pt x="1915" y="884853"/>
                  <a:pt x="829" y="877052"/>
                  <a:pt x="314" y="869166"/>
                </a:cubicBezTo>
                <a:lnTo>
                  <a:pt x="8058" y="868680"/>
                </a:lnTo>
                <a:cubicBezTo>
                  <a:pt x="8515" y="876167"/>
                  <a:pt x="9573" y="883568"/>
                  <a:pt x="11173" y="890911"/>
                </a:cubicBezTo>
                <a:lnTo>
                  <a:pt x="3629" y="892569"/>
                </a:lnTo>
                <a:close/>
                <a:moveTo>
                  <a:pt x="0" y="846134"/>
                </a:moveTo>
                <a:lnTo>
                  <a:pt x="0" y="822903"/>
                </a:lnTo>
                <a:lnTo>
                  <a:pt x="7744" y="822903"/>
                </a:lnTo>
                <a:lnTo>
                  <a:pt x="7744" y="846134"/>
                </a:lnTo>
                <a:lnTo>
                  <a:pt x="0" y="846134"/>
                </a:lnTo>
                <a:close/>
                <a:moveTo>
                  <a:pt x="0" y="799700"/>
                </a:moveTo>
                <a:lnTo>
                  <a:pt x="0" y="776468"/>
                </a:lnTo>
                <a:lnTo>
                  <a:pt x="7744" y="776468"/>
                </a:lnTo>
                <a:lnTo>
                  <a:pt x="7744" y="799700"/>
                </a:lnTo>
                <a:lnTo>
                  <a:pt x="0" y="799700"/>
                </a:lnTo>
                <a:close/>
                <a:moveTo>
                  <a:pt x="0" y="753237"/>
                </a:moveTo>
                <a:lnTo>
                  <a:pt x="0" y="730006"/>
                </a:lnTo>
                <a:lnTo>
                  <a:pt x="7744" y="730006"/>
                </a:lnTo>
                <a:lnTo>
                  <a:pt x="7744" y="753237"/>
                </a:lnTo>
                <a:lnTo>
                  <a:pt x="0" y="753237"/>
                </a:lnTo>
                <a:close/>
                <a:moveTo>
                  <a:pt x="0" y="706803"/>
                </a:moveTo>
                <a:lnTo>
                  <a:pt x="0" y="683571"/>
                </a:lnTo>
                <a:lnTo>
                  <a:pt x="7744" y="683571"/>
                </a:lnTo>
                <a:lnTo>
                  <a:pt x="7744" y="706803"/>
                </a:lnTo>
                <a:lnTo>
                  <a:pt x="0" y="706803"/>
                </a:lnTo>
                <a:close/>
                <a:moveTo>
                  <a:pt x="0" y="660340"/>
                </a:moveTo>
                <a:lnTo>
                  <a:pt x="0" y="637108"/>
                </a:lnTo>
                <a:lnTo>
                  <a:pt x="7744" y="637108"/>
                </a:lnTo>
                <a:lnTo>
                  <a:pt x="7744" y="660340"/>
                </a:lnTo>
                <a:lnTo>
                  <a:pt x="0" y="660340"/>
                </a:lnTo>
                <a:close/>
                <a:moveTo>
                  <a:pt x="0" y="613905"/>
                </a:moveTo>
                <a:lnTo>
                  <a:pt x="0" y="590674"/>
                </a:lnTo>
                <a:lnTo>
                  <a:pt x="7744" y="590674"/>
                </a:lnTo>
                <a:lnTo>
                  <a:pt x="7744" y="613905"/>
                </a:lnTo>
                <a:lnTo>
                  <a:pt x="0" y="613905"/>
                </a:lnTo>
                <a:close/>
                <a:moveTo>
                  <a:pt x="0" y="567442"/>
                </a:moveTo>
                <a:lnTo>
                  <a:pt x="0" y="544211"/>
                </a:lnTo>
                <a:lnTo>
                  <a:pt x="7744" y="544211"/>
                </a:lnTo>
                <a:lnTo>
                  <a:pt x="7744" y="567442"/>
                </a:lnTo>
                <a:lnTo>
                  <a:pt x="0" y="567442"/>
                </a:lnTo>
                <a:close/>
                <a:moveTo>
                  <a:pt x="0" y="520979"/>
                </a:moveTo>
                <a:lnTo>
                  <a:pt x="0" y="497776"/>
                </a:lnTo>
                <a:lnTo>
                  <a:pt x="7744" y="497776"/>
                </a:lnTo>
                <a:lnTo>
                  <a:pt x="7744" y="520979"/>
                </a:lnTo>
                <a:lnTo>
                  <a:pt x="0" y="520979"/>
                </a:lnTo>
                <a:close/>
                <a:moveTo>
                  <a:pt x="0" y="474545"/>
                </a:moveTo>
                <a:lnTo>
                  <a:pt x="0" y="451342"/>
                </a:lnTo>
                <a:lnTo>
                  <a:pt x="7744" y="451342"/>
                </a:lnTo>
                <a:lnTo>
                  <a:pt x="7744" y="474545"/>
                </a:lnTo>
                <a:lnTo>
                  <a:pt x="0" y="474545"/>
                </a:lnTo>
                <a:close/>
                <a:moveTo>
                  <a:pt x="0" y="428111"/>
                </a:moveTo>
                <a:lnTo>
                  <a:pt x="0" y="404879"/>
                </a:lnTo>
                <a:lnTo>
                  <a:pt x="7744" y="404879"/>
                </a:lnTo>
                <a:lnTo>
                  <a:pt x="7744" y="428111"/>
                </a:lnTo>
                <a:lnTo>
                  <a:pt x="0" y="428111"/>
                </a:lnTo>
                <a:close/>
                <a:moveTo>
                  <a:pt x="0" y="381648"/>
                </a:moveTo>
                <a:lnTo>
                  <a:pt x="0" y="358416"/>
                </a:lnTo>
                <a:lnTo>
                  <a:pt x="7744" y="358416"/>
                </a:lnTo>
                <a:lnTo>
                  <a:pt x="7744" y="381648"/>
                </a:lnTo>
                <a:lnTo>
                  <a:pt x="0" y="381648"/>
                </a:lnTo>
                <a:close/>
                <a:moveTo>
                  <a:pt x="0" y="335185"/>
                </a:moveTo>
                <a:lnTo>
                  <a:pt x="0" y="311982"/>
                </a:lnTo>
                <a:lnTo>
                  <a:pt x="7744" y="311982"/>
                </a:lnTo>
                <a:lnTo>
                  <a:pt x="7744" y="335185"/>
                </a:lnTo>
                <a:lnTo>
                  <a:pt x="0" y="335185"/>
                </a:lnTo>
                <a:close/>
                <a:moveTo>
                  <a:pt x="0" y="288750"/>
                </a:moveTo>
                <a:lnTo>
                  <a:pt x="0" y="265519"/>
                </a:lnTo>
                <a:lnTo>
                  <a:pt x="7744" y="265519"/>
                </a:lnTo>
                <a:lnTo>
                  <a:pt x="7744" y="288750"/>
                </a:lnTo>
                <a:lnTo>
                  <a:pt x="0" y="288750"/>
                </a:lnTo>
                <a:close/>
                <a:moveTo>
                  <a:pt x="0" y="242316"/>
                </a:moveTo>
                <a:lnTo>
                  <a:pt x="0" y="219085"/>
                </a:lnTo>
                <a:lnTo>
                  <a:pt x="7744" y="219085"/>
                </a:lnTo>
                <a:lnTo>
                  <a:pt x="7744" y="242316"/>
                </a:lnTo>
                <a:lnTo>
                  <a:pt x="0" y="242316"/>
                </a:lnTo>
                <a:close/>
                <a:moveTo>
                  <a:pt x="0" y="195853"/>
                </a:moveTo>
                <a:lnTo>
                  <a:pt x="0" y="172622"/>
                </a:lnTo>
                <a:lnTo>
                  <a:pt x="7744" y="172622"/>
                </a:lnTo>
                <a:lnTo>
                  <a:pt x="7744" y="195853"/>
                </a:lnTo>
                <a:lnTo>
                  <a:pt x="0" y="195853"/>
                </a:lnTo>
                <a:close/>
                <a:moveTo>
                  <a:pt x="86" y="149533"/>
                </a:moveTo>
                <a:cubicBezTo>
                  <a:pt x="371" y="141732"/>
                  <a:pt x="1229" y="133960"/>
                  <a:pt x="2657" y="126301"/>
                </a:cubicBezTo>
                <a:lnTo>
                  <a:pt x="10287" y="127730"/>
                </a:lnTo>
                <a:cubicBezTo>
                  <a:pt x="8915" y="135017"/>
                  <a:pt x="8087" y="142389"/>
                  <a:pt x="7830" y="149819"/>
                </a:cubicBezTo>
                <a:lnTo>
                  <a:pt x="86" y="149533"/>
                </a:lnTo>
                <a:close/>
                <a:moveTo>
                  <a:pt x="9087" y="102584"/>
                </a:moveTo>
                <a:cubicBezTo>
                  <a:pt x="11773" y="95069"/>
                  <a:pt x="15030" y="87811"/>
                  <a:pt x="18859" y="80810"/>
                </a:cubicBezTo>
                <a:lnTo>
                  <a:pt x="25660" y="84496"/>
                </a:lnTo>
                <a:cubicBezTo>
                  <a:pt x="22031" y="91154"/>
                  <a:pt x="18945" y="98069"/>
                  <a:pt x="16373" y="105213"/>
                </a:cubicBezTo>
                <a:lnTo>
                  <a:pt x="9087" y="102584"/>
                </a:lnTo>
                <a:close/>
                <a:moveTo>
                  <a:pt x="31947" y="60665"/>
                </a:moveTo>
                <a:cubicBezTo>
                  <a:pt x="36890" y="54207"/>
                  <a:pt x="42291" y="48206"/>
                  <a:pt x="48177" y="42605"/>
                </a:cubicBezTo>
                <a:lnTo>
                  <a:pt x="53492" y="48206"/>
                </a:lnTo>
                <a:cubicBezTo>
                  <a:pt x="47920" y="53521"/>
                  <a:pt x="42777" y="59236"/>
                  <a:pt x="38090" y="65351"/>
                </a:cubicBezTo>
                <a:lnTo>
                  <a:pt x="31947" y="60665"/>
                </a:lnTo>
                <a:close/>
                <a:moveTo>
                  <a:pt x="66980" y="27346"/>
                </a:moveTo>
                <a:cubicBezTo>
                  <a:pt x="73552" y="22803"/>
                  <a:pt x="80439" y="18802"/>
                  <a:pt x="87640" y="15345"/>
                </a:cubicBezTo>
                <a:lnTo>
                  <a:pt x="90983" y="22317"/>
                </a:lnTo>
                <a:cubicBezTo>
                  <a:pt x="84153" y="25603"/>
                  <a:pt x="77610" y="29404"/>
                  <a:pt x="71380" y="33718"/>
                </a:cubicBezTo>
                <a:lnTo>
                  <a:pt x="66980" y="27346"/>
                </a:lnTo>
                <a:close/>
                <a:moveTo>
                  <a:pt x="110242" y="6572"/>
                </a:moveTo>
                <a:cubicBezTo>
                  <a:pt x="117986" y="4229"/>
                  <a:pt x="125873" y="2515"/>
                  <a:pt x="133874" y="1429"/>
                </a:cubicBezTo>
                <a:lnTo>
                  <a:pt x="134931" y="9087"/>
                </a:lnTo>
                <a:cubicBezTo>
                  <a:pt x="127330" y="10144"/>
                  <a:pt x="119844" y="11744"/>
                  <a:pt x="112471" y="13973"/>
                </a:cubicBezTo>
                <a:lnTo>
                  <a:pt x="110242" y="6572"/>
                </a:lnTo>
                <a:close/>
                <a:moveTo>
                  <a:pt x="154848" y="0"/>
                </a:moveTo>
                <a:lnTo>
                  <a:pt x="178079" y="0"/>
                </a:lnTo>
                <a:lnTo>
                  <a:pt x="178079" y="7744"/>
                </a:lnTo>
                <a:lnTo>
                  <a:pt x="154848" y="7744"/>
                </a:lnTo>
                <a:lnTo>
                  <a:pt x="1548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63f29a1ea4194"/>
          <a:stretch xmlns:a="http://schemas.openxmlformats.org/drawingml/2006/main"/>
        </p:blipFill>
        <p:spPr>
          <a:xfrm xmlns:a="http://schemas.openxmlformats.org/drawingml/2006/main">
            <a:off x="7339946" y="805518"/>
            <a:ext cx="1552528" cy="515790"/>
          </a:xfrm>
          <a:prstGeom xmlns:a="http://schemas.openxmlformats.org/drawingml/2006/main" prst="rect">
            <a:avLst/>
          </a:prstGeom>
        </p:spPr>
      </p:pic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66337-5911-4362-AFB8-8B903AFB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601" y="945290"/>
            <a:ext cx="134703" cy="132445"/>
          </a:xfrm>
          <a:custGeom xmlns:a="http://schemas.openxmlformats.org/drawingml/2006/main">
            <a:pathLst>
              <a:path w="134703" h="132445">
                <a:moveTo>
                  <a:pt x="0" y="6572"/>
                </a:moveTo>
                <a:cubicBezTo>
                  <a:pt x="0" y="3829"/>
                  <a:pt x="800" y="1629"/>
                  <a:pt x="2429" y="0"/>
                </a:cubicBezTo>
                <a:lnTo>
                  <a:pt x="4486" y="0"/>
                </a:lnTo>
                <a:cubicBezTo>
                  <a:pt x="9744" y="400"/>
                  <a:pt x="16316" y="571"/>
                  <a:pt x="24232" y="571"/>
                </a:cubicBezTo>
                <a:cubicBezTo>
                  <a:pt x="39005" y="571"/>
                  <a:pt x="47692" y="400"/>
                  <a:pt x="50321" y="0"/>
                </a:cubicBezTo>
                <a:lnTo>
                  <a:pt x="52207" y="0"/>
                </a:lnTo>
                <a:cubicBezTo>
                  <a:pt x="52949" y="772"/>
                  <a:pt x="53350" y="1314"/>
                  <a:pt x="53350" y="1714"/>
                </a:cubicBezTo>
                <a:cubicBezTo>
                  <a:pt x="53350" y="2086"/>
                  <a:pt x="53207" y="3200"/>
                  <a:pt x="52949" y="5086"/>
                </a:cubicBezTo>
                <a:cubicBezTo>
                  <a:pt x="52349" y="6972"/>
                  <a:pt x="51778" y="8144"/>
                  <a:pt x="51264" y="8658"/>
                </a:cubicBezTo>
                <a:lnTo>
                  <a:pt x="47320" y="8658"/>
                </a:lnTo>
                <a:cubicBezTo>
                  <a:pt x="44577" y="8915"/>
                  <a:pt x="42691" y="9030"/>
                  <a:pt x="41691" y="9030"/>
                </a:cubicBezTo>
                <a:cubicBezTo>
                  <a:pt x="38062" y="9658"/>
                  <a:pt x="36062" y="10601"/>
                  <a:pt x="35690" y="11859"/>
                </a:cubicBezTo>
                <a:cubicBezTo>
                  <a:pt x="35690" y="12087"/>
                  <a:pt x="37490" y="27803"/>
                  <a:pt x="41119" y="59007"/>
                </a:cubicBezTo>
                <a:cubicBezTo>
                  <a:pt x="44748" y="90183"/>
                  <a:pt x="46634" y="105899"/>
                  <a:pt x="46777" y="106156"/>
                </a:cubicBezTo>
                <a:lnTo>
                  <a:pt x="60465" y="84182"/>
                </a:lnTo>
                <a:cubicBezTo>
                  <a:pt x="69609" y="69523"/>
                  <a:pt x="78781" y="54750"/>
                  <a:pt x="87897" y="39834"/>
                </a:cubicBezTo>
                <a:cubicBezTo>
                  <a:pt x="97041" y="24946"/>
                  <a:pt x="101756" y="17231"/>
                  <a:pt x="101984" y="16716"/>
                </a:cubicBezTo>
                <a:cubicBezTo>
                  <a:pt x="102499" y="15859"/>
                  <a:pt x="102756" y="14916"/>
                  <a:pt x="102756" y="13916"/>
                </a:cubicBezTo>
                <a:cubicBezTo>
                  <a:pt x="102756" y="10916"/>
                  <a:pt x="99984" y="9144"/>
                  <a:pt x="94498" y="8658"/>
                </a:cubicBezTo>
                <a:cubicBezTo>
                  <a:pt x="92240" y="8658"/>
                  <a:pt x="91097" y="7972"/>
                  <a:pt x="91097" y="6572"/>
                </a:cubicBezTo>
                <a:cubicBezTo>
                  <a:pt x="91097" y="6458"/>
                  <a:pt x="91211" y="5658"/>
                  <a:pt x="91469" y="4143"/>
                </a:cubicBezTo>
                <a:cubicBezTo>
                  <a:pt x="91840" y="2400"/>
                  <a:pt x="92240" y="1257"/>
                  <a:pt x="92612" y="772"/>
                </a:cubicBezTo>
                <a:cubicBezTo>
                  <a:pt x="92983" y="257"/>
                  <a:pt x="93783" y="0"/>
                  <a:pt x="95040" y="0"/>
                </a:cubicBezTo>
                <a:cubicBezTo>
                  <a:pt x="95298" y="0"/>
                  <a:pt x="96041" y="0"/>
                  <a:pt x="97298" y="0"/>
                </a:cubicBezTo>
                <a:cubicBezTo>
                  <a:pt x="98555" y="0"/>
                  <a:pt x="100670" y="86"/>
                  <a:pt x="103670" y="200"/>
                </a:cubicBezTo>
                <a:cubicBezTo>
                  <a:pt x="106699" y="314"/>
                  <a:pt x="110700" y="400"/>
                  <a:pt x="115729" y="400"/>
                </a:cubicBezTo>
                <a:cubicBezTo>
                  <a:pt x="124358" y="400"/>
                  <a:pt x="129788" y="257"/>
                  <a:pt x="132045" y="0"/>
                </a:cubicBezTo>
                <a:lnTo>
                  <a:pt x="133360" y="0"/>
                </a:lnTo>
                <a:cubicBezTo>
                  <a:pt x="134245" y="886"/>
                  <a:pt x="134703" y="1572"/>
                  <a:pt x="134703" y="2086"/>
                </a:cubicBezTo>
                <a:cubicBezTo>
                  <a:pt x="134703" y="4201"/>
                  <a:pt x="134131" y="6201"/>
                  <a:pt x="132988" y="8087"/>
                </a:cubicBezTo>
                <a:cubicBezTo>
                  <a:pt x="132617" y="8458"/>
                  <a:pt x="131559" y="8658"/>
                  <a:pt x="129788" y="8658"/>
                </a:cubicBezTo>
                <a:cubicBezTo>
                  <a:pt x="128159" y="8773"/>
                  <a:pt x="126673" y="8915"/>
                  <a:pt x="125301" y="9030"/>
                </a:cubicBezTo>
                <a:cubicBezTo>
                  <a:pt x="123930" y="9144"/>
                  <a:pt x="122615" y="9458"/>
                  <a:pt x="121358" y="9973"/>
                </a:cubicBezTo>
                <a:cubicBezTo>
                  <a:pt x="120101" y="10458"/>
                  <a:pt x="119101" y="10916"/>
                  <a:pt x="118329" y="11287"/>
                </a:cubicBezTo>
                <a:cubicBezTo>
                  <a:pt x="117586" y="11659"/>
                  <a:pt x="116843" y="12173"/>
                  <a:pt x="116072" y="12802"/>
                </a:cubicBezTo>
                <a:cubicBezTo>
                  <a:pt x="115329" y="13402"/>
                  <a:pt x="114700" y="13859"/>
                  <a:pt x="114214" y="14116"/>
                </a:cubicBezTo>
                <a:cubicBezTo>
                  <a:pt x="113700" y="14345"/>
                  <a:pt x="113214" y="14916"/>
                  <a:pt x="112700" y="15802"/>
                </a:cubicBezTo>
                <a:cubicBezTo>
                  <a:pt x="112185" y="16659"/>
                  <a:pt x="111757" y="17116"/>
                  <a:pt x="111385" y="17116"/>
                </a:cubicBezTo>
                <a:lnTo>
                  <a:pt x="75124" y="75352"/>
                </a:lnTo>
                <a:cubicBezTo>
                  <a:pt x="52578" y="111785"/>
                  <a:pt x="40948" y="130445"/>
                  <a:pt x="40205" y="131331"/>
                </a:cubicBezTo>
                <a:cubicBezTo>
                  <a:pt x="39805" y="131588"/>
                  <a:pt x="39376" y="131902"/>
                  <a:pt x="38862" y="132274"/>
                </a:cubicBezTo>
                <a:lnTo>
                  <a:pt x="35490" y="132445"/>
                </a:lnTo>
                <a:lnTo>
                  <a:pt x="34176" y="132445"/>
                </a:lnTo>
                <a:cubicBezTo>
                  <a:pt x="31918" y="132445"/>
                  <a:pt x="30804" y="132017"/>
                  <a:pt x="30804" y="131131"/>
                </a:cubicBezTo>
                <a:cubicBezTo>
                  <a:pt x="30404" y="130388"/>
                  <a:pt x="27975" y="110357"/>
                  <a:pt x="23460" y="71009"/>
                </a:cubicBezTo>
                <a:cubicBezTo>
                  <a:pt x="18717" y="31204"/>
                  <a:pt x="16259" y="11087"/>
                  <a:pt x="16145" y="10716"/>
                </a:cubicBezTo>
                <a:cubicBezTo>
                  <a:pt x="15516" y="9344"/>
                  <a:pt x="11630" y="8658"/>
                  <a:pt x="4486" y="8658"/>
                </a:cubicBezTo>
                <a:lnTo>
                  <a:pt x="1314" y="8658"/>
                </a:lnTo>
                <a:cubicBezTo>
                  <a:pt x="429" y="8030"/>
                  <a:pt x="0" y="7344"/>
                  <a:pt x="0" y="65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BD7DB-8E31-4667-BD11-5CAA91D1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601" y="945290"/>
            <a:ext cx="134703" cy="132445"/>
          </a:xfrm>
          <a:custGeom xmlns:a="http://schemas.openxmlformats.org/drawingml/2006/main">
            <a:pathLst>
              <a:path w="134703" h="132445" fill="none">
                <a:moveTo>
                  <a:pt x="0" y="6572"/>
                </a:moveTo>
                <a:cubicBezTo>
                  <a:pt x="0" y="3829"/>
                  <a:pt x="800" y="1629"/>
                  <a:pt x="2429" y="0"/>
                </a:cubicBezTo>
                <a:lnTo>
                  <a:pt x="4486" y="0"/>
                </a:lnTo>
                <a:cubicBezTo>
                  <a:pt x="9744" y="400"/>
                  <a:pt x="16316" y="571"/>
                  <a:pt x="24232" y="571"/>
                </a:cubicBezTo>
                <a:cubicBezTo>
                  <a:pt x="39005" y="571"/>
                  <a:pt x="47692" y="400"/>
                  <a:pt x="50321" y="0"/>
                </a:cubicBezTo>
                <a:lnTo>
                  <a:pt x="52207" y="0"/>
                </a:lnTo>
                <a:cubicBezTo>
                  <a:pt x="52949" y="772"/>
                  <a:pt x="53350" y="1314"/>
                  <a:pt x="53350" y="1714"/>
                </a:cubicBezTo>
                <a:cubicBezTo>
                  <a:pt x="53350" y="2086"/>
                  <a:pt x="53207" y="3200"/>
                  <a:pt x="52949" y="5086"/>
                </a:cubicBezTo>
                <a:cubicBezTo>
                  <a:pt x="52349" y="6972"/>
                  <a:pt x="51778" y="8144"/>
                  <a:pt x="51264" y="8658"/>
                </a:cubicBezTo>
                <a:lnTo>
                  <a:pt x="47320" y="8658"/>
                </a:lnTo>
                <a:cubicBezTo>
                  <a:pt x="44577" y="8915"/>
                  <a:pt x="42691" y="9030"/>
                  <a:pt x="41691" y="9030"/>
                </a:cubicBezTo>
                <a:cubicBezTo>
                  <a:pt x="38062" y="9658"/>
                  <a:pt x="36062" y="10601"/>
                  <a:pt x="35690" y="11859"/>
                </a:cubicBezTo>
                <a:cubicBezTo>
                  <a:pt x="35690" y="12087"/>
                  <a:pt x="37490" y="27803"/>
                  <a:pt x="41119" y="59007"/>
                </a:cubicBezTo>
                <a:cubicBezTo>
                  <a:pt x="44748" y="90183"/>
                  <a:pt x="46634" y="105899"/>
                  <a:pt x="46777" y="106156"/>
                </a:cubicBezTo>
                <a:lnTo>
                  <a:pt x="60465" y="84182"/>
                </a:lnTo>
                <a:cubicBezTo>
                  <a:pt x="69609" y="69523"/>
                  <a:pt x="78781" y="54750"/>
                  <a:pt x="87897" y="39834"/>
                </a:cubicBezTo>
                <a:cubicBezTo>
                  <a:pt x="97041" y="24946"/>
                  <a:pt x="101756" y="17231"/>
                  <a:pt x="101984" y="16716"/>
                </a:cubicBezTo>
                <a:cubicBezTo>
                  <a:pt x="102499" y="15859"/>
                  <a:pt x="102756" y="14916"/>
                  <a:pt x="102756" y="13916"/>
                </a:cubicBezTo>
                <a:cubicBezTo>
                  <a:pt x="102756" y="10916"/>
                  <a:pt x="99984" y="9144"/>
                  <a:pt x="94498" y="8658"/>
                </a:cubicBezTo>
                <a:cubicBezTo>
                  <a:pt x="92240" y="8658"/>
                  <a:pt x="91097" y="7972"/>
                  <a:pt x="91097" y="6572"/>
                </a:cubicBezTo>
                <a:cubicBezTo>
                  <a:pt x="91097" y="6458"/>
                  <a:pt x="91211" y="5658"/>
                  <a:pt x="91469" y="4143"/>
                </a:cubicBezTo>
                <a:cubicBezTo>
                  <a:pt x="91840" y="2400"/>
                  <a:pt x="92240" y="1257"/>
                  <a:pt x="92612" y="772"/>
                </a:cubicBezTo>
                <a:cubicBezTo>
                  <a:pt x="92983" y="257"/>
                  <a:pt x="93783" y="0"/>
                  <a:pt x="95040" y="0"/>
                </a:cubicBezTo>
                <a:cubicBezTo>
                  <a:pt x="95298" y="0"/>
                  <a:pt x="96041" y="0"/>
                  <a:pt x="97298" y="0"/>
                </a:cubicBezTo>
                <a:cubicBezTo>
                  <a:pt x="98555" y="0"/>
                  <a:pt x="100670" y="86"/>
                  <a:pt x="103670" y="200"/>
                </a:cubicBezTo>
                <a:cubicBezTo>
                  <a:pt x="106699" y="314"/>
                  <a:pt x="110700" y="400"/>
                  <a:pt x="115729" y="400"/>
                </a:cubicBezTo>
                <a:cubicBezTo>
                  <a:pt x="124358" y="400"/>
                  <a:pt x="129788" y="257"/>
                  <a:pt x="132045" y="0"/>
                </a:cubicBezTo>
                <a:lnTo>
                  <a:pt x="133360" y="0"/>
                </a:lnTo>
                <a:cubicBezTo>
                  <a:pt x="134245" y="886"/>
                  <a:pt x="134703" y="1572"/>
                  <a:pt x="134703" y="2086"/>
                </a:cubicBezTo>
                <a:cubicBezTo>
                  <a:pt x="134703" y="4201"/>
                  <a:pt x="134131" y="6201"/>
                  <a:pt x="132988" y="8087"/>
                </a:cubicBezTo>
                <a:cubicBezTo>
                  <a:pt x="132617" y="8458"/>
                  <a:pt x="131559" y="8658"/>
                  <a:pt x="129788" y="8658"/>
                </a:cubicBezTo>
                <a:cubicBezTo>
                  <a:pt x="128159" y="8773"/>
                  <a:pt x="126673" y="8915"/>
                  <a:pt x="125301" y="9030"/>
                </a:cubicBezTo>
                <a:cubicBezTo>
                  <a:pt x="123930" y="9144"/>
                  <a:pt x="122615" y="9458"/>
                  <a:pt x="121358" y="9973"/>
                </a:cubicBezTo>
                <a:cubicBezTo>
                  <a:pt x="120101" y="10458"/>
                  <a:pt x="119101" y="10916"/>
                  <a:pt x="118329" y="11287"/>
                </a:cubicBezTo>
                <a:cubicBezTo>
                  <a:pt x="117586" y="11659"/>
                  <a:pt x="116843" y="12173"/>
                  <a:pt x="116072" y="12802"/>
                </a:cubicBezTo>
                <a:cubicBezTo>
                  <a:pt x="115329" y="13402"/>
                  <a:pt x="114700" y="13859"/>
                  <a:pt x="114214" y="14116"/>
                </a:cubicBezTo>
                <a:cubicBezTo>
                  <a:pt x="113700" y="14345"/>
                  <a:pt x="113214" y="14916"/>
                  <a:pt x="112700" y="15802"/>
                </a:cubicBezTo>
                <a:cubicBezTo>
                  <a:pt x="112185" y="16659"/>
                  <a:pt x="111757" y="17116"/>
                  <a:pt x="111385" y="17116"/>
                </a:cubicBezTo>
                <a:lnTo>
                  <a:pt x="75124" y="75352"/>
                </a:lnTo>
                <a:cubicBezTo>
                  <a:pt x="52578" y="111785"/>
                  <a:pt x="40948" y="130445"/>
                  <a:pt x="40205" y="131331"/>
                </a:cubicBezTo>
                <a:cubicBezTo>
                  <a:pt x="39805" y="131588"/>
                  <a:pt x="39376" y="131902"/>
                  <a:pt x="38862" y="132274"/>
                </a:cubicBezTo>
                <a:lnTo>
                  <a:pt x="35490" y="132445"/>
                </a:lnTo>
                <a:lnTo>
                  <a:pt x="34176" y="132445"/>
                </a:lnTo>
                <a:cubicBezTo>
                  <a:pt x="31918" y="132445"/>
                  <a:pt x="30804" y="132017"/>
                  <a:pt x="30804" y="131131"/>
                </a:cubicBezTo>
                <a:cubicBezTo>
                  <a:pt x="30404" y="130388"/>
                  <a:pt x="27975" y="110357"/>
                  <a:pt x="23460" y="71009"/>
                </a:cubicBezTo>
                <a:cubicBezTo>
                  <a:pt x="18717" y="31204"/>
                  <a:pt x="16259" y="11087"/>
                  <a:pt x="16145" y="10716"/>
                </a:cubicBezTo>
                <a:cubicBezTo>
                  <a:pt x="15516" y="9344"/>
                  <a:pt x="11630" y="8658"/>
                  <a:pt x="4486" y="8658"/>
                </a:cubicBezTo>
                <a:lnTo>
                  <a:pt x="1314" y="8658"/>
                </a:lnTo>
                <a:cubicBezTo>
                  <a:pt x="429" y="8030"/>
                  <a:pt x="0" y="7344"/>
                  <a:pt x="0" y="65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0930"/>
              </a:srgbClr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C1203-4162-459D-BE90-50091FB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9329" y="1011869"/>
            <a:ext cx="90726" cy="89926"/>
          </a:xfrm>
          <a:custGeom xmlns:a="http://schemas.openxmlformats.org/drawingml/2006/main">
            <a:pathLst>
              <a:path w="90726" h="89926">
                <a:moveTo>
                  <a:pt x="2515" y="31890"/>
                </a:moveTo>
                <a:cubicBezTo>
                  <a:pt x="857" y="31890"/>
                  <a:pt x="0" y="31518"/>
                  <a:pt x="0" y="30804"/>
                </a:cubicBezTo>
                <a:cubicBezTo>
                  <a:pt x="0" y="30375"/>
                  <a:pt x="714" y="27889"/>
                  <a:pt x="2143" y="23374"/>
                </a:cubicBezTo>
                <a:cubicBezTo>
                  <a:pt x="3543" y="18860"/>
                  <a:pt x="5058" y="14402"/>
                  <a:pt x="6629" y="9973"/>
                </a:cubicBezTo>
                <a:lnTo>
                  <a:pt x="8915" y="3458"/>
                </a:lnTo>
                <a:cubicBezTo>
                  <a:pt x="9344" y="1857"/>
                  <a:pt x="9916" y="714"/>
                  <a:pt x="10630" y="0"/>
                </a:cubicBezTo>
                <a:lnTo>
                  <a:pt x="72781" y="0"/>
                </a:lnTo>
                <a:lnTo>
                  <a:pt x="84753" y="0"/>
                </a:lnTo>
                <a:cubicBezTo>
                  <a:pt x="87582" y="0"/>
                  <a:pt x="89268" y="57"/>
                  <a:pt x="89783" y="143"/>
                </a:cubicBezTo>
                <a:cubicBezTo>
                  <a:pt x="90326" y="229"/>
                  <a:pt x="90640" y="629"/>
                  <a:pt x="90726" y="1343"/>
                </a:cubicBezTo>
                <a:cubicBezTo>
                  <a:pt x="90726" y="1857"/>
                  <a:pt x="89954" y="6915"/>
                  <a:pt x="88468" y="16459"/>
                </a:cubicBezTo>
                <a:cubicBezTo>
                  <a:pt x="86954" y="26032"/>
                  <a:pt x="86125" y="30861"/>
                  <a:pt x="85925" y="30947"/>
                </a:cubicBezTo>
                <a:cubicBezTo>
                  <a:pt x="85925" y="31575"/>
                  <a:pt x="85096" y="31890"/>
                  <a:pt x="83410" y="31890"/>
                </a:cubicBezTo>
                <a:cubicBezTo>
                  <a:pt x="82610" y="31890"/>
                  <a:pt x="82096" y="31890"/>
                  <a:pt x="81810" y="31890"/>
                </a:cubicBezTo>
                <a:cubicBezTo>
                  <a:pt x="81553" y="31890"/>
                  <a:pt x="81296" y="31661"/>
                  <a:pt x="81039" y="31232"/>
                </a:cubicBezTo>
                <a:lnTo>
                  <a:pt x="80753" y="30804"/>
                </a:lnTo>
                <a:cubicBezTo>
                  <a:pt x="80753" y="30290"/>
                  <a:pt x="81039" y="28289"/>
                  <a:pt x="81553" y="24832"/>
                </a:cubicBezTo>
                <a:cubicBezTo>
                  <a:pt x="82096" y="21374"/>
                  <a:pt x="82353" y="18688"/>
                  <a:pt x="82353" y="16745"/>
                </a:cubicBezTo>
                <a:cubicBezTo>
                  <a:pt x="82353" y="13630"/>
                  <a:pt x="81782" y="11287"/>
                  <a:pt x="80610" y="9687"/>
                </a:cubicBezTo>
                <a:cubicBezTo>
                  <a:pt x="79467" y="8115"/>
                  <a:pt x="77038" y="7001"/>
                  <a:pt x="73323" y="6372"/>
                </a:cubicBezTo>
                <a:cubicBezTo>
                  <a:pt x="72866" y="6287"/>
                  <a:pt x="70323" y="6201"/>
                  <a:pt x="65608" y="6115"/>
                </a:cubicBezTo>
                <a:cubicBezTo>
                  <a:pt x="61551" y="6115"/>
                  <a:pt x="58979" y="6172"/>
                  <a:pt x="57922" y="6258"/>
                </a:cubicBezTo>
                <a:cubicBezTo>
                  <a:pt x="56836" y="6344"/>
                  <a:pt x="56064" y="6687"/>
                  <a:pt x="55521" y="7315"/>
                </a:cubicBezTo>
                <a:cubicBezTo>
                  <a:pt x="55435" y="7401"/>
                  <a:pt x="52292" y="19745"/>
                  <a:pt x="46091" y="44377"/>
                </a:cubicBezTo>
                <a:cubicBezTo>
                  <a:pt x="39891" y="68980"/>
                  <a:pt x="36776" y="81524"/>
                  <a:pt x="36776" y="81953"/>
                </a:cubicBezTo>
                <a:cubicBezTo>
                  <a:pt x="36776" y="83010"/>
                  <a:pt x="40691" y="83639"/>
                  <a:pt x="48492" y="83810"/>
                </a:cubicBezTo>
                <a:cubicBezTo>
                  <a:pt x="51321" y="83810"/>
                  <a:pt x="53121" y="83868"/>
                  <a:pt x="53921" y="83953"/>
                </a:cubicBezTo>
                <a:cubicBezTo>
                  <a:pt x="54721" y="84039"/>
                  <a:pt x="55121" y="84439"/>
                  <a:pt x="55121" y="85154"/>
                </a:cubicBezTo>
                <a:cubicBezTo>
                  <a:pt x="55121" y="85582"/>
                  <a:pt x="55007" y="86211"/>
                  <a:pt x="54721" y="87011"/>
                </a:cubicBezTo>
                <a:cubicBezTo>
                  <a:pt x="54378" y="88611"/>
                  <a:pt x="53978" y="89525"/>
                  <a:pt x="53521" y="89811"/>
                </a:cubicBezTo>
                <a:lnTo>
                  <a:pt x="53264" y="89926"/>
                </a:lnTo>
                <a:cubicBezTo>
                  <a:pt x="53007" y="89926"/>
                  <a:pt x="52692" y="89926"/>
                  <a:pt x="52349" y="89926"/>
                </a:cubicBezTo>
                <a:cubicBezTo>
                  <a:pt x="51892" y="89926"/>
                  <a:pt x="49606" y="89897"/>
                  <a:pt x="45434" y="89811"/>
                </a:cubicBezTo>
                <a:cubicBezTo>
                  <a:pt x="41262" y="89697"/>
                  <a:pt x="35290" y="89668"/>
                  <a:pt x="27489" y="89668"/>
                </a:cubicBezTo>
                <a:cubicBezTo>
                  <a:pt x="16059" y="89668"/>
                  <a:pt x="8830" y="89754"/>
                  <a:pt x="5715" y="89926"/>
                </a:cubicBezTo>
                <a:lnTo>
                  <a:pt x="3715" y="89926"/>
                </a:lnTo>
                <a:cubicBezTo>
                  <a:pt x="3200" y="89383"/>
                  <a:pt x="2915" y="88983"/>
                  <a:pt x="2915" y="88725"/>
                </a:cubicBezTo>
                <a:cubicBezTo>
                  <a:pt x="2915" y="88468"/>
                  <a:pt x="3000" y="87668"/>
                  <a:pt x="3200" y="86325"/>
                </a:cubicBezTo>
                <a:cubicBezTo>
                  <a:pt x="3543" y="85182"/>
                  <a:pt x="3972" y="84353"/>
                  <a:pt x="4515" y="83810"/>
                </a:cubicBezTo>
                <a:lnTo>
                  <a:pt x="8230" y="83810"/>
                </a:lnTo>
                <a:lnTo>
                  <a:pt x="9687" y="83810"/>
                </a:lnTo>
                <a:cubicBezTo>
                  <a:pt x="16774" y="83810"/>
                  <a:pt x="20974" y="83410"/>
                  <a:pt x="22317" y="82610"/>
                </a:cubicBezTo>
                <a:cubicBezTo>
                  <a:pt x="22403" y="82525"/>
                  <a:pt x="22489" y="82496"/>
                  <a:pt x="22574" y="82496"/>
                </a:cubicBezTo>
                <a:cubicBezTo>
                  <a:pt x="23031" y="82210"/>
                  <a:pt x="23460" y="81324"/>
                  <a:pt x="23917" y="79839"/>
                </a:cubicBezTo>
                <a:cubicBezTo>
                  <a:pt x="24346" y="78324"/>
                  <a:pt x="26118" y="71380"/>
                  <a:pt x="29232" y="58979"/>
                </a:cubicBezTo>
                <a:cubicBezTo>
                  <a:pt x="30718" y="52949"/>
                  <a:pt x="31975" y="48035"/>
                  <a:pt x="32947" y="44234"/>
                </a:cubicBezTo>
                <a:cubicBezTo>
                  <a:pt x="39148" y="19888"/>
                  <a:pt x="42234" y="7429"/>
                  <a:pt x="42234" y="6915"/>
                </a:cubicBezTo>
                <a:cubicBezTo>
                  <a:pt x="42234" y="6458"/>
                  <a:pt x="40948" y="6258"/>
                  <a:pt x="38376" y="6258"/>
                </a:cubicBezTo>
                <a:lnTo>
                  <a:pt x="34261" y="6258"/>
                </a:lnTo>
                <a:cubicBezTo>
                  <a:pt x="28346" y="6258"/>
                  <a:pt x="24432" y="6515"/>
                  <a:pt x="22574" y="7029"/>
                </a:cubicBezTo>
                <a:cubicBezTo>
                  <a:pt x="18602" y="7944"/>
                  <a:pt x="15516" y="9744"/>
                  <a:pt x="13287" y="12487"/>
                </a:cubicBezTo>
                <a:cubicBezTo>
                  <a:pt x="11059" y="15230"/>
                  <a:pt x="8687" y="20374"/>
                  <a:pt x="6115" y="27889"/>
                </a:cubicBezTo>
                <a:cubicBezTo>
                  <a:pt x="5486" y="29832"/>
                  <a:pt x="5058" y="31004"/>
                  <a:pt x="4801" y="31347"/>
                </a:cubicBezTo>
                <a:cubicBezTo>
                  <a:pt x="4515" y="31718"/>
                  <a:pt x="3886" y="31890"/>
                  <a:pt x="2915" y="31890"/>
                </a:cubicBezTo>
                <a:lnTo>
                  <a:pt x="2515" y="318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18977-0E92-46F2-A781-2798FD9A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9329" y="1011869"/>
            <a:ext cx="90726" cy="89926"/>
          </a:xfrm>
          <a:custGeom xmlns:a="http://schemas.openxmlformats.org/drawingml/2006/main">
            <a:pathLst>
              <a:path w="90726" h="89926" fill="none">
                <a:moveTo>
                  <a:pt x="2515" y="31890"/>
                </a:moveTo>
                <a:cubicBezTo>
                  <a:pt x="857" y="31890"/>
                  <a:pt x="0" y="31518"/>
                  <a:pt x="0" y="30804"/>
                </a:cubicBezTo>
                <a:cubicBezTo>
                  <a:pt x="0" y="30375"/>
                  <a:pt x="714" y="27889"/>
                  <a:pt x="2143" y="23374"/>
                </a:cubicBezTo>
                <a:cubicBezTo>
                  <a:pt x="3543" y="18860"/>
                  <a:pt x="5058" y="14402"/>
                  <a:pt x="6629" y="9973"/>
                </a:cubicBezTo>
                <a:lnTo>
                  <a:pt x="8915" y="3458"/>
                </a:lnTo>
                <a:cubicBezTo>
                  <a:pt x="9344" y="1857"/>
                  <a:pt x="9916" y="714"/>
                  <a:pt x="10630" y="0"/>
                </a:cubicBezTo>
                <a:lnTo>
                  <a:pt x="72781" y="0"/>
                </a:lnTo>
                <a:lnTo>
                  <a:pt x="84753" y="0"/>
                </a:lnTo>
                <a:cubicBezTo>
                  <a:pt x="87582" y="0"/>
                  <a:pt x="89268" y="57"/>
                  <a:pt x="89783" y="143"/>
                </a:cubicBezTo>
                <a:cubicBezTo>
                  <a:pt x="90326" y="229"/>
                  <a:pt x="90640" y="629"/>
                  <a:pt x="90726" y="1343"/>
                </a:cubicBezTo>
                <a:cubicBezTo>
                  <a:pt x="90726" y="1857"/>
                  <a:pt x="89954" y="6915"/>
                  <a:pt x="88468" y="16459"/>
                </a:cubicBezTo>
                <a:cubicBezTo>
                  <a:pt x="86954" y="26032"/>
                  <a:pt x="86125" y="30861"/>
                  <a:pt x="85925" y="30947"/>
                </a:cubicBezTo>
                <a:cubicBezTo>
                  <a:pt x="85925" y="31575"/>
                  <a:pt x="85096" y="31890"/>
                  <a:pt x="83410" y="31890"/>
                </a:cubicBezTo>
                <a:cubicBezTo>
                  <a:pt x="82610" y="31890"/>
                  <a:pt x="82096" y="31890"/>
                  <a:pt x="81810" y="31890"/>
                </a:cubicBezTo>
                <a:cubicBezTo>
                  <a:pt x="81553" y="31890"/>
                  <a:pt x="81296" y="31661"/>
                  <a:pt x="81039" y="31232"/>
                </a:cubicBezTo>
                <a:lnTo>
                  <a:pt x="80753" y="30804"/>
                </a:lnTo>
                <a:cubicBezTo>
                  <a:pt x="80753" y="30290"/>
                  <a:pt x="81039" y="28289"/>
                  <a:pt x="81553" y="24832"/>
                </a:cubicBezTo>
                <a:cubicBezTo>
                  <a:pt x="82096" y="21374"/>
                  <a:pt x="82353" y="18688"/>
                  <a:pt x="82353" y="16745"/>
                </a:cubicBezTo>
                <a:cubicBezTo>
                  <a:pt x="82353" y="13630"/>
                  <a:pt x="81782" y="11287"/>
                  <a:pt x="80610" y="9687"/>
                </a:cubicBezTo>
                <a:cubicBezTo>
                  <a:pt x="79467" y="8115"/>
                  <a:pt x="77038" y="7001"/>
                  <a:pt x="73323" y="6372"/>
                </a:cubicBezTo>
                <a:cubicBezTo>
                  <a:pt x="72866" y="6287"/>
                  <a:pt x="70323" y="6201"/>
                  <a:pt x="65608" y="6115"/>
                </a:cubicBezTo>
                <a:cubicBezTo>
                  <a:pt x="61551" y="6115"/>
                  <a:pt x="58979" y="6172"/>
                  <a:pt x="57922" y="6258"/>
                </a:cubicBezTo>
                <a:cubicBezTo>
                  <a:pt x="56836" y="6344"/>
                  <a:pt x="56064" y="6687"/>
                  <a:pt x="55521" y="7315"/>
                </a:cubicBezTo>
                <a:cubicBezTo>
                  <a:pt x="55435" y="7401"/>
                  <a:pt x="52292" y="19745"/>
                  <a:pt x="46091" y="44377"/>
                </a:cubicBezTo>
                <a:cubicBezTo>
                  <a:pt x="39891" y="68980"/>
                  <a:pt x="36776" y="81524"/>
                  <a:pt x="36776" y="81953"/>
                </a:cubicBezTo>
                <a:cubicBezTo>
                  <a:pt x="36776" y="83010"/>
                  <a:pt x="40691" y="83639"/>
                  <a:pt x="48492" y="83810"/>
                </a:cubicBezTo>
                <a:cubicBezTo>
                  <a:pt x="51321" y="83810"/>
                  <a:pt x="53121" y="83868"/>
                  <a:pt x="53921" y="83953"/>
                </a:cubicBezTo>
                <a:cubicBezTo>
                  <a:pt x="54721" y="84039"/>
                  <a:pt x="55121" y="84439"/>
                  <a:pt x="55121" y="85154"/>
                </a:cubicBezTo>
                <a:cubicBezTo>
                  <a:pt x="55121" y="85582"/>
                  <a:pt x="55007" y="86211"/>
                  <a:pt x="54721" y="87011"/>
                </a:cubicBezTo>
                <a:cubicBezTo>
                  <a:pt x="54378" y="88611"/>
                  <a:pt x="53978" y="89525"/>
                  <a:pt x="53521" y="89811"/>
                </a:cubicBezTo>
                <a:lnTo>
                  <a:pt x="53264" y="89926"/>
                </a:lnTo>
                <a:cubicBezTo>
                  <a:pt x="53007" y="89926"/>
                  <a:pt x="52692" y="89926"/>
                  <a:pt x="52349" y="89926"/>
                </a:cubicBezTo>
                <a:cubicBezTo>
                  <a:pt x="51892" y="89926"/>
                  <a:pt x="49606" y="89897"/>
                  <a:pt x="45434" y="89811"/>
                </a:cubicBezTo>
                <a:cubicBezTo>
                  <a:pt x="41262" y="89697"/>
                  <a:pt x="35290" y="89668"/>
                  <a:pt x="27489" y="89668"/>
                </a:cubicBezTo>
                <a:cubicBezTo>
                  <a:pt x="16059" y="89668"/>
                  <a:pt x="8830" y="89754"/>
                  <a:pt x="5715" y="89926"/>
                </a:cubicBezTo>
                <a:lnTo>
                  <a:pt x="3715" y="89926"/>
                </a:lnTo>
                <a:cubicBezTo>
                  <a:pt x="3200" y="89383"/>
                  <a:pt x="2915" y="88983"/>
                  <a:pt x="2915" y="88725"/>
                </a:cubicBezTo>
                <a:cubicBezTo>
                  <a:pt x="2915" y="88468"/>
                  <a:pt x="3000" y="87668"/>
                  <a:pt x="3200" y="86325"/>
                </a:cubicBezTo>
                <a:cubicBezTo>
                  <a:pt x="3543" y="85182"/>
                  <a:pt x="3972" y="84353"/>
                  <a:pt x="4515" y="83810"/>
                </a:cubicBezTo>
                <a:lnTo>
                  <a:pt x="8230" y="83810"/>
                </a:lnTo>
                <a:lnTo>
                  <a:pt x="9687" y="83810"/>
                </a:lnTo>
                <a:cubicBezTo>
                  <a:pt x="16774" y="83810"/>
                  <a:pt x="20974" y="83410"/>
                  <a:pt x="22317" y="82610"/>
                </a:cubicBezTo>
                <a:cubicBezTo>
                  <a:pt x="22403" y="82525"/>
                  <a:pt x="22489" y="82496"/>
                  <a:pt x="22574" y="82496"/>
                </a:cubicBezTo>
                <a:cubicBezTo>
                  <a:pt x="23031" y="82210"/>
                  <a:pt x="23460" y="81324"/>
                  <a:pt x="23917" y="79839"/>
                </a:cubicBezTo>
                <a:cubicBezTo>
                  <a:pt x="24346" y="78324"/>
                  <a:pt x="26118" y="71380"/>
                  <a:pt x="29232" y="58979"/>
                </a:cubicBezTo>
                <a:cubicBezTo>
                  <a:pt x="30718" y="52949"/>
                  <a:pt x="31975" y="48035"/>
                  <a:pt x="32947" y="44234"/>
                </a:cubicBezTo>
                <a:cubicBezTo>
                  <a:pt x="39148" y="19888"/>
                  <a:pt x="42234" y="7429"/>
                  <a:pt x="42234" y="6915"/>
                </a:cubicBezTo>
                <a:cubicBezTo>
                  <a:pt x="42234" y="6458"/>
                  <a:pt x="40948" y="6258"/>
                  <a:pt x="38376" y="6258"/>
                </a:cubicBezTo>
                <a:lnTo>
                  <a:pt x="34261" y="6258"/>
                </a:lnTo>
                <a:cubicBezTo>
                  <a:pt x="28346" y="6258"/>
                  <a:pt x="24432" y="6515"/>
                  <a:pt x="22574" y="7029"/>
                </a:cubicBezTo>
                <a:cubicBezTo>
                  <a:pt x="18602" y="7944"/>
                  <a:pt x="15516" y="9744"/>
                  <a:pt x="13287" y="12487"/>
                </a:cubicBezTo>
                <a:cubicBezTo>
                  <a:pt x="11059" y="15230"/>
                  <a:pt x="8687" y="20374"/>
                  <a:pt x="6115" y="27889"/>
                </a:cubicBezTo>
                <a:cubicBezTo>
                  <a:pt x="5486" y="29832"/>
                  <a:pt x="5058" y="31004"/>
                  <a:pt x="4801" y="31347"/>
                </a:cubicBezTo>
                <a:cubicBezTo>
                  <a:pt x="4515" y="31718"/>
                  <a:pt x="3886" y="31890"/>
                  <a:pt x="2915" y="31890"/>
                </a:cubicBezTo>
                <a:lnTo>
                  <a:pt x="2515" y="318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53D6C-A001-471E-8614-280CD837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684" y="1010955"/>
            <a:ext cx="134960" cy="90840"/>
          </a:xfrm>
          <a:custGeom xmlns:a="http://schemas.openxmlformats.org/drawingml/2006/main">
            <a:pathLst>
              <a:path w="134960" h="90840">
                <a:moveTo>
                  <a:pt x="33747" y="7287"/>
                </a:moveTo>
                <a:cubicBezTo>
                  <a:pt x="33747" y="6772"/>
                  <a:pt x="31232" y="6401"/>
                  <a:pt x="26175" y="6229"/>
                </a:cubicBezTo>
                <a:cubicBezTo>
                  <a:pt x="24060" y="6229"/>
                  <a:pt x="22689" y="6201"/>
                  <a:pt x="22060" y="6115"/>
                </a:cubicBezTo>
                <a:cubicBezTo>
                  <a:pt x="21431" y="6001"/>
                  <a:pt x="21145" y="5572"/>
                  <a:pt x="21145" y="4772"/>
                </a:cubicBezTo>
                <a:cubicBezTo>
                  <a:pt x="21145" y="4686"/>
                  <a:pt x="21231" y="4201"/>
                  <a:pt x="21403" y="3315"/>
                </a:cubicBezTo>
                <a:cubicBezTo>
                  <a:pt x="21488" y="3058"/>
                  <a:pt x="21574" y="2743"/>
                  <a:pt x="21660" y="2372"/>
                </a:cubicBezTo>
                <a:cubicBezTo>
                  <a:pt x="21746" y="2029"/>
                  <a:pt x="21803" y="1800"/>
                  <a:pt x="21803" y="1714"/>
                </a:cubicBezTo>
                <a:cubicBezTo>
                  <a:pt x="21803" y="1629"/>
                  <a:pt x="21888" y="1400"/>
                  <a:pt x="22060" y="1057"/>
                </a:cubicBezTo>
                <a:cubicBezTo>
                  <a:pt x="22231" y="714"/>
                  <a:pt x="22317" y="571"/>
                  <a:pt x="22317" y="657"/>
                </a:cubicBezTo>
                <a:cubicBezTo>
                  <a:pt x="22317" y="743"/>
                  <a:pt x="22517" y="657"/>
                  <a:pt x="22860" y="400"/>
                </a:cubicBezTo>
                <a:cubicBezTo>
                  <a:pt x="23231" y="114"/>
                  <a:pt x="23431" y="29"/>
                  <a:pt x="23517" y="114"/>
                </a:cubicBezTo>
                <a:cubicBezTo>
                  <a:pt x="23603" y="200"/>
                  <a:pt x="23974" y="200"/>
                  <a:pt x="24603" y="114"/>
                </a:cubicBezTo>
                <a:cubicBezTo>
                  <a:pt x="25203" y="29"/>
                  <a:pt x="25746" y="0"/>
                  <a:pt x="26175" y="0"/>
                </a:cubicBezTo>
                <a:cubicBezTo>
                  <a:pt x="26718" y="0"/>
                  <a:pt x="28032" y="0"/>
                  <a:pt x="30175" y="0"/>
                </a:cubicBezTo>
                <a:cubicBezTo>
                  <a:pt x="32290" y="0"/>
                  <a:pt x="34290" y="29"/>
                  <a:pt x="36147" y="114"/>
                </a:cubicBezTo>
                <a:cubicBezTo>
                  <a:pt x="43148" y="114"/>
                  <a:pt x="47177" y="114"/>
                  <a:pt x="48235" y="114"/>
                </a:cubicBezTo>
                <a:cubicBezTo>
                  <a:pt x="49292" y="114"/>
                  <a:pt x="50006" y="343"/>
                  <a:pt x="50349" y="800"/>
                </a:cubicBezTo>
                <a:cubicBezTo>
                  <a:pt x="50435" y="1143"/>
                  <a:pt x="52092" y="13630"/>
                  <a:pt x="55264" y="38233"/>
                </a:cubicBezTo>
                <a:lnTo>
                  <a:pt x="60065" y="75295"/>
                </a:lnTo>
                <a:lnTo>
                  <a:pt x="63122" y="70380"/>
                </a:lnTo>
                <a:cubicBezTo>
                  <a:pt x="65237" y="67180"/>
                  <a:pt x="68066" y="62779"/>
                  <a:pt x="71609" y="57093"/>
                </a:cubicBezTo>
                <a:cubicBezTo>
                  <a:pt x="75152" y="51435"/>
                  <a:pt x="79038" y="45234"/>
                  <a:pt x="83296" y="38519"/>
                </a:cubicBezTo>
                <a:cubicBezTo>
                  <a:pt x="98812" y="13802"/>
                  <a:pt x="106642" y="1372"/>
                  <a:pt x="106813" y="1172"/>
                </a:cubicBezTo>
                <a:cubicBezTo>
                  <a:pt x="106899" y="1086"/>
                  <a:pt x="107013" y="972"/>
                  <a:pt x="107213" y="800"/>
                </a:cubicBezTo>
                <a:cubicBezTo>
                  <a:pt x="107385" y="600"/>
                  <a:pt x="107556" y="486"/>
                  <a:pt x="107728" y="400"/>
                </a:cubicBezTo>
                <a:lnTo>
                  <a:pt x="108528" y="114"/>
                </a:lnTo>
                <a:lnTo>
                  <a:pt x="121301" y="114"/>
                </a:lnTo>
                <a:cubicBezTo>
                  <a:pt x="122787" y="114"/>
                  <a:pt x="124558" y="114"/>
                  <a:pt x="126587" y="114"/>
                </a:cubicBezTo>
                <a:cubicBezTo>
                  <a:pt x="128645" y="114"/>
                  <a:pt x="129931" y="86"/>
                  <a:pt x="130445" y="0"/>
                </a:cubicBezTo>
                <a:cubicBezTo>
                  <a:pt x="133445" y="0"/>
                  <a:pt x="134960" y="486"/>
                  <a:pt x="134960" y="1457"/>
                </a:cubicBezTo>
                <a:cubicBezTo>
                  <a:pt x="134960" y="1886"/>
                  <a:pt x="134817" y="2629"/>
                  <a:pt x="134560" y="3715"/>
                </a:cubicBezTo>
                <a:cubicBezTo>
                  <a:pt x="134302" y="4772"/>
                  <a:pt x="134160" y="5344"/>
                  <a:pt x="134160" y="5429"/>
                </a:cubicBezTo>
                <a:cubicBezTo>
                  <a:pt x="133817" y="5972"/>
                  <a:pt x="132159" y="6229"/>
                  <a:pt x="129245" y="6229"/>
                </a:cubicBezTo>
                <a:cubicBezTo>
                  <a:pt x="125701" y="6315"/>
                  <a:pt x="123444" y="6458"/>
                  <a:pt x="122472" y="6629"/>
                </a:cubicBezTo>
                <a:cubicBezTo>
                  <a:pt x="121501" y="6801"/>
                  <a:pt x="120701" y="7287"/>
                  <a:pt x="120072" y="8087"/>
                </a:cubicBezTo>
                <a:cubicBezTo>
                  <a:pt x="119815" y="8544"/>
                  <a:pt x="116643" y="21060"/>
                  <a:pt x="110528" y="45691"/>
                </a:cubicBezTo>
                <a:cubicBezTo>
                  <a:pt x="104413" y="70295"/>
                  <a:pt x="101327" y="82753"/>
                  <a:pt x="101241" y="83010"/>
                </a:cubicBezTo>
                <a:cubicBezTo>
                  <a:pt x="101241" y="83353"/>
                  <a:pt x="101270" y="83582"/>
                  <a:pt x="101356" y="83668"/>
                </a:cubicBezTo>
                <a:cubicBezTo>
                  <a:pt x="101441" y="83753"/>
                  <a:pt x="101756" y="83925"/>
                  <a:pt x="102298" y="84211"/>
                </a:cubicBezTo>
                <a:cubicBezTo>
                  <a:pt x="102813" y="84468"/>
                  <a:pt x="103584" y="84553"/>
                  <a:pt x="104556" y="84468"/>
                </a:cubicBezTo>
                <a:cubicBezTo>
                  <a:pt x="105527" y="84382"/>
                  <a:pt x="106985" y="84468"/>
                  <a:pt x="108928" y="84725"/>
                </a:cubicBezTo>
                <a:lnTo>
                  <a:pt x="113043" y="84725"/>
                </a:lnTo>
                <a:cubicBezTo>
                  <a:pt x="113586" y="85525"/>
                  <a:pt x="113843" y="86011"/>
                  <a:pt x="113843" y="86182"/>
                </a:cubicBezTo>
                <a:cubicBezTo>
                  <a:pt x="113843" y="87611"/>
                  <a:pt x="113528" y="88925"/>
                  <a:pt x="112928" y="90183"/>
                </a:cubicBezTo>
                <a:cubicBezTo>
                  <a:pt x="112471" y="90611"/>
                  <a:pt x="111757" y="90840"/>
                  <a:pt x="110785" y="90840"/>
                </a:cubicBezTo>
                <a:cubicBezTo>
                  <a:pt x="110357" y="90840"/>
                  <a:pt x="108528" y="90811"/>
                  <a:pt x="105356" y="90726"/>
                </a:cubicBezTo>
                <a:cubicBezTo>
                  <a:pt x="102156" y="90611"/>
                  <a:pt x="98098" y="90583"/>
                  <a:pt x="93126" y="90583"/>
                </a:cubicBezTo>
                <a:cubicBezTo>
                  <a:pt x="87725" y="90583"/>
                  <a:pt x="83639" y="90583"/>
                  <a:pt x="80896" y="90583"/>
                </a:cubicBezTo>
                <a:cubicBezTo>
                  <a:pt x="78153" y="90583"/>
                  <a:pt x="76610" y="90611"/>
                  <a:pt x="76267" y="90726"/>
                </a:cubicBezTo>
                <a:cubicBezTo>
                  <a:pt x="74752" y="90726"/>
                  <a:pt x="74009" y="90268"/>
                  <a:pt x="74009" y="89383"/>
                </a:cubicBezTo>
                <a:cubicBezTo>
                  <a:pt x="74009" y="89211"/>
                  <a:pt x="74095" y="88582"/>
                  <a:pt x="74266" y="87525"/>
                </a:cubicBezTo>
                <a:cubicBezTo>
                  <a:pt x="74609" y="86096"/>
                  <a:pt x="74981" y="85296"/>
                  <a:pt x="75324" y="85125"/>
                </a:cubicBezTo>
                <a:cubicBezTo>
                  <a:pt x="75695" y="84953"/>
                  <a:pt x="76695" y="84811"/>
                  <a:pt x="78381" y="84725"/>
                </a:cubicBezTo>
                <a:cubicBezTo>
                  <a:pt x="80782" y="84725"/>
                  <a:pt x="83439" y="84582"/>
                  <a:pt x="86354" y="84325"/>
                </a:cubicBezTo>
                <a:cubicBezTo>
                  <a:pt x="87582" y="84068"/>
                  <a:pt x="88440" y="83525"/>
                  <a:pt x="88868" y="82753"/>
                </a:cubicBezTo>
                <a:cubicBezTo>
                  <a:pt x="89040" y="82382"/>
                  <a:pt x="90726" y="75924"/>
                  <a:pt x="93926" y="63351"/>
                </a:cubicBezTo>
                <a:cubicBezTo>
                  <a:pt x="97126" y="50778"/>
                  <a:pt x="100241" y="38233"/>
                  <a:pt x="103356" y="25746"/>
                </a:cubicBezTo>
                <a:cubicBezTo>
                  <a:pt x="106442" y="13259"/>
                  <a:pt x="108013" y="7029"/>
                  <a:pt x="108013" y="7029"/>
                </a:cubicBezTo>
                <a:lnTo>
                  <a:pt x="82239" y="48063"/>
                </a:lnTo>
                <a:cubicBezTo>
                  <a:pt x="64865" y="75695"/>
                  <a:pt x="55978" y="89725"/>
                  <a:pt x="55521" y="90183"/>
                </a:cubicBezTo>
                <a:cubicBezTo>
                  <a:pt x="55350" y="90268"/>
                  <a:pt x="55178" y="90354"/>
                  <a:pt x="55007" y="90440"/>
                </a:cubicBezTo>
                <a:cubicBezTo>
                  <a:pt x="54550" y="90726"/>
                  <a:pt x="53835" y="90840"/>
                  <a:pt x="52864" y="90840"/>
                </a:cubicBezTo>
                <a:cubicBezTo>
                  <a:pt x="51549" y="90840"/>
                  <a:pt x="50749" y="90526"/>
                  <a:pt x="50492" y="89897"/>
                </a:cubicBezTo>
                <a:cubicBezTo>
                  <a:pt x="50321" y="89554"/>
                  <a:pt x="48492" y="75838"/>
                  <a:pt x="45034" y="48720"/>
                </a:cubicBezTo>
                <a:lnTo>
                  <a:pt x="39862" y="7944"/>
                </a:lnTo>
                <a:lnTo>
                  <a:pt x="30832" y="43805"/>
                </a:lnTo>
                <a:cubicBezTo>
                  <a:pt x="24889" y="67380"/>
                  <a:pt x="21946" y="79553"/>
                  <a:pt x="21946" y="80353"/>
                </a:cubicBezTo>
                <a:cubicBezTo>
                  <a:pt x="22460" y="83268"/>
                  <a:pt x="25660" y="84725"/>
                  <a:pt x="31490" y="84725"/>
                </a:cubicBezTo>
                <a:lnTo>
                  <a:pt x="32833" y="84725"/>
                </a:lnTo>
                <a:cubicBezTo>
                  <a:pt x="33347" y="85182"/>
                  <a:pt x="33661" y="85582"/>
                  <a:pt x="33747" y="85925"/>
                </a:cubicBezTo>
                <a:cubicBezTo>
                  <a:pt x="33833" y="86268"/>
                  <a:pt x="33718" y="87068"/>
                  <a:pt x="33347" y="88325"/>
                </a:cubicBezTo>
                <a:cubicBezTo>
                  <a:pt x="33004" y="89725"/>
                  <a:pt x="32661" y="90526"/>
                  <a:pt x="32290" y="90726"/>
                </a:cubicBezTo>
                <a:cubicBezTo>
                  <a:pt x="31947" y="90811"/>
                  <a:pt x="31432" y="90840"/>
                  <a:pt x="30832" y="90840"/>
                </a:cubicBezTo>
                <a:cubicBezTo>
                  <a:pt x="30661" y="90840"/>
                  <a:pt x="30118" y="90840"/>
                  <a:pt x="29232" y="90840"/>
                </a:cubicBezTo>
                <a:cubicBezTo>
                  <a:pt x="28346" y="90840"/>
                  <a:pt x="26860" y="90811"/>
                  <a:pt x="24717" y="90726"/>
                </a:cubicBezTo>
                <a:cubicBezTo>
                  <a:pt x="22603" y="90611"/>
                  <a:pt x="19745" y="90583"/>
                  <a:pt x="16231" y="90583"/>
                </a:cubicBezTo>
                <a:cubicBezTo>
                  <a:pt x="13573" y="90583"/>
                  <a:pt x="10830" y="90611"/>
                  <a:pt x="7972" y="90726"/>
                </a:cubicBezTo>
                <a:cubicBezTo>
                  <a:pt x="5143" y="90811"/>
                  <a:pt x="3515" y="90840"/>
                  <a:pt x="3086" y="90840"/>
                </a:cubicBezTo>
                <a:cubicBezTo>
                  <a:pt x="1743" y="90840"/>
                  <a:pt x="914" y="90754"/>
                  <a:pt x="543" y="90583"/>
                </a:cubicBezTo>
                <a:cubicBezTo>
                  <a:pt x="200" y="90411"/>
                  <a:pt x="0" y="90011"/>
                  <a:pt x="0" y="89383"/>
                </a:cubicBezTo>
                <a:cubicBezTo>
                  <a:pt x="0" y="89211"/>
                  <a:pt x="143" y="88582"/>
                  <a:pt x="429" y="87525"/>
                </a:cubicBezTo>
                <a:cubicBezTo>
                  <a:pt x="686" y="86468"/>
                  <a:pt x="914" y="85782"/>
                  <a:pt x="1086" y="85525"/>
                </a:cubicBezTo>
                <a:cubicBezTo>
                  <a:pt x="1257" y="85011"/>
                  <a:pt x="2229" y="84725"/>
                  <a:pt x="4000" y="84725"/>
                </a:cubicBezTo>
                <a:cubicBezTo>
                  <a:pt x="10201" y="84725"/>
                  <a:pt x="14145" y="82953"/>
                  <a:pt x="15831" y="79410"/>
                </a:cubicBezTo>
                <a:cubicBezTo>
                  <a:pt x="16173" y="78896"/>
                  <a:pt x="19231" y="67037"/>
                  <a:pt x="24975" y="43805"/>
                </a:cubicBezTo>
                <a:cubicBezTo>
                  <a:pt x="30747" y="20631"/>
                  <a:pt x="33661" y="8458"/>
                  <a:pt x="33747" y="728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38211-86BC-4BB6-B632-8CE771EB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684" y="1010955"/>
            <a:ext cx="134960" cy="90840"/>
          </a:xfrm>
          <a:custGeom xmlns:a="http://schemas.openxmlformats.org/drawingml/2006/main">
            <a:pathLst>
              <a:path w="134960" h="90840" fill="none">
                <a:moveTo>
                  <a:pt x="33747" y="7287"/>
                </a:moveTo>
                <a:cubicBezTo>
                  <a:pt x="33747" y="6772"/>
                  <a:pt x="31232" y="6401"/>
                  <a:pt x="26175" y="6229"/>
                </a:cubicBezTo>
                <a:cubicBezTo>
                  <a:pt x="24060" y="6229"/>
                  <a:pt x="22689" y="6201"/>
                  <a:pt x="22060" y="6115"/>
                </a:cubicBezTo>
                <a:cubicBezTo>
                  <a:pt x="21431" y="6001"/>
                  <a:pt x="21145" y="5572"/>
                  <a:pt x="21145" y="4772"/>
                </a:cubicBezTo>
                <a:cubicBezTo>
                  <a:pt x="21145" y="4686"/>
                  <a:pt x="21231" y="4201"/>
                  <a:pt x="21403" y="3315"/>
                </a:cubicBezTo>
                <a:cubicBezTo>
                  <a:pt x="21488" y="3058"/>
                  <a:pt x="21574" y="2743"/>
                  <a:pt x="21660" y="2372"/>
                </a:cubicBezTo>
                <a:cubicBezTo>
                  <a:pt x="21746" y="2029"/>
                  <a:pt x="21803" y="1800"/>
                  <a:pt x="21803" y="1714"/>
                </a:cubicBezTo>
                <a:cubicBezTo>
                  <a:pt x="21803" y="1629"/>
                  <a:pt x="21888" y="1400"/>
                  <a:pt x="22060" y="1057"/>
                </a:cubicBezTo>
                <a:cubicBezTo>
                  <a:pt x="22231" y="714"/>
                  <a:pt x="22317" y="571"/>
                  <a:pt x="22317" y="657"/>
                </a:cubicBezTo>
                <a:cubicBezTo>
                  <a:pt x="22317" y="743"/>
                  <a:pt x="22517" y="657"/>
                  <a:pt x="22860" y="400"/>
                </a:cubicBezTo>
                <a:cubicBezTo>
                  <a:pt x="23231" y="114"/>
                  <a:pt x="23431" y="29"/>
                  <a:pt x="23517" y="114"/>
                </a:cubicBezTo>
                <a:cubicBezTo>
                  <a:pt x="23603" y="200"/>
                  <a:pt x="23974" y="200"/>
                  <a:pt x="24603" y="114"/>
                </a:cubicBezTo>
                <a:cubicBezTo>
                  <a:pt x="25203" y="29"/>
                  <a:pt x="25746" y="0"/>
                  <a:pt x="26175" y="0"/>
                </a:cubicBezTo>
                <a:cubicBezTo>
                  <a:pt x="26718" y="0"/>
                  <a:pt x="28032" y="0"/>
                  <a:pt x="30175" y="0"/>
                </a:cubicBezTo>
                <a:cubicBezTo>
                  <a:pt x="32290" y="0"/>
                  <a:pt x="34290" y="29"/>
                  <a:pt x="36147" y="114"/>
                </a:cubicBezTo>
                <a:cubicBezTo>
                  <a:pt x="43148" y="114"/>
                  <a:pt x="47177" y="114"/>
                  <a:pt x="48235" y="114"/>
                </a:cubicBezTo>
                <a:cubicBezTo>
                  <a:pt x="49292" y="114"/>
                  <a:pt x="50006" y="343"/>
                  <a:pt x="50349" y="800"/>
                </a:cubicBezTo>
                <a:cubicBezTo>
                  <a:pt x="50435" y="1143"/>
                  <a:pt x="52092" y="13630"/>
                  <a:pt x="55264" y="38233"/>
                </a:cubicBezTo>
                <a:lnTo>
                  <a:pt x="60065" y="75295"/>
                </a:lnTo>
                <a:lnTo>
                  <a:pt x="63122" y="70380"/>
                </a:lnTo>
                <a:cubicBezTo>
                  <a:pt x="65237" y="67180"/>
                  <a:pt x="68066" y="62779"/>
                  <a:pt x="71609" y="57093"/>
                </a:cubicBezTo>
                <a:cubicBezTo>
                  <a:pt x="75152" y="51435"/>
                  <a:pt x="79038" y="45234"/>
                  <a:pt x="83296" y="38519"/>
                </a:cubicBezTo>
                <a:cubicBezTo>
                  <a:pt x="98812" y="13802"/>
                  <a:pt x="106642" y="1372"/>
                  <a:pt x="106813" y="1172"/>
                </a:cubicBezTo>
                <a:cubicBezTo>
                  <a:pt x="106899" y="1086"/>
                  <a:pt x="107013" y="972"/>
                  <a:pt x="107213" y="800"/>
                </a:cubicBezTo>
                <a:cubicBezTo>
                  <a:pt x="107385" y="600"/>
                  <a:pt x="107556" y="486"/>
                  <a:pt x="107728" y="400"/>
                </a:cubicBezTo>
                <a:lnTo>
                  <a:pt x="108528" y="114"/>
                </a:lnTo>
                <a:lnTo>
                  <a:pt x="121301" y="114"/>
                </a:lnTo>
                <a:cubicBezTo>
                  <a:pt x="122787" y="114"/>
                  <a:pt x="124558" y="114"/>
                  <a:pt x="126587" y="114"/>
                </a:cubicBezTo>
                <a:cubicBezTo>
                  <a:pt x="128645" y="114"/>
                  <a:pt x="129931" y="86"/>
                  <a:pt x="130445" y="0"/>
                </a:cubicBezTo>
                <a:cubicBezTo>
                  <a:pt x="133445" y="0"/>
                  <a:pt x="134960" y="486"/>
                  <a:pt x="134960" y="1457"/>
                </a:cubicBezTo>
                <a:cubicBezTo>
                  <a:pt x="134960" y="1886"/>
                  <a:pt x="134817" y="2629"/>
                  <a:pt x="134560" y="3715"/>
                </a:cubicBezTo>
                <a:cubicBezTo>
                  <a:pt x="134302" y="4772"/>
                  <a:pt x="134160" y="5344"/>
                  <a:pt x="134160" y="5429"/>
                </a:cubicBezTo>
                <a:cubicBezTo>
                  <a:pt x="133817" y="5972"/>
                  <a:pt x="132159" y="6229"/>
                  <a:pt x="129245" y="6229"/>
                </a:cubicBezTo>
                <a:cubicBezTo>
                  <a:pt x="125701" y="6315"/>
                  <a:pt x="123444" y="6458"/>
                  <a:pt x="122472" y="6629"/>
                </a:cubicBezTo>
                <a:cubicBezTo>
                  <a:pt x="121501" y="6801"/>
                  <a:pt x="120701" y="7287"/>
                  <a:pt x="120072" y="8087"/>
                </a:cubicBezTo>
                <a:cubicBezTo>
                  <a:pt x="119815" y="8544"/>
                  <a:pt x="116643" y="21060"/>
                  <a:pt x="110528" y="45691"/>
                </a:cubicBezTo>
                <a:cubicBezTo>
                  <a:pt x="104413" y="70295"/>
                  <a:pt x="101327" y="82753"/>
                  <a:pt x="101241" y="83010"/>
                </a:cubicBezTo>
                <a:cubicBezTo>
                  <a:pt x="101241" y="83353"/>
                  <a:pt x="101270" y="83582"/>
                  <a:pt x="101356" y="83668"/>
                </a:cubicBezTo>
                <a:cubicBezTo>
                  <a:pt x="101441" y="83753"/>
                  <a:pt x="101756" y="83925"/>
                  <a:pt x="102298" y="84211"/>
                </a:cubicBezTo>
                <a:cubicBezTo>
                  <a:pt x="102813" y="84468"/>
                  <a:pt x="103584" y="84553"/>
                  <a:pt x="104556" y="84468"/>
                </a:cubicBezTo>
                <a:cubicBezTo>
                  <a:pt x="105527" y="84382"/>
                  <a:pt x="106985" y="84468"/>
                  <a:pt x="108928" y="84725"/>
                </a:cubicBezTo>
                <a:lnTo>
                  <a:pt x="113043" y="84725"/>
                </a:lnTo>
                <a:cubicBezTo>
                  <a:pt x="113586" y="85525"/>
                  <a:pt x="113843" y="86011"/>
                  <a:pt x="113843" y="86182"/>
                </a:cubicBezTo>
                <a:cubicBezTo>
                  <a:pt x="113843" y="87611"/>
                  <a:pt x="113528" y="88925"/>
                  <a:pt x="112928" y="90183"/>
                </a:cubicBezTo>
                <a:cubicBezTo>
                  <a:pt x="112471" y="90611"/>
                  <a:pt x="111757" y="90840"/>
                  <a:pt x="110785" y="90840"/>
                </a:cubicBezTo>
                <a:cubicBezTo>
                  <a:pt x="110357" y="90840"/>
                  <a:pt x="108528" y="90811"/>
                  <a:pt x="105356" y="90726"/>
                </a:cubicBezTo>
                <a:cubicBezTo>
                  <a:pt x="102156" y="90611"/>
                  <a:pt x="98098" y="90583"/>
                  <a:pt x="93126" y="90583"/>
                </a:cubicBezTo>
                <a:cubicBezTo>
                  <a:pt x="87725" y="90583"/>
                  <a:pt x="83639" y="90583"/>
                  <a:pt x="80896" y="90583"/>
                </a:cubicBezTo>
                <a:cubicBezTo>
                  <a:pt x="78153" y="90583"/>
                  <a:pt x="76610" y="90611"/>
                  <a:pt x="76267" y="90726"/>
                </a:cubicBezTo>
                <a:cubicBezTo>
                  <a:pt x="74752" y="90726"/>
                  <a:pt x="74009" y="90268"/>
                  <a:pt x="74009" y="89383"/>
                </a:cubicBezTo>
                <a:cubicBezTo>
                  <a:pt x="74009" y="89211"/>
                  <a:pt x="74095" y="88582"/>
                  <a:pt x="74266" y="87525"/>
                </a:cubicBezTo>
                <a:cubicBezTo>
                  <a:pt x="74609" y="86096"/>
                  <a:pt x="74981" y="85296"/>
                  <a:pt x="75324" y="85125"/>
                </a:cubicBezTo>
                <a:cubicBezTo>
                  <a:pt x="75695" y="84953"/>
                  <a:pt x="76695" y="84811"/>
                  <a:pt x="78381" y="84725"/>
                </a:cubicBezTo>
                <a:cubicBezTo>
                  <a:pt x="80782" y="84725"/>
                  <a:pt x="83439" y="84582"/>
                  <a:pt x="86354" y="84325"/>
                </a:cubicBezTo>
                <a:cubicBezTo>
                  <a:pt x="87582" y="84068"/>
                  <a:pt x="88440" y="83525"/>
                  <a:pt x="88868" y="82753"/>
                </a:cubicBezTo>
                <a:cubicBezTo>
                  <a:pt x="89040" y="82382"/>
                  <a:pt x="90726" y="75924"/>
                  <a:pt x="93926" y="63351"/>
                </a:cubicBezTo>
                <a:cubicBezTo>
                  <a:pt x="97126" y="50778"/>
                  <a:pt x="100241" y="38233"/>
                  <a:pt x="103356" y="25746"/>
                </a:cubicBezTo>
                <a:cubicBezTo>
                  <a:pt x="106442" y="13259"/>
                  <a:pt x="108013" y="7029"/>
                  <a:pt x="108013" y="7029"/>
                </a:cubicBezTo>
                <a:lnTo>
                  <a:pt x="82239" y="48063"/>
                </a:lnTo>
                <a:cubicBezTo>
                  <a:pt x="64865" y="75695"/>
                  <a:pt x="55978" y="89725"/>
                  <a:pt x="55521" y="90183"/>
                </a:cubicBezTo>
                <a:cubicBezTo>
                  <a:pt x="55350" y="90268"/>
                  <a:pt x="55178" y="90354"/>
                  <a:pt x="55007" y="90440"/>
                </a:cubicBezTo>
                <a:cubicBezTo>
                  <a:pt x="54550" y="90726"/>
                  <a:pt x="53835" y="90840"/>
                  <a:pt x="52864" y="90840"/>
                </a:cubicBezTo>
                <a:cubicBezTo>
                  <a:pt x="51549" y="90840"/>
                  <a:pt x="50749" y="90526"/>
                  <a:pt x="50492" y="89897"/>
                </a:cubicBezTo>
                <a:cubicBezTo>
                  <a:pt x="50321" y="89554"/>
                  <a:pt x="48492" y="75838"/>
                  <a:pt x="45034" y="48720"/>
                </a:cubicBezTo>
                <a:lnTo>
                  <a:pt x="39862" y="7944"/>
                </a:lnTo>
                <a:lnTo>
                  <a:pt x="30832" y="43805"/>
                </a:lnTo>
                <a:cubicBezTo>
                  <a:pt x="24889" y="67380"/>
                  <a:pt x="21946" y="79553"/>
                  <a:pt x="21946" y="80353"/>
                </a:cubicBezTo>
                <a:cubicBezTo>
                  <a:pt x="22460" y="83268"/>
                  <a:pt x="25660" y="84725"/>
                  <a:pt x="31490" y="84725"/>
                </a:cubicBezTo>
                <a:lnTo>
                  <a:pt x="32833" y="84725"/>
                </a:lnTo>
                <a:cubicBezTo>
                  <a:pt x="33347" y="85182"/>
                  <a:pt x="33661" y="85582"/>
                  <a:pt x="33747" y="85925"/>
                </a:cubicBezTo>
                <a:cubicBezTo>
                  <a:pt x="33833" y="86268"/>
                  <a:pt x="33718" y="87068"/>
                  <a:pt x="33347" y="88325"/>
                </a:cubicBezTo>
                <a:cubicBezTo>
                  <a:pt x="33004" y="89725"/>
                  <a:pt x="32661" y="90526"/>
                  <a:pt x="32290" y="90726"/>
                </a:cubicBezTo>
                <a:cubicBezTo>
                  <a:pt x="31947" y="90811"/>
                  <a:pt x="31432" y="90840"/>
                  <a:pt x="30832" y="90840"/>
                </a:cubicBezTo>
                <a:cubicBezTo>
                  <a:pt x="30661" y="90840"/>
                  <a:pt x="30118" y="90840"/>
                  <a:pt x="29232" y="90840"/>
                </a:cubicBezTo>
                <a:cubicBezTo>
                  <a:pt x="28346" y="90840"/>
                  <a:pt x="26860" y="90811"/>
                  <a:pt x="24717" y="90726"/>
                </a:cubicBezTo>
                <a:cubicBezTo>
                  <a:pt x="22603" y="90611"/>
                  <a:pt x="19745" y="90583"/>
                  <a:pt x="16231" y="90583"/>
                </a:cubicBezTo>
                <a:cubicBezTo>
                  <a:pt x="13573" y="90583"/>
                  <a:pt x="10830" y="90611"/>
                  <a:pt x="7972" y="90726"/>
                </a:cubicBezTo>
                <a:cubicBezTo>
                  <a:pt x="5143" y="90811"/>
                  <a:pt x="3515" y="90840"/>
                  <a:pt x="3086" y="90840"/>
                </a:cubicBezTo>
                <a:cubicBezTo>
                  <a:pt x="1743" y="90840"/>
                  <a:pt x="914" y="90754"/>
                  <a:pt x="543" y="90583"/>
                </a:cubicBezTo>
                <a:cubicBezTo>
                  <a:pt x="200" y="90411"/>
                  <a:pt x="0" y="90011"/>
                  <a:pt x="0" y="89383"/>
                </a:cubicBezTo>
                <a:cubicBezTo>
                  <a:pt x="0" y="89211"/>
                  <a:pt x="143" y="88582"/>
                  <a:pt x="429" y="87525"/>
                </a:cubicBezTo>
                <a:cubicBezTo>
                  <a:pt x="686" y="86468"/>
                  <a:pt x="914" y="85782"/>
                  <a:pt x="1086" y="85525"/>
                </a:cubicBezTo>
                <a:cubicBezTo>
                  <a:pt x="1257" y="85011"/>
                  <a:pt x="2229" y="84725"/>
                  <a:pt x="4000" y="84725"/>
                </a:cubicBezTo>
                <a:cubicBezTo>
                  <a:pt x="10201" y="84725"/>
                  <a:pt x="14145" y="82953"/>
                  <a:pt x="15831" y="79410"/>
                </a:cubicBezTo>
                <a:cubicBezTo>
                  <a:pt x="16173" y="78896"/>
                  <a:pt x="19231" y="67037"/>
                  <a:pt x="24975" y="43805"/>
                </a:cubicBezTo>
                <a:cubicBezTo>
                  <a:pt x="30747" y="20631"/>
                  <a:pt x="33661" y="8458"/>
                  <a:pt x="33747" y="72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D11BA-0169-4287-A32A-885B9C1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558" y="1008155"/>
            <a:ext cx="78753" cy="96555"/>
          </a:xfrm>
          <a:custGeom xmlns:a="http://schemas.openxmlformats.org/drawingml/2006/main">
            <a:pathLst>
              <a:path w="78753" h="96555">
                <a:moveTo>
                  <a:pt x="34004" y="90440"/>
                </a:moveTo>
                <a:cubicBezTo>
                  <a:pt x="39233" y="90440"/>
                  <a:pt x="44005" y="88154"/>
                  <a:pt x="48349" y="83553"/>
                </a:cubicBezTo>
                <a:cubicBezTo>
                  <a:pt x="52692" y="78953"/>
                  <a:pt x="54893" y="73581"/>
                  <a:pt x="54978" y="67466"/>
                </a:cubicBezTo>
                <a:cubicBezTo>
                  <a:pt x="54978" y="61893"/>
                  <a:pt x="52692" y="58036"/>
                  <a:pt x="48092" y="55921"/>
                </a:cubicBezTo>
                <a:cubicBezTo>
                  <a:pt x="38691" y="53521"/>
                  <a:pt x="32661" y="51892"/>
                  <a:pt x="30004" y="51006"/>
                </a:cubicBezTo>
                <a:cubicBezTo>
                  <a:pt x="27346" y="50121"/>
                  <a:pt x="25517" y="49235"/>
                  <a:pt x="24432" y="48349"/>
                </a:cubicBezTo>
                <a:cubicBezTo>
                  <a:pt x="19117" y="44634"/>
                  <a:pt x="16459" y="39262"/>
                  <a:pt x="16459" y="32290"/>
                </a:cubicBezTo>
                <a:cubicBezTo>
                  <a:pt x="16459" y="26860"/>
                  <a:pt x="17888" y="21974"/>
                  <a:pt x="20717" y="17545"/>
                </a:cubicBezTo>
                <a:cubicBezTo>
                  <a:pt x="23546" y="13087"/>
                  <a:pt x="26432" y="9773"/>
                  <a:pt x="29347" y="7572"/>
                </a:cubicBezTo>
                <a:cubicBezTo>
                  <a:pt x="31918" y="5344"/>
                  <a:pt x="35004" y="3600"/>
                  <a:pt x="38662" y="2257"/>
                </a:cubicBezTo>
                <a:cubicBezTo>
                  <a:pt x="42291" y="943"/>
                  <a:pt x="45120" y="229"/>
                  <a:pt x="47149" y="143"/>
                </a:cubicBezTo>
                <a:lnTo>
                  <a:pt x="48606" y="143"/>
                </a:lnTo>
                <a:lnTo>
                  <a:pt x="49549" y="143"/>
                </a:lnTo>
                <a:cubicBezTo>
                  <a:pt x="58036" y="143"/>
                  <a:pt x="64179" y="2972"/>
                  <a:pt x="68008" y="8630"/>
                </a:cubicBezTo>
                <a:cubicBezTo>
                  <a:pt x="68094" y="8630"/>
                  <a:pt x="68666" y="8058"/>
                  <a:pt x="69723" y="6915"/>
                </a:cubicBezTo>
                <a:cubicBezTo>
                  <a:pt x="70780" y="5744"/>
                  <a:pt x="71952" y="4458"/>
                  <a:pt x="73181" y="3058"/>
                </a:cubicBezTo>
                <a:cubicBezTo>
                  <a:pt x="74438" y="1629"/>
                  <a:pt x="75295" y="657"/>
                  <a:pt x="75838" y="143"/>
                </a:cubicBezTo>
                <a:cubicBezTo>
                  <a:pt x="75924" y="143"/>
                  <a:pt x="76095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53" y="314"/>
                  <a:pt x="78753" y="943"/>
                </a:cubicBezTo>
                <a:cubicBezTo>
                  <a:pt x="78753" y="1543"/>
                  <a:pt x="77524" y="6915"/>
                  <a:pt x="75038" y="17002"/>
                </a:cubicBezTo>
                <a:cubicBezTo>
                  <a:pt x="72552" y="27089"/>
                  <a:pt x="71152" y="32318"/>
                  <a:pt x="70780" y="32690"/>
                </a:cubicBezTo>
                <a:cubicBezTo>
                  <a:pt x="70437" y="33033"/>
                  <a:pt x="69723" y="33147"/>
                  <a:pt x="68666" y="33061"/>
                </a:cubicBezTo>
                <a:cubicBezTo>
                  <a:pt x="66894" y="33061"/>
                  <a:pt x="66008" y="32690"/>
                  <a:pt x="66008" y="31861"/>
                </a:cubicBezTo>
                <a:cubicBezTo>
                  <a:pt x="66008" y="31347"/>
                  <a:pt x="66065" y="30890"/>
                  <a:pt x="66151" y="30547"/>
                </a:cubicBezTo>
                <a:cubicBezTo>
                  <a:pt x="66151" y="30289"/>
                  <a:pt x="66180" y="29432"/>
                  <a:pt x="66265" y="28032"/>
                </a:cubicBezTo>
                <a:cubicBezTo>
                  <a:pt x="66380" y="26603"/>
                  <a:pt x="66465" y="25460"/>
                  <a:pt x="66551" y="24574"/>
                </a:cubicBezTo>
                <a:cubicBezTo>
                  <a:pt x="66551" y="21574"/>
                  <a:pt x="66151" y="18945"/>
                  <a:pt x="65351" y="16745"/>
                </a:cubicBezTo>
                <a:cubicBezTo>
                  <a:pt x="64551" y="14516"/>
                  <a:pt x="63751" y="12887"/>
                  <a:pt x="62951" y="11830"/>
                </a:cubicBezTo>
                <a:cubicBezTo>
                  <a:pt x="62151" y="10744"/>
                  <a:pt x="61065" y="9658"/>
                  <a:pt x="59636" y="8515"/>
                </a:cubicBezTo>
                <a:cubicBezTo>
                  <a:pt x="56436" y="6629"/>
                  <a:pt x="52807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18" y="15888"/>
                  <a:pt x="28118" y="20603"/>
                  <a:pt x="28032" y="25889"/>
                </a:cubicBezTo>
                <a:cubicBezTo>
                  <a:pt x="28032" y="28546"/>
                  <a:pt x="28689" y="30861"/>
                  <a:pt x="30004" y="32804"/>
                </a:cubicBezTo>
                <a:cubicBezTo>
                  <a:pt x="31347" y="34747"/>
                  <a:pt x="33147" y="36119"/>
                  <a:pt x="35462" y="36919"/>
                </a:cubicBezTo>
                <a:cubicBezTo>
                  <a:pt x="35804" y="37090"/>
                  <a:pt x="38919" y="37948"/>
                  <a:pt x="44748" y="39462"/>
                </a:cubicBezTo>
                <a:cubicBezTo>
                  <a:pt x="50606" y="40948"/>
                  <a:pt x="53578" y="41748"/>
                  <a:pt x="53664" y="41834"/>
                </a:cubicBezTo>
                <a:cubicBezTo>
                  <a:pt x="56664" y="42805"/>
                  <a:pt x="59579" y="44948"/>
                  <a:pt x="62436" y="48206"/>
                </a:cubicBezTo>
                <a:cubicBezTo>
                  <a:pt x="65265" y="51492"/>
                  <a:pt x="66694" y="55921"/>
                  <a:pt x="66694" y="61493"/>
                </a:cubicBezTo>
                <a:cubicBezTo>
                  <a:pt x="66694" y="63808"/>
                  <a:pt x="66323" y="66265"/>
                  <a:pt x="65608" y="68923"/>
                </a:cubicBezTo>
                <a:cubicBezTo>
                  <a:pt x="65180" y="70895"/>
                  <a:pt x="64379" y="73038"/>
                  <a:pt x="63208" y="75438"/>
                </a:cubicBezTo>
                <a:cubicBezTo>
                  <a:pt x="62065" y="77838"/>
                  <a:pt x="60465" y="80439"/>
                  <a:pt x="58436" y="83268"/>
                </a:cubicBezTo>
                <a:cubicBezTo>
                  <a:pt x="56407" y="86125"/>
                  <a:pt x="53464" y="88754"/>
                  <a:pt x="49663" y="91240"/>
                </a:cubicBezTo>
                <a:cubicBezTo>
                  <a:pt x="45863" y="93726"/>
                  <a:pt x="41691" y="95412"/>
                  <a:pt x="37176" y="96298"/>
                </a:cubicBezTo>
                <a:cubicBezTo>
                  <a:pt x="36119" y="96469"/>
                  <a:pt x="34633" y="96555"/>
                  <a:pt x="32661" y="96555"/>
                </a:cubicBezTo>
                <a:cubicBezTo>
                  <a:pt x="23917" y="96555"/>
                  <a:pt x="17088" y="94126"/>
                  <a:pt x="12230" y="89268"/>
                </a:cubicBezTo>
                <a:lnTo>
                  <a:pt x="10887" y="87811"/>
                </a:lnTo>
                <a:lnTo>
                  <a:pt x="7172" y="91926"/>
                </a:lnTo>
                <a:cubicBezTo>
                  <a:pt x="5144" y="94297"/>
                  <a:pt x="3886" y="95669"/>
                  <a:pt x="3458" y="96041"/>
                </a:cubicBezTo>
                <a:cubicBezTo>
                  <a:pt x="3000" y="96383"/>
                  <a:pt x="2429" y="96555"/>
                  <a:pt x="1715" y="96555"/>
                </a:cubicBezTo>
                <a:cubicBezTo>
                  <a:pt x="571" y="96555"/>
                  <a:pt x="0" y="96212"/>
                  <a:pt x="0" y="95498"/>
                </a:cubicBezTo>
                <a:cubicBezTo>
                  <a:pt x="0" y="95240"/>
                  <a:pt x="2572" y="84839"/>
                  <a:pt x="7687" y="64294"/>
                </a:cubicBezTo>
                <a:cubicBezTo>
                  <a:pt x="7887" y="63751"/>
                  <a:pt x="8773" y="63494"/>
                  <a:pt x="10344" y="63494"/>
                </a:cubicBezTo>
                <a:lnTo>
                  <a:pt x="12087" y="63494"/>
                </a:lnTo>
                <a:cubicBezTo>
                  <a:pt x="12602" y="64008"/>
                  <a:pt x="12887" y="64522"/>
                  <a:pt x="12887" y="64951"/>
                </a:cubicBezTo>
                <a:cubicBezTo>
                  <a:pt x="12887" y="65122"/>
                  <a:pt x="12830" y="65522"/>
                  <a:pt x="12744" y="66151"/>
                </a:cubicBezTo>
                <a:cubicBezTo>
                  <a:pt x="12659" y="66780"/>
                  <a:pt x="12487" y="67694"/>
                  <a:pt x="12230" y="68923"/>
                </a:cubicBezTo>
                <a:cubicBezTo>
                  <a:pt x="11944" y="70180"/>
                  <a:pt x="11859" y="71638"/>
                  <a:pt x="11944" y="73323"/>
                </a:cubicBezTo>
                <a:cubicBezTo>
                  <a:pt x="12144" y="76781"/>
                  <a:pt x="12916" y="79696"/>
                  <a:pt x="14345" y="82096"/>
                </a:cubicBezTo>
                <a:cubicBezTo>
                  <a:pt x="15745" y="84468"/>
                  <a:pt x="17659" y="86239"/>
                  <a:pt x="20060" y="87382"/>
                </a:cubicBezTo>
                <a:cubicBezTo>
                  <a:pt x="22431" y="88554"/>
                  <a:pt x="24746" y="89354"/>
                  <a:pt x="26975" y="89783"/>
                </a:cubicBezTo>
                <a:cubicBezTo>
                  <a:pt x="29175" y="90240"/>
                  <a:pt x="31518" y="90440"/>
                  <a:pt x="34004" y="904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D1DCC-0C9D-42E7-9529-F7393FB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558" y="1008155"/>
            <a:ext cx="78753" cy="96555"/>
          </a:xfrm>
          <a:custGeom xmlns:a="http://schemas.openxmlformats.org/drawingml/2006/main">
            <a:pathLst>
              <a:path w="78753" h="96555" fill="none">
                <a:moveTo>
                  <a:pt x="34004" y="90440"/>
                </a:moveTo>
                <a:cubicBezTo>
                  <a:pt x="39233" y="90440"/>
                  <a:pt x="44005" y="88154"/>
                  <a:pt x="48349" y="83553"/>
                </a:cubicBezTo>
                <a:cubicBezTo>
                  <a:pt x="52692" y="78953"/>
                  <a:pt x="54893" y="73581"/>
                  <a:pt x="54978" y="67466"/>
                </a:cubicBezTo>
                <a:cubicBezTo>
                  <a:pt x="54978" y="61893"/>
                  <a:pt x="52692" y="58036"/>
                  <a:pt x="48092" y="55921"/>
                </a:cubicBezTo>
                <a:cubicBezTo>
                  <a:pt x="38691" y="53521"/>
                  <a:pt x="32661" y="51892"/>
                  <a:pt x="30004" y="51006"/>
                </a:cubicBezTo>
                <a:cubicBezTo>
                  <a:pt x="27346" y="50121"/>
                  <a:pt x="25517" y="49235"/>
                  <a:pt x="24432" y="48349"/>
                </a:cubicBezTo>
                <a:cubicBezTo>
                  <a:pt x="19117" y="44634"/>
                  <a:pt x="16459" y="39262"/>
                  <a:pt x="16459" y="32290"/>
                </a:cubicBezTo>
                <a:cubicBezTo>
                  <a:pt x="16459" y="26860"/>
                  <a:pt x="17888" y="21974"/>
                  <a:pt x="20717" y="17545"/>
                </a:cubicBezTo>
                <a:cubicBezTo>
                  <a:pt x="23546" y="13087"/>
                  <a:pt x="26432" y="9773"/>
                  <a:pt x="29347" y="7572"/>
                </a:cubicBezTo>
                <a:cubicBezTo>
                  <a:pt x="31918" y="5344"/>
                  <a:pt x="35004" y="3600"/>
                  <a:pt x="38662" y="2257"/>
                </a:cubicBezTo>
                <a:cubicBezTo>
                  <a:pt x="42291" y="943"/>
                  <a:pt x="45120" y="229"/>
                  <a:pt x="47149" y="143"/>
                </a:cubicBezTo>
                <a:lnTo>
                  <a:pt x="48606" y="143"/>
                </a:lnTo>
                <a:lnTo>
                  <a:pt x="49549" y="143"/>
                </a:lnTo>
                <a:cubicBezTo>
                  <a:pt x="58036" y="143"/>
                  <a:pt x="64179" y="2972"/>
                  <a:pt x="68008" y="8630"/>
                </a:cubicBezTo>
                <a:cubicBezTo>
                  <a:pt x="68094" y="8630"/>
                  <a:pt x="68666" y="8058"/>
                  <a:pt x="69723" y="6915"/>
                </a:cubicBezTo>
                <a:cubicBezTo>
                  <a:pt x="70780" y="5744"/>
                  <a:pt x="71952" y="4458"/>
                  <a:pt x="73181" y="3058"/>
                </a:cubicBezTo>
                <a:cubicBezTo>
                  <a:pt x="74438" y="1629"/>
                  <a:pt x="75295" y="657"/>
                  <a:pt x="75838" y="143"/>
                </a:cubicBezTo>
                <a:cubicBezTo>
                  <a:pt x="75924" y="143"/>
                  <a:pt x="76095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53" y="314"/>
                  <a:pt x="78753" y="943"/>
                </a:cubicBezTo>
                <a:cubicBezTo>
                  <a:pt x="78753" y="1543"/>
                  <a:pt x="77524" y="6915"/>
                  <a:pt x="75038" y="17002"/>
                </a:cubicBezTo>
                <a:cubicBezTo>
                  <a:pt x="72552" y="27089"/>
                  <a:pt x="71152" y="32318"/>
                  <a:pt x="70780" y="32690"/>
                </a:cubicBezTo>
                <a:cubicBezTo>
                  <a:pt x="70437" y="33033"/>
                  <a:pt x="69723" y="33147"/>
                  <a:pt x="68666" y="33061"/>
                </a:cubicBezTo>
                <a:cubicBezTo>
                  <a:pt x="66894" y="33061"/>
                  <a:pt x="66008" y="32690"/>
                  <a:pt x="66008" y="31861"/>
                </a:cubicBezTo>
                <a:cubicBezTo>
                  <a:pt x="66008" y="31347"/>
                  <a:pt x="66065" y="30890"/>
                  <a:pt x="66151" y="30547"/>
                </a:cubicBezTo>
                <a:cubicBezTo>
                  <a:pt x="66151" y="30289"/>
                  <a:pt x="66180" y="29432"/>
                  <a:pt x="66265" y="28032"/>
                </a:cubicBezTo>
                <a:cubicBezTo>
                  <a:pt x="66380" y="26603"/>
                  <a:pt x="66465" y="25460"/>
                  <a:pt x="66551" y="24574"/>
                </a:cubicBezTo>
                <a:cubicBezTo>
                  <a:pt x="66551" y="21574"/>
                  <a:pt x="66151" y="18945"/>
                  <a:pt x="65351" y="16745"/>
                </a:cubicBezTo>
                <a:cubicBezTo>
                  <a:pt x="64551" y="14516"/>
                  <a:pt x="63751" y="12887"/>
                  <a:pt x="62951" y="11830"/>
                </a:cubicBezTo>
                <a:cubicBezTo>
                  <a:pt x="62151" y="10744"/>
                  <a:pt x="61065" y="9658"/>
                  <a:pt x="59636" y="8515"/>
                </a:cubicBezTo>
                <a:cubicBezTo>
                  <a:pt x="56436" y="6629"/>
                  <a:pt x="52807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18" y="15888"/>
                  <a:pt x="28118" y="20603"/>
                  <a:pt x="28032" y="25889"/>
                </a:cubicBezTo>
                <a:cubicBezTo>
                  <a:pt x="28032" y="28546"/>
                  <a:pt x="28689" y="30861"/>
                  <a:pt x="30004" y="32804"/>
                </a:cubicBezTo>
                <a:cubicBezTo>
                  <a:pt x="31347" y="34747"/>
                  <a:pt x="33147" y="36119"/>
                  <a:pt x="35462" y="36919"/>
                </a:cubicBezTo>
                <a:cubicBezTo>
                  <a:pt x="35804" y="37090"/>
                  <a:pt x="38919" y="37948"/>
                  <a:pt x="44748" y="39462"/>
                </a:cubicBezTo>
                <a:cubicBezTo>
                  <a:pt x="50606" y="40948"/>
                  <a:pt x="53578" y="41748"/>
                  <a:pt x="53664" y="41834"/>
                </a:cubicBezTo>
                <a:cubicBezTo>
                  <a:pt x="56664" y="42805"/>
                  <a:pt x="59579" y="44948"/>
                  <a:pt x="62436" y="48206"/>
                </a:cubicBezTo>
                <a:cubicBezTo>
                  <a:pt x="65265" y="51492"/>
                  <a:pt x="66694" y="55921"/>
                  <a:pt x="66694" y="61493"/>
                </a:cubicBezTo>
                <a:cubicBezTo>
                  <a:pt x="66694" y="63808"/>
                  <a:pt x="66323" y="66265"/>
                  <a:pt x="65608" y="68923"/>
                </a:cubicBezTo>
                <a:cubicBezTo>
                  <a:pt x="65180" y="70895"/>
                  <a:pt x="64379" y="73038"/>
                  <a:pt x="63208" y="75438"/>
                </a:cubicBezTo>
                <a:cubicBezTo>
                  <a:pt x="62065" y="77838"/>
                  <a:pt x="60465" y="80439"/>
                  <a:pt x="58436" y="83268"/>
                </a:cubicBezTo>
                <a:cubicBezTo>
                  <a:pt x="56407" y="86125"/>
                  <a:pt x="53464" y="88754"/>
                  <a:pt x="49663" y="91240"/>
                </a:cubicBezTo>
                <a:cubicBezTo>
                  <a:pt x="45863" y="93726"/>
                  <a:pt x="41691" y="95412"/>
                  <a:pt x="37176" y="96298"/>
                </a:cubicBezTo>
                <a:cubicBezTo>
                  <a:pt x="36119" y="96469"/>
                  <a:pt x="34633" y="96555"/>
                  <a:pt x="32661" y="96555"/>
                </a:cubicBezTo>
                <a:cubicBezTo>
                  <a:pt x="23917" y="96555"/>
                  <a:pt x="17088" y="94126"/>
                  <a:pt x="12230" y="89268"/>
                </a:cubicBezTo>
                <a:lnTo>
                  <a:pt x="10887" y="87811"/>
                </a:lnTo>
                <a:lnTo>
                  <a:pt x="7172" y="91926"/>
                </a:lnTo>
                <a:cubicBezTo>
                  <a:pt x="5144" y="94297"/>
                  <a:pt x="3886" y="95669"/>
                  <a:pt x="3458" y="96041"/>
                </a:cubicBezTo>
                <a:cubicBezTo>
                  <a:pt x="3000" y="96383"/>
                  <a:pt x="2429" y="96555"/>
                  <a:pt x="1715" y="96555"/>
                </a:cubicBezTo>
                <a:cubicBezTo>
                  <a:pt x="571" y="96555"/>
                  <a:pt x="0" y="96212"/>
                  <a:pt x="0" y="95498"/>
                </a:cubicBezTo>
                <a:cubicBezTo>
                  <a:pt x="0" y="95240"/>
                  <a:pt x="2572" y="84839"/>
                  <a:pt x="7687" y="64294"/>
                </a:cubicBezTo>
                <a:cubicBezTo>
                  <a:pt x="7887" y="63751"/>
                  <a:pt x="8773" y="63494"/>
                  <a:pt x="10344" y="63494"/>
                </a:cubicBezTo>
                <a:lnTo>
                  <a:pt x="12087" y="63494"/>
                </a:lnTo>
                <a:cubicBezTo>
                  <a:pt x="12602" y="64008"/>
                  <a:pt x="12887" y="64522"/>
                  <a:pt x="12887" y="64951"/>
                </a:cubicBezTo>
                <a:cubicBezTo>
                  <a:pt x="12887" y="65122"/>
                  <a:pt x="12830" y="65522"/>
                  <a:pt x="12744" y="66151"/>
                </a:cubicBezTo>
                <a:cubicBezTo>
                  <a:pt x="12659" y="66780"/>
                  <a:pt x="12487" y="67694"/>
                  <a:pt x="12230" y="68923"/>
                </a:cubicBezTo>
                <a:cubicBezTo>
                  <a:pt x="11944" y="70180"/>
                  <a:pt x="11859" y="71638"/>
                  <a:pt x="11944" y="73323"/>
                </a:cubicBezTo>
                <a:cubicBezTo>
                  <a:pt x="12144" y="76781"/>
                  <a:pt x="12916" y="79696"/>
                  <a:pt x="14345" y="82096"/>
                </a:cubicBezTo>
                <a:cubicBezTo>
                  <a:pt x="15745" y="84468"/>
                  <a:pt x="17659" y="86239"/>
                  <a:pt x="20060" y="87382"/>
                </a:cubicBezTo>
                <a:cubicBezTo>
                  <a:pt x="22431" y="88554"/>
                  <a:pt x="24746" y="89354"/>
                  <a:pt x="26975" y="89783"/>
                </a:cubicBezTo>
                <a:cubicBezTo>
                  <a:pt x="29175" y="90240"/>
                  <a:pt x="31518" y="90440"/>
                  <a:pt x="34004" y="904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F8CD3-996B-4A6B-9AB7-A795932B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862" y="961263"/>
            <a:ext cx="104442" cy="116472"/>
          </a:xfrm>
          <a:custGeom xmlns:a="http://schemas.openxmlformats.org/drawingml/2006/main">
            <a:pathLst>
              <a:path w="104442" h="116472">
                <a:moveTo>
                  <a:pt x="6172" y="116300"/>
                </a:moveTo>
                <a:cubicBezTo>
                  <a:pt x="6172" y="116300"/>
                  <a:pt x="5372" y="116300"/>
                  <a:pt x="3743" y="116300"/>
                </a:cubicBezTo>
                <a:cubicBezTo>
                  <a:pt x="2115" y="116300"/>
                  <a:pt x="857" y="115414"/>
                  <a:pt x="0" y="113671"/>
                </a:cubicBezTo>
                <a:lnTo>
                  <a:pt x="0" y="74781"/>
                </a:lnTo>
                <a:cubicBezTo>
                  <a:pt x="0" y="70895"/>
                  <a:pt x="0" y="65894"/>
                  <a:pt x="0" y="59750"/>
                </a:cubicBezTo>
                <a:cubicBezTo>
                  <a:pt x="114" y="42977"/>
                  <a:pt x="429" y="33690"/>
                  <a:pt x="943" y="31947"/>
                </a:cubicBezTo>
                <a:cubicBezTo>
                  <a:pt x="1057" y="31690"/>
                  <a:pt x="1114" y="31518"/>
                  <a:pt x="1114" y="31375"/>
                </a:cubicBezTo>
                <a:cubicBezTo>
                  <a:pt x="3115" y="22746"/>
                  <a:pt x="8830" y="15345"/>
                  <a:pt x="18202" y="9201"/>
                </a:cubicBezTo>
                <a:cubicBezTo>
                  <a:pt x="27603" y="3086"/>
                  <a:pt x="38891" y="0"/>
                  <a:pt x="52035" y="0"/>
                </a:cubicBezTo>
                <a:cubicBezTo>
                  <a:pt x="65923" y="0"/>
                  <a:pt x="77838" y="3400"/>
                  <a:pt x="87725" y="10144"/>
                </a:cubicBezTo>
                <a:cubicBezTo>
                  <a:pt x="97612" y="16916"/>
                  <a:pt x="103127" y="25632"/>
                  <a:pt x="104270" y="36262"/>
                </a:cubicBezTo>
                <a:cubicBezTo>
                  <a:pt x="104384" y="37033"/>
                  <a:pt x="104442" y="50235"/>
                  <a:pt x="104442" y="75895"/>
                </a:cubicBezTo>
                <a:lnTo>
                  <a:pt x="104442" y="113671"/>
                </a:lnTo>
                <a:cubicBezTo>
                  <a:pt x="103556" y="115557"/>
                  <a:pt x="102327" y="116472"/>
                  <a:pt x="100698" y="116472"/>
                </a:cubicBezTo>
                <a:cubicBezTo>
                  <a:pt x="99555" y="116472"/>
                  <a:pt x="98355" y="115672"/>
                  <a:pt x="97126" y="114043"/>
                </a:cubicBezTo>
                <a:lnTo>
                  <a:pt x="96755" y="36262"/>
                </a:lnTo>
                <a:cubicBezTo>
                  <a:pt x="95869" y="32747"/>
                  <a:pt x="94983" y="30004"/>
                  <a:pt x="94097" y="28004"/>
                </a:cubicBezTo>
                <a:cubicBezTo>
                  <a:pt x="93240" y="26003"/>
                  <a:pt x="91554" y="23746"/>
                  <a:pt x="89040" y="21231"/>
                </a:cubicBezTo>
                <a:cubicBezTo>
                  <a:pt x="85153" y="16974"/>
                  <a:pt x="79896" y="13659"/>
                  <a:pt x="73266" y="11287"/>
                </a:cubicBezTo>
                <a:cubicBezTo>
                  <a:pt x="66608" y="8915"/>
                  <a:pt x="59665" y="7630"/>
                  <a:pt x="52407" y="7515"/>
                </a:cubicBezTo>
                <a:cubicBezTo>
                  <a:pt x="42005" y="7515"/>
                  <a:pt x="32290" y="10030"/>
                  <a:pt x="23289" y="15030"/>
                </a:cubicBezTo>
                <a:cubicBezTo>
                  <a:pt x="14259" y="20031"/>
                  <a:pt x="9058" y="27375"/>
                  <a:pt x="7687" y="37033"/>
                </a:cubicBezTo>
                <a:cubicBezTo>
                  <a:pt x="7572" y="37633"/>
                  <a:pt x="7515" y="50663"/>
                  <a:pt x="7515" y="76095"/>
                </a:cubicBezTo>
                <a:lnTo>
                  <a:pt x="7515" y="113671"/>
                </a:lnTo>
                <a:cubicBezTo>
                  <a:pt x="6629" y="115414"/>
                  <a:pt x="5372" y="116300"/>
                  <a:pt x="3743" y="116300"/>
                </a:cubicBezTo>
                <a:lnTo>
                  <a:pt x="6172" y="1163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F1522-D5BF-495E-9E39-67E3644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862" y="961263"/>
            <a:ext cx="104442" cy="116472"/>
          </a:xfrm>
          <a:custGeom xmlns:a="http://schemas.openxmlformats.org/drawingml/2006/main">
            <a:pathLst>
              <a:path w="104442" h="116472" fill="none">
                <a:moveTo>
                  <a:pt x="6172" y="116300"/>
                </a:moveTo>
                <a:cubicBezTo>
                  <a:pt x="6172" y="116300"/>
                  <a:pt x="5372" y="116300"/>
                  <a:pt x="3743" y="116300"/>
                </a:cubicBezTo>
                <a:cubicBezTo>
                  <a:pt x="2115" y="116300"/>
                  <a:pt x="857" y="115414"/>
                  <a:pt x="0" y="113671"/>
                </a:cubicBezTo>
                <a:lnTo>
                  <a:pt x="0" y="74781"/>
                </a:lnTo>
                <a:cubicBezTo>
                  <a:pt x="0" y="70895"/>
                  <a:pt x="0" y="65894"/>
                  <a:pt x="0" y="59750"/>
                </a:cubicBezTo>
                <a:cubicBezTo>
                  <a:pt x="114" y="42977"/>
                  <a:pt x="429" y="33690"/>
                  <a:pt x="943" y="31947"/>
                </a:cubicBezTo>
                <a:cubicBezTo>
                  <a:pt x="1057" y="31690"/>
                  <a:pt x="1114" y="31518"/>
                  <a:pt x="1114" y="31375"/>
                </a:cubicBezTo>
                <a:cubicBezTo>
                  <a:pt x="3115" y="22746"/>
                  <a:pt x="8830" y="15345"/>
                  <a:pt x="18202" y="9201"/>
                </a:cubicBezTo>
                <a:cubicBezTo>
                  <a:pt x="27603" y="3086"/>
                  <a:pt x="38891" y="0"/>
                  <a:pt x="52035" y="0"/>
                </a:cubicBezTo>
                <a:cubicBezTo>
                  <a:pt x="65923" y="0"/>
                  <a:pt x="77838" y="3400"/>
                  <a:pt x="87725" y="10144"/>
                </a:cubicBezTo>
                <a:cubicBezTo>
                  <a:pt x="97612" y="16916"/>
                  <a:pt x="103127" y="25632"/>
                  <a:pt x="104270" y="36262"/>
                </a:cubicBezTo>
                <a:cubicBezTo>
                  <a:pt x="104384" y="37033"/>
                  <a:pt x="104442" y="50235"/>
                  <a:pt x="104442" y="75895"/>
                </a:cubicBezTo>
                <a:lnTo>
                  <a:pt x="104442" y="113671"/>
                </a:lnTo>
                <a:cubicBezTo>
                  <a:pt x="103556" y="115557"/>
                  <a:pt x="102327" y="116472"/>
                  <a:pt x="100698" y="116472"/>
                </a:cubicBezTo>
                <a:cubicBezTo>
                  <a:pt x="99555" y="116472"/>
                  <a:pt x="98355" y="115672"/>
                  <a:pt x="97126" y="114043"/>
                </a:cubicBezTo>
                <a:lnTo>
                  <a:pt x="96755" y="36262"/>
                </a:lnTo>
                <a:cubicBezTo>
                  <a:pt x="95869" y="32747"/>
                  <a:pt x="94983" y="30004"/>
                  <a:pt x="94097" y="28004"/>
                </a:cubicBezTo>
                <a:cubicBezTo>
                  <a:pt x="93240" y="26003"/>
                  <a:pt x="91554" y="23746"/>
                  <a:pt x="89040" y="21231"/>
                </a:cubicBezTo>
                <a:cubicBezTo>
                  <a:pt x="85153" y="16974"/>
                  <a:pt x="79896" y="13659"/>
                  <a:pt x="73266" y="11287"/>
                </a:cubicBezTo>
                <a:cubicBezTo>
                  <a:pt x="66608" y="8915"/>
                  <a:pt x="59665" y="7630"/>
                  <a:pt x="52407" y="7515"/>
                </a:cubicBezTo>
                <a:cubicBezTo>
                  <a:pt x="42005" y="7515"/>
                  <a:pt x="32290" y="10030"/>
                  <a:pt x="23289" y="15030"/>
                </a:cubicBezTo>
                <a:cubicBezTo>
                  <a:pt x="14259" y="20031"/>
                  <a:pt x="9058" y="27375"/>
                  <a:pt x="7687" y="37033"/>
                </a:cubicBezTo>
                <a:cubicBezTo>
                  <a:pt x="7572" y="37633"/>
                  <a:pt x="7515" y="50663"/>
                  <a:pt x="7515" y="76095"/>
                </a:cubicBezTo>
                <a:lnTo>
                  <a:pt x="7515" y="113671"/>
                </a:lnTo>
                <a:cubicBezTo>
                  <a:pt x="6629" y="115414"/>
                  <a:pt x="5372" y="116300"/>
                  <a:pt x="3743" y="116300"/>
                </a:cubicBezTo>
                <a:lnTo>
                  <a:pt x="6172" y="116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0930"/>
              </a:srgbClr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B17E6-0708-4718-8CF0-39507E0C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340" y="945290"/>
            <a:ext cx="134703" cy="132445"/>
          </a:xfrm>
          <a:custGeom xmlns:a="http://schemas.openxmlformats.org/drawingml/2006/main">
            <a:pathLst>
              <a:path w="134703" h="132445">
                <a:moveTo>
                  <a:pt x="0" y="6572"/>
                </a:moveTo>
                <a:cubicBezTo>
                  <a:pt x="0" y="3829"/>
                  <a:pt x="800" y="1629"/>
                  <a:pt x="2429" y="0"/>
                </a:cubicBezTo>
                <a:lnTo>
                  <a:pt x="4515" y="0"/>
                </a:lnTo>
                <a:cubicBezTo>
                  <a:pt x="9773" y="400"/>
                  <a:pt x="16345" y="571"/>
                  <a:pt x="24232" y="571"/>
                </a:cubicBezTo>
                <a:cubicBezTo>
                  <a:pt x="39005" y="571"/>
                  <a:pt x="47720" y="400"/>
                  <a:pt x="50349" y="0"/>
                </a:cubicBezTo>
                <a:lnTo>
                  <a:pt x="52235" y="0"/>
                </a:lnTo>
                <a:cubicBezTo>
                  <a:pt x="52978" y="772"/>
                  <a:pt x="53350" y="1314"/>
                  <a:pt x="53350" y="1714"/>
                </a:cubicBezTo>
                <a:cubicBezTo>
                  <a:pt x="53350" y="2086"/>
                  <a:pt x="53235" y="3200"/>
                  <a:pt x="52978" y="5086"/>
                </a:cubicBezTo>
                <a:cubicBezTo>
                  <a:pt x="52349" y="6972"/>
                  <a:pt x="51778" y="8144"/>
                  <a:pt x="51292" y="8658"/>
                </a:cubicBezTo>
                <a:lnTo>
                  <a:pt x="47349" y="8658"/>
                </a:lnTo>
                <a:cubicBezTo>
                  <a:pt x="44577" y="8915"/>
                  <a:pt x="42720" y="9030"/>
                  <a:pt x="41719" y="9030"/>
                </a:cubicBezTo>
                <a:cubicBezTo>
                  <a:pt x="38062" y="9658"/>
                  <a:pt x="36062" y="10601"/>
                  <a:pt x="35690" y="11859"/>
                </a:cubicBezTo>
                <a:cubicBezTo>
                  <a:pt x="35690" y="12087"/>
                  <a:pt x="37519" y="27803"/>
                  <a:pt x="41148" y="59007"/>
                </a:cubicBezTo>
                <a:cubicBezTo>
                  <a:pt x="44777" y="90183"/>
                  <a:pt x="46663" y="105899"/>
                  <a:pt x="46777" y="106156"/>
                </a:cubicBezTo>
                <a:lnTo>
                  <a:pt x="60493" y="84182"/>
                </a:lnTo>
                <a:cubicBezTo>
                  <a:pt x="69637" y="69523"/>
                  <a:pt x="78781" y="54750"/>
                  <a:pt x="87925" y="39834"/>
                </a:cubicBezTo>
                <a:cubicBezTo>
                  <a:pt x="97069" y="24946"/>
                  <a:pt x="101756" y="17231"/>
                  <a:pt x="102013" y="16716"/>
                </a:cubicBezTo>
                <a:cubicBezTo>
                  <a:pt x="102499" y="15859"/>
                  <a:pt x="102756" y="14916"/>
                  <a:pt x="102756" y="13916"/>
                </a:cubicBezTo>
                <a:cubicBezTo>
                  <a:pt x="102756" y="10916"/>
                  <a:pt x="100012" y="9144"/>
                  <a:pt x="94498" y="8658"/>
                </a:cubicBezTo>
                <a:cubicBezTo>
                  <a:pt x="92240" y="8658"/>
                  <a:pt x="91126" y="7972"/>
                  <a:pt x="91126" y="6572"/>
                </a:cubicBezTo>
                <a:cubicBezTo>
                  <a:pt x="91126" y="6458"/>
                  <a:pt x="91240" y="5658"/>
                  <a:pt x="91497" y="4143"/>
                </a:cubicBezTo>
                <a:cubicBezTo>
                  <a:pt x="91869" y="2400"/>
                  <a:pt x="92240" y="1257"/>
                  <a:pt x="92612" y="772"/>
                </a:cubicBezTo>
                <a:cubicBezTo>
                  <a:pt x="93012" y="257"/>
                  <a:pt x="93812" y="0"/>
                  <a:pt x="95069" y="0"/>
                </a:cubicBezTo>
                <a:cubicBezTo>
                  <a:pt x="95298" y="0"/>
                  <a:pt x="96069" y="0"/>
                  <a:pt x="97326" y="0"/>
                </a:cubicBezTo>
                <a:cubicBezTo>
                  <a:pt x="98555" y="0"/>
                  <a:pt x="100698" y="86"/>
                  <a:pt x="103699" y="200"/>
                </a:cubicBezTo>
                <a:cubicBezTo>
                  <a:pt x="106699" y="314"/>
                  <a:pt x="110700" y="400"/>
                  <a:pt x="115729" y="400"/>
                </a:cubicBezTo>
                <a:cubicBezTo>
                  <a:pt x="124358" y="400"/>
                  <a:pt x="129816" y="257"/>
                  <a:pt x="132074" y="0"/>
                </a:cubicBezTo>
                <a:lnTo>
                  <a:pt x="133388" y="0"/>
                </a:lnTo>
                <a:cubicBezTo>
                  <a:pt x="134274" y="886"/>
                  <a:pt x="134703" y="1572"/>
                  <a:pt x="134703" y="2086"/>
                </a:cubicBezTo>
                <a:cubicBezTo>
                  <a:pt x="134703" y="4201"/>
                  <a:pt x="134131" y="6201"/>
                  <a:pt x="133017" y="8087"/>
                </a:cubicBezTo>
                <a:cubicBezTo>
                  <a:pt x="132645" y="8458"/>
                  <a:pt x="131588" y="8658"/>
                  <a:pt x="129816" y="8658"/>
                </a:cubicBezTo>
                <a:cubicBezTo>
                  <a:pt x="128187" y="8773"/>
                  <a:pt x="126673" y="8915"/>
                  <a:pt x="125301" y="9030"/>
                </a:cubicBezTo>
                <a:cubicBezTo>
                  <a:pt x="123930" y="9144"/>
                  <a:pt x="122615" y="9458"/>
                  <a:pt x="121358" y="9973"/>
                </a:cubicBezTo>
                <a:cubicBezTo>
                  <a:pt x="120101" y="10458"/>
                  <a:pt x="119101" y="10916"/>
                  <a:pt x="118358" y="11287"/>
                </a:cubicBezTo>
                <a:cubicBezTo>
                  <a:pt x="117615" y="11659"/>
                  <a:pt x="116843" y="12173"/>
                  <a:pt x="116100" y="12802"/>
                </a:cubicBezTo>
                <a:cubicBezTo>
                  <a:pt x="115357" y="13402"/>
                  <a:pt x="114729" y="13859"/>
                  <a:pt x="114243" y="14116"/>
                </a:cubicBezTo>
                <a:cubicBezTo>
                  <a:pt x="113729" y="14345"/>
                  <a:pt x="113214" y="14916"/>
                  <a:pt x="112728" y="15802"/>
                </a:cubicBezTo>
                <a:cubicBezTo>
                  <a:pt x="112214" y="16659"/>
                  <a:pt x="111785" y="17116"/>
                  <a:pt x="111414" y="17116"/>
                </a:cubicBezTo>
                <a:lnTo>
                  <a:pt x="75152" y="75352"/>
                </a:lnTo>
                <a:cubicBezTo>
                  <a:pt x="52607" y="111785"/>
                  <a:pt x="40948" y="130445"/>
                  <a:pt x="40205" y="131331"/>
                </a:cubicBezTo>
                <a:cubicBezTo>
                  <a:pt x="39834" y="131588"/>
                  <a:pt x="39376" y="131902"/>
                  <a:pt x="38891" y="132274"/>
                </a:cubicBezTo>
                <a:lnTo>
                  <a:pt x="35490" y="132445"/>
                </a:lnTo>
                <a:lnTo>
                  <a:pt x="34204" y="132445"/>
                </a:lnTo>
                <a:cubicBezTo>
                  <a:pt x="31947" y="132445"/>
                  <a:pt x="30804" y="132017"/>
                  <a:pt x="30804" y="131131"/>
                </a:cubicBezTo>
                <a:cubicBezTo>
                  <a:pt x="30432" y="130388"/>
                  <a:pt x="28004" y="110357"/>
                  <a:pt x="23489" y="71009"/>
                </a:cubicBezTo>
                <a:cubicBezTo>
                  <a:pt x="18717" y="31204"/>
                  <a:pt x="16288" y="11087"/>
                  <a:pt x="16145" y="10716"/>
                </a:cubicBezTo>
                <a:cubicBezTo>
                  <a:pt x="15545" y="9344"/>
                  <a:pt x="11659" y="8658"/>
                  <a:pt x="4515" y="8658"/>
                </a:cubicBezTo>
                <a:lnTo>
                  <a:pt x="1314" y="8658"/>
                </a:lnTo>
                <a:cubicBezTo>
                  <a:pt x="429" y="8030"/>
                  <a:pt x="0" y="7344"/>
                  <a:pt x="0" y="65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670F4-5E61-4124-9AC9-CED4B0E4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340" y="945290"/>
            <a:ext cx="134703" cy="132445"/>
          </a:xfrm>
          <a:custGeom xmlns:a="http://schemas.openxmlformats.org/drawingml/2006/main">
            <a:pathLst>
              <a:path w="134703" h="132445" fill="none">
                <a:moveTo>
                  <a:pt x="0" y="6572"/>
                </a:moveTo>
                <a:cubicBezTo>
                  <a:pt x="0" y="3829"/>
                  <a:pt x="800" y="1629"/>
                  <a:pt x="2429" y="0"/>
                </a:cubicBezTo>
                <a:lnTo>
                  <a:pt x="4515" y="0"/>
                </a:lnTo>
                <a:cubicBezTo>
                  <a:pt x="9773" y="400"/>
                  <a:pt x="16345" y="571"/>
                  <a:pt x="24232" y="571"/>
                </a:cubicBezTo>
                <a:cubicBezTo>
                  <a:pt x="39005" y="571"/>
                  <a:pt x="47720" y="400"/>
                  <a:pt x="50349" y="0"/>
                </a:cubicBezTo>
                <a:lnTo>
                  <a:pt x="52235" y="0"/>
                </a:lnTo>
                <a:cubicBezTo>
                  <a:pt x="52978" y="772"/>
                  <a:pt x="53350" y="1314"/>
                  <a:pt x="53350" y="1714"/>
                </a:cubicBezTo>
                <a:cubicBezTo>
                  <a:pt x="53350" y="2086"/>
                  <a:pt x="53235" y="3200"/>
                  <a:pt x="52978" y="5086"/>
                </a:cubicBezTo>
                <a:cubicBezTo>
                  <a:pt x="52349" y="6972"/>
                  <a:pt x="51778" y="8144"/>
                  <a:pt x="51292" y="8658"/>
                </a:cubicBezTo>
                <a:lnTo>
                  <a:pt x="47349" y="8658"/>
                </a:lnTo>
                <a:cubicBezTo>
                  <a:pt x="44577" y="8915"/>
                  <a:pt x="42720" y="9030"/>
                  <a:pt x="41719" y="9030"/>
                </a:cubicBezTo>
                <a:cubicBezTo>
                  <a:pt x="38062" y="9658"/>
                  <a:pt x="36062" y="10601"/>
                  <a:pt x="35690" y="11859"/>
                </a:cubicBezTo>
                <a:cubicBezTo>
                  <a:pt x="35690" y="12087"/>
                  <a:pt x="37519" y="27803"/>
                  <a:pt x="41148" y="59007"/>
                </a:cubicBezTo>
                <a:cubicBezTo>
                  <a:pt x="44777" y="90183"/>
                  <a:pt x="46663" y="105899"/>
                  <a:pt x="46777" y="106156"/>
                </a:cubicBezTo>
                <a:lnTo>
                  <a:pt x="60493" y="84182"/>
                </a:lnTo>
                <a:cubicBezTo>
                  <a:pt x="69637" y="69523"/>
                  <a:pt x="78781" y="54750"/>
                  <a:pt x="87925" y="39834"/>
                </a:cubicBezTo>
                <a:cubicBezTo>
                  <a:pt x="97069" y="24946"/>
                  <a:pt x="101756" y="17231"/>
                  <a:pt x="102013" y="16716"/>
                </a:cubicBezTo>
                <a:cubicBezTo>
                  <a:pt x="102499" y="15859"/>
                  <a:pt x="102756" y="14916"/>
                  <a:pt x="102756" y="13916"/>
                </a:cubicBezTo>
                <a:cubicBezTo>
                  <a:pt x="102756" y="10916"/>
                  <a:pt x="100012" y="9144"/>
                  <a:pt x="94498" y="8658"/>
                </a:cubicBezTo>
                <a:cubicBezTo>
                  <a:pt x="92240" y="8658"/>
                  <a:pt x="91126" y="7972"/>
                  <a:pt x="91126" y="6572"/>
                </a:cubicBezTo>
                <a:cubicBezTo>
                  <a:pt x="91126" y="6458"/>
                  <a:pt x="91240" y="5658"/>
                  <a:pt x="91497" y="4143"/>
                </a:cubicBezTo>
                <a:cubicBezTo>
                  <a:pt x="91869" y="2400"/>
                  <a:pt x="92240" y="1257"/>
                  <a:pt x="92612" y="772"/>
                </a:cubicBezTo>
                <a:cubicBezTo>
                  <a:pt x="93012" y="257"/>
                  <a:pt x="93812" y="0"/>
                  <a:pt x="95069" y="0"/>
                </a:cubicBezTo>
                <a:cubicBezTo>
                  <a:pt x="95298" y="0"/>
                  <a:pt x="96069" y="0"/>
                  <a:pt x="97326" y="0"/>
                </a:cubicBezTo>
                <a:cubicBezTo>
                  <a:pt x="98555" y="0"/>
                  <a:pt x="100698" y="86"/>
                  <a:pt x="103699" y="200"/>
                </a:cubicBezTo>
                <a:cubicBezTo>
                  <a:pt x="106699" y="314"/>
                  <a:pt x="110700" y="400"/>
                  <a:pt x="115729" y="400"/>
                </a:cubicBezTo>
                <a:cubicBezTo>
                  <a:pt x="124358" y="400"/>
                  <a:pt x="129816" y="257"/>
                  <a:pt x="132074" y="0"/>
                </a:cubicBezTo>
                <a:lnTo>
                  <a:pt x="133388" y="0"/>
                </a:lnTo>
                <a:cubicBezTo>
                  <a:pt x="134274" y="886"/>
                  <a:pt x="134703" y="1572"/>
                  <a:pt x="134703" y="2086"/>
                </a:cubicBezTo>
                <a:cubicBezTo>
                  <a:pt x="134703" y="4201"/>
                  <a:pt x="134131" y="6201"/>
                  <a:pt x="133017" y="8087"/>
                </a:cubicBezTo>
                <a:cubicBezTo>
                  <a:pt x="132645" y="8458"/>
                  <a:pt x="131588" y="8658"/>
                  <a:pt x="129816" y="8658"/>
                </a:cubicBezTo>
                <a:cubicBezTo>
                  <a:pt x="128187" y="8773"/>
                  <a:pt x="126673" y="8915"/>
                  <a:pt x="125301" y="9030"/>
                </a:cubicBezTo>
                <a:cubicBezTo>
                  <a:pt x="123930" y="9144"/>
                  <a:pt x="122615" y="9458"/>
                  <a:pt x="121358" y="9973"/>
                </a:cubicBezTo>
                <a:cubicBezTo>
                  <a:pt x="120101" y="10458"/>
                  <a:pt x="119101" y="10916"/>
                  <a:pt x="118358" y="11287"/>
                </a:cubicBezTo>
                <a:cubicBezTo>
                  <a:pt x="117615" y="11659"/>
                  <a:pt x="116843" y="12173"/>
                  <a:pt x="116100" y="12802"/>
                </a:cubicBezTo>
                <a:cubicBezTo>
                  <a:pt x="115357" y="13402"/>
                  <a:pt x="114729" y="13859"/>
                  <a:pt x="114243" y="14116"/>
                </a:cubicBezTo>
                <a:cubicBezTo>
                  <a:pt x="113729" y="14345"/>
                  <a:pt x="113214" y="14916"/>
                  <a:pt x="112728" y="15802"/>
                </a:cubicBezTo>
                <a:cubicBezTo>
                  <a:pt x="112214" y="16659"/>
                  <a:pt x="111785" y="17116"/>
                  <a:pt x="111414" y="17116"/>
                </a:cubicBezTo>
                <a:lnTo>
                  <a:pt x="75152" y="75352"/>
                </a:lnTo>
                <a:cubicBezTo>
                  <a:pt x="52607" y="111785"/>
                  <a:pt x="40948" y="130445"/>
                  <a:pt x="40205" y="131331"/>
                </a:cubicBezTo>
                <a:cubicBezTo>
                  <a:pt x="39834" y="131588"/>
                  <a:pt x="39376" y="131902"/>
                  <a:pt x="38891" y="132274"/>
                </a:cubicBezTo>
                <a:lnTo>
                  <a:pt x="35490" y="132445"/>
                </a:lnTo>
                <a:lnTo>
                  <a:pt x="34204" y="132445"/>
                </a:lnTo>
                <a:cubicBezTo>
                  <a:pt x="31947" y="132445"/>
                  <a:pt x="30804" y="132017"/>
                  <a:pt x="30804" y="131131"/>
                </a:cubicBezTo>
                <a:cubicBezTo>
                  <a:pt x="30432" y="130388"/>
                  <a:pt x="28004" y="110357"/>
                  <a:pt x="23489" y="71009"/>
                </a:cubicBezTo>
                <a:cubicBezTo>
                  <a:pt x="18717" y="31204"/>
                  <a:pt x="16288" y="11087"/>
                  <a:pt x="16145" y="10716"/>
                </a:cubicBezTo>
                <a:cubicBezTo>
                  <a:pt x="15545" y="9344"/>
                  <a:pt x="11659" y="8658"/>
                  <a:pt x="4515" y="8658"/>
                </a:cubicBezTo>
                <a:lnTo>
                  <a:pt x="1314" y="8658"/>
                </a:lnTo>
                <a:cubicBezTo>
                  <a:pt x="429" y="8030"/>
                  <a:pt x="0" y="7344"/>
                  <a:pt x="0" y="65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0930"/>
              </a:srgbClr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B4A6F-C802-4477-A395-36E61A4E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211" y="1008155"/>
            <a:ext cx="78753" cy="96555"/>
          </a:xfrm>
          <a:custGeom xmlns:a="http://schemas.openxmlformats.org/drawingml/2006/main">
            <a:pathLst>
              <a:path w="78753" h="96555">
                <a:moveTo>
                  <a:pt x="34004" y="90440"/>
                </a:moveTo>
                <a:cubicBezTo>
                  <a:pt x="39233" y="90440"/>
                  <a:pt x="44006" y="88154"/>
                  <a:pt x="48349" y="83553"/>
                </a:cubicBezTo>
                <a:cubicBezTo>
                  <a:pt x="52692" y="78953"/>
                  <a:pt x="54893" y="73581"/>
                  <a:pt x="54978" y="67466"/>
                </a:cubicBezTo>
                <a:cubicBezTo>
                  <a:pt x="54978" y="61893"/>
                  <a:pt x="52692" y="58036"/>
                  <a:pt x="48063" y="55921"/>
                </a:cubicBezTo>
                <a:cubicBezTo>
                  <a:pt x="38691" y="53521"/>
                  <a:pt x="32661" y="51892"/>
                  <a:pt x="30004" y="51006"/>
                </a:cubicBezTo>
                <a:cubicBezTo>
                  <a:pt x="27346" y="50121"/>
                  <a:pt x="25489" y="49235"/>
                  <a:pt x="24432" y="48349"/>
                </a:cubicBezTo>
                <a:cubicBezTo>
                  <a:pt x="19117" y="44634"/>
                  <a:pt x="16459" y="39262"/>
                  <a:pt x="16459" y="32290"/>
                </a:cubicBezTo>
                <a:cubicBezTo>
                  <a:pt x="16459" y="26860"/>
                  <a:pt x="17888" y="21974"/>
                  <a:pt x="20717" y="17545"/>
                </a:cubicBezTo>
                <a:cubicBezTo>
                  <a:pt x="23546" y="13087"/>
                  <a:pt x="26432" y="9773"/>
                  <a:pt x="29347" y="7572"/>
                </a:cubicBezTo>
                <a:cubicBezTo>
                  <a:pt x="31918" y="5344"/>
                  <a:pt x="35004" y="3600"/>
                  <a:pt x="38662" y="2257"/>
                </a:cubicBezTo>
                <a:cubicBezTo>
                  <a:pt x="42291" y="943"/>
                  <a:pt x="45120" y="229"/>
                  <a:pt x="47149" y="143"/>
                </a:cubicBezTo>
                <a:lnTo>
                  <a:pt x="48606" y="143"/>
                </a:lnTo>
                <a:lnTo>
                  <a:pt x="49520" y="143"/>
                </a:lnTo>
                <a:cubicBezTo>
                  <a:pt x="58036" y="143"/>
                  <a:pt x="64179" y="2972"/>
                  <a:pt x="68009" y="8630"/>
                </a:cubicBezTo>
                <a:cubicBezTo>
                  <a:pt x="68094" y="8630"/>
                  <a:pt x="68666" y="8058"/>
                  <a:pt x="69723" y="6915"/>
                </a:cubicBezTo>
                <a:cubicBezTo>
                  <a:pt x="70780" y="5744"/>
                  <a:pt x="71923" y="4458"/>
                  <a:pt x="73181" y="3058"/>
                </a:cubicBezTo>
                <a:cubicBezTo>
                  <a:pt x="74409" y="1629"/>
                  <a:pt x="75295" y="657"/>
                  <a:pt x="75838" y="143"/>
                </a:cubicBezTo>
                <a:cubicBezTo>
                  <a:pt x="75924" y="143"/>
                  <a:pt x="76095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53" y="314"/>
                  <a:pt x="78753" y="943"/>
                </a:cubicBezTo>
                <a:cubicBezTo>
                  <a:pt x="78753" y="1543"/>
                  <a:pt x="77524" y="6915"/>
                  <a:pt x="75038" y="17002"/>
                </a:cubicBezTo>
                <a:cubicBezTo>
                  <a:pt x="72552" y="27089"/>
                  <a:pt x="71152" y="32318"/>
                  <a:pt x="70780" y="32690"/>
                </a:cubicBezTo>
                <a:cubicBezTo>
                  <a:pt x="70437" y="33033"/>
                  <a:pt x="69723" y="33147"/>
                  <a:pt x="68666" y="33061"/>
                </a:cubicBezTo>
                <a:cubicBezTo>
                  <a:pt x="66894" y="33061"/>
                  <a:pt x="66008" y="32690"/>
                  <a:pt x="66008" y="31861"/>
                </a:cubicBezTo>
                <a:cubicBezTo>
                  <a:pt x="66008" y="31347"/>
                  <a:pt x="66065" y="30890"/>
                  <a:pt x="66151" y="30547"/>
                </a:cubicBezTo>
                <a:cubicBezTo>
                  <a:pt x="66151" y="30289"/>
                  <a:pt x="66180" y="29432"/>
                  <a:pt x="66265" y="28032"/>
                </a:cubicBezTo>
                <a:cubicBezTo>
                  <a:pt x="66380" y="26603"/>
                  <a:pt x="66437" y="25460"/>
                  <a:pt x="66523" y="24574"/>
                </a:cubicBezTo>
                <a:cubicBezTo>
                  <a:pt x="66523" y="21574"/>
                  <a:pt x="66151" y="18945"/>
                  <a:pt x="65351" y="16745"/>
                </a:cubicBezTo>
                <a:cubicBezTo>
                  <a:pt x="64551" y="14516"/>
                  <a:pt x="63751" y="12887"/>
                  <a:pt x="62951" y="11830"/>
                </a:cubicBezTo>
                <a:cubicBezTo>
                  <a:pt x="62151" y="10744"/>
                  <a:pt x="61065" y="9658"/>
                  <a:pt x="59636" y="8515"/>
                </a:cubicBezTo>
                <a:cubicBezTo>
                  <a:pt x="56436" y="6629"/>
                  <a:pt x="52807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18" y="15888"/>
                  <a:pt x="28089" y="20603"/>
                  <a:pt x="28032" y="25889"/>
                </a:cubicBezTo>
                <a:cubicBezTo>
                  <a:pt x="28032" y="28546"/>
                  <a:pt x="28689" y="30861"/>
                  <a:pt x="30004" y="32804"/>
                </a:cubicBezTo>
                <a:cubicBezTo>
                  <a:pt x="31347" y="34747"/>
                  <a:pt x="33147" y="36119"/>
                  <a:pt x="35462" y="36919"/>
                </a:cubicBezTo>
                <a:cubicBezTo>
                  <a:pt x="35804" y="37090"/>
                  <a:pt x="38919" y="37948"/>
                  <a:pt x="44748" y="39462"/>
                </a:cubicBezTo>
                <a:cubicBezTo>
                  <a:pt x="50606" y="40948"/>
                  <a:pt x="53550" y="41748"/>
                  <a:pt x="53664" y="41834"/>
                </a:cubicBezTo>
                <a:cubicBezTo>
                  <a:pt x="56664" y="42805"/>
                  <a:pt x="59579" y="44948"/>
                  <a:pt x="62436" y="48206"/>
                </a:cubicBezTo>
                <a:cubicBezTo>
                  <a:pt x="65237" y="51492"/>
                  <a:pt x="66665" y="55921"/>
                  <a:pt x="66665" y="61493"/>
                </a:cubicBezTo>
                <a:cubicBezTo>
                  <a:pt x="66665" y="63808"/>
                  <a:pt x="66323" y="66265"/>
                  <a:pt x="65608" y="68923"/>
                </a:cubicBezTo>
                <a:cubicBezTo>
                  <a:pt x="65151" y="70895"/>
                  <a:pt x="64379" y="73038"/>
                  <a:pt x="63208" y="75438"/>
                </a:cubicBezTo>
                <a:cubicBezTo>
                  <a:pt x="62065" y="77838"/>
                  <a:pt x="60465" y="80439"/>
                  <a:pt x="58436" y="83268"/>
                </a:cubicBezTo>
                <a:cubicBezTo>
                  <a:pt x="56407" y="86125"/>
                  <a:pt x="53464" y="88754"/>
                  <a:pt x="49663" y="91240"/>
                </a:cubicBezTo>
                <a:cubicBezTo>
                  <a:pt x="45863" y="93726"/>
                  <a:pt x="41691" y="95412"/>
                  <a:pt x="37176" y="96298"/>
                </a:cubicBezTo>
                <a:cubicBezTo>
                  <a:pt x="36119" y="96469"/>
                  <a:pt x="34633" y="96555"/>
                  <a:pt x="32661" y="96555"/>
                </a:cubicBezTo>
                <a:cubicBezTo>
                  <a:pt x="23917" y="96555"/>
                  <a:pt x="17088" y="94126"/>
                  <a:pt x="12230" y="89268"/>
                </a:cubicBezTo>
                <a:lnTo>
                  <a:pt x="10887" y="87811"/>
                </a:lnTo>
                <a:lnTo>
                  <a:pt x="7172" y="91926"/>
                </a:lnTo>
                <a:cubicBezTo>
                  <a:pt x="5144" y="94297"/>
                  <a:pt x="3886" y="95669"/>
                  <a:pt x="3458" y="96041"/>
                </a:cubicBezTo>
                <a:cubicBezTo>
                  <a:pt x="3000" y="96383"/>
                  <a:pt x="2429" y="96555"/>
                  <a:pt x="1715" y="96555"/>
                </a:cubicBezTo>
                <a:cubicBezTo>
                  <a:pt x="572" y="96555"/>
                  <a:pt x="0" y="96212"/>
                  <a:pt x="0" y="95498"/>
                </a:cubicBezTo>
                <a:cubicBezTo>
                  <a:pt x="0" y="95240"/>
                  <a:pt x="2572" y="84839"/>
                  <a:pt x="7687" y="64294"/>
                </a:cubicBezTo>
                <a:cubicBezTo>
                  <a:pt x="7887" y="63751"/>
                  <a:pt x="8773" y="63494"/>
                  <a:pt x="10344" y="63494"/>
                </a:cubicBezTo>
                <a:lnTo>
                  <a:pt x="12087" y="63494"/>
                </a:lnTo>
                <a:cubicBezTo>
                  <a:pt x="12602" y="64008"/>
                  <a:pt x="12887" y="64522"/>
                  <a:pt x="12887" y="64951"/>
                </a:cubicBezTo>
                <a:cubicBezTo>
                  <a:pt x="12887" y="65122"/>
                  <a:pt x="12830" y="65522"/>
                  <a:pt x="12744" y="66151"/>
                </a:cubicBezTo>
                <a:cubicBezTo>
                  <a:pt x="12659" y="66780"/>
                  <a:pt x="12487" y="67694"/>
                  <a:pt x="12230" y="68923"/>
                </a:cubicBezTo>
                <a:cubicBezTo>
                  <a:pt x="11944" y="70180"/>
                  <a:pt x="11859" y="71638"/>
                  <a:pt x="11944" y="73323"/>
                </a:cubicBezTo>
                <a:cubicBezTo>
                  <a:pt x="12116" y="76781"/>
                  <a:pt x="12916" y="79696"/>
                  <a:pt x="14345" y="82096"/>
                </a:cubicBezTo>
                <a:cubicBezTo>
                  <a:pt x="15745" y="84468"/>
                  <a:pt x="17659" y="86239"/>
                  <a:pt x="20060" y="87382"/>
                </a:cubicBezTo>
                <a:cubicBezTo>
                  <a:pt x="22431" y="88554"/>
                  <a:pt x="24746" y="89354"/>
                  <a:pt x="26946" y="89783"/>
                </a:cubicBezTo>
                <a:cubicBezTo>
                  <a:pt x="29175" y="90240"/>
                  <a:pt x="31518" y="90440"/>
                  <a:pt x="34004" y="904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4B623-77E8-475E-A298-E486B8C3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211" y="1008155"/>
            <a:ext cx="78753" cy="96555"/>
          </a:xfrm>
          <a:custGeom xmlns:a="http://schemas.openxmlformats.org/drawingml/2006/main">
            <a:pathLst>
              <a:path w="78753" h="96555" fill="none">
                <a:moveTo>
                  <a:pt x="34004" y="90440"/>
                </a:moveTo>
                <a:cubicBezTo>
                  <a:pt x="39233" y="90440"/>
                  <a:pt x="44006" y="88154"/>
                  <a:pt x="48349" y="83553"/>
                </a:cubicBezTo>
                <a:cubicBezTo>
                  <a:pt x="52692" y="78953"/>
                  <a:pt x="54893" y="73581"/>
                  <a:pt x="54978" y="67466"/>
                </a:cubicBezTo>
                <a:cubicBezTo>
                  <a:pt x="54978" y="61893"/>
                  <a:pt x="52692" y="58036"/>
                  <a:pt x="48063" y="55921"/>
                </a:cubicBezTo>
                <a:cubicBezTo>
                  <a:pt x="38691" y="53521"/>
                  <a:pt x="32661" y="51892"/>
                  <a:pt x="30004" y="51006"/>
                </a:cubicBezTo>
                <a:cubicBezTo>
                  <a:pt x="27346" y="50121"/>
                  <a:pt x="25489" y="49235"/>
                  <a:pt x="24432" y="48349"/>
                </a:cubicBezTo>
                <a:cubicBezTo>
                  <a:pt x="19117" y="44634"/>
                  <a:pt x="16459" y="39262"/>
                  <a:pt x="16459" y="32290"/>
                </a:cubicBezTo>
                <a:cubicBezTo>
                  <a:pt x="16459" y="26860"/>
                  <a:pt x="17888" y="21974"/>
                  <a:pt x="20717" y="17545"/>
                </a:cubicBezTo>
                <a:cubicBezTo>
                  <a:pt x="23546" y="13087"/>
                  <a:pt x="26432" y="9773"/>
                  <a:pt x="29347" y="7572"/>
                </a:cubicBezTo>
                <a:cubicBezTo>
                  <a:pt x="31918" y="5344"/>
                  <a:pt x="35004" y="3600"/>
                  <a:pt x="38662" y="2257"/>
                </a:cubicBezTo>
                <a:cubicBezTo>
                  <a:pt x="42291" y="943"/>
                  <a:pt x="45120" y="229"/>
                  <a:pt x="47149" y="143"/>
                </a:cubicBezTo>
                <a:lnTo>
                  <a:pt x="48606" y="143"/>
                </a:lnTo>
                <a:lnTo>
                  <a:pt x="49520" y="143"/>
                </a:lnTo>
                <a:cubicBezTo>
                  <a:pt x="58036" y="143"/>
                  <a:pt x="64179" y="2972"/>
                  <a:pt x="68009" y="8630"/>
                </a:cubicBezTo>
                <a:cubicBezTo>
                  <a:pt x="68094" y="8630"/>
                  <a:pt x="68666" y="8058"/>
                  <a:pt x="69723" y="6915"/>
                </a:cubicBezTo>
                <a:cubicBezTo>
                  <a:pt x="70780" y="5744"/>
                  <a:pt x="71923" y="4458"/>
                  <a:pt x="73181" y="3058"/>
                </a:cubicBezTo>
                <a:cubicBezTo>
                  <a:pt x="74409" y="1629"/>
                  <a:pt x="75295" y="657"/>
                  <a:pt x="75838" y="143"/>
                </a:cubicBezTo>
                <a:cubicBezTo>
                  <a:pt x="75924" y="143"/>
                  <a:pt x="76095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53" y="314"/>
                  <a:pt x="78753" y="943"/>
                </a:cubicBezTo>
                <a:cubicBezTo>
                  <a:pt x="78753" y="1543"/>
                  <a:pt x="77524" y="6915"/>
                  <a:pt x="75038" y="17002"/>
                </a:cubicBezTo>
                <a:cubicBezTo>
                  <a:pt x="72552" y="27089"/>
                  <a:pt x="71152" y="32318"/>
                  <a:pt x="70780" y="32690"/>
                </a:cubicBezTo>
                <a:cubicBezTo>
                  <a:pt x="70437" y="33033"/>
                  <a:pt x="69723" y="33147"/>
                  <a:pt x="68666" y="33061"/>
                </a:cubicBezTo>
                <a:cubicBezTo>
                  <a:pt x="66894" y="33061"/>
                  <a:pt x="66008" y="32690"/>
                  <a:pt x="66008" y="31861"/>
                </a:cubicBezTo>
                <a:cubicBezTo>
                  <a:pt x="66008" y="31347"/>
                  <a:pt x="66065" y="30890"/>
                  <a:pt x="66151" y="30547"/>
                </a:cubicBezTo>
                <a:cubicBezTo>
                  <a:pt x="66151" y="30289"/>
                  <a:pt x="66180" y="29432"/>
                  <a:pt x="66265" y="28032"/>
                </a:cubicBezTo>
                <a:cubicBezTo>
                  <a:pt x="66380" y="26603"/>
                  <a:pt x="66437" y="25460"/>
                  <a:pt x="66523" y="24574"/>
                </a:cubicBezTo>
                <a:cubicBezTo>
                  <a:pt x="66523" y="21574"/>
                  <a:pt x="66151" y="18945"/>
                  <a:pt x="65351" y="16745"/>
                </a:cubicBezTo>
                <a:cubicBezTo>
                  <a:pt x="64551" y="14516"/>
                  <a:pt x="63751" y="12887"/>
                  <a:pt x="62951" y="11830"/>
                </a:cubicBezTo>
                <a:cubicBezTo>
                  <a:pt x="62151" y="10744"/>
                  <a:pt x="61065" y="9658"/>
                  <a:pt x="59636" y="8515"/>
                </a:cubicBezTo>
                <a:cubicBezTo>
                  <a:pt x="56436" y="6629"/>
                  <a:pt x="52807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18" y="15888"/>
                  <a:pt x="28089" y="20603"/>
                  <a:pt x="28032" y="25889"/>
                </a:cubicBezTo>
                <a:cubicBezTo>
                  <a:pt x="28032" y="28546"/>
                  <a:pt x="28689" y="30861"/>
                  <a:pt x="30004" y="32804"/>
                </a:cubicBezTo>
                <a:cubicBezTo>
                  <a:pt x="31347" y="34747"/>
                  <a:pt x="33147" y="36119"/>
                  <a:pt x="35462" y="36919"/>
                </a:cubicBezTo>
                <a:cubicBezTo>
                  <a:pt x="35804" y="37090"/>
                  <a:pt x="38919" y="37948"/>
                  <a:pt x="44748" y="39462"/>
                </a:cubicBezTo>
                <a:cubicBezTo>
                  <a:pt x="50606" y="40948"/>
                  <a:pt x="53550" y="41748"/>
                  <a:pt x="53664" y="41834"/>
                </a:cubicBezTo>
                <a:cubicBezTo>
                  <a:pt x="56664" y="42805"/>
                  <a:pt x="59579" y="44948"/>
                  <a:pt x="62436" y="48206"/>
                </a:cubicBezTo>
                <a:cubicBezTo>
                  <a:pt x="65237" y="51492"/>
                  <a:pt x="66665" y="55921"/>
                  <a:pt x="66665" y="61493"/>
                </a:cubicBezTo>
                <a:cubicBezTo>
                  <a:pt x="66665" y="63808"/>
                  <a:pt x="66323" y="66265"/>
                  <a:pt x="65608" y="68923"/>
                </a:cubicBezTo>
                <a:cubicBezTo>
                  <a:pt x="65151" y="70895"/>
                  <a:pt x="64379" y="73038"/>
                  <a:pt x="63208" y="75438"/>
                </a:cubicBezTo>
                <a:cubicBezTo>
                  <a:pt x="62065" y="77838"/>
                  <a:pt x="60465" y="80439"/>
                  <a:pt x="58436" y="83268"/>
                </a:cubicBezTo>
                <a:cubicBezTo>
                  <a:pt x="56407" y="86125"/>
                  <a:pt x="53464" y="88754"/>
                  <a:pt x="49663" y="91240"/>
                </a:cubicBezTo>
                <a:cubicBezTo>
                  <a:pt x="45863" y="93726"/>
                  <a:pt x="41691" y="95412"/>
                  <a:pt x="37176" y="96298"/>
                </a:cubicBezTo>
                <a:cubicBezTo>
                  <a:pt x="36119" y="96469"/>
                  <a:pt x="34633" y="96555"/>
                  <a:pt x="32661" y="96555"/>
                </a:cubicBezTo>
                <a:cubicBezTo>
                  <a:pt x="23917" y="96555"/>
                  <a:pt x="17088" y="94126"/>
                  <a:pt x="12230" y="89268"/>
                </a:cubicBezTo>
                <a:lnTo>
                  <a:pt x="10887" y="87811"/>
                </a:lnTo>
                <a:lnTo>
                  <a:pt x="7172" y="91926"/>
                </a:lnTo>
                <a:cubicBezTo>
                  <a:pt x="5144" y="94297"/>
                  <a:pt x="3886" y="95669"/>
                  <a:pt x="3458" y="96041"/>
                </a:cubicBezTo>
                <a:cubicBezTo>
                  <a:pt x="3000" y="96383"/>
                  <a:pt x="2429" y="96555"/>
                  <a:pt x="1715" y="96555"/>
                </a:cubicBezTo>
                <a:cubicBezTo>
                  <a:pt x="572" y="96555"/>
                  <a:pt x="0" y="96212"/>
                  <a:pt x="0" y="95498"/>
                </a:cubicBezTo>
                <a:cubicBezTo>
                  <a:pt x="0" y="95240"/>
                  <a:pt x="2572" y="84839"/>
                  <a:pt x="7687" y="64294"/>
                </a:cubicBezTo>
                <a:cubicBezTo>
                  <a:pt x="7887" y="63751"/>
                  <a:pt x="8773" y="63494"/>
                  <a:pt x="10344" y="63494"/>
                </a:cubicBezTo>
                <a:lnTo>
                  <a:pt x="12087" y="63494"/>
                </a:lnTo>
                <a:cubicBezTo>
                  <a:pt x="12602" y="64008"/>
                  <a:pt x="12887" y="64522"/>
                  <a:pt x="12887" y="64951"/>
                </a:cubicBezTo>
                <a:cubicBezTo>
                  <a:pt x="12887" y="65122"/>
                  <a:pt x="12830" y="65522"/>
                  <a:pt x="12744" y="66151"/>
                </a:cubicBezTo>
                <a:cubicBezTo>
                  <a:pt x="12659" y="66780"/>
                  <a:pt x="12487" y="67694"/>
                  <a:pt x="12230" y="68923"/>
                </a:cubicBezTo>
                <a:cubicBezTo>
                  <a:pt x="11944" y="70180"/>
                  <a:pt x="11859" y="71638"/>
                  <a:pt x="11944" y="73323"/>
                </a:cubicBezTo>
                <a:cubicBezTo>
                  <a:pt x="12116" y="76781"/>
                  <a:pt x="12916" y="79696"/>
                  <a:pt x="14345" y="82096"/>
                </a:cubicBezTo>
                <a:cubicBezTo>
                  <a:pt x="15745" y="84468"/>
                  <a:pt x="17659" y="86239"/>
                  <a:pt x="20060" y="87382"/>
                </a:cubicBezTo>
                <a:cubicBezTo>
                  <a:pt x="22431" y="88554"/>
                  <a:pt x="24746" y="89354"/>
                  <a:pt x="26946" y="89783"/>
                </a:cubicBezTo>
                <a:cubicBezTo>
                  <a:pt x="29175" y="90240"/>
                  <a:pt x="31518" y="90440"/>
                  <a:pt x="34004" y="904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DA89B-85D3-40B9-BD2E-21769446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621" y="1010955"/>
            <a:ext cx="134960" cy="90840"/>
          </a:xfrm>
          <a:custGeom xmlns:a="http://schemas.openxmlformats.org/drawingml/2006/main">
            <a:pathLst>
              <a:path w="134960" h="90840">
                <a:moveTo>
                  <a:pt x="33719" y="7287"/>
                </a:moveTo>
                <a:cubicBezTo>
                  <a:pt x="33719" y="6772"/>
                  <a:pt x="31204" y="6401"/>
                  <a:pt x="26175" y="6229"/>
                </a:cubicBezTo>
                <a:cubicBezTo>
                  <a:pt x="24032" y="6229"/>
                  <a:pt x="22660" y="6201"/>
                  <a:pt x="22031" y="6115"/>
                </a:cubicBezTo>
                <a:cubicBezTo>
                  <a:pt x="21431" y="6001"/>
                  <a:pt x="21117" y="5572"/>
                  <a:pt x="21117" y="4772"/>
                </a:cubicBezTo>
                <a:cubicBezTo>
                  <a:pt x="21117" y="4686"/>
                  <a:pt x="21203" y="4201"/>
                  <a:pt x="21374" y="3315"/>
                </a:cubicBezTo>
                <a:cubicBezTo>
                  <a:pt x="21460" y="3058"/>
                  <a:pt x="21546" y="2743"/>
                  <a:pt x="21631" y="2372"/>
                </a:cubicBezTo>
                <a:cubicBezTo>
                  <a:pt x="21746" y="2029"/>
                  <a:pt x="21774" y="1800"/>
                  <a:pt x="21774" y="1714"/>
                </a:cubicBezTo>
                <a:cubicBezTo>
                  <a:pt x="21774" y="1629"/>
                  <a:pt x="21860" y="1400"/>
                  <a:pt x="22031" y="1057"/>
                </a:cubicBezTo>
                <a:cubicBezTo>
                  <a:pt x="22231" y="714"/>
                  <a:pt x="22317" y="571"/>
                  <a:pt x="22317" y="657"/>
                </a:cubicBezTo>
                <a:cubicBezTo>
                  <a:pt x="22317" y="743"/>
                  <a:pt x="22489" y="657"/>
                  <a:pt x="22831" y="400"/>
                </a:cubicBezTo>
                <a:cubicBezTo>
                  <a:pt x="23203" y="114"/>
                  <a:pt x="23431" y="29"/>
                  <a:pt x="23517" y="114"/>
                </a:cubicBezTo>
                <a:cubicBezTo>
                  <a:pt x="23603" y="200"/>
                  <a:pt x="23946" y="200"/>
                  <a:pt x="24574" y="114"/>
                </a:cubicBezTo>
                <a:cubicBezTo>
                  <a:pt x="25203" y="29"/>
                  <a:pt x="25717" y="0"/>
                  <a:pt x="26175" y="0"/>
                </a:cubicBezTo>
                <a:cubicBezTo>
                  <a:pt x="26689" y="0"/>
                  <a:pt x="28004" y="0"/>
                  <a:pt x="30147" y="0"/>
                </a:cubicBezTo>
                <a:cubicBezTo>
                  <a:pt x="32261" y="0"/>
                  <a:pt x="34261" y="29"/>
                  <a:pt x="36119" y="114"/>
                </a:cubicBezTo>
                <a:cubicBezTo>
                  <a:pt x="43120" y="114"/>
                  <a:pt x="47149" y="114"/>
                  <a:pt x="48206" y="114"/>
                </a:cubicBezTo>
                <a:cubicBezTo>
                  <a:pt x="49263" y="114"/>
                  <a:pt x="49978" y="343"/>
                  <a:pt x="50349" y="800"/>
                </a:cubicBezTo>
                <a:cubicBezTo>
                  <a:pt x="50435" y="1143"/>
                  <a:pt x="52064" y="13630"/>
                  <a:pt x="55264" y="38233"/>
                </a:cubicBezTo>
                <a:lnTo>
                  <a:pt x="60036" y="75295"/>
                </a:lnTo>
                <a:lnTo>
                  <a:pt x="63094" y="70380"/>
                </a:lnTo>
                <a:cubicBezTo>
                  <a:pt x="65208" y="67180"/>
                  <a:pt x="68037" y="62779"/>
                  <a:pt x="71580" y="57093"/>
                </a:cubicBezTo>
                <a:cubicBezTo>
                  <a:pt x="75124" y="51435"/>
                  <a:pt x="79038" y="45234"/>
                  <a:pt x="83268" y="38519"/>
                </a:cubicBezTo>
                <a:cubicBezTo>
                  <a:pt x="98784" y="13802"/>
                  <a:pt x="106613" y="1372"/>
                  <a:pt x="106785" y="1172"/>
                </a:cubicBezTo>
                <a:cubicBezTo>
                  <a:pt x="106871" y="1086"/>
                  <a:pt x="107013" y="972"/>
                  <a:pt x="107185" y="800"/>
                </a:cubicBezTo>
                <a:cubicBezTo>
                  <a:pt x="107356" y="600"/>
                  <a:pt x="107528" y="486"/>
                  <a:pt x="107728" y="400"/>
                </a:cubicBezTo>
                <a:lnTo>
                  <a:pt x="108528" y="114"/>
                </a:lnTo>
                <a:lnTo>
                  <a:pt x="121272" y="114"/>
                </a:lnTo>
                <a:cubicBezTo>
                  <a:pt x="122758" y="114"/>
                  <a:pt x="124530" y="114"/>
                  <a:pt x="126587" y="114"/>
                </a:cubicBezTo>
                <a:cubicBezTo>
                  <a:pt x="128616" y="114"/>
                  <a:pt x="129902" y="86"/>
                  <a:pt x="130416" y="0"/>
                </a:cubicBezTo>
                <a:cubicBezTo>
                  <a:pt x="133445" y="0"/>
                  <a:pt x="134960" y="486"/>
                  <a:pt x="134960" y="1457"/>
                </a:cubicBezTo>
                <a:cubicBezTo>
                  <a:pt x="134960" y="1886"/>
                  <a:pt x="134817" y="2629"/>
                  <a:pt x="134560" y="3715"/>
                </a:cubicBezTo>
                <a:cubicBezTo>
                  <a:pt x="134274" y="4772"/>
                  <a:pt x="134160" y="5344"/>
                  <a:pt x="134160" y="5429"/>
                </a:cubicBezTo>
                <a:cubicBezTo>
                  <a:pt x="133788" y="5972"/>
                  <a:pt x="132159" y="6229"/>
                  <a:pt x="129245" y="6229"/>
                </a:cubicBezTo>
                <a:cubicBezTo>
                  <a:pt x="125701" y="6315"/>
                  <a:pt x="123444" y="6458"/>
                  <a:pt x="122472" y="6629"/>
                </a:cubicBezTo>
                <a:cubicBezTo>
                  <a:pt x="121501" y="6801"/>
                  <a:pt x="120672" y="7287"/>
                  <a:pt x="120072" y="8087"/>
                </a:cubicBezTo>
                <a:cubicBezTo>
                  <a:pt x="119815" y="8544"/>
                  <a:pt x="116615" y="21060"/>
                  <a:pt x="110500" y="45691"/>
                </a:cubicBezTo>
                <a:cubicBezTo>
                  <a:pt x="104413" y="70295"/>
                  <a:pt x="101298" y="82753"/>
                  <a:pt x="101213" y="83010"/>
                </a:cubicBezTo>
                <a:cubicBezTo>
                  <a:pt x="101213" y="83353"/>
                  <a:pt x="101241" y="83582"/>
                  <a:pt x="101327" y="83668"/>
                </a:cubicBezTo>
                <a:cubicBezTo>
                  <a:pt x="101441" y="83753"/>
                  <a:pt x="101756" y="83925"/>
                  <a:pt x="102270" y="84211"/>
                </a:cubicBezTo>
                <a:cubicBezTo>
                  <a:pt x="102813" y="84468"/>
                  <a:pt x="103556" y="84553"/>
                  <a:pt x="104527" y="84468"/>
                </a:cubicBezTo>
                <a:cubicBezTo>
                  <a:pt x="105499" y="84382"/>
                  <a:pt x="106956" y="84468"/>
                  <a:pt x="108899" y="84725"/>
                </a:cubicBezTo>
                <a:lnTo>
                  <a:pt x="113014" y="84725"/>
                </a:lnTo>
                <a:cubicBezTo>
                  <a:pt x="113557" y="85525"/>
                  <a:pt x="113843" y="86011"/>
                  <a:pt x="113843" y="86182"/>
                </a:cubicBezTo>
                <a:cubicBezTo>
                  <a:pt x="113843" y="87611"/>
                  <a:pt x="113528" y="88925"/>
                  <a:pt x="112900" y="90183"/>
                </a:cubicBezTo>
                <a:cubicBezTo>
                  <a:pt x="112471" y="90611"/>
                  <a:pt x="111757" y="90840"/>
                  <a:pt x="110785" y="90840"/>
                </a:cubicBezTo>
                <a:cubicBezTo>
                  <a:pt x="110328" y="90840"/>
                  <a:pt x="108528" y="90811"/>
                  <a:pt x="105327" y="90726"/>
                </a:cubicBezTo>
                <a:cubicBezTo>
                  <a:pt x="102127" y="90611"/>
                  <a:pt x="98069" y="90583"/>
                  <a:pt x="93097" y="90583"/>
                </a:cubicBezTo>
                <a:cubicBezTo>
                  <a:pt x="87697" y="90583"/>
                  <a:pt x="83639" y="90583"/>
                  <a:pt x="80867" y="90583"/>
                </a:cubicBezTo>
                <a:cubicBezTo>
                  <a:pt x="78153" y="90583"/>
                  <a:pt x="76581" y="90611"/>
                  <a:pt x="76238" y="90726"/>
                </a:cubicBezTo>
                <a:cubicBezTo>
                  <a:pt x="74724" y="90726"/>
                  <a:pt x="73981" y="90268"/>
                  <a:pt x="73981" y="89383"/>
                </a:cubicBezTo>
                <a:cubicBezTo>
                  <a:pt x="73981" y="89211"/>
                  <a:pt x="74066" y="88582"/>
                  <a:pt x="74238" y="87525"/>
                </a:cubicBezTo>
                <a:cubicBezTo>
                  <a:pt x="74609" y="86096"/>
                  <a:pt x="74952" y="85296"/>
                  <a:pt x="75324" y="85125"/>
                </a:cubicBezTo>
                <a:cubicBezTo>
                  <a:pt x="75667" y="84953"/>
                  <a:pt x="76695" y="84811"/>
                  <a:pt x="78353" y="84725"/>
                </a:cubicBezTo>
                <a:cubicBezTo>
                  <a:pt x="80753" y="84725"/>
                  <a:pt x="83410" y="84582"/>
                  <a:pt x="86325" y="84325"/>
                </a:cubicBezTo>
                <a:cubicBezTo>
                  <a:pt x="87554" y="84068"/>
                  <a:pt x="88411" y="83525"/>
                  <a:pt x="88840" y="82753"/>
                </a:cubicBezTo>
                <a:cubicBezTo>
                  <a:pt x="89040" y="82382"/>
                  <a:pt x="90726" y="75924"/>
                  <a:pt x="93897" y="63351"/>
                </a:cubicBezTo>
                <a:cubicBezTo>
                  <a:pt x="97098" y="50778"/>
                  <a:pt x="100241" y="38233"/>
                  <a:pt x="103327" y="25746"/>
                </a:cubicBezTo>
                <a:cubicBezTo>
                  <a:pt x="106442" y="13259"/>
                  <a:pt x="107985" y="7029"/>
                  <a:pt x="107985" y="7029"/>
                </a:cubicBezTo>
                <a:lnTo>
                  <a:pt x="82210" y="48063"/>
                </a:lnTo>
                <a:cubicBezTo>
                  <a:pt x="64865" y="75695"/>
                  <a:pt x="55950" y="89725"/>
                  <a:pt x="55521" y="90183"/>
                </a:cubicBezTo>
                <a:cubicBezTo>
                  <a:pt x="55350" y="90268"/>
                  <a:pt x="55150" y="90354"/>
                  <a:pt x="54978" y="90440"/>
                </a:cubicBezTo>
                <a:cubicBezTo>
                  <a:pt x="54550" y="90726"/>
                  <a:pt x="53835" y="90840"/>
                  <a:pt x="52864" y="90840"/>
                </a:cubicBezTo>
                <a:cubicBezTo>
                  <a:pt x="51549" y="90840"/>
                  <a:pt x="50721" y="90526"/>
                  <a:pt x="50463" y="89897"/>
                </a:cubicBezTo>
                <a:cubicBezTo>
                  <a:pt x="50292" y="89554"/>
                  <a:pt x="48463" y="75838"/>
                  <a:pt x="45034" y="48720"/>
                </a:cubicBezTo>
                <a:lnTo>
                  <a:pt x="39862" y="7944"/>
                </a:lnTo>
                <a:lnTo>
                  <a:pt x="30804" y="43805"/>
                </a:lnTo>
                <a:cubicBezTo>
                  <a:pt x="24889" y="67380"/>
                  <a:pt x="21917" y="79553"/>
                  <a:pt x="21917" y="80353"/>
                </a:cubicBezTo>
                <a:cubicBezTo>
                  <a:pt x="22460" y="83268"/>
                  <a:pt x="25632" y="84725"/>
                  <a:pt x="31490" y="84725"/>
                </a:cubicBezTo>
                <a:lnTo>
                  <a:pt x="32804" y="84725"/>
                </a:lnTo>
                <a:cubicBezTo>
                  <a:pt x="33318" y="85182"/>
                  <a:pt x="33633" y="85582"/>
                  <a:pt x="33719" y="85925"/>
                </a:cubicBezTo>
                <a:cubicBezTo>
                  <a:pt x="33833" y="86268"/>
                  <a:pt x="33690" y="87068"/>
                  <a:pt x="33318" y="88325"/>
                </a:cubicBezTo>
                <a:cubicBezTo>
                  <a:pt x="32976" y="89725"/>
                  <a:pt x="32633" y="90526"/>
                  <a:pt x="32261" y="90726"/>
                </a:cubicBezTo>
                <a:cubicBezTo>
                  <a:pt x="31918" y="90811"/>
                  <a:pt x="31432" y="90840"/>
                  <a:pt x="30804" y="90840"/>
                </a:cubicBezTo>
                <a:cubicBezTo>
                  <a:pt x="30632" y="90840"/>
                  <a:pt x="30118" y="90840"/>
                  <a:pt x="29232" y="90840"/>
                </a:cubicBezTo>
                <a:cubicBezTo>
                  <a:pt x="28318" y="90840"/>
                  <a:pt x="26832" y="90811"/>
                  <a:pt x="24689" y="90726"/>
                </a:cubicBezTo>
                <a:cubicBezTo>
                  <a:pt x="22574" y="90611"/>
                  <a:pt x="19745" y="90583"/>
                  <a:pt x="16202" y="90583"/>
                </a:cubicBezTo>
                <a:cubicBezTo>
                  <a:pt x="13545" y="90583"/>
                  <a:pt x="10801" y="90611"/>
                  <a:pt x="7972" y="90726"/>
                </a:cubicBezTo>
                <a:cubicBezTo>
                  <a:pt x="5144" y="90811"/>
                  <a:pt x="3486" y="90840"/>
                  <a:pt x="3058" y="90840"/>
                </a:cubicBezTo>
                <a:cubicBezTo>
                  <a:pt x="1714" y="90840"/>
                  <a:pt x="886" y="90754"/>
                  <a:pt x="514" y="90583"/>
                </a:cubicBezTo>
                <a:cubicBezTo>
                  <a:pt x="171" y="90411"/>
                  <a:pt x="0" y="90011"/>
                  <a:pt x="0" y="89383"/>
                </a:cubicBezTo>
                <a:cubicBezTo>
                  <a:pt x="0" y="89211"/>
                  <a:pt x="143" y="88582"/>
                  <a:pt x="400" y="87525"/>
                </a:cubicBezTo>
                <a:cubicBezTo>
                  <a:pt x="657" y="86468"/>
                  <a:pt x="886" y="85782"/>
                  <a:pt x="1057" y="85525"/>
                </a:cubicBezTo>
                <a:cubicBezTo>
                  <a:pt x="1229" y="85011"/>
                  <a:pt x="2200" y="84725"/>
                  <a:pt x="3972" y="84725"/>
                </a:cubicBezTo>
                <a:cubicBezTo>
                  <a:pt x="10173" y="84725"/>
                  <a:pt x="14116" y="82953"/>
                  <a:pt x="15802" y="79410"/>
                </a:cubicBezTo>
                <a:cubicBezTo>
                  <a:pt x="16145" y="78896"/>
                  <a:pt x="19202" y="67037"/>
                  <a:pt x="24975" y="43805"/>
                </a:cubicBezTo>
                <a:cubicBezTo>
                  <a:pt x="30718" y="20631"/>
                  <a:pt x="33633" y="8458"/>
                  <a:pt x="33719" y="728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AF10D-17F1-4194-BEFF-8A6477AD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621" y="1010955"/>
            <a:ext cx="134960" cy="90840"/>
          </a:xfrm>
          <a:custGeom xmlns:a="http://schemas.openxmlformats.org/drawingml/2006/main">
            <a:pathLst>
              <a:path w="134960" h="90840" fill="none">
                <a:moveTo>
                  <a:pt x="33719" y="7287"/>
                </a:moveTo>
                <a:cubicBezTo>
                  <a:pt x="33719" y="6772"/>
                  <a:pt x="31204" y="6401"/>
                  <a:pt x="26175" y="6229"/>
                </a:cubicBezTo>
                <a:cubicBezTo>
                  <a:pt x="24032" y="6229"/>
                  <a:pt x="22660" y="6201"/>
                  <a:pt x="22031" y="6115"/>
                </a:cubicBezTo>
                <a:cubicBezTo>
                  <a:pt x="21431" y="6001"/>
                  <a:pt x="21117" y="5572"/>
                  <a:pt x="21117" y="4772"/>
                </a:cubicBezTo>
                <a:cubicBezTo>
                  <a:pt x="21117" y="4686"/>
                  <a:pt x="21203" y="4201"/>
                  <a:pt x="21374" y="3315"/>
                </a:cubicBezTo>
                <a:cubicBezTo>
                  <a:pt x="21460" y="3058"/>
                  <a:pt x="21546" y="2743"/>
                  <a:pt x="21631" y="2372"/>
                </a:cubicBezTo>
                <a:cubicBezTo>
                  <a:pt x="21746" y="2029"/>
                  <a:pt x="21774" y="1800"/>
                  <a:pt x="21774" y="1714"/>
                </a:cubicBezTo>
                <a:cubicBezTo>
                  <a:pt x="21774" y="1629"/>
                  <a:pt x="21860" y="1400"/>
                  <a:pt x="22031" y="1057"/>
                </a:cubicBezTo>
                <a:cubicBezTo>
                  <a:pt x="22231" y="714"/>
                  <a:pt x="22317" y="571"/>
                  <a:pt x="22317" y="657"/>
                </a:cubicBezTo>
                <a:cubicBezTo>
                  <a:pt x="22317" y="743"/>
                  <a:pt x="22489" y="657"/>
                  <a:pt x="22831" y="400"/>
                </a:cubicBezTo>
                <a:cubicBezTo>
                  <a:pt x="23203" y="114"/>
                  <a:pt x="23431" y="29"/>
                  <a:pt x="23517" y="114"/>
                </a:cubicBezTo>
                <a:cubicBezTo>
                  <a:pt x="23603" y="200"/>
                  <a:pt x="23946" y="200"/>
                  <a:pt x="24574" y="114"/>
                </a:cubicBezTo>
                <a:cubicBezTo>
                  <a:pt x="25203" y="29"/>
                  <a:pt x="25717" y="0"/>
                  <a:pt x="26175" y="0"/>
                </a:cubicBezTo>
                <a:cubicBezTo>
                  <a:pt x="26689" y="0"/>
                  <a:pt x="28004" y="0"/>
                  <a:pt x="30147" y="0"/>
                </a:cubicBezTo>
                <a:cubicBezTo>
                  <a:pt x="32261" y="0"/>
                  <a:pt x="34261" y="29"/>
                  <a:pt x="36119" y="114"/>
                </a:cubicBezTo>
                <a:cubicBezTo>
                  <a:pt x="43120" y="114"/>
                  <a:pt x="47149" y="114"/>
                  <a:pt x="48206" y="114"/>
                </a:cubicBezTo>
                <a:cubicBezTo>
                  <a:pt x="49263" y="114"/>
                  <a:pt x="49978" y="343"/>
                  <a:pt x="50349" y="800"/>
                </a:cubicBezTo>
                <a:cubicBezTo>
                  <a:pt x="50435" y="1143"/>
                  <a:pt x="52064" y="13630"/>
                  <a:pt x="55264" y="38233"/>
                </a:cubicBezTo>
                <a:lnTo>
                  <a:pt x="60036" y="75295"/>
                </a:lnTo>
                <a:lnTo>
                  <a:pt x="63094" y="70380"/>
                </a:lnTo>
                <a:cubicBezTo>
                  <a:pt x="65208" y="67180"/>
                  <a:pt x="68037" y="62779"/>
                  <a:pt x="71580" y="57093"/>
                </a:cubicBezTo>
                <a:cubicBezTo>
                  <a:pt x="75124" y="51435"/>
                  <a:pt x="79038" y="45234"/>
                  <a:pt x="83268" y="38519"/>
                </a:cubicBezTo>
                <a:cubicBezTo>
                  <a:pt x="98784" y="13802"/>
                  <a:pt x="106613" y="1372"/>
                  <a:pt x="106785" y="1172"/>
                </a:cubicBezTo>
                <a:cubicBezTo>
                  <a:pt x="106871" y="1086"/>
                  <a:pt x="107013" y="972"/>
                  <a:pt x="107185" y="800"/>
                </a:cubicBezTo>
                <a:cubicBezTo>
                  <a:pt x="107356" y="600"/>
                  <a:pt x="107528" y="486"/>
                  <a:pt x="107728" y="400"/>
                </a:cubicBezTo>
                <a:lnTo>
                  <a:pt x="108528" y="114"/>
                </a:lnTo>
                <a:lnTo>
                  <a:pt x="121272" y="114"/>
                </a:lnTo>
                <a:cubicBezTo>
                  <a:pt x="122758" y="114"/>
                  <a:pt x="124530" y="114"/>
                  <a:pt x="126587" y="114"/>
                </a:cubicBezTo>
                <a:cubicBezTo>
                  <a:pt x="128616" y="114"/>
                  <a:pt x="129902" y="86"/>
                  <a:pt x="130416" y="0"/>
                </a:cubicBezTo>
                <a:cubicBezTo>
                  <a:pt x="133445" y="0"/>
                  <a:pt x="134960" y="486"/>
                  <a:pt x="134960" y="1457"/>
                </a:cubicBezTo>
                <a:cubicBezTo>
                  <a:pt x="134960" y="1886"/>
                  <a:pt x="134817" y="2629"/>
                  <a:pt x="134560" y="3715"/>
                </a:cubicBezTo>
                <a:cubicBezTo>
                  <a:pt x="134274" y="4772"/>
                  <a:pt x="134160" y="5344"/>
                  <a:pt x="134160" y="5429"/>
                </a:cubicBezTo>
                <a:cubicBezTo>
                  <a:pt x="133788" y="5972"/>
                  <a:pt x="132159" y="6229"/>
                  <a:pt x="129245" y="6229"/>
                </a:cubicBezTo>
                <a:cubicBezTo>
                  <a:pt x="125701" y="6315"/>
                  <a:pt x="123444" y="6458"/>
                  <a:pt x="122472" y="6629"/>
                </a:cubicBezTo>
                <a:cubicBezTo>
                  <a:pt x="121501" y="6801"/>
                  <a:pt x="120672" y="7287"/>
                  <a:pt x="120072" y="8087"/>
                </a:cubicBezTo>
                <a:cubicBezTo>
                  <a:pt x="119815" y="8544"/>
                  <a:pt x="116615" y="21060"/>
                  <a:pt x="110500" y="45691"/>
                </a:cubicBezTo>
                <a:cubicBezTo>
                  <a:pt x="104413" y="70295"/>
                  <a:pt x="101298" y="82753"/>
                  <a:pt x="101213" y="83010"/>
                </a:cubicBezTo>
                <a:cubicBezTo>
                  <a:pt x="101213" y="83353"/>
                  <a:pt x="101241" y="83582"/>
                  <a:pt x="101327" y="83668"/>
                </a:cubicBezTo>
                <a:cubicBezTo>
                  <a:pt x="101441" y="83753"/>
                  <a:pt x="101756" y="83925"/>
                  <a:pt x="102270" y="84211"/>
                </a:cubicBezTo>
                <a:cubicBezTo>
                  <a:pt x="102813" y="84468"/>
                  <a:pt x="103556" y="84553"/>
                  <a:pt x="104527" y="84468"/>
                </a:cubicBezTo>
                <a:cubicBezTo>
                  <a:pt x="105499" y="84382"/>
                  <a:pt x="106956" y="84468"/>
                  <a:pt x="108899" y="84725"/>
                </a:cubicBezTo>
                <a:lnTo>
                  <a:pt x="113014" y="84725"/>
                </a:lnTo>
                <a:cubicBezTo>
                  <a:pt x="113557" y="85525"/>
                  <a:pt x="113843" y="86011"/>
                  <a:pt x="113843" y="86182"/>
                </a:cubicBezTo>
                <a:cubicBezTo>
                  <a:pt x="113843" y="87611"/>
                  <a:pt x="113528" y="88925"/>
                  <a:pt x="112900" y="90183"/>
                </a:cubicBezTo>
                <a:cubicBezTo>
                  <a:pt x="112471" y="90611"/>
                  <a:pt x="111757" y="90840"/>
                  <a:pt x="110785" y="90840"/>
                </a:cubicBezTo>
                <a:cubicBezTo>
                  <a:pt x="110328" y="90840"/>
                  <a:pt x="108528" y="90811"/>
                  <a:pt x="105327" y="90726"/>
                </a:cubicBezTo>
                <a:cubicBezTo>
                  <a:pt x="102127" y="90611"/>
                  <a:pt x="98069" y="90583"/>
                  <a:pt x="93097" y="90583"/>
                </a:cubicBezTo>
                <a:cubicBezTo>
                  <a:pt x="87697" y="90583"/>
                  <a:pt x="83639" y="90583"/>
                  <a:pt x="80867" y="90583"/>
                </a:cubicBezTo>
                <a:cubicBezTo>
                  <a:pt x="78153" y="90583"/>
                  <a:pt x="76581" y="90611"/>
                  <a:pt x="76238" y="90726"/>
                </a:cubicBezTo>
                <a:cubicBezTo>
                  <a:pt x="74724" y="90726"/>
                  <a:pt x="73981" y="90268"/>
                  <a:pt x="73981" y="89383"/>
                </a:cubicBezTo>
                <a:cubicBezTo>
                  <a:pt x="73981" y="89211"/>
                  <a:pt x="74066" y="88582"/>
                  <a:pt x="74238" y="87525"/>
                </a:cubicBezTo>
                <a:cubicBezTo>
                  <a:pt x="74609" y="86096"/>
                  <a:pt x="74952" y="85296"/>
                  <a:pt x="75324" y="85125"/>
                </a:cubicBezTo>
                <a:cubicBezTo>
                  <a:pt x="75667" y="84953"/>
                  <a:pt x="76695" y="84811"/>
                  <a:pt x="78353" y="84725"/>
                </a:cubicBezTo>
                <a:cubicBezTo>
                  <a:pt x="80753" y="84725"/>
                  <a:pt x="83410" y="84582"/>
                  <a:pt x="86325" y="84325"/>
                </a:cubicBezTo>
                <a:cubicBezTo>
                  <a:pt x="87554" y="84068"/>
                  <a:pt x="88411" y="83525"/>
                  <a:pt x="88840" y="82753"/>
                </a:cubicBezTo>
                <a:cubicBezTo>
                  <a:pt x="89040" y="82382"/>
                  <a:pt x="90726" y="75924"/>
                  <a:pt x="93897" y="63351"/>
                </a:cubicBezTo>
                <a:cubicBezTo>
                  <a:pt x="97098" y="50778"/>
                  <a:pt x="100241" y="38233"/>
                  <a:pt x="103327" y="25746"/>
                </a:cubicBezTo>
                <a:cubicBezTo>
                  <a:pt x="106442" y="13259"/>
                  <a:pt x="107985" y="7029"/>
                  <a:pt x="107985" y="7029"/>
                </a:cubicBezTo>
                <a:lnTo>
                  <a:pt x="82210" y="48063"/>
                </a:lnTo>
                <a:cubicBezTo>
                  <a:pt x="64865" y="75695"/>
                  <a:pt x="55950" y="89725"/>
                  <a:pt x="55521" y="90183"/>
                </a:cubicBezTo>
                <a:cubicBezTo>
                  <a:pt x="55350" y="90268"/>
                  <a:pt x="55150" y="90354"/>
                  <a:pt x="54978" y="90440"/>
                </a:cubicBezTo>
                <a:cubicBezTo>
                  <a:pt x="54550" y="90726"/>
                  <a:pt x="53835" y="90840"/>
                  <a:pt x="52864" y="90840"/>
                </a:cubicBezTo>
                <a:cubicBezTo>
                  <a:pt x="51549" y="90840"/>
                  <a:pt x="50721" y="90526"/>
                  <a:pt x="50463" y="89897"/>
                </a:cubicBezTo>
                <a:cubicBezTo>
                  <a:pt x="50292" y="89554"/>
                  <a:pt x="48463" y="75838"/>
                  <a:pt x="45034" y="48720"/>
                </a:cubicBezTo>
                <a:lnTo>
                  <a:pt x="39862" y="7944"/>
                </a:lnTo>
                <a:lnTo>
                  <a:pt x="30804" y="43805"/>
                </a:lnTo>
                <a:cubicBezTo>
                  <a:pt x="24889" y="67380"/>
                  <a:pt x="21917" y="79553"/>
                  <a:pt x="21917" y="80353"/>
                </a:cubicBezTo>
                <a:cubicBezTo>
                  <a:pt x="22460" y="83268"/>
                  <a:pt x="25632" y="84725"/>
                  <a:pt x="31490" y="84725"/>
                </a:cubicBezTo>
                <a:lnTo>
                  <a:pt x="32804" y="84725"/>
                </a:lnTo>
                <a:cubicBezTo>
                  <a:pt x="33318" y="85182"/>
                  <a:pt x="33633" y="85582"/>
                  <a:pt x="33719" y="85925"/>
                </a:cubicBezTo>
                <a:cubicBezTo>
                  <a:pt x="33833" y="86268"/>
                  <a:pt x="33690" y="87068"/>
                  <a:pt x="33318" y="88325"/>
                </a:cubicBezTo>
                <a:cubicBezTo>
                  <a:pt x="32976" y="89725"/>
                  <a:pt x="32633" y="90526"/>
                  <a:pt x="32261" y="90726"/>
                </a:cubicBezTo>
                <a:cubicBezTo>
                  <a:pt x="31918" y="90811"/>
                  <a:pt x="31432" y="90840"/>
                  <a:pt x="30804" y="90840"/>
                </a:cubicBezTo>
                <a:cubicBezTo>
                  <a:pt x="30632" y="90840"/>
                  <a:pt x="30118" y="90840"/>
                  <a:pt x="29232" y="90840"/>
                </a:cubicBezTo>
                <a:cubicBezTo>
                  <a:pt x="28318" y="90840"/>
                  <a:pt x="26832" y="90811"/>
                  <a:pt x="24689" y="90726"/>
                </a:cubicBezTo>
                <a:cubicBezTo>
                  <a:pt x="22574" y="90611"/>
                  <a:pt x="19745" y="90583"/>
                  <a:pt x="16202" y="90583"/>
                </a:cubicBezTo>
                <a:cubicBezTo>
                  <a:pt x="13545" y="90583"/>
                  <a:pt x="10801" y="90611"/>
                  <a:pt x="7972" y="90726"/>
                </a:cubicBezTo>
                <a:cubicBezTo>
                  <a:pt x="5144" y="90811"/>
                  <a:pt x="3486" y="90840"/>
                  <a:pt x="3058" y="90840"/>
                </a:cubicBezTo>
                <a:cubicBezTo>
                  <a:pt x="1714" y="90840"/>
                  <a:pt x="886" y="90754"/>
                  <a:pt x="514" y="90583"/>
                </a:cubicBezTo>
                <a:cubicBezTo>
                  <a:pt x="171" y="90411"/>
                  <a:pt x="0" y="90011"/>
                  <a:pt x="0" y="89383"/>
                </a:cubicBezTo>
                <a:cubicBezTo>
                  <a:pt x="0" y="89211"/>
                  <a:pt x="143" y="88582"/>
                  <a:pt x="400" y="87525"/>
                </a:cubicBezTo>
                <a:cubicBezTo>
                  <a:pt x="657" y="86468"/>
                  <a:pt x="886" y="85782"/>
                  <a:pt x="1057" y="85525"/>
                </a:cubicBezTo>
                <a:cubicBezTo>
                  <a:pt x="1229" y="85011"/>
                  <a:pt x="2200" y="84725"/>
                  <a:pt x="3972" y="84725"/>
                </a:cubicBezTo>
                <a:cubicBezTo>
                  <a:pt x="10173" y="84725"/>
                  <a:pt x="14116" y="82953"/>
                  <a:pt x="15802" y="79410"/>
                </a:cubicBezTo>
                <a:cubicBezTo>
                  <a:pt x="16145" y="78896"/>
                  <a:pt x="19202" y="67037"/>
                  <a:pt x="24975" y="43805"/>
                </a:cubicBezTo>
                <a:cubicBezTo>
                  <a:pt x="30718" y="20631"/>
                  <a:pt x="33633" y="8458"/>
                  <a:pt x="33719" y="72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249E9-ACF1-4FB1-844F-87D37952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468" y="1008155"/>
            <a:ext cx="78781" cy="96555"/>
          </a:xfrm>
          <a:custGeom xmlns:a="http://schemas.openxmlformats.org/drawingml/2006/main">
            <a:pathLst>
              <a:path w="78781" h="96555">
                <a:moveTo>
                  <a:pt x="34004" y="90440"/>
                </a:moveTo>
                <a:cubicBezTo>
                  <a:pt x="39233" y="90440"/>
                  <a:pt x="44006" y="88154"/>
                  <a:pt x="48349" y="83553"/>
                </a:cubicBezTo>
                <a:cubicBezTo>
                  <a:pt x="52692" y="78953"/>
                  <a:pt x="54921" y="73581"/>
                  <a:pt x="55007" y="67466"/>
                </a:cubicBezTo>
                <a:cubicBezTo>
                  <a:pt x="55007" y="61893"/>
                  <a:pt x="52692" y="58036"/>
                  <a:pt x="48092" y="55921"/>
                </a:cubicBezTo>
                <a:cubicBezTo>
                  <a:pt x="38691" y="53521"/>
                  <a:pt x="32690" y="51892"/>
                  <a:pt x="30032" y="51006"/>
                </a:cubicBezTo>
                <a:cubicBezTo>
                  <a:pt x="27375" y="50121"/>
                  <a:pt x="25517" y="49235"/>
                  <a:pt x="24460" y="48349"/>
                </a:cubicBezTo>
                <a:cubicBezTo>
                  <a:pt x="19145" y="44634"/>
                  <a:pt x="16488" y="39262"/>
                  <a:pt x="16488" y="32290"/>
                </a:cubicBezTo>
                <a:cubicBezTo>
                  <a:pt x="16488" y="26860"/>
                  <a:pt x="17888" y="21974"/>
                  <a:pt x="20717" y="17545"/>
                </a:cubicBezTo>
                <a:cubicBezTo>
                  <a:pt x="23574" y="13087"/>
                  <a:pt x="26432" y="9773"/>
                  <a:pt x="29347" y="7572"/>
                </a:cubicBezTo>
                <a:cubicBezTo>
                  <a:pt x="31918" y="5344"/>
                  <a:pt x="35033" y="3600"/>
                  <a:pt x="38662" y="2257"/>
                </a:cubicBezTo>
                <a:cubicBezTo>
                  <a:pt x="42291" y="943"/>
                  <a:pt x="45120" y="229"/>
                  <a:pt x="47149" y="143"/>
                </a:cubicBezTo>
                <a:lnTo>
                  <a:pt x="48635" y="143"/>
                </a:lnTo>
                <a:lnTo>
                  <a:pt x="49549" y="143"/>
                </a:lnTo>
                <a:cubicBezTo>
                  <a:pt x="58064" y="143"/>
                  <a:pt x="64208" y="2972"/>
                  <a:pt x="68009" y="8630"/>
                </a:cubicBezTo>
                <a:cubicBezTo>
                  <a:pt x="68094" y="8630"/>
                  <a:pt x="68694" y="8058"/>
                  <a:pt x="69752" y="6915"/>
                </a:cubicBezTo>
                <a:cubicBezTo>
                  <a:pt x="70809" y="5744"/>
                  <a:pt x="71952" y="4458"/>
                  <a:pt x="73181" y="3058"/>
                </a:cubicBezTo>
                <a:cubicBezTo>
                  <a:pt x="74438" y="1629"/>
                  <a:pt x="75324" y="657"/>
                  <a:pt x="75838" y="143"/>
                </a:cubicBezTo>
                <a:cubicBezTo>
                  <a:pt x="75924" y="143"/>
                  <a:pt x="76124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81" y="314"/>
                  <a:pt x="78781" y="943"/>
                </a:cubicBezTo>
                <a:cubicBezTo>
                  <a:pt x="78781" y="1543"/>
                  <a:pt x="77524" y="6915"/>
                  <a:pt x="75067" y="17002"/>
                </a:cubicBezTo>
                <a:cubicBezTo>
                  <a:pt x="72581" y="27089"/>
                  <a:pt x="71152" y="32318"/>
                  <a:pt x="70809" y="32690"/>
                </a:cubicBezTo>
                <a:cubicBezTo>
                  <a:pt x="70437" y="33033"/>
                  <a:pt x="69752" y="33147"/>
                  <a:pt x="68694" y="33061"/>
                </a:cubicBezTo>
                <a:cubicBezTo>
                  <a:pt x="66894" y="33061"/>
                  <a:pt x="66037" y="32690"/>
                  <a:pt x="66037" y="31861"/>
                </a:cubicBezTo>
                <a:cubicBezTo>
                  <a:pt x="66037" y="31347"/>
                  <a:pt x="66065" y="30890"/>
                  <a:pt x="66151" y="30547"/>
                </a:cubicBezTo>
                <a:cubicBezTo>
                  <a:pt x="66151" y="30289"/>
                  <a:pt x="66180" y="29432"/>
                  <a:pt x="66294" y="28032"/>
                </a:cubicBezTo>
                <a:cubicBezTo>
                  <a:pt x="66380" y="26603"/>
                  <a:pt x="66465" y="25460"/>
                  <a:pt x="66551" y="24574"/>
                </a:cubicBezTo>
                <a:cubicBezTo>
                  <a:pt x="66551" y="21574"/>
                  <a:pt x="66151" y="18945"/>
                  <a:pt x="65351" y="16745"/>
                </a:cubicBezTo>
                <a:cubicBezTo>
                  <a:pt x="64551" y="14516"/>
                  <a:pt x="63751" y="12887"/>
                  <a:pt x="62979" y="11830"/>
                </a:cubicBezTo>
                <a:cubicBezTo>
                  <a:pt x="62151" y="10744"/>
                  <a:pt x="61065" y="9658"/>
                  <a:pt x="59636" y="8515"/>
                </a:cubicBezTo>
                <a:cubicBezTo>
                  <a:pt x="56464" y="6629"/>
                  <a:pt x="52835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47" y="15888"/>
                  <a:pt x="28118" y="20603"/>
                  <a:pt x="28032" y="25889"/>
                </a:cubicBezTo>
                <a:cubicBezTo>
                  <a:pt x="28032" y="28546"/>
                  <a:pt x="28689" y="30861"/>
                  <a:pt x="30032" y="32804"/>
                </a:cubicBezTo>
                <a:cubicBezTo>
                  <a:pt x="31347" y="34747"/>
                  <a:pt x="33176" y="36119"/>
                  <a:pt x="35462" y="36919"/>
                </a:cubicBezTo>
                <a:cubicBezTo>
                  <a:pt x="35833" y="37090"/>
                  <a:pt x="38919" y="37948"/>
                  <a:pt x="44777" y="39462"/>
                </a:cubicBezTo>
                <a:cubicBezTo>
                  <a:pt x="50606" y="40948"/>
                  <a:pt x="53578" y="41748"/>
                  <a:pt x="53664" y="41834"/>
                </a:cubicBezTo>
                <a:cubicBezTo>
                  <a:pt x="56693" y="42805"/>
                  <a:pt x="59607" y="44948"/>
                  <a:pt x="62436" y="48206"/>
                </a:cubicBezTo>
                <a:cubicBezTo>
                  <a:pt x="65265" y="51492"/>
                  <a:pt x="66694" y="55921"/>
                  <a:pt x="66694" y="61493"/>
                </a:cubicBezTo>
                <a:cubicBezTo>
                  <a:pt x="66694" y="63808"/>
                  <a:pt x="66323" y="66265"/>
                  <a:pt x="65637" y="68923"/>
                </a:cubicBezTo>
                <a:cubicBezTo>
                  <a:pt x="65180" y="70895"/>
                  <a:pt x="64379" y="73038"/>
                  <a:pt x="63236" y="75438"/>
                </a:cubicBezTo>
                <a:cubicBezTo>
                  <a:pt x="62093" y="77838"/>
                  <a:pt x="60493" y="80439"/>
                  <a:pt x="58436" y="83268"/>
                </a:cubicBezTo>
                <a:cubicBezTo>
                  <a:pt x="56407" y="86125"/>
                  <a:pt x="53492" y="88754"/>
                  <a:pt x="49692" y="91240"/>
                </a:cubicBezTo>
                <a:cubicBezTo>
                  <a:pt x="45891" y="93726"/>
                  <a:pt x="41720" y="95412"/>
                  <a:pt x="37205" y="96298"/>
                </a:cubicBezTo>
                <a:cubicBezTo>
                  <a:pt x="36147" y="96469"/>
                  <a:pt x="34633" y="96555"/>
                  <a:pt x="32690" y="96555"/>
                </a:cubicBezTo>
                <a:cubicBezTo>
                  <a:pt x="23917" y="96555"/>
                  <a:pt x="17116" y="94126"/>
                  <a:pt x="12230" y="89268"/>
                </a:cubicBezTo>
                <a:lnTo>
                  <a:pt x="10887" y="87811"/>
                </a:lnTo>
                <a:lnTo>
                  <a:pt x="7172" y="91926"/>
                </a:lnTo>
                <a:cubicBezTo>
                  <a:pt x="5144" y="94297"/>
                  <a:pt x="3886" y="95669"/>
                  <a:pt x="3458" y="96041"/>
                </a:cubicBezTo>
                <a:cubicBezTo>
                  <a:pt x="3029" y="96383"/>
                  <a:pt x="2457" y="96555"/>
                  <a:pt x="1743" y="96555"/>
                </a:cubicBezTo>
                <a:cubicBezTo>
                  <a:pt x="572" y="96555"/>
                  <a:pt x="0" y="96212"/>
                  <a:pt x="0" y="95498"/>
                </a:cubicBezTo>
                <a:cubicBezTo>
                  <a:pt x="0" y="95240"/>
                  <a:pt x="2572" y="84839"/>
                  <a:pt x="7715" y="64294"/>
                </a:cubicBezTo>
                <a:cubicBezTo>
                  <a:pt x="7887" y="63751"/>
                  <a:pt x="8773" y="63494"/>
                  <a:pt x="10373" y="63494"/>
                </a:cubicBezTo>
                <a:lnTo>
                  <a:pt x="12087" y="63494"/>
                </a:lnTo>
                <a:cubicBezTo>
                  <a:pt x="12630" y="64008"/>
                  <a:pt x="12887" y="64522"/>
                  <a:pt x="12887" y="64951"/>
                </a:cubicBezTo>
                <a:cubicBezTo>
                  <a:pt x="12887" y="65122"/>
                  <a:pt x="12859" y="65522"/>
                  <a:pt x="12773" y="66151"/>
                </a:cubicBezTo>
                <a:cubicBezTo>
                  <a:pt x="12659" y="66780"/>
                  <a:pt x="12487" y="67694"/>
                  <a:pt x="12230" y="68923"/>
                </a:cubicBezTo>
                <a:cubicBezTo>
                  <a:pt x="11944" y="70180"/>
                  <a:pt x="11859" y="71638"/>
                  <a:pt x="11944" y="73323"/>
                </a:cubicBezTo>
                <a:cubicBezTo>
                  <a:pt x="12144" y="76781"/>
                  <a:pt x="12944" y="79696"/>
                  <a:pt x="14345" y="82096"/>
                </a:cubicBezTo>
                <a:cubicBezTo>
                  <a:pt x="15773" y="84468"/>
                  <a:pt x="17659" y="86239"/>
                  <a:pt x="20060" y="87382"/>
                </a:cubicBezTo>
                <a:cubicBezTo>
                  <a:pt x="22460" y="88554"/>
                  <a:pt x="24746" y="89354"/>
                  <a:pt x="26975" y="89783"/>
                </a:cubicBezTo>
                <a:cubicBezTo>
                  <a:pt x="29175" y="90240"/>
                  <a:pt x="31547" y="90440"/>
                  <a:pt x="34004" y="904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2FA06-FD4C-4364-BCE4-E9B4F91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468" y="1008155"/>
            <a:ext cx="78781" cy="96555"/>
          </a:xfrm>
          <a:custGeom xmlns:a="http://schemas.openxmlformats.org/drawingml/2006/main">
            <a:pathLst>
              <a:path w="78781" h="96555" fill="none">
                <a:moveTo>
                  <a:pt x="34004" y="90440"/>
                </a:moveTo>
                <a:cubicBezTo>
                  <a:pt x="39233" y="90440"/>
                  <a:pt x="44006" y="88154"/>
                  <a:pt x="48349" y="83553"/>
                </a:cubicBezTo>
                <a:cubicBezTo>
                  <a:pt x="52692" y="78953"/>
                  <a:pt x="54921" y="73581"/>
                  <a:pt x="55007" y="67466"/>
                </a:cubicBezTo>
                <a:cubicBezTo>
                  <a:pt x="55007" y="61893"/>
                  <a:pt x="52692" y="58036"/>
                  <a:pt x="48092" y="55921"/>
                </a:cubicBezTo>
                <a:cubicBezTo>
                  <a:pt x="38691" y="53521"/>
                  <a:pt x="32690" y="51892"/>
                  <a:pt x="30032" y="51006"/>
                </a:cubicBezTo>
                <a:cubicBezTo>
                  <a:pt x="27375" y="50121"/>
                  <a:pt x="25517" y="49235"/>
                  <a:pt x="24460" y="48349"/>
                </a:cubicBezTo>
                <a:cubicBezTo>
                  <a:pt x="19145" y="44634"/>
                  <a:pt x="16488" y="39262"/>
                  <a:pt x="16488" y="32290"/>
                </a:cubicBezTo>
                <a:cubicBezTo>
                  <a:pt x="16488" y="26860"/>
                  <a:pt x="17888" y="21974"/>
                  <a:pt x="20717" y="17545"/>
                </a:cubicBezTo>
                <a:cubicBezTo>
                  <a:pt x="23574" y="13087"/>
                  <a:pt x="26432" y="9773"/>
                  <a:pt x="29347" y="7572"/>
                </a:cubicBezTo>
                <a:cubicBezTo>
                  <a:pt x="31918" y="5344"/>
                  <a:pt x="35033" y="3600"/>
                  <a:pt x="38662" y="2257"/>
                </a:cubicBezTo>
                <a:cubicBezTo>
                  <a:pt x="42291" y="943"/>
                  <a:pt x="45120" y="229"/>
                  <a:pt x="47149" y="143"/>
                </a:cubicBezTo>
                <a:lnTo>
                  <a:pt x="48635" y="143"/>
                </a:lnTo>
                <a:lnTo>
                  <a:pt x="49549" y="143"/>
                </a:lnTo>
                <a:cubicBezTo>
                  <a:pt x="58064" y="143"/>
                  <a:pt x="64208" y="2972"/>
                  <a:pt x="68009" y="8630"/>
                </a:cubicBezTo>
                <a:cubicBezTo>
                  <a:pt x="68094" y="8630"/>
                  <a:pt x="68694" y="8058"/>
                  <a:pt x="69752" y="6915"/>
                </a:cubicBezTo>
                <a:cubicBezTo>
                  <a:pt x="70809" y="5744"/>
                  <a:pt x="71952" y="4458"/>
                  <a:pt x="73181" y="3058"/>
                </a:cubicBezTo>
                <a:cubicBezTo>
                  <a:pt x="74438" y="1629"/>
                  <a:pt x="75324" y="657"/>
                  <a:pt x="75838" y="143"/>
                </a:cubicBezTo>
                <a:cubicBezTo>
                  <a:pt x="75924" y="143"/>
                  <a:pt x="76124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81" y="314"/>
                  <a:pt x="78781" y="943"/>
                </a:cubicBezTo>
                <a:cubicBezTo>
                  <a:pt x="78781" y="1543"/>
                  <a:pt x="77524" y="6915"/>
                  <a:pt x="75067" y="17002"/>
                </a:cubicBezTo>
                <a:cubicBezTo>
                  <a:pt x="72581" y="27089"/>
                  <a:pt x="71152" y="32318"/>
                  <a:pt x="70809" y="32690"/>
                </a:cubicBezTo>
                <a:cubicBezTo>
                  <a:pt x="70437" y="33033"/>
                  <a:pt x="69752" y="33147"/>
                  <a:pt x="68694" y="33061"/>
                </a:cubicBezTo>
                <a:cubicBezTo>
                  <a:pt x="66894" y="33061"/>
                  <a:pt x="66037" y="32690"/>
                  <a:pt x="66037" y="31861"/>
                </a:cubicBezTo>
                <a:cubicBezTo>
                  <a:pt x="66037" y="31347"/>
                  <a:pt x="66065" y="30890"/>
                  <a:pt x="66151" y="30547"/>
                </a:cubicBezTo>
                <a:cubicBezTo>
                  <a:pt x="66151" y="30289"/>
                  <a:pt x="66180" y="29432"/>
                  <a:pt x="66294" y="28032"/>
                </a:cubicBezTo>
                <a:cubicBezTo>
                  <a:pt x="66380" y="26603"/>
                  <a:pt x="66465" y="25460"/>
                  <a:pt x="66551" y="24574"/>
                </a:cubicBezTo>
                <a:cubicBezTo>
                  <a:pt x="66551" y="21574"/>
                  <a:pt x="66151" y="18945"/>
                  <a:pt x="65351" y="16745"/>
                </a:cubicBezTo>
                <a:cubicBezTo>
                  <a:pt x="64551" y="14516"/>
                  <a:pt x="63751" y="12887"/>
                  <a:pt x="62979" y="11830"/>
                </a:cubicBezTo>
                <a:cubicBezTo>
                  <a:pt x="62151" y="10744"/>
                  <a:pt x="61065" y="9658"/>
                  <a:pt x="59636" y="8515"/>
                </a:cubicBezTo>
                <a:cubicBezTo>
                  <a:pt x="56464" y="6629"/>
                  <a:pt x="52835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47" y="15888"/>
                  <a:pt x="28118" y="20603"/>
                  <a:pt x="28032" y="25889"/>
                </a:cubicBezTo>
                <a:cubicBezTo>
                  <a:pt x="28032" y="28546"/>
                  <a:pt x="28689" y="30861"/>
                  <a:pt x="30032" y="32804"/>
                </a:cubicBezTo>
                <a:cubicBezTo>
                  <a:pt x="31347" y="34747"/>
                  <a:pt x="33176" y="36119"/>
                  <a:pt x="35462" y="36919"/>
                </a:cubicBezTo>
                <a:cubicBezTo>
                  <a:pt x="35833" y="37090"/>
                  <a:pt x="38919" y="37948"/>
                  <a:pt x="44777" y="39462"/>
                </a:cubicBezTo>
                <a:cubicBezTo>
                  <a:pt x="50606" y="40948"/>
                  <a:pt x="53578" y="41748"/>
                  <a:pt x="53664" y="41834"/>
                </a:cubicBezTo>
                <a:cubicBezTo>
                  <a:pt x="56693" y="42805"/>
                  <a:pt x="59607" y="44948"/>
                  <a:pt x="62436" y="48206"/>
                </a:cubicBezTo>
                <a:cubicBezTo>
                  <a:pt x="65265" y="51492"/>
                  <a:pt x="66694" y="55921"/>
                  <a:pt x="66694" y="61493"/>
                </a:cubicBezTo>
                <a:cubicBezTo>
                  <a:pt x="66694" y="63808"/>
                  <a:pt x="66323" y="66265"/>
                  <a:pt x="65637" y="68923"/>
                </a:cubicBezTo>
                <a:cubicBezTo>
                  <a:pt x="65180" y="70895"/>
                  <a:pt x="64379" y="73038"/>
                  <a:pt x="63236" y="75438"/>
                </a:cubicBezTo>
                <a:cubicBezTo>
                  <a:pt x="62093" y="77838"/>
                  <a:pt x="60493" y="80439"/>
                  <a:pt x="58436" y="83268"/>
                </a:cubicBezTo>
                <a:cubicBezTo>
                  <a:pt x="56407" y="86125"/>
                  <a:pt x="53492" y="88754"/>
                  <a:pt x="49692" y="91240"/>
                </a:cubicBezTo>
                <a:cubicBezTo>
                  <a:pt x="45891" y="93726"/>
                  <a:pt x="41720" y="95412"/>
                  <a:pt x="37205" y="96298"/>
                </a:cubicBezTo>
                <a:cubicBezTo>
                  <a:pt x="36147" y="96469"/>
                  <a:pt x="34633" y="96555"/>
                  <a:pt x="32690" y="96555"/>
                </a:cubicBezTo>
                <a:cubicBezTo>
                  <a:pt x="23917" y="96555"/>
                  <a:pt x="17116" y="94126"/>
                  <a:pt x="12230" y="89268"/>
                </a:cubicBezTo>
                <a:lnTo>
                  <a:pt x="10887" y="87811"/>
                </a:lnTo>
                <a:lnTo>
                  <a:pt x="7172" y="91926"/>
                </a:lnTo>
                <a:cubicBezTo>
                  <a:pt x="5144" y="94297"/>
                  <a:pt x="3886" y="95669"/>
                  <a:pt x="3458" y="96041"/>
                </a:cubicBezTo>
                <a:cubicBezTo>
                  <a:pt x="3029" y="96383"/>
                  <a:pt x="2457" y="96555"/>
                  <a:pt x="1743" y="96555"/>
                </a:cubicBezTo>
                <a:cubicBezTo>
                  <a:pt x="572" y="96555"/>
                  <a:pt x="0" y="96212"/>
                  <a:pt x="0" y="95498"/>
                </a:cubicBezTo>
                <a:cubicBezTo>
                  <a:pt x="0" y="95240"/>
                  <a:pt x="2572" y="84839"/>
                  <a:pt x="7715" y="64294"/>
                </a:cubicBezTo>
                <a:cubicBezTo>
                  <a:pt x="7887" y="63751"/>
                  <a:pt x="8773" y="63494"/>
                  <a:pt x="10373" y="63494"/>
                </a:cubicBezTo>
                <a:lnTo>
                  <a:pt x="12087" y="63494"/>
                </a:lnTo>
                <a:cubicBezTo>
                  <a:pt x="12630" y="64008"/>
                  <a:pt x="12887" y="64522"/>
                  <a:pt x="12887" y="64951"/>
                </a:cubicBezTo>
                <a:cubicBezTo>
                  <a:pt x="12887" y="65122"/>
                  <a:pt x="12859" y="65522"/>
                  <a:pt x="12773" y="66151"/>
                </a:cubicBezTo>
                <a:cubicBezTo>
                  <a:pt x="12659" y="66780"/>
                  <a:pt x="12487" y="67694"/>
                  <a:pt x="12230" y="68923"/>
                </a:cubicBezTo>
                <a:cubicBezTo>
                  <a:pt x="11944" y="70180"/>
                  <a:pt x="11859" y="71638"/>
                  <a:pt x="11944" y="73323"/>
                </a:cubicBezTo>
                <a:cubicBezTo>
                  <a:pt x="12144" y="76781"/>
                  <a:pt x="12944" y="79696"/>
                  <a:pt x="14345" y="82096"/>
                </a:cubicBezTo>
                <a:cubicBezTo>
                  <a:pt x="15773" y="84468"/>
                  <a:pt x="17659" y="86239"/>
                  <a:pt x="20060" y="87382"/>
                </a:cubicBezTo>
                <a:cubicBezTo>
                  <a:pt x="22460" y="88554"/>
                  <a:pt x="24746" y="89354"/>
                  <a:pt x="26975" y="89783"/>
                </a:cubicBezTo>
                <a:cubicBezTo>
                  <a:pt x="29175" y="90240"/>
                  <a:pt x="31547" y="90440"/>
                  <a:pt x="34004" y="904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pic>
        <p:nvPicPr>
          <p:cNvPr id="8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0d36f712444a3"/>
          <a:stretch xmlns:a="http://schemas.openxmlformats.org/drawingml/2006/main"/>
        </p:blipFill>
        <p:spPr>
          <a:xfrm xmlns:a="http://schemas.openxmlformats.org/drawingml/2006/main">
            <a:off x="7309000" y="465089"/>
            <a:ext cx="918106" cy="531264"/>
          </a:xfrm>
          <a:prstGeom xmlns:a="http://schemas.openxmlformats.org/drawingml/2006/main" prst="rect">
            <a:avLst/>
          </a:prstGeom>
        </p:spPr>
      </p:pic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5A875-FBFB-422B-BD97-C618A128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397" y="620163"/>
            <a:ext cx="134703" cy="132445"/>
          </a:xfrm>
          <a:custGeom xmlns:a="http://schemas.openxmlformats.org/drawingml/2006/main">
            <a:pathLst>
              <a:path w="134703" h="132445">
                <a:moveTo>
                  <a:pt x="0" y="6572"/>
                </a:moveTo>
                <a:cubicBezTo>
                  <a:pt x="0" y="3800"/>
                  <a:pt x="829" y="1629"/>
                  <a:pt x="2457" y="0"/>
                </a:cubicBezTo>
                <a:lnTo>
                  <a:pt x="4515" y="0"/>
                </a:lnTo>
                <a:cubicBezTo>
                  <a:pt x="9773" y="371"/>
                  <a:pt x="16345" y="571"/>
                  <a:pt x="24232" y="571"/>
                </a:cubicBezTo>
                <a:cubicBezTo>
                  <a:pt x="39005" y="571"/>
                  <a:pt x="47720" y="371"/>
                  <a:pt x="50349" y="0"/>
                </a:cubicBezTo>
                <a:lnTo>
                  <a:pt x="52235" y="0"/>
                </a:lnTo>
                <a:cubicBezTo>
                  <a:pt x="52978" y="743"/>
                  <a:pt x="53350" y="1314"/>
                  <a:pt x="53350" y="1686"/>
                </a:cubicBezTo>
                <a:cubicBezTo>
                  <a:pt x="53350" y="2057"/>
                  <a:pt x="53235" y="3172"/>
                  <a:pt x="52978" y="5058"/>
                </a:cubicBezTo>
                <a:cubicBezTo>
                  <a:pt x="52349" y="6944"/>
                  <a:pt x="51806" y="8115"/>
                  <a:pt x="51292" y="8630"/>
                </a:cubicBezTo>
                <a:lnTo>
                  <a:pt x="47349" y="8630"/>
                </a:lnTo>
                <a:cubicBezTo>
                  <a:pt x="44606" y="8887"/>
                  <a:pt x="42720" y="9001"/>
                  <a:pt x="41691" y="9001"/>
                </a:cubicBezTo>
                <a:cubicBezTo>
                  <a:pt x="38090" y="9630"/>
                  <a:pt x="36090" y="10573"/>
                  <a:pt x="35690" y="11830"/>
                </a:cubicBezTo>
                <a:cubicBezTo>
                  <a:pt x="35690" y="12087"/>
                  <a:pt x="37519" y="27803"/>
                  <a:pt x="41148" y="58979"/>
                </a:cubicBezTo>
                <a:cubicBezTo>
                  <a:pt x="44777" y="90183"/>
                  <a:pt x="46663" y="105899"/>
                  <a:pt x="46777" y="106156"/>
                </a:cubicBezTo>
                <a:lnTo>
                  <a:pt x="60493" y="84153"/>
                </a:lnTo>
                <a:cubicBezTo>
                  <a:pt x="69637" y="69523"/>
                  <a:pt x="78781" y="54721"/>
                  <a:pt x="87925" y="39805"/>
                </a:cubicBezTo>
                <a:cubicBezTo>
                  <a:pt x="97069" y="24917"/>
                  <a:pt x="101756" y="17202"/>
                  <a:pt x="102013" y="16716"/>
                </a:cubicBezTo>
                <a:cubicBezTo>
                  <a:pt x="102527" y="15831"/>
                  <a:pt x="102784" y="14888"/>
                  <a:pt x="102784" y="13887"/>
                </a:cubicBezTo>
                <a:cubicBezTo>
                  <a:pt x="102784" y="10887"/>
                  <a:pt x="100012" y="9144"/>
                  <a:pt x="94498" y="8630"/>
                </a:cubicBezTo>
                <a:cubicBezTo>
                  <a:pt x="92240" y="8630"/>
                  <a:pt x="91126" y="7944"/>
                  <a:pt x="91126" y="6572"/>
                </a:cubicBezTo>
                <a:cubicBezTo>
                  <a:pt x="91126" y="6458"/>
                  <a:pt x="91240" y="5629"/>
                  <a:pt x="91497" y="4115"/>
                </a:cubicBezTo>
                <a:cubicBezTo>
                  <a:pt x="91869" y="2372"/>
                  <a:pt x="92240" y="1229"/>
                  <a:pt x="92640" y="743"/>
                </a:cubicBezTo>
                <a:cubicBezTo>
                  <a:pt x="92983" y="257"/>
                  <a:pt x="93812" y="0"/>
                  <a:pt x="95069" y="0"/>
                </a:cubicBezTo>
                <a:cubicBezTo>
                  <a:pt x="95326" y="0"/>
                  <a:pt x="96069" y="0"/>
                  <a:pt x="97326" y="0"/>
                </a:cubicBezTo>
                <a:cubicBezTo>
                  <a:pt x="98584" y="0"/>
                  <a:pt x="100698" y="57"/>
                  <a:pt x="103699" y="171"/>
                </a:cubicBezTo>
                <a:cubicBezTo>
                  <a:pt x="106699" y="314"/>
                  <a:pt x="110728" y="371"/>
                  <a:pt x="115729" y="371"/>
                </a:cubicBezTo>
                <a:cubicBezTo>
                  <a:pt x="124358" y="371"/>
                  <a:pt x="129816" y="257"/>
                  <a:pt x="132074" y="0"/>
                </a:cubicBezTo>
                <a:lnTo>
                  <a:pt x="133388" y="0"/>
                </a:lnTo>
                <a:cubicBezTo>
                  <a:pt x="134274" y="886"/>
                  <a:pt x="134703" y="1543"/>
                  <a:pt x="134703" y="2057"/>
                </a:cubicBezTo>
                <a:cubicBezTo>
                  <a:pt x="134703" y="4201"/>
                  <a:pt x="134131" y="6201"/>
                  <a:pt x="133017" y="8087"/>
                </a:cubicBezTo>
                <a:cubicBezTo>
                  <a:pt x="132645" y="8430"/>
                  <a:pt x="131559" y="8630"/>
                  <a:pt x="129816" y="8630"/>
                </a:cubicBezTo>
                <a:cubicBezTo>
                  <a:pt x="128187" y="8773"/>
                  <a:pt x="126702" y="8887"/>
                  <a:pt x="125301" y="9001"/>
                </a:cubicBezTo>
                <a:cubicBezTo>
                  <a:pt x="123930" y="9144"/>
                  <a:pt x="122615" y="9458"/>
                  <a:pt x="121358" y="9944"/>
                </a:cubicBezTo>
                <a:cubicBezTo>
                  <a:pt x="120129" y="10458"/>
                  <a:pt x="119101" y="10887"/>
                  <a:pt x="118358" y="11259"/>
                </a:cubicBezTo>
                <a:cubicBezTo>
                  <a:pt x="117615" y="11659"/>
                  <a:pt x="116872" y="12144"/>
                  <a:pt x="116100" y="12773"/>
                </a:cubicBezTo>
                <a:cubicBezTo>
                  <a:pt x="115357" y="13402"/>
                  <a:pt x="114729" y="13830"/>
                  <a:pt x="114214" y="14087"/>
                </a:cubicBezTo>
                <a:cubicBezTo>
                  <a:pt x="113729" y="14345"/>
                  <a:pt x="113243" y="14888"/>
                  <a:pt x="112728" y="15773"/>
                </a:cubicBezTo>
                <a:cubicBezTo>
                  <a:pt x="112214" y="16659"/>
                  <a:pt x="111785" y="17088"/>
                  <a:pt x="111414" y="17088"/>
                </a:cubicBezTo>
                <a:lnTo>
                  <a:pt x="75152" y="75324"/>
                </a:lnTo>
                <a:cubicBezTo>
                  <a:pt x="52607" y="111785"/>
                  <a:pt x="40948" y="130445"/>
                  <a:pt x="40205" y="131302"/>
                </a:cubicBezTo>
                <a:cubicBezTo>
                  <a:pt x="39834" y="131559"/>
                  <a:pt x="39405" y="131874"/>
                  <a:pt x="38891" y="132245"/>
                </a:cubicBezTo>
                <a:lnTo>
                  <a:pt x="35519" y="132445"/>
                </a:lnTo>
                <a:lnTo>
                  <a:pt x="34204" y="132445"/>
                </a:lnTo>
                <a:cubicBezTo>
                  <a:pt x="31947" y="132445"/>
                  <a:pt x="30804" y="132017"/>
                  <a:pt x="30804" y="131131"/>
                </a:cubicBezTo>
                <a:cubicBezTo>
                  <a:pt x="30432" y="130388"/>
                  <a:pt x="28004" y="110328"/>
                  <a:pt x="23489" y="71009"/>
                </a:cubicBezTo>
                <a:cubicBezTo>
                  <a:pt x="18717" y="31175"/>
                  <a:pt x="16288" y="11087"/>
                  <a:pt x="16145" y="10687"/>
                </a:cubicBezTo>
                <a:cubicBezTo>
                  <a:pt x="15516" y="9315"/>
                  <a:pt x="11659" y="8630"/>
                  <a:pt x="4515" y="8630"/>
                </a:cubicBezTo>
                <a:lnTo>
                  <a:pt x="1314" y="8630"/>
                </a:lnTo>
                <a:cubicBezTo>
                  <a:pt x="429" y="8001"/>
                  <a:pt x="0" y="7315"/>
                  <a:pt x="0" y="65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96543-26CD-43BA-B45B-D644EAFC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397" y="620163"/>
            <a:ext cx="134703" cy="132445"/>
          </a:xfrm>
          <a:custGeom xmlns:a="http://schemas.openxmlformats.org/drawingml/2006/main">
            <a:pathLst>
              <a:path w="134703" h="132445" fill="none">
                <a:moveTo>
                  <a:pt x="0" y="6572"/>
                </a:moveTo>
                <a:cubicBezTo>
                  <a:pt x="0" y="3800"/>
                  <a:pt x="829" y="1629"/>
                  <a:pt x="2457" y="0"/>
                </a:cubicBezTo>
                <a:lnTo>
                  <a:pt x="4515" y="0"/>
                </a:lnTo>
                <a:cubicBezTo>
                  <a:pt x="9773" y="371"/>
                  <a:pt x="16345" y="571"/>
                  <a:pt x="24232" y="571"/>
                </a:cubicBezTo>
                <a:cubicBezTo>
                  <a:pt x="39005" y="571"/>
                  <a:pt x="47720" y="371"/>
                  <a:pt x="50349" y="0"/>
                </a:cubicBezTo>
                <a:lnTo>
                  <a:pt x="52235" y="0"/>
                </a:lnTo>
                <a:cubicBezTo>
                  <a:pt x="52978" y="743"/>
                  <a:pt x="53350" y="1314"/>
                  <a:pt x="53350" y="1686"/>
                </a:cubicBezTo>
                <a:cubicBezTo>
                  <a:pt x="53350" y="2057"/>
                  <a:pt x="53235" y="3172"/>
                  <a:pt x="52978" y="5058"/>
                </a:cubicBezTo>
                <a:cubicBezTo>
                  <a:pt x="52349" y="6944"/>
                  <a:pt x="51806" y="8115"/>
                  <a:pt x="51292" y="8630"/>
                </a:cubicBezTo>
                <a:lnTo>
                  <a:pt x="47349" y="8630"/>
                </a:lnTo>
                <a:cubicBezTo>
                  <a:pt x="44606" y="8887"/>
                  <a:pt x="42720" y="9001"/>
                  <a:pt x="41691" y="9001"/>
                </a:cubicBezTo>
                <a:cubicBezTo>
                  <a:pt x="38090" y="9630"/>
                  <a:pt x="36090" y="10573"/>
                  <a:pt x="35690" y="11830"/>
                </a:cubicBezTo>
                <a:cubicBezTo>
                  <a:pt x="35690" y="12087"/>
                  <a:pt x="37519" y="27803"/>
                  <a:pt x="41148" y="58979"/>
                </a:cubicBezTo>
                <a:cubicBezTo>
                  <a:pt x="44777" y="90183"/>
                  <a:pt x="46663" y="105899"/>
                  <a:pt x="46777" y="106156"/>
                </a:cubicBezTo>
                <a:lnTo>
                  <a:pt x="60493" y="84153"/>
                </a:lnTo>
                <a:cubicBezTo>
                  <a:pt x="69637" y="69523"/>
                  <a:pt x="78781" y="54721"/>
                  <a:pt x="87925" y="39805"/>
                </a:cubicBezTo>
                <a:cubicBezTo>
                  <a:pt x="97069" y="24917"/>
                  <a:pt x="101756" y="17202"/>
                  <a:pt x="102013" y="16716"/>
                </a:cubicBezTo>
                <a:cubicBezTo>
                  <a:pt x="102527" y="15831"/>
                  <a:pt x="102784" y="14888"/>
                  <a:pt x="102784" y="13887"/>
                </a:cubicBezTo>
                <a:cubicBezTo>
                  <a:pt x="102784" y="10887"/>
                  <a:pt x="100012" y="9144"/>
                  <a:pt x="94498" y="8630"/>
                </a:cubicBezTo>
                <a:cubicBezTo>
                  <a:pt x="92240" y="8630"/>
                  <a:pt x="91126" y="7944"/>
                  <a:pt x="91126" y="6572"/>
                </a:cubicBezTo>
                <a:cubicBezTo>
                  <a:pt x="91126" y="6458"/>
                  <a:pt x="91240" y="5629"/>
                  <a:pt x="91497" y="4115"/>
                </a:cubicBezTo>
                <a:cubicBezTo>
                  <a:pt x="91869" y="2372"/>
                  <a:pt x="92240" y="1229"/>
                  <a:pt x="92640" y="743"/>
                </a:cubicBezTo>
                <a:cubicBezTo>
                  <a:pt x="92983" y="257"/>
                  <a:pt x="93812" y="0"/>
                  <a:pt x="95069" y="0"/>
                </a:cubicBezTo>
                <a:cubicBezTo>
                  <a:pt x="95326" y="0"/>
                  <a:pt x="96069" y="0"/>
                  <a:pt x="97326" y="0"/>
                </a:cubicBezTo>
                <a:cubicBezTo>
                  <a:pt x="98584" y="0"/>
                  <a:pt x="100698" y="57"/>
                  <a:pt x="103699" y="171"/>
                </a:cubicBezTo>
                <a:cubicBezTo>
                  <a:pt x="106699" y="314"/>
                  <a:pt x="110728" y="371"/>
                  <a:pt x="115729" y="371"/>
                </a:cubicBezTo>
                <a:cubicBezTo>
                  <a:pt x="124358" y="371"/>
                  <a:pt x="129816" y="257"/>
                  <a:pt x="132074" y="0"/>
                </a:cubicBezTo>
                <a:lnTo>
                  <a:pt x="133388" y="0"/>
                </a:lnTo>
                <a:cubicBezTo>
                  <a:pt x="134274" y="886"/>
                  <a:pt x="134703" y="1543"/>
                  <a:pt x="134703" y="2057"/>
                </a:cubicBezTo>
                <a:cubicBezTo>
                  <a:pt x="134703" y="4201"/>
                  <a:pt x="134131" y="6201"/>
                  <a:pt x="133017" y="8087"/>
                </a:cubicBezTo>
                <a:cubicBezTo>
                  <a:pt x="132645" y="8430"/>
                  <a:pt x="131559" y="8630"/>
                  <a:pt x="129816" y="8630"/>
                </a:cubicBezTo>
                <a:cubicBezTo>
                  <a:pt x="128187" y="8773"/>
                  <a:pt x="126702" y="8887"/>
                  <a:pt x="125301" y="9001"/>
                </a:cubicBezTo>
                <a:cubicBezTo>
                  <a:pt x="123930" y="9144"/>
                  <a:pt x="122615" y="9458"/>
                  <a:pt x="121358" y="9944"/>
                </a:cubicBezTo>
                <a:cubicBezTo>
                  <a:pt x="120129" y="10458"/>
                  <a:pt x="119101" y="10887"/>
                  <a:pt x="118358" y="11259"/>
                </a:cubicBezTo>
                <a:cubicBezTo>
                  <a:pt x="117615" y="11659"/>
                  <a:pt x="116872" y="12144"/>
                  <a:pt x="116100" y="12773"/>
                </a:cubicBezTo>
                <a:cubicBezTo>
                  <a:pt x="115357" y="13402"/>
                  <a:pt x="114729" y="13830"/>
                  <a:pt x="114214" y="14087"/>
                </a:cubicBezTo>
                <a:cubicBezTo>
                  <a:pt x="113729" y="14345"/>
                  <a:pt x="113243" y="14888"/>
                  <a:pt x="112728" y="15773"/>
                </a:cubicBezTo>
                <a:cubicBezTo>
                  <a:pt x="112214" y="16659"/>
                  <a:pt x="111785" y="17088"/>
                  <a:pt x="111414" y="17088"/>
                </a:cubicBezTo>
                <a:lnTo>
                  <a:pt x="75152" y="75324"/>
                </a:lnTo>
                <a:cubicBezTo>
                  <a:pt x="52607" y="111785"/>
                  <a:pt x="40948" y="130445"/>
                  <a:pt x="40205" y="131302"/>
                </a:cubicBezTo>
                <a:cubicBezTo>
                  <a:pt x="39834" y="131559"/>
                  <a:pt x="39405" y="131874"/>
                  <a:pt x="38891" y="132245"/>
                </a:cubicBezTo>
                <a:lnTo>
                  <a:pt x="35519" y="132445"/>
                </a:lnTo>
                <a:lnTo>
                  <a:pt x="34204" y="132445"/>
                </a:lnTo>
                <a:cubicBezTo>
                  <a:pt x="31947" y="132445"/>
                  <a:pt x="30804" y="132017"/>
                  <a:pt x="30804" y="131131"/>
                </a:cubicBezTo>
                <a:cubicBezTo>
                  <a:pt x="30432" y="130388"/>
                  <a:pt x="28004" y="110328"/>
                  <a:pt x="23489" y="71009"/>
                </a:cubicBezTo>
                <a:cubicBezTo>
                  <a:pt x="18717" y="31175"/>
                  <a:pt x="16288" y="11087"/>
                  <a:pt x="16145" y="10687"/>
                </a:cubicBezTo>
                <a:cubicBezTo>
                  <a:pt x="15516" y="9315"/>
                  <a:pt x="11659" y="8630"/>
                  <a:pt x="4515" y="8630"/>
                </a:cubicBezTo>
                <a:lnTo>
                  <a:pt x="1314" y="8630"/>
                </a:lnTo>
                <a:cubicBezTo>
                  <a:pt x="429" y="8001"/>
                  <a:pt x="0" y="7315"/>
                  <a:pt x="0" y="65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0930"/>
              </a:srgbClr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3415F-34A7-4FB9-9729-A3FA5FCE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268" y="683000"/>
            <a:ext cx="78753" cy="96583"/>
          </a:xfrm>
          <a:custGeom xmlns:a="http://schemas.openxmlformats.org/drawingml/2006/main">
            <a:pathLst>
              <a:path w="78753" h="96583">
                <a:moveTo>
                  <a:pt x="34004" y="90468"/>
                </a:moveTo>
                <a:cubicBezTo>
                  <a:pt x="39233" y="90468"/>
                  <a:pt x="44006" y="88154"/>
                  <a:pt x="48349" y="83553"/>
                </a:cubicBezTo>
                <a:cubicBezTo>
                  <a:pt x="52692" y="78953"/>
                  <a:pt x="54893" y="73609"/>
                  <a:pt x="54978" y="67494"/>
                </a:cubicBezTo>
                <a:cubicBezTo>
                  <a:pt x="54978" y="61893"/>
                  <a:pt x="52692" y="58064"/>
                  <a:pt x="48092" y="55921"/>
                </a:cubicBezTo>
                <a:cubicBezTo>
                  <a:pt x="38691" y="53550"/>
                  <a:pt x="32661" y="51892"/>
                  <a:pt x="30004" y="51006"/>
                </a:cubicBezTo>
                <a:cubicBezTo>
                  <a:pt x="27375" y="50121"/>
                  <a:pt x="25489" y="49235"/>
                  <a:pt x="24432" y="48377"/>
                </a:cubicBezTo>
                <a:cubicBezTo>
                  <a:pt x="19117" y="44634"/>
                  <a:pt x="16459" y="39291"/>
                  <a:pt x="16459" y="32290"/>
                </a:cubicBezTo>
                <a:cubicBezTo>
                  <a:pt x="16459" y="26889"/>
                  <a:pt x="17888" y="21974"/>
                  <a:pt x="20717" y="17545"/>
                </a:cubicBezTo>
                <a:cubicBezTo>
                  <a:pt x="23546" y="13116"/>
                  <a:pt x="26432" y="9801"/>
                  <a:pt x="29347" y="7601"/>
                </a:cubicBezTo>
                <a:cubicBezTo>
                  <a:pt x="31918" y="5372"/>
                  <a:pt x="35004" y="3600"/>
                  <a:pt x="38633" y="2286"/>
                </a:cubicBezTo>
                <a:cubicBezTo>
                  <a:pt x="42291" y="943"/>
                  <a:pt x="45120" y="229"/>
                  <a:pt x="47149" y="143"/>
                </a:cubicBezTo>
                <a:lnTo>
                  <a:pt x="48606" y="143"/>
                </a:lnTo>
                <a:lnTo>
                  <a:pt x="49549" y="143"/>
                </a:lnTo>
                <a:cubicBezTo>
                  <a:pt x="58036" y="143"/>
                  <a:pt x="64208" y="2972"/>
                  <a:pt x="68009" y="8658"/>
                </a:cubicBezTo>
                <a:cubicBezTo>
                  <a:pt x="68094" y="8658"/>
                  <a:pt x="68666" y="8058"/>
                  <a:pt x="69723" y="6915"/>
                </a:cubicBezTo>
                <a:cubicBezTo>
                  <a:pt x="70780" y="5772"/>
                  <a:pt x="71952" y="4486"/>
                  <a:pt x="73181" y="3058"/>
                </a:cubicBezTo>
                <a:cubicBezTo>
                  <a:pt x="74409" y="1657"/>
                  <a:pt x="75324" y="686"/>
                  <a:pt x="75838" y="143"/>
                </a:cubicBezTo>
                <a:cubicBezTo>
                  <a:pt x="75924" y="143"/>
                  <a:pt x="76095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53" y="314"/>
                  <a:pt x="78753" y="943"/>
                </a:cubicBezTo>
                <a:cubicBezTo>
                  <a:pt x="78753" y="1572"/>
                  <a:pt x="77524" y="6915"/>
                  <a:pt x="75038" y="17002"/>
                </a:cubicBezTo>
                <a:cubicBezTo>
                  <a:pt x="72581" y="27118"/>
                  <a:pt x="71152" y="32347"/>
                  <a:pt x="70780" y="32690"/>
                </a:cubicBezTo>
                <a:cubicBezTo>
                  <a:pt x="70437" y="33033"/>
                  <a:pt x="69723" y="33176"/>
                  <a:pt x="68666" y="33090"/>
                </a:cubicBezTo>
                <a:cubicBezTo>
                  <a:pt x="66894" y="33090"/>
                  <a:pt x="66008" y="32690"/>
                  <a:pt x="66008" y="31890"/>
                </a:cubicBezTo>
                <a:cubicBezTo>
                  <a:pt x="66008" y="31375"/>
                  <a:pt x="66065" y="30918"/>
                  <a:pt x="66151" y="30547"/>
                </a:cubicBezTo>
                <a:cubicBezTo>
                  <a:pt x="66151" y="30289"/>
                  <a:pt x="66180" y="29461"/>
                  <a:pt x="66265" y="28032"/>
                </a:cubicBezTo>
                <a:cubicBezTo>
                  <a:pt x="66351" y="26632"/>
                  <a:pt x="66437" y="25460"/>
                  <a:pt x="66551" y="24574"/>
                </a:cubicBezTo>
                <a:cubicBezTo>
                  <a:pt x="66551" y="21574"/>
                  <a:pt x="66151" y="18974"/>
                  <a:pt x="65351" y="16745"/>
                </a:cubicBezTo>
                <a:cubicBezTo>
                  <a:pt x="64551" y="14545"/>
                  <a:pt x="63751" y="12887"/>
                  <a:pt x="62951" y="11830"/>
                </a:cubicBezTo>
                <a:cubicBezTo>
                  <a:pt x="62151" y="10773"/>
                  <a:pt x="61036" y="9658"/>
                  <a:pt x="59636" y="8515"/>
                </a:cubicBezTo>
                <a:cubicBezTo>
                  <a:pt x="56436" y="6658"/>
                  <a:pt x="52835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18" y="15916"/>
                  <a:pt x="28118" y="20603"/>
                  <a:pt x="28032" y="25918"/>
                </a:cubicBezTo>
                <a:cubicBezTo>
                  <a:pt x="28032" y="28575"/>
                  <a:pt x="28689" y="30861"/>
                  <a:pt x="30004" y="32804"/>
                </a:cubicBezTo>
                <a:cubicBezTo>
                  <a:pt x="31347" y="34776"/>
                  <a:pt x="33147" y="36147"/>
                  <a:pt x="35462" y="36947"/>
                </a:cubicBezTo>
                <a:cubicBezTo>
                  <a:pt x="35804" y="37119"/>
                  <a:pt x="38919" y="37948"/>
                  <a:pt x="44777" y="39462"/>
                </a:cubicBezTo>
                <a:cubicBezTo>
                  <a:pt x="50606" y="40977"/>
                  <a:pt x="53578" y="41777"/>
                  <a:pt x="53664" y="41862"/>
                </a:cubicBezTo>
                <a:cubicBezTo>
                  <a:pt x="56664" y="42834"/>
                  <a:pt x="59579" y="44948"/>
                  <a:pt x="62408" y="48235"/>
                </a:cubicBezTo>
                <a:cubicBezTo>
                  <a:pt x="65265" y="51492"/>
                  <a:pt x="66665" y="55921"/>
                  <a:pt x="66665" y="61522"/>
                </a:cubicBezTo>
                <a:cubicBezTo>
                  <a:pt x="66665" y="63808"/>
                  <a:pt x="66323" y="66294"/>
                  <a:pt x="65608" y="68951"/>
                </a:cubicBezTo>
                <a:cubicBezTo>
                  <a:pt x="65180" y="70895"/>
                  <a:pt x="64379" y="73066"/>
                  <a:pt x="63236" y="75467"/>
                </a:cubicBezTo>
                <a:cubicBezTo>
                  <a:pt x="62065" y="77838"/>
                  <a:pt x="60493" y="80467"/>
                  <a:pt x="58436" y="83296"/>
                </a:cubicBezTo>
                <a:cubicBezTo>
                  <a:pt x="56407" y="86125"/>
                  <a:pt x="53492" y="88783"/>
                  <a:pt x="49663" y="91269"/>
                </a:cubicBezTo>
                <a:cubicBezTo>
                  <a:pt x="45863" y="93726"/>
                  <a:pt x="41691" y="95412"/>
                  <a:pt x="37176" y="96298"/>
                </a:cubicBezTo>
                <a:cubicBezTo>
                  <a:pt x="36119" y="96498"/>
                  <a:pt x="34604" y="96583"/>
                  <a:pt x="32661" y="96583"/>
                </a:cubicBezTo>
                <a:cubicBezTo>
                  <a:pt x="23889" y="96583"/>
                  <a:pt x="17088" y="94126"/>
                  <a:pt x="12202" y="89268"/>
                </a:cubicBezTo>
                <a:lnTo>
                  <a:pt x="10887" y="87811"/>
                </a:lnTo>
                <a:lnTo>
                  <a:pt x="7172" y="91926"/>
                </a:lnTo>
                <a:cubicBezTo>
                  <a:pt x="5144" y="94326"/>
                  <a:pt x="3886" y="95698"/>
                  <a:pt x="3458" y="96041"/>
                </a:cubicBezTo>
                <a:cubicBezTo>
                  <a:pt x="3000" y="96383"/>
                  <a:pt x="2429" y="96583"/>
                  <a:pt x="1715" y="96583"/>
                </a:cubicBezTo>
                <a:cubicBezTo>
                  <a:pt x="571" y="96583"/>
                  <a:pt x="0" y="96212"/>
                  <a:pt x="0" y="95526"/>
                </a:cubicBezTo>
                <a:cubicBezTo>
                  <a:pt x="0" y="95240"/>
                  <a:pt x="2572" y="84839"/>
                  <a:pt x="7715" y="64294"/>
                </a:cubicBezTo>
                <a:cubicBezTo>
                  <a:pt x="7887" y="63779"/>
                  <a:pt x="8773" y="63494"/>
                  <a:pt x="10373" y="63494"/>
                </a:cubicBezTo>
                <a:lnTo>
                  <a:pt x="12087" y="63494"/>
                </a:lnTo>
                <a:cubicBezTo>
                  <a:pt x="12630" y="64037"/>
                  <a:pt x="12887" y="64522"/>
                  <a:pt x="12887" y="64951"/>
                </a:cubicBezTo>
                <a:cubicBezTo>
                  <a:pt x="12887" y="65151"/>
                  <a:pt x="12830" y="65551"/>
                  <a:pt x="12744" y="66151"/>
                </a:cubicBezTo>
                <a:cubicBezTo>
                  <a:pt x="12659" y="66780"/>
                  <a:pt x="12487" y="67694"/>
                  <a:pt x="12202" y="68951"/>
                </a:cubicBezTo>
                <a:cubicBezTo>
                  <a:pt x="11944" y="70180"/>
                  <a:pt x="11859" y="71638"/>
                  <a:pt x="11944" y="73323"/>
                </a:cubicBezTo>
                <a:cubicBezTo>
                  <a:pt x="12116" y="76781"/>
                  <a:pt x="12916" y="79696"/>
                  <a:pt x="14345" y="82096"/>
                </a:cubicBezTo>
                <a:cubicBezTo>
                  <a:pt x="15773" y="84496"/>
                  <a:pt x="17659" y="86268"/>
                  <a:pt x="20060" y="87411"/>
                </a:cubicBezTo>
                <a:cubicBezTo>
                  <a:pt x="22460" y="88554"/>
                  <a:pt x="24746" y="89354"/>
                  <a:pt x="26946" y="89811"/>
                </a:cubicBezTo>
                <a:cubicBezTo>
                  <a:pt x="29175" y="90240"/>
                  <a:pt x="31518" y="90468"/>
                  <a:pt x="34004" y="904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19439-F1E8-4178-A8A5-3D48901F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268" y="683000"/>
            <a:ext cx="78753" cy="96583"/>
          </a:xfrm>
          <a:custGeom xmlns:a="http://schemas.openxmlformats.org/drawingml/2006/main">
            <a:pathLst>
              <a:path w="78753" h="96583" fill="none">
                <a:moveTo>
                  <a:pt x="34004" y="90468"/>
                </a:moveTo>
                <a:cubicBezTo>
                  <a:pt x="39233" y="90468"/>
                  <a:pt x="44006" y="88154"/>
                  <a:pt x="48349" y="83553"/>
                </a:cubicBezTo>
                <a:cubicBezTo>
                  <a:pt x="52692" y="78953"/>
                  <a:pt x="54893" y="73609"/>
                  <a:pt x="54978" y="67494"/>
                </a:cubicBezTo>
                <a:cubicBezTo>
                  <a:pt x="54978" y="61893"/>
                  <a:pt x="52692" y="58064"/>
                  <a:pt x="48092" y="55921"/>
                </a:cubicBezTo>
                <a:cubicBezTo>
                  <a:pt x="38691" y="53550"/>
                  <a:pt x="32661" y="51892"/>
                  <a:pt x="30004" y="51006"/>
                </a:cubicBezTo>
                <a:cubicBezTo>
                  <a:pt x="27375" y="50121"/>
                  <a:pt x="25489" y="49235"/>
                  <a:pt x="24432" y="48377"/>
                </a:cubicBezTo>
                <a:cubicBezTo>
                  <a:pt x="19117" y="44634"/>
                  <a:pt x="16459" y="39291"/>
                  <a:pt x="16459" y="32290"/>
                </a:cubicBezTo>
                <a:cubicBezTo>
                  <a:pt x="16459" y="26889"/>
                  <a:pt x="17888" y="21974"/>
                  <a:pt x="20717" y="17545"/>
                </a:cubicBezTo>
                <a:cubicBezTo>
                  <a:pt x="23546" y="13116"/>
                  <a:pt x="26432" y="9801"/>
                  <a:pt x="29347" y="7601"/>
                </a:cubicBezTo>
                <a:cubicBezTo>
                  <a:pt x="31918" y="5372"/>
                  <a:pt x="35004" y="3600"/>
                  <a:pt x="38633" y="2286"/>
                </a:cubicBezTo>
                <a:cubicBezTo>
                  <a:pt x="42291" y="943"/>
                  <a:pt x="45120" y="229"/>
                  <a:pt x="47149" y="143"/>
                </a:cubicBezTo>
                <a:lnTo>
                  <a:pt x="48606" y="143"/>
                </a:lnTo>
                <a:lnTo>
                  <a:pt x="49549" y="143"/>
                </a:lnTo>
                <a:cubicBezTo>
                  <a:pt x="58036" y="143"/>
                  <a:pt x="64208" y="2972"/>
                  <a:pt x="68009" y="8658"/>
                </a:cubicBezTo>
                <a:cubicBezTo>
                  <a:pt x="68094" y="8658"/>
                  <a:pt x="68666" y="8058"/>
                  <a:pt x="69723" y="6915"/>
                </a:cubicBezTo>
                <a:cubicBezTo>
                  <a:pt x="70780" y="5772"/>
                  <a:pt x="71952" y="4486"/>
                  <a:pt x="73181" y="3058"/>
                </a:cubicBezTo>
                <a:cubicBezTo>
                  <a:pt x="74409" y="1657"/>
                  <a:pt x="75324" y="686"/>
                  <a:pt x="75838" y="143"/>
                </a:cubicBezTo>
                <a:cubicBezTo>
                  <a:pt x="75924" y="143"/>
                  <a:pt x="76095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53" y="314"/>
                  <a:pt x="78753" y="943"/>
                </a:cubicBezTo>
                <a:cubicBezTo>
                  <a:pt x="78753" y="1572"/>
                  <a:pt x="77524" y="6915"/>
                  <a:pt x="75038" y="17002"/>
                </a:cubicBezTo>
                <a:cubicBezTo>
                  <a:pt x="72581" y="27118"/>
                  <a:pt x="71152" y="32347"/>
                  <a:pt x="70780" y="32690"/>
                </a:cubicBezTo>
                <a:cubicBezTo>
                  <a:pt x="70437" y="33033"/>
                  <a:pt x="69723" y="33176"/>
                  <a:pt x="68666" y="33090"/>
                </a:cubicBezTo>
                <a:cubicBezTo>
                  <a:pt x="66894" y="33090"/>
                  <a:pt x="66008" y="32690"/>
                  <a:pt x="66008" y="31890"/>
                </a:cubicBezTo>
                <a:cubicBezTo>
                  <a:pt x="66008" y="31375"/>
                  <a:pt x="66065" y="30918"/>
                  <a:pt x="66151" y="30547"/>
                </a:cubicBezTo>
                <a:cubicBezTo>
                  <a:pt x="66151" y="30289"/>
                  <a:pt x="66180" y="29461"/>
                  <a:pt x="66265" y="28032"/>
                </a:cubicBezTo>
                <a:cubicBezTo>
                  <a:pt x="66351" y="26632"/>
                  <a:pt x="66437" y="25460"/>
                  <a:pt x="66551" y="24574"/>
                </a:cubicBezTo>
                <a:cubicBezTo>
                  <a:pt x="66551" y="21574"/>
                  <a:pt x="66151" y="18974"/>
                  <a:pt x="65351" y="16745"/>
                </a:cubicBezTo>
                <a:cubicBezTo>
                  <a:pt x="64551" y="14545"/>
                  <a:pt x="63751" y="12887"/>
                  <a:pt x="62951" y="11830"/>
                </a:cubicBezTo>
                <a:cubicBezTo>
                  <a:pt x="62151" y="10773"/>
                  <a:pt x="61036" y="9658"/>
                  <a:pt x="59636" y="8515"/>
                </a:cubicBezTo>
                <a:cubicBezTo>
                  <a:pt x="56436" y="6658"/>
                  <a:pt x="52835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18" y="15916"/>
                  <a:pt x="28118" y="20603"/>
                  <a:pt x="28032" y="25918"/>
                </a:cubicBezTo>
                <a:cubicBezTo>
                  <a:pt x="28032" y="28575"/>
                  <a:pt x="28689" y="30861"/>
                  <a:pt x="30004" y="32804"/>
                </a:cubicBezTo>
                <a:cubicBezTo>
                  <a:pt x="31347" y="34776"/>
                  <a:pt x="33147" y="36147"/>
                  <a:pt x="35462" y="36947"/>
                </a:cubicBezTo>
                <a:cubicBezTo>
                  <a:pt x="35804" y="37119"/>
                  <a:pt x="38919" y="37948"/>
                  <a:pt x="44777" y="39462"/>
                </a:cubicBezTo>
                <a:cubicBezTo>
                  <a:pt x="50606" y="40977"/>
                  <a:pt x="53578" y="41777"/>
                  <a:pt x="53664" y="41862"/>
                </a:cubicBezTo>
                <a:cubicBezTo>
                  <a:pt x="56664" y="42834"/>
                  <a:pt x="59579" y="44948"/>
                  <a:pt x="62408" y="48235"/>
                </a:cubicBezTo>
                <a:cubicBezTo>
                  <a:pt x="65265" y="51492"/>
                  <a:pt x="66665" y="55921"/>
                  <a:pt x="66665" y="61522"/>
                </a:cubicBezTo>
                <a:cubicBezTo>
                  <a:pt x="66665" y="63808"/>
                  <a:pt x="66323" y="66294"/>
                  <a:pt x="65608" y="68951"/>
                </a:cubicBezTo>
                <a:cubicBezTo>
                  <a:pt x="65180" y="70895"/>
                  <a:pt x="64379" y="73066"/>
                  <a:pt x="63236" y="75467"/>
                </a:cubicBezTo>
                <a:cubicBezTo>
                  <a:pt x="62065" y="77838"/>
                  <a:pt x="60493" y="80467"/>
                  <a:pt x="58436" y="83296"/>
                </a:cubicBezTo>
                <a:cubicBezTo>
                  <a:pt x="56407" y="86125"/>
                  <a:pt x="53492" y="88783"/>
                  <a:pt x="49663" y="91269"/>
                </a:cubicBezTo>
                <a:cubicBezTo>
                  <a:pt x="45863" y="93726"/>
                  <a:pt x="41691" y="95412"/>
                  <a:pt x="37176" y="96298"/>
                </a:cubicBezTo>
                <a:cubicBezTo>
                  <a:pt x="36119" y="96498"/>
                  <a:pt x="34604" y="96583"/>
                  <a:pt x="32661" y="96583"/>
                </a:cubicBezTo>
                <a:cubicBezTo>
                  <a:pt x="23889" y="96583"/>
                  <a:pt x="17088" y="94126"/>
                  <a:pt x="12202" y="89268"/>
                </a:cubicBezTo>
                <a:lnTo>
                  <a:pt x="10887" y="87811"/>
                </a:lnTo>
                <a:lnTo>
                  <a:pt x="7172" y="91926"/>
                </a:lnTo>
                <a:cubicBezTo>
                  <a:pt x="5144" y="94326"/>
                  <a:pt x="3886" y="95698"/>
                  <a:pt x="3458" y="96041"/>
                </a:cubicBezTo>
                <a:cubicBezTo>
                  <a:pt x="3000" y="96383"/>
                  <a:pt x="2429" y="96583"/>
                  <a:pt x="1715" y="96583"/>
                </a:cubicBezTo>
                <a:cubicBezTo>
                  <a:pt x="571" y="96583"/>
                  <a:pt x="0" y="96212"/>
                  <a:pt x="0" y="95526"/>
                </a:cubicBezTo>
                <a:cubicBezTo>
                  <a:pt x="0" y="95240"/>
                  <a:pt x="2572" y="84839"/>
                  <a:pt x="7715" y="64294"/>
                </a:cubicBezTo>
                <a:cubicBezTo>
                  <a:pt x="7887" y="63779"/>
                  <a:pt x="8773" y="63494"/>
                  <a:pt x="10373" y="63494"/>
                </a:cubicBezTo>
                <a:lnTo>
                  <a:pt x="12087" y="63494"/>
                </a:lnTo>
                <a:cubicBezTo>
                  <a:pt x="12630" y="64037"/>
                  <a:pt x="12887" y="64522"/>
                  <a:pt x="12887" y="64951"/>
                </a:cubicBezTo>
                <a:cubicBezTo>
                  <a:pt x="12887" y="65151"/>
                  <a:pt x="12830" y="65551"/>
                  <a:pt x="12744" y="66151"/>
                </a:cubicBezTo>
                <a:cubicBezTo>
                  <a:pt x="12659" y="66780"/>
                  <a:pt x="12487" y="67694"/>
                  <a:pt x="12202" y="68951"/>
                </a:cubicBezTo>
                <a:cubicBezTo>
                  <a:pt x="11944" y="70180"/>
                  <a:pt x="11859" y="71638"/>
                  <a:pt x="11944" y="73323"/>
                </a:cubicBezTo>
                <a:cubicBezTo>
                  <a:pt x="12116" y="76781"/>
                  <a:pt x="12916" y="79696"/>
                  <a:pt x="14345" y="82096"/>
                </a:cubicBezTo>
                <a:cubicBezTo>
                  <a:pt x="15773" y="84496"/>
                  <a:pt x="17659" y="86268"/>
                  <a:pt x="20060" y="87411"/>
                </a:cubicBezTo>
                <a:cubicBezTo>
                  <a:pt x="22460" y="88554"/>
                  <a:pt x="24746" y="89354"/>
                  <a:pt x="26946" y="89811"/>
                </a:cubicBezTo>
                <a:cubicBezTo>
                  <a:pt x="29175" y="90240"/>
                  <a:pt x="31518" y="90468"/>
                  <a:pt x="34004" y="904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90256-0285-4299-9855-D369882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79" y="685800"/>
            <a:ext cx="134960" cy="90840"/>
          </a:xfrm>
          <a:custGeom xmlns:a="http://schemas.openxmlformats.org/drawingml/2006/main">
            <a:pathLst>
              <a:path w="134960" h="90840">
                <a:moveTo>
                  <a:pt x="33747" y="7315"/>
                </a:moveTo>
                <a:cubicBezTo>
                  <a:pt x="33747" y="6772"/>
                  <a:pt x="31204" y="6429"/>
                  <a:pt x="26175" y="6229"/>
                </a:cubicBezTo>
                <a:cubicBezTo>
                  <a:pt x="24032" y="6229"/>
                  <a:pt x="22660" y="6201"/>
                  <a:pt x="22060" y="6115"/>
                </a:cubicBezTo>
                <a:cubicBezTo>
                  <a:pt x="21431" y="6029"/>
                  <a:pt x="21117" y="5572"/>
                  <a:pt x="21117" y="4801"/>
                </a:cubicBezTo>
                <a:cubicBezTo>
                  <a:pt x="21117" y="4686"/>
                  <a:pt x="21203" y="4201"/>
                  <a:pt x="21374" y="3315"/>
                </a:cubicBezTo>
                <a:cubicBezTo>
                  <a:pt x="21460" y="3058"/>
                  <a:pt x="21574" y="2743"/>
                  <a:pt x="21660" y="2400"/>
                </a:cubicBezTo>
                <a:cubicBezTo>
                  <a:pt x="21746" y="2029"/>
                  <a:pt x="21774" y="1829"/>
                  <a:pt x="21774" y="1743"/>
                </a:cubicBezTo>
                <a:cubicBezTo>
                  <a:pt x="21774" y="1629"/>
                  <a:pt x="21860" y="1429"/>
                  <a:pt x="22060" y="1057"/>
                </a:cubicBezTo>
                <a:cubicBezTo>
                  <a:pt x="22231" y="714"/>
                  <a:pt x="22317" y="571"/>
                  <a:pt x="22317" y="657"/>
                </a:cubicBezTo>
                <a:cubicBezTo>
                  <a:pt x="22317" y="772"/>
                  <a:pt x="22489" y="657"/>
                  <a:pt x="22831" y="400"/>
                </a:cubicBezTo>
                <a:cubicBezTo>
                  <a:pt x="23203" y="143"/>
                  <a:pt x="23431" y="57"/>
                  <a:pt x="23517" y="143"/>
                </a:cubicBezTo>
                <a:cubicBezTo>
                  <a:pt x="23603" y="229"/>
                  <a:pt x="23946" y="229"/>
                  <a:pt x="24574" y="143"/>
                </a:cubicBezTo>
                <a:cubicBezTo>
                  <a:pt x="25175" y="57"/>
                  <a:pt x="25717" y="0"/>
                  <a:pt x="26175" y="0"/>
                </a:cubicBezTo>
                <a:cubicBezTo>
                  <a:pt x="26689" y="0"/>
                  <a:pt x="28032" y="0"/>
                  <a:pt x="30147" y="0"/>
                </a:cubicBezTo>
                <a:cubicBezTo>
                  <a:pt x="32290" y="0"/>
                  <a:pt x="34261" y="57"/>
                  <a:pt x="36119" y="143"/>
                </a:cubicBezTo>
                <a:cubicBezTo>
                  <a:pt x="43120" y="143"/>
                  <a:pt x="47149" y="143"/>
                  <a:pt x="48206" y="143"/>
                </a:cubicBezTo>
                <a:cubicBezTo>
                  <a:pt x="49263" y="143"/>
                  <a:pt x="49978" y="343"/>
                  <a:pt x="50349" y="800"/>
                </a:cubicBezTo>
                <a:cubicBezTo>
                  <a:pt x="50435" y="1143"/>
                  <a:pt x="52064" y="13630"/>
                  <a:pt x="55264" y="38262"/>
                </a:cubicBezTo>
                <a:lnTo>
                  <a:pt x="60036" y="75324"/>
                </a:lnTo>
                <a:lnTo>
                  <a:pt x="63094" y="70409"/>
                </a:lnTo>
                <a:cubicBezTo>
                  <a:pt x="65208" y="67208"/>
                  <a:pt x="68037" y="62779"/>
                  <a:pt x="71580" y="57121"/>
                </a:cubicBezTo>
                <a:cubicBezTo>
                  <a:pt x="75152" y="51435"/>
                  <a:pt x="79038" y="45263"/>
                  <a:pt x="83268" y="38519"/>
                </a:cubicBezTo>
                <a:cubicBezTo>
                  <a:pt x="98784" y="13830"/>
                  <a:pt x="106613" y="1372"/>
                  <a:pt x="106785" y="1200"/>
                </a:cubicBezTo>
                <a:cubicBezTo>
                  <a:pt x="106871" y="1114"/>
                  <a:pt x="107013" y="972"/>
                  <a:pt x="107185" y="800"/>
                </a:cubicBezTo>
                <a:cubicBezTo>
                  <a:pt x="107356" y="629"/>
                  <a:pt x="107556" y="486"/>
                  <a:pt x="107728" y="400"/>
                </a:cubicBezTo>
                <a:lnTo>
                  <a:pt x="108528" y="143"/>
                </a:lnTo>
                <a:lnTo>
                  <a:pt x="121272" y="143"/>
                </a:lnTo>
                <a:cubicBezTo>
                  <a:pt x="122787" y="143"/>
                  <a:pt x="124530" y="143"/>
                  <a:pt x="126587" y="143"/>
                </a:cubicBezTo>
                <a:cubicBezTo>
                  <a:pt x="128616" y="143"/>
                  <a:pt x="129902" y="86"/>
                  <a:pt x="130445" y="0"/>
                </a:cubicBezTo>
                <a:cubicBezTo>
                  <a:pt x="133445" y="0"/>
                  <a:pt x="134960" y="486"/>
                  <a:pt x="134960" y="1457"/>
                </a:cubicBezTo>
                <a:cubicBezTo>
                  <a:pt x="134960" y="1915"/>
                  <a:pt x="134817" y="2657"/>
                  <a:pt x="134560" y="3715"/>
                </a:cubicBezTo>
                <a:cubicBezTo>
                  <a:pt x="134274" y="4801"/>
                  <a:pt x="134160" y="5344"/>
                  <a:pt x="134160" y="5458"/>
                </a:cubicBezTo>
                <a:cubicBezTo>
                  <a:pt x="133788" y="5972"/>
                  <a:pt x="132159" y="6229"/>
                  <a:pt x="129245" y="6229"/>
                </a:cubicBezTo>
                <a:cubicBezTo>
                  <a:pt x="125701" y="6315"/>
                  <a:pt x="123444" y="6458"/>
                  <a:pt x="122472" y="6629"/>
                </a:cubicBezTo>
                <a:cubicBezTo>
                  <a:pt x="121501" y="6829"/>
                  <a:pt x="120701" y="7315"/>
                  <a:pt x="120072" y="8115"/>
                </a:cubicBezTo>
                <a:cubicBezTo>
                  <a:pt x="119815" y="8544"/>
                  <a:pt x="116615" y="21060"/>
                  <a:pt x="110500" y="45691"/>
                </a:cubicBezTo>
                <a:cubicBezTo>
                  <a:pt x="104413" y="70323"/>
                  <a:pt x="101298" y="82753"/>
                  <a:pt x="101213" y="83010"/>
                </a:cubicBezTo>
                <a:cubicBezTo>
                  <a:pt x="101213" y="83382"/>
                  <a:pt x="101270" y="83582"/>
                  <a:pt x="101356" y="83696"/>
                </a:cubicBezTo>
                <a:cubicBezTo>
                  <a:pt x="101441" y="83782"/>
                  <a:pt x="101756" y="83953"/>
                  <a:pt x="102270" y="84211"/>
                </a:cubicBezTo>
                <a:cubicBezTo>
                  <a:pt x="102813" y="84468"/>
                  <a:pt x="103556" y="84553"/>
                  <a:pt x="104527" y="84468"/>
                </a:cubicBezTo>
                <a:cubicBezTo>
                  <a:pt x="105499" y="84382"/>
                  <a:pt x="106985" y="84468"/>
                  <a:pt x="108928" y="84753"/>
                </a:cubicBezTo>
                <a:lnTo>
                  <a:pt x="113043" y="84753"/>
                </a:lnTo>
                <a:cubicBezTo>
                  <a:pt x="113557" y="85525"/>
                  <a:pt x="113814" y="86039"/>
                  <a:pt x="113814" y="86211"/>
                </a:cubicBezTo>
                <a:cubicBezTo>
                  <a:pt x="113814" y="87611"/>
                  <a:pt x="113528" y="88954"/>
                  <a:pt x="112900" y="90183"/>
                </a:cubicBezTo>
                <a:cubicBezTo>
                  <a:pt x="112443" y="90640"/>
                  <a:pt x="111757" y="90840"/>
                  <a:pt x="110785" y="90840"/>
                </a:cubicBezTo>
                <a:cubicBezTo>
                  <a:pt x="110328" y="90840"/>
                  <a:pt x="108528" y="90811"/>
                  <a:pt x="105327" y="90726"/>
                </a:cubicBezTo>
                <a:cubicBezTo>
                  <a:pt x="102127" y="90640"/>
                  <a:pt x="98069" y="90583"/>
                  <a:pt x="93097" y="90583"/>
                </a:cubicBezTo>
                <a:cubicBezTo>
                  <a:pt x="87697" y="90583"/>
                  <a:pt x="83639" y="90583"/>
                  <a:pt x="80896" y="90583"/>
                </a:cubicBezTo>
                <a:cubicBezTo>
                  <a:pt x="78153" y="90583"/>
                  <a:pt x="76610" y="90640"/>
                  <a:pt x="76238" y="90726"/>
                </a:cubicBezTo>
                <a:cubicBezTo>
                  <a:pt x="74724" y="90726"/>
                  <a:pt x="73981" y="90268"/>
                  <a:pt x="73981" y="89411"/>
                </a:cubicBezTo>
                <a:cubicBezTo>
                  <a:pt x="73981" y="89211"/>
                  <a:pt x="74066" y="88583"/>
                  <a:pt x="74238" y="87525"/>
                </a:cubicBezTo>
                <a:cubicBezTo>
                  <a:pt x="74609" y="86125"/>
                  <a:pt x="74952" y="85325"/>
                  <a:pt x="75324" y="85154"/>
                </a:cubicBezTo>
                <a:cubicBezTo>
                  <a:pt x="75667" y="84953"/>
                  <a:pt x="76667" y="84839"/>
                  <a:pt x="78353" y="84753"/>
                </a:cubicBezTo>
                <a:cubicBezTo>
                  <a:pt x="80753" y="84753"/>
                  <a:pt x="83410" y="84611"/>
                  <a:pt x="86325" y="84353"/>
                </a:cubicBezTo>
                <a:cubicBezTo>
                  <a:pt x="87582" y="84096"/>
                  <a:pt x="88411" y="83553"/>
                  <a:pt x="88868" y="82753"/>
                </a:cubicBezTo>
                <a:cubicBezTo>
                  <a:pt x="89040" y="82410"/>
                  <a:pt x="90726" y="75924"/>
                  <a:pt x="93897" y="63351"/>
                </a:cubicBezTo>
                <a:cubicBezTo>
                  <a:pt x="97098" y="50778"/>
                  <a:pt x="100241" y="38262"/>
                  <a:pt x="103327" y="25775"/>
                </a:cubicBezTo>
                <a:cubicBezTo>
                  <a:pt x="106442" y="13287"/>
                  <a:pt x="107985" y="7029"/>
                  <a:pt x="107985" y="7029"/>
                </a:cubicBezTo>
                <a:lnTo>
                  <a:pt x="82210" y="48092"/>
                </a:lnTo>
                <a:cubicBezTo>
                  <a:pt x="64865" y="75724"/>
                  <a:pt x="55950" y="89754"/>
                  <a:pt x="55521" y="90183"/>
                </a:cubicBezTo>
                <a:cubicBezTo>
                  <a:pt x="55350" y="90268"/>
                  <a:pt x="55178" y="90354"/>
                  <a:pt x="54978" y="90468"/>
                </a:cubicBezTo>
                <a:cubicBezTo>
                  <a:pt x="54550" y="90726"/>
                  <a:pt x="53835" y="90840"/>
                  <a:pt x="52864" y="90840"/>
                </a:cubicBezTo>
                <a:cubicBezTo>
                  <a:pt x="51521" y="90840"/>
                  <a:pt x="50749" y="90554"/>
                  <a:pt x="50463" y="89926"/>
                </a:cubicBezTo>
                <a:cubicBezTo>
                  <a:pt x="50292" y="89554"/>
                  <a:pt x="48492" y="75838"/>
                  <a:pt x="45034" y="48749"/>
                </a:cubicBezTo>
                <a:lnTo>
                  <a:pt x="39834" y="7972"/>
                </a:lnTo>
                <a:lnTo>
                  <a:pt x="30804" y="43834"/>
                </a:lnTo>
                <a:cubicBezTo>
                  <a:pt x="24889" y="67380"/>
                  <a:pt x="21917" y="79553"/>
                  <a:pt x="21917" y="80353"/>
                </a:cubicBezTo>
                <a:cubicBezTo>
                  <a:pt x="22431" y="83268"/>
                  <a:pt x="25632" y="84753"/>
                  <a:pt x="31490" y="84753"/>
                </a:cubicBezTo>
                <a:lnTo>
                  <a:pt x="32804" y="84753"/>
                </a:lnTo>
                <a:cubicBezTo>
                  <a:pt x="33347" y="85182"/>
                  <a:pt x="33661" y="85582"/>
                  <a:pt x="33747" y="85925"/>
                </a:cubicBezTo>
                <a:cubicBezTo>
                  <a:pt x="33833" y="86296"/>
                  <a:pt x="33690" y="87097"/>
                  <a:pt x="33347" y="88325"/>
                </a:cubicBezTo>
                <a:cubicBezTo>
                  <a:pt x="33004" y="89754"/>
                  <a:pt x="32633" y="90554"/>
                  <a:pt x="32290" y="90726"/>
                </a:cubicBezTo>
                <a:cubicBezTo>
                  <a:pt x="31918" y="90811"/>
                  <a:pt x="31432" y="90840"/>
                  <a:pt x="30804" y="90840"/>
                </a:cubicBezTo>
                <a:cubicBezTo>
                  <a:pt x="30632" y="90840"/>
                  <a:pt x="30118" y="90840"/>
                  <a:pt x="29232" y="90840"/>
                </a:cubicBezTo>
                <a:cubicBezTo>
                  <a:pt x="28346" y="90840"/>
                  <a:pt x="26832" y="90811"/>
                  <a:pt x="24717" y="90726"/>
                </a:cubicBezTo>
                <a:cubicBezTo>
                  <a:pt x="22574" y="90640"/>
                  <a:pt x="19745" y="90583"/>
                  <a:pt x="16202" y="90583"/>
                </a:cubicBezTo>
                <a:cubicBezTo>
                  <a:pt x="13545" y="90583"/>
                  <a:pt x="10801" y="90640"/>
                  <a:pt x="7972" y="90726"/>
                </a:cubicBezTo>
                <a:cubicBezTo>
                  <a:pt x="5143" y="90811"/>
                  <a:pt x="3515" y="90840"/>
                  <a:pt x="3058" y="90840"/>
                </a:cubicBezTo>
                <a:cubicBezTo>
                  <a:pt x="1715" y="90840"/>
                  <a:pt x="886" y="90783"/>
                  <a:pt x="543" y="90583"/>
                </a:cubicBezTo>
                <a:cubicBezTo>
                  <a:pt x="171" y="90411"/>
                  <a:pt x="0" y="90011"/>
                  <a:pt x="0" y="89411"/>
                </a:cubicBezTo>
                <a:cubicBezTo>
                  <a:pt x="0" y="89211"/>
                  <a:pt x="143" y="88583"/>
                  <a:pt x="400" y="87525"/>
                </a:cubicBezTo>
                <a:cubicBezTo>
                  <a:pt x="657" y="86468"/>
                  <a:pt x="886" y="85811"/>
                  <a:pt x="1057" y="85525"/>
                </a:cubicBezTo>
                <a:cubicBezTo>
                  <a:pt x="1257" y="85011"/>
                  <a:pt x="2229" y="84753"/>
                  <a:pt x="3972" y="84753"/>
                </a:cubicBezTo>
                <a:cubicBezTo>
                  <a:pt x="10173" y="84753"/>
                  <a:pt x="14116" y="82982"/>
                  <a:pt x="15802" y="79438"/>
                </a:cubicBezTo>
                <a:cubicBezTo>
                  <a:pt x="16145" y="78896"/>
                  <a:pt x="19231" y="67037"/>
                  <a:pt x="24975" y="43834"/>
                </a:cubicBezTo>
                <a:cubicBezTo>
                  <a:pt x="30718" y="20631"/>
                  <a:pt x="33661" y="8458"/>
                  <a:pt x="33747" y="73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7D7FC-8259-41D2-BD12-4201A19A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79" y="685800"/>
            <a:ext cx="134960" cy="90840"/>
          </a:xfrm>
          <a:custGeom xmlns:a="http://schemas.openxmlformats.org/drawingml/2006/main">
            <a:pathLst>
              <a:path w="134960" h="90840" fill="none">
                <a:moveTo>
                  <a:pt x="33747" y="7315"/>
                </a:moveTo>
                <a:cubicBezTo>
                  <a:pt x="33747" y="6772"/>
                  <a:pt x="31204" y="6429"/>
                  <a:pt x="26175" y="6229"/>
                </a:cubicBezTo>
                <a:cubicBezTo>
                  <a:pt x="24032" y="6229"/>
                  <a:pt x="22660" y="6201"/>
                  <a:pt x="22060" y="6115"/>
                </a:cubicBezTo>
                <a:cubicBezTo>
                  <a:pt x="21431" y="6029"/>
                  <a:pt x="21117" y="5572"/>
                  <a:pt x="21117" y="4801"/>
                </a:cubicBezTo>
                <a:cubicBezTo>
                  <a:pt x="21117" y="4686"/>
                  <a:pt x="21203" y="4201"/>
                  <a:pt x="21374" y="3315"/>
                </a:cubicBezTo>
                <a:cubicBezTo>
                  <a:pt x="21460" y="3058"/>
                  <a:pt x="21574" y="2743"/>
                  <a:pt x="21660" y="2400"/>
                </a:cubicBezTo>
                <a:cubicBezTo>
                  <a:pt x="21746" y="2029"/>
                  <a:pt x="21774" y="1829"/>
                  <a:pt x="21774" y="1743"/>
                </a:cubicBezTo>
                <a:cubicBezTo>
                  <a:pt x="21774" y="1629"/>
                  <a:pt x="21860" y="1429"/>
                  <a:pt x="22060" y="1057"/>
                </a:cubicBezTo>
                <a:cubicBezTo>
                  <a:pt x="22231" y="714"/>
                  <a:pt x="22317" y="571"/>
                  <a:pt x="22317" y="657"/>
                </a:cubicBezTo>
                <a:cubicBezTo>
                  <a:pt x="22317" y="772"/>
                  <a:pt x="22489" y="657"/>
                  <a:pt x="22831" y="400"/>
                </a:cubicBezTo>
                <a:cubicBezTo>
                  <a:pt x="23203" y="143"/>
                  <a:pt x="23431" y="57"/>
                  <a:pt x="23517" y="143"/>
                </a:cubicBezTo>
                <a:cubicBezTo>
                  <a:pt x="23603" y="229"/>
                  <a:pt x="23946" y="229"/>
                  <a:pt x="24574" y="143"/>
                </a:cubicBezTo>
                <a:cubicBezTo>
                  <a:pt x="25175" y="57"/>
                  <a:pt x="25717" y="0"/>
                  <a:pt x="26175" y="0"/>
                </a:cubicBezTo>
                <a:cubicBezTo>
                  <a:pt x="26689" y="0"/>
                  <a:pt x="28032" y="0"/>
                  <a:pt x="30147" y="0"/>
                </a:cubicBezTo>
                <a:cubicBezTo>
                  <a:pt x="32290" y="0"/>
                  <a:pt x="34261" y="57"/>
                  <a:pt x="36119" y="143"/>
                </a:cubicBezTo>
                <a:cubicBezTo>
                  <a:pt x="43120" y="143"/>
                  <a:pt x="47149" y="143"/>
                  <a:pt x="48206" y="143"/>
                </a:cubicBezTo>
                <a:cubicBezTo>
                  <a:pt x="49263" y="143"/>
                  <a:pt x="49978" y="343"/>
                  <a:pt x="50349" y="800"/>
                </a:cubicBezTo>
                <a:cubicBezTo>
                  <a:pt x="50435" y="1143"/>
                  <a:pt x="52064" y="13630"/>
                  <a:pt x="55264" y="38262"/>
                </a:cubicBezTo>
                <a:lnTo>
                  <a:pt x="60036" y="75324"/>
                </a:lnTo>
                <a:lnTo>
                  <a:pt x="63094" y="70409"/>
                </a:lnTo>
                <a:cubicBezTo>
                  <a:pt x="65208" y="67208"/>
                  <a:pt x="68037" y="62779"/>
                  <a:pt x="71580" y="57121"/>
                </a:cubicBezTo>
                <a:cubicBezTo>
                  <a:pt x="75152" y="51435"/>
                  <a:pt x="79038" y="45263"/>
                  <a:pt x="83268" y="38519"/>
                </a:cubicBezTo>
                <a:cubicBezTo>
                  <a:pt x="98784" y="13830"/>
                  <a:pt x="106613" y="1372"/>
                  <a:pt x="106785" y="1200"/>
                </a:cubicBezTo>
                <a:cubicBezTo>
                  <a:pt x="106871" y="1114"/>
                  <a:pt x="107013" y="972"/>
                  <a:pt x="107185" y="800"/>
                </a:cubicBezTo>
                <a:cubicBezTo>
                  <a:pt x="107356" y="629"/>
                  <a:pt x="107556" y="486"/>
                  <a:pt x="107728" y="400"/>
                </a:cubicBezTo>
                <a:lnTo>
                  <a:pt x="108528" y="143"/>
                </a:lnTo>
                <a:lnTo>
                  <a:pt x="121272" y="143"/>
                </a:lnTo>
                <a:cubicBezTo>
                  <a:pt x="122787" y="143"/>
                  <a:pt x="124530" y="143"/>
                  <a:pt x="126587" y="143"/>
                </a:cubicBezTo>
                <a:cubicBezTo>
                  <a:pt x="128616" y="143"/>
                  <a:pt x="129902" y="86"/>
                  <a:pt x="130445" y="0"/>
                </a:cubicBezTo>
                <a:cubicBezTo>
                  <a:pt x="133445" y="0"/>
                  <a:pt x="134960" y="486"/>
                  <a:pt x="134960" y="1457"/>
                </a:cubicBezTo>
                <a:cubicBezTo>
                  <a:pt x="134960" y="1915"/>
                  <a:pt x="134817" y="2657"/>
                  <a:pt x="134560" y="3715"/>
                </a:cubicBezTo>
                <a:cubicBezTo>
                  <a:pt x="134274" y="4801"/>
                  <a:pt x="134160" y="5344"/>
                  <a:pt x="134160" y="5458"/>
                </a:cubicBezTo>
                <a:cubicBezTo>
                  <a:pt x="133788" y="5972"/>
                  <a:pt x="132159" y="6229"/>
                  <a:pt x="129245" y="6229"/>
                </a:cubicBezTo>
                <a:cubicBezTo>
                  <a:pt x="125701" y="6315"/>
                  <a:pt x="123444" y="6458"/>
                  <a:pt x="122472" y="6629"/>
                </a:cubicBezTo>
                <a:cubicBezTo>
                  <a:pt x="121501" y="6829"/>
                  <a:pt x="120701" y="7315"/>
                  <a:pt x="120072" y="8115"/>
                </a:cubicBezTo>
                <a:cubicBezTo>
                  <a:pt x="119815" y="8544"/>
                  <a:pt x="116615" y="21060"/>
                  <a:pt x="110500" y="45691"/>
                </a:cubicBezTo>
                <a:cubicBezTo>
                  <a:pt x="104413" y="70323"/>
                  <a:pt x="101298" y="82753"/>
                  <a:pt x="101213" y="83010"/>
                </a:cubicBezTo>
                <a:cubicBezTo>
                  <a:pt x="101213" y="83382"/>
                  <a:pt x="101270" y="83582"/>
                  <a:pt x="101356" y="83696"/>
                </a:cubicBezTo>
                <a:cubicBezTo>
                  <a:pt x="101441" y="83782"/>
                  <a:pt x="101756" y="83953"/>
                  <a:pt x="102270" y="84211"/>
                </a:cubicBezTo>
                <a:cubicBezTo>
                  <a:pt x="102813" y="84468"/>
                  <a:pt x="103556" y="84553"/>
                  <a:pt x="104527" y="84468"/>
                </a:cubicBezTo>
                <a:cubicBezTo>
                  <a:pt x="105499" y="84382"/>
                  <a:pt x="106985" y="84468"/>
                  <a:pt x="108928" y="84753"/>
                </a:cubicBezTo>
                <a:lnTo>
                  <a:pt x="113043" y="84753"/>
                </a:lnTo>
                <a:cubicBezTo>
                  <a:pt x="113557" y="85525"/>
                  <a:pt x="113814" y="86039"/>
                  <a:pt x="113814" y="86211"/>
                </a:cubicBezTo>
                <a:cubicBezTo>
                  <a:pt x="113814" y="87611"/>
                  <a:pt x="113528" y="88954"/>
                  <a:pt x="112900" y="90183"/>
                </a:cubicBezTo>
                <a:cubicBezTo>
                  <a:pt x="112443" y="90640"/>
                  <a:pt x="111757" y="90840"/>
                  <a:pt x="110785" y="90840"/>
                </a:cubicBezTo>
                <a:cubicBezTo>
                  <a:pt x="110328" y="90840"/>
                  <a:pt x="108528" y="90811"/>
                  <a:pt x="105327" y="90726"/>
                </a:cubicBezTo>
                <a:cubicBezTo>
                  <a:pt x="102127" y="90640"/>
                  <a:pt x="98069" y="90583"/>
                  <a:pt x="93097" y="90583"/>
                </a:cubicBezTo>
                <a:cubicBezTo>
                  <a:pt x="87697" y="90583"/>
                  <a:pt x="83639" y="90583"/>
                  <a:pt x="80896" y="90583"/>
                </a:cubicBezTo>
                <a:cubicBezTo>
                  <a:pt x="78153" y="90583"/>
                  <a:pt x="76610" y="90640"/>
                  <a:pt x="76238" y="90726"/>
                </a:cubicBezTo>
                <a:cubicBezTo>
                  <a:pt x="74724" y="90726"/>
                  <a:pt x="73981" y="90268"/>
                  <a:pt x="73981" y="89411"/>
                </a:cubicBezTo>
                <a:cubicBezTo>
                  <a:pt x="73981" y="89211"/>
                  <a:pt x="74066" y="88583"/>
                  <a:pt x="74238" y="87525"/>
                </a:cubicBezTo>
                <a:cubicBezTo>
                  <a:pt x="74609" y="86125"/>
                  <a:pt x="74952" y="85325"/>
                  <a:pt x="75324" y="85154"/>
                </a:cubicBezTo>
                <a:cubicBezTo>
                  <a:pt x="75667" y="84953"/>
                  <a:pt x="76667" y="84839"/>
                  <a:pt x="78353" y="84753"/>
                </a:cubicBezTo>
                <a:cubicBezTo>
                  <a:pt x="80753" y="84753"/>
                  <a:pt x="83410" y="84611"/>
                  <a:pt x="86325" y="84353"/>
                </a:cubicBezTo>
                <a:cubicBezTo>
                  <a:pt x="87582" y="84096"/>
                  <a:pt x="88411" y="83553"/>
                  <a:pt x="88868" y="82753"/>
                </a:cubicBezTo>
                <a:cubicBezTo>
                  <a:pt x="89040" y="82410"/>
                  <a:pt x="90726" y="75924"/>
                  <a:pt x="93897" y="63351"/>
                </a:cubicBezTo>
                <a:cubicBezTo>
                  <a:pt x="97098" y="50778"/>
                  <a:pt x="100241" y="38262"/>
                  <a:pt x="103327" y="25775"/>
                </a:cubicBezTo>
                <a:cubicBezTo>
                  <a:pt x="106442" y="13287"/>
                  <a:pt x="107985" y="7029"/>
                  <a:pt x="107985" y="7029"/>
                </a:cubicBezTo>
                <a:lnTo>
                  <a:pt x="82210" y="48092"/>
                </a:lnTo>
                <a:cubicBezTo>
                  <a:pt x="64865" y="75724"/>
                  <a:pt x="55950" y="89754"/>
                  <a:pt x="55521" y="90183"/>
                </a:cubicBezTo>
                <a:cubicBezTo>
                  <a:pt x="55350" y="90268"/>
                  <a:pt x="55178" y="90354"/>
                  <a:pt x="54978" y="90468"/>
                </a:cubicBezTo>
                <a:cubicBezTo>
                  <a:pt x="54550" y="90726"/>
                  <a:pt x="53835" y="90840"/>
                  <a:pt x="52864" y="90840"/>
                </a:cubicBezTo>
                <a:cubicBezTo>
                  <a:pt x="51521" y="90840"/>
                  <a:pt x="50749" y="90554"/>
                  <a:pt x="50463" y="89926"/>
                </a:cubicBezTo>
                <a:cubicBezTo>
                  <a:pt x="50292" y="89554"/>
                  <a:pt x="48492" y="75838"/>
                  <a:pt x="45034" y="48749"/>
                </a:cubicBezTo>
                <a:lnTo>
                  <a:pt x="39834" y="7972"/>
                </a:lnTo>
                <a:lnTo>
                  <a:pt x="30804" y="43834"/>
                </a:lnTo>
                <a:cubicBezTo>
                  <a:pt x="24889" y="67380"/>
                  <a:pt x="21917" y="79553"/>
                  <a:pt x="21917" y="80353"/>
                </a:cubicBezTo>
                <a:cubicBezTo>
                  <a:pt x="22431" y="83268"/>
                  <a:pt x="25632" y="84753"/>
                  <a:pt x="31490" y="84753"/>
                </a:cubicBezTo>
                <a:lnTo>
                  <a:pt x="32804" y="84753"/>
                </a:lnTo>
                <a:cubicBezTo>
                  <a:pt x="33347" y="85182"/>
                  <a:pt x="33661" y="85582"/>
                  <a:pt x="33747" y="85925"/>
                </a:cubicBezTo>
                <a:cubicBezTo>
                  <a:pt x="33833" y="86296"/>
                  <a:pt x="33690" y="87097"/>
                  <a:pt x="33347" y="88325"/>
                </a:cubicBezTo>
                <a:cubicBezTo>
                  <a:pt x="33004" y="89754"/>
                  <a:pt x="32633" y="90554"/>
                  <a:pt x="32290" y="90726"/>
                </a:cubicBezTo>
                <a:cubicBezTo>
                  <a:pt x="31918" y="90811"/>
                  <a:pt x="31432" y="90840"/>
                  <a:pt x="30804" y="90840"/>
                </a:cubicBezTo>
                <a:cubicBezTo>
                  <a:pt x="30632" y="90840"/>
                  <a:pt x="30118" y="90840"/>
                  <a:pt x="29232" y="90840"/>
                </a:cubicBezTo>
                <a:cubicBezTo>
                  <a:pt x="28346" y="90840"/>
                  <a:pt x="26832" y="90811"/>
                  <a:pt x="24717" y="90726"/>
                </a:cubicBezTo>
                <a:cubicBezTo>
                  <a:pt x="22574" y="90640"/>
                  <a:pt x="19745" y="90583"/>
                  <a:pt x="16202" y="90583"/>
                </a:cubicBezTo>
                <a:cubicBezTo>
                  <a:pt x="13545" y="90583"/>
                  <a:pt x="10801" y="90640"/>
                  <a:pt x="7972" y="90726"/>
                </a:cubicBezTo>
                <a:cubicBezTo>
                  <a:pt x="5143" y="90811"/>
                  <a:pt x="3515" y="90840"/>
                  <a:pt x="3058" y="90840"/>
                </a:cubicBezTo>
                <a:cubicBezTo>
                  <a:pt x="1715" y="90840"/>
                  <a:pt x="886" y="90783"/>
                  <a:pt x="543" y="90583"/>
                </a:cubicBezTo>
                <a:cubicBezTo>
                  <a:pt x="171" y="90411"/>
                  <a:pt x="0" y="90011"/>
                  <a:pt x="0" y="89411"/>
                </a:cubicBezTo>
                <a:cubicBezTo>
                  <a:pt x="0" y="89211"/>
                  <a:pt x="143" y="88583"/>
                  <a:pt x="400" y="87525"/>
                </a:cubicBezTo>
                <a:cubicBezTo>
                  <a:pt x="657" y="86468"/>
                  <a:pt x="886" y="85811"/>
                  <a:pt x="1057" y="85525"/>
                </a:cubicBezTo>
                <a:cubicBezTo>
                  <a:pt x="1257" y="85011"/>
                  <a:pt x="2229" y="84753"/>
                  <a:pt x="3972" y="84753"/>
                </a:cubicBezTo>
                <a:cubicBezTo>
                  <a:pt x="10173" y="84753"/>
                  <a:pt x="14116" y="82982"/>
                  <a:pt x="15802" y="79438"/>
                </a:cubicBezTo>
                <a:cubicBezTo>
                  <a:pt x="16145" y="78896"/>
                  <a:pt x="19231" y="67037"/>
                  <a:pt x="24975" y="43834"/>
                </a:cubicBezTo>
                <a:cubicBezTo>
                  <a:pt x="30718" y="20631"/>
                  <a:pt x="33661" y="8458"/>
                  <a:pt x="33747" y="73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5ED9E-6969-49C1-9F7D-10109318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525" y="683000"/>
            <a:ext cx="78781" cy="96583"/>
          </a:xfrm>
          <a:custGeom xmlns:a="http://schemas.openxmlformats.org/drawingml/2006/main">
            <a:pathLst>
              <a:path w="78781" h="96583">
                <a:moveTo>
                  <a:pt x="34004" y="90468"/>
                </a:moveTo>
                <a:cubicBezTo>
                  <a:pt x="39233" y="90468"/>
                  <a:pt x="44034" y="88154"/>
                  <a:pt x="48349" y="83553"/>
                </a:cubicBezTo>
                <a:cubicBezTo>
                  <a:pt x="52692" y="78953"/>
                  <a:pt x="54921" y="73609"/>
                  <a:pt x="55007" y="67494"/>
                </a:cubicBezTo>
                <a:cubicBezTo>
                  <a:pt x="55007" y="61893"/>
                  <a:pt x="52692" y="58064"/>
                  <a:pt x="48092" y="55921"/>
                </a:cubicBezTo>
                <a:cubicBezTo>
                  <a:pt x="38719" y="53550"/>
                  <a:pt x="32690" y="51892"/>
                  <a:pt x="30032" y="51006"/>
                </a:cubicBezTo>
                <a:cubicBezTo>
                  <a:pt x="27375" y="50121"/>
                  <a:pt x="25517" y="49235"/>
                  <a:pt x="24460" y="48377"/>
                </a:cubicBezTo>
                <a:cubicBezTo>
                  <a:pt x="19145" y="44634"/>
                  <a:pt x="16488" y="39291"/>
                  <a:pt x="16488" y="32290"/>
                </a:cubicBezTo>
                <a:cubicBezTo>
                  <a:pt x="16488" y="26889"/>
                  <a:pt x="17888" y="21974"/>
                  <a:pt x="20745" y="17545"/>
                </a:cubicBezTo>
                <a:cubicBezTo>
                  <a:pt x="23574" y="13116"/>
                  <a:pt x="26432" y="9801"/>
                  <a:pt x="29375" y="7601"/>
                </a:cubicBezTo>
                <a:cubicBezTo>
                  <a:pt x="31918" y="5372"/>
                  <a:pt x="35033" y="3600"/>
                  <a:pt x="38662" y="2286"/>
                </a:cubicBezTo>
                <a:cubicBezTo>
                  <a:pt x="42291" y="943"/>
                  <a:pt x="45120" y="229"/>
                  <a:pt x="47177" y="143"/>
                </a:cubicBezTo>
                <a:lnTo>
                  <a:pt x="48606" y="143"/>
                </a:lnTo>
                <a:lnTo>
                  <a:pt x="49549" y="143"/>
                </a:lnTo>
                <a:cubicBezTo>
                  <a:pt x="58064" y="143"/>
                  <a:pt x="64208" y="2972"/>
                  <a:pt x="68008" y="8658"/>
                </a:cubicBezTo>
                <a:cubicBezTo>
                  <a:pt x="68123" y="8658"/>
                  <a:pt x="68666" y="8058"/>
                  <a:pt x="69752" y="6915"/>
                </a:cubicBezTo>
                <a:cubicBezTo>
                  <a:pt x="70809" y="5772"/>
                  <a:pt x="71952" y="4486"/>
                  <a:pt x="73209" y="3058"/>
                </a:cubicBezTo>
                <a:cubicBezTo>
                  <a:pt x="74438" y="1657"/>
                  <a:pt x="75324" y="686"/>
                  <a:pt x="75867" y="143"/>
                </a:cubicBezTo>
                <a:cubicBezTo>
                  <a:pt x="75952" y="143"/>
                  <a:pt x="76124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210" y="0"/>
                  <a:pt x="78781" y="314"/>
                  <a:pt x="78781" y="943"/>
                </a:cubicBezTo>
                <a:cubicBezTo>
                  <a:pt x="78781" y="1572"/>
                  <a:pt x="77553" y="6915"/>
                  <a:pt x="75038" y="17002"/>
                </a:cubicBezTo>
                <a:cubicBezTo>
                  <a:pt x="72580" y="27118"/>
                  <a:pt x="71152" y="32347"/>
                  <a:pt x="70809" y="32690"/>
                </a:cubicBezTo>
                <a:cubicBezTo>
                  <a:pt x="70466" y="33033"/>
                  <a:pt x="69752" y="33176"/>
                  <a:pt x="68666" y="33090"/>
                </a:cubicBezTo>
                <a:cubicBezTo>
                  <a:pt x="66923" y="33090"/>
                  <a:pt x="66008" y="32690"/>
                  <a:pt x="66008" y="31890"/>
                </a:cubicBezTo>
                <a:cubicBezTo>
                  <a:pt x="66008" y="31375"/>
                  <a:pt x="66065" y="30918"/>
                  <a:pt x="66151" y="30547"/>
                </a:cubicBezTo>
                <a:cubicBezTo>
                  <a:pt x="66151" y="30289"/>
                  <a:pt x="66208" y="29461"/>
                  <a:pt x="66294" y="28032"/>
                </a:cubicBezTo>
                <a:cubicBezTo>
                  <a:pt x="66380" y="26632"/>
                  <a:pt x="66465" y="25460"/>
                  <a:pt x="66551" y="24574"/>
                </a:cubicBezTo>
                <a:cubicBezTo>
                  <a:pt x="66551" y="21574"/>
                  <a:pt x="66151" y="18974"/>
                  <a:pt x="65351" y="16745"/>
                </a:cubicBezTo>
                <a:cubicBezTo>
                  <a:pt x="64551" y="14545"/>
                  <a:pt x="63779" y="12887"/>
                  <a:pt x="62979" y="11830"/>
                </a:cubicBezTo>
                <a:cubicBezTo>
                  <a:pt x="62179" y="10773"/>
                  <a:pt x="61065" y="9658"/>
                  <a:pt x="59636" y="8515"/>
                </a:cubicBezTo>
                <a:cubicBezTo>
                  <a:pt x="56464" y="6658"/>
                  <a:pt x="52835" y="5715"/>
                  <a:pt x="48749" y="5715"/>
                </a:cubicBezTo>
                <a:cubicBezTo>
                  <a:pt x="43720" y="5715"/>
                  <a:pt x="39033" y="7744"/>
                  <a:pt x="34690" y="11830"/>
                </a:cubicBezTo>
                <a:cubicBezTo>
                  <a:pt x="30347" y="15916"/>
                  <a:pt x="28118" y="20603"/>
                  <a:pt x="28032" y="25918"/>
                </a:cubicBezTo>
                <a:cubicBezTo>
                  <a:pt x="28032" y="28575"/>
                  <a:pt x="28689" y="30861"/>
                  <a:pt x="30032" y="32804"/>
                </a:cubicBezTo>
                <a:cubicBezTo>
                  <a:pt x="31347" y="34776"/>
                  <a:pt x="33176" y="36147"/>
                  <a:pt x="35462" y="36947"/>
                </a:cubicBezTo>
                <a:cubicBezTo>
                  <a:pt x="35833" y="37119"/>
                  <a:pt x="38919" y="37948"/>
                  <a:pt x="44777" y="39462"/>
                </a:cubicBezTo>
                <a:cubicBezTo>
                  <a:pt x="50606" y="40977"/>
                  <a:pt x="53578" y="41777"/>
                  <a:pt x="53664" y="41862"/>
                </a:cubicBezTo>
                <a:cubicBezTo>
                  <a:pt x="56693" y="42834"/>
                  <a:pt x="59607" y="44948"/>
                  <a:pt x="62436" y="48235"/>
                </a:cubicBezTo>
                <a:cubicBezTo>
                  <a:pt x="65265" y="51492"/>
                  <a:pt x="66694" y="55921"/>
                  <a:pt x="66694" y="61522"/>
                </a:cubicBezTo>
                <a:cubicBezTo>
                  <a:pt x="66694" y="63808"/>
                  <a:pt x="66323" y="66294"/>
                  <a:pt x="65637" y="68951"/>
                </a:cubicBezTo>
                <a:cubicBezTo>
                  <a:pt x="65180" y="70895"/>
                  <a:pt x="64379" y="73066"/>
                  <a:pt x="63236" y="75467"/>
                </a:cubicBezTo>
                <a:cubicBezTo>
                  <a:pt x="62093" y="77838"/>
                  <a:pt x="60493" y="80467"/>
                  <a:pt x="58464" y="83296"/>
                </a:cubicBezTo>
                <a:cubicBezTo>
                  <a:pt x="56436" y="86125"/>
                  <a:pt x="53492" y="88783"/>
                  <a:pt x="49692" y="91269"/>
                </a:cubicBezTo>
                <a:cubicBezTo>
                  <a:pt x="45891" y="93726"/>
                  <a:pt x="41719" y="95412"/>
                  <a:pt x="37205" y="96298"/>
                </a:cubicBezTo>
                <a:cubicBezTo>
                  <a:pt x="36147" y="96498"/>
                  <a:pt x="34633" y="96583"/>
                  <a:pt x="32690" y="96583"/>
                </a:cubicBezTo>
                <a:cubicBezTo>
                  <a:pt x="23917" y="96583"/>
                  <a:pt x="17088" y="94126"/>
                  <a:pt x="12230" y="89268"/>
                </a:cubicBezTo>
                <a:lnTo>
                  <a:pt x="10916" y="87811"/>
                </a:lnTo>
                <a:lnTo>
                  <a:pt x="7172" y="91926"/>
                </a:lnTo>
                <a:cubicBezTo>
                  <a:pt x="5144" y="94326"/>
                  <a:pt x="3915" y="95698"/>
                  <a:pt x="3458" y="96041"/>
                </a:cubicBezTo>
                <a:cubicBezTo>
                  <a:pt x="3029" y="96383"/>
                  <a:pt x="2429" y="96583"/>
                  <a:pt x="1743" y="96583"/>
                </a:cubicBezTo>
                <a:cubicBezTo>
                  <a:pt x="600" y="96583"/>
                  <a:pt x="0" y="96212"/>
                  <a:pt x="0" y="95526"/>
                </a:cubicBezTo>
                <a:cubicBezTo>
                  <a:pt x="0" y="95240"/>
                  <a:pt x="2572" y="84839"/>
                  <a:pt x="7715" y="64294"/>
                </a:cubicBezTo>
                <a:cubicBezTo>
                  <a:pt x="7887" y="63779"/>
                  <a:pt x="8773" y="63494"/>
                  <a:pt x="10373" y="63494"/>
                </a:cubicBezTo>
                <a:lnTo>
                  <a:pt x="12087" y="63494"/>
                </a:lnTo>
                <a:cubicBezTo>
                  <a:pt x="12630" y="64037"/>
                  <a:pt x="12887" y="64522"/>
                  <a:pt x="12887" y="64951"/>
                </a:cubicBezTo>
                <a:cubicBezTo>
                  <a:pt x="12887" y="65151"/>
                  <a:pt x="12859" y="65551"/>
                  <a:pt x="12773" y="66151"/>
                </a:cubicBezTo>
                <a:cubicBezTo>
                  <a:pt x="12687" y="66780"/>
                  <a:pt x="12487" y="67694"/>
                  <a:pt x="12230" y="68951"/>
                </a:cubicBezTo>
                <a:cubicBezTo>
                  <a:pt x="11973" y="70180"/>
                  <a:pt x="11887" y="71638"/>
                  <a:pt x="11973" y="73323"/>
                </a:cubicBezTo>
                <a:cubicBezTo>
                  <a:pt x="12144" y="76781"/>
                  <a:pt x="12944" y="79696"/>
                  <a:pt x="14345" y="82096"/>
                </a:cubicBezTo>
                <a:cubicBezTo>
                  <a:pt x="15773" y="84496"/>
                  <a:pt x="17688" y="86268"/>
                  <a:pt x="20060" y="87411"/>
                </a:cubicBezTo>
                <a:cubicBezTo>
                  <a:pt x="22460" y="88554"/>
                  <a:pt x="24746" y="89354"/>
                  <a:pt x="26975" y="89811"/>
                </a:cubicBezTo>
                <a:cubicBezTo>
                  <a:pt x="29175" y="90240"/>
                  <a:pt x="31518" y="90468"/>
                  <a:pt x="34004" y="904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2A15E-9595-48B6-9B41-6ED29A41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525" y="683000"/>
            <a:ext cx="78781" cy="96583"/>
          </a:xfrm>
          <a:custGeom xmlns:a="http://schemas.openxmlformats.org/drawingml/2006/main">
            <a:pathLst>
              <a:path w="78781" h="96583" fill="none">
                <a:moveTo>
                  <a:pt x="34004" y="90468"/>
                </a:moveTo>
                <a:cubicBezTo>
                  <a:pt x="39233" y="90468"/>
                  <a:pt x="44034" y="88154"/>
                  <a:pt x="48349" y="83553"/>
                </a:cubicBezTo>
                <a:cubicBezTo>
                  <a:pt x="52692" y="78953"/>
                  <a:pt x="54921" y="73609"/>
                  <a:pt x="55007" y="67494"/>
                </a:cubicBezTo>
                <a:cubicBezTo>
                  <a:pt x="55007" y="61893"/>
                  <a:pt x="52692" y="58064"/>
                  <a:pt x="48092" y="55921"/>
                </a:cubicBezTo>
                <a:cubicBezTo>
                  <a:pt x="38719" y="53550"/>
                  <a:pt x="32690" y="51892"/>
                  <a:pt x="30032" y="51006"/>
                </a:cubicBezTo>
                <a:cubicBezTo>
                  <a:pt x="27375" y="50121"/>
                  <a:pt x="25517" y="49235"/>
                  <a:pt x="24460" y="48377"/>
                </a:cubicBezTo>
                <a:cubicBezTo>
                  <a:pt x="19145" y="44634"/>
                  <a:pt x="16488" y="39291"/>
                  <a:pt x="16488" y="32290"/>
                </a:cubicBezTo>
                <a:cubicBezTo>
                  <a:pt x="16488" y="26889"/>
                  <a:pt x="17888" y="21974"/>
                  <a:pt x="20745" y="17545"/>
                </a:cubicBezTo>
                <a:cubicBezTo>
                  <a:pt x="23574" y="13116"/>
                  <a:pt x="26432" y="9801"/>
                  <a:pt x="29375" y="7601"/>
                </a:cubicBezTo>
                <a:cubicBezTo>
                  <a:pt x="31918" y="5372"/>
                  <a:pt x="35033" y="3600"/>
                  <a:pt x="38662" y="2286"/>
                </a:cubicBezTo>
                <a:cubicBezTo>
                  <a:pt x="42291" y="943"/>
                  <a:pt x="45120" y="229"/>
                  <a:pt x="47177" y="143"/>
                </a:cubicBezTo>
                <a:lnTo>
                  <a:pt x="48606" y="143"/>
                </a:lnTo>
                <a:lnTo>
                  <a:pt x="49549" y="143"/>
                </a:lnTo>
                <a:cubicBezTo>
                  <a:pt x="58064" y="143"/>
                  <a:pt x="64208" y="2972"/>
                  <a:pt x="68008" y="8658"/>
                </a:cubicBezTo>
                <a:cubicBezTo>
                  <a:pt x="68123" y="8658"/>
                  <a:pt x="68666" y="8058"/>
                  <a:pt x="69752" y="6915"/>
                </a:cubicBezTo>
                <a:cubicBezTo>
                  <a:pt x="70809" y="5772"/>
                  <a:pt x="71952" y="4486"/>
                  <a:pt x="73209" y="3058"/>
                </a:cubicBezTo>
                <a:cubicBezTo>
                  <a:pt x="74438" y="1657"/>
                  <a:pt x="75324" y="686"/>
                  <a:pt x="75867" y="143"/>
                </a:cubicBezTo>
                <a:cubicBezTo>
                  <a:pt x="75952" y="143"/>
                  <a:pt x="76124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210" y="0"/>
                  <a:pt x="78781" y="314"/>
                  <a:pt x="78781" y="943"/>
                </a:cubicBezTo>
                <a:cubicBezTo>
                  <a:pt x="78781" y="1572"/>
                  <a:pt x="77553" y="6915"/>
                  <a:pt x="75038" y="17002"/>
                </a:cubicBezTo>
                <a:cubicBezTo>
                  <a:pt x="72580" y="27118"/>
                  <a:pt x="71152" y="32347"/>
                  <a:pt x="70809" y="32690"/>
                </a:cubicBezTo>
                <a:cubicBezTo>
                  <a:pt x="70466" y="33033"/>
                  <a:pt x="69752" y="33176"/>
                  <a:pt x="68666" y="33090"/>
                </a:cubicBezTo>
                <a:cubicBezTo>
                  <a:pt x="66923" y="33090"/>
                  <a:pt x="66008" y="32690"/>
                  <a:pt x="66008" y="31890"/>
                </a:cubicBezTo>
                <a:cubicBezTo>
                  <a:pt x="66008" y="31375"/>
                  <a:pt x="66065" y="30918"/>
                  <a:pt x="66151" y="30547"/>
                </a:cubicBezTo>
                <a:cubicBezTo>
                  <a:pt x="66151" y="30289"/>
                  <a:pt x="66208" y="29461"/>
                  <a:pt x="66294" y="28032"/>
                </a:cubicBezTo>
                <a:cubicBezTo>
                  <a:pt x="66380" y="26632"/>
                  <a:pt x="66465" y="25460"/>
                  <a:pt x="66551" y="24574"/>
                </a:cubicBezTo>
                <a:cubicBezTo>
                  <a:pt x="66551" y="21574"/>
                  <a:pt x="66151" y="18974"/>
                  <a:pt x="65351" y="16745"/>
                </a:cubicBezTo>
                <a:cubicBezTo>
                  <a:pt x="64551" y="14545"/>
                  <a:pt x="63779" y="12887"/>
                  <a:pt x="62979" y="11830"/>
                </a:cubicBezTo>
                <a:cubicBezTo>
                  <a:pt x="62179" y="10773"/>
                  <a:pt x="61065" y="9658"/>
                  <a:pt x="59636" y="8515"/>
                </a:cubicBezTo>
                <a:cubicBezTo>
                  <a:pt x="56464" y="6658"/>
                  <a:pt x="52835" y="5715"/>
                  <a:pt x="48749" y="5715"/>
                </a:cubicBezTo>
                <a:cubicBezTo>
                  <a:pt x="43720" y="5715"/>
                  <a:pt x="39033" y="7744"/>
                  <a:pt x="34690" y="11830"/>
                </a:cubicBezTo>
                <a:cubicBezTo>
                  <a:pt x="30347" y="15916"/>
                  <a:pt x="28118" y="20603"/>
                  <a:pt x="28032" y="25918"/>
                </a:cubicBezTo>
                <a:cubicBezTo>
                  <a:pt x="28032" y="28575"/>
                  <a:pt x="28689" y="30861"/>
                  <a:pt x="30032" y="32804"/>
                </a:cubicBezTo>
                <a:cubicBezTo>
                  <a:pt x="31347" y="34776"/>
                  <a:pt x="33176" y="36147"/>
                  <a:pt x="35462" y="36947"/>
                </a:cubicBezTo>
                <a:cubicBezTo>
                  <a:pt x="35833" y="37119"/>
                  <a:pt x="38919" y="37948"/>
                  <a:pt x="44777" y="39462"/>
                </a:cubicBezTo>
                <a:cubicBezTo>
                  <a:pt x="50606" y="40977"/>
                  <a:pt x="53578" y="41777"/>
                  <a:pt x="53664" y="41862"/>
                </a:cubicBezTo>
                <a:cubicBezTo>
                  <a:pt x="56693" y="42834"/>
                  <a:pt x="59607" y="44948"/>
                  <a:pt x="62436" y="48235"/>
                </a:cubicBezTo>
                <a:cubicBezTo>
                  <a:pt x="65265" y="51492"/>
                  <a:pt x="66694" y="55921"/>
                  <a:pt x="66694" y="61522"/>
                </a:cubicBezTo>
                <a:cubicBezTo>
                  <a:pt x="66694" y="63808"/>
                  <a:pt x="66323" y="66294"/>
                  <a:pt x="65637" y="68951"/>
                </a:cubicBezTo>
                <a:cubicBezTo>
                  <a:pt x="65180" y="70895"/>
                  <a:pt x="64379" y="73066"/>
                  <a:pt x="63236" y="75467"/>
                </a:cubicBezTo>
                <a:cubicBezTo>
                  <a:pt x="62093" y="77838"/>
                  <a:pt x="60493" y="80467"/>
                  <a:pt x="58464" y="83296"/>
                </a:cubicBezTo>
                <a:cubicBezTo>
                  <a:pt x="56436" y="86125"/>
                  <a:pt x="53492" y="88783"/>
                  <a:pt x="49692" y="91269"/>
                </a:cubicBezTo>
                <a:cubicBezTo>
                  <a:pt x="45891" y="93726"/>
                  <a:pt x="41719" y="95412"/>
                  <a:pt x="37205" y="96298"/>
                </a:cubicBezTo>
                <a:cubicBezTo>
                  <a:pt x="36147" y="96498"/>
                  <a:pt x="34633" y="96583"/>
                  <a:pt x="32690" y="96583"/>
                </a:cubicBezTo>
                <a:cubicBezTo>
                  <a:pt x="23917" y="96583"/>
                  <a:pt x="17088" y="94126"/>
                  <a:pt x="12230" y="89268"/>
                </a:cubicBezTo>
                <a:lnTo>
                  <a:pt x="10916" y="87811"/>
                </a:lnTo>
                <a:lnTo>
                  <a:pt x="7172" y="91926"/>
                </a:lnTo>
                <a:cubicBezTo>
                  <a:pt x="5144" y="94326"/>
                  <a:pt x="3915" y="95698"/>
                  <a:pt x="3458" y="96041"/>
                </a:cubicBezTo>
                <a:cubicBezTo>
                  <a:pt x="3029" y="96383"/>
                  <a:pt x="2429" y="96583"/>
                  <a:pt x="1743" y="96583"/>
                </a:cubicBezTo>
                <a:cubicBezTo>
                  <a:pt x="600" y="96583"/>
                  <a:pt x="0" y="96212"/>
                  <a:pt x="0" y="95526"/>
                </a:cubicBezTo>
                <a:cubicBezTo>
                  <a:pt x="0" y="95240"/>
                  <a:pt x="2572" y="84839"/>
                  <a:pt x="7715" y="64294"/>
                </a:cubicBezTo>
                <a:cubicBezTo>
                  <a:pt x="7887" y="63779"/>
                  <a:pt x="8773" y="63494"/>
                  <a:pt x="10373" y="63494"/>
                </a:cubicBezTo>
                <a:lnTo>
                  <a:pt x="12087" y="63494"/>
                </a:lnTo>
                <a:cubicBezTo>
                  <a:pt x="12630" y="64037"/>
                  <a:pt x="12887" y="64522"/>
                  <a:pt x="12887" y="64951"/>
                </a:cubicBezTo>
                <a:cubicBezTo>
                  <a:pt x="12887" y="65151"/>
                  <a:pt x="12859" y="65551"/>
                  <a:pt x="12773" y="66151"/>
                </a:cubicBezTo>
                <a:cubicBezTo>
                  <a:pt x="12687" y="66780"/>
                  <a:pt x="12487" y="67694"/>
                  <a:pt x="12230" y="68951"/>
                </a:cubicBezTo>
                <a:cubicBezTo>
                  <a:pt x="11973" y="70180"/>
                  <a:pt x="11887" y="71638"/>
                  <a:pt x="11973" y="73323"/>
                </a:cubicBezTo>
                <a:cubicBezTo>
                  <a:pt x="12144" y="76781"/>
                  <a:pt x="12944" y="79696"/>
                  <a:pt x="14345" y="82096"/>
                </a:cubicBezTo>
                <a:cubicBezTo>
                  <a:pt x="15773" y="84496"/>
                  <a:pt x="17688" y="86268"/>
                  <a:pt x="20060" y="87411"/>
                </a:cubicBezTo>
                <a:cubicBezTo>
                  <a:pt x="22460" y="88554"/>
                  <a:pt x="24746" y="89354"/>
                  <a:pt x="26975" y="89811"/>
                </a:cubicBezTo>
                <a:cubicBezTo>
                  <a:pt x="29175" y="90240"/>
                  <a:pt x="31518" y="90468"/>
                  <a:pt x="34004" y="904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31" name="Text (a)Sourcecode">
            <a:extLst xmlns:a="http://schemas.openxmlformats.org/drawingml/2006/main">
              <a:ext uri="{FF2B5EF4-FFF2-40B4-BE49-F238E27FC236}">
                <a16:creationId xmlns:a16="http://schemas.microsoft.com/office/drawing/2014/main" id="{2C2FF811-ADF5-43FA-9194-060816EE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00" y="4401351"/>
            <a:ext cx="1500580" cy="206617"/>
          </a:xfrm>
          <a:custGeom xmlns:a="http://schemas.openxmlformats.org/drawingml/2006/main">
            <a:pathLst>
              <a:path w="1500580" h="206617">
                <a:moveTo>
                  <a:pt x="59082" y="1134"/>
                </a:moveTo>
                <a:cubicBezTo>
                  <a:pt x="61426" y="3175"/>
                  <a:pt x="63580" y="5218"/>
                  <a:pt x="65546" y="7261"/>
                </a:cubicBezTo>
                <a:cubicBezTo>
                  <a:pt x="58742" y="14297"/>
                  <a:pt x="53790" y="20122"/>
                  <a:pt x="50690" y="24736"/>
                </a:cubicBezTo>
                <a:cubicBezTo>
                  <a:pt x="45096" y="33208"/>
                  <a:pt x="40994" y="40678"/>
                  <a:pt x="38386" y="47146"/>
                </a:cubicBezTo>
                <a:cubicBezTo>
                  <a:pt x="35778" y="53613"/>
                  <a:pt x="33567" y="61743"/>
                  <a:pt x="31752" y="71538"/>
                </a:cubicBezTo>
                <a:cubicBezTo>
                  <a:pt x="29938" y="81333"/>
                  <a:pt x="29031" y="93304"/>
                  <a:pt x="29031" y="107451"/>
                </a:cubicBezTo>
                <a:cubicBezTo>
                  <a:pt x="29031" y="118418"/>
                  <a:pt x="29957" y="129065"/>
                  <a:pt x="31809" y="139391"/>
                </a:cubicBezTo>
                <a:cubicBezTo>
                  <a:pt x="33661" y="149715"/>
                  <a:pt x="35306" y="156504"/>
                  <a:pt x="36742" y="159757"/>
                </a:cubicBezTo>
                <a:cubicBezTo>
                  <a:pt x="40522" y="168456"/>
                  <a:pt x="44283" y="175490"/>
                  <a:pt x="48025" y="180860"/>
                </a:cubicBezTo>
                <a:cubicBezTo>
                  <a:pt x="51768" y="186230"/>
                  <a:pt x="57570" y="192849"/>
                  <a:pt x="65432" y="200716"/>
                </a:cubicBezTo>
                <a:cubicBezTo>
                  <a:pt x="63845" y="202684"/>
                  <a:pt x="62068" y="204651"/>
                  <a:pt x="60103" y="206617"/>
                </a:cubicBezTo>
                <a:cubicBezTo>
                  <a:pt x="52467" y="202985"/>
                  <a:pt x="43470" y="195610"/>
                  <a:pt x="33113" y="184489"/>
                </a:cubicBezTo>
                <a:cubicBezTo>
                  <a:pt x="22756" y="173371"/>
                  <a:pt x="14648" y="161042"/>
                  <a:pt x="8789" y="147503"/>
                </a:cubicBezTo>
                <a:cubicBezTo>
                  <a:pt x="2930" y="133963"/>
                  <a:pt x="0" y="119515"/>
                  <a:pt x="0" y="104159"/>
                </a:cubicBezTo>
                <a:cubicBezTo>
                  <a:pt x="0" y="87139"/>
                  <a:pt x="2911" y="72162"/>
                  <a:pt x="8732" y="59227"/>
                </a:cubicBezTo>
                <a:cubicBezTo>
                  <a:pt x="14553" y="46292"/>
                  <a:pt x="22756" y="34361"/>
                  <a:pt x="33340" y="23431"/>
                </a:cubicBezTo>
                <a:cubicBezTo>
                  <a:pt x="43924" y="12500"/>
                  <a:pt x="52505" y="5068"/>
                  <a:pt x="59082" y="1134"/>
                </a:cubicBezTo>
                <a:close/>
                <a:moveTo>
                  <a:pt x="171235" y="129486"/>
                </a:moveTo>
                <a:lnTo>
                  <a:pt x="173843" y="131191"/>
                </a:lnTo>
                <a:cubicBezTo>
                  <a:pt x="174523" y="131722"/>
                  <a:pt x="174939" y="132367"/>
                  <a:pt x="175090" y="133126"/>
                </a:cubicBezTo>
                <a:lnTo>
                  <a:pt x="175204" y="133693"/>
                </a:lnTo>
                <a:cubicBezTo>
                  <a:pt x="173389" y="140466"/>
                  <a:pt x="171008" y="145129"/>
                  <a:pt x="168059" y="147680"/>
                </a:cubicBezTo>
                <a:cubicBezTo>
                  <a:pt x="165111" y="150229"/>
                  <a:pt x="161444" y="151504"/>
                  <a:pt x="157060" y="151504"/>
                </a:cubicBezTo>
                <a:cubicBezTo>
                  <a:pt x="152599" y="151504"/>
                  <a:pt x="148762" y="150267"/>
                  <a:pt x="145549" y="147793"/>
                </a:cubicBezTo>
                <a:cubicBezTo>
                  <a:pt x="142336" y="145318"/>
                  <a:pt x="139407" y="140959"/>
                  <a:pt x="136761" y="134717"/>
                </a:cubicBezTo>
                <a:cubicBezTo>
                  <a:pt x="133510" y="140500"/>
                  <a:pt x="128936" y="144858"/>
                  <a:pt x="123039" y="147790"/>
                </a:cubicBezTo>
                <a:cubicBezTo>
                  <a:pt x="117142" y="150719"/>
                  <a:pt x="109923" y="152184"/>
                  <a:pt x="101380" y="152184"/>
                </a:cubicBezTo>
                <a:cubicBezTo>
                  <a:pt x="93517" y="152184"/>
                  <a:pt x="87734" y="150534"/>
                  <a:pt x="84029" y="147234"/>
                </a:cubicBezTo>
                <a:cubicBezTo>
                  <a:pt x="80325" y="143931"/>
                  <a:pt x="78473" y="139585"/>
                  <a:pt x="78473" y="134196"/>
                </a:cubicBezTo>
                <a:cubicBezTo>
                  <a:pt x="78473" y="131692"/>
                  <a:pt x="79021" y="129150"/>
                  <a:pt x="80117" y="126570"/>
                </a:cubicBezTo>
                <a:cubicBezTo>
                  <a:pt x="81213" y="123987"/>
                  <a:pt x="82990" y="121425"/>
                  <a:pt x="85447" y="118883"/>
                </a:cubicBezTo>
                <a:cubicBezTo>
                  <a:pt x="87904" y="116339"/>
                  <a:pt x="91854" y="113549"/>
                  <a:pt x="97297" y="110513"/>
                </a:cubicBezTo>
                <a:cubicBezTo>
                  <a:pt x="98129" y="110057"/>
                  <a:pt x="101002" y="108767"/>
                  <a:pt x="105916" y="106643"/>
                </a:cubicBezTo>
                <a:lnTo>
                  <a:pt x="134153" y="95257"/>
                </a:lnTo>
                <a:cubicBezTo>
                  <a:pt x="134379" y="92393"/>
                  <a:pt x="134493" y="89492"/>
                  <a:pt x="134493" y="86553"/>
                </a:cubicBezTo>
                <a:cubicBezTo>
                  <a:pt x="134493" y="76383"/>
                  <a:pt x="133245" y="69452"/>
                  <a:pt x="130750" y="65762"/>
                </a:cubicBezTo>
                <a:cubicBezTo>
                  <a:pt x="129238" y="63501"/>
                  <a:pt x="126592" y="62371"/>
                  <a:pt x="122812" y="62371"/>
                </a:cubicBezTo>
                <a:cubicBezTo>
                  <a:pt x="119032" y="62371"/>
                  <a:pt x="115555" y="63086"/>
                  <a:pt x="112380" y="64518"/>
                </a:cubicBezTo>
                <a:cubicBezTo>
                  <a:pt x="109204" y="65950"/>
                  <a:pt x="106898" y="67795"/>
                  <a:pt x="105462" y="70053"/>
                </a:cubicBezTo>
                <a:cubicBezTo>
                  <a:pt x="104404" y="71712"/>
                  <a:pt x="103496" y="74839"/>
                  <a:pt x="102740" y="79434"/>
                </a:cubicBezTo>
                <a:cubicBezTo>
                  <a:pt x="102211" y="82749"/>
                  <a:pt x="101720" y="84669"/>
                  <a:pt x="101266" y="85196"/>
                </a:cubicBezTo>
                <a:cubicBezTo>
                  <a:pt x="100132" y="86628"/>
                  <a:pt x="98072" y="87928"/>
                  <a:pt x="95086" y="89098"/>
                </a:cubicBezTo>
                <a:cubicBezTo>
                  <a:pt x="92100" y="90265"/>
                  <a:pt x="90077" y="91112"/>
                  <a:pt x="89019" y="91639"/>
                </a:cubicBezTo>
                <a:cubicBezTo>
                  <a:pt x="84936" y="93597"/>
                  <a:pt x="81686" y="94576"/>
                  <a:pt x="79266" y="94576"/>
                </a:cubicBezTo>
                <a:cubicBezTo>
                  <a:pt x="78208" y="93672"/>
                  <a:pt x="77679" y="92390"/>
                  <a:pt x="77679" y="90731"/>
                </a:cubicBezTo>
                <a:cubicBezTo>
                  <a:pt x="77679" y="86434"/>
                  <a:pt x="78586" y="82740"/>
                  <a:pt x="80400" y="79650"/>
                </a:cubicBezTo>
                <a:cubicBezTo>
                  <a:pt x="83122" y="75277"/>
                  <a:pt x="87223" y="71036"/>
                  <a:pt x="92704" y="66928"/>
                </a:cubicBezTo>
                <a:cubicBezTo>
                  <a:pt x="98185" y="62819"/>
                  <a:pt x="103307" y="59936"/>
                  <a:pt x="108070" y="58278"/>
                </a:cubicBezTo>
                <a:cubicBezTo>
                  <a:pt x="114572" y="56168"/>
                  <a:pt x="122510" y="55113"/>
                  <a:pt x="131884" y="55113"/>
                </a:cubicBezTo>
                <a:cubicBezTo>
                  <a:pt x="137933" y="55113"/>
                  <a:pt x="143130" y="56228"/>
                  <a:pt x="147477" y="58458"/>
                </a:cubicBezTo>
                <a:cubicBezTo>
                  <a:pt x="151824" y="60688"/>
                  <a:pt x="154848" y="63996"/>
                  <a:pt x="156549" y="68381"/>
                </a:cubicBezTo>
                <a:cubicBezTo>
                  <a:pt x="158250" y="72766"/>
                  <a:pt x="159101" y="80666"/>
                  <a:pt x="159101" y="92082"/>
                </a:cubicBezTo>
                <a:lnTo>
                  <a:pt x="158761" y="110793"/>
                </a:lnTo>
                <a:lnTo>
                  <a:pt x="158987" y="124514"/>
                </a:lnTo>
                <a:lnTo>
                  <a:pt x="158987" y="128030"/>
                </a:lnTo>
                <a:cubicBezTo>
                  <a:pt x="158987" y="131205"/>
                  <a:pt x="159422" y="133379"/>
                  <a:pt x="160291" y="134550"/>
                </a:cubicBezTo>
                <a:cubicBezTo>
                  <a:pt x="161161" y="135722"/>
                  <a:pt x="162276" y="136308"/>
                  <a:pt x="163637" y="136308"/>
                </a:cubicBezTo>
                <a:cubicBezTo>
                  <a:pt x="164468" y="136308"/>
                  <a:pt x="165187" y="136080"/>
                  <a:pt x="165791" y="135624"/>
                </a:cubicBezTo>
                <a:lnTo>
                  <a:pt x="169193" y="130280"/>
                </a:lnTo>
                <a:lnTo>
                  <a:pt x="171235" y="129486"/>
                </a:lnTo>
                <a:moveTo>
                  <a:pt x="134039" y="103082"/>
                </a:moveTo>
                <a:cubicBezTo>
                  <a:pt x="129730" y="104527"/>
                  <a:pt x="124873" y="106943"/>
                  <a:pt x="119467" y="110329"/>
                </a:cubicBezTo>
                <a:cubicBezTo>
                  <a:pt x="114062" y="113712"/>
                  <a:pt x="110301" y="117114"/>
                  <a:pt x="108184" y="120535"/>
                </a:cubicBezTo>
                <a:cubicBezTo>
                  <a:pt x="106672" y="123046"/>
                  <a:pt x="105916" y="126127"/>
                  <a:pt x="105916" y="129777"/>
                </a:cubicBezTo>
                <a:cubicBezTo>
                  <a:pt x="105916" y="133047"/>
                  <a:pt x="106898" y="135747"/>
                  <a:pt x="108864" y="137878"/>
                </a:cubicBezTo>
                <a:cubicBezTo>
                  <a:pt x="110830" y="140007"/>
                  <a:pt x="113098" y="141071"/>
                  <a:pt x="115668" y="141071"/>
                </a:cubicBezTo>
                <a:cubicBezTo>
                  <a:pt x="119902" y="141071"/>
                  <a:pt x="123493" y="139854"/>
                  <a:pt x="126441" y="137421"/>
                </a:cubicBezTo>
                <a:cubicBezTo>
                  <a:pt x="130448" y="134151"/>
                  <a:pt x="132792" y="131546"/>
                  <a:pt x="133472" y="129607"/>
                </a:cubicBezTo>
                <a:cubicBezTo>
                  <a:pt x="134153" y="127667"/>
                  <a:pt x="134493" y="122172"/>
                  <a:pt x="134493" y="113121"/>
                </a:cubicBezTo>
                <a:cubicBezTo>
                  <a:pt x="134493" y="109773"/>
                  <a:pt x="134342" y="106427"/>
                  <a:pt x="134039" y="103082"/>
                </a:cubicBezTo>
                <a:close/>
                <a:moveTo>
                  <a:pt x="180306" y="6921"/>
                </a:moveTo>
                <a:cubicBezTo>
                  <a:pt x="180911" y="5863"/>
                  <a:pt x="181704" y="4936"/>
                  <a:pt x="182687" y="4143"/>
                </a:cubicBezTo>
                <a:cubicBezTo>
                  <a:pt x="183670" y="3347"/>
                  <a:pt x="184653" y="2344"/>
                  <a:pt x="185636" y="1134"/>
                </a:cubicBezTo>
                <a:cubicBezTo>
                  <a:pt x="193649" y="5899"/>
                  <a:pt x="200416" y="11080"/>
                  <a:pt x="205934" y="16677"/>
                </a:cubicBezTo>
                <a:cubicBezTo>
                  <a:pt x="216141" y="26815"/>
                  <a:pt x="223946" y="36535"/>
                  <a:pt x="229352" y="45839"/>
                </a:cubicBezTo>
                <a:cubicBezTo>
                  <a:pt x="234757" y="55142"/>
                  <a:pt x="238556" y="63274"/>
                  <a:pt x="240749" y="70234"/>
                </a:cubicBezTo>
                <a:cubicBezTo>
                  <a:pt x="244302" y="81655"/>
                  <a:pt x="246078" y="92963"/>
                  <a:pt x="246078" y="104159"/>
                </a:cubicBezTo>
                <a:cubicBezTo>
                  <a:pt x="246078" y="114596"/>
                  <a:pt x="244850" y="124525"/>
                  <a:pt x="242393" y="133944"/>
                </a:cubicBezTo>
                <a:cubicBezTo>
                  <a:pt x="239936" y="143361"/>
                  <a:pt x="236118" y="152457"/>
                  <a:pt x="230939" y="161231"/>
                </a:cubicBezTo>
                <a:cubicBezTo>
                  <a:pt x="225761" y="170006"/>
                  <a:pt x="218805" y="178724"/>
                  <a:pt x="210074" y="187385"/>
                </a:cubicBezTo>
                <a:cubicBezTo>
                  <a:pt x="201342" y="196046"/>
                  <a:pt x="193763" y="202456"/>
                  <a:pt x="187337" y="206617"/>
                </a:cubicBezTo>
                <a:lnTo>
                  <a:pt x="180759" y="200489"/>
                </a:lnTo>
                <a:cubicBezTo>
                  <a:pt x="186959" y="194363"/>
                  <a:pt x="192289" y="188028"/>
                  <a:pt x="196749" y="181484"/>
                </a:cubicBezTo>
                <a:cubicBezTo>
                  <a:pt x="201209" y="174942"/>
                  <a:pt x="204819" y="168267"/>
                  <a:pt x="207579" y="161458"/>
                </a:cubicBezTo>
                <a:cubicBezTo>
                  <a:pt x="210338" y="154649"/>
                  <a:pt x="212606" y="146329"/>
                  <a:pt x="214383" y="136496"/>
                </a:cubicBezTo>
                <a:cubicBezTo>
                  <a:pt x="216159" y="126663"/>
                  <a:pt x="217048" y="115430"/>
                  <a:pt x="217048" y="102798"/>
                </a:cubicBezTo>
                <a:cubicBezTo>
                  <a:pt x="217048" y="93948"/>
                  <a:pt x="216462" y="85363"/>
                  <a:pt x="215290" y="77042"/>
                </a:cubicBezTo>
                <a:cubicBezTo>
                  <a:pt x="214118" y="68721"/>
                  <a:pt x="212209" y="59682"/>
                  <a:pt x="209563" y="49925"/>
                </a:cubicBezTo>
                <a:cubicBezTo>
                  <a:pt x="209110" y="48259"/>
                  <a:pt x="208202" y="46179"/>
                  <a:pt x="206842" y="43684"/>
                </a:cubicBezTo>
                <a:cubicBezTo>
                  <a:pt x="202759" y="33320"/>
                  <a:pt x="195728" y="22994"/>
                  <a:pt x="185749" y="12708"/>
                </a:cubicBezTo>
                <a:cubicBezTo>
                  <a:pt x="183254" y="10135"/>
                  <a:pt x="181440" y="8206"/>
                  <a:pt x="180306" y="6921"/>
                </a:cubicBezTo>
                <a:close/>
                <a:moveTo>
                  <a:pt x="413684" y="7031"/>
                </a:moveTo>
                <a:cubicBezTo>
                  <a:pt x="414440" y="9611"/>
                  <a:pt x="415121" y="13517"/>
                  <a:pt x="415725" y="18750"/>
                </a:cubicBezTo>
                <a:cubicBezTo>
                  <a:pt x="416633" y="26563"/>
                  <a:pt x="417086" y="32631"/>
                  <a:pt x="417086" y="36955"/>
                </a:cubicBezTo>
                <a:cubicBezTo>
                  <a:pt x="417086" y="38318"/>
                  <a:pt x="416935" y="39797"/>
                  <a:pt x="416633" y="41391"/>
                </a:cubicBezTo>
                <a:lnTo>
                  <a:pt x="415499" y="41732"/>
                </a:lnTo>
                <a:lnTo>
                  <a:pt x="407334" y="41165"/>
                </a:lnTo>
                <a:lnTo>
                  <a:pt x="405973" y="40938"/>
                </a:lnTo>
                <a:cubicBezTo>
                  <a:pt x="402646" y="30958"/>
                  <a:pt x="399320" y="24192"/>
                  <a:pt x="395994" y="20639"/>
                </a:cubicBezTo>
                <a:cubicBezTo>
                  <a:pt x="390248" y="14591"/>
                  <a:pt x="383482" y="11567"/>
                  <a:pt x="375695" y="11567"/>
                </a:cubicBezTo>
                <a:cubicBezTo>
                  <a:pt x="368286" y="11567"/>
                  <a:pt x="362408" y="13521"/>
                  <a:pt x="358061" y="17428"/>
                </a:cubicBezTo>
                <a:cubicBezTo>
                  <a:pt x="353714" y="21336"/>
                  <a:pt x="351540" y="26173"/>
                  <a:pt x="351540" y="31940"/>
                </a:cubicBezTo>
                <a:cubicBezTo>
                  <a:pt x="351540" y="36795"/>
                  <a:pt x="353695" y="41461"/>
                  <a:pt x="358004" y="45938"/>
                </a:cubicBezTo>
                <a:cubicBezTo>
                  <a:pt x="362238" y="50415"/>
                  <a:pt x="371234" y="54688"/>
                  <a:pt x="384994" y="58756"/>
                </a:cubicBezTo>
                <a:cubicBezTo>
                  <a:pt x="389605" y="60110"/>
                  <a:pt x="395181" y="62294"/>
                  <a:pt x="401720" y="65308"/>
                </a:cubicBezTo>
                <a:cubicBezTo>
                  <a:pt x="408260" y="68321"/>
                  <a:pt x="413231" y="71607"/>
                  <a:pt x="416633" y="75167"/>
                </a:cubicBezTo>
                <a:cubicBezTo>
                  <a:pt x="421169" y="79861"/>
                  <a:pt x="424287" y="84386"/>
                  <a:pt x="425988" y="88740"/>
                </a:cubicBezTo>
                <a:cubicBezTo>
                  <a:pt x="427689" y="93094"/>
                  <a:pt x="428540" y="98528"/>
                  <a:pt x="428540" y="105041"/>
                </a:cubicBezTo>
                <a:cubicBezTo>
                  <a:pt x="428540" y="112160"/>
                  <a:pt x="427217" y="119164"/>
                  <a:pt x="424571" y="126056"/>
                </a:cubicBezTo>
                <a:cubicBezTo>
                  <a:pt x="423134" y="129692"/>
                  <a:pt x="420828" y="133138"/>
                  <a:pt x="417653" y="136393"/>
                </a:cubicBezTo>
                <a:cubicBezTo>
                  <a:pt x="415385" y="138666"/>
                  <a:pt x="411870" y="141335"/>
                  <a:pt x="407107" y="144402"/>
                </a:cubicBezTo>
                <a:cubicBezTo>
                  <a:pt x="402344" y="147469"/>
                  <a:pt x="397411" y="149683"/>
                  <a:pt x="392308" y="151047"/>
                </a:cubicBezTo>
                <a:cubicBezTo>
                  <a:pt x="387205" y="152410"/>
                  <a:pt x="380647" y="153091"/>
                  <a:pt x="372633" y="153091"/>
                </a:cubicBezTo>
                <a:cubicBezTo>
                  <a:pt x="367341" y="153091"/>
                  <a:pt x="361028" y="152335"/>
                  <a:pt x="353695" y="150823"/>
                </a:cubicBezTo>
                <a:lnTo>
                  <a:pt x="340087" y="146854"/>
                </a:lnTo>
                <a:cubicBezTo>
                  <a:pt x="336307" y="145796"/>
                  <a:pt x="333925" y="144851"/>
                  <a:pt x="332943" y="144019"/>
                </a:cubicBezTo>
                <a:cubicBezTo>
                  <a:pt x="332565" y="143717"/>
                  <a:pt x="332224" y="142996"/>
                  <a:pt x="331922" y="141858"/>
                </a:cubicBezTo>
                <a:lnTo>
                  <a:pt x="331922" y="140607"/>
                </a:lnTo>
                <a:cubicBezTo>
                  <a:pt x="331922" y="139773"/>
                  <a:pt x="331733" y="134576"/>
                  <a:pt x="331355" y="125018"/>
                </a:cubicBezTo>
                <a:cubicBezTo>
                  <a:pt x="331204" y="120087"/>
                  <a:pt x="331128" y="116598"/>
                  <a:pt x="331128" y="114549"/>
                </a:cubicBezTo>
                <a:lnTo>
                  <a:pt x="331128" y="110226"/>
                </a:lnTo>
                <a:lnTo>
                  <a:pt x="341561" y="109999"/>
                </a:lnTo>
                <a:cubicBezTo>
                  <a:pt x="345190" y="118419"/>
                  <a:pt x="347534" y="123502"/>
                  <a:pt x="348592" y="125248"/>
                </a:cubicBezTo>
                <a:cubicBezTo>
                  <a:pt x="350936" y="129118"/>
                  <a:pt x="353525" y="132248"/>
                  <a:pt x="356360" y="134639"/>
                </a:cubicBezTo>
                <a:cubicBezTo>
                  <a:pt x="359195" y="137027"/>
                  <a:pt x="362578" y="138923"/>
                  <a:pt x="366509" y="140327"/>
                </a:cubicBezTo>
                <a:cubicBezTo>
                  <a:pt x="370441" y="141730"/>
                  <a:pt x="374712" y="142432"/>
                  <a:pt x="379324" y="142432"/>
                </a:cubicBezTo>
                <a:cubicBezTo>
                  <a:pt x="383406" y="142432"/>
                  <a:pt x="387904" y="141561"/>
                  <a:pt x="392818" y="139820"/>
                </a:cubicBezTo>
                <a:cubicBezTo>
                  <a:pt x="397732" y="138079"/>
                  <a:pt x="401683" y="135221"/>
                  <a:pt x="404669" y="131248"/>
                </a:cubicBezTo>
                <a:cubicBezTo>
                  <a:pt x="407655" y="127274"/>
                  <a:pt x="409148" y="123015"/>
                  <a:pt x="409148" y="118472"/>
                </a:cubicBezTo>
                <a:cubicBezTo>
                  <a:pt x="409148" y="112871"/>
                  <a:pt x="406540" y="107686"/>
                  <a:pt x="401323" y="102919"/>
                </a:cubicBezTo>
                <a:cubicBezTo>
                  <a:pt x="398148" y="99965"/>
                  <a:pt x="389605" y="96029"/>
                  <a:pt x="375695" y="91111"/>
                </a:cubicBezTo>
                <a:cubicBezTo>
                  <a:pt x="361784" y="86190"/>
                  <a:pt x="352145" y="81798"/>
                  <a:pt x="346778" y="77935"/>
                </a:cubicBezTo>
                <a:cubicBezTo>
                  <a:pt x="341410" y="74072"/>
                  <a:pt x="337176" y="68903"/>
                  <a:pt x="334077" y="62427"/>
                </a:cubicBezTo>
                <a:cubicBezTo>
                  <a:pt x="330977" y="55952"/>
                  <a:pt x="329427" y="49722"/>
                  <a:pt x="329427" y="43737"/>
                </a:cubicBezTo>
                <a:cubicBezTo>
                  <a:pt x="329427" y="31696"/>
                  <a:pt x="333736" y="21472"/>
                  <a:pt x="342355" y="13066"/>
                </a:cubicBezTo>
                <a:cubicBezTo>
                  <a:pt x="350973" y="4658"/>
                  <a:pt x="363674" y="454"/>
                  <a:pt x="380458" y="454"/>
                </a:cubicBezTo>
                <a:cubicBezTo>
                  <a:pt x="384087" y="454"/>
                  <a:pt x="389454" y="1086"/>
                  <a:pt x="396561" y="2350"/>
                </a:cubicBezTo>
                <a:cubicBezTo>
                  <a:pt x="400870" y="3091"/>
                  <a:pt x="406578" y="4652"/>
                  <a:pt x="413684" y="7031"/>
                </a:cubicBezTo>
                <a:close/>
                <a:moveTo>
                  <a:pt x="534511" y="68168"/>
                </a:moveTo>
                <a:cubicBezTo>
                  <a:pt x="539349" y="72863"/>
                  <a:pt x="542959" y="78256"/>
                  <a:pt x="545340" y="84349"/>
                </a:cubicBezTo>
                <a:cubicBezTo>
                  <a:pt x="547722" y="90442"/>
                  <a:pt x="548912" y="96175"/>
                  <a:pt x="548912" y="101547"/>
                </a:cubicBezTo>
                <a:cubicBezTo>
                  <a:pt x="548912" y="111689"/>
                  <a:pt x="547363" y="119864"/>
                  <a:pt x="544263" y="126070"/>
                </a:cubicBezTo>
                <a:cubicBezTo>
                  <a:pt x="539576" y="135456"/>
                  <a:pt x="533263" y="142382"/>
                  <a:pt x="525325" y="146847"/>
                </a:cubicBezTo>
                <a:cubicBezTo>
                  <a:pt x="517387" y="151312"/>
                  <a:pt x="508164" y="153545"/>
                  <a:pt x="497655" y="153545"/>
                </a:cubicBezTo>
                <a:cubicBezTo>
                  <a:pt x="485861" y="153545"/>
                  <a:pt x="475863" y="150897"/>
                  <a:pt x="467661" y="145600"/>
                </a:cubicBezTo>
                <a:cubicBezTo>
                  <a:pt x="459458" y="140301"/>
                  <a:pt x="453599" y="134283"/>
                  <a:pt x="450083" y="127548"/>
                </a:cubicBezTo>
                <a:cubicBezTo>
                  <a:pt x="446568" y="120810"/>
                  <a:pt x="444810" y="112447"/>
                  <a:pt x="444810" y="102458"/>
                </a:cubicBezTo>
                <a:cubicBezTo>
                  <a:pt x="444810" y="97386"/>
                  <a:pt x="445642" y="92295"/>
                  <a:pt x="447305" y="87188"/>
                </a:cubicBezTo>
                <a:cubicBezTo>
                  <a:pt x="448968" y="82078"/>
                  <a:pt x="451255" y="77630"/>
                  <a:pt x="454166" y="73845"/>
                </a:cubicBezTo>
                <a:cubicBezTo>
                  <a:pt x="457077" y="70061"/>
                  <a:pt x="460271" y="66882"/>
                  <a:pt x="463748" y="64309"/>
                </a:cubicBezTo>
                <a:cubicBezTo>
                  <a:pt x="468814" y="60675"/>
                  <a:pt x="473898" y="58084"/>
                  <a:pt x="479001" y="56534"/>
                </a:cubicBezTo>
                <a:cubicBezTo>
                  <a:pt x="484104" y="54982"/>
                  <a:pt x="490284" y="54206"/>
                  <a:pt x="497542" y="54206"/>
                </a:cubicBezTo>
                <a:cubicBezTo>
                  <a:pt x="513342" y="54206"/>
                  <a:pt x="525665" y="58860"/>
                  <a:pt x="534511" y="68168"/>
                </a:cubicBezTo>
                <a:moveTo>
                  <a:pt x="472480" y="107515"/>
                </a:moveTo>
                <a:cubicBezTo>
                  <a:pt x="473161" y="116915"/>
                  <a:pt x="473652" y="122335"/>
                  <a:pt x="473954" y="123774"/>
                </a:cubicBezTo>
                <a:cubicBezTo>
                  <a:pt x="474937" y="128853"/>
                  <a:pt x="476487" y="133212"/>
                  <a:pt x="478604" y="136850"/>
                </a:cubicBezTo>
                <a:cubicBezTo>
                  <a:pt x="480040" y="139201"/>
                  <a:pt x="482422" y="141286"/>
                  <a:pt x="485748" y="143105"/>
                </a:cubicBezTo>
                <a:cubicBezTo>
                  <a:pt x="489075" y="144924"/>
                  <a:pt x="493044" y="145834"/>
                  <a:pt x="497655" y="145834"/>
                </a:cubicBezTo>
                <a:cubicBezTo>
                  <a:pt x="503174" y="145834"/>
                  <a:pt x="507823" y="144071"/>
                  <a:pt x="511604" y="140546"/>
                </a:cubicBezTo>
                <a:cubicBezTo>
                  <a:pt x="515384" y="137022"/>
                  <a:pt x="518105" y="131506"/>
                  <a:pt x="519768" y="124000"/>
                </a:cubicBezTo>
                <a:cubicBezTo>
                  <a:pt x="520827" y="119075"/>
                  <a:pt x="521356" y="111002"/>
                  <a:pt x="521356" y="99782"/>
                </a:cubicBezTo>
                <a:cubicBezTo>
                  <a:pt x="521356" y="85985"/>
                  <a:pt x="519088" y="76226"/>
                  <a:pt x="514552" y="70504"/>
                </a:cubicBezTo>
                <a:cubicBezTo>
                  <a:pt x="510016" y="64779"/>
                  <a:pt x="504043" y="61917"/>
                  <a:pt x="496635" y="61917"/>
                </a:cubicBezTo>
                <a:cubicBezTo>
                  <a:pt x="490813" y="61917"/>
                  <a:pt x="485994" y="63547"/>
                  <a:pt x="482176" y="66807"/>
                </a:cubicBezTo>
                <a:cubicBezTo>
                  <a:pt x="478358" y="70065"/>
                  <a:pt x="475693" y="74879"/>
                  <a:pt x="474181" y="81248"/>
                </a:cubicBezTo>
                <a:cubicBezTo>
                  <a:pt x="473198" y="85340"/>
                  <a:pt x="472631" y="94096"/>
                  <a:pt x="472480" y="107515"/>
                </a:cubicBezTo>
                <a:close/>
                <a:moveTo>
                  <a:pt x="562635" y="58969"/>
                </a:moveTo>
                <a:cubicBezTo>
                  <a:pt x="563467" y="58666"/>
                  <a:pt x="564147" y="58439"/>
                  <a:pt x="564676" y="58288"/>
                </a:cubicBezTo>
                <a:lnTo>
                  <a:pt x="598470" y="58288"/>
                </a:lnTo>
                <a:lnTo>
                  <a:pt x="600965" y="58515"/>
                </a:lnTo>
                <a:lnTo>
                  <a:pt x="601078" y="66113"/>
                </a:lnTo>
                <a:lnTo>
                  <a:pt x="600851" y="77226"/>
                </a:lnTo>
                <a:lnTo>
                  <a:pt x="600965" y="83010"/>
                </a:lnTo>
                <a:lnTo>
                  <a:pt x="600851" y="100133"/>
                </a:lnTo>
                <a:lnTo>
                  <a:pt x="600851" y="111813"/>
                </a:lnTo>
                <a:cubicBezTo>
                  <a:pt x="600851" y="119449"/>
                  <a:pt x="601267" y="125459"/>
                  <a:pt x="602099" y="129844"/>
                </a:cubicBezTo>
                <a:cubicBezTo>
                  <a:pt x="603233" y="133171"/>
                  <a:pt x="605066" y="135684"/>
                  <a:pt x="607599" y="137385"/>
                </a:cubicBezTo>
                <a:cubicBezTo>
                  <a:pt x="610131" y="139086"/>
                  <a:pt x="613212" y="139937"/>
                  <a:pt x="616841" y="139937"/>
                </a:cubicBezTo>
                <a:cubicBezTo>
                  <a:pt x="620243" y="139937"/>
                  <a:pt x="623002" y="139598"/>
                  <a:pt x="625119" y="138920"/>
                </a:cubicBezTo>
                <a:cubicBezTo>
                  <a:pt x="627236" y="138239"/>
                  <a:pt x="629674" y="136955"/>
                  <a:pt x="632433" y="135068"/>
                </a:cubicBezTo>
                <a:cubicBezTo>
                  <a:pt x="635193" y="133180"/>
                  <a:pt x="636951" y="131820"/>
                  <a:pt x="637707" y="130989"/>
                </a:cubicBezTo>
                <a:cubicBezTo>
                  <a:pt x="639899" y="128574"/>
                  <a:pt x="641411" y="126348"/>
                  <a:pt x="642243" y="124309"/>
                </a:cubicBezTo>
                <a:lnTo>
                  <a:pt x="643036" y="96118"/>
                </a:lnTo>
                <a:cubicBezTo>
                  <a:pt x="643188" y="93174"/>
                  <a:pt x="643263" y="90759"/>
                  <a:pt x="643263" y="88871"/>
                </a:cubicBezTo>
                <a:cubicBezTo>
                  <a:pt x="643263" y="86910"/>
                  <a:pt x="643206" y="84439"/>
                  <a:pt x="643093" y="81457"/>
                </a:cubicBezTo>
                <a:cubicBezTo>
                  <a:pt x="642980" y="78476"/>
                  <a:pt x="642923" y="76796"/>
                  <a:pt x="642923" y="76418"/>
                </a:cubicBezTo>
                <a:lnTo>
                  <a:pt x="643036" y="72229"/>
                </a:lnTo>
                <a:lnTo>
                  <a:pt x="642810" y="69738"/>
                </a:lnTo>
                <a:cubicBezTo>
                  <a:pt x="640995" y="68606"/>
                  <a:pt x="638463" y="67889"/>
                  <a:pt x="635212" y="67587"/>
                </a:cubicBezTo>
                <a:lnTo>
                  <a:pt x="627614" y="66907"/>
                </a:lnTo>
                <a:cubicBezTo>
                  <a:pt x="627160" y="66680"/>
                  <a:pt x="626744" y="66415"/>
                  <a:pt x="626366" y="66113"/>
                </a:cubicBezTo>
                <a:cubicBezTo>
                  <a:pt x="626064" y="64601"/>
                  <a:pt x="625913" y="63467"/>
                  <a:pt x="625913" y="62711"/>
                </a:cubicBezTo>
                <a:cubicBezTo>
                  <a:pt x="625913" y="61804"/>
                  <a:pt x="626026" y="60518"/>
                  <a:pt x="626253" y="58855"/>
                </a:cubicBezTo>
                <a:cubicBezTo>
                  <a:pt x="628748" y="58477"/>
                  <a:pt x="630902" y="58288"/>
                  <a:pt x="632717" y="58288"/>
                </a:cubicBezTo>
                <a:lnTo>
                  <a:pt x="650181" y="58515"/>
                </a:lnTo>
                <a:cubicBezTo>
                  <a:pt x="654868" y="58515"/>
                  <a:pt x="660614" y="58439"/>
                  <a:pt x="667418" y="58288"/>
                </a:cubicBezTo>
                <a:lnTo>
                  <a:pt x="667644" y="66793"/>
                </a:lnTo>
                <a:lnTo>
                  <a:pt x="667304" y="77680"/>
                </a:lnTo>
                <a:lnTo>
                  <a:pt x="667531" y="91288"/>
                </a:lnTo>
                <a:lnTo>
                  <a:pt x="667418" y="110793"/>
                </a:lnTo>
                <a:lnTo>
                  <a:pt x="667191" y="119525"/>
                </a:lnTo>
                <a:lnTo>
                  <a:pt x="667304" y="125422"/>
                </a:lnTo>
                <a:cubicBezTo>
                  <a:pt x="667002" y="129353"/>
                  <a:pt x="666851" y="131583"/>
                  <a:pt x="666851" y="132112"/>
                </a:cubicBezTo>
                <a:cubicBezTo>
                  <a:pt x="666851" y="134002"/>
                  <a:pt x="667191" y="135401"/>
                  <a:pt x="667871" y="136308"/>
                </a:cubicBezTo>
                <a:cubicBezTo>
                  <a:pt x="668552" y="137215"/>
                  <a:pt x="669194" y="137669"/>
                  <a:pt x="669799" y="137669"/>
                </a:cubicBezTo>
                <a:lnTo>
                  <a:pt x="680232" y="137329"/>
                </a:lnTo>
                <a:lnTo>
                  <a:pt x="681593" y="137555"/>
                </a:lnTo>
                <a:cubicBezTo>
                  <a:pt x="681820" y="140244"/>
                  <a:pt x="681933" y="141781"/>
                  <a:pt x="681933" y="142166"/>
                </a:cubicBezTo>
                <a:cubicBezTo>
                  <a:pt x="681933" y="142702"/>
                  <a:pt x="681820" y="143547"/>
                  <a:pt x="681593" y="144700"/>
                </a:cubicBezTo>
                <a:cubicBezTo>
                  <a:pt x="677586" y="144851"/>
                  <a:pt x="674713" y="145116"/>
                  <a:pt x="672974" y="145494"/>
                </a:cubicBezTo>
                <a:cubicBezTo>
                  <a:pt x="664885" y="147308"/>
                  <a:pt x="656040" y="149992"/>
                  <a:pt x="646438" y="153545"/>
                </a:cubicBezTo>
                <a:lnTo>
                  <a:pt x="641902" y="153318"/>
                </a:lnTo>
                <a:lnTo>
                  <a:pt x="641789" y="134720"/>
                </a:lnTo>
                <a:cubicBezTo>
                  <a:pt x="640882" y="135476"/>
                  <a:pt x="639559" y="136648"/>
                  <a:pt x="637820" y="138236"/>
                </a:cubicBezTo>
                <a:cubicBezTo>
                  <a:pt x="631167" y="144133"/>
                  <a:pt x="625459" y="148121"/>
                  <a:pt x="620696" y="150200"/>
                </a:cubicBezTo>
                <a:cubicBezTo>
                  <a:pt x="615934" y="152279"/>
                  <a:pt x="610944" y="153318"/>
                  <a:pt x="605727" y="153318"/>
                </a:cubicBezTo>
                <a:cubicBezTo>
                  <a:pt x="599528" y="153318"/>
                  <a:pt x="594161" y="152035"/>
                  <a:pt x="589625" y="149470"/>
                </a:cubicBezTo>
                <a:cubicBezTo>
                  <a:pt x="585088" y="146902"/>
                  <a:pt x="581762" y="143730"/>
                  <a:pt x="579645" y="139955"/>
                </a:cubicBezTo>
                <a:cubicBezTo>
                  <a:pt x="578058" y="137011"/>
                  <a:pt x="576999" y="132783"/>
                  <a:pt x="576470" y="127271"/>
                </a:cubicBezTo>
                <a:cubicBezTo>
                  <a:pt x="576319" y="125835"/>
                  <a:pt x="576243" y="118436"/>
                  <a:pt x="576243" y="105073"/>
                </a:cubicBezTo>
                <a:lnTo>
                  <a:pt x="576357" y="101448"/>
                </a:lnTo>
                <a:cubicBezTo>
                  <a:pt x="576735" y="94048"/>
                  <a:pt x="576924" y="88574"/>
                  <a:pt x="576924" y="85026"/>
                </a:cubicBezTo>
                <a:cubicBezTo>
                  <a:pt x="576924" y="78987"/>
                  <a:pt x="576810" y="74949"/>
                  <a:pt x="576583" y="72910"/>
                </a:cubicBezTo>
                <a:cubicBezTo>
                  <a:pt x="576508" y="71927"/>
                  <a:pt x="576130" y="70794"/>
                  <a:pt x="575449" y="69511"/>
                </a:cubicBezTo>
                <a:cubicBezTo>
                  <a:pt x="574391" y="69053"/>
                  <a:pt x="573144" y="68709"/>
                  <a:pt x="571707" y="68480"/>
                </a:cubicBezTo>
                <a:cubicBezTo>
                  <a:pt x="566869" y="67639"/>
                  <a:pt x="563845" y="66837"/>
                  <a:pt x="562635" y="66074"/>
                </a:cubicBezTo>
                <a:cubicBezTo>
                  <a:pt x="562257" y="65845"/>
                  <a:pt x="562068" y="65349"/>
                  <a:pt x="562068" y="64585"/>
                </a:cubicBezTo>
                <a:cubicBezTo>
                  <a:pt x="562068" y="64125"/>
                  <a:pt x="562125" y="63513"/>
                  <a:pt x="562238" y="62750"/>
                </a:cubicBezTo>
                <a:cubicBezTo>
                  <a:pt x="562352" y="61987"/>
                  <a:pt x="562484" y="60726"/>
                  <a:pt x="562635" y="58969"/>
                </a:cubicBezTo>
                <a:close/>
                <a:moveTo>
                  <a:pt x="689927" y="145040"/>
                </a:moveTo>
                <a:cubicBezTo>
                  <a:pt x="690910" y="144208"/>
                  <a:pt x="692195" y="143604"/>
                  <a:pt x="693783" y="143226"/>
                </a:cubicBezTo>
                <a:cubicBezTo>
                  <a:pt x="697639" y="142396"/>
                  <a:pt x="701305" y="140887"/>
                  <a:pt x="704783" y="138697"/>
                </a:cubicBezTo>
                <a:cubicBezTo>
                  <a:pt x="705463" y="136885"/>
                  <a:pt x="705803" y="130771"/>
                  <a:pt x="705803" y="120357"/>
                </a:cubicBezTo>
                <a:cubicBezTo>
                  <a:pt x="705803" y="101261"/>
                  <a:pt x="705388" y="88355"/>
                  <a:pt x="704556" y="81638"/>
                </a:cubicBezTo>
                <a:cubicBezTo>
                  <a:pt x="704405" y="80431"/>
                  <a:pt x="703800" y="79375"/>
                  <a:pt x="702742" y="78470"/>
                </a:cubicBezTo>
                <a:cubicBezTo>
                  <a:pt x="700852" y="77487"/>
                  <a:pt x="698281" y="76619"/>
                  <a:pt x="695030" y="75865"/>
                </a:cubicBezTo>
                <a:cubicBezTo>
                  <a:pt x="693518" y="75487"/>
                  <a:pt x="692611" y="74656"/>
                  <a:pt x="692309" y="73370"/>
                </a:cubicBezTo>
                <a:lnTo>
                  <a:pt x="691968" y="69175"/>
                </a:lnTo>
                <a:cubicBezTo>
                  <a:pt x="697563" y="68419"/>
                  <a:pt x="702628" y="66510"/>
                  <a:pt x="707164" y="63448"/>
                </a:cubicBezTo>
                <a:cubicBezTo>
                  <a:pt x="711700" y="60386"/>
                  <a:pt x="715102" y="57268"/>
                  <a:pt x="717370" y="54092"/>
                </a:cubicBezTo>
                <a:cubicBezTo>
                  <a:pt x="718580" y="52353"/>
                  <a:pt x="719638" y="51030"/>
                  <a:pt x="720546" y="50123"/>
                </a:cubicBezTo>
                <a:lnTo>
                  <a:pt x="728484" y="49896"/>
                </a:lnTo>
                <a:cubicBezTo>
                  <a:pt x="728862" y="51642"/>
                  <a:pt x="729051" y="53085"/>
                  <a:pt x="729051" y="54223"/>
                </a:cubicBezTo>
                <a:cubicBezTo>
                  <a:pt x="729051" y="55060"/>
                  <a:pt x="729013" y="56085"/>
                  <a:pt x="728937" y="57299"/>
                </a:cubicBezTo>
                <a:cubicBezTo>
                  <a:pt x="728862" y="59957"/>
                  <a:pt x="728824" y="62159"/>
                  <a:pt x="728824" y="63905"/>
                </a:cubicBezTo>
                <a:cubicBezTo>
                  <a:pt x="728824" y="64741"/>
                  <a:pt x="728862" y="67893"/>
                  <a:pt x="728937" y="73360"/>
                </a:cubicBezTo>
                <a:cubicBezTo>
                  <a:pt x="732037" y="68039"/>
                  <a:pt x="734305" y="64467"/>
                  <a:pt x="735741" y="62643"/>
                </a:cubicBezTo>
                <a:cubicBezTo>
                  <a:pt x="736422" y="61807"/>
                  <a:pt x="738425" y="59944"/>
                  <a:pt x="741752" y="57055"/>
                </a:cubicBezTo>
                <a:cubicBezTo>
                  <a:pt x="744322" y="55155"/>
                  <a:pt x="747233" y="54206"/>
                  <a:pt x="750483" y="54206"/>
                </a:cubicBezTo>
                <a:cubicBezTo>
                  <a:pt x="754490" y="54206"/>
                  <a:pt x="757968" y="55572"/>
                  <a:pt x="760916" y="58306"/>
                </a:cubicBezTo>
                <a:cubicBezTo>
                  <a:pt x="763865" y="61039"/>
                  <a:pt x="765339" y="64190"/>
                  <a:pt x="765339" y="67757"/>
                </a:cubicBezTo>
                <a:cubicBezTo>
                  <a:pt x="765339" y="71325"/>
                  <a:pt x="764224" y="74532"/>
                  <a:pt x="761994" y="77378"/>
                </a:cubicBezTo>
                <a:cubicBezTo>
                  <a:pt x="759763" y="80225"/>
                  <a:pt x="756796" y="81649"/>
                  <a:pt x="753092" y="81649"/>
                </a:cubicBezTo>
                <a:cubicBezTo>
                  <a:pt x="749841" y="81649"/>
                  <a:pt x="746439" y="80288"/>
                  <a:pt x="742886" y="77566"/>
                </a:cubicBezTo>
                <a:cubicBezTo>
                  <a:pt x="740769" y="75903"/>
                  <a:pt x="739068" y="75071"/>
                  <a:pt x="737783" y="75071"/>
                </a:cubicBezTo>
                <a:lnTo>
                  <a:pt x="736989" y="75185"/>
                </a:lnTo>
                <a:cubicBezTo>
                  <a:pt x="735401" y="75712"/>
                  <a:pt x="733965" y="77141"/>
                  <a:pt x="732679" y="79473"/>
                </a:cubicBezTo>
                <a:cubicBezTo>
                  <a:pt x="730563" y="83234"/>
                  <a:pt x="729504" y="87145"/>
                  <a:pt x="729504" y="91206"/>
                </a:cubicBezTo>
                <a:lnTo>
                  <a:pt x="729731" y="94250"/>
                </a:lnTo>
                <a:cubicBezTo>
                  <a:pt x="730033" y="99819"/>
                  <a:pt x="730260" y="112869"/>
                  <a:pt x="730411" y="133402"/>
                </a:cubicBezTo>
                <a:cubicBezTo>
                  <a:pt x="730638" y="135283"/>
                  <a:pt x="731356" y="137163"/>
                  <a:pt x="732566" y="139044"/>
                </a:cubicBezTo>
                <a:cubicBezTo>
                  <a:pt x="733927" y="140098"/>
                  <a:pt x="735307" y="140850"/>
                  <a:pt x="736705" y="141301"/>
                </a:cubicBezTo>
                <a:cubicBezTo>
                  <a:pt x="738104" y="141752"/>
                  <a:pt x="740542" y="142132"/>
                  <a:pt x="744020" y="142439"/>
                </a:cubicBezTo>
                <a:cubicBezTo>
                  <a:pt x="747497" y="142746"/>
                  <a:pt x="749614" y="143226"/>
                  <a:pt x="750370" y="143878"/>
                </a:cubicBezTo>
                <a:cubicBezTo>
                  <a:pt x="751126" y="144527"/>
                  <a:pt x="751504" y="145580"/>
                  <a:pt x="751504" y="147035"/>
                </a:cubicBezTo>
                <a:cubicBezTo>
                  <a:pt x="751504" y="147878"/>
                  <a:pt x="751277" y="148990"/>
                  <a:pt x="750824" y="150370"/>
                </a:cubicBezTo>
                <a:lnTo>
                  <a:pt x="740164" y="150370"/>
                </a:lnTo>
                <a:lnTo>
                  <a:pt x="718504" y="149236"/>
                </a:lnTo>
                <a:cubicBezTo>
                  <a:pt x="713061" y="149236"/>
                  <a:pt x="708109" y="149442"/>
                  <a:pt x="703649" y="149856"/>
                </a:cubicBezTo>
                <a:lnTo>
                  <a:pt x="701721" y="149856"/>
                </a:lnTo>
                <a:cubicBezTo>
                  <a:pt x="701192" y="149856"/>
                  <a:pt x="697261" y="150027"/>
                  <a:pt x="689927" y="150370"/>
                </a:cubicBezTo>
                <a:cubicBezTo>
                  <a:pt x="689700" y="149160"/>
                  <a:pt x="689587" y="148253"/>
                  <a:pt x="689587" y="147648"/>
                </a:cubicBezTo>
                <a:cubicBezTo>
                  <a:pt x="689587" y="147043"/>
                  <a:pt x="689700" y="146174"/>
                  <a:pt x="689927" y="145040"/>
                </a:cubicBezTo>
                <a:close/>
                <a:moveTo>
                  <a:pt x="862468" y="121219"/>
                </a:moveTo>
                <a:cubicBezTo>
                  <a:pt x="863678" y="121894"/>
                  <a:pt x="864585" y="122344"/>
                  <a:pt x="865190" y="122569"/>
                </a:cubicBezTo>
                <a:cubicBezTo>
                  <a:pt x="866929" y="123320"/>
                  <a:pt x="868327" y="124259"/>
                  <a:pt x="869386" y="125386"/>
                </a:cubicBezTo>
                <a:cubicBezTo>
                  <a:pt x="867344" y="132956"/>
                  <a:pt x="862393" y="139503"/>
                  <a:pt x="854530" y="145029"/>
                </a:cubicBezTo>
                <a:cubicBezTo>
                  <a:pt x="846668" y="150555"/>
                  <a:pt x="836726" y="153318"/>
                  <a:pt x="824706" y="153318"/>
                </a:cubicBezTo>
                <a:cubicBezTo>
                  <a:pt x="817146" y="153318"/>
                  <a:pt x="809661" y="151734"/>
                  <a:pt x="802252" y="148566"/>
                </a:cubicBezTo>
                <a:cubicBezTo>
                  <a:pt x="794843" y="145398"/>
                  <a:pt x="788947" y="141211"/>
                  <a:pt x="784562" y="136007"/>
                </a:cubicBezTo>
                <a:cubicBezTo>
                  <a:pt x="781160" y="132009"/>
                  <a:pt x="778608" y="127107"/>
                  <a:pt x="776907" y="121300"/>
                </a:cubicBezTo>
                <a:cubicBezTo>
                  <a:pt x="775206" y="115491"/>
                  <a:pt x="774356" y="110549"/>
                  <a:pt x="774356" y="106476"/>
                </a:cubicBezTo>
                <a:cubicBezTo>
                  <a:pt x="774356" y="101574"/>
                  <a:pt x="775414" y="96012"/>
                  <a:pt x="777531" y="89789"/>
                </a:cubicBezTo>
                <a:cubicBezTo>
                  <a:pt x="779648" y="83566"/>
                  <a:pt x="783201" y="77702"/>
                  <a:pt x="788191" y="72197"/>
                </a:cubicBezTo>
                <a:cubicBezTo>
                  <a:pt x="793180" y="66690"/>
                  <a:pt x="799474" y="62315"/>
                  <a:pt x="807072" y="59071"/>
                </a:cubicBezTo>
                <a:cubicBezTo>
                  <a:pt x="814670" y="55828"/>
                  <a:pt x="823231" y="54206"/>
                  <a:pt x="832757" y="54206"/>
                </a:cubicBezTo>
                <a:cubicBezTo>
                  <a:pt x="845836" y="54206"/>
                  <a:pt x="854946" y="56247"/>
                  <a:pt x="860087" y="60329"/>
                </a:cubicBezTo>
                <a:cubicBezTo>
                  <a:pt x="865228" y="64412"/>
                  <a:pt x="867798" y="68494"/>
                  <a:pt x="867798" y="72577"/>
                </a:cubicBezTo>
                <a:cubicBezTo>
                  <a:pt x="867798" y="76583"/>
                  <a:pt x="866759" y="79740"/>
                  <a:pt x="864680" y="82046"/>
                </a:cubicBezTo>
                <a:cubicBezTo>
                  <a:pt x="862601" y="84351"/>
                  <a:pt x="859747" y="85504"/>
                  <a:pt x="856118" y="85504"/>
                </a:cubicBezTo>
                <a:cubicBezTo>
                  <a:pt x="853018" y="85504"/>
                  <a:pt x="850164" y="84488"/>
                  <a:pt x="847556" y="82457"/>
                </a:cubicBezTo>
                <a:cubicBezTo>
                  <a:pt x="844948" y="80425"/>
                  <a:pt x="842774" y="77002"/>
                  <a:pt x="841035" y="72187"/>
                </a:cubicBezTo>
                <a:cubicBezTo>
                  <a:pt x="839675" y="68728"/>
                  <a:pt x="837936" y="66208"/>
                  <a:pt x="835819" y="64628"/>
                </a:cubicBezTo>
                <a:cubicBezTo>
                  <a:pt x="833702" y="63123"/>
                  <a:pt x="831170" y="62371"/>
                  <a:pt x="828221" y="62371"/>
                </a:cubicBezTo>
                <a:cubicBezTo>
                  <a:pt x="821115" y="62371"/>
                  <a:pt x="814764" y="65396"/>
                  <a:pt x="809170" y="71446"/>
                </a:cubicBezTo>
                <a:cubicBezTo>
                  <a:pt x="803575" y="77494"/>
                  <a:pt x="800778" y="85741"/>
                  <a:pt x="800778" y="96185"/>
                </a:cubicBezTo>
                <a:cubicBezTo>
                  <a:pt x="800778" y="108735"/>
                  <a:pt x="804199" y="118711"/>
                  <a:pt x="811041" y="126113"/>
                </a:cubicBezTo>
                <a:cubicBezTo>
                  <a:pt x="817883" y="133514"/>
                  <a:pt x="825651" y="137215"/>
                  <a:pt x="834345" y="137215"/>
                </a:cubicBezTo>
                <a:cubicBezTo>
                  <a:pt x="838654" y="137215"/>
                  <a:pt x="842321" y="136727"/>
                  <a:pt x="845345" y="135752"/>
                </a:cubicBezTo>
                <a:cubicBezTo>
                  <a:pt x="847235" y="135076"/>
                  <a:pt x="849805" y="133611"/>
                  <a:pt x="853056" y="131357"/>
                </a:cubicBezTo>
                <a:cubicBezTo>
                  <a:pt x="853888" y="130757"/>
                  <a:pt x="855456" y="129143"/>
                  <a:pt x="857762" y="126513"/>
                </a:cubicBezTo>
                <a:cubicBezTo>
                  <a:pt x="860068" y="123884"/>
                  <a:pt x="861637" y="122119"/>
                  <a:pt x="862468" y="121219"/>
                </a:cubicBezTo>
                <a:close/>
                <a:moveTo>
                  <a:pt x="884072" y="90692"/>
                </a:moveTo>
                <a:cubicBezTo>
                  <a:pt x="886038" y="84250"/>
                  <a:pt x="887777" y="79968"/>
                  <a:pt x="889289" y="77846"/>
                </a:cubicBezTo>
                <a:cubicBezTo>
                  <a:pt x="893523" y="71633"/>
                  <a:pt x="898040" y="66784"/>
                  <a:pt x="902840" y="63299"/>
                </a:cubicBezTo>
                <a:cubicBezTo>
                  <a:pt x="907641" y="59812"/>
                  <a:pt x="911969" y="57500"/>
                  <a:pt x="915825" y="56364"/>
                </a:cubicBezTo>
                <a:cubicBezTo>
                  <a:pt x="920814" y="54925"/>
                  <a:pt x="924859" y="54206"/>
                  <a:pt x="927959" y="54206"/>
                </a:cubicBezTo>
                <a:cubicBezTo>
                  <a:pt x="935065" y="54206"/>
                  <a:pt x="940811" y="54753"/>
                  <a:pt x="945196" y="55846"/>
                </a:cubicBezTo>
                <a:cubicBezTo>
                  <a:pt x="949580" y="56940"/>
                  <a:pt x="953247" y="58507"/>
                  <a:pt x="956196" y="60546"/>
                </a:cubicBezTo>
                <a:cubicBezTo>
                  <a:pt x="960429" y="63487"/>
                  <a:pt x="963831" y="66467"/>
                  <a:pt x="966402" y="69486"/>
                </a:cubicBezTo>
                <a:cubicBezTo>
                  <a:pt x="968972" y="72503"/>
                  <a:pt x="971070" y="76050"/>
                  <a:pt x="972695" y="80125"/>
                </a:cubicBezTo>
                <a:cubicBezTo>
                  <a:pt x="974321" y="84200"/>
                  <a:pt x="975209" y="89143"/>
                  <a:pt x="975360" y="94952"/>
                </a:cubicBezTo>
                <a:lnTo>
                  <a:pt x="962773" y="94747"/>
                </a:lnTo>
                <a:cubicBezTo>
                  <a:pt x="959295" y="94747"/>
                  <a:pt x="951659" y="94425"/>
                  <a:pt x="939866" y="93783"/>
                </a:cubicBezTo>
                <a:cubicBezTo>
                  <a:pt x="935481" y="93405"/>
                  <a:pt x="932457" y="93216"/>
                  <a:pt x="930794" y="93216"/>
                </a:cubicBezTo>
                <a:cubicBezTo>
                  <a:pt x="930264" y="93216"/>
                  <a:pt x="926182" y="93291"/>
                  <a:pt x="918546" y="93442"/>
                </a:cubicBezTo>
                <a:lnTo>
                  <a:pt x="908794" y="93442"/>
                </a:lnTo>
                <a:cubicBezTo>
                  <a:pt x="908643" y="94506"/>
                  <a:pt x="908567" y="95418"/>
                  <a:pt x="908567" y="96178"/>
                </a:cubicBezTo>
                <a:cubicBezTo>
                  <a:pt x="908567" y="100206"/>
                  <a:pt x="909058" y="104444"/>
                  <a:pt x="910041" y="108890"/>
                </a:cubicBezTo>
                <a:cubicBezTo>
                  <a:pt x="911024" y="113336"/>
                  <a:pt x="912498" y="117251"/>
                  <a:pt x="914464" y="120634"/>
                </a:cubicBezTo>
                <a:cubicBezTo>
                  <a:pt x="916430" y="124015"/>
                  <a:pt x="918868" y="126921"/>
                  <a:pt x="921778" y="129352"/>
                </a:cubicBezTo>
                <a:cubicBezTo>
                  <a:pt x="924689" y="131783"/>
                  <a:pt x="927694" y="133531"/>
                  <a:pt x="930794" y="134596"/>
                </a:cubicBezTo>
                <a:lnTo>
                  <a:pt x="937371" y="136762"/>
                </a:lnTo>
                <a:cubicBezTo>
                  <a:pt x="943192" y="136762"/>
                  <a:pt x="947086" y="136570"/>
                  <a:pt x="949051" y="136188"/>
                </a:cubicBezTo>
                <a:cubicBezTo>
                  <a:pt x="952680" y="135422"/>
                  <a:pt x="955874" y="134446"/>
                  <a:pt x="958634" y="133260"/>
                </a:cubicBezTo>
                <a:cubicBezTo>
                  <a:pt x="961393" y="132074"/>
                  <a:pt x="964738" y="130066"/>
                  <a:pt x="968670" y="127236"/>
                </a:cubicBezTo>
                <a:cubicBezTo>
                  <a:pt x="971391" y="129202"/>
                  <a:pt x="973659" y="130978"/>
                  <a:pt x="975474" y="132566"/>
                </a:cubicBezTo>
                <a:cubicBezTo>
                  <a:pt x="968821" y="139939"/>
                  <a:pt x="961922" y="145280"/>
                  <a:pt x="954778" y="148587"/>
                </a:cubicBezTo>
                <a:cubicBezTo>
                  <a:pt x="947634" y="151892"/>
                  <a:pt x="939639" y="153545"/>
                  <a:pt x="930794" y="153545"/>
                </a:cubicBezTo>
                <a:cubicBezTo>
                  <a:pt x="924821" y="153545"/>
                  <a:pt x="919945" y="153015"/>
                  <a:pt x="916165" y="151954"/>
                </a:cubicBezTo>
                <a:cubicBezTo>
                  <a:pt x="911100" y="150591"/>
                  <a:pt x="906526" y="148507"/>
                  <a:pt x="902443" y="145703"/>
                </a:cubicBezTo>
                <a:cubicBezTo>
                  <a:pt x="898361" y="142898"/>
                  <a:pt x="894846" y="139412"/>
                  <a:pt x="891897" y="135245"/>
                </a:cubicBezTo>
                <a:cubicBezTo>
                  <a:pt x="888949" y="131077"/>
                  <a:pt x="886756" y="126797"/>
                  <a:pt x="885320" y="122402"/>
                </a:cubicBezTo>
                <a:cubicBezTo>
                  <a:pt x="883430" y="116642"/>
                  <a:pt x="882485" y="112020"/>
                  <a:pt x="882485" y="108535"/>
                </a:cubicBezTo>
                <a:cubicBezTo>
                  <a:pt x="882485" y="101944"/>
                  <a:pt x="883014" y="95996"/>
                  <a:pt x="884072" y="90692"/>
                </a:cubicBezTo>
                <a:moveTo>
                  <a:pt x="949958" y="85845"/>
                </a:moveTo>
                <a:cubicBezTo>
                  <a:pt x="949883" y="81611"/>
                  <a:pt x="949051" y="77566"/>
                  <a:pt x="947464" y="73711"/>
                </a:cubicBezTo>
                <a:cubicBezTo>
                  <a:pt x="945876" y="69855"/>
                  <a:pt x="943419" y="66850"/>
                  <a:pt x="940093" y="64695"/>
                </a:cubicBezTo>
                <a:cubicBezTo>
                  <a:pt x="936766" y="62541"/>
                  <a:pt x="933402" y="61463"/>
                  <a:pt x="930000" y="61463"/>
                </a:cubicBezTo>
                <a:cubicBezTo>
                  <a:pt x="924935" y="61463"/>
                  <a:pt x="920361" y="63684"/>
                  <a:pt x="916278" y="68126"/>
                </a:cubicBezTo>
                <a:cubicBezTo>
                  <a:pt x="912196" y="72565"/>
                  <a:pt x="909890" y="78585"/>
                  <a:pt x="909361" y="86185"/>
                </a:cubicBezTo>
                <a:lnTo>
                  <a:pt x="935216" y="86412"/>
                </a:lnTo>
                <a:cubicBezTo>
                  <a:pt x="936880" y="86412"/>
                  <a:pt x="939223" y="86298"/>
                  <a:pt x="942247" y="86071"/>
                </a:cubicBezTo>
                <a:cubicBezTo>
                  <a:pt x="944440" y="85882"/>
                  <a:pt x="945989" y="85788"/>
                  <a:pt x="946897" y="85788"/>
                </a:cubicBezTo>
                <a:cubicBezTo>
                  <a:pt x="947577" y="85788"/>
                  <a:pt x="948598" y="85807"/>
                  <a:pt x="949958" y="85845"/>
                </a:cubicBezTo>
                <a:close/>
                <a:moveTo>
                  <a:pt x="1138376" y="121219"/>
                </a:moveTo>
                <a:cubicBezTo>
                  <a:pt x="1139585" y="121894"/>
                  <a:pt x="1140492" y="122344"/>
                  <a:pt x="1141097" y="122569"/>
                </a:cubicBezTo>
                <a:cubicBezTo>
                  <a:pt x="1142836" y="123320"/>
                  <a:pt x="1144235" y="124259"/>
                  <a:pt x="1145293" y="125386"/>
                </a:cubicBezTo>
                <a:cubicBezTo>
                  <a:pt x="1143252" y="132956"/>
                  <a:pt x="1138300" y="139503"/>
                  <a:pt x="1130437" y="145029"/>
                </a:cubicBezTo>
                <a:cubicBezTo>
                  <a:pt x="1122575" y="150555"/>
                  <a:pt x="1112634" y="153318"/>
                  <a:pt x="1100613" y="153318"/>
                </a:cubicBezTo>
                <a:cubicBezTo>
                  <a:pt x="1093053" y="153318"/>
                  <a:pt x="1085568" y="151734"/>
                  <a:pt x="1078160" y="148566"/>
                </a:cubicBezTo>
                <a:cubicBezTo>
                  <a:pt x="1070751" y="145398"/>
                  <a:pt x="1064854" y="141211"/>
                  <a:pt x="1060469" y="136007"/>
                </a:cubicBezTo>
                <a:cubicBezTo>
                  <a:pt x="1057067" y="132009"/>
                  <a:pt x="1054515" y="127107"/>
                  <a:pt x="1052814" y="121300"/>
                </a:cubicBezTo>
                <a:cubicBezTo>
                  <a:pt x="1051113" y="115491"/>
                  <a:pt x="1050263" y="110549"/>
                  <a:pt x="1050263" y="106476"/>
                </a:cubicBezTo>
                <a:cubicBezTo>
                  <a:pt x="1050263" y="101574"/>
                  <a:pt x="1051321" y="96012"/>
                  <a:pt x="1053438" y="89789"/>
                </a:cubicBezTo>
                <a:cubicBezTo>
                  <a:pt x="1055555" y="83566"/>
                  <a:pt x="1059108" y="77702"/>
                  <a:pt x="1064098" y="72197"/>
                </a:cubicBezTo>
                <a:cubicBezTo>
                  <a:pt x="1069088" y="66690"/>
                  <a:pt x="1075381" y="62315"/>
                  <a:pt x="1082979" y="59071"/>
                </a:cubicBezTo>
                <a:cubicBezTo>
                  <a:pt x="1090577" y="55828"/>
                  <a:pt x="1099139" y="54206"/>
                  <a:pt x="1108664" y="54206"/>
                </a:cubicBezTo>
                <a:cubicBezTo>
                  <a:pt x="1121743" y="54206"/>
                  <a:pt x="1130853" y="56247"/>
                  <a:pt x="1135994" y="60329"/>
                </a:cubicBezTo>
                <a:cubicBezTo>
                  <a:pt x="1141135" y="64412"/>
                  <a:pt x="1143705" y="68494"/>
                  <a:pt x="1143705" y="72577"/>
                </a:cubicBezTo>
                <a:cubicBezTo>
                  <a:pt x="1143705" y="76583"/>
                  <a:pt x="1142666" y="79740"/>
                  <a:pt x="1140587" y="82046"/>
                </a:cubicBezTo>
                <a:cubicBezTo>
                  <a:pt x="1138508" y="84351"/>
                  <a:pt x="1135654" y="85504"/>
                  <a:pt x="1132025" y="85504"/>
                </a:cubicBezTo>
                <a:cubicBezTo>
                  <a:pt x="1128925" y="85504"/>
                  <a:pt x="1126072" y="84488"/>
                  <a:pt x="1123463" y="82457"/>
                </a:cubicBezTo>
                <a:cubicBezTo>
                  <a:pt x="1120855" y="80425"/>
                  <a:pt x="1118682" y="77002"/>
                  <a:pt x="1116943" y="72187"/>
                </a:cubicBezTo>
                <a:cubicBezTo>
                  <a:pt x="1115582" y="68728"/>
                  <a:pt x="1113843" y="66208"/>
                  <a:pt x="1111726" y="64628"/>
                </a:cubicBezTo>
                <a:cubicBezTo>
                  <a:pt x="1109609" y="63123"/>
                  <a:pt x="1107077" y="62371"/>
                  <a:pt x="1104128" y="62371"/>
                </a:cubicBezTo>
                <a:cubicBezTo>
                  <a:pt x="1097022" y="62371"/>
                  <a:pt x="1090672" y="65396"/>
                  <a:pt x="1085077" y="71446"/>
                </a:cubicBezTo>
                <a:cubicBezTo>
                  <a:pt x="1079483" y="77494"/>
                  <a:pt x="1076685" y="85741"/>
                  <a:pt x="1076685" y="96185"/>
                </a:cubicBezTo>
                <a:cubicBezTo>
                  <a:pt x="1076685" y="108735"/>
                  <a:pt x="1080106" y="118711"/>
                  <a:pt x="1086948" y="126113"/>
                </a:cubicBezTo>
                <a:cubicBezTo>
                  <a:pt x="1093790" y="133514"/>
                  <a:pt x="1101558" y="137215"/>
                  <a:pt x="1110252" y="137215"/>
                </a:cubicBezTo>
                <a:cubicBezTo>
                  <a:pt x="1114561" y="137215"/>
                  <a:pt x="1118228" y="136727"/>
                  <a:pt x="1121252" y="135752"/>
                </a:cubicBezTo>
                <a:cubicBezTo>
                  <a:pt x="1123142" y="135076"/>
                  <a:pt x="1125712" y="133611"/>
                  <a:pt x="1128963" y="131357"/>
                </a:cubicBezTo>
                <a:cubicBezTo>
                  <a:pt x="1129795" y="130757"/>
                  <a:pt x="1131364" y="129143"/>
                  <a:pt x="1133669" y="126513"/>
                </a:cubicBezTo>
                <a:cubicBezTo>
                  <a:pt x="1135975" y="123884"/>
                  <a:pt x="1137544" y="122119"/>
                  <a:pt x="1138376" y="121219"/>
                </a:cubicBezTo>
                <a:close/>
                <a:moveTo>
                  <a:pt x="1248433" y="68168"/>
                </a:moveTo>
                <a:cubicBezTo>
                  <a:pt x="1253271" y="72863"/>
                  <a:pt x="1256881" y="78256"/>
                  <a:pt x="1259262" y="84349"/>
                </a:cubicBezTo>
                <a:cubicBezTo>
                  <a:pt x="1261644" y="90442"/>
                  <a:pt x="1262835" y="96175"/>
                  <a:pt x="1262835" y="101547"/>
                </a:cubicBezTo>
                <a:cubicBezTo>
                  <a:pt x="1262835" y="111689"/>
                  <a:pt x="1261285" y="119864"/>
                  <a:pt x="1258185" y="126070"/>
                </a:cubicBezTo>
                <a:cubicBezTo>
                  <a:pt x="1253498" y="135456"/>
                  <a:pt x="1247185" y="142382"/>
                  <a:pt x="1239247" y="146847"/>
                </a:cubicBezTo>
                <a:cubicBezTo>
                  <a:pt x="1231309" y="151312"/>
                  <a:pt x="1222086" y="153545"/>
                  <a:pt x="1211577" y="153545"/>
                </a:cubicBezTo>
                <a:cubicBezTo>
                  <a:pt x="1199784" y="153545"/>
                  <a:pt x="1189785" y="150897"/>
                  <a:pt x="1181583" y="145600"/>
                </a:cubicBezTo>
                <a:cubicBezTo>
                  <a:pt x="1173380" y="140301"/>
                  <a:pt x="1167521" y="134283"/>
                  <a:pt x="1164006" y="127548"/>
                </a:cubicBezTo>
                <a:cubicBezTo>
                  <a:pt x="1160490" y="120810"/>
                  <a:pt x="1158732" y="112447"/>
                  <a:pt x="1158732" y="102458"/>
                </a:cubicBezTo>
                <a:cubicBezTo>
                  <a:pt x="1158732" y="97386"/>
                  <a:pt x="1159564" y="92295"/>
                  <a:pt x="1161227" y="87188"/>
                </a:cubicBezTo>
                <a:cubicBezTo>
                  <a:pt x="1162890" y="82078"/>
                  <a:pt x="1165177" y="77630"/>
                  <a:pt x="1168088" y="73845"/>
                </a:cubicBezTo>
                <a:cubicBezTo>
                  <a:pt x="1170999" y="70061"/>
                  <a:pt x="1174193" y="66882"/>
                  <a:pt x="1177670" y="64309"/>
                </a:cubicBezTo>
                <a:cubicBezTo>
                  <a:pt x="1182736" y="60675"/>
                  <a:pt x="1187820" y="58084"/>
                  <a:pt x="1192923" y="56534"/>
                </a:cubicBezTo>
                <a:cubicBezTo>
                  <a:pt x="1198026" y="54982"/>
                  <a:pt x="1204206" y="54206"/>
                  <a:pt x="1211464" y="54206"/>
                </a:cubicBezTo>
                <a:cubicBezTo>
                  <a:pt x="1227264" y="54206"/>
                  <a:pt x="1239587" y="58860"/>
                  <a:pt x="1248433" y="68168"/>
                </a:cubicBezTo>
                <a:moveTo>
                  <a:pt x="1186402" y="107515"/>
                </a:moveTo>
                <a:cubicBezTo>
                  <a:pt x="1187083" y="116915"/>
                  <a:pt x="1187574" y="122335"/>
                  <a:pt x="1187876" y="123774"/>
                </a:cubicBezTo>
                <a:cubicBezTo>
                  <a:pt x="1188859" y="128853"/>
                  <a:pt x="1190409" y="133212"/>
                  <a:pt x="1192526" y="136850"/>
                </a:cubicBezTo>
                <a:cubicBezTo>
                  <a:pt x="1193962" y="139201"/>
                  <a:pt x="1196344" y="141286"/>
                  <a:pt x="1199670" y="143105"/>
                </a:cubicBezTo>
                <a:cubicBezTo>
                  <a:pt x="1202997" y="144924"/>
                  <a:pt x="1206966" y="145834"/>
                  <a:pt x="1211577" y="145834"/>
                </a:cubicBezTo>
                <a:cubicBezTo>
                  <a:pt x="1217096" y="145834"/>
                  <a:pt x="1221746" y="144071"/>
                  <a:pt x="1225526" y="140546"/>
                </a:cubicBezTo>
                <a:cubicBezTo>
                  <a:pt x="1229306" y="137022"/>
                  <a:pt x="1232027" y="131506"/>
                  <a:pt x="1233690" y="124000"/>
                </a:cubicBezTo>
                <a:cubicBezTo>
                  <a:pt x="1234749" y="119075"/>
                  <a:pt x="1235278" y="111002"/>
                  <a:pt x="1235278" y="99782"/>
                </a:cubicBezTo>
                <a:cubicBezTo>
                  <a:pt x="1235278" y="85985"/>
                  <a:pt x="1233010" y="76226"/>
                  <a:pt x="1228474" y="70504"/>
                </a:cubicBezTo>
                <a:cubicBezTo>
                  <a:pt x="1223938" y="64779"/>
                  <a:pt x="1217966" y="61917"/>
                  <a:pt x="1210557" y="61917"/>
                </a:cubicBezTo>
                <a:cubicBezTo>
                  <a:pt x="1204735" y="61917"/>
                  <a:pt x="1199916" y="63547"/>
                  <a:pt x="1196098" y="66807"/>
                </a:cubicBezTo>
                <a:cubicBezTo>
                  <a:pt x="1192280" y="70065"/>
                  <a:pt x="1189615" y="74879"/>
                  <a:pt x="1188103" y="81248"/>
                </a:cubicBezTo>
                <a:cubicBezTo>
                  <a:pt x="1187120" y="85340"/>
                  <a:pt x="1186553" y="94096"/>
                  <a:pt x="1186402" y="107515"/>
                </a:cubicBezTo>
                <a:close/>
                <a:moveTo>
                  <a:pt x="1301165" y="63749"/>
                </a:moveTo>
                <a:cubicBezTo>
                  <a:pt x="1304870" y="61174"/>
                  <a:pt x="1308442" y="59318"/>
                  <a:pt x="1311882" y="58182"/>
                </a:cubicBezTo>
                <a:cubicBezTo>
                  <a:pt x="1315321" y="57045"/>
                  <a:pt x="1320179" y="56174"/>
                  <a:pt x="1326454" y="55567"/>
                </a:cubicBezTo>
                <a:lnTo>
                  <a:pt x="1332804" y="55567"/>
                </a:lnTo>
                <a:cubicBezTo>
                  <a:pt x="1341044" y="55567"/>
                  <a:pt x="1348945" y="58439"/>
                  <a:pt x="1356505" y="64185"/>
                </a:cubicBezTo>
                <a:lnTo>
                  <a:pt x="1356732" y="61463"/>
                </a:lnTo>
                <a:lnTo>
                  <a:pt x="1356618" y="53865"/>
                </a:lnTo>
                <a:lnTo>
                  <a:pt x="1357072" y="41732"/>
                </a:lnTo>
                <a:cubicBezTo>
                  <a:pt x="1357072" y="28955"/>
                  <a:pt x="1356089" y="20866"/>
                  <a:pt x="1354123" y="17464"/>
                </a:cubicBezTo>
                <a:cubicBezTo>
                  <a:pt x="1352989" y="15423"/>
                  <a:pt x="1351005" y="14326"/>
                  <a:pt x="1348170" y="14175"/>
                </a:cubicBezTo>
                <a:cubicBezTo>
                  <a:pt x="1345335" y="14024"/>
                  <a:pt x="1343048" y="13533"/>
                  <a:pt x="1341309" y="12701"/>
                </a:cubicBezTo>
                <a:lnTo>
                  <a:pt x="1341309" y="7258"/>
                </a:lnTo>
                <a:cubicBezTo>
                  <a:pt x="1342745" y="6804"/>
                  <a:pt x="1344598" y="6558"/>
                  <a:pt x="1346866" y="6521"/>
                </a:cubicBezTo>
                <a:cubicBezTo>
                  <a:pt x="1349134" y="6483"/>
                  <a:pt x="1353556" y="5708"/>
                  <a:pt x="1360134" y="4196"/>
                </a:cubicBezTo>
                <a:lnTo>
                  <a:pt x="1363989" y="3402"/>
                </a:lnTo>
                <a:lnTo>
                  <a:pt x="1375216" y="794"/>
                </a:lnTo>
                <a:cubicBezTo>
                  <a:pt x="1377484" y="265"/>
                  <a:pt x="1378883" y="0"/>
                  <a:pt x="1379412" y="0"/>
                </a:cubicBezTo>
                <a:cubicBezTo>
                  <a:pt x="1379790" y="0"/>
                  <a:pt x="1380395" y="76"/>
                  <a:pt x="1381226" y="227"/>
                </a:cubicBezTo>
                <a:cubicBezTo>
                  <a:pt x="1381680" y="1814"/>
                  <a:pt x="1381907" y="2986"/>
                  <a:pt x="1381907" y="3742"/>
                </a:cubicBezTo>
                <a:lnTo>
                  <a:pt x="1381793" y="5443"/>
                </a:lnTo>
                <a:lnTo>
                  <a:pt x="1381793" y="7484"/>
                </a:lnTo>
                <a:cubicBezTo>
                  <a:pt x="1381793" y="9601"/>
                  <a:pt x="1381907" y="15234"/>
                  <a:pt x="1382133" y="24381"/>
                </a:cubicBezTo>
                <a:lnTo>
                  <a:pt x="1382133" y="30505"/>
                </a:lnTo>
                <a:lnTo>
                  <a:pt x="1382247" y="33794"/>
                </a:lnTo>
                <a:lnTo>
                  <a:pt x="1382133" y="39464"/>
                </a:lnTo>
                <a:lnTo>
                  <a:pt x="1382474" y="51257"/>
                </a:lnTo>
                <a:lnTo>
                  <a:pt x="1382247" y="58175"/>
                </a:lnTo>
                <a:cubicBezTo>
                  <a:pt x="1382096" y="61199"/>
                  <a:pt x="1382020" y="65962"/>
                  <a:pt x="1382020" y="72463"/>
                </a:cubicBezTo>
                <a:cubicBezTo>
                  <a:pt x="1382020" y="73522"/>
                  <a:pt x="1382058" y="74467"/>
                  <a:pt x="1382133" y="75298"/>
                </a:cubicBezTo>
                <a:lnTo>
                  <a:pt x="1382133" y="79494"/>
                </a:lnTo>
                <a:cubicBezTo>
                  <a:pt x="1382058" y="80704"/>
                  <a:pt x="1382020" y="81611"/>
                  <a:pt x="1382020" y="82216"/>
                </a:cubicBezTo>
                <a:cubicBezTo>
                  <a:pt x="1382020" y="83350"/>
                  <a:pt x="1382133" y="84975"/>
                  <a:pt x="1382360" y="87092"/>
                </a:cubicBezTo>
                <a:lnTo>
                  <a:pt x="1382360" y="93329"/>
                </a:lnTo>
                <a:lnTo>
                  <a:pt x="1382247" y="95710"/>
                </a:lnTo>
                <a:cubicBezTo>
                  <a:pt x="1382096" y="97903"/>
                  <a:pt x="1382020" y="100927"/>
                  <a:pt x="1382020" y="104783"/>
                </a:cubicBezTo>
                <a:cubicBezTo>
                  <a:pt x="1382020" y="108714"/>
                  <a:pt x="1382096" y="112267"/>
                  <a:pt x="1382247" y="115442"/>
                </a:cubicBezTo>
                <a:cubicBezTo>
                  <a:pt x="1382322" y="116727"/>
                  <a:pt x="1382360" y="117899"/>
                  <a:pt x="1382360" y="118958"/>
                </a:cubicBezTo>
                <a:lnTo>
                  <a:pt x="1382360" y="127463"/>
                </a:lnTo>
                <a:cubicBezTo>
                  <a:pt x="1382360" y="130184"/>
                  <a:pt x="1382436" y="133435"/>
                  <a:pt x="1382587" y="137215"/>
                </a:cubicBezTo>
                <a:cubicBezTo>
                  <a:pt x="1383948" y="138047"/>
                  <a:pt x="1387274" y="138652"/>
                  <a:pt x="1392566" y="139030"/>
                </a:cubicBezTo>
                <a:cubicBezTo>
                  <a:pt x="1394230" y="139105"/>
                  <a:pt x="1395704" y="139294"/>
                  <a:pt x="1396989" y="139597"/>
                </a:cubicBezTo>
                <a:cubicBezTo>
                  <a:pt x="1397367" y="140731"/>
                  <a:pt x="1397556" y="141562"/>
                  <a:pt x="1397556" y="142091"/>
                </a:cubicBezTo>
                <a:cubicBezTo>
                  <a:pt x="1397556" y="142772"/>
                  <a:pt x="1397291" y="143793"/>
                  <a:pt x="1396762" y="145153"/>
                </a:cubicBezTo>
                <a:cubicBezTo>
                  <a:pt x="1393663" y="145919"/>
                  <a:pt x="1390412" y="146493"/>
                  <a:pt x="1387010" y="146876"/>
                </a:cubicBezTo>
                <a:cubicBezTo>
                  <a:pt x="1376652" y="148177"/>
                  <a:pt x="1369281" y="150015"/>
                  <a:pt x="1364896" y="152390"/>
                </a:cubicBezTo>
                <a:cubicBezTo>
                  <a:pt x="1362780" y="153614"/>
                  <a:pt x="1361305" y="154225"/>
                  <a:pt x="1360474" y="154225"/>
                </a:cubicBezTo>
                <a:cubicBezTo>
                  <a:pt x="1359642" y="154225"/>
                  <a:pt x="1358697" y="154150"/>
                  <a:pt x="1357639" y="153999"/>
                </a:cubicBezTo>
                <a:cubicBezTo>
                  <a:pt x="1357714" y="152617"/>
                  <a:pt x="1357752" y="151734"/>
                  <a:pt x="1357752" y="151351"/>
                </a:cubicBezTo>
                <a:cubicBezTo>
                  <a:pt x="1357752" y="146133"/>
                  <a:pt x="1357639" y="142794"/>
                  <a:pt x="1357412" y="141337"/>
                </a:cubicBezTo>
                <a:cubicBezTo>
                  <a:pt x="1356278" y="141953"/>
                  <a:pt x="1354879" y="142761"/>
                  <a:pt x="1353216" y="143761"/>
                </a:cubicBezTo>
                <a:cubicBezTo>
                  <a:pt x="1348151" y="146839"/>
                  <a:pt x="1343539" y="148975"/>
                  <a:pt x="1339381" y="150168"/>
                </a:cubicBezTo>
                <a:cubicBezTo>
                  <a:pt x="1335223" y="151361"/>
                  <a:pt x="1330460" y="151957"/>
                  <a:pt x="1325093" y="151957"/>
                </a:cubicBezTo>
                <a:cubicBezTo>
                  <a:pt x="1315567" y="151957"/>
                  <a:pt x="1307969" y="150138"/>
                  <a:pt x="1302299" y="146500"/>
                </a:cubicBezTo>
                <a:cubicBezTo>
                  <a:pt x="1293907" y="141196"/>
                  <a:pt x="1288105" y="134831"/>
                  <a:pt x="1284892" y="127406"/>
                </a:cubicBezTo>
                <a:cubicBezTo>
                  <a:pt x="1281679" y="119978"/>
                  <a:pt x="1280073" y="111831"/>
                  <a:pt x="1280073" y="102965"/>
                </a:cubicBezTo>
                <a:cubicBezTo>
                  <a:pt x="1280073" y="87658"/>
                  <a:pt x="1287103" y="74586"/>
                  <a:pt x="1301165" y="63749"/>
                </a:cubicBezTo>
                <a:moveTo>
                  <a:pt x="1336093" y="138803"/>
                </a:moveTo>
                <a:cubicBezTo>
                  <a:pt x="1337680" y="138954"/>
                  <a:pt x="1339041" y="139030"/>
                  <a:pt x="1340175" y="139030"/>
                </a:cubicBezTo>
                <a:cubicBezTo>
                  <a:pt x="1342670" y="139030"/>
                  <a:pt x="1345335" y="138510"/>
                  <a:pt x="1348170" y="137470"/>
                </a:cubicBezTo>
                <a:cubicBezTo>
                  <a:pt x="1351005" y="136431"/>
                  <a:pt x="1354010" y="134909"/>
                  <a:pt x="1357185" y="132906"/>
                </a:cubicBezTo>
                <a:cubicBezTo>
                  <a:pt x="1357261" y="130411"/>
                  <a:pt x="1357299" y="128861"/>
                  <a:pt x="1357299" y="128257"/>
                </a:cubicBezTo>
                <a:cubicBezTo>
                  <a:pt x="1357299" y="104291"/>
                  <a:pt x="1356958" y="89851"/>
                  <a:pt x="1356278" y="84937"/>
                </a:cubicBezTo>
                <a:cubicBezTo>
                  <a:pt x="1355371" y="78360"/>
                  <a:pt x="1352876" y="73295"/>
                  <a:pt x="1348794" y="69742"/>
                </a:cubicBezTo>
                <a:cubicBezTo>
                  <a:pt x="1344711" y="66188"/>
                  <a:pt x="1339759" y="64412"/>
                  <a:pt x="1333938" y="64412"/>
                </a:cubicBezTo>
                <a:cubicBezTo>
                  <a:pt x="1330612" y="64412"/>
                  <a:pt x="1327455" y="65015"/>
                  <a:pt x="1324469" y="66223"/>
                </a:cubicBezTo>
                <a:cubicBezTo>
                  <a:pt x="1321483" y="67430"/>
                  <a:pt x="1319045" y="69166"/>
                  <a:pt x="1317155" y="71432"/>
                </a:cubicBezTo>
                <a:cubicBezTo>
                  <a:pt x="1314357" y="74754"/>
                  <a:pt x="1312241" y="78528"/>
                  <a:pt x="1310804" y="82754"/>
                </a:cubicBezTo>
                <a:cubicBezTo>
                  <a:pt x="1308839" y="88642"/>
                  <a:pt x="1307856" y="94152"/>
                  <a:pt x="1307856" y="99286"/>
                </a:cubicBezTo>
                <a:cubicBezTo>
                  <a:pt x="1307856" y="111590"/>
                  <a:pt x="1310464" y="121007"/>
                  <a:pt x="1315680" y="127537"/>
                </a:cubicBezTo>
                <a:cubicBezTo>
                  <a:pt x="1320897" y="134067"/>
                  <a:pt x="1327701" y="137822"/>
                  <a:pt x="1336093" y="138803"/>
                </a:cubicBezTo>
                <a:close/>
                <a:moveTo>
                  <a:pt x="1409179" y="90692"/>
                </a:moveTo>
                <a:cubicBezTo>
                  <a:pt x="1411145" y="84250"/>
                  <a:pt x="1412884" y="79968"/>
                  <a:pt x="1414396" y="77846"/>
                </a:cubicBezTo>
                <a:cubicBezTo>
                  <a:pt x="1418629" y="71633"/>
                  <a:pt x="1423146" y="66784"/>
                  <a:pt x="1427947" y="63299"/>
                </a:cubicBezTo>
                <a:cubicBezTo>
                  <a:pt x="1432748" y="59812"/>
                  <a:pt x="1437076" y="57500"/>
                  <a:pt x="1440931" y="56364"/>
                </a:cubicBezTo>
                <a:cubicBezTo>
                  <a:pt x="1445921" y="54925"/>
                  <a:pt x="1449966" y="54206"/>
                  <a:pt x="1453065" y="54206"/>
                </a:cubicBezTo>
                <a:cubicBezTo>
                  <a:pt x="1460172" y="54206"/>
                  <a:pt x="1465917" y="54753"/>
                  <a:pt x="1470302" y="55846"/>
                </a:cubicBezTo>
                <a:cubicBezTo>
                  <a:pt x="1474687" y="56940"/>
                  <a:pt x="1478354" y="58507"/>
                  <a:pt x="1481302" y="60546"/>
                </a:cubicBezTo>
                <a:cubicBezTo>
                  <a:pt x="1485536" y="63487"/>
                  <a:pt x="1488938" y="66467"/>
                  <a:pt x="1491508" y="69486"/>
                </a:cubicBezTo>
                <a:cubicBezTo>
                  <a:pt x="1494079" y="72503"/>
                  <a:pt x="1496177" y="76050"/>
                  <a:pt x="1497802" y="80125"/>
                </a:cubicBezTo>
                <a:cubicBezTo>
                  <a:pt x="1499427" y="84200"/>
                  <a:pt x="1500316" y="89143"/>
                  <a:pt x="1500467" y="94952"/>
                </a:cubicBezTo>
                <a:lnTo>
                  <a:pt x="1487879" y="94747"/>
                </a:lnTo>
                <a:cubicBezTo>
                  <a:pt x="1484402" y="94747"/>
                  <a:pt x="1476766" y="94425"/>
                  <a:pt x="1464972" y="93783"/>
                </a:cubicBezTo>
                <a:cubicBezTo>
                  <a:pt x="1460588" y="93405"/>
                  <a:pt x="1457564" y="93216"/>
                  <a:pt x="1455900" y="93216"/>
                </a:cubicBezTo>
                <a:cubicBezTo>
                  <a:pt x="1455371" y="93216"/>
                  <a:pt x="1451289" y="93291"/>
                  <a:pt x="1443653" y="93442"/>
                </a:cubicBezTo>
                <a:lnTo>
                  <a:pt x="1433901" y="93442"/>
                </a:lnTo>
                <a:cubicBezTo>
                  <a:pt x="1433749" y="94506"/>
                  <a:pt x="1433674" y="95418"/>
                  <a:pt x="1433674" y="96178"/>
                </a:cubicBezTo>
                <a:cubicBezTo>
                  <a:pt x="1433674" y="100206"/>
                  <a:pt x="1434165" y="104444"/>
                  <a:pt x="1435148" y="108890"/>
                </a:cubicBezTo>
                <a:cubicBezTo>
                  <a:pt x="1436131" y="113336"/>
                  <a:pt x="1437605" y="117251"/>
                  <a:pt x="1439571" y="120634"/>
                </a:cubicBezTo>
                <a:cubicBezTo>
                  <a:pt x="1441536" y="124015"/>
                  <a:pt x="1443974" y="126921"/>
                  <a:pt x="1446885" y="129352"/>
                </a:cubicBezTo>
                <a:cubicBezTo>
                  <a:pt x="1449796" y="131783"/>
                  <a:pt x="1452801" y="133531"/>
                  <a:pt x="1455900" y="134596"/>
                </a:cubicBezTo>
                <a:lnTo>
                  <a:pt x="1462478" y="136762"/>
                </a:lnTo>
                <a:cubicBezTo>
                  <a:pt x="1468299" y="136762"/>
                  <a:pt x="1472192" y="136570"/>
                  <a:pt x="1474158" y="136188"/>
                </a:cubicBezTo>
                <a:cubicBezTo>
                  <a:pt x="1477787" y="135422"/>
                  <a:pt x="1480981" y="134446"/>
                  <a:pt x="1483740" y="133260"/>
                </a:cubicBezTo>
                <a:cubicBezTo>
                  <a:pt x="1486500" y="132074"/>
                  <a:pt x="1489845" y="130066"/>
                  <a:pt x="1493776" y="127236"/>
                </a:cubicBezTo>
                <a:cubicBezTo>
                  <a:pt x="1496498" y="129202"/>
                  <a:pt x="1498766" y="130978"/>
                  <a:pt x="1500580" y="132566"/>
                </a:cubicBezTo>
                <a:cubicBezTo>
                  <a:pt x="1493928" y="139939"/>
                  <a:pt x="1487029" y="145280"/>
                  <a:pt x="1479885" y="148587"/>
                </a:cubicBezTo>
                <a:cubicBezTo>
                  <a:pt x="1472740" y="151892"/>
                  <a:pt x="1464746" y="153545"/>
                  <a:pt x="1455900" y="153545"/>
                </a:cubicBezTo>
                <a:cubicBezTo>
                  <a:pt x="1449928" y="153545"/>
                  <a:pt x="1445052" y="153015"/>
                  <a:pt x="1441272" y="151954"/>
                </a:cubicBezTo>
                <a:cubicBezTo>
                  <a:pt x="1436206" y="150591"/>
                  <a:pt x="1431633" y="148507"/>
                  <a:pt x="1427550" y="145703"/>
                </a:cubicBezTo>
                <a:cubicBezTo>
                  <a:pt x="1423468" y="142898"/>
                  <a:pt x="1419952" y="139412"/>
                  <a:pt x="1417004" y="135245"/>
                </a:cubicBezTo>
                <a:cubicBezTo>
                  <a:pt x="1414055" y="131077"/>
                  <a:pt x="1411863" y="126797"/>
                  <a:pt x="1410427" y="122402"/>
                </a:cubicBezTo>
                <a:cubicBezTo>
                  <a:pt x="1408537" y="116642"/>
                  <a:pt x="1407592" y="112020"/>
                  <a:pt x="1407592" y="108535"/>
                </a:cubicBezTo>
                <a:cubicBezTo>
                  <a:pt x="1407592" y="101944"/>
                  <a:pt x="1408121" y="95996"/>
                  <a:pt x="1409179" y="90692"/>
                </a:cubicBezTo>
                <a:moveTo>
                  <a:pt x="1475065" y="85845"/>
                </a:moveTo>
                <a:cubicBezTo>
                  <a:pt x="1474990" y="81611"/>
                  <a:pt x="1474158" y="77566"/>
                  <a:pt x="1472570" y="73711"/>
                </a:cubicBezTo>
                <a:cubicBezTo>
                  <a:pt x="1470983" y="69855"/>
                  <a:pt x="1468526" y="66850"/>
                  <a:pt x="1465199" y="64695"/>
                </a:cubicBezTo>
                <a:cubicBezTo>
                  <a:pt x="1461873" y="62541"/>
                  <a:pt x="1458509" y="61463"/>
                  <a:pt x="1455107" y="61463"/>
                </a:cubicBezTo>
                <a:cubicBezTo>
                  <a:pt x="1450041" y="61463"/>
                  <a:pt x="1445467" y="63684"/>
                  <a:pt x="1441385" y="68126"/>
                </a:cubicBezTo>
                <a:cubicBezTo>
                  <a:pt x="1437303" y="72565"/>
                  <a:pt x="1434997" y="78585"/>
                  <a:pt x="1434468" y="86185"/>
                </a:cubicBezTo>
                <a:lnTo>
                  <a:pt x="1460323" y="86412"/>
                </a:lnTo>
                <a:cubicBezTo>
                  <a:pt x="1461986" y="86412"/>
                  <a:pt x="1464330" y="86298"/>
                  <a:pt x="1467354" y="86071"/>
                </a:cubicBezTo>
                <a:cubicBezTo>
                  <a:pt x="1469546" y="85882"/>
                  <a:pt x="1471096" y="85788"/>
                  <a:pt x="1472003" y="85788"/>
                </a:cubicBezTo>
                <a:cubicBezTo>
                  <a:pt x="1472684" y="85788"/>
                  <a:pt x="1473704" y="85807"/>
                  <a:pt x="1475065" y="858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(c)Ourapproach">
            <a:extLst xmlns:a="http://schemas.openxmlformats.org/drawingml/2006/main">
              <a:ext uri="{FF2B5EF4-FFF2-40B4-BE49-F238E27FC236}">
                <a16:creationId xmlns:a16="http://schemas.microsoft.com/office/drawing/2014/main" id="{AB201324-75B4-43F6-8712-C80FF2D2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310" y="4402258"/>
            <a:ext cx="1682031" cy="207977"/>
          </a:xfrm>
          <a:custGeom xmlns:a="http://schemas.openxmlformats.org/drawingml/2006/main">
            <a:pathLst>
              <a:path w="1682031" h="207977">
                <a:moveTo>
                  <a:pt x="59082" y="227"/>
                </a:moveTo>
                <a:cubicBezTo>
                  <a:pt x="61426" y="2268"/>
                  <a:pt x="63580" y="4310"/>
                  <a:pt x="65546" y="6354"/>
                </a:cubicBezTo>
                <a:cubicBezTo>
                  <a:pt x="58742" y="13390"/>
                  <a:pt x="53790" y="19214"/>
                  <a:pt x="50690" y="23828"/>
                </a:cubicBezTo>
                <a:cubicBezTo>
                  <a:pt x="45096" y="32300"/>
                  <a:pt x="40994" y="39771"/>
                  <a:pt x="38386" y="46239"/>
                </a:cubicBezTo>
                <a:cubicBezTo>
                  <a:pt x="35778" y="52705"/>
                  <a:pt x="33567" y="60836"/>
                  <a:pt x="31752" y="70631"/>
                </a:cubicBezTo>
                <a:cubicBezTo>
                  <a:pt x="29938" y="80426"/>
                  <a:pt x="29031" y="92397"/>
                  <a:pt x="29031" y="106544"/>
                </a:cubicBezTo>
                <a:cubicBezTo>
                  <a:pt x="29031" y="117511"/>
                  <a:pt x="29957" y="128157"/>
                  <a:pt x="31809" y="138484"/>
                </a:cubicBezTo>
                <a:cubicBezTo>
                  <a:pt x="33661" y="148808"/>
                  <a:pt x="35306" y="155597"/>
                  <a:pt x="36742" y="158850"/>
                </a:cubicBezTo>
                <a:cubicBezTo>
                  <a:pt x="40522" y="167549"/>
                  <a:pt x="44283" y="174583"/>
                  <a:pt x="48025" y="179953"/>
                </a:cubicBezTo>
                <a:cubicBezTo>
                  <a:pt x="51768" y="185323"/>
                  <a:pt x="57570" y="191942"/>
                  <a:pt x="65432" y="199809"/>
                </a:cubicBezTo>
                <a:cubicBezTo>
                  <a:pt x="63845" y="201777"/>
                  <a:pt x="62068" y="203744"/>
                  <a:pt x="60103" y="205709"/>
                </a:cubicBezTo>
                <a:cubicBezTo>
                  <a:pt x="52467" y="202078"/>
                  <a:pt x="43470" y="194702"/>
                  <a:pt x="33113" y="183582"/>
                </a:cubicBezTo>
                <a:cubicBezTo>
                  <a:pt x="22756" y="172464"/>
                  <a:pt x="14648" y="160135"/>
                  <a:pt x="8789" y="146596"/>
                </a:cubicBezTo>
                <a:cubicBezTo>
                  <a:pt x="2930" y="133056"/>
                  <a:pt x="0" y="118608"/>
                  <a:pt x="0" y="103252"/>
                </a:cubicBezTo>
                <a:cubicBezTo>
                  <a:pt x="0" y="86232"/>
                  <a:pt x="2911" y="71255"/>
                  <a:pt x="8732" y="58320"/>
                </a:cubicBezTo>
                <a:cubicBezTo>
                  <a:pt x="14553" y="45385"/>
                  <a:pt x="22756" y="33453"/>
                  <a:pt x="33340" y="22524"/>
                </a:cubicBezTo>
                <a:cubicBezTo>
                  <a:pt x="43924" y="11593"/>
                  <a:pt x="52505" y="4160"/>
                  <a:pt x="59082" y="227"/>
                </a:cubicBezTo>
                <a:close/>
                <a:moveTo>
                  <a:pt x="163410" y="120311"/>
                </a:moveTo>
                <a:cubicBezTo>
                  <a:pt x="164620" y="120987"/>
                  <a:pt x="165527" y="121437"/>
                  <a:pt x="166132" y="121662"/>
                </a:cubicBezTo>
                <a:cubicBezTo>
                  <a:pt x="167870" y="122413"/>
                  <a:pt x="169269" y="123352"/>
                  <a:pt x="170327" y="124479"/>
                </a:cubicBezTo>
                <a:cubicBezTo>
                  <a:pt x="168286" y="132048"/>
                  <a:pt x="163334" y="138596"/>
                  <a:pt x="155472" y="144122"/>
                </a:cubicBezTo>
                <a:cubicBezTo>
                  <a:pt x="147609" y="149648"/>
                  <a:pt x="137668" y="152411"/>
                  <a:pt x="125647" y="152411"/>
                </a:cubicBezTo>
                <a:cubicBezTo>
                  <a:pt x="118087" y="152411"/>
                  <a:pt x="110603" y="150827"/>
                  <a:pt x="103194" y="147659"/>
                </a:cubicBezTo>
                <a:cubicBezTo>
                  <a:pt x="95785" y="144491"/>
                  <a:pt x="89888" y="140304"/>
                  <a:pt x="85503" y="135100"/>
                </a:cubicBezTo>
                <a:cubicBezTo>
                  <a:pt x="82101" y="131102"/>
                  <a:pt x="79550" y="126200"/>
                  <a:pt x="77849" y="120393"/>
                </a:cubicBezTo>
                <a:cubicBezTo>
                  <a:pt x="76148" y="114583"/>
                  <a:pt x="75297" y="109642"/>
                  <a:pt x="75297" y="105569"/>
                </a:cubicBezTo>
                <a:cubicBezTo>
                  <a:pt x="75297" y="100667"/>
                  <a:pt x="76356" y="95104"/>
                  <a:pt x="78473" y="88882"/>
                </a:cubicBezTo>
                <a:cubicBezTo>
                  <a:pt x="80589" y="82659"/>
                  <a:pt x="84143" y="76795"/>
                  <a:pt x="89132" y="71290"/>
                </a:cubicBezTo>
                <a:cubicBezTo>
                  <a:pt x="94122" y="65783"/>
                  <a:pt x="100416" y="61408"/>
                  <a:pt x="108014" y="58164"/>
                </a:cubicBezTo>
                <a:cubicBezTo>
                  <a:pt x="115611" y="54920"/>
                  <a:pt x="124173" y="53298"/>
                  <a:pt x="133699" y="53298"/>
                </a:cubicBezTo>
                <a:cubicBezTo>
                  <a:pt x="146778" y="53298"/>
                  <a:pt x="155888" y="55340"/>
                  <a:pt x="161029" y="59422"/>
                </a:cubicBezTo>
                <a:cubicBezTo>
                  <a:pt x="166169" y="63505"/>
                  <a:pt x="168740" y="67587"/>
                  <a:pt x="168740" y="71669"/>
                </a:cubicBezTo>
                <a:cubicBezTo>
                  <a:pt x="168740" y="75676"/>
                  <a:pt x="167700" y="78833"/>
                  <a:pt x="165621" y="81138"/>
                </a:cubicBezTo>
                <a:cubicBezTo>
                  <a:pt x="163542" y="83444"/>
                  <a:pt x="160688" y="84597"/>
                  <a:pt x="157060" y="84597"/>
                </a:cubicBezTo>
                <a:cubicBezTo>
                  <a:pt x="153960" y="84597"/>
                  <a:pt x="151106" y="83581"/>
                  <a:pt x="148498" y="81550"/>
                </a:cubicBezTo>
                <a:cubicBezTo>
                  <a:pt x="145890" y="79518"/>
                  <a:pt x="143716" y="76094"/>
                  <a:pt x="141977" y="71280"/>
                </a:cubicBezTo>
                <a:cubicBezTo>
                  <a:pt x="140616" y="67821"/>
                  <a:pt x="138878" y="65301"/>
                  <a:pt x="136761" y="63721"/>
                </a:cubicBezTo>
                <a:cubicBezTo>
                  <a:pt x="134644" y="62216"/>
                  <a:pt x="132111" y="61463"/>
                  <a:pt x="129163" y="61463"/>
                </a:cubicBezTo>
                <a:cubicBezTo>
                  <a:pt x="122056" y="61463"/>
                  <a:pt x="115706" y="64489"/>
                  <a:pt x="110111" y="70539"/>
                </a:cubicBezTo>
                <a:cubicBezTo>
                  <a:pt x="104517" y="76587"/>
                  <a:pt x="101720" y="84833"/>
                  <a:pt x="101720" y="95278"/>
                </a:cubicBezTo>
                <a:cubicBezTo>
                  <a:pt x="101720" y="107828"/>
                  <a:pt x="105141" y="117804"/>
                  <a:pt x="111983" y="125205"/>
                </a:cubicBezTo>
                <a:cubicBezTo>
                  <a:pt x="118824" y="132607"/>
                  <a:pt x="126592" y="136308"/>
                  <a:pt x="135287" y="136308"/>
                </a:cubicBezTo>
                <a:cubicBezTo>
                  <a:pt x="139596" y="136308"/>
                  <a:pt x="143262" y="135820"/>
                  <a:pt x="146286" y="134844"/>
                </a:cubicBezTo>
                <a:cubicBezTo>
                  <a:pt x="148176" y="134169"/>
                  <a:pt x="150747" y="132704"/>
                  <a:pt x="153998" y="130450"/>
                </a:cubicBezTo>
                <a:cubicBezTo>
                  <a:pt x="154829" y="129850"/>
                  <a:pt x="156398" y="128235"/>
                  <a:pt x="158704" y="125606"/>
                </a:cubicBezTo>
                <a:cubicBezTo>
                  <a:pt x="161010" y="122976"/>
                  <a:pt x="162578" y="121212"/>
                  <a:pt x="163410" y="120311"/>
                </a:cubicBezTo>
                <a:close/>
                <a:moveTo>
                  <a:pt x="177983" y="6014"/>
                </a:moveTo>
                <a:cubicBezTo>
                  <a:pt x="178588" y="4955"/>
                  <a:pt x="179381" y="4029"/>
                  <a:pt x="180364" y="3235"/>
                </a:cubicBezTo>
                <a:cubicBezTo>
                  <a:pt x="181347" y="2439"/>
                  <a:pt x="182330" y="1436"/>
                  <a:pt x="183313" y="227"/>
                </a:cubicBezTo>
                <a:cubicBezTo>
                  <a:pt x="191326" y="4992"/>
                  <a:pt x="198093" y="10173"/>
                  <a:pt x="203611" y="15770"/>
                </a:cubicBezTo>
                <a:cubicBezTo>
                  <a:pt x="213818" y="25907"/>
                  <a:pt x="221623" y="35628"/>
                  <a:pt x="227029" y="44932"/>
                </a:cubicBezTo>
                <a:cubicBezTo>
                  <a:pt x="232434" y="54235"/>
                  <a:pt x="236233" y="62367"/>
                  <a:pt x="238426" y="69327"/>
                </a:cubicBezTo>
                <a:cubicBezTo>
                  <a:pt x="241979" y="80747"/>
                  <a:pt x="243755" y="92056"/>
                  <a:pt x="243755" y="103252"/>
                </a:cubicBezTo>
                <a:cubicBezTo>
                  <a:pt x="243755" y="113689"/>
                  <a:pt x="242527" y="123618"/>
                  <a:pt x="240070" y="133037"/>
                </a:cubicBezTo>
                <a:cubicBezTo>
                  <a:pt x="237613" y="142454"/>
                  <a:pt x="233795" y="151550"/>
                  <a:pt x="228616" y="160324"/>
                </a:cubicBezTo>
                <a:cubicBezTo>
                  <a:pt x="223438" y="169099"/>
                  <a:pt x="216482" y="177816"/>
                  <a:pt x="207751" y="186477"/>
                </a:cubicBezTo>
                <a:cubicBezTo>
                  <a:pt x="199019" y="195138"/>
                  <a:pt x="191440" y="201549"/>
                  <a:pt x="185014" y="205709"/>
                </a:cubicBezTo>
                <a:lnTo>
                  <a:pt x="178436" y="199582"/>
                </a:lnTo>
                <a:cubicBezTo>
                  <a:pt x="184636" y="193456"/>
                  <a:pt x="189966" y="187121"/>
                  <a:pt x="194426" y="180577"/>
                </a:cubicBezTo>
                <a:cubicBezTo>
                  <a:pt x="198886" y="174035"/>
                  <a:pt x="202496" y="167360"/>
                  <a:pt x="205256" y="160551"/>
                </a:cubicBezTo>
                <a:cubicBezTo>
                  <a:pt x="208015" y="153742"/>
                  <a:pt x="210283" y="145421"/>
                  <a:pt x="212060" y="135589"/>
                </a:cubicBezTo>
                <a:cubicBezTo>
                  <a:pt x="213836" y="125756"/>
                  <a:pt x="214725" y="114523"/>
                  <a:pt x="214725" y="101891"/>
                </a:cubicBezTo>
                <a:cubicBezTo>
                  <a:pt x="214725" y="93041"/>
                  <a:pt x="214139" y="84455"/>
                  <a:pt x="212967" y="76135"/>
                </a:cubicBezTo>
                <a:cubicBezTo>
                  <a:pt x="211795" y="67814"/>
                  <a:pt x="209886" y="58775"/>
                  <a:pt x="207240" y="49018"/>
                </a:cubicBezTo>
                <a:cubicBezTo>
                  <a:pt x="206787" y="47352"/>
                  <a:pt x="205879" y="45272"/>
                  <a:pt x="204519" y="42777"/>
                </a:cubicBezTo>
                <a:cubicBezTo>
                  <a:pt x="200436" y="32413"/>
                  <a:pt x="193405" y="22087"/>
                  <a:pt x="183426" y="11801"/>
                </a:cubicBezTo>
                <a:cubicBezTo>
                  <a:pt x="180931" y="9228"/>
                  <a:pt x="179117" y="7299"/>
                  <a:pt x="177983" y="6014"/>
                </a:cubicBezTo>
                <a:close/>
                <a:moveTo>
                  <a:pt x="325744" y="74561"/>
                </a:moveTo>
                <a:cubicBezTo>
                  <a:pt x="325744" y="65180"/>
                  <a:pt x="327559" y="55760"/>
                  <a:pt x="331187" y="46303"/>
                </a:cubicBezTo>
                <a:cubicBezTo>
                  <a:pt x="333833" y="39494"/>
                  <a:pt x="337538" y="33252"/>
                  <a:pt x="342301" y="27578"/>
                </a:cubicBezTo>
                <a:cubicBezTo>
                  <a:pt x="347064" y="21903"/>
                  <a:pt x="353036" y="16853"/>
                  <a:pt x="360218" y="12428"/>
                </a:cubicBezTo>
                <a:cubicBezTo>
                  <a:pt x="367400" y="8001"/>
                  <a:pt x="374733" y="4823"/>
                  <a:pt x="382218" y="2895"/>
                </a:cubicBezTo>
                <a:cubicBezTo>
                  <a:pt x="389702" y="965"/>
                  <a:pt x="398056" y="0"/>
                  <a:pt x="407280" y="0"/>
                </a:cubicBezTo>
                <a:cubicBezTo>
                  <a:pt x="423005" y="0"/>
                  <a:pt x="436650" y="2951"/>
                  <a:pt x="448217" y="8852"/>
                </a:cubicBezTo>
                <a:cubicBezTo>
                  <a:pt x="459784" y="14754"/>
                  <a:pt x="468894" y="22736"/>
                  <a:pt x="475547" y="32798"/>
                </a:cubicBezTo>
                <a:cubicBezTo>
                  <a:pt x="484165" y="45886"/>
                  <a:pt x="488475" y="59618"/>
                  <a:pt x="488475" y="73994"/>
                </a:cubicBezTo>
                <a:cubicBezTo>
                  <a:pt x="488475" y="95403"/>
                  <a:pt x="481198" y="113750"/>
                  <a:pt x="466645" y="129033"/>
                </a:cubicBezTo>
                <a:cubicBezTo>
                  <a:pt x="452092" y="144316"/>
                  <a:pt x="431850" y="151957"/>
                  <a:pt x="405919" y="151957"/>
                </a:cubicBezTo>
                <a:cubicBezTo>
                  <a:pt x="399493" y="151957"/>
                  <a:pt x="393482" y="151542"/>
                  <a:pt x="387888" y="150710"/>
                </a:cubicBezTo>
                <a:cubicBezTo>
                  <a:pt x="383654" y="150105"/>
                  <a:pt x="379950" y="149272"/>
                  <a:pt x="376775" y="148212"/>
                </a:cubicBezTo>
                <a:cubicBezTo>
                  <a:pt x="371029" y="146322"/>
                  <a:pt x="367816" y="145225"/>
                  <a:pt x="367136" y="144923"/>
                </a:cubicBezTo>
                <a:cubicBezTo>
                  <a:pt x="358895" y="140231"/>
                  <a:pt x="352280" y="135427"/>
                  <a:pt x="347290" y="130510"/>
                </a:cubicBezTo>
                <a:cubicBezTo>
                  <a:pt x="342301" y="125592"/>
                  <a:pt x="338067" y="120030"/>
                  <a:pt x="334590" y="113826"/>
                </a:cubicBezTo>
                <a:cubicBezTo>
                  <a:pt x="332699" y="110346"/>
                  <a:pt x="330545" y="104067"/>
                  <a:pt x="328126" y="94988"/>
                </a:cubicBezTo>
                <a:cubicBezTo>
                  <a:pt x="326538" y="89162"/>
                  <a:pt x="325744" y="82353"/>
                  <a:pt x="325744" y="74561"/>
                </a:cubicBezTo>
                <a:moveTo>
                  <a:pt x="402970" y="11340"/>
                </a:moveTo>
                <a:cubicBezTo>
                  <a:pt x="396393" y="11340"/>
                  <a:pt x="390572" y="12871"/>
                  <a:pt x="385507" y="15933"/>
                </a:cubicBezTo>
                <a:cubicBezTo>
                  <a:pt x="380441" y="18995"/>
                  <a:pt x="376623" y="22378"/>
                  <a:pt x="374053" y="26082"/>
                </a:cubicBezTo>
                <a:cubicBezTo>
                  <a:pt x="369744" y="32357"/>
                  <a:pt x="366682" y="39218"/>
                  <a:pt x="364868" y="46665"/>
                </a:cubicBezTo>
                <a:cubicBezTo>
                  <a:pt x="363053" y="54111"/>
                  <a:pt x="362146" y="63164"/>
                  <a:pt x="362146" y="73824"/>
                </a:cubicBezTo>
                <a:cubicBezTo>
                  <a:pt x="362146" y="80326"/>
                  <a:pt x="362411" y="84975"/>
                  <a:pt x="362940" y="87772"/>
                </a:cubicBezTo>
                <a:cubicBezTo>
                  <a:pt x="363091" y="88680"/>
                  <a:pt x="363318" y="90229"/>
                  <a:pt x="363620" y="92422"/>
                </a:cubicBezTo>
                <a:cubicBezTo>
                  <a:pt x="364301" y="98016"/>
                  <a:pt x="365094" y="102099"/>
                  <a:pt x="366002" y="104669"/>
                </a:cubicBezTo>
                <a:cubicBezTo>
                  <a:pt x="369252" y="114270"/>
                  <a:pt x="371558" y="120205"/>
                  <a:pt x="372919" y="122473"/>
                </a:cubicBezTo>
                <a:cubicBezTo>
                  <a:pt x="375187" y="126329"/>
                  <a:pt x="378551" y="130147"/>
                  <a:pt x="383012" y="133927"/>
                </a:cubicBezTo>
                <a:cubicBezTo>
                  <a:pt x="385280" y="135892"/>
                  <a:pt x="388568" y="137688"/>
                  <a:pt x="392878" y="139313"/>
                </a:cubicBezTo>
                <a:cubicBezTo>
                  <a:pt x="397187" y="140939"/>
                  <a:pt x="401496" y="141751"/>
                  <a:pt x="405805" y="141751"/>
                </a:cubicBezTo>
                <a:cubicBezTo>
                  <a:pt x="413970" y="141751"/>
                  <a:pt x="421549" y="139842"/>
                  <a:pt x="428542" y="136025"/>
                </a:cubicBezTo>
                <a:cubicBezTo>
                  <a:pt x="435535" y="132207"/>
                  <a:pt x="441149" y="125724"/>
                  <a:pt x="445382" y="116576"/>
                </a:cubicBezTo>
                <a:cubicBezTo>
                  <a:pt x="449616" y="107429"/>
                  <a:pt x="451733" y="95521"/>
                  <a:pt x="451733" y="80855"/>
                </a:cubicBezTo>
                <a:cubicBezTo>
                  <a:pt x="451733" y="74807"/>
                  <a:pt x="451317" y="66604"/>
                  <a:pt x="450485" y="56247"/>
                </a:cubicBezTo>
                <a:lnTo>
                  <a:pt x="449918" y="54092"/>
                </a:lnTo>
                <a:cubicBezTo>
                  <a:pt x="449692" y="53487"/>
                  <a:pt x="449314" y="51938"/>
                  <a:pt x="448784" y="49443"/>
                </a:cubicBezTo>
                <a:cubicBezTo>
                  <a:pt x="445987" y="37044"/>
                  <a:pt x="440638" y="27594"/>
                  <a:pt x="432738" y="21093"/>
                </a:cubicBezTo>
                <a:cubicBezTo>
                  <a:pt x="424838" y="14591"/>
                  <a:pt x="414915" y="11340"/>
                  <a:pt x="402970" y="11340"/>
                </a:cubicBezTo>
                <a:close/>
                <a:moveTo>
                  <a:pt x="504806" y="58061"/>
                </a:moveTo>
                <a:cubicBezTo>
                  <a:pt x="505637" y="57759"/>
                  <a:pt x="506318" y="57532"/>
                  <a:pt x="506847" y="57381"/>
                </a:cubicBezTo>
                <a:lnTo>
                  <a:pt x="540641" y="57381"/>
                </a:lnTo>
                <a:lnTo>
                  <a:pt x="543135" y="57608"/>
                </a:lnTo>
                <a:lnTo>
                  <a:pt x="543249" y="65206"/>
                </a:lnTo>
                <a:lnTo>
                  <a:pt x="543022" y="76319"/>
                </a:lnTo>
                <a:lnTo>
                  <a:pt x="543135" y="82102"/>
                </a:lnTo>
                <a:lnTo>
                  <a:pt x="543022" y="99226"/>
                </a:lnTo>
                <a:lnTo>
                  <a:pt x="543022" y="110906"/>
                </a:lnTo>
                <a:cubicBezTo>
                  <a:pt x="543022" y="118542"/>
                  <a:pt x="543438" y="124552"/>
                  <a:pt x="544269" y="128937"/>
                </a:cubicBezTo>
                <a:cubicBezTo>
                  <a:pt x="545403" y="132263"/>
                  <a:pt x="547237" y="134777"/>
                  <a:pt x="549769" y="136478"/>
                </a:cubicBezTo>
                <a:cubicBezTo>
                  <a:pt x="552302" y="138179"/>
                  <a:pt x="555383" y="139030"/>
                  <a:pt x="559012" y="139030"/>
                </a:cubicBezTo>
                <a:cubicBezTo>
                  <a:pt x="562414" y="139030"/>
                  <a:pt x="565173" y="138691"/>
                  <a:pt x="567290" y="138013"/>
                </a:cubicBezTo>
                <a:cubicBezTo>
                  <a:pt x="569407" y="137332"/>
                  <a:pt x="571845" y="136048"/>
                  <a:pt x="574604" y="134161"/>
                </a:cubicBezTo>
                <a:cubicBezTo>
                  <a:pt x="577364" y="132273"/>
                  <a:pt x="579121" y="130913"/>
                  <a:pt x="579877" y="130082"/>
                </a:cubicBezTo>
                <a:cubicBezTo>
                  <a:pt x="582070" y="127667"/>
                  <a:pt x="583582" y="125440"/>
                  <a:pt x="584413" y="123402"/>
                </a:cubicBezTo>
                <a:lnTo>
                  <a:pt x="585207" y="95211"/>
                </a:lnTo>
                <a:cubicBezTo>
                  <a:pt x="585358" y="92267"/>
                  <a:pt x="585434" y="89851"/>
                  <a:pt x="585434" y="87964"/>
                </a:cubicBezTo>
                <a:cubicBezTo>
                  <a:pt x="585434" y="86003"/>
                  <a:pt x="585377" y="83532"/>
                  <a:pt x="585264" y="80550"/>
                </a:cubicBezTo>
                <a:cubicBezTo>
                  <a:pt x="585150" y="77569"/>
                  <a:pt x="585094" y="75889"/>
                  <a:pt x="585094" y="75511"/>
                </a:cubicBezTo>
                <a:lnTo>
                  <a:pt x="585207" y="71322"/>
                </a:lnTo>
                <a:lnTo>
                  <a:pt x="584980" y="68831"/>
                </a:lnTo>
                <a:cubicBezTo>
                  <a:pt x="583166" y="67699"/>
                  <a:pt x="580633" y="66982"/>
                  <a:pt x="577382" y="66680"/>
                </a:cubicBezTo>
                <a:lnTo>
                  <a:pt x="569785" y="65999"/>
                </a:lnTo>
                <a:cubicBezTo>
                  <a:pt x="569331" y="65773"/>
                  <a:pt x="568915" y="65508"/>
                  <a:pt x="568537" y="65206"/>
                </a:cubicBezTo>
                <a:cubicBezTo>
                  <a:pt x="568235" y="63694"/>
                  <a:pt x="568084" y="62560"/>
                  <a:pt x="568084" y="61804"/>
                </a:cubicBezTo>
                <a:cubicBezTo>
                  <a:pt x="568084" y="60896"/>
                  <a:pt x="568197" y="59611"/>
                  <a:pt x="568424" y="57948"/>
                </a:cubicBezTo>
                <a:cubicBezTo>
                  <a:pt x="570919" y="57570"/>
                  <a:pt x="573073" y="57381"/>
                  <a:pt x="574888" y="57381"/>
                </a:cubicBezTo>
                <a:lnTo>
                  <a:pt x="592351" y="57608"/>
                </a:lnTo>
                <a:cubicBezTo>
                  <a:pt x="597039" y="57608"/>
                  <a:pt x="602784" y="57532"/>
                  <a:pt x="609588" y="57381"/>
                </a:cubicBezTo>
                <a:lnTo>
                  <a:pt x="609815" y="65886"/>
                </a:lnTo>
                <a:lnTo>
                  <a:pt x="609475" y="76772"/>
                </a:lnTo>
                <a:lnTo>
                  <a:pt x="609702" y="90381"/>
                </a:lnTo>
                <a:lnTo>
                  <a:pt x="609588" y="109886"/>
                </a:lnTo>
                <a:lnTo>
                  <a:pt x="609362" y="118617"/>
                </a:lnTo>
                <a:lnTo>
                  <a:pt x="609475" y="124514"/>
                </a:lnTo>
                <a:cubicBezTo>
                  <a:pt x="609173" y="128446"/>
                  <a:pt x="609021" y="130676"/>
                  <a:pt x="609021" y="131205"/>
                </a:cubicBezTo>
                <a:cubicBezTo>
                  <a:pt x="609021" y="133095"/>
                  <a:pt x="609362" y="134494"/>
                  <a:pt x="610042" y="135401"/>
                </a:cubicBezTo>
                <a:cubicBezTo>
                  <a:pt x="610722" y="136308"/>
                  <a:pt x="611365" y="136762"/>
                  <a:pt x="611970" y="136762"/>
                </a:cubicBezTo>
                <a:lnTo>
                  <a:pt x="622403" y="136421"/>
                </a:lnTo>
                <a:lnTo>
                  <a:pt x="623764" y="136648"/>
                </a:lnTo>
                <a:cubicBezTo>
                  <a:pt x="623990" y="139337"/>
                  <a:pt x="624104" y="140874"/>
                  <a:pt x="624104" y="141259"/>
                </a:cubicBezTo>
                <a:cubicBezTo>
                  <a:pt x="624104" y="141795"/>
                  <a:pt x="623990" y="142640"/>
                  <a:pt x="623764" y="143793"/>
                </a:cubicBezTo>
                <a:cubicBezTo>
                  <a:pt x="619757" y="143944"/>
                  <a:pt x="616884" y="144208"/>
                  <a:pt x="615145" y="144586"/>
                </a:cubicBezTo>
                <a:cubicBezTo>
                  <a:pt x="607056" y="146401"/>
                  <a:pt x="598210" y="149085"/>
                  <a:pt x="588609" y="152638"/>
                </a:cubicBezTo>
                <a:lnTo>
                  <a:pt x="584073" y="152411"/>
                </a:lnTo>
                <a:lnTo>
                  <a:pt x="583960" y="133813"/>
                </a:lnTo>
                <a:cubicBezTo>
                  <a:pt x="583053" y="134569"/>
                  <a:pt x="581730" y="135741"/>
                  <a:pt x="579991" y="137329"/>
                </a:cubicBezTo>
                <a:cubicBezTo>
                  <a:pt x="573338" y="143226"/>
                  <a:pt x="567630" y="147213"/>
                  <a:pt x="562867" y="149292"/>
                </a:cubicBezTo>
                <a:cubicBezTo>
                  <a:pt x="558104" y="151371"/>
                  <a:pt x="553115" y="152411"/>
                  <a:pt x="547898" y="152411"/>
                </a:cubicBezTo>
                <a:cubicBezTo>
                  <a:pt x="541699" y="152411"/>
                  <a:pt x="536331" y="151128"/>
                  <a:pt x="531795" y="148562"/>
                </a:cubicBezTo>
                <a:cubicBezTo>
                  <a:pt x="527259" y="145994"/>
                  <a:pt x="523933" y="142823"/>
                  <a:pt x="521816" y="139047"/>
                </a:cubicBezTo>
                <a:cubicBezTo>
                  <a:pt x="520228" y="136104"/>
                  <a:pt x="519170" y="131876"/>
                  <a:pt x="518641" y="126364"/>
                </a:cubicBezTo>
                <a:cubicBezTo>
                  <a:pt x="518490" y="124928"/>
                  <a:pt x="518414" y="117528"/>
                  <a:pt x="518414" y="104166"/>
                </a:cubicBezTo>
                <a:lnTo>
                  <a:pt x="518527" y="100541"/>
                </a:lnTo>
                <a:cubicBezTo>
                  <a:pt x="518905" y="93141"/>
                  <a:pt x="519094" y="87667"/>
                  <a:pt x="519094" y="84119"/>
                </a:cubicBezTo>
                <a:cubicBezTo>
                  <a:pt x="519094" y="78080"/>
                  <a:pt x="518981" y="74041"/>
                  <a:pt x="518754" y="72003"/>
                </a:cubicBezTo>
                <a:cubicBezTo>
                  <a:pt x="518679" y="71020"/>
                  <a:pt x="518301" y="69887"/>
                  <a:pt x="517620" y="68604"/>
                </a:cubicBezTo>
                <a:cubicBezTo>
                  <a:pt x="516562" y="68146"/>
                  <a:pt x="515314" y="67802"/>
                  <a:pt x="513878" y="67573"/>
                </a:cubicBezTo>
                <a:cubicBezTo>
                  <a:pt x="509039" y="66732"/>
                  <a:pt x="506015" y="65930"/>
                  <a:pt x="504806" y="65167"/>
                </a:cubicBezTo>
                <a:cubicBezTo>
                  <a:pt x="504428" y="64937"/>
                  <a:pt x="504239" y="64441"/>
                  <a:pt x="504239" y="63678"/>
                </a:cubicBezTo>
                <a:cubicBezTo>
                  <a:pt x="504239" y="63218"/>
                  <a:pt x="504296" y="62606"/>
                  <a:pt x="504409" y="61843"/>
                </a:cubicBezTo>
                <a:cubicBezTo>
                  <a:pt x="504522" y="61079"/>
                  <a:pt x="504655" y="59819"/>
                  <a:pt x="504806" y="58061"/>
                </a:cubicBezTo>
                <a:close/>
                <a:moveTo>
                  <a:pt x="632099" y="144133"/>
                </a:moveTo>
                <a:cubicBezTo>
                  <a:pt x="633081" y="143301"/>
                  <a:pt x="634367" y="142696"/>
                  <a:pt x="635954" y="142318"/>
                </a:cubicBezTo>
                <a:cubicBezTo>
                  <a:pt x="639810" y="141489"/>
                  <a:pt x="643477" y="139979"/>
                  <a:pt x="646954" y="137789"/>
                </a:cubicBezTo>
                <a:cubicBezTo>
                  <a:pt x="647635" y="135977"/>
                  <a:pt x="647975" y="129864"/>
                  <a:pt x="647975" y="119450"/>
                </a:cubicBezTo>
                <a:cubicBezTo>
                  <a:pt x="647975" y="100354"/>
                  <a:pt x="647559" y="87448"/>
                  <a:pt x="646727" y="80731"/>
                </a:cubicBezTo>
                <a:cubicBezTo>
                  <a:pt x="646576" y="79524"/>
                  <a:pt x="645971" y="78468"/>
                  <a:pt x="644913" y="77563"/>
                </a:cubicBezTo>
                <a:cubicBezTo>
                  <a:pt x="643023" y="76580"/>
                  <a:pt x="640453" y="75712"/>
                  <a:pt x="637202" y="74958"/>
                </a:cubicBezTo>
                <a:cubicBezTo>
                  <a:pt x="635690" y="74580"/>
                  <a:pt x="634782" y="73748"/>
                  <a:pt x="634480" y="72463"/>
                </a:cubicBezTo>
                <a:lnTo>
                  <a:pt x="634140" y="68267"/>
                </a:lnTo>
                <a:cubicBezTo>
                  <a:pt x="639734" y="67511"/>
                  <a:pt x="644800" y="65602"/>
                  <a:pt x="649336" y="62541"/>
                </a:cubicBezTo>
                <a:cubicBezTo>
                  <a:pt x="653872" y="59479"/>
                  <a:pt x="657274" y="56360"/>
                  <a:pt x="659542" y="53185"/>
                </a:cubicBezTo>
                <a:cubicBezTo>
                  <a:pt x="660751" y="51446"/>
                  <a:pt x="661810" y="50123"/>
                  <a:pt x="662717" y="49216"/>
                </a:cubicBezTo>
                <a:lnTo>
                  <a:pt x="670655" y="48989"/>
                </a:lnTo>
                <a:cubicBezTo>
                  <a:pt x="671033" y="50735"/>
                  <a:pt x="671222" y="52177"/>
                  <a:pt x="671222" y="53316"/>
                </a:cubicBezTo>
                <a:cubicBezTo>
                  <a:pt x="671222" y="54153"/>
                  <a:pt x="671184" y="55178"/>
                  <a:pt x="671109" y="56392"/>
                </a:cubicBezTo>
                <a:cubicBezTo>
                  <a:pt x="671033" y="59050"/>
                  <a:pt x="670995" y="61252"/>
                  <a:pt x="670995" y="62998"/>
                </a:cubicBezTo>
                <a:cubicBezTo>
                  <a:pt x="670995" y="63834"/>
                  <a:pt x="671033" y="66986"/>
                  <a:pt x="671109" y="72453"/>
                </a:cubicBezTo>
                <a:cubicBezTo>
                  <a:pt x="674208" y="67132"/>
                  <a:pt x="676476" y="63560"/>
                  <a:pt x="677913" y="61736"/>
                </a:cubicBezTo>
                <a:cubicBezTo>
                  <a:pt x="678593" y="60900"/>
                  <a:pt x="680596" y="59037"/>
                  <a:pt x="683923" y="56148"/>
                </a:cubicBezTo>
                <a:cubicBezTo>
                  <a:pt x="686493" y="54248"/>
                  <a:pt x="689404" y="53298"/>
                  <a:pt x="692655" y="53298"/>
                </a:cubicBezTo>
                <a:cubicBezTo>
                  <a:pt x="696662" y="53298"/>
                  <a:pt x="700139" y="54665"/>
                  <a:pt x="703088" y="57399"/>
                </a:cubicBezTo>
                <a:cubicBezTo>
                  <a:pt x="706036" y="60132"/>
                  <a:pt x="707510" y="63283"/>
                  <a:pt x="707510" y="66850"/>
                </a:cubicBezTo>
                <a:cubicBezTo>
                  <a:pt x="707510" y="70417"/>
                  <a:pt x="706395" y="73624"/>
                  <a:pt x="704165" y="76471"/>
                </a:cubicBezTo>
                <a:cubicBezTo>
                  <a:pt x="701935" y="79318"/>
                  <a:pt x="698967" y="80742"/>
                  <a:pt x="695263" y="80742"/>
                </a:cubicBezTo>
                <a:cubicBezTo>
                  <a:pt x="692012" y="80742"/>
                  <a:pt x="688610" y="79381"/>
                  <a:pt x="685057" y="76659"/>
                </a:cubicBezTo>
                <a:cubicBezTo>
                  <a:pt x="682940" y="74996"/>
                  <a:pt x="681239" y="74164"/>
                  <a:pt x="679954" y="74164"/>
                </a:cubicBezTo>
                <a:lnTo>
                  <a:pt x="679160" y="74278"/>
                </a:lnTo>
                <a:cubicBezTo>
                  <a:pt x="677572" y="74805"/>
                  <a:pt x="676136" y="76234"/>
                  <a:pt x="674851" y="78566"/>
                </a:cubicBezTo>
                <a:cubicBezTo>
                  <a:pt x="672734" y="82327"/>
                  <a:pt x="671676" y="86238"/>
                  <a:pt x="671676" y="90299"/>
                </a:cubicBezTo>
                <a:lnTo>
                  <a:pt x="671902" y="93343"/>
                </a:lnTo>
                <a:cubicBezTo>
                  <a:pt x="672205" y="98912"/>
                  <a:pt x="672432" y="111962"/>
                  <a:pt x="672583" y="132495"/>
                </a:cubicBezTo>
                <a:cubicBezTo>
                  <a:pt x="672810" y="134375"/>
                  <a:pt x="673528" y="136256"/>
                  <a:pt x="674737" y="138137"/>
                </a:cubicBezTo>
                <a:cubicBezTo>
                  <a:pt x="676098" y="139190"/>
                  <a:pt x="677478" y="139943"/>
                  <a:pt x="678877" y="140394"/>
                </a:cubicBezTo>
                <a:cubicBezTo>
                  <a:pt x="680275" y="140845"/>
                  <a:pt x="682713" y="141224"/>
                  <a:pt x="686191" y="141532"/>
                </a:cubicBezTo>
                <a:cubicBezTo>
                  <a:pt x="689669" y="141839"/>
                  <a:pt x="691785" y="142318"/>
                  <a:pt x="692541" y="142970"/>
                </a:cubicBezTo>
                <a:cubicBezTo>
                  <a:pt x="693297" y="143620"/>
                  <a:pt x="693675" y="144673"/>
                  <a:pt x="693675" y="146128"/>
                </a:cubicBezTo>
                <a:cubicBezTo>
                  <a:pt x="693675" y="146971"/>
                  <a:pt x="693449" y="148083"/>
                  <a:pt x="692995" y="149463"/>
                </a:cubicBezTo>
                <a:lnTo>
                  <a:pt x="682335" y="149463"/>
                </a:lnTo>
                <a:lnTo>
                  <a:pt x="660676" y="148329"/>
                </a:lnTo>
                <a:cubicBezTo>
                  <a:pt x="655232" y="148329"/>
                  <a:pt x="650281" y="148535"/>
                  <a:pt x="645820" y="148949"/>
                </a:cubicBezTo>
                <a:lnTo>
                  <a:pt x="643892" y="148949"/>
                </a:lnTo>
                <a:cubicBezTo>
                  <a:pt x="643363" y="148949"/>
                  <a:pt x="639432" y="149120"/>
                  <a:pt x="632099" y="149463"/>
                </a:cubicBezTo>
                <a:cubicBezTo>
                  <a:pt x="631872" y="148253"/>
                  <a:pt x="631758" y="147346"/>
                  <a:pt x="631758" y="146741"/>
                </a:cubicBezTo>
                <a:cubicBezTo>
                  <a:pt x="631758" y="146136"/>
                  <a:pt x="631872" y="145267"/>
                  <a:pt x="632099" y="144133"/>
                </a:cubicBezTo>
                <a:close/>
                <a:moveTo>
                  <a:pt x="870526" y="128579"/>
                </a:moveTo>
                <a:lnTo>
                  <a:pt x="873134" y="130284"/>
                </a:lnTo>
                <a:cubicBezTo>
                  <a:pt x="873815" y="130815"/>
                  <a:pt x="874230" y="131460"/>
                  <a:pt x="874382" y="132219"/>
                </a:cubicBezTo>
                <a:lnTo>
                  <a:pt x="874495" y="132786"/>
                </a:lnTo>
                <a:cubicBezTo>
                  <a:pt x="872681" y="139559"/>
                  <a:pt x="870299" y="144221"/>
                  <a:pt x="867351" y="146773"/>
                </a:cubicBezTo>
                <a:cubicBezTo>
                  <a:pt x="864402" y="149322"/>
                  <a:pt x="860736" y="150597"/>
                  <a:pt x="856351" y="150597"/>
                </a:cubicBezTo>
                <a:cubicBezTo>
                  <a:pt x="851890" y="150597"/>
                  <a:pt x="848054" y="149360"/>
                  <a:pt x="844841" y="146886"/>
                </a:cubicBezTo>
                <a:cubicBezTo>
                  <a:pt x="841628" y="144410"/>
                  <a:pt x="838698" y="140051"/>
                  <a:pt x="836052" y="133810"/>
                </a:cubicBezTo>
                <a:cubicBezTo>
                  <a:pt x="832801" y="139593"/>
                  <a:pt x="828227" y="143951"/>
                  <a:pt x="822331" y="146883"/>
                </a:cubicBezTo>
                <a:cubicBezTo>
                  <a:pt x="816434" y="149812"/>
                  <a:pt x="809214" y="151277"/>
                  <a:pt x="800671" y="151277"/>
                </a:cubicBezTo>
                <a:cubicBezTo>
                  <a:pt x="792809" y="151277"/>
                  <a:pt x="787025" y="149627"/>
                  <a:pt x="783321" y="146326"/>
                </a:cubicBezTo>
                <a:cubicBezTo>
                  <a:pt x="779616" y="143024"/>
                  <a:pt x="777764" y="138678"/>
                  <a:pt x="777764" y="133289"/>
                </a:cubicBezTo>
                <a:cubicBezTo>
                  <a:pt x="777764" y="130784"/>
                  <a:pt x="778312" y="128242"/>
                  <a:pt x="779408" y="125663"/>
                </a:cubicBezTo>
                <a:cubicBezTo>
                  <a:pt x="780505" y="123080"/>
                  <a:pt x="782281" y="120518"/>
                  <a:pt x="784738" y="117976"/>
                </a:cubicBezTo>
                <a:cubicBezTo>
                  <a:pt x="787195" y="115432"/>
                  <a:pt x="791145" y="112641"/>
                  <a:pt x="796589" y="109606"/>
                </a:cubicBezTo>
                <a:cubicBezTo>
                  <a:pt x="797420" y="109150"/>
                  <a:pt x="800293" y="107860"/>
                  <a:pt x="805207" y="105736"/>
                </a:cubicBezTo>
                <a:lnTo>
                  <a:pt x="833444" y="94350"/>
                </a:lnTo>
                <a:cubicBezTo>
                  <a:pt x="833671" y="91486"/>
                  <a:pt x="833784" y="88585"/>
                  <a:pt x="833784" y="85646"/>
                </a:cubicBezTo>
                <a:cubicBezTo>
                  <a:pt x="833784" y="75475"/>
                  <a:pt x="832537" y="68545"/>
                  <a:pt x="830042" y="64855"/>
                </a:cubicBezTo>
                <a:cubicBezTo>
                  <a:pt x="828530" y="62594"/>
                  <a:pt x="825884" y="61463"/>
                  <a:pt x="822104" y="61463"/>
                </a:cubicBezTo>
                <a:cubicBezTo>
                  <a:pt x="818324" y="61463"/>
                  <a:pt x="814846" y="62179"/>
                  <a:pt x="811671" y="63611"/>
                </a:cubicBezTo>
                <a:cubicBezTo>
                  <a:pt x="808496" y="65043"/>
                  <a:pt x="806190" y="66888"/>
                  <a:pt x="804753" y="69146"/>
                </a:cubicBezTo>
                <a:cubicBezTo>
                  <a:pt x="803695" y="70805"/>
                  <a:pt x="802788" y="73932"/>
                  <a:pt x="802032" y="78527"/>
                </a:cubicBezTo>
                <a:cubicBezTo>
                  <a:pt x="801503" y="81841"/>
                  <a:pt x="801011" y="83762"/>
                  <a:pt x="800558" y="84289"/>
                </a:cubicBezTo>
                <a:cubicBezTo>
                  <a:pt x="799424" y="85721"/>
                  <a:pt x="797363" y="87021"/>
                  <a:pt x="794377" y="88191"/>
                </a:cubicBezTo>
                <a:cubicBezTo>
                  <a:pt x="791391" y="89358"/>
                  <a:pt x="789369" y="90205"/>
                  <a:pt x="788310" y="90731"/>
                </a:cubicBezTo>
                <a:cubicBezTo>
                  <a:pt x="784228" y="92690"/>
                  <a:pt x="780977" y="93669"/>
                  <a:pt x="778558" y="93669"/>
                </a:cubicBezTo>
                <a:cubicBezTo>
                  <a:pt x="777499" y="92764"/>
                  <a:pt x="776970" y="91483"/>
                  <a:pt x="776970" y="89824"/>
                </a:cubicBezTo>
                <a:cubicBezTo>
                  <a:pt x="776970" y="85527"/>
                  <a:pt x="777877" y="81833"/>
                  <a:pt x="779692" y="78743"/>
                </a:cubicBezTo>
                <a:cubicBezTo>
                  <a:pt x="782413" y="74370"/>
                  <a:pt x="786515" y="70129"/>
                  <a:pt x="791996" y="66021"/>
                </a:cubicBezTo>
                <a:cubicBezTo>
                  <a:pt x="797477" y="61912"/>
                  <a:pt x="802599" y="59029"/>
                  <a:pt x="807362" y="57370"/>
                </a:cubicBezTo>
                <a:cubicBezTo>
                  <a:pt x="813863" y="55261"/>
                  <a:pt x="821801" y="54206"/>
                  <a:pt x="831176" y="54206"/>
                </a:cubicBezTo>
                <a:cubicBezTo>
                  <a:pt x="837224" y="54206"/>
                  <a:pt x="842422" y="55321"/>
                  <a:pt x="846769" y="57551"/>
                </a:cubicBezTo>
                <a:cubicBezTo>
                  <a:pt x="851116" y="59781"/>
                  <a:pt x="854140" y="63089"/>
                  <a:pt x="855841" y="67474"/>
                </a:cubicBezTo>
                <a:cubicBezTo>
                  <a:pt x="857542" y="71858"/>
                  <a:pt x="858392" y="79759"/>
                  <a:pt x="858392" y="91174"/>
                </a:cubicBezTo>
                <a:lnTo>
                  <a:pt x="858052" y="109886"/>
                </a:lnTo>
                <a:lnTo>
                  <a:pt x="858279" y="123607"/>
                </a:lnTo>
                <a:lnTo>
                  <a:pt x="858279" y="127123"/>
                </a:lnTo>
                <a:cubicBezTo>
                  <a:pt x="858279" y="130298"/>
                  <a:pt x="858713" y="132471"/>
                  <a:pt x="859583" y="133643"/>
                </a:cubicBezTo>
                <a:cubicBezTo>
                  <a:pt x="860452" y="134815"/>
                  <a:pt x="861567" y="135401"/>
                  <a:pt x="862928" y="135401"/>
                </a:cubicBezTo>
                <a:cubicBezTo>
                  <a:pt x="863760" y="135401"/>
                  <a:pt x="864478" y="135173"/>
                  <a:pt x="865083" y="134717"/>
                </a:cubicBezTo>
                <a:lnTo>
                  <a:pt x="868485" y="129373"/>
                </a:lnTo>
                <a:lnTo>
                  <a:pt x="870526" y="128579"/>
                </a:lnTo>
                <a:moveTo>
                  <a:pt x="833331" y="102174"/>
                </a:moveTo>
                <a:cubicBezTo>
                  <a:pt x="829021" y="103620"/>
                  <a:pt x="824164" y="106036"/>
                  <a:pt x="818758" y="109421"/>
                </a:cubicBezTo>
                <a:cubicBezTo>
                  <a:pt x="813353" y="112804"/>
                  <a:pt x="809592" y="116207"/>
                  <a:pt x="807475" y="119627"/>
                </a:cubicBezTo>
                <a:cubicBezTo>
                  <a:pt x="805963" y="122139"/>
                  <a:pt x="805207" y="125220"/>
                  <a:pt x="805207" y="128870"/>
                </a:cubicBezTo>
                <a:cubicBezTo>
                  <a:pt x="805207" y="132139"/>
                  <a:pt x="806190" y="134840"/>
                  <a:pt x="808155" y="136971"/>
                </a:cubicBezTo>
                <a:cubicBezTo>
                  <a:pt x="810121" y="139099"/>
                  <a:pt x="812389" y="140164"/>
                  <a:pt x="814960" y="140164"/>
                </a:cubicBezTo>
                <a:cubicBezTo>
                  <a:pt x="819193" y="140164"/>
                  <a:pt x="822784" y="138947"/>
                  <a:pt x="825733" y="136514"/>
                </a:cubicBezTo>
                <a:cubicBezTo>
                  <a:pt x="829739" y="133244"/>
                  <a:pt x="832083" y="130639"/>
                  <a:pt x="832764" y="128700"/>
                </a:cubicBezTo>
                <a:cubicBezTo>
                  <a:pt x="833444" y="126760"/>
                  <a:pt x="833784" y="121265"/>
                  <a:pt x="833784" y="112214"/>
                </a:cubicBezTo>
                <a:cubicBezTo>
                  <a:pt x="833784" y="108866"/>
                  <a:pt x="833633" y="105520"/>
                  <a:pt x="833331" y="102174"/>
                </a:cubicBezTo>
                <a:close/>
                <a:moveTo>
                  <a:pt x="876762" y="207637"/>
                </a:moveTo>
                <a:lnTo>
                  <a:pt x="876762" y="202534"/>
                </a:lnTo>
                <a:cubicBezTo>
                  <a:pt x="878123" y="201703"/>
                  <a:pt x="879106" y="201136"/>
                  <a:pt x="879710" y="200833"/>
                </a:cubicBezTo>
                <a:lnTo>
                  <a:pt x="888442" y="197662"/>
                </a:lnTo>
                <a:cubicBezTo>
                  <a:pt x="892071" y="196227"/>
                  <a:pt x="894112" y="195095"/>
                  <a:pt x="894566" y="194263"/>
                </a:cubicBezTo>
                <a:cubicBezTo>
                  <a:pt x="895776" y="191997"/>
                  <a:pt x="896305" y="187994"/>
                  <a:pt x="896154" y="182253"/>
                </a:cubicBezTo>
                <a:lnTo>
                  <a:pt x="895360" y="137155"/>
                </a:lnTo>
                <a:lnTo>
                  <a:pt x="894226" y="81071"/>
                </a:lnTo>
                <a:cubicBezTo>
                  <a:pt x="893999" y="76991"/>
                  <a:pt x="893130" y="74083"/>
                  <a:pt x="891618" y="72346"/>
                </a:cubicBezTo>
                <a:cubicBezTo>
                  <a:pt x="890106" y="70607"/>
                  <a:pt x="886099" y="68794"/>
                  <a:pt x="879597" y="66907"/>
                </a:cubicBezTo>
                <a:lnTo>
                  <a:pt x="879484" y="61010"/>
                </a:lnTo>
                <a:cubicBezTo>
                  <a:pt x="886893" y="59562"/>
                  <a:pt x="893130" y="57771"/>
                  <a:pt x="898195" y="55637"/>
                </a:cubicBezTo>
                <a:cubicBezTo>
                  <a:pt x="901899" y="54114"/>
                  <a:pt x="906927" y="51217"/>
                  <a:pt x="913277" y="46948"/>
                </a:cubicBezTo>
                <a:lnTo>
                  <a:pt x="919061" y="46721"/>
                </a:lnTo>
                <a:lnTo>
                  <a:pt x="919174" y="49896"/>
                </a:lnTo>
                <a:lnTo>
                  <a:pt x="919061" y="62144"/>
                </a:lnTo>
                <a:cubicBezTo>
                  <a:pt x="919061" y="62597"/>
                  <a:pt x="919098" y="63731"/>
                  <a:pt x="919174" y="65546"/>
                </a:cubicBezTo>
                <a:cubicBezTo>
                  <a:pt x="925751" y="61539"/>
                  <a:pt x="931157" y="58893"/>
                  <a:pt x="935390" y="57608"/>
                </a:cubicBezTo>
                <a:cubicBezTo>
                  <a:pt x="941590" y="55793"/>
                  <a:pt x="948431" y="54886"/>
                  <a:pt x="955916" y="54886"/>
                </a:cubicBezTo>
                <a:cubicBezTo>
                  <a:pt x="963627" y="54886"/>
                  <a:pt x="970469" y="56852"/>
                  <a:pt x="976442" y="60783"/>
                </a:cubicBezTo>
                <a:cubicBezTo>
                  <a:pt x="976895" y="61085"/>
                  <a:pt x="977538" y="61501"/>
                  <a:pt x="978369" y="62030"/>
                </a:cubicBezTo>
                <a:cubicBezTo>
                  <a:pt x="982149" y="64752"/>
                  <a:pt x="984909" y="67360"/>
                  <a:pt x="986648" y="69855"/>
                </a:cubicBezTo>
                <a:cubicBezTo>
                  <a:pt x="990428" y="75223"/>
                  <a:pt x="993149" y="80515"/>
                  <a:pt x="994813" y="85731"/>
                </a:cubicBezTo>
                <a:cubicBezTo>
                  <a:pt x="996098" y="89662"/>
                  <a:pt x="996740" y="94576"/>
                  <a:pt x="996740" y="100473"/>
                </a:cubicBezTo>
                <a:cubicBezTo>
                  <a:pt x="996740" y="108336"/>
                  <a:pt x="995720" y="114989"/>
                  <a:pt x="993679" y="120432"/>
                </a:cubicBezTo>
                <a:cubicBezTo>
                  <a:pt x="991637" y="125875"/>
                  <a:pt x="988122" y="131356"/>
                  <a:pt x="983132" y="136875"/>
                </a:cubicBezTo>
                <a:cubicBezTo>
                  <a:pt x="978143" y="142394"/>
                  <a:pt x="972794" y="146325"/>
                  <a:pt x="967086" y="148669"/>
                </a:cubicBezTo>
                <a:cubicBezTo>
                  <a:pt x="961378" y="151012"/>
                  <a:pt x="955387" y="152184"/>
                  <a:pt x="949112" y="152184"/>
                </a:cubicBezTo>
                <a:cubicBezTo>
                  <a:pt x="942913" y="152184"/>
                  <a:pt x="938490" y="151801"/>
                  <a:pt x="935844" y="151036"/>
                </a:cubicBezTo>
                <a:cubicBezTo>
                  <a:pt x="930779" y="149581"/>
                  <a:pt x="925751" y="147437"/>
                  <a:pt x="920762" y="144604"/>
                </a:cubicBezTo>
                <a:cubicBezTo>
                  <a:pt x="920535" y="145818"/>
                  <a:pt x="920421" y="146654"/>
                  <a:pt x="920421" y="147109"/>
                </a:cubicBezTo>
                <a:lnTo>
                  <a:pt x="920762" y="150182"/>
                </a:lnTo>
                <a:cubicBezTo>
                  <a:pt x="920837" y="151016"/>
                  <a:pt x="920875" y="152040"/>
                  <a:pt x="920875" y="153254"/>
                </a:cubicBezTo>
                <a:cubicBezTo>
                  <a:pt x="920875" y="153786"/>
                  <a:pt x="920799" y="156783"/>
                  <a:pt x="920648" y="162245"/>
                </a:cubicBezTo>
                <a:lnTo>
                  <a:pt x="920988" y="182962"/>
                </a:lnTo>
                <a:cubicBezTo>
                  <a:pt x="920988" y="183418"/>
                  <a:pt x="920951" y="184936"/>
                  <a:pt x="920875" y="187516"/>
                </a:cubicBezTo>
                <a:lnTo>
                  <a:pt x="920875" y="188767"/>
                </a:lnTo>
                <a:cubicBezTo>
                  <a:pt x="920875" y="191576"/>
                  <a:pt x="921064" y="193625"/>
                  <a:pt x="921442" y="194915"/>
                </a:cubicBezTo>
                <a:cubicBezTo>
                  <a:pt x="921744" y="195673"/>
                  <a:pt x="922387" y="196507"/>
                  <a:pt x="923370" y="197417"/>
                </a:cubicBezTo>
                <a:cubicBezTo>
                  <a:pt x="924126" y="197722"/>
                  <a:pt x="924844" y="198063"/>
                  <a:pt x="925524" y="198441"/>
                </a:cubicBezTo>
                <a:cubicBezTo>
                  <a:pt x="927868" y="198897"/>
                  <a:pt x="929928" y="199353"/>
                  <a:pt x="931705" y="199809"/>
                </a:cubicBezTo>
                <a:cubicBezTo>
                  <a:pt x="933481" y="200265"/>
                  <a:pt x="935353" y="200644"/>
                  <a:pt x="937318" y="200947"/>
                </a:cubicBezTo>
                <a:cubicBezTo>
                  <a:pt x="937999" y="201792"/>
                  <a:pt x="938339" y="202906"/>
                  <a:pt x="938339" y="204288"/>
                </a:cubicBezTo>
                <a:cubicBezTo>
                  <a:pt x="938339" y="205134"/>
                  <a:pt x="938301" y="206364"/>
                  <a:pt x="938225" y="207977"/>
                </a:cubicBezTo>
                <a:lnTo>
                  <a:pt x="936184" y="207977"/>
                </a:lnTo>
                <a:cubicBezTo>
                  <a:pt x="931799" y="207977"/>
                  <a:pt x="928738" y="207897"/>
                  <a:pt x="926999" y="207737"/>
                </a:cubicBezTo>
                <a:lnTo>
                  <a:pt x="909875" y="206163"/>
                </a:lnTo>
                <a:lnTo>
                  <a:pt x="905679" y="206163"/>
                </a:lnTo>
                <a:lnTo>
                  <a:pt x="901710" y="206050"/>
                </a:lnTo>
                <a:lnTo>
                  <a:pt x="897741" y="206390"/>
                </a:lnTo>
                <a:lnTo>
                  <a:pt x="891618" y="206730"/>
                </a:lnTo>
                <a:cubicBezTo>
                  <a:pt x="889350" y="206806"/>
                  <a:pt x="886855" y="206995"/>
                  <a:pt x="884133" y="207297"/>
                </a:cubicBezTo>
                <a:cubicBezTo>
                  <a:pt x="881411" y="207599"/>
                  <a:pt x="879446" y="207751"/>
                  <a:pt x="878236" y="207751"/>
                </a:cubicBezTo>
                <a:lnTo>
                  <a:pt x="876762" y="207637"/>
                </a:lnTo>
                <a:moveTo>
                  <a:pt x="919741" y="126354"/>
                </a:moveTo>
                <a:cubicBezTo>
                  <a:pt x="920043" y="127258"/>
                  <a:pt x="920232" y="127938"/>
                  <a:pt x="920308" y="128391"/>
                </a:cubicBezTo>
                <a:cubicBezTo>
                  <a:pt x="921140" y="131864"/>
                  <a:pt x="922198" y="134318"/>
                  <a:pt x="923483" y="135752"/>
                </a:cubicBezTo>
                <a:cubicBezTo>
                  <a:pt x="925827" y="138469"/>
                  <a:pt x="928511" y="140281"/>
                  <a:pt x="931535" y="141188"/>
                </a:cubicBezTo>
                <a:cubicBezTo>
                  <a:pt x="936071" y="142471"/>
                  <a:pt x="940040" y="143112"/>
                  <a:pt x="943442" y="143112"/>
                </a:cubicBezTo>
                <a:cubicBezTo>
                  <a:pt x="947373" y="143112"/>
                  <a:pt x="951210" y="142282"/>
                  <a:pt x="954952" y="140621"/>
                </a:cubicBezTo>
                <a:cubicBezTo>
                  <a:pt x="958694" y="138960"/>
                  <a:pt x="961699" y="136733"/>
                  <a:pt x="963967" y="133941"/>
                </a:cubicBezTo>
                <a:cubicBezTo>
                  <a:pt x="964270" y="133563"/>
                  <a:pt x="964723" y="133035"/>
                  <a:pt x="965328" y="132357"/>
                </a:cubicBezTo>
                <a:cubicBezTo>
                  <a:pt x="965857" y="131149"/>
                  <a:pt x="966273" y="130243"/>
                  <a:pt x="966576" y="129639"/>
                </a:cubicBezTo>
                <a:cubicBezTo>
                  <a:pt x="969600" y="123751"/>
                  <a:pt x="971112" y="117486"/>
                  <a:pt x="971112" y="110842"/>
                </a:cubicBezTo>
                <a:cubicBezTo>
                  <a:pt x="971112" y="98614"/>
                  <a:pt x="967483" y="88311"/>
                  <a:pt x="960225" y="79934"/>
                </a:cubicBezTo>
                <a:cubicBezTo>
                  <a:pt x="955160" y="73971"/>
                  <a:pt x="947978" y="70989"/>
                  <a:pt x="938679" y="70989"/>
                </a:cubicBezTo>
                <a:cubicBezTo>
                  <a:pt x="933160" y="70989"/>
                  <a:pt x="926885" y="72423"/>
                  <a:pt x="919854" y="75291"/>
                </a:cubicBezTo>
                <a:cubicBezTo>
                  <a:pt x="919628" y="78235"/>
                  <a:pt x="919514" y="86500"/>
                  <a:pt x="919514" y="100087"/>
                </a:cubicBezTo>
                <a:lnTo>
                  <a:pt x="919854" y="121938"/>
                </a:lnTo>
                <a:cubicBezTo>
                  <a:pt x="919854" y="122467"/>
                  <a:pt x="919817" y="123939"/>
                  <a:pt x="919741" y="126354"/>
                </a:cubicBezTo>
                <a:close/>
                <a:moveTo>
                  <a:pt x="1004961" y="207637"/>
                </a:moveTo>
                <a:lnTo>
                  <a:pt x="1004961" y="202534"/>
                </a:lnTo>
                <a:cubicBezTo>
                  <a:pt x="1006322" y="201703"/>
                  <a:pt x="1007305" y="201136"/>
                  <a:pt x="1007910" y="200833"/>
                </a:cubicBezTo>
                <a:lnTo>
                  <a:pt x="1016642" y="197662"/>
                </a:lnTo>
                <a:cubicBezTo>
                  <a:pt x="1020271" y="196227"/>
                  <a:pt x="1022312" y="195095"/>
                  <a:pt x="1022765" y="194263"/>
                </a:cubicBezTo>
                <a:cubicBezTo>
                  <a:pt x="1023975" y="191997"/>
                  <a:pt x="1024504" y="187994"/>
                  <a:pt x="1024353" y="182253"/>
                </a:cubicBezTo>
                <a:lnTo>
                  <a:pt x="1023559" y="137155"/>
                </a:lnTo>
                <a:lnTo>
                  <a:pt x="1022425" y="81071"/>
                </a:lnTo>
                <a:cubicBezTo>
                  <a:pt x="1022198" y="76991"/>
                  <a:pt x="1021329" y="74083"/>
                  <a:pt x="1019817" y="72346"/>
                </a:cubicBezTo>
                <a:cubicBezTo>
                  <a:pt x="1018305" y="70607"/>
                  <a:pt x="1014298" y="68794"/>
                  <a:pt x="1007797" y="66907"/>
                </a:cubicBezTo>
                <a:lnTo>
                  <a:pt x="1007683" y="61010"/>
                </a:lnTo>
                <a:cubicBezTo>
                  <a:pt x="1015092" y="59562"/>
                  <a:pt x="1021329" y="57771"/>
                  <a:pt x="1026394" y="55637"/>
                </a:cubicBezTo>
                <a:cubicBezTo>
                  <a:pt x="1030099" y="54114"/>
                  <a:pt x="1035126" y="51217"/>
                  <a:pt x="1041477" y="46948"/>
                </a:cubicBezTo>
                <a:lnTo>
                  <a:pt x="1047260" y="46721"/>
                </a:lnTo>
                <a:lnTo>
                  <a:pt x="1047373" y="49896"/>
                </a:lnTo>
                <a:lnTo>
                  <a:pt x="1047260" y="62144"/>
                </a:lnTo>
                <a:cubicBezTo>
                  <a:pt x="1047260" y="62597"/>
                  <a:pt x="1047298" y="63731"/>
                  <a:pt x="1047373" y="65546"/>
                </a:cubicBezTo>
                <a:cubicBezTo>
                  <a:pt x="1053951" y="61539"/>
                  <a:pt x="1059356" y="58893"/>
                  <a:pt x="1063590" y="57608"/>
                </a:cubicBezTo>
                <a:cubicBezTo>
                  <a:pt x="1069789" y="55793"/>
                  <a:pt x="1076631" y="54886"/>
                  <a:pt x="1084115" y="54886"/>
                </a:cubicBezTo>
                <a:cubicBezTo>
                  <a:pt x="1091827" y="54886"/>
                  <a:pt x="1098669" y="56852"/>
                  <a:pt x="1104641" y="60783"/>
                </a:cubicBezTo>
                <a:cubicBezTo>
                  <a:pt x="1105095" y="61085"/>
                  <a:pt x="1105737" y="61501"/>
                  <a:pt x="1106569" y="62030"/>
                </a:cubicBezTo>
                <a:cubicBezTo>
                  <a:pt x="1110349" y="64752"/>
                  <a:pt x="1113108" y="67360"/>
                  <a:pt x="1114847" y="69855"/>
                </a:cubicBezTo>
                <a:cubicBezTo>
                  <a:pt x="1118627" y="75223"/>
                  <a:pt x="1121349" y="80515"/>
                  <a:pt x="1123012" y="85731"/>
                </a:cubicBezTo>
                <a:cubicBezTo>
                  <a:pt x="1124297" y="89662"/>
                  <a:pt x="1124940" y="94576"/>
                  <a:pt x="1124940" y="100473"/>
                </a:cubicBezTo>
                <a:cubicBezTo>
                  <a:pt x="1124940" y="108336"/>
                  <a:pt x="1123919" y="114989"/>
                  <a:pt x="1121878" y="120432"/>
                </a:cubicBezTo>
                <a:cubicBezTo>
                  <a:pt x="1119837" y="125875"/>
                  <a:pt x="1116321" y="131356"/>
                  <a:pt x="1111332" y="136875"/>
                </a:cubicBezTo>
                <a:cubicBezTo>
                  <a:pt x="1106342" y="142394"/>
                  <a:pt x="1100993" y="146325"/>
                  <a:pt x="1095285" y="148669"/>
                </a:cubicBezTo>
                <a:cubicBezTo>
                  <a:pt x="1089578" y="151012"/>
                  <a:pt x="1083586" y="152184"/>
                  <a:pt x="1077311" y="152184"/>
                </a:cubicBezTo>
                <a:cubicBezTo>
                  <a:pt x="1071112" y="152184"/>
                  <a:pt x="1066689" y="151801"/>
                  <a:pt x="1064043" y="151036"/>
                </a:cubicBezTo>
                <a:cubicBezTo>
                  <a:pt x="1058978" y="149581"/>
                  <a:pt x="1053951" y="147437"/>
                  <a:pt x="1048961" y="144604"/>
                </a:cubicBezTo>
                <a:cubicBezTo>
                  <a:pt x="1048734" y="145818"/>
                  <a:pt x="1048621" y="146654"/>
                  <a:pt x="1048621" y="147109"/>
                </a:cubicBezTo>
                <a:lnTo>
                  <a:pt x="1048961" y="150182"/>
                </a:lnTo>
                <a:cubicBezTo>
                  <a:pt x="1049037" y="151016"/>
                  <a:pt x="1049074" y="152040"/>
                  <a:pt x="1049074" y="153254"/>
                </a:cubicBezTo>
                <a:cubicBezTo>
                  <a:pt x="1049074" y="153786"/>
                  <a:pt x="1048999" y="156783"/>
                  <a:pt x="1048848" y="162245"/>
                </a:cubicBezTo>
                <a:lnTo>
                  <a:pt x="1049188" y="182962"/>
                </a:lnTo>
                <a:cubicBezTo>
                  <a:pt x="1049188" y="183418"/>
                  <a:pt x="1049150" y="184936"/>
                  <a:pt x="1049074" y="187516"/>
                </a:cubicBezTo>
                <a:lnTo>
                  <a:pt x="1049074" y="188767"/>
                </a:lnTo>
                <a:cubicBezTo>
                  <a:pt x="1049074" y="191576"/>
                  <a:pt x="1049263" y="193625"/>
                  <a:pt x="1049641" y="194915"/>
                </a:cubicBezTo>
                <a:cubicBezTo>
                  <a:pt x="1049944" y="195673"/>
                  <a:pt x="1050587" y="196507"/>
                  <a:pt x="1051569" y="197417"/>
                </a:cubicBezTo>
                <a:cubicBezTo>
                  <a:pt x="1052325" y="197722"/>
                  <a:pt x="1053044" y="198063"/>
                  <a:pt x="1053724" y="198441"/>
                </a:cubicBezTo>
                <a:cubicBezTo>
                  <a:pt x="1056068" y="198897"/>
                  <a:pt x="1058128" y="199353"/>
                  <a:pt x="1059904" y="199809"/>
                </a:cubicBezTo>
                <a:cubicBezTo>
                  <a:pt x="1061681" y="200265"/>
                  <a:pt x="1063552" y="200644"/>
                  <a:pt x="1065518" y="200947"/>
                </a:cubicBezTo>
                <a:cubicBezTo>
                  <a:pt x="1066198" y="201792"/>
                  <a:pt x="1066538" y="202906"/>
                  <a:pt x="1066538" y="204288"/>
                </a:cubicBezTo>
                <a:cubicBezTo>
                  <a:pt x="1066538" y="205134"/>
                  <a:pt x="1066500" y="206364"/>
                  <a:pt x="1066425" y="207977"/>
                </a:cubicBezTo>
                <a:lnTo>
                  <a:pt x="1064384" y="207977"/>
                </a:lnTo>
                <a:cubicBezTo>
                  <a:pt x="1059999" y="207977"/>
                  <a:pt x="1056937" y="207897"/>
                  <a:pt x="1055198" y="207737"/>
                </a:cubicBezTo>
                <a:lnTo>
                  <a:pt x="1038075" y="206163"/>
                </a:lnTo>
                <a:lnTo>
                  <a:pt x="1033879" y="206163"/>
                </a:lnTo>
                <a:lnTo>
                  <a:pt x="1029910" y="206050"/>
                </a:lnTo>
                <a:lnTo>
                  <a:pt x="1025941" y="206390"/>
                </a:lnTo>
                <a:lnTo>
                  <a:pt x="1019817" y="206730"/>
                </a:lnTo>
                <a:cubicBezTo>
                  <a:pt x="1017549" y="206806"/>
                  <a:pt x="1015054" y="206995"/>
                  <a:pt x="1012333" y="207297"/>
                </a:cubicBezTo>
                <a:cubicBezTo>
                  <a:pt x="1009611" y="207599"/>
                  <a:pt x="1007645" y="207751"/>
                  <a:pt x="1006436" y="207751"/>
                </a:cubicBezTo>
                <a:lnTo>
                  <a:pt x="1004961" y="207637"/>
                </a:lnTo>
                <a:moveTo>
                  <a:pt x="1047940" y="126354"/>
                </a:moveTo>
                <a:cubicBezTo>
                  <a:pt x="1048243" y="127258"/>
                  <a:pt x="1048432" y="127938"/>
                  <a:pt x="1048507" y="128391"/>
                </a:cubicBezTo>
                <a:cubicBezTo>
                  <a:pt x="1049339" y="131864"/>
                  <a:pt x="1050397" y="134318"/>
                  <a:pt x="1051683" y="135752"/>
                </a:cubicBezTo>
                <a:cubicBezTo>
                  <a:pt x="1054026" y="138469"/>
                  <a:pt x="1056710" y="140281"/>
                  <a:pt x="1059734" y="141188"/>
                </a:cubicBezTo>
                <a:cubicBezTo>
                  <a:pt x="1064270" y="142471"/>
                  <a:pt x="1068239" y="143112"/>
                  <a:pt x="1071641" y="143112"/>
                </a:cubicBezTo>
                <a:cubicBezTo>
                  <a:pt x="1075573" y="143112"/>
                  <a:pt x="1079409" y="142282"/>
                  <a:pt x="1083151" y="140621"/>
                </a:cubicBezTo>
                <a:cubicBezTo>
                  <a:pt x="1086894" y="138960"/>
                  <a:pt x="1089899" y="136733"/>
                  <a:pt x="1092167" y="133941"/>
                </a:cubicBezTo>
                <a:cubicBezTo>
                  <a:pt x="1092469" y="133563"/>
                  <a:pt x="1092923" y="133035"/>
                  <a:pt x="1093528" y="132357"/>
                </a:cubicBezTo>
                <a:cubicBezTo>
                  <a:pt x="1094057" y="131149"/>
                  <a:pt x="1094473" y="130243"/>
                  <a:pt x="1094775" y="129639"/>
                </a:cubicBezTo>
                <a:cubicBezTo>
                  <a:pt x="1097799" y="123751"/>
                  <a:pt x="1099311" y="117486"/>
                  <a:pt x="1099311" y="110842"/>
                </a:cubicBezTo>
                <a:cubicBezTo>
                  <a:pt x="1099311" y="98614"/>
                  <a:pt x="1095682" y="88311"/>
                  <a:pt x="1088425" y="79934"/>
                </a:cubicBezTo>
                <a:cubicBezTo>
                  <a:pt x="1083359" y="73971"/>
                  <a:pt x="1076177" y="70989"/>
                  <a:pt x="1066878" y="70989"/>
                </a:cubicBezTo>
                <a:cubicBezTo>
                  <a:pt x="1061360" y="70989"/>
                  <a:pt x="1055085" y="72423"/>
                  <a:pt x="1048054" y="75291"/>
                </a:cubicBezTo>
                <a:cubicBezTo>
                  <a:pt x="1047827" y="78235"/>
                  <a:pt x="1047714" y="86500"/>
                  <a:pt x="1047714" y="100087"/>
                </a:cubicBezTo>
                <a:lnTo>
                  <a:pt x="1048054" y="121938"/>
                </a:lnTo>
                <a:cubicBezTo>
                  <a:pt x="1048054" y="122467"/>
                  <a:pt x="1048016" y="123939"/>
                  <a:pt x="1047940" y="126354"/>
                </a:cubicBezTo>
                <a:close/>
                <a:moveTo>
                  <a:pt x="1137697" y="144133"/>
                </a:moveTo>
                <a:cubicBezTo>
                  <a:pt x="1138680" y="143301"/>
                  <a:pt x="1139965" y="142696"/>
                  <a:pt x="1141553" y="142318"/>
                </a:cubicBezTo>
                <a:cubicBezTo>
                  <a:pt x="1145408" y="141489"/>
                  <a:pt x="1149075" y="139979"/>
                  <a:pt x="1152553" y="137789"/>
                </a:cubicBezTo>
                <a:cubicBezTo>
                  <a:pt x="1153233" y="135977"/>
                  <a:pt x="1153573" y="129864"/>
                  <a:pt x="1153573" y="119450"/>
                </a:cubicBezTo>
                <a:cubicBezTo>
                  <a:pt x="1153573" y="100354"/>
                  <a:pt x="1153157" y="87448"/>
                  <a:pt x="1152326" y="80731"/>
                </a:cubicBezTo>
                <a:cubicBezTo>
                  <a:pt x="1152175" y="79524"/>
                  <a:pt x="1151570" y="78468"/>
                  <a:pt x="1150511" y="77563"/>
                </a:cubicBezTo>
                <a:cubicBezTo>
                  <a:pt x="1148621" y="76580"/>
                  <a:pt x="1146051" y="75712"/>
                  <a:pt x="1142800" y="74958"/>
                </a:cubicBezTo>
                <a:cubicBezTo>
                  <a:pt x="1141288" y="74580"/>
                  <a:pt x="1140381" y="73748"/>
                  <a:pt x="1140078" y="72463"/>
                </a:cubicBezTo>
                <a:lnTo>
                  <a:pt x="1139738" y="68267"/>
                </a:lnTo>
                <a:cubicBezTo>
                  <a:pt x="1145333" y="67511"/>
                  <a:pt x="1150398" y="65602"/>
                  <a:pt x="1154934" y="62541"/>
                </a:cubicBezTo>
                <a:cubicBezTo>
                  <a:pt x="1159470" y="59479"/>
                  <a:pt x="1162872" y="56360"/>
                  <a:pt x="1165140" y="53185"/>
                </a:cubicBezTo>
                <a:cubicBezTo>
                  <a:pt x="1166350" y="51446"/>
                  <a:pt x="1167408" y="50123"/>
                  <a:pt x="1168315" y="49216"/>
                </a:cubicBezTo>
                <a:lnTo>
                  <a:pt x="1176253" y="48989"/>
                </a:lnTo>
                <a:cubicBezTo>
                  <a:pt x="1176631" y="50735"/>
                  <a:pt x="1176820" y="52177"/>
                  <a:pt x="1176820" y="53316"/>
                </a:cubicBezTo>
                <a:cubicBezTo>
                  <a:pt x="1176820" y="54153"/>
                  <a:pt x="1176783" y="55178"/>
                  <a:pt x="1176707" y="56392"/>
                </a:cubicBezTo>
                <a:cubicBezTo>
                  <a:pt x="1176631" y="59050"/>
                  <a:pt x="1176594" y="61252"/>
                  <a:pt x="1176594" y="62998"/>
                </a:cubicBezTo>
                <a:cubicBezTo>
                  <a:pt x="1176594" y="63834"/>
                  <a:pt x="1176631" y="66986"/>
                  <a:pt x="1176707" y="72453"/>
                </a:cubicBezTo>
                <a:cubicBezTo>
                  <a:pt x="1179807" y="67132"/>
                  <a:pt x="1182075" y="63560"/>
                  <a:pt x="1183511" y="61736"/>
                </a:cubicBezTo>
                <a:cubicBezTo>
                  <a:pt x="1184191" y="60900"/>
                  <a:pt x="1186195" y="59037"/>
                  <a:pt x="1189521" y="56148"/>
                </a:cubicBezTo>
                <a:cubicBezTo>
                  <a:pt x="1192092" y="54248"/>
                  <a:pt x="1195002" y="53298"/>
                  <a:pt x="1198253" y="53298"/>
                </a:cubicBezTo>
                <a:cubicBezTo>
                  <a:pt x="1202260" y="53298"/>
                  <a:pt x="1205738" y="54665"/>
                  <a:pt x="1208686" y="57399"/>
                </a:cubicBezTo>
                <a:cubicBezTo>
                  <a:pt x="1211634" y="60132"/>
                  <a:pt x="1213109" y="63283"/>
                  <a:pt x="1213109" y="66850"/>
                </a:cubicBezTo>
                <a:cubicBezTo>
                  <a:pt x="1213109" y="70417"/>
                  <a:pt x="1211994" y="73624"/>
                  <a:pt x="1209763" y="76471"/>
                </a:cubicBezTo>
                <a:cubicBezTo>
                  <a:pt x="1207533" y="79318"/>
                  <a:pt x="1204566" y="80742"/>
                  <a:pt x="1200861" y="80742"/>
                </a:cubicBezTo>
                <a:cubicBezTo>
                  <a:pt x="1197611" y="80742"/>
                  <a:pt x="1194208" y="79381"/>
                  <a:pt x="1190655" y="76659"/>
                </a:cubicBezTo>
                <a:cubicBezTo>
                  <a:pt x="1188538" y="74996"/>
                  <a:pt x="1186837" y="74164"/>
                  <a:pt x="1185552" y="74164"/>
                </a:cubicBezTo>
                <a:lnTo>
                  <a:pt x="1184758" y="74278"/>
                </a:lnTo>
                <a:cubicBezTo>
                  <a:pt x="1183171" y="74805"/>
                  <a:pt x="1181734" y="76234"/>
                  <a:pt x="1180449" y="78566"/>
                </a:cubicBezTo>
                <a:cubicBezTo>
                  <a:pt x="1178332" y="82327"/>
                  <a:pt x="1177274" y="86238"/>
                  <a:pt x="1177274" y="90299"/>
                </a:cubicBezTo>
                <a:lnTo>
                  <a:pt x="1177501" y="93343"/>
                </a:lnTo>
                <a:cubicBezTo>
                  <a:pt x="1177803" y="98912"/>
                  <a:pt x="1178030" y="111962"/>
                  <a:pt x="1178181" y="132495"/>
                </a:cubicBezTo>
                <a:cubicBezTo>
                  <a:pt x="1178408" y="134375"/>
                  <a:pt x="1179126" y="136256"/>
                  <a:pt x="1180336" y="138137"/>
                </a:cubicBezTo>
                <a:cubicBezTo>
                  <a:pt x="1181697" y="139190"/>
                  <a:pt x="1183076" y="139943"/>
                  <a:pt x="1184475" y="140394"/>
                </a:cubicBezTo>
                <a:cubicBezTo>
                  <a:pt x="1185874" y="140845"/>
                  <a:pt x="1188312" y="141224"/>
                  <a:pt x="1191789" y="141532"/>
                </a:cubicBezTo>
                <a:cubicBezTo>
                  <a:pt x="1195267" y="141839"/>
                  <a:pt x="1197384" y="142318"/>
                  <a:pt x="1198140" y="142970"/>
                </a:cubicBezTo>
                <a:cubicBezTo>
                  <a:pt x="1198896" y="143620"/>
                  <a:pt x="1199274" y="144673"/>
                  <a:pt x="1199274" y="146128"/>
                </a:cubicBezTo>
                <a:cubicBezTo>
                  <a:pt x="1199274" y="146971"/>
                  <a:pt x="1199047" y="148083"/>
                  <a:pt x="1198593" y="149463"/>
                </a:cubicBezTo>
                <a:lnTo>
                  <a:pt x="1187934" y="149463"/>
                </a:lnTo>
                <a:lnTo>
                  <a:pt x="1166274" y="148329"/>
                </a:lnTo>
                <a:cubicBezTo>
                  <a:pt x="1160831" y="148329"/>
                  <a:pt x="1155879" y="148535"/>
                  <a:pt x="1151419" y="148949"/>
                </a:cubicBezTo>
                <a:lnTo>
                  <a:pt x="1149491" y="148949"/>
                </a:lnTo>
                <a:cubicBezTo>
                  <a:pt x="1148961" y="148949"/>
                  <a:pt x="1145030" y="149120"/>
                  <a:pt x="1137697" y="149463"/>
                </a:cubicBezTo>
                <a:cubicBezTo>
                  <a:pt x="1137470" y="148253"/>
                  <a:pt x="1137357" y="147346"/>
                  <a:pt x="1137357" y="146741"/>
                </a:cubicBezTo>
                <a:cubicBezTo>
                  <a:pt x="1137357" y="146136"/>
                  <a:pt x="1137470" y="145267"/>
                  <a:pt x="1137697" y="144133"/>
                </a:cubicBezTo>
                <a:close/>
                <a:moveTo>
                  <a:pt x="1313533" y="67261"/>
                </a:moveTo>
                <a:cubicBezTo>
                  <a:pt x="1318372" y="71955"/>
                  <a:pt x="1321982" y="77349"/>
                  <a:pt x="1324363" y="83442"/>
                </a:cubicBezTo>
                <a:cubicBezTo>
                  <a:pt x="1326745" y="89535"/>
                  <a:pt x="1327935" y="95267"/>
                  <a:pt x="1327935" y="100640"/>
                </a:cubicBezTo>
                <a:cubicBezTo>
                  <a:pt x="1327935" y="110782"/>
                  <a:pt x="1326385" y="118957"/>
                  <a:pt x="1323286" y="125163"/>
                </a:cubicBezTo>
                <a:cubicBezTo>
                  <a:pt x="1318599" y="134549"/>
                  <a:pt x="1312286" y="141475"/>
                  <a:pt x="1304348" y="145940"/>
                </a:cubicBezTo>
                <a:cubicBezTo>
                  <a:pt x="1296410" y="150405"/>
                  <a:pt x="1287186" y="152638"/>
                  <a:pt x="1276678" y="152638"/>
                </a:cubicBezTo>
                <a:cubicBezTo>
                  <a:pt x="1264884" y="152638"/>
                  <a:pt x="1254886" y="149989"/>
                  <a:pt x="1246683" y="144693"/>
                </a:cubicBezTo>
                <a:cubicBezTo>
                  <a:pt x="1238481" y="139393"/>
                  <a:pt x="1232622" y="133376"/>
                  <a:pt x="1229106" y="126641"/>
                </a:cubicBezTo>
                <a:cubicBezTo>
                  <a:pt x="1225591" y="119903"/>
                  <a:pt x="1223833" y="111539"/>
                  <a:pt x="1223833" y="101551"/>
                </a:cubicBezTo>
                <a:cubicBezTo>
                  <a:pt x="1223833" y="96478"/>
                  <a:pt x="1224665" y="91388"/>
                  <a:pt x="1226328" y="86280"/>
                </a:cubicBezTo>
                <a:cubicBezTo>
                  <a:pt x="1227991" y="81170"/>
                  <a:pt x="1230278" y="76723"/>
                  <a:pt x="1233189" y="72938"/>
                </a:cubicBezTo>
                <a:cubicBezTo>
                  <a:pt x="1236099" y="69153"/>
                  <a:pt x="1239293" y="65975"/>
                  <a:pt x="1242771" y="63402"/>
                </a:cubicBezTo>
                <a:cubicBezTo>
                  <a:pt x="1247836" y="59768"/>
                  <a:pt x="1252920" y="57177"/>
                  <a:pt x="1258024" y="55627"/>
                </a:cubicBezTo>
                <a:cubicBezTo>
                  <a:pt x="1263127" y="54075"/>
                  <a:pt x="1269307" y="53298"/>
                  <a:pt x="1276565" y="53298"/>
                </a:cubicBezTo>
                <a:cubicBezTo>
                  <a:pt x="1292365" y="53298"/>
                  <a:pt x="1304688" y="57953"/>
                  <a:pt x="1313533" y="67261"/>
                </a:cubicBezTo>
                <a:moveTo>
                  <a:pt x="1251503" y="106608"/>
                </a:moveTo>
                <a:cubicBezTo>
                  <a:pt x="1252183" y="116008"/>
                  <a:pt x="1252675" y="121428"/>
                  <a:pt x="1252977" y="122866"/>
                </a:cubicBezTo>
                <a:cubicBezTo>
                  <a:pt x="1253960" y="127946"/>
                  <a:pt x="1255510" y="132305"/>
                  <a:pt x="1257627" y="135943"/>
                </a:cubicBezTo>
                <a:cubicBezTo>
                  <a:pt x="1259063" y="138294"/>
                  <a:pt x="1261444" y="140379"/>
                  <a:pt x="1264771" y="142198"/>
                </a:cubicBezTo>
                <a:cubicBezTo>
                  <a:pt x="1268097" y="144017"/>
                  <a:pt x="1272066" y="144927"/>
                  <a:pt x="1276678" y="144927"/>
                </a:cubicBezTo>
                <a:cubicBezTo>
                  <a:pt x="1282197" y="144927"/>
                  <a:pt x="1286846" y="143164"/>
                  <a:pt x="1290626" y="139639"/>
                </a:cubicBezTo>
                <a:cubicBezTo>
                  <a:pt x="1294406" y="136114"/>
                  <a:pt x="1297128" y="130599"/>
                  <a:pt x="1298791" y="123093"/>
                </a:cubicBezTo>
                <a:cubicBezTo>
                  <a:pt x="1299850" y="118167"/>
                  <a:pt x="1300379" y="110095"/>
                  <a:pt x="1300379" y="98875"/>
                </a:cubicBezTo>
                <a:cubicBezTo>
                  <a:pt x="1300379" y="85078"/>
                  <a:pt x="1298111" y="75318"/>
                  <a:pt x="1293575" y="69596"/>
                </a:cubicBezTo>
                <a:cubicBezTo>
                  <a:pt x="1289039" y="63872"/>
                  <a:pt x="1283066" y="61010"/>
                  <a:pt x="1275657" y="61010"/>
                </a:cubicBezTo>
                <a:cubicBezTo>
                  <a:pt x="1269836" y="61010"/>
                  <a:pt x="1265017" y="62640"/>
                  <a:pt x="1261199" y="65900"/>
                </a:cubicBezTo>
                <a:cubicBezTo>
                  <a:pt x="1257381" y="69158"/>
                  <a:pt x="1254716" y="73972"/>
                  <a:pt x="1253204" y="80341"/>
                </a:cubicBezTo>
                <a:cubicBezTo>
                  <a:pt x="1252221" y="84433"/>
                  <a:pt x="1251654" y="93188"/>
                  <a:pt x="1251503" y="106608"/>
                </a:cubicBezTo>
                <a:close/>
                <a:moveTo>
                  <a:pt x="1441224" y="128579"/>
                </a:moveTo>
                <a:lnTo>
                  <a:pt x="1443832" y="130284"/>
                </a:lnTo>
                <a:cubicBezTo>
                  <a:pt x="1444513" y="130815"/>
                  <a:pt x="1444928" y="131460"/>
                  <a:pt x="1445080" y="132219"/>
                </a:cubicBezTo>
                <a:lnTo>
                  <a:pt x="1445193" y="132786"/>
                </a:lnTo>
                <a:cubicBezTo>
                  <a:pt x="1443379" y="139559"/>
                  <a:pt x="1440997" y="144221"/>
                  <a:pt x="1438049" y="146773"/>
                </a:cubicBezTo>
                <a:cubicBezTo>
                  <a:pt x="1435100" y="149322"/>
                  <a:pt x="1431434" y="150597"/>
                  <a:pt x="1427049" y="150597"/>
                </a:cubicBezTo>
                <a:cubicBezTo>
                  <a:pt x="1422588" y="150597"/>
                  <a:pt x="1418752" y="149360"/>
                  <a:pt x="1415539" y="146886"/>
                </a:cubicBezTo>
                <a:cubicBezTo>
                  <a:pt x="1412326" y="144410"/>
                  <a:pt x="1409396" y="140051"/>
                  <a:pt x="1406750" y="133810"/>
                </a:cubicBezTo>
                <a:cubicBezTo>
                  <a:pt x="1403499" y="139593"/>
                  <a:pt x="1398925" y="143951"/>
                  <a:pt x="1393029" y="146883"/>
                </a:cubicBezTo>
                <a:cubicBezTo>
                  <a:pt x="1387132" y="149812"/>
                  <a:pt x="1379912" y="151277"/>
                  <a:pt x="1371369" y="151277"/>
                </a:cubicBezTo>
                <a:cubicBezTo>
                  <a:pt x="1363506" y="151277"/>
                  <a:pt x="1357723" y="149627"/>
                  <a:pt x="1354019" y="146326"/>
                </a:cubicBezTo>
                <a:cubicBezTo>
                  <a:pt x="1350314" y="143024"/>
                  <a:pt x="1348462" y="138678"/>
                  <a:pt x="1348462" y="133289"/>
                </a:cubicBezTo>
                <a:cubicBezTo>
                  <a:pt x="1348462" y="130784"/>
                  <a:pt x="1349010" y="128242"/>
                  <a:pt x="1350106" y="125663"/>
                </a:cubicBezTo>
                <a:cubicBezTo>
                  <a:pt x="1351202" y="123080"/>
                  <a:pt x="1352979" y="120518"/>
                  <a:pt x="1355436" y="117976"/>
                </a:cubicBezTo>
                <a:cubicBezTo>
                  <a:pt x="1357893" y="115432"/>
                  <a:pt x="1361843" y="112641"/>
                  <a:pt x="1367286" y="109606"/>
                </a:cubicBezTo>
                <a:cubicBezTo>
                  <a:pt x="1368118" y="109150"/>
                  <a:pt x="1370991" y="107860"/>
                  <a:pt x="1375905" y="105736"/>
                </a:cubicBezTo>
                <a:lnTo>
                  <a:pt x="1404142" y="94350"/>
                </a:lnTo>
                <a:cubicBezTo>
                  <a:pt x="1404369" y="91486"/>
                  <a:pt x="1404482" y="88585"/>
                  <a:pt x="1404482" y="85646"/>
                </a:cubicBezTo>
                <a:cubicBezTo>
                  <a:pt x="1404482" y="75475"/>
                  <a:pt x="1403235" y="68545"/>
                  <a:pt x="1400740" y="64855"/>
                </a:cubicBezTo>
                <a:cubicBezTo>
                  <a:pt x="1399228" y="62594"/>
                  <a:pt x="1396582" y="61463"/>
                  <a:pt x="1392802" y="61463"/>
                </a:cubicBezTo>
                <a:cubicBezTo>
                  <a:pt x="1389022" y="61463"/>
                  <a:pt x="1385544" y="62179"/>
                  <a:pt x="1382369" y="63611"/>
                </a:cubicBezTo>
                <a:cubicBezTo>
                  <a:pt x="1379194" y="65043"/>
                  <a:pt x="1376888" y="66888"/>
                  <a:pt x="1375451" y="69146"/>
                </a:cubicBezTo>
                <a:cubicBezTo>
                  <a:pt x="1374393" y="70805"/>
                  <a:pt x="1373486" y="73932"/>
                  <a:pt x="1372730" y="78527"/>
                </a:cubicBezTo>
                <a:cubicBezTo>
                  <a:pt x="1372201" y="81841"/>
                  <a:pt x="1371709" y="83762"/>
                  <a:pt x="1371256" y="84289"/>
                </a:cubicBezTo>
                <a:cubicBezTo>
                  <a:pt x="1370122" y="85721"/>
                  <a:pt x="1368061" y="87021"/>
                  <a:pt x="1365075" y="88191"/>
                </a:cubicBezTo>
                <a:cubicBezTo>
                  <a:pt x="1362089" y="89358"/>
                  <a:pt x="1360067" y="90205"/>
                  <a:pt x="1359008" y="90731"/>
                </a:cubicBezTo>
                <a:cubicBezTo>
                  <a:pt x="1354926" y="92690"/>
                  <a:pt x="1351675" y="93669"/>
                  <a:pt x="1349256" y="93669"/>
                </a:cubicBezTo>
                <a:cubicBezTo>
                  <a:pt x="1348197" y="92764"/>
                  <a:pt x="1347668" y="91483"/>
                  <a:pt x="1347668" y="89824"/>
                </a:cubicBezTo>
                <a:cubicBezTo>
                  <a:pt x="1347668" y="85527"/>
                  <a:pt x="1348575" y="81833"/>
                  <a:pt x="1350390" y="78743"/>
                </a:cubicBezTo>
                <a:cubicBezTo>
                  <a:pt x="1353111" y="74370"/>
                  <a:pt x="1357213" y="70129"/>
                  <a:pt x="1362694" y="66021"/>
                </a:cubicBezTo>
                <a:cubicBezTo>
                  <a:pt x="1368175" y="61912"/>
                  <a:pt x="1373297" y="59029"/>
                  <a:pt x="1378060" y="57370"/>
                </a:cubicBezTo>
                <a:cubicBezTo>
                  <a:pt x="1384561" y="55261"/>
                  <a:pt x="1392499" y="54206"/>
                  <a:pt x="1401874" y="54206"/>
                </a:cubicBezTo>
                <a:cubicBezTo>
                  <a:pt x="1407922" y="54206"/>
                  <a:pt x="1413119" y="55321"/>
                  <a:pt x="1417466" y="57551"/>
                </a:cubicBezTo>
                <a:cubicBezTo>
                  <a:pt x="1421813" y="59781"/>
                  <a:pt x="1424838" y="63089"/>
                  <a:pt x="1426539" y="67474"/>
                </a:cubicBezTo>
                <a:cubicBezTo>
                  <a:pt x="1428240" y="71858"/>
                  <a:pt x="1429090" y="79759"/>
                  <a:pt x="1429090" y="91174"/>
                </a:cubicBezTo>
                <a:lnTo>
                  <a:pt x="1428750" y="109886"/>
                </a:lnTo>
                <a:lnTo>
                  <a:pt x="1428977" y="123607"/>
                </a:lnTo>
                <a:lnTo>
                  <a:pt x="1428977" y="127123"/>
                </a:lnTo>
                <a:cubicBezTo>
                  <a:pt x="1428977" y="130298"/>
                  <a:pt x="1429411" y="132471"/>
                  <a:pt x="1430281" y="133643"/>
                </a:cubicBezTo>
                <a:cubicBezTo>
                  <a:pt x="1431150" y="134815"/>
                  <a:pt x="1432265" y="135401"/>
                  <a:pt x="1433626" y="135401"/>
                </a:cubicBezTo>
                <a:cubicBezTo>
                  <a:pt x="1434458" y="135401"/>
                  <a:pt x="1435176" y="135173"/>
                  <a:pt x="1435781" y="134717"/>
                </a:cubicBezTo>
                <a:lnTo>
                  <a:pt x="1439183" y="129373"/>
                </a:lnTo>
                <a:lnTo>
                  <a:pt x="1441224" y="128579"/>
                </a:lnTo>
                <a:moveTo>
                  <a:pt x="1404028" y="102174"/>
                </a:moveTo>
                <a:cubicBezTo>
                  <a:pt x="1399719" y="103620"/>
                  <a:pt x="1394862" y="106036"/>
                  <a:pt x="1389456" y="109421"/>
                </a:cubicBezTo>
                <a:cubicBezTo>
                  <a:pt x="1384051" y="112804"/>
                  <a:pt x="1380290" y="116207"/>
                  <a:pt x="1378173" y="119627"/>
                </a:cubicBezTo>
                <a:cubicBezTo>
                  <a:pt x="1376661" y="122139"/>
                  <a:pt x="1375905" y="125220"/>
                  <a:pt x="1375905" y="128870"/>
                </a:cubicBezTo>
                <a:cubicBezTo>
                  <a:pt x="1375905" y="132139"/>
                  <a:pt x="1376888" y="134840"/>
                  <a:pt x="1378853" y="136971"/>
                </a:cubicBezTo>
                <a:cubicBezTo>
                  <a:pt x="1380819" y="139099"/>
                  <a:pt x="1383087" y="140164"/>
                  <a:pt x="1385657" y="140164"/>
                </a:cubicBezTo>
                <a:cubicBezTo>
                  <a:pt x="1389891" y="140164"/>
                  <a:pt x="1393482" y="138947"/>
                  <a:pt x="1396431" y="136514"/>
                </a:cubicBezTo>
                <a:cubicBezTo>
                  <a:pt x="1400437" y="133244"/>
                  <a:pt x="1402781" y="130639"/>
                  <a:pt x="1403461" y="128700"/>
                </a:cubicBezTo>
                <a:cubicBezTo>
                  <a:pt x="1404142" y="126760"/>
                  <a:pt x="1404482" y="121265"/>
                  <a:pt x="1404482" y="112214"/>
                </a:cubicBezTo>
                <a:cubicBezTo>
                  <a:pt x="1404482" y="108866"/>
                  <a:pt x="1404331" y="105520"/>
                  <a:pt x="1404028" y="102174"/>
                </a:cubicBezTo>
                <a:close/>
                <a:moveTo>
                  <a:pt x="1544644" y="120311"/>
                </a:moveTo>
                <a:cubicBezTo>
                  <a:pt x="1545854" y="120987"/>
                  <a:pt x="1546761" y="121437"/>
                  <a:pt x="1547366" y="121662"/>
                </a:cubicBezTo>
                <a:cubicBezTo>
                  <a:pt x="1549105" y="122413"/>
                  <a:pt x="1550503" y="123352"/>
                  <a:pt x="1551562" y="124479"/>
                </a:cubicBezTo>
                <a:cubicBezTo>
                  <a:pt x="1549521" y="132048"/>
                  <a:pt x="1544569" y="138596"/>
                  <a:pt x="1536706" y="144122"/>
                </a:cubicBezTo>
                <a:cubicBezTo>
                  <a:pt x="1528844" y="149648"/>
                  <a:pt x="1518902" y="152411"/>
                  <a:pt x="1506882" y="152411"/>
                </a:cubicBezTo>
                <a:cubicBezTo>
                  <a:pt x="1499322" y="152411"/>
                  <a:pt x="1491837" y="150827"/>
                  <a:pt x="1484428" y="147659"/>
                </a:cubicBezTo>
                <a:cubicBezTo>
                  <a:pt x="1477020" y="144491"/>
                  <a:pt x="1471123" y="140304"/>
                  <a:pt x="1466738" y="135100"/>
                </a:cubicBezTo>
                <a:cubicBezTo>
                  <a:pt x="1463336" y="131102"/>
                  <a:pt x="1460784" y="126200"/>
                  <a:pt x="1459083" y="120393"/>
                </a:cubicBezTo>
                <a:cubicBezTo>
                  <a:pt x="1457382" y="114583"/>
                  <a:pt x="1456532" y="109642"/>
                  <a:pt x="1456532" y="105569"/>
                </a:cubicBezTo>
                <a:cubicBezTo>
                  <a:pt x="1456532" y="100667"/>
                  <a:pt x="1457590" y="95104"/>
                  <a:pt x="1459707" y="88882"/>
                </a:cubicBezTo>
                <a:cubicBezTo>
                  <a:pt x="1461824" y="82659"/>
                  <a:pt x="1465377" y="76795"/>
                  <a:pt x="1470367" y="71290"/>
                </a:cubicBezTo>
                <a:cubicBezTo>
                  <a:pt x="1475356" y="65783"/>
                  <a:pt x="1481650" y="61408"/>
                  <a:pt x="1489248" y="58164"/>
                </a:cubicBezTo>
                <a:cubicBezTo>
                  <a:pt x="1496846" y="54920"/>
                  <a:pt x="1505408" y="53298"/>
                  <a:pt x="1514933" y="53298"/>
                </a:cubicBezTo>
                <a:cubicBezTo>
                  <a:pt x="1528012" y="53298"/>
                  <a:pt x="1537122" y="55340"/>
                  <a:pt x="1542263" y="59422"/>
                </a:cubicBezTo>
                <a:cubicBezTo>
                  <a:pt x="1547404" y="63505"/>
                  <a:pt x="1549974" y="67587"/>
                  <a:pt x="1549974" y="71669"/>
                </a:cubicBezTo>
                <a:cubicBezTo>
                  <a:pt x="1549974" y="75676"/>
                  <a:pt x="1548935" y="78833"/>
                  <a:pt x="1546856" y="81138"/>
                </a:cubicBezTo>
                <a:cubicBezTo>
                  <a:pt x="1544777" y="83444"/>
                  <a:pt x="1541923" y="84597"/>
                  <a:pt x="1538294" y="84597"/>
                </a:cubicBezTo>
                <a:cubicBezTo>
                  <a:pt x="1535194" y="84597"/>
                  <a:pt x="1532340" y="83581"/>
                  <a:pt x="1529732" y="81550"/>
                </a:cubicBezTo>
                <a:cubicBezTo>
                  <a:pt x="1527124" y="79518"/>
                  <a:pt x="1524950" y="76094"/>
                  <a:pt x="1523212" y="71280"/>
                </a:cubicBezTo>
                <a:cubicBezTo>
                  <a:pt x="1521851" y="67821"/>
                  <a:pt x="1520112" y="65301"/>
                  <a:pt x="1517995" y="63721"/>
                </a:cubicBezTo>
                <a:cubicBezTo>
                  <a:pt x="1515878" y="62216"/>
                  <a:pt x="1513346" y="61463"/>
                  <a:pt x="1510397" y="61463"/>
                </a:cubicBezTo>
                <a:cubicBezTo>
                  <a:pt x="1503291" y="61463"/>
                  <a:pt x="1496940" y="64489"/>
                  <a:pt x="1491346" y="70539"/>
                </a:cubicBezTo>
                <a:cubicBezTo>
                  <a:pt x="1485751" y="76587"/>
                  <a:pt x="1482954" y="84833"/>
                  <a:pt x="1482954" y="95278"/>
                </a:cubicBezTo>
                <a:cubicBezTo>
                  <a:pt x="1482954" y="107828"/>
                  <a:pt x="1486375" y="117804"/>
                  <a:pt x="1493217" y="125205"/>
                </a:cubicBezTo>
                <a:cubicBezTo>
                  <a:pt x="1500059" y="132607"/>
                  <a:pt x="1507827" y="136308"/>
                  <a:pt x="1516521" y="136308"/>
                </a:cubicBezTo>
                <a:cubicBezTo>
                  <a:pt x="1520830" y="136308"/>
                  <a:pt x="1524497" y="135820"/>
                  <a:pt x="1527521" y="134844"/>
                </a:cubicBezTo>
                <a:cubicBezTo>
                  <a:pt x="1529411" y="134169"/>
                  <a:pt x="1531981" y="132704"/>
                  <a:pt x="1535232" y="130450"/>
                </a:cubicBezTo>
                <a:cubicBezTo>
                  <a:pt x="1536064" y="129850"/>
                  <a:pt x="1537632" y="128235"/>
                  <a:pt x="1539938" y="125606"/>
                </a:cubicBezTo>
                <a:cubicBezTo>
                  <a:pt x="1542244" y="122976"/>
                  <a:pt x="1543813" y="121212"/>
                  <a:pt x="1544644" y="120311"/>
                </a:cubicBezTo>
                <a:close/>
                <a:moveTo>
                  <a:pt x="1560805" y="142676"/>
                </a:moveTo>
                <a:cubicBezTo>
                  <a:pt x="1562015" y="142369"/>
                  <a:pt x="1565379" y="141910"/>
                  <a:pt x="1570898" y="141298"/>
                </a:cubicBezTo>
                <a:cubicBezTo>
                  <a:pt x="1573317" y="140995"/>
                  <a:pt x="1574829" y="140466"/>
                  <a:pt x="1575434" y="139710"/>
                </a:cubicBezTo>
                <a:cubicBezTo>
                  <a:pt x="1576190" y="138576"/>
                  <a:pt x="1576568" y="135892"/>
                  <a:pt x="1576568" y="131659"/>
                </a:cubicBezTo>
                <a:lnTo>
                  <a:pt x="1576568" y="123607"/>
                </a:lnTo>
                <a:lnTo>
                  <a:pt x="1576908" y="115102"/>
                </a:lnTo>
                <a:lnTo>
                  <a:pt x="1576908" y="105803"/>
                </a:lnTo>
                <a:lnTo>
                  <a:pt x="1577022" y="103535"/>
                </a:lnTo>
                <a:lnTo>
                  <a:pt x="1576908" y="97865"/>
                </a:lnTo>
                <a:lnTo>
                  <a:pt x="1577135" y="95937"/>
                </a:lnTo>
                <a:lnTo>
                  <a:pt x="1577589" y="54773"/>
                </a:lnTo>
                <a:lnTo>
                  <a:pt x="1577589" y="51597"/>
                </a:lnTo>
                <a:cubicBezTo>
                  <a:pt x="1577589" y="37536"/>
                  <a:pt x="1577211" y="28842"/>
                  <a:pt x="1576455" y="25515"/>
                </a:cubicBezTo>
                <a:cubicBezTo>
                  <a:pt x="1576001" y="23550"/>
                  <a:pt x="1574924" y="22000"/>
                  <a:pt x="1573223" y="20866"/>
                </a:cubicBezTo>
                <a:cubicBezTo>
                  <a:pt x="1571522" y="19732"/>
                  <a:pt x="1567534" y="18673"/>
                  <a:pt x="1561259" y="17691"/>
                </a:cubicBezTo>
                <a:lnTo>
                  <a:pt x="1561259" y="15309"/>
                </a:lnTo>
                <a:cubicBezTo>
                  <a:pt x="1561259" y="14175"/>
                  <a:pt x="1561335" y="12777"/>
                  <a:pt x="1561486" y="11113"/>
                </a:cubicBezTo>
                <a:lnTo>
                  <a:pt x="1571011" y="9051"/>
                </a:lnTo>
                <a:cubicBezTo>
                  <a:pt x="1572901" y="8517"/>
                  <a:pt x="1574716" y="8059"/>
                  <a:pt x="1576455" y="7676"/>
                </a:cubicBezTo>
                <a:cubicBezTo>
                  <a:pt x="1580688" y="6759"/>
                  <a:pt x="1586018" y="4849"/>
                  <a:pt x="1592444" y="1946"/>
                </a:cubicBezTo>
                <a:cubicBezTo>
                  <a:pt x="1593578" y="1258"/>
                  <a:pt x="1594637" y="685"/>
                  <a:pt x="1595619" y="227"/>
                </a:cubicBezTo>
                <a:lnTo>
                  <a:pt x="1601743" y="684"/>
                </a:lnTo>
                <a:lnTo>
                  <a:pt x="1601516" y="68721"/>
                </a:lnTo>
                <a:cubicBezTo>
                  <a:pt x="1608396" y="63278"/>
                  <a:pt x="1614671" y="59422"/>
                  <a:pt x="1620341" y="57154"/>
                </a:cubicBezTo>
                <a:cubicBezTo>
                  <a:pt x="1626011" y="54886"/>
                  <a:pt x="1631908" y="53752"/>
                  <a:pt x="1638031" y="53752"/>
                </a:cubicBezTo>
                <a:cubicBezTo>
                  <a:pt x="1643853" y="53752"/>
                  <a:pt x="1648899" y="54790"/>
                  <a:pt x="1653170" y="56867"/>
                </a:cubicBezTo>
                <a:cubicBezTo>
                  <a:pt x="1657442" y="58944"/>
                  <a:pt x="1660749" y="61512"/>
                  <a:pt x="1663093" y="64571"/>
                </a:cubicBezTo>
                <a:cubicBezTo>
                  <a:pt x="1665437" y="67631"/>
                  <a:pt x="1667100" y="71351"/>
                  <a:pt x="1668083" y="75731"/>
                </a:cubicBezTo>
                <a:cubicBezTo>
                  <a:pt x="1668763" y="78677"/>
                  <a:pt x="1669103" y="84341"/>
                  <a:pt x="1669103" y="92723"/>
                </a:cubicBezTo>
                <a:lnTo>
                  <a:pt x="1669103" y="99974"/>
                </a:lnTo>
                <a:lnTo>
                  <a:pt x="1669217" y="115949"/>
                </a:lnTo>
                <a:lnTo>
                  <a:pt x="1668650" y="139058"/>
                </a:lnTo>
                <a:cubicBezTo>
                  <a:pt x="1668952" y="139738"/>
                  <a:pt x="1669292" y="140192"/>
                  <a:pt x="1669670" y="140419"/>
                </a:cubicBezTo>
                <a:cubicBezTo>
                  <a:pt x="1670578" y="140797"/>
                  <a:pt x="1672808" y="141325"/>
                  <a:pt x="1676361" y="142003"/>
                </a:cubicBezTo>
                <a:cubicBezTo>
                  <a:pt x="1678402" y="142381"/>
                  <a:pt x="1679990" y="142721"/>
                  <a:pt x="1681124" y="143024"/>
                </a:cubicBezTo>
                <a:cubicBezTo>
                  <a:pt x="1681729" y="144172"/>
                  <a:pt x="1682031" y="145090"/>
                  <a:pt x="1682031" y="145777"/>
                </a:cubicBezTo>
                <a:lnTo>
                  <a:pt x="1681918" y="146695"/>
                </a:lnTo>
                <a:cubicBezTo>
                  <a:pt x="1681766" y="147538"/>
                  <a:pt x="1681691" y="148801"/>
                  <a:pt x="1681691" y="150483"/>
                </a:cubicBezTo>
                <a:lnTo>
                  <a:pt x="1679083" y="150597"/>
                </a:lnTo>
                <a:cubicBezTo>
                  <a:pt x="1677949" y="150597"/>
                  <a:pt x="1675718" y="150445"/>
                  <a:pt x="1672392" y="150143"/>
                </a:cubicBezTo>
                <a:cubicBezTo>
                  <a:pt x="1666041" y="149538"/>
                  <a:pt x="1660712" y="149236"/>
                  <a:pt x="1656402" y="149236"/>
                </a:cubicBezTo>
                <a:cubicBezTo>
                  <a:pt x="1653605" y="149236"/>
                  <a:pt x="1649863" y="149387"/>
                  <a:pt x="1645176" y="149689"/>
                </a:cubicBezTo>
                <a:cubicBezTo>
                  <a:pt x="1641849" y="149841"/>
                  <a:pt x="1637616" y="149916"/>
                  <a:pt x="1632475" y="149916"/>
                </a:cubicBezTo>
                <a:cubicBezTo>
                  <a:pt x="1631643" y="149916"/>
                  <a:pt x="1630887" y="149802"/>
                  <a:pt x="1630207" y="149572"/>
                </a:cubicBezTo>
                <a:lnTo>
                  <a:pt x="1630207" y="146815"/>
                </a:lnTo>
                <a:lnTo>
                  <a:pt x="1629980" y="145320"/>
                </a:lnTo>
                <a:cubicBezTo>
                  <a:pt x="1629980" y="144708"/>
                  <a:pt x="1630169" y="143866"/>
                  <a:pt x="1630547" y="142793"/>
                </a:cubicBezTo>
                <a:cubicBezTo>
                  <a:pt x="1632286" y="141962"/>
                  <a:pt x="1634308" y="141415"/>
                  <a:pt x="1636614" y="141152"/>
                </a:cubicBezTo>
                <a:cubicBezTo>
                  <a:pt x="1638920" y="140888"/>
                  <a:pt x="1641093" y="140604"/>
                  <a:pt x="1643134" y="140302"/>
                </a:cubicBezTo>
                <a:cubicBezTo>
                  <a:pt x="1643437" y="138868"/>
                  <a:pt x="1643626" y="137962"/>
                  <a:pt x="1643701" y="137584"/>
                </a:cubicBezTo>
                <a:lnTo>
                  <a:pt x="1644268" y="121045"/>
                </a:lnTo>
                <a:lnTo>
                  <a:pt x="1644268" y="93297"/>
                </a:lnTo>
                <a:cubicBezTo>
                  <a:pt x="1644268" y="85066"/>
                  <a:pt x="1643815" y="79498"/>
                  <a:pt x="1642908" y="76592"/>
                </a:cubicBezTo>
                <a:cubicBezTo>
                  <a:pt x="1642000" y="73684"/>
                  <a:pt x="1640110" y="71304"/>
                  <a:pt x="1637238" y="69455"/>
                </a:cubicBezTo>
                <a:cubicBezTo>
                  <a:pt x="1634365" y="67605"/>
                  <a:pt x="1630887" y="66680"/>
                  <a:pt x="1626805" y="66680"/>
                </a:cubicBezTo>
                <a:cubicBezTo>
                  <a:pt x="1622042" y="66680"/>
                  <a:pt x="1617411" y="67795"/>
                  <a:pt x="1612913" y="70025"/>
                </a:cubicBezTo>
                <a:cubicBezTo>
                  <a:pt x="1608415" y="72255"/>
                  <a:pt x="1604578" y="74882"/>
                  <a:pt x="1601403" y="77907"/>
                </a:cubicBezTo>
                <a:lnTo>
                  <a:pt x="1601403" y="97723"/>
                </a:lnTo>
                <a:cubicBezTo>
                  <a:pt x="1601403" y="108593"/>
                  <a:pt x="1601290" y="116745"/>
                  <a:pt x="1601063" y="122179"/>
                </a:cubicBezTo>
                <a:cubicBezTo>
                  <a:pt x="1600911" y="125425"/>
                  <a:pt x="1600836" y="127464"/>
                  <a:pt x="1600836" y="128296"/>
                </a:cubicBezTo>
                <a:cubicBezTo>
                  <a:pt x="1600836" y="133505"/>
                  <a:pt x="1601176" y="137090"/>
                  <a:pt x="1601857" y="139051"/>
                </a:cubicBezTo>
                <a:cubicBezTo>
                  <a:pt x="1602159" y="139958"/>
                  <a:pt x="1602991" y="140789"/>
                  <a:pt x="1604351" y="141542"/>
                </a:cubicBezTo>
                <a:cubicBezTo>
                  <a:pt x="1607149" y="141769"/>
                  <a:pt x="1609473" y="141901"/>
                  <a:pt x="1611325" y="141939"/>
                </a:cubicBezTo>
                <a:cubicBezTo>
                  <a:pt x="1613178" y="141977"/>
                  <a:pt x="1614671" y="142147"/>
                  <a:pt x="1615805" y="142449"/>
                </a:cubicBezTo>
                <a:cubicBezTo>
                  <a:pt x="1615956" y="144363"/>
                  <a:pt x="1616032" y="145703"/>
                  <a:pt x="1616032" y="146468"/>
                </a:cubicBezTo>
                <a:cubicBezTo>
                  <a:pt x="1616032" y="147538"/>
                  <a:pt x="1615880" y="148839"/>
                  <a:pt x="1615578" y="150370"/>
                </a:cubicBezTo>
                <a:lnTo>
                  <a:pt x="1602991" y="149803"/>
                </a:lnTo>
                <a:cubicBezTo>
                  <a:pt x="1598228" y="149425"/>
                  <a:pt x="1593956" y="149236"/>
                  <a:pt x="1590176" y="149236"/>
                </a:cubicBezTo>
                <a:lnTo>
                  <a:pt x="1574300" y="150030"/>
                </a:lnTo>
                <a:lnTo>
                  <a:pt x="1563187" y="149916"/>
                </a:lnTo>
                <a:cubicBezTo>
                  <a:pt x="1562431" y="148844"/>
                  <a:pt x="1561637" y="146929"/>
                  <a:pt x="1560805" y="144172"/>
                </a:cubicBezTo>
                <a:lnTo>
                  <a:pt x="1560805" y="1426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95A80-01F7-41FC-B3E1-A61EC24D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116957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790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F6B6F-D0EF-4EE8-B791-7AB477A8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116957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790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35" name="Text 1">
            <a:extLst xmlns:a="http://schemas.openxmlformats.org/drawingml/2006/main">
              <a:ext uri="{FF2B5EF4-FFF2-40B4-BE49-F238E27FC236}">
                <a16:creationId xmlns:a16="http://schemas.microsoft.com/office/drawing/2014/main" id="{24D8EE9A-F43A-4A4F-9A18-880F3CE7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25" y="173115"/>
            <a:ext cx="60647" cy="137382"/>
          </a:xfrm>
          <a:custGeom xmlns:a="http://schemas.openxmlformats.org/drawingml/2006/main">
            <a:pathLst>
              <a:path w="60647" h="137382">
                <a:moveTo>
                  <a:pt x="60541" y="137382"/>
                </a:moveTo>
                <a:lnTo>
                  <a:pt x="12066" y="137382"/>
                </a:lnTo>
                <a:cubicBezTo>
                  <a:pt x="11995" y="136733"/>
                  <a:pt x="11960" y="136192"/>
                  <a:pt x="11960" y="135758"/>
                </a:cubicBezTo>
                <a:cubicBezTo>
                  <a:pt x="11960" y="134532"/>
                  <a:pt x="12207" y="133685"/>
                  <a:pt x="12701" y="133217"/>
                </a:cubicBezTo>
                <a:cubicBezTo>
                  <a:pt x="13195" y="132748"/>
                  <a:pt x="14747" y="132266"/>
                  <a:pt x="17358" y="131772"/>
                </a:cubicBezTo>
                <a:cubicBezTo>
                  <a:pt x="21450" y="130923"/>
                  <a:pt x="24767" y="129899"/>
                  <a:pt x="27307" y="128699"/>
                </a:cubicBezTo>
                <a:cubicBezTo>
                  <a:pt x="28013" y="127145"/>
                  <a:pt x="28365" y="125697"/>
                  <a:pt x="28365" y="124356"/>
                </a:cubicBezTo>
                <a:lnTo>
                  <a:pt x="28365" y="117788"/>
                </a:lnTo>
                <a:cubicBezTo>
                  <a:pt x="28365" y="117012"/>
                  <a:pt x="28471" y="113445"/>
                  <a:pt x="28683" y="107088"/>
                </a:cubicBezTo>
                <a:cubicBezTo>
                  <a:pt x="28753" y="104687"/>
                  <a:pt x="28824" y="94304"/>
                  <a:pt x="28895" y="75941"/>
                </a:cubicBezTo>
                <a:lnTo>
                  <a:pt x="29106" y="51048"/>
                </a:lnTo>
                <a:lnTo>
                  <a:pt x="28895" y="36535"/>
                </a:lnTo>
                <a:cubicBezTo>
                  <a:pt x="28895" y="34416"/>
                  <a:pt x="28965" y="27741"/>
                  <a:pt x="29106" y="16511"/>
                </a:cubicBezTo>
                <a:cubicBezTo>
                  <a:pt x="13089" y="27942"/>
                  <a:pt x="4304" y="33657"/>
                  <a:pt x="2752" y="33657"/>
                </a:cubicBezTo>
                <a:cubicBezTo>
                  <a:pt x="2187" y="33657"/>
                  <a:pt x="1588" y="33358"/>
                  <a:pt x="953" y="32758"/>
                </a:cubicBezTo>
                <a:cubicBezTo>
                  <a:pt x="318" y="32158"/>
                  <a:pt x="0" y="31576"/>
                  <a:pt x="0" y="31011"/>
                </a:cubicBezTo>
                <a:cubicBezTo>
                  <a:pt x="0" y="30306"/>
                  <a:pt x="247" y="29741"/>
                  <a:pt x="741" y="29318"/>
                </a:cubicBezTo>
                <a:cubicBezTo>
                  <a:pt x="1729" y="28401"/>
                  <a:pt x="4093" y="26884"/>
                  <a:pt x="7832" y="24767"/>
                </a:cubicBezTo>
                <a:cubicBezTo>
                  <a:pt x="8397" y="24485"/>
                  <a:pt x="10831" y="22579"/>
                  <a:pt x="15135" y="19051"/>
                </a:cubicBezTo>
                <a:cubicBezTo>
                  <a:pt x="21980" y="13336"/>
                  <a:pt x="26989" y="8855"/>
                  <a:pt x="30165" y="5610"/>
                </a:cubicBezTo>
                <a:cubicBezTo>
                  <a:pt x="33340" y="2364"/>
                  <a:pt x="35280" y="529"/>
                  <a:pt x="35986" y="106"/>
                </a:cubicBezTo>
                <a:cubicBezTo>
                  <a:pt x="37397" y="35"/>
                  <a:pt x="38491" y="0"/>
                  <a:pt x="39267" y="0"/>
                </a:cubicBezTo>
                <a:cubicBezTo>
                  <a:pt x="41102" y="0"/>
                  <a:pt x="42248" y="301"/>
                  <a:pt x="42707" y="903"/>
                </a:cubicBezTo>
                <a:cubicBezTo>
                  <a:pt x="43165" y="1503"/>
                  <a:pt x="43395" y="3677"/>
                  <a:pt x="43395" y="7425"/>
                </a:cubicBezTo>
                <a:lnTo>
                  <a:pt x="42654" y="101958"/>
                </a:lnTo>
                <a:lnTo>
                  <a:pt x="42654" y="111292"/>
                </a:lnTo>
                <a:cubicBezTo>
                  <a:pt x="42654" y="113556"/>
                  <a:pt x="42619" y="115838"/>
                  <a:pt x="42548" y="118138"/>
                </a:cubicBezTo>
                <a:cubicBezTo>
                  <a:pt x="42477" y="120436"/>
                  <a:pt x="42442" y="122115"/>
                  <a:pt x="42442" y="123176"/>
                </a:cubicBezTo>
                <a:cubicBezTo>
                  <a:pt x="42442" y="125722"/>
                  <a:pt x="42760" y="127384"/>
                  <a:pt x="43395" y="128160"/>
                </a:cubicBezTo>
                <a:cubicBezTo>
                  <a:pt x="43818" y="128656"/>
                  <a:pt x="45124" y="129294"/>
                  <a:pt x="47311" y="130072"/>
                </a:cubicBezTo>
                <a:lnTo>
                  <a:pt x="54508" y="131557"/>
                </a:lnTo>
                <a:cubicBezTo>
                  <a:pt x="57613" y="132335"/>
                  <a:pt x="59306" y="132866"/>
                  <a:pt x="59588" y="133148"/>
                </a:cubicBezTo>
                <a:cubicBezTo>
                  <a:pt x="60294" y="133768"/>
                  <a:pt x="60647" y="134731"/>
                  <a:pt x="60647" y="136039"/>
                </a:cubicBezTo>
                <a:lnTo>
                  <a:pt x="60541" y="1373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8DE8B-6BC2-42CD-AA9E-664CBB70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488547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489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D9831-5959-40CA-88FC-C336B577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488547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489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38" name="Text 2">
            <a:extLst xmlns:a="http://schemas.openxmlformats.org/drawingml/2006/main">
              <a:ext uri="{FF2B5EF4-FFF2-40B4-BE49-F238E27FC236}">
                <a16:creationId xmlns:a16="http://schemas.microsoft.com/office/drawing/2014/main" id="{A7CED02E-A7A1-4A04-A33B-7E4123EF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489" y="544704"/>
            <a:ext cx="90917" cy="137382"/>
          </a:xfrm>
          <a:custGeom xmlns:a="http://schemas.openxmlformats.org/drawingml/2006/main">
            <a:pathLst>
              <a:path w="90917" h="137382">
                <a:moveTo>
                  <a:pt x="87636" y="137382"/>
                </a:moveTo>
                <a:cubicBezTo>
                  <a:pt x="77052" y="136817"/>
                  <a:pt x="62870" y="136535"/>
                  <a:pt x="45088" y="136535"/>
                </a:cubicBezTo>
                <a:lnTo>
                  <a:pt x="22121" y="137276"/>
                </a:lnTo>
                <a:lnTo>
                  <a:pt x="11854" y="136958"/>
                </a:lnTo>
                <a:lnTo>
                  <a:pt x="3704" y="137276"/>
                </a:lnTo>
                <a:cubicBezTo>
                  <a:pt x="2858" y="137205"/>
                  <a:pt x="1623" y="137029"/>
                  <a:pt x="0" y="136746"/>
                </a:cubicBezTo>
                <a:cubicBezTo>
                  <a:pt x="1270" y="133783"/>
                  <a:pt x="2893" y="131066"/>
                  <a:pt x="4869" y="128597"/>
                </a:cubicBezTo>
                <a:cubicBezTo>
                  <a:pt x="10725" y="121393"/>
                  <a:pt x="19298" y="112107"/>
                  <a:pt x="30588" y="100737"/>
                </a:cubicBezTo>
                <a:cubicBezTo>
                  <a:pt x="46394" y="84846"/>
                  <a:pt x="56801" y="72363"/>
                  <a:pt x="61811" y="63290"/>
                </a:cubicBezTo>
                <a:cubicBezTo>
                  <a:pt x="66821" y="54214"/>
                  <a:pt x="69326" y="45685"/>
                  <a:pt x="69326" y="37703"/>
                </a:cubicBezTo>
                <a:cubicBezTo>
                  <a:pt x="69326" y="30216"/>
                  <a:pt x="66786" y="23931"/>
                  <a:pt x="61705" y="18846"/>
                </a:cubicBezTo>
                <a:cubicBezTo>
                  <a:pt x="56625" y="13762"/>
                  <a:pt x="50380" y="11219"/>
                  <a:pt x="42971" y="11219"/>
                </a:cubicBezTo>
                <a:cubicBezTo>
                  <a:pt x="38526" y="11219"/>
                  <a:pt x="34222" y="12264"/>
                  <a:pt x="30059" y="14355"/>
                </a:cubicBezTo>
                <a:cubicBezTo>
                  <a:pt x="25896" y="16443"/>
                  <a:pt x="22544" y="19080"/>
                  <a:pt x="20004" y="22266"/>
                </a:cubicBezTo>
                <a:cubicBezTo>
                  <a:pt x="18381" y="24319"/>
                  <a:pt x="16229" y="28426"/>
                  <a:pt x="13548" y="34587"/>
                </a:cubicBezTo>
                <a:cubicBezTo>
                  <a:pt x="12066" y="37987"/>
                  <a:pt x="11184" y="39828"/>
                  <a:pt x="10902" y="40110"/>
                </a:cubicBezTo>
                <a:cubicBezTo>
                  <a:pt x="10478" y="40607"/>
                  <a:pt x="9984" y="40855"/>
                  <a:pt x="9420" y="40855"/>
                </a:cubicBezTo>
                <a:cubicBezTo>
                  <a:pt x="8855" y="40855"/>
                  <a:pt x="8309" y="40555"/>
                  <a:pt x="7779" y="39955"/>
                </a:cubicBezTo>
                <a:cubicBezTo>
                  <a:pt x="7250" y="39353"/>
                  <a:pt x="6986" y="38592"/>
                  <a:pt x="6986" y="37673"/>
                </a:cubicBezTo>
                <a:cubicBezTo>
                  <a:pt x="6986" y="34489"/>
                  <a:pt x="8591" y="29395"/>
                  <a:pt x="11801" y="22392"/>
                </a:cubicBezTo>
                <a:cubicBezTo>
                  <a:pt x="15012" y="15387"/>
                  <a:pt x="19739" y="9904"/>
                  <a:pt x="25984" y="5944"/>
                </a:cubicBezTo>
                <a:cubicBezTo>
                  <a:pt x="32229" y="1981"/>
                  <a:pt x="39479" y="0"/>
                  <a:pt x="47734" y="0"/>
                </a:cubicBezTo>
                <a:cubicBezTo>
                  <a:pt x="58530" y="0"/>
                  <a:pt x="67544" y="3514"/>
                  <a:pt x="74777" y="10541"/>
                </a:cubicBezTo>
                <a:cubicBezTo>
                  <a:pt x="82009" y="17566"/>
                  <a:pt x="85625" y="25952"/>
                  <a:pt x="85625" y="35698"/>
                </a:cubicBezTo>
                <a:cubicBezTo>
                  <a:pt x="85625" y="43396"/>
                  <a:pt x="83156" y="51217"/>
                  <a:pt x="78216" y="59162"/>
                </a:cubicBezTo>
                <a:cubicBezTo>
                  <a:pt x="73277" y="67106"/>
                  <a:pt x="61917" y="79270"/>
                  <a:pt x="44136" y="95654"/>
                </a:cubicBezTo>
                <a:cubicBezTo>
                  <a:pt x="38279" y="101021"/>
                  <a:pt x="34116" y="104975"/>
                  <a:pt x="31646" y="107518"/>
                </a:cubicBezTo>
                <a:cubicBezTo>
                  <a:pt x="29177" y="110060"/>
                  <a:pt x="24202" y="115569"/>
                  <a:pt x="16723" y="124046"/>
                </a:cubicBezTo>
                <a:cubicBezTo>
                  <a:pt x="27519" y="124469"/>
                  <a:pt x="37327" y="124681"/>
                  <a:pt x="46147" y="124681"/>
                </a:cubicBezTo>
                <a:cubicBezTo>
                  <a:pt x="48052" y="124681"/>
                  <a:pt x="50133" y="124610"/>
                  <a:pt x="52391" y="124469"/>
                </a:cubicBezTo>
                <a:cubicBezTo>
                  <a:pt x="56554" y="124328"/>
                  <a:pt x="58989" y="124257"/>
                  <a:pt x="59694" y="124257"/>
                </a:cubicBezTo>
                <a:lnTo>
                  <a:pt x="74406" y="124575"/>
                </a:lnTo>
                <a:cubicBezTo>
                  <a:pt x="76029" y="124575"/>
                  <a:pt x="77687" y="123794"/>
                  <a:pt x="79381" y="122233"/>
                </a:cubicBezTo>
                <a:cubicBezTo>
                  <a:pt x="81074" y="120670"/>
                  <a:pt x="83367" y="116264"/>
                  <a:pt x="86260" y="109016"/>
                </a:cubicBezTo>
                <a:lnTo>
                  <a:pt x="88801" y="108910"/>
                </a:lnTo>
                <a:cubicBezTo>
                  <a:pt x="89153" y="108910"/>
                  <a:pt x="89683" y="108946"/>
                  <a:pt x="90388" y="109016"/>
                </a:cubicBezTo>
                <a:cubicBezTo>
                  <a:pt x="90741" y="109726"/>
                  <a:pt x="90917" y="110260"/>
                  <a:pt x="90917" y="110617"/>
                </a:cubicBezTo>
                <a:lnTo>
                  <a:pt x="90706" y="111470"/>
                </a:lnTo>
                <a:cubicBezTo>
                  <a:pt x="90141" y="113532"/>
                  <a:pt x="89647" y="117299"/>
                  <a:pt x="89224" y="122772"/>
                </a:cubicBezTo>
                <a:cubicBezTo>
                  <a:pt x="88942" y="125972"/>
                  <a:pt x="88412" y="130841"/>
                  <a:pt x="87636" y="1373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538D9-7C66-41CF-8554-DD0DE763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03" y="380162"/>
            <a:ext cx="10" cy="56207"/>
          </a:xfrm>
          <a:custGeom xmlns:a="http://schemas.openxmlformats.org/drawingml/2006/main">
            <a:pathLst>
              <a:path w="1" h="56207" fill="none">
                <a:moveTo>
                  <a:pt x="0" y="0"/>
                </a:moveTo>
                <a:lnTo>
                  <a:pt x="0" y="56207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92E33-43C9-483E-A0E4-8B8C674D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424767"/>
            <a:ext cx="46434" cy="46434"/>
          </a:xfrm>
          <a:custGeom xmlns:a="http://schemas.openxmlformats.org/drawingml/2006/main">
            <a:pathLst>
              <a:path w="46434" h="46434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354B9-4152-4CD4-A552-3734D775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424767"/>
            <a:ext cx="46434" cy="46434"/>
          </a:xfrm>
          <a:custGeom xmlns:a="http://schemas.openxmlformats.org/drawingml/2006/main">
            <a:pathLst>
              <a:path w="46434" h="46434" fill="none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BD80C-9BB6-4763-962C-03659BD3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90" y="356930"/>
            <a:ext cx="41977" cy="187738"/>
          </a:xfrm>
          <a:custGeom xmlns:a="http://schemas.openxmlformats.org/drawingml/2006/main">
            <a:pathLst>
              <a:path w="41977" h="187738">
                <a:moveTo>
                  <a:pt x="41977" y="184366"/>
                </a:moveTo>
                <a:cubicBezTo>
                  <a:pt x="41862" y="185252"/>
                  <a:pt x="41491" y="185995"/>
                  <a:pt x="40862" y="186623"/>
                </a:cubicBezTo>
                <a:cubicBezTo>
                  <a:pt x="40234" y="187252"/>
                  <a:pt x="39376" y="187623"/>
                  <a:pt x="38233" y="187738"/>
                </a:cubicBezTo>
                <a:cubicBezTo>
                  <a:pt x="36976" y="187738"/>
                  <a:pt x="35919" y="187109"/>
                  <a:pt x="35062" y="185880"/>
                </a:cubicBezTo>
                <a:cubicBezTo>
                  <a:pt x="34661" y="184995"/>
                  <a:pt x="28775" y="169593"/>
                  <a:pt x="17402" y="139675"/>
                </a:cubicBezTo>
                <a:cubicBezTo>
                  <a:pt x="6001" y="109785"/>
                  <a:pt x="257" y="94498"/>
                  <a:pt x="114" y="93897"/>
                </a:cubicBezTo>
                <a:cubicBezTo>
                  <a:pt x="0" y="93269"/>
                  <a:pt x="5686" y="77981"/>
                  <a:pt x="17202" y="48063"/>
                </a:cubicBezTo>
                <a:cubicBezTo>
                  <a:pt x="28718" y="18174"/>
                  <a:pt x="34661" y="2772"/>
                  <a:pt x="35062" y="1886"/>
                </a:cubicBezTo>
                <a:cubicBezTo>
                  <a:pt x="35404" y="1257"/>
                  <a:pt x="36033" y="714"/>
                  <a:pt x="36919" y="200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43"/>
                  <a:pt x="41977" y="3400"/>
                </a:cubicBezTo>
                <a:cubicBezTo>
                  <a:pt x="41977" y="4029"/>
                  <a:pt x="36347" y="19231"/>
                  <a:pt x="25089" y="49006"/>
                </a:cubicBezTo>
                <a:cubicBezTo>
                  <a:pt x="13716" y="78667"/>
                  <a:pt x="8001" y="93640"/>
                  <a:pt x="8001" y="93897"/>
                </a:cubicBezTo>
                <a:cubicBezTo>
                  <a:pt x="8001" y="94126"/>
                  <a:pt x="13716" y="109099"/>
                  <a:pt x="25089" y="138732"/>
                </a:cubicBezTo>
                <a:cubicBezTo>
                  <a:pt x="36347" y="168535"/>
                  <a:pt x="41977" y="183737"/>
                  <a:pt x="41977" y="184366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7A311-39E2-49BB-B8D9-AF7CBA2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90" y="356930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41977" y="184366"/>
                </a:moveTo>
                <a:cubicBezTo>
                  <a:pt x="41862" y="185252"/>
                  <a:pt x="41491" y="185995"/>
                  <a:pt x="40862" y="186623"/>
                </a:cubicBezTo>
                <a:cubicBezTo>
                  <a:pt x="40234" y="187252"/>
                  <a:pt x="39376" y="187623"/>
                  <a:pt x="38233" y="187738"/>
                </a:cubicBezTo>
                <a:cubicBezTo>
                  <a:pt x="36976" y="187738"/>
                  <a:pt x="35919" y="187109"/>
                  <a:pt x="35062" y="185880"/>
                </a:cubicBezTo>
                <a:cubicBezTo>
                  <a:pt x="34661" y="184995"/>
                  <a:pt x="28775" y="169593"/>
                  <a:pt x="17402" y="139675"/>
                </a:cubicBezTo>
                <a:cubicBezTo>
                  <a:pt x="6001" y="109785"/>
                  <a:pt x="257" y="94498"/>
                  <a:pt x="114" y="93897"/>
                </a:cubicBezTo>
                <a:cubicBezTo>
                  <a:pt x="0" y="93269"/>
                  <a:pt x="5686" y="77981"/>
                  <a:pt x="17202" y="48063"/>
                </a:cubicBezTo>
                <a:cubicBezTo>
                  <a:pt x="28718" y="18174"/>
                  <a:pt x="34661" y="2772"/>
                  <a:pt x="35062" y="1886"/>
                </a:cubicBezTo>
                <a:cubicBezTo>
                  <a:pt x="35404" y="1257"/>
                  <a:pt x="36033" y="714"/>
                  <a:pt x="36919" y="200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43"/>
                  <a:pt x="41977" y="3400"/>
                </a:cubicBezTo>
                <a:cubicBezTo>
                  <a:pt x="41977" y="4029"/>
                  <a:pt x="36347" y="19231"/>
                  <a:pt x="25089" y="49006"/>
                </a:cubicBezTo>
                <a:cubicBezTo>
                  <a:pt x="13716" y="78667"/>
                  <a:pt x="8001" y="93640"/>
                  <a:pt x="8001" y="93897"/>
                </a:cubicBezTo>
                <a:cubicBezTo>
                  <a:pt x="8001" y="94126"/>
                  <a:pt x="13716" y="109099"/>
                  <a:pt x="25089" y="138732"/>
                </a:cubicBezTo>
                <a:cubicBezTo>
                  <a:pt x="36347" y="168535"/>
                  <a:pt x="41977" y="183737"/>
                  <a:pt x="41977" y="1843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04CFD-B201-4D9E-8847-2F4C4C24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5926" y="370646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72" y="45063"/>
                </a:moveTo>
                <a:cubicBezTo>
                  <a:pt x="1200" y="45063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29" y="26660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99" y="0"/>
                </a:lnTo>
                <a:lnTo>
                  <a:pt x="119786" y="0"/>
                </a:lnTo>
                <a:cubicBezTo>
                  <a:pt x="123787" y="0"/>
                  <a:pt x="126159" y="57"/>
                  <a:pt x="126930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44" y="23289"/>
                </a:cubicBezTo>
                <a:cubicBezTo>
                  <a:pt x="122930" y="36805"/>
                  <a:pt x="121730" y="43634"/>
                  <a:pt x="121472" y="43748"/>
                </a:cubicBezTo>
                <a:cubicBezTo>
                  <a:pt x="121472" y="44606"/>
                  <a:pt x="120272" y="45063"/>
                  <a:pt x="117900" y="45063"/>
                </a:cubicBezTo>
                <a:cubicBezTo>
                  <a:pt x="116786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48"/>
                </a:lnTo>
                <a:cubicBezTo>
                  <a:pt x="114157" y="42805"/>
                  <a:pt x="114529" y="39976"/>
                  <a:pt x="115272" y="35119"/>
                </a:cubicBezTo>
                <a:cubicBezTo>
                  <a:pt x="116015" y="30232"/>
                  <a:pt x="116415" y="26403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01"/>
                </a:cubicBezTo>
                <a:cubicBezTo>
                  <a:pt x="103013" y="8887"/>
                  <a:pt x="99384" y="8773"/>
                  <a:pt x="92754" y="8630"/>
                </a:cubicBezTo>
                <a:cubicBezTo>
                  <a:pt x="86982" y="8630"/>
                  <a:pt x="83382" y="8687"/>
                  <a:pt x="81867" y="8830"/>
                </a:cubicBezTo>
                <a:cubicBezTo>
                  <a:pt x="80353" y="8944"/>
                  <a:pt x="79238" y="9458"/>
                  <a:pt x="78467" y="10316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378" y="97498"/>
                  <a:pt x="52007" y="115214"/>
                  <a:pt x="52007" y="115843"/>
                </a:cubicBezTo>
                <a:cubicBezTo>
                  <a:pt x="52007" y="117329"/>
                  <a:pt x="57521" y="118215"/>
                  <a:pt x="68523" y="118472"/>
                </a:cubicBezTo>
                <a:cubicBezTo>
                  <a:pt x="72552" y="118472"/>
                  <a:pt x="75095" y="118529"/>
                  <a:pt x="76238" y="118643"/>
                </a:cubicBezTo>
                <a:cubicBezTo>
                  <a:pt x="77353" y="118786"/>
                  <a:pt x="77924" y="119329"/>
                  <a:pt x="77924" y="120329"/>
                </a:cubicBezTo>
                <a:cubicBezTo>
                  <a:pt x="77924" y="120958"/>
                  <a:pt x="77724" y="121844"/>
                  <a:pt x="77353" y="122958"/>
                </a:cubicBezTo>
                <a:cubicBezTo>
                  <a:pt x="76867" y="125216"/>
                  <a:pt x="76295" y="126530"/>
                  <a:pt x="75667" y="126902"/>
                </a:cubicBezTo>
                <a:lnTo>
                  <a:pt x="75295" y="127102"/>
                </a:lnTo>
                <a:cubicBezTo>
                  <a:pt x="74924" y="127102"/>
                  <a:pt x="74495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22" y="126787"/>
                  <a:pt x="49892" y="126730"/>
                  <a:pt x="38862" y="126730"/>
                </a:cubicBezTo>
                <a:cubicBezTo>
                  <a:pt x="22717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16"/>
                  <a:pt x="4258" y="123901"/>
                  <a:pt x="4515" y="122015"/>
                </a:cubicBezTo>
                <a:cubicBezTo>
                  <a:pt x="5029" y="120386"/>
                  <a:pt x="5658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57"/>
                </a:cubicBezTo>
                <a:cubicBezTo>
                  <a:pt x="31690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804" y="112843"/>
                </a:cubicBezTo>
                <a:cubicBezTo>
                  <a:pt x="34433" y="110700"/>
                  <a:pt x="36947" y="100870"/>
                  <a:pt x="41319" y="83353"/>
                </a:cubicBezTo>
                <a:cubicBezTo>
                  <a:pt x="43434" y="74838"/>
                  <a:pt x="45206" y="67894"/>
                  <a:pt x="46577" y="62522"/>
                </a:cubicBezTo>
                <a:cubicBezTo>
                  <a:pt x="55321" y="28089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44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87" y="28804"/>
                  <a:pt x="8658" y="39433"/>
                </a:cubicBezTo>
                <a:cubicBezTo>
                  <a:pt x="7772" y="42177"/>
                  <a:pt x="7144" y="43805"/>
                  <a:pt x="6772" y="44291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8AF36-A0AB-4633-A0E3-26F3FB88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5926" y="370646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72" y="45063"/>
                </a:moveTo>
                <a:cubicBezTo>
                  <a:pt x="1200" y="45063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29" y="26660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99" y="0"/>
                </a:lnTo>
                <a:lnTo>
                  <a:pt x="119786" y="0"/>
                </a:lnTo>
                <a:cubicBezTo>
                  <a:pt x="123787" y="0"/>
                  <a:pt x="126159" y="57"/>
                  <a:pt x="126930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44" y="23289"/>
                </a:cubicBezTo>
                <a:cubicBezTo>
                  <a:pt x="122930" y="36805"/>
                  <a:pt x="121730" y="43634"/>
                  <a:pt x="121472" y="43748"/>
                </a:cubicBezTo>
                <a:cubicBezTo>
                  <a:pt x="121472" y="44606"/>
                  <a:pt x="120272" y="45063"/>
                  <a:pt x="117900" y="45063"/>
                </a:cubicBezTo>
                <a:cubicBezTo>
                  <a:pt x="116786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48"/>
                </a:lnTo>
                <a:cubicBezTo>
                  <a:pt x="114157" y="42805"/>
                  <a:pt x="114529" y="39976"/>
                  <a:pt x="115272" y="35119"/>
                </a:cubicBezTo>
                <a:cubicBezTo>
                  <a:pt x="116015" y="30232"/>
                  <a:pt x="116415" y="26403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01"/>
                </a:cubicBezTo>
                <a:cubicBezTo>
                  <a:pt x="103013" y="8887"/>
                  <a:pt x="99384" y="8773"/>
                  <a:pt x="92754" y="8630"/>
                </a:cubicBezTo>
                <a:cubicBezTo>
                  <a:pt x="86982" y="8630"/>
                  <a:pt x="83382" y="8687"/>
                  <a:pt x="81867" y="8830"/>
                </a:cubicBezTo>
                <a:cubicBezTo>
                  <a:pt x="80353" y="8944"/>
                  <a:pt x="79238" y="9458"/>
                  <a:pt x="78467" y="10316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378" y="97498"/>
                  <a:pt x="52007" y="115214"/>
                  <a:pt x="52007" y="115843"/>
                </a:cubicBezTo>
                <a:cubicBezTo>
                  <a:pt x="52007" y="117329"/>
                  <a:pt x="57521" y="118215"/>
                  <a:pt x="68523" y="118472"/>
                </a:cubicBezTo>
                <a:cubicBezTo>
                  <a:pt x="72552" y="118472"/>
                  <a:pt x="75095" y="118529"/>
                  <a:pt x="76238" y="118643"/>
                </a:cubicBezTo>
                <a:cubicBezTo>
                  <a:pt x="77353" y="118786"/>
                  <a:pt x="77924" y="119329"/>
                  <a:pt x="77924" y="120329"/>
                </a:cubicBezTo>
                <a:cubicBezTo>
                  <a:pt x="77924" y="120958"/>
                  <a:pt x="77724" y="121844"/>
                  <a:pt x="77353" y="122958"/>
                </a:cubicBezTo>
                <a:cubicBezTo>
                  <a:pt x="76867" y="125216"/>
                  <a:pt x="76295" y="126530"/>
                  <a:pt x="75667" y="126902"/>
                </a:cubicBezTo>
                <a:lnTo>
                  <a:pt x="75295" y="127102"/>
                </a:lnTo>
                <a:cubicBezTo>
                  <a:pt x="74924" y="127102"/>
                  <a:pt x="74495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22" y="126787"/>
                  <a:pt x="49892" y="126730"/>
                  <a:pt x="38862" y="126730"/>
                </a:cubicBezTo>
                <a:cubicBezTo>
                  <a:pt x="22717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16"/>
                  <a:pt x="4258" y="123901"/>
                  <a:pt x="4515" y="122015"/>
                </a:cubicBezTo>
                <a:cubicBezTo>
                  <a:pt x="5029" y="120386"/>
                  <a:pt x="5658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57"/>
                </a:cubicBezTo>
                <a:cubicBezTo>
                  <a:pt x="31690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804" y="112843"/>
                </a:cubicBezTo>
                <a:cubicBezTo>
                  <a:pt x="34433" y="110700"/>
                  <a:pt x="36947" y="100870"/>
                  <a:pt x="41319" y="83353"/>
                </a:cubicBezTo>
                <a:cubicBezTo>
                  <a:pt x="43434" y="74838"/>
                  <a:pt x="45206" y="67894"/>
                  <a:pt x="46577" y="62522"/>
                </a:cubicBezTo>
                <a:cubicBezTo>
                  <a:pt x="55321" y="28089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44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87" y="28804"/>
                  <a:pt x="8658" y="39433"/>
                </a:cubicBezTo>
                <a:cubicBezTo>
                  <a:pt x="7772" y="42177"/>
                  <a:pt x="7144" y="43805"/>
                  <a:pt x="6772" y="44291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07A65-D5BE-4045-935B-456331D7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2997" y="437512"/>
            <a:ext cx="55893" cy="91326"/>
          </a:xfrm>
          <a:custGeom xmlns:a="http://schemas.openxmlformats.org/drawingml/2006/main">
            <a:pathLst>
              <a:path w="55893" h="91326">
                <a:moveTo>
                  <a:pt x="7572" y="10744"/>
                </a:moveTo>
                <a:cubicBezTo>
                  <a:pt x="12516" y="3572"/>
                  <a:pt x="19288" y="0"/>
                  <a:pt x="27889" y="0"/>
                </a:cubicBezTo>
                <a:cubicBezTo>
                  <a:pt x="32118" y="0"/>
                  <a:pt x="36376" y="1143"/>
                  <a:pt x="40605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35" y="23003"/>
                  <a:pt x="55893" y="33090"/>
                  <a:pt x="55893" y="45920"/>
                </a:cubicBezTo>
                <a:cubicBezTo>
                  <a:pt x="55893" y="59636"/>
                  <a:pt x="53978" y="70123"/>
                  <a:pt x="50178" y="77381"/>
                </a:cubicBezTo>
                <a:cubicBezTo>
                  <a:pt x="48406" y="81096"/>
                  <a:pt x="45977" y="84068"/>
                  <a:pt x="42862" y="86268"/>
                </a:cubicBezTo>
                <a:cubicBezTo>
                  <a:pt x="39776" y="88468"/>
                  <a:pt x="37062" y="89840"/>
                  <a:pt x="34776" y="90383"/>
                </a:cubicBezTo>
                <a:cubicBezTo>
                  <a:pt x="32490" y="90926"/>
                  <a:pt x="30232" y="91240"/>
                  <a:pt x="28004" y="91326"/>
                </a:cubicBezTo>
                <a:cubicBezTo>
                  <a:pt x="25717" y="91326"/>
                  <a:pt x="23403" y="91040"/>
                  <a:pt x="21088" y="90526"/>
                </a:cubicBezTo>
                <a:cubicBezTo>
                  <a:pt x="18802" y="89983"/>
                  <a:pt x="16088" y="88583"/>
                  <a:pt x="13002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33" y="9144"/>
                </a:moveTo>
                <a:cubicBezTo>
                  <a:pt x="34776" y="6315"/>
                  <a:pt x="31633" y="4915"/>
                  <a:pt x="28004" y="4915"/>
                </a:cubicBezTo>
                <a:cubicBezTo>
                  <a:pt x="24289" y="4915"/>
                  <a:pt x="21088" y="6315"/>
                  <a:pt x="18459" y="9144"/>
                </a:cubicBezTo>
                <a:cubicBezTo>
                  <a:pt x="16231" y="11459"/>
                  <a:pt x="14773" y="14630"/>
                  <a:pt x="14059" y="18717"/>
                </a:cubicBezTo>
                <a:cubicBezTo>
                  <a:pt x="13373" y="22774"/>
                  <a:pt x="13002" y="31261"/>
                  <a:pt x="13002" y="44177"/>
                </a:cubicBezTo>
                <a:cubicBezTo>
                  <a:pt x="13002" y="58179"/>
                  <a:pt x="13373" y="67380"/>
                  <a:pt x="14059" y="71809"/>
                </a:cubicBezTo>
                <a:cubicBezTo>
                  <a:pt x="14773" y="76238"/>
                  <a:pt x="16373" y="79724"/>
                  <a:pt x="18860" y="82296"/>
                </a:cubicBezTo>
                <a:cubicBezTo>
                  <a:pt x="21317" y="84953"/>
                  <a:pt x="24374" y="86268"/>
                  <a:pt x="28004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205" y="75924"/>
                  <a:pt x="41805" y="71123"/>
                </a:cubicBezTo>
                <a:cubicBezTo>
                  <a:pt x="42434" y="66351"/>
                  <a:pt x="42777" y="57379"/>
                  <a:pt x="42862" y="44177"/>
                </a:cubicBezTo>
                <a:cubicBezTo>
                  <a:pt x="42862" y="31375"/>
                  <a:pt x="42520" y="22917"/>
                  <a:pt x="41805" y="18831"/>
                </a:cubicBezTo>
                <a:cubicBezTo>
                  <a:pt x="41091" y="14773"/>
                  <a:pt x="39634" y="11544"/>
                  <a:pt x="37433" y="9144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E853A-0744-48EC-AAC2-7D34A805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2997" y="437512"/>
            <a:ext cx="55893" cy="91326"/>
          </a:xfrm>
          <a:custGeom xmlns:a="http://schemas.openxmlformats.org/drawingml/2006/main">
            <a:pathLst>
              <a:path w="55893" h="91326" fill="none">
                <a:moveTo>
                  <a:pt x="7572" y="10744"/>
                </a:moveTo>
                <a:cubicBezTo>
                  <a:pt x="12516" y="3572"/>
                  <a:pt x="19288" y="0"/>
                  <a:pt x="27889" y="0"/>
                </a:cubicBezTo>
                <a:cubicBezTo>
                  <a:pt x="32118" y="0"/>
                  <a:pt x="36376" y="1143"/>
                  <a:pt x="40605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35" y="23003"/>
                  <a:pt x="55893" y="33090"/>
                  <a:pt x="55893" y="45920"/>
                </a:cubicBezTo>
                <a:cubicBezTo>
                  <a:pt x="55893" y="59636"/>
                  <a:pt x="53978" y="70123"/>
                  <a:pt x="50178" y="77381"/>
                </a:cubicBezTo>
                <a:cubicBezTo>
                  <a:pt x="48406" y="81096"/>
                  <a:pt x="45977" y="84068"/>
                  <a:pt x="42862" y="86268"/>
                </a:cubicBezTo>
                <a:cubicBezTo>
                  <a:pt x="39776" y="88468"/>
                  <a:pt x="37062" y="89840"/>
                  <a:pt x="34776" y="90383"/>
                </a:cubicBezTo>
                <a:cubicBezTo>
                  <a:pt x="32490" y="90926"/>
                  <a:pt x="30232" y="91240"/>
                  <a:pt x="28004" y="91326"/>
                </a:cubicBezTo>
                <a:cubicBezTo>
                  <a:pt x="25717" y="91326"/>
                  <a:pt x="23403" y="91040"/>
                  <a:pt x="21088" y="90526"/>
                </a:cubicBezTo>
                <a:cubicBezTo>
                  <a:pt x="18802" y="89983"/>
                  <a:pt x="16088" y="88583"/>
                  <a:pt x="13002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33" y="9144"/>
                </a:moveTo>
                <a:cubicBezTo>
                  <a:pt x="34776" y="6315"/>
                  <a:pt x="31633" y="4915"/>
                  <a:pt x="28004" y="4915"/>
                </a:cubicBezTo>
                <a:cubicBezTo>
                  <a:pt x="24289" y="4915"/>
                  <a:pt x="21088" y="6315"/>
                  <a:pt x="18459" y="9144"/>
                </a:cubicBezTo>
                <a:cubicBezTo>
                  <a:pt x="16231" y="11459"/>
                  <a:pt x="14773" y="14630"/>
                  <a:pt x="14059" y="18717"/>
                </a:cubicBezTo>
                <a:cubicBezTo>
                  <a:pt x="13373" y="22774"/>
                  <a:pt x="13002" y="31261"/>
                  <a:pt x="13002" y="44177"/>
                </a:cubicBezTo>
                <a:cubicBezTo>
                  <a:pt x="13002" y="58179"/>
                  <a:pt x="13373" y="67380"/>
                  <a:pt x="14059" y="71809"/>
                </a:cubicBezTo>
                <a:cubicBezTo>
                  <a:pt x="14773" y="76238"/>
                  <a:pt x="16373" y="79724"/>
                  <a:pt x="18860" y="82296"/>
                </a:cubicBezTo>
                <a:cubicBezTo>
                  <a:pt x="21317" y="84953"/>
                  <a:pt x="24374" y="86268"/>
                  <a:pt x="28004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205" y="75924"/>
                  <a:pt x="41805" y="71123"/>
                </a:cubicBezTo>
                <a:cubicBezTo>
                  <a:pt x="42434" y="66351"/>
                  <a:pt x="42777" y="57379"/>
                  <a:pt x="42862" y="44177"/>
                </a:cubicBezTo>
                <a:cubicBezTo>
                  <a:pt x="42862" y="31375"/>
                  <a:pt x="42520" y="22917"/>
                  <a:pt x="41805" y="18831"/>
                </a:cubicBezTo>
                <a:cubicBezTo>
                  <a:pt x="41091" y="14773"/>
                  <a:pt x="39634" y="11544"/>
                  <a:pt x="37433" y="9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B6DAD-779D-442D-BE1A-397A306B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37" y="475031"/>
            <a:ext cx="24775" cy="59265"/>
          </a:xfrm>
          <a:custGeom xmlns:a="http://schemas.openxmlformats.org/drawingml/2006/main">
            <a:pathLst>
              <a:path w="24775" h="59265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573" y="0"/>
                  <a:pt x="17717" y="1572"/>
                  <a:pt x="20460" y="4686"/>
                </a:cubicBezTo>
                <a:cubicBezTo>
                  <a:pt x="23231" y="7830"/>
                  <a:pt x="24660" y="13316"/>
                  <a:pt x="24775" y="21203"/>
                </a:cubicBezTo>
                <a:cubicBezTo>
                  <a:pt x="24775" y="25603"/>
                  <a:pt x="24232" y="29832"/>
                  <a:pt x="23089" y="33976"/>
                </a:cubicBezTo>
                <a:cubicBezTo>
                  <a:pt x="21974" y="38090"/>
                  <a:pt x="20660" y="41662"/>
                  <a:pt x="19145" y="44663"/>
                </a:cubicBezTo>
                <a:cubicBezTo>
                  <a:pt x="17659" y="47692"/>
                  <a:pt x="16031" y="50235"/>
                  <a:pt x="14259" y="52378"/>
                </a:cubicBezTo>
                <a:cubicBezTo>
                  <a:pt x="12516" y="54493"/>
                  <a:pt x="11030" y="56207"/>
                  <a:pt x="9744" y="57436"/>
                </a:cubicBezTo>
                <a:cubicBezTo>
                  <a:pt x="8515" y="58693"/>
                  <a:pt x="7687" y="59265"/>
                  <a:pt x="7315" y="59122"/>
                </a:cubicBezTo>
                <a:cubicBezTo>
                  <a:pt x="6829" y="59122"/>
                  <a:pt x="6001" y="58579"/>
                  <a:pt x="4886" y="57436"/>
                </a:cubicBezTo>
                <a:cubicBezTo>
                  <a:pt x="3743" y="56321"/>
                  <a:pt x="3200" y="55493"/>
                  <a:pt x="3200" y="55007"/>
                </a:cubicBezTo>
                <a:cubicBezTo>
                  <a:pt x="3200" y="54493"/>
                  <a:pt x="3886" y="53492"/>
                  <a:pt x="5258" y="52007"/>
                </a:cubicBezTo>
                <a:cubicBezTo>
                  <a:pt x="6629" y="50492"/>
                  <a:pt x="8201" y="48606"/>
                  <a:pt x="9944" y="46349"/>
                </a:cubicBezTo>
                <a:cubicBezTo>
                  <a:pt x="11687" y="44120"/>
                  <a:pt x="13316" y="40977"/>
                  <a:pt x="14830" y="36976"/>
                </a:cubicBezTo>
                <a:cubicBezTo>
                  <a:pt x="16345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46"/>
                  <a:pt x="17088" y="21460"/>
                  <a:pt x="16716" y="21574"/>
                </a:cubicBezTo>
                <a:cubicBezTo>
                  <a:pt x="16345" y="21717"/>
                  <a:pt x="15973" y="21888"/>
                  <a:pt x="15573" y="22146"/>
                </a:cubicBezTo>
                <a:cubicBezTo>
                  <a:pt x="15202" y="22403"/>
                  <a:pt x="14659" y="22517"/>
                  <a:pt x="13887" y="22517"/>
                </a:cubicBezTo>
                <a:cubicBezTo>
                  <a:pt x="13145" y="22517"/>
                  <a:pt x="12402" y="22574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6FA9D-33D8-421C-A3A5-BBBB1A9E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37" y="475031"/>
            <a:ext cx="24775" cy="59265"/>
          </a:xfrm>
          <a:custGeom xmlns:a="http://schemas.openxmlformats.org/drawingml/2006/main">
            <a:pathLst>
              <a:path w="24775" h="59265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573" y="0"/>
                  <a:pt x="17717" y="1572"/>
                  <a:pt x="20460" y="4686"/>
                </a:cubicBezTo>
                <a:cubicBezTo>
                  <a:pt x="23231" y="7830"/>
                  <a:pt x="24660" y="13316"/>
                  <a:pt x="24775" y="21203"/>
                </a:cubicBezTo>
                <a:cubicBezTo>
                  <a:pt x="24775" y="25603"/>
                  <a:pt x="24232" y="29832"/>
                  <a:pt x="23089" y="33976"/>
                </a:cubicBezTo>
                <a:cubicBezTo>
                  <a:pt x="21974" y="38090"/>
                  <a:pt x="20660" y="41662"/>
                  <a:pt x="19145" y="44663"/>
                </a:cubicBezTo>
                <a:cubicBezTo>
                  <a:pt x="17659" y="47692"/>
                  <a:pt x="16031" y="50235"/>
                  <a:pt x="14259" y="52378"/>
                </a:cubicBezTo>
                <a:cubicBezTo>
                  <a:pt x="12516" y="54493"/>
                  <a:pt x="11030" y="56207"/>
                  <a:pt x="9744" y="57436"/>
                </a:cubicBezTo>
                <a:cubicBezTo>
                  <a:pt x="8515" y="58693"/>
                  <a:pt x="7687" y="59265"/>
                  <a:pt x="7315" y="59122"/>
                </a:cubicBezTo>
                <a:cubicBezTo>
                  <a:pt x="6829" y="59122"/>
                  <a:pt x="6001" y="58579"/>
                  <a:pt x="4886" y="57436"/>
                </a:cubicBezTo>
                <a:cubicBezTo>
                  <a:pt x="3743" y="56321"/>
                  <a:pt x="3200" y="55493"/>
                  <a:pt x="3200" y="55007"/>
                </a:cubicBezTo>
                <a:cubicBezTo>
                  <a:pt x="3200" y="54493"/>
                  <a:pt x="3886" y="53492"/>
                  <a:pt x="5258" y="52007"/>
                </a:cubicBezTo>
                <a:cubicBezTo>
                  <a:pt x="6629" y="50492"/>
                  <a:pt x="8201" y="48606"/>
                  <a:pt x="9944" y="46349"/>
                </a:cubicBezTo>
                <a:cubicBezTo>
                  <a:pt x="11687" y="44120"/>
                  <a:pt x="13316" y="40977"/>
                  <a:pt x="14830" y="36976"/>
                </a:cubicBezTo>
                <a:cubicBezTo>
                  <a:pt x="16345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46"/>
                  <a:pt x="17088" y="21460"/>
                  <a:pt x="16716" y="21574"/>
                </a:cubicBezTo>
                <a:cubicBezTo>
                  <a:pt x="16345" y="21717"/>
                  <a:pt x="15973" y="21888"/>
                  <a:pt x="15573" y="22146"/>
                </a:cubicBezTo>
                <a:cubicBezTo>
                  <a:pt x="15202" y="22403"/>
                  <a:pt x="14659" y="22517"/>
                  <a:pt x="13887" y="22517"/>
                </a:cubicBezTo>
                <a:cubicBezTo>
                  <a:pt x="13145" y="22517"/>
                  <a:pt x="12402" y="22574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0207C-46D9-4A7B-B27B-2AF15353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389" y="372332"/>
            <a:ext cx="125387" cy="125416"/>
          </a:xfrm>
          <a:custGeom xmlns:a="http://schemas.openxmlformats.org/drawingml/2006/main">
            <a:pathLst>
              <a:path w="125387" h="125416">
                <a:moveTo>
                  <a:pt x="0" y="4886"/>
                </a:moveTo>
                <a:cubicBezTo>
                  <a:pt x="0" y="4886"/>
                  <a:pt x="0" y="4515"/>
                  <a:pt x="0" y="3772"/>
                </a:cubicBezTo>
                <a:cubicBezTo>
                  <a:pt x="0" y="3029"/>
                  <a:pt x="257" y="2315"/>
                  <a:pt x="743" y="1686"/>
                </a:cubicBezTo>
                <a:cubicBezTo>
                  <a:pt x="1257" y="1086"/>
                  <a:pt x="1686" y="629"/>
                  <a:pt x="2057" y="371"/>
                </a:cubicBezTo>
                <a:cubicBezTo>
                  <a:pt x="2429" y="143"/>
                  <a:pt x="2743" y="0"/>
                  <a:pt x="3000" y="0"/>
                </a:cubicBezTo>
                <a:lnTo>
                  <a:pt x="122587" y="0"/>
                </a:lnTo>
                <a:cubicBezTo>
                  <a:pt x="124444" y="1000"/>
                  <a:pt x="125387" y="2257"/>
                  <a:pt x="125387" y="3772"/>
                </a:cubicBezTo>
                <a:cubicBezTo>
                  <a:pt x="125387" y="5258"/>
                  <a:pt x="124444" y="6515"/>
                  <a:pt x="122587" y="7515"/>
                </a:cubicBezTo>
                <a:lnTo>
                  <a:pt x="66437" y="7515"/>
                </a:lnTo>
                <a:lnTo>
                  <a:pt x="66437" y="122587"/>
                </a:lnTo>
                <a:cubicBezTo>
                  <a:pt x="65580" y="124216"/>
                  <a:pt x="64437" y="125158"/>
                  <a:pt x="63065" y="125416"/>
                </a:cubicBezTo>
                <a:cubicBezTo>
                  <a:pt x="62579" y="125416"/>
                  <a:pt x="62151" y="125359"/>
                  <a:pt x="61751" y="125216"/>
                </a:cubicBezTo>
                <a:cubicBezTo>
                  <a:pt x="61379" y="125101"/>
                  <a:pt x="61065" y="124987"/>
                  <a:pt x="60808" y="124844"/>
                </a:cubicBezTo>
                <a:cubicBezTo>
                  <a:pt x="60550" y="124730"/>
                  <a:pt x="60322" y="124530"/>
                  <a:pt x="60065" y="124273"/>
                </a:cubicBezTo>
                <a:cubicBezTo>
                  <a:pt x="59807" y="124044"/>
                  <a:pt x="59693" y="123844"/>
                  <a:pt x="59693" y="123730"/>
                </a:cubicBezTo>
                <a:cubicBezTo>
                  <a:pt x="59693" y="123587"/>
                  <a:pt x="59579" y="123330"/>
                  <a:pt x="59322" y="122987"/>
                </a:cubicBezTo>
                <a:cubicBezTo>
                  <a:pt x="59065" y="122587"/>
                  <a:pt x="58950" y="122415"/>
                  <a:pt x="58950" y="122415"/>
                </a:cubicBezTo>
                <a:lnTo>
                  <a:pt x="58950" y="7515"/>
                </a:lnTo>
                <a:lnTo>
                  <a:pt x="3000" y="7515"/>
                </a:lnTo>
                <a:cubicBezTo>
                  <a:pt x="2858" y="7515"/>
                  <a:pt x="2629" y="7401"/>
                  <a:pt x="2229" y="7144"/>
                </a:cubicBezTo>
                <a:cubicBezTo>
                  <a:pt x="1886" y="6887"/>
                  <a:pt x="1372" y="6458"/>
                  <a:pt x="743" y="5829"/>
                </a:cubicBezTo>
                <a:lnTo>
                  <a:pt x="0" y="4886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97C54-C670-4F00-9B0E-CFAA8317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389" y="372332"/>
            <a:ext cx="125387" cy="125416"/>
          </a:xfrm>
          <a:custGeom xmlns:a="http://schemas.openxmlformats.org/drawingml/2006/main">
            <a:pathLst>
              <a:path w="125387" h="125416" fill="none">
                <a:moveTo>
                  <a:pt x="0" y="4886"/>
                </a:moveTo>
                <a:cubicBezTo>
                  <a:pt x="0" y="4886"/>
                  <a:pt x="0" y="4515"/>
                  <a:pt x="0" y="3772"/>
                </a:cubicBezTo>
                <a:cubicBezTo>
                  <a:pt x="0" y="3029"/>
                  <a:pt x="257" y="2315"/>
                  <a:pt x="743" y="1686"/>
                </a:cubicBezTo>
                <a:cubicBezTo>
                  <a:pt x="1257" y="1086"/>
                  <a:pt x="1686" y="629"/>
                  <a:pt x="2057" y="371"/>
                </a:cubicBezTo>
                <a:cubicBezTo>
                  <a:pt x="2429" y="143"/>
                  <a:pt x="2743" y="0"/>
                  <a:pt x="3000" y="0"/>
                </a:cubicBezTo>
                <a:lnTo>
                  <a:pt x="122587" y="0"/>
                </a:lnTo>
                <a:cubicBezTo>
                  <a:pt x="124444" y="1000"/>
                  <a:pt x="125387" y="2257"/>
                  <a:pt x="125387" y="3772"/>
                </a:cubicBezTo>
                <a:cubicBezTo>
                  <a:pt x="125387" y="5258"/>
                  <a:pt x="124444" y="6515"/>
                  <a:pt x="122587" y="7515"/>
                </a:cubicBezTo>
                <a:lnTo>
                  <a:pt x="66437" y="7515"/>
                </a:lnTo>
                <a:lnTo>
                  <a:pt x="66437" y="122587"/>
                </a:lnTo>
                <a:cubicBezTo>
                  <a:pt x="65580" y="124216"/>
                  <a:pt x="64437" y="125158"/>
                  <a:pt x="63065" y="125416"/>
                </a:cubicBezTo>
                <a:cubicBezTo>
                  <a:pt x="62579" y="125416"/>
                  <a:pt x="62151" y="125359"/>
                  <a:pt x="61751" y="125216"/>
                </a:cubicBezTo>
                <a:cubicBezTo>
                  <a:pt x="61379" y="125101"/>
                  <a:pt x="61065" y="124987"/>
                  <a:pt x="60808" y="124844"/>
                </a:cubicBezTo>
                <a:cubicBezTo>
                  <a:pt x="60550" y="124730"/>
                  <a:pt x="60322" y="124530"/>
                  <a:pt x="60065" y="124273"/>
                </a:cubicBezTo>
                <a:cubicBezTo>
                  <a:pt x="59807" y="124044"/>
                  <a:pt x="59693" y="123844"/>
                  <a:pt x="59693" y="123730"/>
                </a:cubicBezTo>
                <a:cubicBezTo>
                  <a:pt x="59693" y="123587"/>
                  <a:pt x="59579" y="123330"/>
                  <a:pt x="59322" y="122987"/>
                </a:cubicBezTo>
                <a:cubicBezTo>
                  <a:pt x="59065" y="122587"/>
                  <a:pt x="58950" y="122415"/>
                  <a:pt x="58950" y="122415"/>
                </a:cubicBezTo>
                <a:lnTo>
                  <a:pt x="58950" y="7515"/>
                </a:lnTo>
                <a:lnTo>
                  <a:pt x="3000" y="7515"/>
                </a:lnTo>
                <a:cubicBezTo>
                  <a:pt x="2858" y="7515"/>
                  <a:pt x="2629" y="7401"/>
                  <a:pt x="2229" y="7144"/>
                </a:cubicBezTo>
                <a:cubicBezTo>
                  <a:pt x="1886" y="6887"/>
                  <a:pt x="1372" y="6458"/>
                  <a:pt x="743" y="5829"/>
                </a:cubicBezTo>
                <a:lnTo>
                  <a:pt x="0" y="48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A9B1A-46F0-4A3C-8282-81865A0F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436" y="356930"/>
            <a:ext cx="41977" cy="187738"/>
          </a:xfrm>
          <a:custGeom xmlns:a="http://schemas.openxmlformats.org/drawingml/2006/main">
            <a:pathLst>
              <a:path w="41977" h="187738">
                <a:moveTo>
                  <a:pt x="0" y="3400"/>
                </a:moveTo>
                <a:cubicBezTo>
                  <a:pt x="143" y="2515"/>
                  <a:pt x="486" y="1772"/>
                  <a:pt x="1143" y="1143"/>
                </a:cubicBezTo>
                <a:cubicBezTo>
                  <a:pt x="1772" y="514"/>
                  <a:pt x="2629" y="143"/>
                  <a:pt x="3772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44" y="2772"/>
                  <a:pt x="13202" y="18174"/>
                  <a:pt x="24603" y="48063"/>
                </a:cubicBezTo>
                <a:cubicBezTo>
                  <a:pt x="35976" y="77981"/>
                  <a:pt x="41748" y="93269"/>
                  <a:pt x="41862" y="93897"/>
                </a:cubicBezTo>
                <a:cubicBezTo>
                  <a:pt x="41977" y="94498"/>
                  <a:pt x="36290" y="109785"/>
                  <a:pt x="24775" y="139675"/>
                </a:cubicBezTo>
                <a:cubicBezTo>
                  <a:pt x="13259" y="169593"/>
                  <a:pt x="7344" y="184995"/>
                  <a:pt x="6944" y="185880"/>
                </a:cubicBezTo>
                <a:cubicBezTo>
                  <a:pt x="6058" y="187109"/>
                  <a:pt x="5001" y="187738"/>
                  <a:pt x="3772" y="187738"/>
                </a:cubicBezTo>
                <a:cubicBezTo>
                  <a:pt x="2743" y="187738"/>
                  <a:pt x="1943" y="187423"/>
                  <a:pt x="1314" y="186823"/>
                </a:cubicBezTo>
                <a:cubicBezTo>
                  <a:pt x="686" y="186195"/>
                  <a:pt x="257" y="185366"/>
                  <a:pt x="0" y="184366"/>
                </a:cubicBezTo>
                <a:cubicBezTo>
                  <a:pt x="0" y="183737"/>
                  <a:pt x="5629" y="168535"/>
                  <a:pt x="16888" y="138732"/>
                </a:cubicBezTo>
                <a:cubicBezTo>
                  <a:pt x="28289" y="109099"/>
                  <a:pt x="33976" y="94126"/>
                  <a:pt x="33976" y="93897"/>
                </a:cubicBezTo>
                <a:cubicBezTo>
                  <a:pt x="33976" y="93640"/>
                  <a:pt x="28289" y="78667"/>
                  <a:pt x="16888" y="49006"/>
                </a:cubicBezTo>
                <a:cubicBezTo>
                  <a:pt x="5629" y="19231"/>
                  <a:pt x="0" y="4029"/>
                  <a:pt x="0" y="340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05A9B-2E9C-4788-9D49-C2C9B1CC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436" y="356930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0" y="3400"/>
                </a:moveTo>
                <a:cubicBezTo>
                  <a:pt x="143" y="2515"/>
                  <a:pt x="486" y="1772"/>
                  <a:pt x="1143" y="1143"/>
                </a:cubicBezTo>
                <a:cubicBezTo>
                  <a:pt x="1772" y="514"/>
                  <a:pt x="2629" y="143"/>
                  <a:pt x="3772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44" y="2772"/>
                  <a:pt x="13202" y="18174"/>
                  <a:pt x="24603" y="48063"/>
                </a:cubicBezTo>
                <a:cubicBezTo>
                  <a:pt x="35976" y="77981"/>
                  <a:pt x="41748" y="93269"/>
                  <a:pt x="41862" y="93897"/>
                </a:cubicBezTo>
                <a:cubicBezTo>
                  <a:pt x="41977" y="94498"/>
                  <a:pt x="36290" y="109785"/>
                  <a:pt x="24775" y="139675"/>
                </a:cubicBezTo>
                <a:cubicBezTo>
                  <a:pt x="13259" y="169593"/>
                  <a:pt x="7344" y="184995"/>
                  <a:pt x="6944" y="185880"/>
                </a:cubicBezTo>
                <a:cubicBezTo>
                  <a:pt x="6058" y="187109"/>
                  <a:pt x="5001" y="187738"/>
                  <a:pt x="3772" y="187738"/>
                </a:cubicBezTo>
                <a:cubicBezTo>
                  <a:pt x="2743" y="187738"/>
                  <a:pt x="1943" y="187423"/>
                  <a:pt x="1314" y="186823"/>
                </a:cubicBezTo>
                <a:cubicBezTo>
                  <a:pt x="686" y="186195"/>
                  <a:pt x="257" y="185366"/>
                  <a:pt x="0" y="184366"/>
                </a:cubicBezTo>
                <a:cubicBezTo>
                  <a:pt x="0" y="183737"/>
                  <a:pt x="5629" y="168535"/>
                  <a:pt x="16888" y="138732"/>
                </a:cubicBezTo>
                <a:cubicBezTo>
                  <a:pt x="28289" y="109099"/>
                  <a:pt x="33976" y="94126"/>
                  <a:pt x="33976" y="93897"/>
                </a:cubicBezTo>
                <a:cubicBezTo>
                  <a:pt x="33976" y="93640"/>
                  <a:pt x="28289" y="78667"/>
                  <a:pt x="16888" y="49006"/>
                </a:cubicBezTo>
                <a:cubicBezTo>
                  <a:pt x="5629" y="19231"/>
                  <a:pt x="0" y="4029"/>
                  <a:pt x="0" y="3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2EA21-2DB2-4BA8-BEDD-F37FB6E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88" y="1123346"/>
            <a:ext cx="15482" cy="15482"/>
          </a:xfrm>
          <a:custGeom xmlns:a="http://schemas.openxmlformats.org/drawingml/2006/main">
            <a:pathLst>
              <a:path w="15482" h="15482">
                <a:moveTo>
                  <a:pt x="0" y="15482"/>
                </a:moveTo>
                <a:lnTo>
                  <a:pt x="15482" y="15482"/>
                </a:lnTo>
                <a:lnTo>
                  <a:pt x="15482" y="0"/>
                </a:lnTo>
                <a:lnTo>
                  <a:pt x="0" y="0"/>
                </a:lnTo>
                <a:lnTo>
                  <a:pt x="0" y="1548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859E5-4707-40FD-989E-6EC05EF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1167946"/>
            <a:ext cx="46434" cy="46434"/>
          </a:xfrm>
          <a:custGeom xmlns:a="http://schemas.openxmlformats.org/drawingml/2006/main">
            <a:pathLst>
              <a:path w="46434" h="46434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47721-EF5A-462C-B8C1-C3CD2C8F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1167946"/>
            <a:ext cx="46434" cy="46434"/>
          </a:xfrm>
          <a:custGeom xmlns:a="http://schemas.openxmlformats.org/drawingml/2006/main">
            <a:pathLst>
              <a:path w="46434" h="46434" fill="none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D766B-40CC-4E70-AE45-410646B1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860136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489" y="173993"/>
                  <a:pt x="253174" y="181994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94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67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45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45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94"/>
                  <a:pt x="249888" y="73266"/>
                  <a:pt x="253174" y="81267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DAE8FC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16CEE-3C52-4603-8B26-21089BDE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860136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489" y="173993"/>
                  <a:pt x="253174" y="181994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94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67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45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45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94"/>
                  <a:pt x="249888" y="73266"/>
                  <a:pt x="253174" y="81267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>
                <a:alpha val="50000"/>
              </a:srgbClr>
            </a:solidFill>
            <a:miter/>
          </a:ln>
        </p:spPr>
      </p:sp>
      <p:sp>
        <p:nvSpPr>
          <p:cNvPr id="59" name="Text 3">
            <a:extLst xmlns:a="http://schemas.openxmlformats.org/drawingml/2006/main">
              <a:ext uri="{FF2B5EF4-FFF2-40B4-BE49-F238E27FC236}">
                <a16:creationId xmlns:a16="http://schemas.microsoft.com/office/drawing/2014/main" id="{0CC2F460-0E92-47B4-9ABD-DD226729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87" y="915659"/>
            <a:ext cx="83614" cy="140980"/>
          </a:xfrm>
          <a:custGeom xmlns:a="http://schemas.openxmlformats.org/drawingml/2006/main">
            <a:pathLst>
              <a:path w="83614" h="140980">
                <a:moveTo>
                  <a:pt x="9737" y="31541"/>
                </a:moveTo>
                <a:lnTo>
                  <a:pt x="6245" y="29626"/>
                </a:lnTo>
                <a:cubicBezTo>
                  <a:pt x="10690" y="18755"/>
                  <a:pt x="15982" y="11100"/>
                  <a:pt x="22121" y="6661"/>
                </a:cubicBezTo>
                <a:cubicBezTo>
                  <a:pt x="28260" y="2220"/>
                  <a:pt x="35421" y="0"/>
                  <a:pt x="43606" y="0"/>
                </a:cubicBezTo>
                <a:cubicBezTo>
                  <a:pt x="51227" y="0"/>
                  <a:pt x="57331" y="1700"/>
                  <a:pt x="61917" y="5100"/>
                </a:cubicBezTo>
                <a:cubicBezTo>
                  <a:pt x="68761" y="10198"/>
                  <a:pt x="72184" y="15935"/>
                  <a:pt x="72184" y="22309"/>
                </a:cubicBezTo>
                <a:cubicBezTo>
                  <a:pt x="72184" y="27480"/>
                  <a:pt x="70437" y="32686"/>
                  <a:pt x="66944" y="37927"/>
                </a:cubicBezTo>
                <a:cubicBezTo>
                  <a:pt x="63452" y="43169"/>
                  <a:pt x="57331" y="49047"/>
                  <a:pt x="48581" y="55563"/>
                </a:cubicBezTo>
                <a:lnTo>
                  <a:pt x="51121" y="55461"/>
                </a:lnTo>
                <a:cubicBezTo>
                  <a:pt x="56625" y="55461"/>
                  <a:pt x="61935" y="56851"/>
                  <a:pt x="67050" y="59631"/>
                </a:cubicBezTo>
                <a:cubicBezTo>
                  <a:pt x="72166" y="62412"/>
                  <a:pt x="76205" y="66742"/>
                  <a:pt x="79169" y="72620"/>
                </a:cubicBezTo>
                <a:cubicBezTo>
                  <a:pt x="82133" y="78496"/>
                  <a:pt x="83614" y="84813"/>
                  <a:pt x="83614" y="91569"/>
                </a:cubicBezTo>
                <a:cubicBezTo>
                  <a:pt x="83614" y="105154"/>
                  <a:pt x="78622" y="116786"/>
                  <a:pt x="68638" y="126463"/>
                </a:cubicBezTo>
                <a:cubicBezTo>
                  <a:pt x="58654" y="136141"/>
                  <a:pt x="45935" y="140980"/>
                  <a:pt x="30482" y="140980"/>
                </a:cubicBezTo>
                <a:cubicBezTo>
                  <a:pt x="18769" y="140980"/>
                  <a:pt x="10125" y="139266"/>
                  <a:pt x="4551" y="135837"/>
                </a:cubicBezTo>
                <a:cubicBezTo>
                  <a:pt x="1517" y="134053"/>
                  <a:pt x="0" y="131804"/>
                  <a:pt x="0" y="129090"/>
                </a:cubicBezTo>
                <a:cubicBezTo>
                  <a:pt x="0" y="127590"/>
                  <a:pt x="617" y="126234"/>
                  <a:pt x="1852" y="125021"/>
                </a:cubicBezTo>
                <a:cubicBezTo>
                  <a:pt x="3087" y="123806"/>
                  <a:pt x="4622" y="123199"/>
                  <a:pt x="6456" y="123199"/>
                </a:cubicBezTo>
                <a:cubicBezTo>
                  <a:pt x="8785" y="123199"/>
                  <a:pt x="11607" y="124480"/>
                  <a:pt x="14924" y="127042"/>
                </a:cubicBezTo>
                <a:cubicBezTo>
                  <a:pt x="22756" y="133088"/>
                  <a:pt x="29565" y="136111"/>
                  <a:pt x="35351" y="136111"/>
                </a:cubicBezTo>
                <a:cubicBezTo>
                  <a:pt x="44100" y="136111"/>
                  <a:pt x="51862" y="132430"/>
                  <a:pt x="58636" y="125068"/>
                </a:cubicBezTo>
                <a:cubicBezTo>
                  <a:pt x="65410" y="117705"/>
                  <a:pt x="68797" y="108423"/>
                  <a:pt x="68797" y="97222"/>
                </a:cubicBezTo>
                <a:cubicBezTo>
                  <a:pt x="68797" y="87921"/>
                  <a:pt x="66521" y="80294"/>
                  <a:pt x="61970" y="74340"/>
                </a:cubicBezTo>
                <a:cubicBezTo>
                  <a:pt x="57419" y="68386"/>
                  <a:pt x="51650" y="65410"/>
                  <a:pt x="44665" y="65410"/>
                </a:cubicBezTo>
                <a:cubicBezTo>
                  <a:pt x="39443" y="65410"/>
                  <a:pt x="34010" y="67871"/>
                  <a:pt x="28365" y="72792"/>
                </a:cubicBezTo>
                <a:lnTo>
                  <a:pt x="25825" y="68572"/>
                </a:lnTo>
                <a:cubicBezTo>
                  <a:pt x="29353" y="65544"/>
                  <a:pt x="32528" y="62974"/>
                  <a:pt x="35351" y="60862"/>
                </a:cubicBezTo>
                <a:cubicBezTo>
                  <a:pt x="43959" y="54595"/>
                  <a:pt x="50380" y="48433"/>
                  <a:pt x="54614" y="42376"/>
                </a:cubicBezTo>
                <a:cubicBezTo>
                  <a:pt x="57648" y="38010"/>
                  <a:pt x="59165" y="34173"/>
                  <a:pt x="59165" y="30866"/>
                </a:cubicBezTo>
                <a:cubicBezTo>
                  <a:pt x="59165" y="25303"/>
                  <a:pt x="57189" y="20603"/>
                  <a:pt x="53238" y="16766"/>
                </a:cubicBezTo>
                <a:cubicBezTo>
                  <a:pt x="49287" y="12927"/>
                  <a:pt x="44100" y="11007"/>
                  <a:pt x="37679" y="11007"/>
                </a:cubicBezTo>
                <a:cubicBezTo>
                  <a:pt x="27095" y="11007"/>
                  <a:pt x="17781" y="17852"/>
                  <a:pt x="9737" y="315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23ECA-AB7B-4644-B4BC-CEBEDAA3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1231725"/>
            <a:ext cx="263204" cy="263233"/>
          </a:xfrm>
          <a:custGeom xmlns:a="http://schemas.openxmlformats.org/drawingml/2006/main">
            <a:pathLst>
              <a:path w="263204" h="263233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800"/>
                  <a:pt x="211912" y="236230"/>
                  <a:pt x="204711" y="241030"/>
                </a:cubicBezTo>
                <a:cubicBezTo>
                  <a:pt x="197539" y="245859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59"/>
                  <a:pt x="58493" y="241030"/>
                </a:cubicBezTo>
                <a:cubicBezTo>
                  <a:pt x="51292" y="236230"/>
                  <a:pt x="44663" y="230800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87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61"/>
                  <a:pt x="51292" y="27003"/>
                  <a:pt x="58493" y="22203"/>
                </a:cubicBezTo>
                <a:cubicBezTo>
                  <a:pt x="65665" y="17402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402"/>
                  <a:pt x="204711" y="22203"/>
                </a:cubicBezTo>
                <a:cubicBezTo>
                  <a:pt x="211912" y="27003"/>
                  <a:pt x="218542" y="32461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87"/>
                  <a:pt x="263204" y="131616"/>
                </a:cubicBezTo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02FFD-19D0-4A30-8932-9837B67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1231725"/>
            <a:ext cx="263204" cy="263233"/>
          </a:xfrm>
          <a:custGeom xmlns:a="http://schemas.openxmlformats.org/drawingml/2006/main">
            <a:pathLst>
              <a:path w="263204" h="263233" fill="none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800"/>
                  <a:pt x="211912" y="236230"/>
                  <a:pt x="204711" y="241030"/>
                </a:cubicBezTo>
                <a:cubicBezTo>
                  <a:pt x="197539" y="245859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59"/>
                  <a:pt x="58493" y="241030"/>
                </a:cubicBezTo>
                <a:cubicBezTo>
                  <a:pt x="51292" y="236230"/>
                  <a:pt x="44663" y="230800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87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61"/>
                  <a:pt x="51292" y="27003"/>
                  <a:pt x="58493" y="22203"/>
                </a:cubicBezTo>
                <a:cubicBezTo>
                  <a:pt x="65665" y="17402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402"/>
                  <a:pt x="204711" y="22203"/>
                </a:cubicBezTo>
                <a:cubicBezTo>
                  <a:pt x="211912" y="27003"/>
                  <a:pt x="218542" y="32461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87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62" name="Text 4">
            <a:extLst xmlns:a="http://schemas.openxmlformats.org/drawingml/2006/main">
              <a:ext uri="{FF2B5EF4-FFF2-40B4-BE49-F238E27FC236}">
                <a16:creationId xmlns:a16="http://schemas.microsoft.com/office/drawing/2014/main" id="{DFA6E159-D964-4410-A3FB-B58DFAA0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547" y="1287277"/>
            <a:ext cx="93140" cy="140557"/>
          </a:xfrm>
          <a:custGeom xmlns:a="http://schemas.openxmlformats.org/drawingml/2006/main">
            <a:pathLst>
              <a:path w="93140" h="140557">
                <a:moveTo>
                  <a:pt x="65198" y="0"/>
                </a:moveTo>
                <a:lnTo>
                  <a:pt x="70067" y="0"/>
                </a:lnTo>
                <a:cubicBezTo>
                  <a:pt x="69996" y="2192"/>
                  <a:pt x="69961" y="3500"/>
                  <a:pt x="69961" y="3926"/>
                </a:cubicBezTo>
                <a:lnTo>
                  <a:pt x="70278" y="19521"/>
                </a:lnTo>
                <a:lnTo>
                  <a:pt x="69643" y="33525"/>
                </a:lnTo>
                <a:lnTo>
                  <a:pt x="70067" y="49120"/>
                </a:lnTo>
                <a:lnTo>
                  <a:pt x="70067" y="61427"/>
                </a:lnTo>
                <a:lnTo>
                  <a:pt x="70278" y="78187"/>
                </a:lnTo>
                <a:cubicBezTo>
                  <a:pt x="70278" y="80804"/>
                  <a:pt x="70208" y="84765"/>
                  <a:pt x="70067" y="90071"/>
                </a:cubicBezTo>
                <a:lnTo>
                  <a:pt x="72289" y="90176"/>
                </a:lnTo>
                <a:lnTo>
                  <a:pt x="79804" y="90176"/>
                </a:lnTo>
                <a:lnTo>
                  <a:pt x="87001" y="90282"/>
                </a:lnTo>
                <a:lnTo>
                  <a:pt x="92928" y="90071"/>
                </a:lnTo>
                <a:cubicBezTo>
                  <a:pt x="93069" y="92280"/>
                  <a:pt x="93140" y="93920"/>
                  <a:pt x="93140" y="94989"/>
                </a:cubicBezTo>
                <a:cubicBezTo>
                  <a:pt x="93140" y="96061"/>
                  <a:pt x="93069" y="97701"/>
                  <a:pt x="92928" y="99911"/>
                </a:cubicBezTo>
                <a:cubicBezTo>
                  <a:pt x="88554" y="100124"/>
                  <a:pt x="86190" y="100231"/>
                  <a:pt x="85837" y="100231"/>
                </a:cubicBezTo>
                <a:lnTo>
                  <a:pt x="80545" y="100126"/>
                </a:lnTo>
                <a:lnTo>
                  <a:pt x="76311" y="100126"/>
                </a:lnTo>
                <a:cubicBezTo>
                  <a:pt x="75182" y="100126"/>
                  <a:pt x="73101" y="100055"/>
                  <a:pt x="70067" y="99914"/>
                </a:cubicBezTo>
                <a:cubicBezTo>
                  <a:pt x="69926" y="109856"/>
                  <a:pt x="69926" y="123053"/>
                  <a:pt x="70067" y="139505"/>
                </a:cubicBezTo>
                <a:cubicBezTo>
                  <a:pt x="69643" y="139926"/>
                  <a:pt x="69185" y="140206"/>
                  <a:pt x="68691" y="140345"/>
                </a:cubicBezTo>
                <a:lnTo>
                  <a:pt x="62129" y="140557"/>
                </a:lnTo>
                <a:cubicBezTo>
                  <a:pt x="60717" y="140557"/>
                  <a:pt x="58565" y="140486"/>
                  <a:pt x="55672" y="140345"/>
                </a:cubicBezTo>
                <a:cubicBezTo>
                  <a:pt x="55884" y="132019"/>
                  <a:pt x="55990" y="126057"/>
                  <a:pt x="55990" y="122458"/>
                </a:cubicBezTo>
                <a:cubicBezTo>
                  <a:pt x="55990" y="119283"/>
                  <a:pt x="55919" y="116390"/>
                  <a:pt x="55778" y="113779"/>
                </a:cubicBezTo>
                <a:cubicBezTo>
                  <a:pt x="55566" y="108981"/>
                  <a:pt x="55461" y="106229"/>
                  <a:pt x="55461" y="105523"/>
                </a:cubicBezTo>
                <a:cubicBezTo>
                  <a:pt x="55461" y="104253"/>
                  <a:pt x="55531" y="102278"/>
                  <a:pt x="55672" y="99596"/>
                </a:cubicBezTo>
                <a:cubicBezTo>
                  <a:pt x="52709" y="99949"/>
                  <a:pt x="50416" y="100126"/>
                  <a:pt x="48793" y="100126"/>
                </a:cubicBezTo>
                <a:cubicBezTo>
                  <a:pt x="47946" y="100126"/>
                  <a:pt x="46993" y="100090"/>
                  <a:pt x="45935" y="100020"/>
                </a:cubicBezTo>
                <a:cubicBezTo>
                  <a:pt x="38808" y="99667"/>
                  <a:pt x="34786" y="99490"/>
                  <a:pt x="33869" y="99490"/>
                </a:cubicBezTo>
                <a:cubicBezTo>
                  <a:pt x="32952" y="99490"/>
                  <a:pt x="30694" y="99843"/>
                  <a:pt x="27095" y="100549"/>
                </a:cubicBezTo>
                <a:lnTo>
                  <a:pt x="16194" y="99914"/>
                </a:lnTo>
                <a:lnTo>
                  <a:pt x="10267" y="100549"/>
                </a:lnTo>
                <a:lnTo>
                  <a:pt x="6245" y="99887"/>
                </a:lnTo>
                <a:lnTo>
                  <a:pt x="1164" y="100972"/>
                </a:lnTo>
                <a:lnTo>
                  <a:pt x="212" y="100218"/>
                </a:lnTo>
                <a:cubicBezTo>
                  <a:pt x="71" y="98597"/>
                  <a:pt x="0" y="97382"/>
                  <a:pt x="0" y="96573"/>
                </a:cubicBezTo>
                <a:cubicBezTo>
                  <a:pt x="0" y="95764"/>
                  <a:pt x="71" y="94549"/>
                  <a:pt x="212" y="92928"/>
                </a:cubicBezTo>
                <a:cubicBezTo>
                  <a:pt x="2187" y="90309"/>
                  <a:pt x="5821" y="84999"/>
                  <a:pt x="11113" y="76999"/>
                </a:cubicBezTo>
                <a:lnTo>
                  <a:pt x="31752" y="46940"/>
                </a:lnTo>
                <a:cubicBezTo>
                  <a:pt x="36833" y="39366"/>
                  <a:pt x="41102" y="33349"/>
                  <a:pt x="44559" y="28888"/>
                </a:cubicBezTo>
                <a:cubicBezTo>
                  <a:pt x="48017" y="24427"/>
                  <a:pt x="51439" y="19630"/>
                  <a:pt x="54826" y="14497"/>
                </a:cubicBezTo>
                <a:cubicBezTo>
                  <a:pt x="58213" y="9364"/>
                  <a:pt x="61670" y="4531"/>
                  <a:pt x="65198" y="0"/>
                </a:cubicBezTo>
                <a:moveTo>
                  <a:pt x="55672" y="90176"/>
                </a:moveTo>
                <a:lnTo>
                  <a:pt x="55778" y="72706"/>
                </a:lnTo>
                <a:lnTo>
                  <a:pt x="55672" y="58854"/>
                </a:lnTo>
                <a:lnTo>
                  <a:pt x="55672" y="23166"/>
                </a:lnTo>
                <a:cubicBezTo>
                  <a:pt x="49886" y="30800"/>
                  <a:pt x="41842" y="42357"/>
                  <a:pt x="31541" y="57839"/>
                </a:cubicBezTo>
                <a:cubicBezTo>
                  <a:pt x="19757" y="75510"/>
                  <a:pt x="12771" y="86183"/>
                  <a:pt x="10584" y="89859"/>
                </a:cubicBezTo>
                <a:cubicBezTo>
                  <a:pt x="13689" y="89647"/>
                  <a:pt x="16017" y="89541"/>
                  <a:pt x="17570" y="89541"/>
                </a:cubicBezTo>
                <a:lnTo>
                  <a:pt x="46570" y="90388"/>
                </a:lnTo>
                <a:cubicBezTo>
                  <a:pt x="48687" y="90388"/>
                  <a:pt x="51721" y="90318"/>
                  <a:pt x="55672" y="90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A92F1-7030-4D19-99CB-79DBB39B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148" y="1525905"/>
            <a:ext cx="263176" cy="263233"/>
          </a:xfrm>
          <a:custGeom xmlns:a="http://schemas.openxmlformats.org/drawingml/2006/main">
            <a:pathLst>
              <a:path w="263176" h="263233">
                <a:moveTo>
                  <a:pt x="263176" y="131616"/>
                </a:moveTo>
                <a:cubicBezTo>
                  <a:pt x="263176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60" y="189967"/>
                  <a:pt x="245802" y="197539"/>
                  <a:pt x="241002" y="204740"/>
                </a:cubicBezTo>
                <a:cubicBezTo>
                  <a:pt x="236201" y="211912"/>
                  <a:pt x="230743" y="218570"/>
                  <a:pt x="224657" y="224657"/>
                </a:cubicBezTo>
                <a:cubicBezTo>
                  <a:pt x="218542" y="230800"/>
                  <a:pt x="211884" y="236230"/>
                  <a:pt x="204711" y="241030"/>
                </a:cubicBezTo>
                <a:cubicBezTo>
                  <a:pt x="197510" y="245859"/>
                  <a:pt x="189938" y="249888"/>
                  <a:pt x="181966" y="253203"/>
                </a:cubicBezTo>
                <a:cubicBezTo>
                  <a:pt x="173965" y="256518"/>
                  <a:pt x="165735" y="259004"/>
                  <a:pt x="157248" y="260690"/>
                </a:cubicBezTo>
                <a:cubicBezTo>
                  <a:pt x="148790" y="262376"/>
                  <a:pt x="140218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59"/>
                  <a:pt x="58464" y="241030"/>
                </a:cubicBezTo>
                <a:cubicBezTo>
                  <a:pt x="51292" y="236230"/>
                  <a:pt x="44634" y="230800"/>
                  <a:pt x="38519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45" y="197539"/>
                  <a:pt x="13316" y="189967"/>
                  <a:pt x="10001" y="181966"/>
                </a:cubicBezTo>
                <a:cubicBezTo>
                  <a:pt x="6687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87"/>
                  <a:pt x="829" y="114414"/>
                  <a:pt x="2515" y="105928"/>
                </a:cubicBezTo>
                <a:cubicBezTo>
                  <a:pt x="4201" y="97469"/>
                  <a:pt x="6687" y="89240"/>
                  <a:pt x="10001" y="81239"/>
                </a:cubicBezTo>
                <a:cubicBezTo>
                  <a:pt x="13316" y="73266"/>
                  <a:pt x="17345" y="65665"/>
                  <a:pt x="22174" y="58493"/>
                </a:cubicBezTo>
                <a:cubicBezTo>
                  <a:pt x="26975" y="51321"/>
                  <a:pt x="32433" y="44663"/>
                  <a:pt x="38519" y="38548"/>
                </a:cubicBezTo>
                <a:cubicBezTo>
                  <a:pt x="44634" y="32461"/>
                  <a:pt x="51292" y="27003"/>
                  <a:pt x="58464" y="22203"/>
                </a:cubicBezTo>
                <a:cubicBezTo>
                  <a:pt x="65665" y="17402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18" y="0"/>
                  <a:pt x="148790" y="857"/>
                  <a:pt x="157248" y="2543"/>
                </a:cubicBezTo>
                <a:cubicBezTo>
                  <a:pt x="165735" y="4229"/>
                  <a:pt x="173965" y="6715"/>
                  <a:pt x="181966" y="10030"/>
                </a:cubicBezTo>
                <a:cubicBezTo>
                  <a:pt x="189938" y="13316"/>
                  <a:pt x="197510" y="17402"/>
                  <a:pt x="204711" y="22203"/>
                </a:cubicBezTo>
                <a:cubicBezTo>
                  <a:pt x="211884" y="27003"/>
                  <a:pt x="218542" y="32461"/>
                  <a:pt x="224657" y="38548"/>
                </a:cubicBezTo>
                <a:cubicBezTo>
                  <a:pt x="230743" y="44663"/>
                  <a:pt x="236201" y="51321"/>
                  <a:pt x="241002" y="58493"/>
                </a:cubicBezTo>
                <a:cubicBezTo>
                  <a:pt x="245802" y="65665"/>
                  <a:pt x="249860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176" y="122987"/>
                  <a:pt x="263176" y="131616"/>
                </a:cubicBezTo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3C6E9-B4BB-4558-AFD6-27473691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148" y="1525905"/>
            <a:ext cx="263176" cy="263233"/>
          </a:xfrm>
          <a:custGeom xmlns:a="http://schemas.openxmlformats.org/drawingml/2006/main">
            <a:pathLst>
              <a:path w="263176" h="263233" fill="none">
                <a:moveTo>
                  <a:pt x="263176" y="131616"/>
                </a:moveTo>
                <a:cubicBezTo>
                  <a:pt x="263176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60" y="189967"/>
                  <a:pt x="245802" y="197539"/>
                  <a:pt x="241002" y="204740"/>
                </a:cubicBezTo>
                <a:cubicBezTo>
                  <a:pt x="236201" y="211912"/>
                  <a:pt x="230743" y="218570"/>
                  <a:pt x="224657" y="224657"/>
                </a:cubicBezTo>
                <a:cubicBezTo>
                  <a:pt x="218542" y="230800"/>
                  <a:pt x="211884" y="236230"/>
                  <a:pt x="204711" y="241030"/>
                </a:cubicBezTo>
                <a:cubicBezTo>
                  <a:pt x="197510" y="245859"/>
                  <a:pt x="189938" y="249888"/>
                  <a:pt x="181966" y="253203"/>
                </a:cubicBezTo>
                <a:cubicBezTo>
                  <a:pt x="173965" y="256518"/>
                  <a:pt x="165735" y="259004"/>
                  <a:pt x="157248" y="260690"/>
                </a:cubicBezTo>
                <a:cubicBezTo>
                  <a:pt x="148790" y="262376"/>
                  <a:pt x="140218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59"/>
                  <a:pt x="58464" y="241030"/>
                </a:cubicBezTo>
                <a:cubicBezTo>
                  <a:pt x="51292" y="236230"/>
                  <a:pt x="44634" y="230800"/>
                  <a:pt x="38519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45" y="197539"/>
                  <a:pt x="13316" y="189967"/>
                  <a:pt x="10001" y="181966"/>
                </a:cubicBezTo>
                <a:cubicBezTo>
                  <a:pt x="6687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87"/>
                  <a:pt x="829" y="114414"/>
                  <a:pt x="2515" y="105928"/>
                </a:cubicBezTo>
                <a:cubicBezTo>
                  <a:pt x="4201" y="97469"/>
                  <a:pt x="6687" y="89240"/>
                  <a:pt x="10001" y="81239"/>
                </a:cubicBezTo>
                <a:cubicBezTo>
                  <a:pt x="13316" y="73266"/>
                  <a:pt x="17345" y="65665"/>
                  <a:pt x="22174" y="58493"/>
                </a:cubicBezTo>
                <a:cubicBezTo>
                  <a:pt x="26975" y="51321"/>
                  <a:pt x="32433" y="44663"/>
                  <a:pt x="38519" y="38548"/>
                </a:cubicBezTo>
                <a:cubicBezTo>
                  <a:pt x="44634" y="32461"/>
                  <a:pt x="51292" y="27003"/>
                  <a:pt x="58464" y="22203"/>
                </a:cubicBezTo>
                <a:cubicBezTo>
                  <a:pt x="65665" y="17402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18" y="0"/>
                  <a:pt x="148790" y="857"/>
                  <a:pt x="157248" y="2543"/>
                </a:cubicBezTo>
                <a:cubicBezTo>
                  <a:pt x="165735" y="4229"/>
                  <a:pt x="173965" y="6715"/>
                  <a:pt x="181966" y="10030"/>
                </a:cubicBezTo>
                <a:cubicBezTo>
                  <a:pt x="189938" y="13316"/>
                  <a:pt x="197510" y="17402"/>
                  <a:pt x="204711" y="22203"/>
                </a:cubicBezTo>
                <a:cubicBezTo>
                  <a:pt x="211884" y="27003"/>
                  <a:pt x="218542" y="32461"/>
                  <a:pt x="224657" y="38548"/>
                </a:cubicBezTo>
                <a:cubicBezTo>
                  <a:pt x="230743" y="44663"/>
                  <a:pt x="236201" y="51321"/>
                  <a:pt x="241002" y="58493"/>
                </a:cubicBezTo>
                <a:cubicBezTo>
                  <a:pt x="245802" y="65665"/>
                  <a:pt x="249860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176" y="122987"/>
                  <a:pt x="263176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65" name="Text 5">
            <a:extLst xmlns:a="http://schemas.openxmlformats.org/drawingml/2006/main">
              <a:ext uri="{FF2B5EF4-FFF2-40B4-BE49-F238E27FC236}">
                <a16:creationId xmlns:a16="http://schemas.microsoft.com/office/drawing/2014/main" id="{6C5F2678-FA4D-48DD-8946-F4D28C97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299" y="1581003"/>
            <a:ext cx="79592" cy="142039"/>
          </a:xfrm>
          <a:custGeom xmlns:a="http://schemas.openxmlformats.org/drawingml/2006/main">
            <a:pathLst>
              <a:path w="79592" h="142039">
                <a:moveTo>
                  <a:pt x="69114" y="16194"/>
                </a:moveTo>
                <a:cubicBezTo>
                  <a:pt x="61211" y="16829"/>
                  <a:pt x="54826" y="17146"/>
                  <a:pt x="49957" y="17146"/>
                </a:cubicBezTo>
                <a:cubicBezTo>
                  <a:pt x="46358" y="17146"/>
                  <a:pt x="42548" y="17040"/>
                  <a:pt x="38526" y="16829"/>
                </a:cubicBezTo>
                <a:cubicBezTo>
                  <a:pt x="36339" y="16688"/>
                  <a:pt x="35033" y="16617"/>
                  <a:pt x="34610" y="16617"/>
                </a:cubicBezTo>
                <a:cubicBezTo>
                  <a:pt x="26002" y="16617"/>
                  <a:pt x="21380" y="16793"/>
                  <a:pt x="20745" y="17146"/>
                </a:cubicBezTo>
                <a:cubicBezTo>
                  <a:pt x="20463" y="17303"/>
                  <a:pt x="20286" y="17656"/>
                  <a:pt x="20216" y="18205"/>
                </a:cubicBezTo>
                <a:cubicBezTo>
                  <a:pt x="20004" y="19331"/>
                  <a:pt x="19087" y="31903"/>
                  <a:pt x="17464" y="55920"/>
                </a:cubicBezTo>
                <a:cubicBezTo>
                  <a:pt x="20639" y="54284"/>
                  <a:pt x="23708" y="53129"/>
                  <a:pt x="26672" y="52454"/>
                </a:cubicBezTo>
                <a:cubicBezTo>
                  <a:pt x="29635" y="51777"/>
                  <a:pt x="33552" y="51439"/>
                  <a:pt x="38420" y="51439"/>
                </a:cubicBezTo>
                <a:cubicBezTo>
                  <a:pt x="41878" y="51439"/>
                  <a:pt x="44277" y="51650"/>
                  <a:pt x="45617" y="52074"/>
                </a:cubicBezTo>
                <a:cubicBezTo>
                  <a:pt x="52321" y="54268"/>
                  <a:pt x="57154" y="56249"/>
                  <a:pt x="60118" y="58017"/>
                </a:cubicBezTo>
                <a:cubicBezTo>
                  <a:pt x="64210" y="60562"/>
                  <a:pt x="67544" y="63462"/>
                  <a:pt x="70120" y="66716"/>
                </a:cubicBezTo>
                <a:cubicBezTo>
                  <a:pt x="72695" y="69969"/>
                  <a:pt x="75077" y="74742"/>
                  <a:pt x="77264" y="81038"/>
                </a:cubicBezTo>
                <a:cubicBezTo>
                  <a:pt x="78816" y="85565"/>
                  <a:pt x="79592" y="90303"/>
                  <a:pt x="79592" y="95254"/>
                </a:cubicBezTo>
                <a:cubicBezTo>
                  <a:pt x="79592" y="100629"/>
                  <a:pt x="78834" y="105634"/>
                  <a:pt x="77317" y="110266"/>
                </a:cubicBezTo>
                <a:cubicBezTo>
                  <a:pt x="75800" y="114897"/>
                  <a:pt x="73912" y="118769"/>
                  <a:pt x="71654" y="121882"/>
                </a:cubicBezTo>
                <a:cubicBezTo>
                  <a:pt x="69396" y="124994"/>
                  <a:pt x="66045" y="128230"/>
                  <a:pt x="61599" y="131590"/>
                </a:cubicBezTo>
                <a:cubicBezTo>
                  <a:pt x="57154" y="134948"/>
                  <a:pt x="51915" y="137512"/>
                  <a:pt x="45882" y="139280"/>
                </a:cubicBezTo>
                <a:cubicBezTo>
                  <a:pt x="39849" y="141048"/>
                  <a:pt x="35810" y="141968"/>
                  <a:pt x="33763" y="142039"/>
                </a:cubicBezTo>
                <a:lnTo>
                  <a:pt x="18416" y="140656"/>
                </a:lnTo>
                <a:cubicBezTo>
                  <a:pt x="14183" y="139946"/>
                  <a:pt x="10478" y="138793"/>
                  <a:pt x="7303" y="137196"/>
                </a:cubicBezTo>
                <a:cubicBezTo>
                  <a:pt x="4128" y="135600"/>
                  <a:pt x="2011" y="134056"/>
                  <a:pt x="953" y="132566"/>
                </a:cubicBezTo>
                <a:cubicBezTo>
                  <a:pt x="318" y="131644"/>
                  <a:pt x="0" y="130438"/>
                  <a:pt x="0" y="128947"/>
                </a:cubicBezTo>
                <a:cubicBezTo>
                  <a:pt x="0" y="127812"/>
                  <a:pt x="794" y="126570"/>
                  <a:pt x="2381" y="125223"/>
                </a:cubicBezTo>
                <a:cubicBezTo>
                  <a:pt x="3969" y="123874"/>
                  <a:pt x="5927" y="123199"/>
                  <a:pt x="8256" y="123199"/>
                </a:cubicBezTo>
                <a:cubicBezTo>
                  <a:pt x="9314" y="123199"/>
                  <a:pt x="10478" y="123516"/>
                  <a:pt x="11748" y="124151"/>
                </a:cubicBezTo>
                <a:lnTo>
                  <a:pt x="20110" y="129549"/>
                </a:lnTo>
                <a:cubicBezTo>
                  <a:pt x="22015" y="131243"/>
                  <a:pt x="24379" y="132830"/>
                  <a:pt x="27201" y="134312"/>
                </a:cubicBezTo>
                <a:cubicBezTo>
                  <a:pt x="27624" y="134524"/>
                  <a:pt x="28683" y="134771"/>
                  <a:pt x="30376" y="135053"/>
                </a:cubicBezTo>
                <a:cubicBezTo>
                  <a:pt x="34469" y="135618"/>
                  <a:pt x="36692" y="135900"/>
                  <a:pt x="37044" y="135900"/>
                </a:cubicBezTo>
                <a:cubicBezTo>
                  <a:pt x="38597" y="135900"/>
                  <a:pt x="41243" y="135265"/>
                  <a:pt x="44982" y="133995"/>
                </a:cubicBezTo>
                <a:cubicBezTo>
                  <a:pt x="48722" y="132725"/>
                  <a:pt x="52180" y="130555"/>
                  <a:pt x="55355" y="127485"/>
                </a:cubicBezTo>
                <a:cubicBezTo>
                  <a:pt x="58530" y="124416"/>
                  <a:pt x="61264" y="120535"/>
                  <a:pt x="63557" y="115843"/>
                </a:cubicBezTo>
                <a:cubicBezTo>
                  <a:pt x="65851" y="111151"/>
                  <a:pt x="66997" y="105947"/>
                  <a:pt x="66997" y="100231"/>
                </a:cubicBezTo>
                <a:cubicBezTo>
                  <a:pt x="66997" y="90000"/>
                  <a:pt x="63787" y="81568"/>
                  <a:pt x="57366" y="74935"/>
                </a:cubicBezTo>
                <a:cubicBezTo>
                  <a:pt x="50945" y="68303"/>
                  <a:pt x="43218" y="64986"/>
                  <a:pt x="34187" y="64986"/>
                </a:cubicBezTo>
                <a:cubicBezTo>
                  <a:pt x="30165" y="64986"/>
                  <a:pt x="26443" y="65657"/>
                  <a:pt x="23020" y="66997"/>
                </a:cubicBezTo>
                <a:cubicBezTo>
                  <a:pt x="19598" y="68338"/>
                  <a:pt x="17287" y="69820"/>
                  <a:pt x="16088" y="71443"/>
                </a:cubicBezTo>
                <a:lnTo>
                  <a:pt x="14500" y="72078"/>
                </a:lnTo>
                <a:cubicBezTo>
                  <a:pt x="13653" y="72430"/>
                  <a:pt x="13054" y="72607"/>
                  <a:pt x="12701" y="72607"/>
                </a:cubicBezTo>
                <a:lnTo>
                  <a:pt x="11325" y="72289"/>
                </a:lnTo>
                <a:cubicBezTo>
                  <a:pt x="11113" y="71019"/>
                  <a:pt x="11007" y="70067"/>
                  <a:pt x="11007" y="69432"/>
                </a:cubicBezTo>
                <a:cubicBezTo>
                  <a:pt x="11007" y="68865"/>
                  <a:pt x="11113" y="67875"/>
                  <a:pt x="11325" y="66461"/>
                </a:cubicBezTo>
                <a:cubicBezTo>
                  <a:pt x="11819" y="63004"/>
                  <a:pt x="12084" y="59424"/>
                  <a:pt x="12119" y="55722"/>
                </a:cubicBezTo>
                <a:cubicBezTo>
                  <a:pt x="12154" y="52018"/>
                  <a:pt x="12525" y="48684"/>
                  <a:pt x="13230" y="45720"/>
                </a:cubicBezTo>
                <a:lnTo>
                  <a:pt x="12913" y="40643"/>
                </a:lnTo>
                <a:cubicBezTo>
                  <a:pt x="13407" y="38030"/>
                  <a:pt x="13689" y="35524"/>
                  <a:pt x="13759" y="33125"/>
                </a:cubicBezTo>
                <a:cubicBezTo>
                  <a:pt x="13971" y="16836"/>
                  <a:pt x="14641" y="7488"/>
                  <a:pt x="15770" y="5080"/>
                </a:cubicBezTo>
                <a:cubicBezTo>
                  <a:pt x="16264" y="3951"/>
                  <a:pt x="17111" y="3387"/>
                  <a:pt x="18310" y="3387"/>
                </a:cubicBezTo>
                <a:cubicBezTo>
                  <a:pt x="18804" y="3387"/>
                  <a:pt x="19616" y="3457"/>
                  <a:pt x="20745" y="3599"/>
                </a:cubicBezTo>
                <a:lnTo>
                  <a:pt x="21380" y="3704"/>
                </a:lnTo>
                <a:lnTo>
                  <a:pt x="34822" y="3599"/>
                </a:lnTo>
                <a:cubicBezTo>
                  <a:pt x="40890" y="3951"/>
                  <a:pt x="45370" y="4128"/>
                  <a:pt x="48263" y="4128"/>
                </a:cubicBezTo>
                <a:cubicBezTo>
                  <a:pt x="54896" y="4128"/>
                  <a:pt x="60223" y="3669"/>
                  <a:pt x="64245" y="2752"/>
                </a:cubicBezTo>
                <a:cubicBezTo>
                  <a:pt x="66221" y="917"/>
                  <a:pt x="67738" y="0"/>
                  <a:pt x="68797" y="0"/>
                </a:cubicBezTo>
                <a:cubicBezTo>
                  <a:pt x="69220" y="0"/>
                  <a:pt x="69996" y="71"/>
                  <a:pt x="71125" y="212"/>
                </a:cubicBezTo>
                <a:lnTo>
                  <a:pt x="71443" y="1482"/>
                </a:lnTo>
                <a:lnTo>
                  <a:pt x="70596" y="5927"/>
                </a:lnTo>
                <a:lnTo>
                  <a:pt x="70067" y="13018"/>
                </a:lnTo>
                <a:cubicBezTo>
                  <a:pt x="69996" y="13512"/>
                  <a:pt x="69679" y="14571"/>
                  <a:pt x="69114" y="161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2AF3A-38C8-483A-A2B6-2EDFC2C0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325" y="1456411"/>
            <a:ext cx="192138" cy="86697"/>
          </a:xfrm>
          <a:custGeom xmlns:a="http://schemas.openxmlformats.org/drawingml/2006/main">
            <a:pathLst>
              <a:path w="192138" h="86697" fill="none">
                <a:moveTo>
                  <a:pt x="192138" y="0"/>
                </a:moveTo>
                <a:lnTo>
                  <a:pt x="0" y="86697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D2B42-4F31-494D-AD0A-58B7B540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578" y="1517075"/>
            <a:ext cx="51864" cy="42291"/>
          </a:xfrm>
          <a:custGeom xmlns:a="http://schemas.openxmlformats.org/drawingml/2006/main">
            <a:pathLst>
              <a:path w="51864" h="42291">
                <a:moveTo>
                  <a:pt x="0" y="40262"/>
                </a:moveTo>
                <a:lnTo>
                  <a:pt x="32833" y="0"/>
                </a:lnTo>
                <a:lnTo>
                  <a:pt x="31747" y="26032"/>
                </a:lnTo>
                <a:lnTo>
                  <a:pt x="51864" y="42291"/>
                </a:lnTo>
                <a:lnTo>
                  <a:pt x="0" y="402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76187-AF15-46F9-AE4E-4239CFA6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578" y="1517075"/>
            <a:ext cx="51864" cy="42291"/>
          </a:xfrm>
          <a:custGeom xmlns:a="http://schemas.openxmlformats.org/drawingml/2006/main">
            <a:pathLst>
              <a:path w="51864" h="42291" fill="none">
                <a:moveTo>
                  <a:pt x="0" y="40262"/>
                </a:moveTo>
                <a:lnTo>
                  <a:pt x="32833" y="0"/>
                </a:lnTo>
                <a:lnTo>
                  <a:pt x="31747" y="26032"/>
                </a:lnTo>
                <a:lnTo>
                  <a:pt x="51864" y="42291"/>
                </a:lnTo>
                <a:lnTo>
                  <a:pt x="0" y="402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1A14F-B2FA-477D-A157-60587DE8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631" y="1394317"/>
            <a:ext cx="42005" cy="187709"/>
          </a:xfrm>
          <a:custGeom xmlns:a="http://schemas.openxmlformats.org/drawingml/2006/main">
            <a:pathLst>
              <a:path w="42005" h="187709">
                <a:moveTo>
                  <a:pt x="42005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76" y="187595"/>
                  <a:pt x="38233" y="187709"/>
                </a:cubicBezTo>
                <a:cubicBezTo>
                  <a:pt x="37005" y="187709"/>
                  <a:pt x="35919" y="187109"/>
                  <a:pt x="35062" y="185852"/>
                </a:cubicBezTo>
                <a:cubicBezTo>
                  <a:pt x="34661" y="184966"/>
                  <a:pt x="28775" y="169564"/>
                  <a:pt x="17402" y="139675"/>
                </a:cubicBezTo>
                <a:cubicBezTo>
                  <a:pt x="6029" y="109757"/>
                  <a:pt x="257" y="94498"/>
                  <a:pt x="143" y="93869"/>
                </a:cubicBezTo>
                <a:cubicBezTo>
                  <a:pt x="0" y="93240"/>
                  <a:pt x="5715" y="77953"/>
                  <a:pt x="17202" y="48063"/>
                </a:cubicBezTo>
                <a:cubicBezTo>
                  <a:pt x="28718" y="18145"/>
                  <a:pt x="34661" y="2743"/>
                  <a:pt x="35062" y="1886"/>
                </a:cubicBezTo>
                <a:cubicBezTo>
                  <a:pt x="35433" y="1257"/>
                  <a:pt x="36062" y="686"/>
                  <a:pt x="36919" y="171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14"/>
                  <a:pt x="42005" y="3372"/>
                </a:cubicBezTo>
                <a:cubicBezTo>
                  <a:pt x="42005" y="4001"/>
                  <a:pt x="36376" y="19202"/>
                  <a:pt x="25089" y="48978"/>
                </a:cubicBezTo>
                <a:cubicBezTo>
                  <a:pt x="13716" y="78638"/>
                  <a:pt x="8001" y="93612"/>
                  <a:pt x="8001" y="93869"/>
                </a:cubicBezTo>
                <a:cubicBezTo>
                  <a:pt x="8001" y="94097"/>
                  <a:pt x="13716" y="109071"/>
                  <a:pt x="25089" y="138732"/>
                </a:cubicBezTo>
                <a:cubicBezTo>
                  <a:pt x="36376" y="168507"/>
                  <a:pt x="42005" y="183709"/>
                  <a:pt x="42005" y="18433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E3A62-B7A6-4B93-BD1A-6AF5FC2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631" y="1394317"/>
            <a:ext cx="42005" cy="187709"/>
          </a:xfrm>
          <a:custGeom xmlns:a="http://schemas.openxmlformats.org/drawingml/2006/main">
            <a:pathLst>
              <a:path w="42005" h="187709" fill="none">
                <a:moveTo>
                  <a:pt x="42005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76" y="187595"/>
                  <a:pt x="38233" y="187709"/>
                </a:cubicBezTo>
                <a:cubicBezTo>
                  <a:pt x="37005" y="187709"/>
                  <a:pt x="35919" y="187109"/>
                  <a:pt x="35062" y="185852"/>
                </a:cubicBezTo>
                <a:cubicBezTo>
                  <a:pt x="34661" y="184966"/>
                  <a:pt x="28775" y="169564"/>
                  <a:pt x="17402" y="139675"/>
                </a:cubicBezTo>
                <a:cubicBezTo>
                  <a:pt x="6029" y="109757"/>
                  <a:pt x="257" y="94498"/>
                  <a:pt x="143" y="93869"/>
                </a:cubicBezTo>
                <a:cubicBezTo>
                  <a:pt x="0" y="93240"/>
                  <a:pt x="5715" y="77953"/>
                  <a:pt x="17202" y="48063"/>
                </a:cubicBezTo>
                <a:cubicBezTo>
                  <a:pt x="28718" y="18145"/>
                  <a:pt x="34661" y="2743"/>
                  <a:pt x="35062" y="1886"/>
                </a:cubicBezTo>
                <a:cubicBezTo>
                  <a:pt x="35433" y="1257"/>
                  <a:pt x="36062" y="686"/>
                  <a:pt x="36919" y="171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14"/>
                  <a:pt x="42005" y="3372"/>
                </a:cubicBezTo>
                <a:cubicBezTo>
                  <a:pt x="42005" y="4001"/>
                  <a:pt x="36376" y="19202"/>
                  <a:pt x="25089" y="48978"/>
                </a:cubicBezTo>
                <a:cubicBezTo>
                  <a:pt x="13716" y="78638"/>
                  <a:pt x="8001" y="93612"/>
                  <a:pt x="8001" y="93869"/>
                </a:cubicBezTo>
                <a:cubicBezTo>
                  <a:pt x="8001" y="94097"/>
                  <a:pt x="13716" y="109071"/>
                  <a:pt x="25089" y="138732"/>
                </a:cubicBezTo>
                <a:cubicBezTo>
                  <a:pt x="36376" y="168507"/>
                  <a:pt x="42005" y="183709"/>
                  <a:pt x="42005" y="184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FEB32-3741-432C-BC45-67D6FDB9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067" y="1408005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72" y="45063"/>
                </a:moveTo>
                <a:cubicBezTo>
                  <a:pt x="1200" y="45063"/>
                  <a:pt x="0" y="44577"/>
                  <a:pt x="0" y="43548"/>
                </a:cubicBezTo>
                <a:cubicBezTo>
                  <a:pt x="0" y="42948"/>
                  <a:pt x="1029" y="39433"/>
                  <a:pt x="3000" y="33033"/>
                </a:cubicBezTo>
                <a:cubicBezTo>
                  <a:pt x="5029" y="26660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99" y="0"/>
                </a:lnTo>
                <a:lnTo>
                  <a:pt x="119786" y="0"/>
                </a:lnTo>
                <a:cubicBezTo>
                  <a:pt x="123787" y="0"/>
                  <a:pt x="126159" y="86"/>
                  <a:pt x="126930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44" y="23289"/>
                </a:cubicBezTo>
                <a:cubicBezTo>
                  <a:pt x="122930" y="36805"/>
                  <a:pt x="121730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86" y="45063"/>
                  <a:pt x="116043" y="45063"/>
                  <a:pt x="115672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48"/>
                </a:lnTo>
                <a:cubicBezTo>
                  <a:pt x="114157" y="42805"/>
                  <a:pt x="114529" y="40005"/>
                  <a:pt x="115272" y="35119"/>
                </a:cubicBezTo>
                <a:cubicBezTo>
                  <a:pt x="116043" y="30232"/>
                  <a:pt x="116415" y="26403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30"/>
                </a:cubicBezTo>
                <a:cubicBezTo>
                  <a:pt x="103013" y="8887"/>
                  <a:pt x="99384" y="8773"/>
                  <a:pt x="92754" y="8658"/>
                </a:cubicBezTo>
                <a:cubicBezTo>
                  <a:pt x="87011" y="8658"/>
                  <a:pt x="83382" y="8715"/>
                  <a:pt x="81867" y="8830"/>
                </a:cubicBezTo>
                <a:cubicBezTo>
                  <a:pt x="80353" y="8944"/>
                  <a:pt x="79238" y="9458"/>
                  <a:pt x="78467" y="10344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52" y="118472"/>
                  <a:pt x="75095" y="118529"/>
                  <a:pt x="76238" y="118672"/>
                </a:cubicBezTo>
                <a:cubicBezTo>
                  <a:pt x="77353" y="118786"/>
                  <a:pt x="77924" y="119329"/>
                  <a:pt x="77924" y="120358"/>
                </a:cubicBezTo>
                <a:cubicBezTo>
                  <a:pt x="77924" y="120958"/>
                  <a:pt x="77724" y="121844"/>
                  <a:pt x="77353" y="122958"/>
                </a:cubicBezTo>
                <a:cubicBezTo>
                  <a:pt x="76867" y="125216"/>
                  <a:pt x="76295" y="126530"/>
                  <a:pt x="75667" y="126930"/>
                </a:cubicBezTo>
                <a:lnTo>
                  <a:pt x="75295" y="127102"/>
                </a:lnTo>
                <a:cubicBezTo>
                  <a:pt x="74924" y="127102"/>
                  <a:pt x="74495" y="127102"/>
                  <a:pt x="73981" y="127102"/>
                </a:cubicBezTo>
                <a:cubicBezTo>
                  <a:pt x="73352" y="127102"/>
                  <a:pt x="70094" y="127044"/>
                  <a:pt x="64208" y="126930"/>
                </a:cubicBezTo>
                <a:cubicBezTo>
                  <a:pt x="58322" y="126787"/>
                  <a:pt x="49892" y="126730"/>
                  <a:pt x="38891" y="126730"/>
                </a:cubicBezTo>
                <a:cubicBezTo>
                  <a:pt x="22717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86" y="123930"/>
                  <a:pt x="4515" y="122044"/>
                </a:cubicBezTo>
                <a:cubicBezTo>
                  <a:pt x="5029" y="120415"/>
                  <a:pt x="5658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89" y="117900"/>
                  <a:pt x="31547" y="116786"/>
                </a:cubicBezTo>
                <a:cubicBezTo>
                  <a:pt x="31690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804" y="112843"/>
                </a:cubicBezTo>
                <a:cubicBezTo>
                  <a:pt x="34433" y="110700"/>
                  <a:pt x="36947" y="100870"/>
                  <a:pt x="41319" y="83353"/>
                </a:cubicBezTo>
                <a:cubicBezTo>
                  <a:pt x="43434" y="74838"/>
                  <a:pt x="45206" y="67894"/>
                  <a:pt x="46577" y="62522"/>
                </a:cubicBezTo>
                <a:cubicBezTo>
                  <a:pt x="55321" y="28089"/>
                  <a:pt x="59722" y="10516"/>
                  <a:pt x="59722" y="9773"/>
                </a:cubicBezTo>
                <a:cubicBezTo>
                  <a:pt x="59722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87" y="28804"/>
                  <a:pt x="8658" y="39433"/>
                </a:cubicBezTo>
                <a:cubicBezTo>
                  <a:pt x="7772" y="42177"/>
                  <a:pt x="7144" y="43805"/>
                  <a:pt x="6772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94C03-EB81-428D-B7EB-2556F4BA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067" y="1408005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72" y="45063"/>
                </a:moveTo>
                <a:cubicBezTo>
                  <a:pt x="1200" y="45063"/>
                  <a:pt x="0" y="44577"/>
                  <a:pt x="0" y="43548"/>
                </a:cubicBezTo>
                <a:cubicBezTo>
                  <a:pt x="0" y="42948"/>
                  <a:pt x="1029" y="39433"/>
                  <a:pt x="3000" y="33033"/>
                </a:cubicBezTo>
                <a:cubicBezTo>
                  <a:pt x="5029" y="26660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99" y="0"/>
                </a:lnTo>
                <a:lnTo>
                  <a:pt x="119786" y="0"/>
                </a:lnTo>
                <a:cubicBezTo>
                  <a:pt x="123787" y="0"/>
                  <a:pt x="126159" y="86"/>
                  <a:pt x="126930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44" y="23289"/>
                </a:cubicBezTo>
                <a:cubicBezTo>
                  <a:pt x="122930" y="36805"/>
                  <a:pt x="121730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86" y="45063"/>
                  <a:pt x="116043" y="45063"/>
                  <a:pt x="115672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48"/>
                </a:lnTo>
                <a:cubicBezTo>
                  <a:pt x="114157" y="42805"/>
                  <a:pt x="114529" y="40005"/>
                  <a:pt x="115272" y="35119"/>
                </a:cubicBezTo>
                <a:cubicBezTo>
                  <a:pt x="116043" y="30232"/>
                  <a:pt x="116415" y="26403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30"/>
                </a:cubicBezTo>
                <a:cubicBezTo>
                  <a:pt x="103013" y="8887"/>
                  <a:pt x="99384" y="8773"/>
                  <a:pt x="92754" y="8658"/>
                </a:cubicBezTo>
                <a:cubicBezTo>
                  <a:pt x="87011" y="8658"/>
                  <a:pt x="83382" y="8715"/>
                  <a:pt x="81867" y="8830"/>
                </a:cubicBezTo>
                <a:cubicBezTo>
                  <a:pt x="80353" y="8944"/>
                  <a:pt x="79238" y="9458"/>
                  <a:pt x="78467" y="10344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52" y="118472"/>
                  <a:pt x="75095" y="118529"/>
                  <a:pt x="76238" y="118672"/>
                </a:cubicBezTo>
                <a:cubicBezTo>
                  <a:pt x="77353" y="118786"/>
                  <a:pt x="77924" y="119329"/>
                  <a:pt x="77924" y="120358"/>
                </a:cubicBezTo>
                <a:cubicBezTo>
                  <a:pt x="77924" y="120958"/>
                  <a:pt x="77724" y="121844"/>
                  <a:pt x="77353" y="122958"/>
                </a:cubicBezTo>
                <a:cubicBezTo>
                  <a:pt x="76867" y="125216"/>
                  <a:pt x="76295" y="126530"/>
                  <a:pt x="75667" y="126930"/>
                </a:cubicBezTo>
                <a:lnTo>
                  <a:pt x="75295" y="127102"/>
                </a:lnTo>
                <a:cubicBezTo>
                  <a:pt x="74924" y="127102"/>
                  <a:pt x="74495" y="127102"/>
                  <a:pt x="73981" y="127102"/>
                </a:cubicBezTo>
                <a:cubicBezTo>
                  <a:pt x="73352" y="127102"/>
                  <a:pt x="70094" y="127044"/>
                  <a:pt x="64208" y="126930"/>
                </a:cubicBezTo>
                <a:cubicBezTo>
                  <a:pt x="58322" y="126787"/>
                  <a:pt x="49892" y="126730"/>
                  <a:pt x="38891" y="126730"/>
                </a:cubicBezTo>
                <a:cubicBezTo>
                  <a:pt x="22717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86" y="123930"/>
                  <a:pt x="4515" y="122044"/>
                </a:cubicBezTo>
                <a:cubicBezTo>
                  <a:pt x="5029" y="120415"/>
                  <a:pt x="5658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89" y="117900"/>
                  <a:pt x="31547" y="116786"/>
                </a:cubicBezTo>
                <a:cubicBezTo>
                  <a:pt x="31690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804" y="112843"/>
                </a:cubicBezTo>
                <a:cubicBezTo>
                  <a:pt x="34433" y="110700"/>
                  <a:pt x="36947" y="100870"/>
                  <a:pt x="41319" y="83353"/>
                </a:cubicBezTo>
                <a:cubicBezTo>
                  <a:pt x="43434" y="74838"/>
                  <a:pt x="45206" y="67894"/>
                  <a:pt x="46577" y="62522"/>
                </a:cubicBezTo>
                <a:cubicBezTo>
                  <a:pt x="55321" y="28089"/>
                  <a:pt x="59722" y="10516"/>
                  <a:pt x="59722" y="9773"/>
                </a:cubicBezTo>
                <a:cubicBezTo>
                  <a:pt x="59722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87" y="28804"/>
                  <a:pt x="8658" y="39433"/>
                </a:cubicBezTo>
                <a:cubicBezTo>
                  <a:pt x="7772" y="42177"/>
                  <a:pt x="7144" y="43805"/>
                  <a:pt x="6772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B9626-B7EF-4A44-9D95-D8D95117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367" y="1504731"/>
            <a:ext cx="62751" cy="59865"/>
          </a:xfrm>
          <a:custGeom xmlns:a="http://schemas.openxmlformats.org/drawingml/2006/main">
            <a:pathLst>
              <a:path w="62751" h="59865">
                <a:moveTo>
                  <a:pt x="0" y="37690"/>
                </a:moveTo>
                <a:cubicBezTo>
                  <a:pt x="0" y="28775"/>
                  <a:pt x="3343" y="20260"/>
                  <a:pt x="10058" y="12202"/>
                </a:cubicBezTo>
                <a:cubicBezTo>
                  <a:pt x="16802" y="4172"/>
                  <a:pt x="24346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20" y="3858"/>
                  <a:pt x="48149" y="2515"/>
                  <a:pt x="50806" y="2515"/>
                </a:cubicBezTo>
                <a:cubicBezTo>
                  <a:pt x="51978" y="2515"/>
                  <a:pt x="52978" y="2886"/>
                  <a:pt x="53864" y="3572"/>
                </a:cubicBezTo>
                <a:cubicBezTo>
                  <a:pt x="54750" y="4286"/>
                  <a:pt x="55207" y="5172"/>
                  <a:pt x="55207" y="6229"/>
                </a:cubicBezTo>
                <a:cubicBezTo>
                  <a:pt x="55207" y="7401"/>
                  <a:pt x="53550" y="14459"/>
                  <a:pt x="50292" y="27489"/>
                </a:cubicBezTo>
                <a:cubicBezTo>
                  <a:pt x="47006" y="40491"/>
                  <a:pt x="45320" y="47835"/>
                  <a:pt x="45234" y="49520"/>
                </a:cubicBezTo>
                <a:cubicBezTo>
                  <a:pt x="45234" y="51721"/>
                  <a:pt x="45549" y="53178"/>
                  <a:pt x="46177" y="53892"/>
                </a:cubicBezTo>
                <a:cubicBezTo>
                  <a:pt x="46777" y="54607"/>
                  <a:pt x="47720" y="55007"/>
                  <a:pt x="48949" y="55093"/>
                </a:cubicBezTo>
                <a:cubicBezTo>
                  <a:pt x="49749" y="55007"/>
                  <a:pt x="50635" y="54607"/>
                  <a:pt x="51606" y="53892"/>
                </a:cubicBezTo>
                <a:cubicBezTo>
                  <a:pt x="53464" y="52121"/>
                  <a:pt x="55293" y="47863"/>
                  <a:pt x="57064" y="41148"/>
                </a:cubicBezTo>
                <a:cubicBezTo>
                  <a:pt x="57579" y="39376"/>
                  <a:pt x="58036" y="38462"/>
                  <a:pt x="58379" y="38376"/>
                </a:cubicBezTo>
                <a:cubicBezTo>
                  <a:pt x="58550" y="38262"/>
                  <a:pt x="59007" y="38233"/>
                  <a:pt x="59693" y="38233"/>
                </a:cubicBezTo>
                <a:lnTo>
                  <a:pt x="60236" y="38233"/>
                </a:lnTo>
                <a:cubicBezTo>
                  <a:pt x="61922" y="38233"/>
                  <a:pt x="62751" y="38633"/>
                  <a:pt x="62751" y="39433"/>
                </a:cubicBezTo>
                <a:cubicBezTo>
                  <a:pt x="62751" y="39948"/>
                  <a:pt x="62551" y="41148"/>
                  <a:pt x="62093" y="43005"/>
                </a:cubicBezTo>
                <a:cubicBezTo>
                  <a:pt x="61665" y="44863"/>
                  <a:pt x="60779" y="47234"/>
                  <a:pt x="59436" y="50178"/>
                </a:cubicBezTo>
                <a:cubicBezTo>
                  <a:pt x="58122" y="53092"/>
                  <a:pt x="56693" y="55321"/>
                  <a:pt x="55207" y="56807"/>
                </a:cubicBezTo>
                <a:cubicBezTo>
                  <a:pt x="54035" y="57950"/>
                  <a:pt x="52635" y="58893"/>
                  <a:pt x="50949" y="59607"/>
                </a:cubicBezTo>
                <a:cubicBezTo>
                  <a:pt x="50235" y="59779"/>
                  <a:pt x="49178" y="59865"/>
                  <a:pt x="47749" y="59865"/>
                </a:cubicBezTo>
                <a:cubicBezTo>
                  <a:pt x="44748" y="59865"/>
                  <a:pt x="42234" y="59207"/>
                  <a:pt x="40205" y="57864"/>
                </a:cubicBezTo>
                <a:cubicBezTo>
                  <a:pt x="38148" y="56550"/>
                  <a:pt x="36833" y="55178"/>
                  <a:pt x="36205" y="53750"/>
                </a:cubicBezTo>
                <a:lnTo>
                  <a:pt x="35404" y="51778"/>
                </a:lnTo>
                <a:cubicBezTo>
                  <a:pt x="35319" y="51692"/>
                  <a:pt x="35147" y="51721"/>
                  <a:pt x="34890" y="51892"/>
                </a:cubicBezTo>
                <a:cubicBezTo>
                  <a:pt x="34719" y="52092"/>
                  <a:pt x="34519" y="52235"/>
                  <a:pt x="34347" y="52435"/>
                </a:cubicBezTo>
                <a:cubicBezTo>
                  <a:pt x="29146" y="57379"/>
                  <a:pt x="23832" y="59865"/>
                  <a:pt x="18431" y="59865"/>
                </a:cubicBezTo>
                <a:cubicBezTo>
                  <a:pt x="13573" y="59865"/>
                  <a:pt x="9287" y="58093"/>
                  <a:pt x="5544" y="54550"/>
                </a:cubicBezTo>
                <a:cubicBezTo>
                  <a:pt x="1829" y="51006"/>
                  <a:pt x="0" y="45406"/>
                  <a:pt x="0" y="37690"/>
                </a:cubicBezTo>
                <a:close/>
                <a:moveTo>
                  <a:pt x="42177" y="15002"/>
                </a:moveTo>
                <a:cubicBezTo>
                  <a:pt x="42177" y="14459"/>
                  <a:pt x="41977" y="13487"/>
                  <a:pt x="41519" y="12087"/>
                </a:cubicBezTo>
                <a:cubicBezTo>
                  <a:pt x="41091" y="10658"/>
                  <a:pt x="40062" y="9115"/>
                  <a:pt x="38462" y="7429"/>
                </a:cubicBezTo>
                <a:cubicBezTo>
                  <a:pt x="36890" y="5772"/>
                  <a:pt x="34833" y="4858"/>
                  <a:pt x="32375" y="4772"/>
                </a:cubicBezTo>
                <a:cubicBezTo>
                  <a:pt x="29261" y="4772"/>
                  <a:pt x="26318" y="6144"/>
                  <a:pt x="23460" y="8887"/>
                </a:cubicBezTo>
                <a:cubicBezTo>
                  <a:pt x="20660" y="11630"/>
                  <a:pt x="18431" y="15230"/>
                  <a:pt x="16831" y="19631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91"/>
                  <a:pt x="11401" y="42177"/>
                  <a:pt x="11401" y="42862"/>
                </a:cubicBezTo>
                <a:cubicBezTo>
                  <a:pt x="11401" y="43577"/>
                  <a:pt x="11344" y="44120"/>
                  <a:pt x="11259" y="44463"/>
                </a:cubicBezTo>
                <a:cubicBezTo>
                  <a:pt x="11259" y="48435"/>
                  <a:pt x="12059" y="51178"/>
                  <a:pt x="13659" y="52692"/>
                </a:cubicBezTo>
                <a:cubicBezTo>
                  <a:pt x="15230" y="54207"/>
                  <a:pt x="17145" y="55007"/>
                  <a:pt x="19374" y="55093"/>
                </a:cubicBezTo>
                <a:cubicBezTo>
                  <a:pt x="22717" y="55093"/>
                  <a:pt x="26032" y="53635"/>
                  <a:pt x="29318" y="50721"/>
                </a:cubicBezTo>
                <a:cubicBezTo>
                  <a:pt x="32604" y="47777"/>
                  <a:pt x="34519" y="45520"/>
                  <a:pt x="35147" y="43920"/>
                </a:cubicBezTo>
                <a:cubicBezTo>
                  <a:pt x="35319" y="43577"/>
                  <a:pt x="36519" y="38833"/>
                  <a:pt x="38748" y="29747"/>
                </a:cubicBezTo>
                <a:cubicBezTo>
                  <a:pt x="40948" y="20603"/>
                  <a:pt x="42091" y="15716"/>
                  <a:pt x="42177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19409-655A-42A4-A5F5-C5546AEC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367" y="1504731"/>
            <a:ext cx="62751" cy="59865"/>
          </a:xfrm>
          <a:custGeom xmlns:a="http://schemas.openxmlformats.org/drawingml/2006/main">
            <a:pathLst>
              <a:path w="62751" h="59865" fill="none">
                <a:moveTo>
                  <a:pt x="0" y="37690"/>
                </a:moveTo>
                <a:cubicBezTo>
                  <a:pt x="0" y="28775"/>
                  <a:pt x="3343" y="20260"/>
                  <a:pt x="10058" y="12202"/>
                </a:cubicBezTo>
                <a:cubicBezTo>
                  <a:pt x="16802" y="4172"/>
                  <a:pt x="24346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20" y="3858"/>
                  <a:pt x="48149" y="2515"/>
                  <a:pt x="50806" y="2515"/>
                </a:cubicBezTo>
                <a:cubicBezTo>
                  <a:pt x="51978" y="2515"/>
                  <a:pt x="52978" y="2886"/>
                  <a:pt x="53864" y="3572"/>
                </a:cubicBezTo>
                <a:cubicBezTo>
                  <a:pt x="54750" y="4286"/>
                  <a:pt x="55207" y="5172"/>
                  <a:pt x="55207" y="6229"/>
                </a:cubicBezTo>
                <a:cubicBezTo>
                  <a:pt x="55207" y="7401"/>
                  <a:pt x="53550" y="14459"/>
                  <a:pt x="50292" y="27489"/>
                </a:cubicBezTo>
                <a:cubicBezTo>
                  <a:pt x="47006" y="40491"/>
                  <a:pt x="45320" y="47835"/>
                  <a:pt x="45234" y="49520"/>
                </a:cubicBezTo>
                <a:cubicBezTo>
                  <a:pt x="45234" y="51721"/>
                  <a:pt x="45549" y="53178"/>
                  <a:pt x="46177" y="53892"/>
                </a:cubicBezTo>
                <a:cubicBezTo>
                  <a:pt x="46777" y="54607"/>
                  <a:pt x="47720" y="55007"/>
                  <a:pt x="48949" y="55093"/>
                </a:cubicBezTo>
                <a:cubicBezTo>
                  <a:pt x="49749" y="55007"/>
                  <a:pt x="50635" y="54607"/>
                  <a:pt x="51606" y="53892"/>
                </a:cubicBezTo>
                <a:cubicBezTo>
                  <a:pt x="53464" y="52121"/>
                  <a:pt x="55293" y="47863"/>
                  <a:pt x="57064" y="41148"/>
                </a:cubicBezTo>
                <a:cubicBezTo>
                  <a:pt x="57579" y="39376"/>
                  <a:pt x="58036" y="38462"/>
                  <a:pt x="58379" y="38376"/>
                </a:cubicBezTo>
                <a:cubicBezTo>
                  <a:pt x="58550" y="38262"/>
                  <a:pt x="59007" y="38233"/>
                  <a:pt x="59693" y="38233"/>
                </a:cubicBezTo>
                <a:lnTo>
                  <a:pt x="60236" y="38233"/>
                </a:lnTo>
                <a:cubicBezTo>
                  <a:pt x="61922" y="38233"/>
                  <a:pt x="62751" y="38633"/>
                  <a:pt x="62751" y="39433"/>
                </a:cubicBezTo>
                <a:cubicBezTo>
                  <a:pt x="62751" y="39948"/>
                  <a:pt x="62551" y="41148"/>
                  <a:pt x="62093" y="43005"/>
                </a:cubicBezTo>
                <a:cubicBezTo>
                  <a:pt x="61665" y="44863"/>
                  <a:pt x="60779" y="47234"/>
                  <a:pt x="59436" y="50178"/>
                </a:cubicBezTo>
                <a:cubicBezTo>
                  <a:pt x="58122" y="53092"/>
                  <a:pt x="56693" y="55321"/>
                  <a:pt x="55207" y="56807"/>
                </a:cubicBezTo>
                <a:cubicBezTo>
                  <a:pt x="54035" y="57950"/>
                  <a:pt x="52635" y="58893"/>
                  <a:pt x="50949" y="59607"/>
                </a:cubicBezTo>
                <a:cubicBezTo>
                  <a:pt x="50235" y="59779"/>
                  <a:pt x="49178" y="59865"/>
                  <a:pt x="47749" y="59865"/>
                </a:cubicBezTo>
                <a:cubicBezTo>
                  <a:pt x="44748" y="59865"/>
                  <a:pt x="42234" y="59207"/>
                  <a:pt x="40205" y="57864"/>
                </a:cubicBezTo>
                <a:cubicBezTo>
                  <a:pt x="38148" y="56550"/>
                  <a:pt x="36833" y="55178"/>
                  <a:pt x="36205" y="53750"/>
                </a:cubicBezTo>
                <a:lnTo>
                  <a:pt x="35404" y="51778"/>
                </a:lnTo>
                <a:cubicBezTo>
                  <a:pt x="35319" y="51692"/>
                  <a:pt x="35147" y="51721"/>
                  <a:pt x="34890" y="51892"/>
                </a:cubicBezTo>
                <a:cubicBezTo>
                  <a:pt x="34719" y="52092"/>
                  <a:pt x="34519" y="52235"/>
                  <a:pt x="34347" y="52435"/>
                </a:cubicBezTo>
                <a:cubicBezTo>
                  <a:pt x="29146" y="57379"/>
                  <a:pt x="23832" y="59865"/>
                  <a:pt x="18431" y="59865"/>
                </a:cubicBezTo>
                <a:cubicBezTo>
                  <a:pt x="13573" y="59865"/>
                  <a:pt x="9287" y="58093"/>
                  <a:pt x="5544" y="54550"/>
                </a:cubicBezTo>
                <a:cubicBezTo>
                  <a:pt x="1829" y="51006"/>
                  <a:pt x="0" y="45406"/>
                  <a:pt x="0" y="37690"/>
                </a:cubicBezTo>
                <a:close/>
                <a:moveTo>
                  <a:pt x="42177" y="15002"/>
                </a:moveTo>
                <a:cubicBezTo>
                  <a:pt x="42177" y="14459"/>
                  <a:pt x="41977" y="13487"/>
                  <a:pt x="41519" y="12087"/>
                </a:cubicBezTo>
                <a:cubicBezTo>
                  <a:pt x="41091" y="10658"/>
                  <a:pt x="40062" y="9115"/>
                  <a:pt x="38462" y="7429"/>
                </a:cubicBezTo>
                <a:cubicBezTo>
                  <a:pt x="36890" y="5772"/>
                  <a:pt x="34833" y="4858"/>
                  <a:pt x="32375" y="4772"/>
                </a:cubicBezTo>
                <a:cubicBezTo>
                  <a:pt x="29261" y="4772"/>
                  <a:pt x="26318" y="6144"/>
                  <a:pt x="23460" y="8887"/>
                </a:cubicBezTo>
                <a:cubicBezTo>
                  <a:pt x="20660" y="11630"/>
                  <a:pt x="18431" y="15230"/>
                  <a:pt x="16831" y="19631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91"/>
                  <a:pt x="11401" y="42177"/>
                  <a:pt x="11401" y="42862"/>
                </a:cubicBezTo>
                <a:cubicBezTo>
                  <a:pt x="11401" y="43577"/>
                  <a:pt x="11344" y="44120"/>
                  <a:pt x="11259" y="44463"/>
                </a:cubicBezTo>
                <a:cubicBezTo>
                  <a:pt x="11259" y="48435"/>
                  <a:pt x="12059" y="51178"/>
                  <a:pt x="13659" y="52692"/>
                </a:cubicBezTo>
                <a:cubicBezTo>
                  <a:pt x="15230" y="54207"/>
                  <a:pt x="17145" y="55007"/>
                  <a:pt x="19374" y="55093"/>
                </a:cubicBezTo>
                <a:cubicBezTo>
                  <a:pt x="22717" y="55093"/>
                  <a:pt x="26032" y="53635"/>
                  <a:pt x="29318" y="50721"/>
                </a:cubicBezTo>
                <a:cubicBezTo>
                  <a:pt x="32604" y="47777"/>
                  <a:pt x="34519" y="45520"/>
                  <a:pt x="35147" y="43920"/>
                </a:cubicBezTo>
                <a:cubicBezTo>
                  <a:pt x="35319" y="43577"/>
                  <a:pt x="36519" y="38833"/>
                  <a:pt x="38748" y="29747"/>
                </a:cubicBezTo>
                <a:cubicBezTo>
                  <a:pt x="40948" y="20603"/>
                  <a:pt x="42091" y="15716"/>
                  <a:pt x="42177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48C29-D041-4AA2-84DA-58C67870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235" y="1512389"/>
            <a:ext cx="24775" cy="59265"/>
          </a:xfrm>
          <a:custGeom xmlns:a="http://schemas.openxmlformats.org/drawingml/2006/main">
            <a:pathLst>
              <a:path w="24775" h="59265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59" y="0"/>
                </a:cubicBezTo>
                <a:cubicBezTo>
                  <a:pt x="14573" y="0"/>
                  <a:pt x="17688" y="1572"/>
                  <a:pt x="20460" y="4686"/>
                </a:cubicBezTo>
                <a:cubicBezTo>
                  <a:pt x="23203" y="7830"/>
                  <a:pt x="24660" y="13345"/>
                  <a:pt x="24775" y="21231"/>
                </a:cubicBezTo>
                <a:cubicBezTo>
                  <a:pt x="24775" y="25603"/>
                  <a:pt x="24203" y="29861"/>
                  <a:pt x="23089" y="33976"/>
                </a:cubicBezTo>
                <a:cubicBezTo>
                  <a:pt x="21974" y="38119"/>
                  <a:pt x="20631" y="41691"/>
                  <a:pt x="19145" y="44691"/>
                </a:cubicBezTo>
                <a:cubicBezTo>
                  <a:pt x="17631" y="47692"/>
                  <a:pt x="16002" y="50263"/>
                  <a:pt x="14259" y="52378"/>
                </a:cubicBezTo>
                <a:cubicBezTo>
                  <a:pt x="12516" y="54493"/>
                  <a:pt x="11001" y="56207"/>
                  <a:pt x="9744" y="57436"/>
                </a:cubicBezTo>
                <a:cubicBezTo>
                  <a:pt x="8487" y="58693"/>
                  <a:pt x="7687" y="59265"/>
                  <a:pt x="7315" y="59122"/>
                </a:cubicBezTo>
                <a:cubicBezTo>
                  <a:pt x="6801" y="59122"/>
                  <a:pt x="6001" y="58579"/>
                  <a:pt x="4886" y="57436"/>
                </a:cubicBezTo>
                <a:cubicBezTo>
                  <a:pt x="3743" y="56321"/>
                  <a:pt x="3200" y="55521"/>
                  <a:pt x="3200" y="55007"/>
                </a:cubicBezTo>
                <a:cubicBezTo>
                  <a:pt x="3200" y="54493"/>
                  <a:pt x="3858" y="53521"/>
                  <a:pt x="5258" y="52006"/>
                </a:cubicBezTo>
                <a:cubicBezTo>
                  <a:pt x="6629" y="50521"/>
                  <a:pt x="8201" y="48635"/>
                  <a:pt x="9944" y="46377"/>
                </a:cubicBezTo>
                <a:cubicBezTo>
                  <a:pt x="11687" y="44120"/>
                  <a:pt x="13316" y="40977"/>
                  <a:pt x="14830" y="36976"/>
                </a:cubicBezTo>
                <a:cubicBezTo>
                  <a:pt x="16316" y="32976"/>
                  <a:pt x="17316" y="28404"/>
                  <a:pt x="17831" y="23289"/>
                </a:cubicBezTo>
                <a:lnTo>
                  <a:pt x="17831" y="21031"/>
                </a:lnTo>
                <a:lnTo>
                  <a:pt x="17631" y="21231"/>
                </a:lnTo>
                <a:cubicBezTo>
                  <a:pt x="17374" y="21346"/>
                  <a:pt x="17059" y="21460"/>
                  <a:pt x="16716" y="21603"/>
                </a:cubicBezTo>
                <a:cubicBezTo>
                  <a:pt x="16316" y="21717"/>
                  <a:pt x="15945" y="21917"/>
                  <a:pt x="15573" y="22146"/>
                </a:cubicBezTo>
                <a:cubicBezTo>
                  <a:pt x="15202" y="22403"/>
                  <a:pt x="14630" y="22546"/>
                  <a:pt x="13887" y="22546"/>
                </a:cubicBezTo>
                <a:cubicBezTo>
                  <a:pt x="13145" y="22546"/>
                  <a:pt x="12373" y="22603"/>
                  <a:pt x="11630" y="22717"/>
                </a:cubicBezTo>
                <a:cubicBezTo>
                  <a:pt x="8258" y="22717"/>
                  <a:pt x="5486" y="21660"/>
                  <a:pt x="3372" y="19545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B7786-B267-457B-8CB8-8BAEFD4B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235" y="1512389"/>
            <a:ext cx="24775" cy="59265"/>
          </a:xfrm>
          <a:custGeom xmlns:a="http://schemas.openxmlformats.org/drawingml/2006/main">
            <a:pathLst>
              <a:path w="24775" h="59265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59" y="0"/>
                </a:cubicBezTo>
                <a:cubicBezTo>
                  <a:pt x="14573" y="0"/>
                  <a:pt x="17688" y="1572"/>
                  <a:pt x="20460" y="4686"/>
                </a:cubicBezTo>
                <a:cubicBezTo>
                  <a:pt x="23203" y="7830"/>
                  <a:pt x="24660" y="13345"/>
                  <a:pt x="24775" y="21231"/>
                </a:cubicBezTo>
                <a:cubicBezTo>
                  <a:pt x="24775" y="25603"/>
                  <a:pt x="24203" y="29861"/>
                  <a:pt x="23089" y="33976"/>
                </a:cubicBezTo>
                <a:cubicBezTo>
                  <a:pt x="21974" y="38119"/>
                  <a:pt x="20631" y="41691"/>
                  <a:pt x="19145" y="44691"/>
                </a:cubicBezTo>
                <a:cubicBezTo>
                  <a:pt x="17631" y="47692"/>
                  <a:pt x="16002" y="50263"/>
                  <a:pt x="14259" y="52378"/>
                </a:cubicBezTo>
                <a:cubicBezTo>
                  <a:pt x="12516" y="54493"/>
                  <a:pt x="11001" y="56207"/>
                  <a:pt x="9744" y="57436"/>
                </a:cubicBezTo>
                <a:cubicBezTo>
                  <a:pt x="8487" y="58693"/>
                  <a:pt x="7687" y="59265"/>
                  <a:pt x="7315" y="59122"/>
                </a:cubicBezTo>
                <a:cubicBezTo>
                  <a:pt x="6801" y="59122"/>
                  <a:pt x="6001" y="58579"/>
                  <a:pt x="4886" y="57436"/>
                </a:cubicBezTo>
                <a:cubicBezTo>
                  <a:pt x="3743" y="56321"/>
                  <a:pt x="3200" y="55521"/>
                  <a:pt x="3200" y="55007"/>
                </a:cubicBezTo>
                <a:cubicBezTo>
                  <a:pt x="3200" y="54493"/>
                  <a:pt x="3858" y="53521"/>
                  <a:pt x="5258" y="52006"/>
                </a:cubicBezTo>
                <a:cubicBezTo>
                  <a:pt x="6629" y="50521"/>
                  <a:pt x="8201" y="48635"/>
                  <a:pt x="9944" y="46377"/>
                </a:cubicBezTo>
                <a:cubicBezTo>
                  <a:pt x="11687" y="44120"/>
                  <a:pt x="13316" y="40977"/>
                  <a:pt x="14830" y="36976"/>
                </a:cubicBezTo>
                <a:cubicBezTo>
                  <a:pt x="16316" y="32976"/>
                  <a:pt x="17316" y="28404"/>
                  <a:pt x="17831" y="23289"/>
                </a:cubicBezTo>
                <a:lnTo>
                  <a:pt x="17831" y="21031"/>
                </a:lnTo>
                <a:lnTo>
                  <a:pt x="17631" y="21231"/>
                </a:lnTo>
                <a:cubicBezTo>
                  <a:pt x="17374" y="21346"/>
                  <a:pt x="17059" y="21460"/>
                  <a:pt x="16716" y="21603"/>
                </a:cubicBezTo>
                <a:cubicBezTo>
                  <a:pt x="16316" y="21717"/>
                  <a:pt x="15945" y="21917"/>
                  <a:pt x="15573" y="22146"/>
                </a:cubicBezTo>
                <a:cubicBezTo>
                  <a:pt x="15202" y="22403"/>
                  <a:pt x="14630" y="22546"/>
                  <a:pt x="13887" y="22546"/>
                </a:cubicBezTo>
                <a:cubicBezTo>
                  <a:pt x="13145" y="22546"/>
                  <a:pt x="12373" y="22603"/>
                  <a:pt x="11630" y="22717"/>
                </a:cubicBezTo>
                <a:cubicBezTo>
                  <a:pt x="8258" y="22717"/>
                  <a:pt x="5486" y="21660"/>
                  <a:pt x="3372" y="19545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A0C4F-5B12-4BC6-B853-87179311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416" y="1452124"/>
            <a:ext cx="74295" cy="85296"/>
          </a:xfrm>
          <a:custGeom xmlns:a="http://schemas.openxmlformats.org/drawingml/2006/main">
            <a:pathLst>
              <a:path w="74295" h="85296">
                <a:moveTo>
                  <a:pt x="0" y="53121"/>
                </a:moveTo>
                <a:cubicBezTo>
                  <a:pt x="0" y="39491"/>
                  <a:pt x="5401" y="27232"/>
                  <a:pt x="16173" y="16345"/>
                </a:cubicBezTo>
                <a:cubicBezTo>
                  <a:pt x="26918" y="5458"/>
                  <a:pt x="38576" y="0"/>
                  <a:pt x="51092" y="0"/>
                </a:cubicBezTo>
                <a:cubicBezTo>
                  <a:pt x="58093" y="0"/>
                  <a:pt x="63579" y="1514"/>
                  <a:pt x="67608" y="4515"/>
                </a:cubicBezTo>
                <a:cubicBezTo>
                  <a:pt x="71609" y="7515"/>
                  <a:pt x="73666" y="11459"/>
                  <a:pt x="73781" y="16345"/>
                </a:cubicBezTo>
                <a:cubicBezTo>
                  <a:pt x="73781" y="19974"/>
                  <a:pt x="72609" y="23031"/>
                  <a:pt x="70237" y="25546"/>
                </a:cubicBezTo>
                <a:cubicBezTo>
                  <a:pt x="67866" y="28032"/>
                  <a:pt x="64837" y="29347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521" y="24489"/>
                  <a:pt x="53521" y="21974"/>
                </a:cubicBezTo>
                <a:cubicBezTo>
                  <a:pt x="53521" y="19460"/>
                  <a:pt x="54207" y="17345"/>
                  <a:pt x="55578" y="15602"/>
                </a:cubicBezTo>
                <a:cubicBezTo>
                  <a:pt x="56950" y="13830"/>
                  <a:pt x="58322" y="12516"/>
                  <a:pt x="59722" y="11630"/>
                </a:cubicBezTo>
                <a:cubicBezTo>
                  <a:pt x="61093" y="10773"/>
                  <a:pt x="61979" y="10401"/>
                  <a:pt x="62351" y="10516"/>
                </a:cubicBezTo>
                <a:lnTo>
                  <a:pt x="62522" y="10516"/>
                </a:lnTo>
                <a:cubicBezTo>
                  <a:pt x="62522" y="10258"/>
                  <a:pt x="62151" y="9887"/>
                  <a:pt x="61408" y="9401"/>
                </a:cubicBezTo>
                <a:cubicBezTo>
                  <a:pt x="60665" y="8887"/>
                  <a:pt x="59350" y="8401"/>
                  <a:pt x="57464" y="7887"/>
                </a:cubicBezTo>
                <a:cubicBezTo>
                  <a:pt x="55578" y="7401"/>
                  <a:pt x="53464" y="7144"/>
                  <a:pt x="51092" y="7144"/>
                </a:cubicBezTo>
                <a:cubicBezTo>
                  <a:pt x="47320" y="7144"/>
                  <a:pt x="43748" y="8001"/>
                  <a:pt x="40376" y="9773"/>
                </a:cubicBezTo>
                <a:cubicBezTo>
                  <a:pt x="37748" y="10887"/>
                  <a:pt x="35062" y="12830"/>
                  <a:pt x="32318" y="15602"/>
                </a:cubicBezTo>
                <a:cubicBezTo>
                  <a:pt x="26803" y="21088"/>
                  <a:pt x="22803" y="28861"/>
                  <a:pt x="20288" y="38862"/>
                </a:cubicBezTo>
                <a:cubicBezTo>
                  <a:pt x="17802" y="48892"/>
                  <a:pt x="16488" y="56121"/>
                  <a:pt x="16345" y="60636"/>
                </a:cubicBezTo>
                <a:cubicBezTo>
                  <a:pt x="16345" y="66408"/>
                  <a:pt x="17974" y="70723"/>
                  <a:pt x="21231" y="73609"/>
                </a:cubicBezTo>
                <a:cubicBezTo>
                  <a:pt x="24003" y="76610"/>
                  <a:pt x="27603" y="78095"/>
                  <a:pt x="32118" y="78095"/>
                </a:cubicBezTo>
                <a:lnTo>
                  <a:pt x="32861" y="78095"/>
                </a:lnTo>
                <a:cubicBezTo>
                  <a:pt x="46892" y="78095"/>
                  <a:pt x="58464" y="72781"/>
                  <a:pt x="67608" y="62151"/>
                </a:cubicBezTo>
                <a:cubicBezTo>
                  <a:pt x="68723" y="60893"/>
                  <a:pt x="69466" y="60265"/>
                  <a:pt x="69866" y="60265"/>
                </a:cubicBezTo>
                <a:cubicBezTo>
                  <a:pt x="70352" y="60265"/>
                  <a:pt x="71180" y="60836"/>
                  <a:pt x="72295" y="61951"/>
                </a:cubicBezTo>
                <a:cubicBezTo>
                  <a:pt x="73409" y="63094"/>
                  <a:pt x="74038" y="63951"/>
                  <a:pt x="74181" y="64579"/>
                </a:cubicBezTo>
                <a:cubicBezTo>
                  <a:pt x="74295" y="65208"/>
                  <a:pt x="73723" y="66151"/>
                  <a:pt x="72466" y="67408"/>
                </a:cubicBezTo>
                <a:cubicBezTo>
                  <a:pt x="71237" y="68666"/>
                  <a:pt x="69409" y="70409"/>
                  <a:pt x="67037" y="72666"/>
                </a:cubicBezTo>
                <a:cubicBezTo>
                  <a:pt x="64665" y="74895"/>
                  <a:pt x="61836" y="76781"/>
                  <a:pt x="58579" y="78296"/>
                </a:cubicBezTo>
                <a:cubicBezTo>
                  <a:pt x="55321" y="79810"/>
                  <a:pt x="51321" y="81353"/>
                  <a:pt x="46577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74" y="85039"/>
                  <a:pt x="14602" y="82039"/>
                  <a:pt x="8830" y="76038"/>
                </a:cubicBezTo>
                <a:cubicBezTo>
                  <a:pt x="3086" y="70037"/>
                  <a:pt x="143" y="62408"/>
                  <a:pt x="0" y="53121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04B6B-A752-4FB9-A71E-B5C4FA80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416" y="1452124"/>
            <a:ext cx="74295" cy="85296"/>
          </a:xfrm>
          <a:custGeom xmlns:a="http://schemas.openxmlformats.org/drawingml/2006/main">
            <a:pathLst>
              <a:path w="74295" h="85296" fill="none">
                <a:moveTo>
                  <a:pt x="0" y="53121"/>
                </a:moveTo>
                <a:cubicBezTo>
                  <a:pt x="0" y="39491"/>
                  <a:pt x="5401" y="27232"/>
                  <a:pt x="16173" y="16345"/>
                </a:cubicBezTo>
                <a:cubicBezTo>
                  <a:pt x="26918" y="5458"/>
                  <a:pt x="38576" y="0"/>
                  <a:pt x="51092" y="0"/>
                </a:cubicBezTo>
                <a:cubicBezTo>
                  <a:pt x="58093" y="0"/>
                  <a:pt x="63579" y="1514"/>
                  <a:pt x="67608" y="4515"/>
                </a:cubicBezTo>
                <a:cubicBezTo>
                  <a:pt x="71609" y="7515"/>
                  <a:pt x="73666" y="11459"/>
                  <a:pt x="73781" y="16345"/>
                </a:cubicBezTo>
                <a:cubicBezTo>
                  <a:pt x="73781" y="19974"/>
                  <a:pt x="72609" y="23031"/>
                  <a:pt x="70237" y="25546"/>
                </a:cubicBezTo>
                <a:cubicBezTo>
                  <a:pt x="67866" y="28032"/>
                  <a:pt x="64837" y="29347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521" y="24489"/>
                  <a:pt x="53521" y="21974"/>
                </a:cubicBezTo>
                <a:cubicBezTo>
                  <a:pt x="53521" y="19460"/>
                  <a:pt x="54207" y="17345"/>
                  <a:pt x="55578" y="15602"/>
                </a:cubicBezTo>
                <a:cubicBezTo>
                  <a:pt x="56950" y="13830"/>
                  <a:pt x="58322" y="12516"/>
                  <a:pt x="59722" y="11630"/>
                </a:cubicBezTo>
                <a:cubicBezTo>
                  <a:pt x="61093" y="10773"/>
                  <a:pt x="61979" y="10401"/>
                  <a:pt x="62351" y="10516"/>
                </a:cubicBezTo>
                <a:lnTo>
                  <a:pt x="62522" y="10516"/>
                </a:lnTo>
                <a:cubicBezTo>
                  <a:pt x="62522" y="10258"/>
                  <a:pt x="62151" y="9887"/>
                  <a:pt x="61408" y="9401"/>
                </a:cubicBezTo>
                <a:cubicBezTo>
                  <a:pt x="60665" y="8887"/>
                  <a:pt x="59350" y="8401"/>
                  <a:pt x="57464" y="7887"/>
                </a:cubicBezTo>
                <a:cubicBezTo>
                  <a:pt x="55578" y="7401"/>
                  <a:pt x="53464" y="7144"/>
                  <a:pt x="51092" y="7144"/>
                </a:cubicBezTo>
                <a:cubicBezTo>
                  <a:pt x="47320" y="7144"/>
                  <a:pt x="43748" y="8001"/>
                  <a:pt x="40376" y="9773"/>
                </a:cubicBezTo>
                <a:cubicBezTo>
                  <a:pt x="37748" y="10887"/>
                  <a:pt x="35062" y="12830"/>
                  <a:pt x="32318" y="15602"/>
                </a:cubicBezTo>
                <a:cubicBezTo>
                  <a:pt x="26803" y="21088"/>
                  <a:pt x="22803" y="28861"/>
                  <a:pt x="20288" y="38862"/>
                </a:cubicBezTo>
                <a:cubicBezTo>
                  <a:pt x="17802" y="48892"/>
                  <a:pt x="16488" y="56121"/>
                  <a:pt x="16345" y="60636"/>
                </a:cubicBezTo>
                <a:cubicBezTo>
                  <a:pt x="16345" y="66408"/>
                  <a:pt x="17974" y="70723"/>
                  <a:pt x="21231" y="73609"/>
                </a:cubicBezTo>
                <a:cubicBezTo>
                  <a:pt x="24003" y="76610"/>
                  <a:pt x="27603" y="78095"/>
                  <a:pt x="32118" y="78095"/>
                </a:cubicBezTo>
                <a:lnTo>
                  <a:pt x="32861" y="78095"/>
                </a:lnTo>
                <a:cubicBezTo>
                  <a:pt x="46892" y="78095"/>
                  <a:pt x="58464" y="72781"/>
                  <a:pt x="67608" y="62151"/>
                </a:cubicBezTo>
                <a:cubicBezTo>
                  <a:pt x="68723" y="60893"/>
                  <a:pt x="69466" y="60265"/>
                  <a:pt x="69866" y="60265"/>
                </a:cubicBezTo>
                <a:cubicBezTo>
                  <a:pt x="70352" y="60265"/>
                  <a:pt x="71180" y="60836"/>
                  <a:pt x="72295" y="61951"/>
                </a:cubicBezTo>
                <a:cubicBezTo>
                  <a:pt x="73409" y="63094"/>
                  <a:pt x="74038" y="63951"/>
                  <a:pt x="74181" y="64579"/>
                </a:cubicBezTo>
                <a:cubicBezTo>
                  <a:pt x="74295" y="65208"/>
                  <a:pt x="73723" y="66151"/>
                  <a:pt x="72466" y="67408"/>
                </a:cubicBezTo>
                <a:cubicBezTo>
                  <a:pt x="71237" y="68666"/>
                  <a:pt x="69409" y="70409"/>
                  <a:pt x="67037" y="72666"/>
                </a:cubicBezTo>
                <a:cubicBezTo>
                  <a:pt x="64665" y="74895"/>
                  <a:pt x="61836" y="76781"/>
                  <a:pt x="58579" y="78296"/>
                </a:cubicBezTo>
                <a:cubicBezTo>
                  <a:pt x="55321" y="79810"/>
                  <a:pt x="51321" y="81353"/>
                  <a:pt x="46577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74" y="85039"/>
                  <a:pt x="14602" y="82039"/>
                  <a:pt x="8830" y="76038"/>
                </a:cubicBezTo>
                <a:cubicBezTo>
                  <a:pt x="3086" y="70037"/>
                  <a:pt x="143" y="62408"/>
                  <a:pt x="0" y="531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D9AD9-21EA-49C2-8BB3-14B25340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713" y="1474870"/>
            <a:ext cx="55864" cy="91326"/>
          </a:xfrm>
          <a:custGeom xmlns:a="http://schemas.openxmlformats.org/drawingml/2006/main">
            <a:pathLst>
              <a:path w="55864" h="91326">
                <a:moveTo>
                  <a:pt x="7572" y="10744"/>
                </a:moveTo>
                <a:cubicBezTo>
                  <a:pt x="12516" y="3572"/>
                  <a:pt x="19288" y="0"/>
                  <a:pt x="27861" y="0"/>
                </a:cubicBezTo>
                <a:cubicBezTo>
                  <a:pt x="32118" y="0"/>
                  <a:pt x="36376" y="1143"/>
                  <a:pt x="40605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78" y="70123"/>
                  <a:pt x="50149" y="77381"/>
                </a:cubicBezTo>
                <a:cubicBezTo>
                  <a:pt x="48406" y="81096"/>
                  <a:pt x="45977" y="84068"/>
                  <a:pt x="42862" y="86268"/>
                </a:cubicBezTo>
                <a:cubicBezTo>
                  <a:pt x="39776" y="88497"/>
                  <a:pt x="37062" y="89868"/>
                  <a:pt x="34776" y="90383"/>
                </a:cubicBezTo>
                <a:cubicBezTo>
                  <a:pt x="32461" y="90926"/>
                  <a:pt x="30204" y="91240"/>
                  <a:pt x="28003" y="91326"/>
                </a:cubicBezTo>
                <a:cubicBezTo>
                  <a:pt x="25717" y="91326"/>
                  <a:pt x="23403" y="91040"/>
                  <a:pt x="21088" y="90526"/>
                </a:cubicBezTo>
                <a:cubicBezTo>
                  <a:pt x="18802" y="89983"/>
                  <a:pt x="16116" y="88583"/>
                  <a:pt x="13002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33" y="9144"/>
                </a:moveTo>
                <a:cubicBezTo>
                  <a:pt x="34776" y="6344"/>
                  <a:pt x="31633" y="4915"/>
                  <a:pt x="28003" y="4915"/>
                </a:cubicBezTo>
                <a:cubicBezTo>
                  <a:pt x="24289" y="4915"/>
                  <a:pt x="21088" y="6344"/>
                  <a:pt x="18459" y="9144"/>
                </a:cubicBezTo>
                <a:cubicBezTo>
                  <a:pt x="16231" y="11459"/>
                  <a:pt x="14773" y="14659"/>
                  <a:pt x="14059" y="18717"/>
                </a:cubicBezTo>
                <a:cubicBezTo>
                  <a:pt x="13373" y="22774"/>
                  <a:pt x="13002" y="31290"/>
                  <a:pt x="13002" y="44206"/>
                </a:cubicBezTo>
                <a:cubicBezTo>
                  <a:pt x="13002" y="58179"/>
                  <a:pt x="13373" y="67380"/>
                  <a:pt x="14059" y="71809"/>
                </a:cubicBezTo>
                <a:cubicBezTo>
                  <a:pt x="14773" y="76238"/>
                  <a:pt x="16373" y="79724"/>
                  <a:pt x="18831" y="82296"/>
                </a:cubicBezTo>
                <a:cubicBezTo>
                  <a:pt x="21317" y="84953"/>
                  <a:pt x="24374" y="86268"/>
                  <a:pt x="28003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177" y="75924"/>
                  <a:pt x="41805" y="71152"/>
                </a:cubicBezTo>
                <a:cubicBezTo>
                  <a:pt x="42434" y="66351"/>
                  <a:pt x="42777" y="57379"/>
                  <a:pt x="42862" y="44206"/>
                </a:cubicBezTo>
                <a:cubicBezTo>
                  <a:pt x="42862" y="31375"/>
                  <a:pt x="42520" y="22917"/>
                  <a:pt x="41805" y="18831"/>
                </a:cubicBezTo>
                <a:cubicBezTo>
                  <a:pt x="41091" y="14773"/>
                  <a:pt x="39634" y="11544"/>
                  <a:pt x="37433" y="9144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D02B9-25D4-48A9-B57F-62081903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713" y="1474870"/>
            <a:ext cx="55864" cy="91326"/>
          </a:xfrm>
          <a:custGeom xmlns:a="http://schemas.openxmlformats.org/drawingml/2006/main">
            <a:pathLst>
              <a:path w="55864" h="91326" fill="none">
                <a:moveTo>
                  <a:pt x="7572" y="10744"/>
                </a:moveTo>
                <a:cubicBezTo>
                  <a:pt x="12516" y="3572"/>
                  <a:pt x="19288" y="0"/>
                  <a:pt x="27861" y="0"/>
                </a:cubicBezTo>
                <a:cubicBezTo>
                  <a:pt x="32118" y="0"/>
                  <a:pt x="36376" y="1143"/>
                  <a:pt x="40605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78" y="70123"/>
                  <a:pt x="50149" y="77381"/>
                </a:cubicBezTo>
                <a:cubicBezTo>
                  <a:pt x="48406" y="81096"/>
                  <a:pt x="45977" y="84068"/>
                  <a:pt x="42862" y="86268"/>
                </a:cubicBezTo>
                <a:cubicBezTo>
                  <a:pt x="39776" y="88497"/>
                  <a:pt x="37062" y="89868"/>
                  <a:pt x="34776" y="90383"/>
                </a:cubicBezTo>
                <a:cubicBezTo>
                  <a:pt x="32461" y="90926"/>
                  <a:pt x="30204" y="91240"/>
                  <a:pt x="28003" y="91326"/>
                </a:cubicBezTo>
                <a:cubicBezTo>
                  <a:pt x="25717" y="91326"/>
                  <a:pt x="23403" y="91040"/>
                  <a:pt x="21088" y="90526"/>
                </a:cubicBezTo>
                <a:cubicBezTo>
                  <a:pt x="18802" y="89983"/>
                  <a:pt x="16116" y="88583"/>
                  <a:pt x="13002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33" y="9144"/>
                </a:moveTo>
                <a:cubicBezTo>
                  <a:pt x="34776" y="6344"/>
                  <a:pt x="31633" y="4915"/>
                  <a:pt x="28003" y="4915"/>
                </a:cubicBezTo>
                <a:cubicBezTo>
                  <a:pt x="24289" y="4915"/>
                  <a:pt x="21088" y="6344"/>
                  <a:pt x="18459" y="9144"/>
                </a:cubicBezTo>
                <a:cubicBezTo>
                  <a:pt x="16231" y="11459"/>
                  <a:pt x="14773" y="14659"/>
                  <a:pt x="14059" y="18717"/>
                </a:cubicBezTo>
                <a:cubicBezTo>
                  <a:pt x="13373" y="22774"/>
                  <a:pt x="13002" y="31290"/>
                  <a:pt x="13002" y="44206"/>
                </a:cubicBezTo>
                <a:cubicBezTo>
                  <a:pt x="13002" y="58179"/>
                  <a:pt x="13373" y="67380"/>
                  <a:pt x="14059" y="71809"/>
                </a:cubicBezTo>
                <a:cubicBezTo>
                  <a:pt x="14773" y="76238"/>
                  <a:pt x="16373" y="79724"/>
                  <a:pt x="18831" y="82296"/>
                </a:cubicBezTo>
                <a:cubicBezTo>
                  <a:pt x="21317" y="84953"/>
                  <a:pt x="24374" y="86268"/>
                  <a:pt x="28003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177" y="75924"/>
                  <a:pt x="41805" y="71152"/>
                </a:cubicBezTo>
                <a:cubicBezTo>
                  <a:pt x="42434" y="66351"/>
                  <a:pt x="42777" y="57379"/>
                  <a:pt x="42862" y="44206"/>
                </a:cubicBezTo>
                <a:cubicBezTo>
                  <a:pt x="42862" y="31375"/>
                  <a:pt x="42520" y="22917"/>
                  <a:pt x="41805" y="18831"/>
                </a:cubicBezTo>
                <a:cubicBezTo>
                  <a:pt x="41091" y="14773"/>
                  <a:pt x="39634" y="11544"/>
                  <a:pt x="37433" y="9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05F53-C669-4725-A993-CA74F0A7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637" y="1394317"/>
            <a:ext cx="41977" cy="187709"/>
          </a:xfrm>
          <a:custGeom xmlns:a="http://schemas.openxmlformats.org/drawingml/2006/main">
            <a:pathLst>
              <a:path w="41977" h="187709">
                <a:moveTo>
                  <a:pt x="0" y="3372"/>
                </a:moveTo>
                <a:cubicBezTo>
                  <a:pt x="114" y="2486"/>
                  <a:pt x="486" y="1743"/>
                  <a:pt x="1114" y="1114"/>
                </a:cubicBezTo>
                <a:cubicBezTo>
                  <a:pt x="1743" y="486"/>
                  <a:pt x="2600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43"/>
                  <a:pt x="13202" y="18145"/>
                  <a:pt x="24575" y="48063"/>
                </a:cubicBezTo>
                <a:cubicBezTo>
                  <a:pt x="35976" y="77953"/>
                  <a:pt x="41720" y="93240"/>
                  <a:pt x="41862" y="93869"/>
                </a:cubicBezTo>
                <a:cubicBezTo>
                  <a:pt x="41977" y="94498"/>
                  <a:pt x="36290" y="109757"/>
                  <a:pt x="24775" y="139675"/>
                </a:cubicBezTo>
                <a:cubicBezTo>
                  <a:pt x="13259" y="169564"/>
                  <a:pt x="7315" y="184966"/>
                  <a:pt x="6944" y="185852"/>
                </a:cubicBezTo>
                <a:cubicBezTo>
                  <a:pt x="6058" y="187109"/>
                  <a:pt x="5001" y="187709"/>
                  <a:pt x="3743" y="187709"/>
                </a:cubicBezTo>
                <a:cubicBezTo>
                  <a:pt x="2743" y="187709"/>
                  <a:pt x="1943" y="187423"/>
                  <a:pt x="1314" y="186795"/>
                </a:cubicBezTo>
                <a:cubicBezTo>
                  <a:pt x="686" y="186166"/>
                  <a:pt x="229" y="185337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61" y="109071"/>
                  <a:pt x="33976" y="94097"/>
                  <a:pt x="33976" y="93869"/>
                </a:cubicBezTo>
                <a:cubicBezTo>
                  <a:pt x="33976" y="93612"/>
                  <a:pt x="28261" y="78638"/>
                  <a:pt x="16888" y="48978"/>
                </a:cubicBezTo>
                <a:cubicBezTo>
                  <a:pt x="5629" y="19202"/>
                  <a:pt x="0" y="4001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0DE06-28F4-4DD8-AA32-23E85A98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637" y="1394317"/>
            <a:ext cx="41977" cy="187709"/>
          </a:xfrm>
          <a:custGeom xmlns:a="http://schemas.openxmlformats.org/drawingml/2006/main">
            <a:pathLst>
              <a:path w="41977" h="187709" fill="none">
                <a:moveTo>
                  <a:pt x="0" y="3372"/>
                </a:moveTo>
                <a:cubicBezTo>
                  <a:pt x="114" y="2486"/>
                  <a:pt x="486" y="1743"/>
                  <a:pt x="1114" y="1114"/>
                </a:cubicBezTo>
                <a:cubicBezTo>
                  <a:pt x="1743" y="486"/>
                  <a:pt x="2600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43"/>
                  <a:pt x="13202" y="18145"/>
                  <a:pt x="24575" y="48063"/>
                </a:cubicBezTo>
                <a:cubicBezTo>
                  <a:pt x="35976" y="77953"/>
                  <a:pt x="41720" y="93240"/>
                  <a:pt x="41862" y="93869"/>
                </a:cubicBezTo>
                <a:cubicBezTo>
                  <a:pt x="41977" y="94498"/>
                  <a:pt x="36290" y="109757"/>
                  <a:pt x="24775" y="139675"/>
                </a:cubicBezTo>
                <a:cubicBezTo>
                  <a:pt x="13259" y="169564"/>
                  <a:pt x="7315" y="184966"/>
                  <a:pt x="6944" y="185852"/>
                </a:cubicBezTo>
                <a:cubicBezTo>
                  <a:pt x="6058" y="187109"/>
                  <a:pt x="5001" y="187709"/>
                  <a:pt x="3743" y="187709"/>
                </a:cubicBezTo>
                <a:cubicBezTo>
                  <a:pt x="2743" y="187709"/>
                  <a:pt x="1943" y="187423"/>
                  <a:pt x="1314" y="186795"/>
                </a:cubicBezTo>
                <a:cubicBezTo>
                  <a:pt x="686" y="186166"/>
                  <a:pt x="229" y="185337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61" y="109071"/>
                  <a:pt x="33976" y="94097"/>
                  <a:pt x="33976" y="93869"/>
                </a:cubicBezTo>
                <a:cubicBezTo>
                  <a:pt x="33976" y="93612"/>
                  <a:pt x="28261" y="78638"/>
                  <a:pt x="16888" y="48978"/>
                </a:cubicBezTo>
                <a:cubicBezTo>
                  <a:pt x="5629" y="19202"/>
                  <a:pt x="0" y="4001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5DADA-AF7F-4B6D-B0F6-6C151DC6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148" y="1897494"/>
            <a:ext cx="263176" cy="263233"/>
          </a:xfrm>
          <a:custGeom xmlns:a="http://schemas.openxmlformats.org/drawingml/2006/main">
            <a:pathLst>
              <a:path w="263176" h="263233">
                <a:moveTo>
                  <a:pt x="263176" y="131616"/>
                </a:moveTo>
                <a:cubicBezTo>
                  <a:pt x="263176" y="140246"/>
                  <a:pt x="262347" y="148819"/>
                  <a:pt x="260661" y="157305"/>
                </a:cubicBezTo>
                <a:cubicBezTo>
                  <a:pt x="258975" y="165764"/>
                  <a:pt x="256489" y="173993"/>
                  <a:pt x="253175" y="181994"/>
                </a:cubicBezTo>
                <a:cubicBezTo>
                  <a:pt x="249860" y="189967"/>
                  <a:pt x="245802" y="197539"/>
                  <a:pt x="241002" y="204740"/>
                </a:cubicBezTo>
                <a:cubicBezTo>
                  <a:pt x="236201" y="211912"/>
                  <a:pt x="230743" y="218570"/>
                  <a:pt x="224657" y="224685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10" y="245831"/>
                  <a:pt x="189938" y="249888"/>
                  <a:pt x="181966" y="253203"/>
                </a:cubicBezTo>
                <a:cubicBezTo>
                  <a:pt x="173965" y="256518"/>
                  <a:pt x="165735" y="259004"/>
                  <a:pt x="157248" y="260690"/>
                </a:cubicBezTo>
                <a:cubicBezTo>
                  <a:pt x="148790" y="262376"/>
                  <a:pt x="140218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64" y="241030"/>
                </a:cubicBezTo>
                <a:cubicBezTo>
                  <a:pt x="51292" y="236230"/>
                  <a:pt x="44634" y="230772"/>
                  <a:pt x="38519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45" y="197539"/>
                  <a:pt x="13316" y="189967"/>
                  <a:pt x="10001" y="181994"/>
                </a:cubicBezTo>
                <a:cubicBezTo>
                  <a:pt x="6687" y="173993"/>
                  <a:pt x="4201" y="165764"/>
                  <a:pt x="2515" y="157305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687" y="89240"/>
                  <a:pt x="10001" y="81267"/>
                </a:cubicBezTo>
                <a:cubicBezTo>
                  <a:pt x="13316" y="73266"/>
                  <a:pt x="17345" y="65694"/>
                  <a:pt x="22174" y="58493"/>
                </a:cubicBezTo>
                <a:cubicBezTo>
                  <a:pt x="26975" y="51321"/>
                  <a:pt x="32433" y="44663"/>
                  <a:pt x="38519" y="38576"/>
                </a:cubicBezTo>
                <a:cubicBezTo>
                  <a:pt x="44634" y="32433"/>
                  <a:pt x="51292" y="26975"/>
                  <a:pt x="58464" y="22174"/>
                </a:cubicBezTo>
                <a:cubicBezTo>
                  <a:pt x="65665" y="17374"/>
                  <a:pt x="73238" y="13345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18" y="0"/>
                  <a:pt x="148790" y="857"/>
                  <a:pt x="157248" y="2543"/>
                </a:cubicBezTo>
                <a:cubicBezTo>
                  <a:pt x="165735" y="4229"/>
                  <a:pt x="173965" y="6715"/>
                  <a:pt x="181966" y="10030"/>
                </a:cubicBezTo>
                <a:cubicBezTo>
                  <a:pt x="189938" y="13345"/>
                  <a:pt x="197510" y="17374"/>
                  <a:pt x="204711" y="22174"/>
                </a:cubicBezTo>
                <a:cubicBezTo>
                  <a:pt x="211884" y="26975"/>
                  <a:pt x="218542" y="32433"/>
                  <a:pt x="224657" y="38576"/>
                </a:cubicBezTo>
                <a:cubicBezTo>
                  <a:pt x="230743" y="44663"/>
                  <a:pt x="236201" y="51321"/>
                  <a:pt x="241002" y="58493"/>
                </a:cubicBezTo>
                <a:cubicBezTo>
                  <a:pt x="245802" y="65694"/>
                  <a:pt x="249860" y="73266"/>
                  <a:pt x="253175" y="81267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176" y="122958"/>
                  <a:pt x="263176" y="131616"/>
                </a:cubicBezTo>
              </a:path>
            </a:pathLst>
          </a:custGeom>
          <a:solidFill xmlns:a="http://schemas.openxmlformats.org/drawingml/2006/main">
            <a:srgbClr val="DAE8FC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3C7E8-0005-4D3C-B7A4-0CB6D523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148" y="1897494"/>
            <a:ext cx="263176" cy="263233"/>
          </a:xfrm>
          <a:custGeom xmlns:a="http://schemas.openxmlformats.org/drawingml/2006/main">
            <a:pathLst>
              <a:path w="263176" h="263233" fill="none">
                <a:moveTo>
                  <a:pt x="263176" y="131616"/>
                </a:moveTo>
                <a:cubicBezTo>
                  <a:pt x="263176" y="140246"/>
                  <a:pt x="262347" y="148819"/>
                  <a:pt x="260661" y="157305"/>
                </a:cubicBezTo>
                <a:cubicBezTo>
                  <a:pt x="258975" y="165764"/>
                  <a:pt x="256489" y="173993"/>
                  <a:pt x="253175" y="181994"/>
                </a:cubicBezTo>
                <a:cubicBezTo>
                  <a:pt x="249860" y="189967"/>
                  <a:pt x="245802" y="197539"/>
                  <a:pt x="241002" y="204740"/>
                </a:cubicBezTo>
                <a:cubicBezTo>
                  <a:pt x="236201" y="211912"/>
                  <a:pt x="230743" y="218570"/>
                  <a:pt x="224657" y="224685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10" y="245831"/>
                  <a:pt x="189938" y="249888"/>
                  <a:pt x="181966" y="253203"/>
                </a:cubicBezTo>
                <a:cubicBezTo>
                  <a:pt x="173965" y="256518"/>
                  <a:pt x="165735" y="259004"/>
                  <a:pt x="157248" y="260690"/>
                </a:cubicBezTo>
                <a:cubicBezTo>
                  <a:pt x="148790" y="262376"/>
                  <a:pt x="140218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64" y="241030"/>
                </a:cubicBezTo>
                <a:cubicBezTo>
                  <a:pt x="51292" y="236230"/>
                  <a:pt x="44634" y="230772"/>
                  <a:pt x="38519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45" y="197539"/>
                  <a:pt x="13316" y="189967"/>
                  <a:pt x="10001" y="181994"/>
                </a:cubicBezTo>
                <a:cubicBezTo>
                  <a:pt x="6687" y="173993"/>
                  <a:pt x="4201" y="165764"/>
                  <a:pt x="2515" y="157305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687" y="89240"/>
                  <a:pt x="10001" y="81267"/>
                </a:cubicBezTo>
                <a:cubicBezTo>
                  <a:pt x="13316" y="73266"/>
                  <a:pt x="17345" y="65694"/>
                  <a:pt x="22174" y="58493"/>
                </a:cubicBezTo>
                <a:cubicBezTo>
                  <a:pt x="26975" y="51321"/>
                  <a:pt x="32433" y="44663"/>
                  <a:pt x="38519" y="38576"/>
                </a:cubicBezTo>
                <a:cubicBezTo>
                  <a:pt x="44634" y="32433"/>
                  <a:pt x="51292" y="26975"/>
                  <a:pt x="58464" y="22174"/>
                </a:cubicBezTo>
                <a:cubicBezTo>
                  <a:pt x="65665" y="17374"/>
                  <a:pt x="73238" y="13345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18" y="0"/>
                  <a:pt x="148790" y="857"/>
                  <a:pt x="157248" y="2543"/>
                </a:cubicBezTo>
                <a:cubicBezTo>
                  <a:pt x="165735" y="4229"/>
                  <a:pt x="173965" y="6715"/>
                  <a:pt x="181966" y="10030"/>
                </a:cubicBezTo>
                <a:cubicBezTo>
                  <a:pt x="189938" y="13345"/>
                  <a:pt x="197510" y="17374"/>
                  <a:pt x="204711" y="22174"/>
                </a:cubicBezTo>
                <a:cubicBezTo>
                  <a:pt x="211884" y="26975"/>
                  <a:pt x="218542" y="32433"/>
                  <a:pt x="224657" y="38576"/>
                </a:cubicBezTo>
                <a:cubicBezTo>
                  <a:pt x="230743" y="44663"/>
                  <a:pt x="236201" y="51321"/>
                  <a:pt x="241002" y="58493"/>
                </a:cubicBezTo>
                <a:cubicBezTo>
                  <a:pt x="245802" y="65694"/>
                  <a:pt x="249860" y="73266"/>
                  <a:pt x="253175" y="81267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176" y="122958"/>
                  <a:pt x="263176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>
                <a:alpha val="50000"/>
              </a:srgbClr>
            </a:solidFill>
            <a:miter/>
          </a:ln>
        </p:spPr>
      </p:sp>
      <p:sp>
        <p:nvSpPr>
          <p:cNvPr id="85" name="Text 6">
            <a:extLst xmlns:a="http://schemas.openxmlformats.org/drawingml/2006/main">
              <a:ext uri="{FF2B5EF4-FFF2-40B4-BE49-F238E27FC236}">
                <a16:creationId xmlns:a16="http://schemas.microsoft.com/office/drawing/2014/main" id="{1004DE27-9620-438A-9BB4-82E3F21E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770" y="1952381"/>
            <a:ext cx="82027" cy="141615"/>
          </a:xfrm>
          <a:custGeom xmlns:a="http://schemas.openxmlformats.org/drawingml/2006/main">
            <a:pathLst>
              <a:path w="82027" h="141615">
                <a:moveTo>
                  <a:pt x="72713" y="0"/>
                </a:moveTo>
                <a:cubicBezTo>
                  <a:pt x="73348" y="1058"/>
                  <a:pt x="73806" y="2223"/>
                  <a:pt x="74089" y="3493"/>
                </a:cubicBezTo>
                <a:cubicBezTo>
                  <a:pt x="73665" y="4269"/>
                  <a:pt x="72995" y="4798"/>
                  <a:pt x="72078" y="5080"/>
                </a:cubicBezTo>
                <a:cubicBezTo>
                  <a:pt x="69114" y="5854"/>
                  <a:pt x="64739" y="7896"/>
                  <a:pt x="58953" y="11206"/>
                </a:cubicBezTo>
                <a:cubicBezTo>
                  <a:pt x="57613" y="11909"/>
                  <a:pt x="53520" y="15182"/>
                  <a:pt x="46676" y="21023"/>
                </a:cubicBezTo>
                <a:cubicBezTo>
                  <a:pt x="43642" y="23135"/>
                  <a:pt x="39973" y="27078"/>
                  <a:pt x="35668" y="32850"/>
                </a:cubicBezTo>
                <a:cubicBezTo>
                  <a:pt x="29812" y="40592"/>
                  <a:pt x="25614" y="47508"/>
                  <a:pt x="23073" y="53599"/>
                </a:cubicBezTo>
                <a:cubicBezTo>
                  <a:pt x="20533" y="59687"/>
                  <a:pt x="18275" y="67658"/>
                  <a:pt x="16300" y="77512"/>
                </a:cubicBezTo>
                <a:cubicBezTo>
                  <a:pt x="15735" y="80328"/>
                  <a:pt x="15347" y="85290"/>
                  <a:pt x="15135" y="92399"/>
                </a:cubicBezTo>
                <a:lnTo>
                  <a:pt x="14818" y="96305"/>
                </a:lnTo>
                <a:cubicBezTo>
                  <a:pt x="14818" y="105317"/>
                  <a:pt x="17481" y="114310"/>
                  <a:pt x="22809" y="123285"/>
                </a:cubicBezTo>
                <a:cubicBezTo>
                  <a:pt x="28136" y="132259"/>
                  <a:pt x="34786" y="136746"/>
                  <a:pt x="42760" y="136746"/>
                </a:cubicBezTo>
                <a:cubicBezTo>
                  <a:pt x="46923" y="136746"/>
                  <a:pt x="50821" y="135479"/>
                  <a:pt x="54455" y="132943"/>
                </a:cubicBezTo>
                <a:cubicBezTo>
                  <a:pt x="58089" y="130405"/>
                  <a:pt x="60964" y="126106"/>
                  <a:pt x="63081" y="120047"/>
                </a:cubicBezTo>
                <a:cubicBezTo>
                  <a:pt x="65198" y="113987"/>
                  <a:pt x="66256" y="106660"/>
                  <a:pt x="66256" y="98065"/>
                </a:cubicBezTo>
                <a:cubicBezTo>
                  <a:pt x="66256" y="86370"/>
                  <a:pt x="64016" y="77721"/>
                  <a:pt x="59536" y="72121"/>
                </a:cubicBezTo>
                <a:cubicBezTo>
                  <a:pt x="55055" y="66518"/>
                  <a:pt x="49675" y="63716"/>
                  <a:pt x="43395" y="63716"/>
                </a:cubicBezTo>
                <a:cubicBezTo>
                  <a:pt x="41490" y="63716"/>
                  <a:pt x="39796" y="64055"/>
                  <a:pt x="38314" y="64732"/>
                </a:cubicBezTo>
                <a:lnTo>
                  <a:pt x="37468" y="64986"/>
                </a:lnTo>
                <a:cubicBezTo>
                  <a:pt x="36550" y="64986"/>
                  <a:pt x="35598" y="63893"/>
                  <a:pt x="34610" y="61705"/>
                </a:cubicBezTo>
                <a:cubicBezTo>
                  <a:pt x="36445" y="60506"/>
                  <a:pt x="38667" y="59518"/>
                  <a:pt x="41278" y="58742"/>
                </a:cubicBezTo>
                <a:cubicBezTo>
                  <a:pt x="43889" y="57966"/>
                  <a:pt x="45582" y="57577"/>
                  <a:pt x="46358" y="57577"/>
                </a:cubicBezTo>
                <a:cubicBezTo>
                  <a:pt x="46852" y="57577"/>
                  <a:pt x="50063" y="58108"/>
                  <a:pt x="55990" y="59168"/>
                </a:cubicBezTo>
                <a:lnTo>
                  <a:pt x="59059" y="60653"/>
                </a:lnTo>
                <a:cubicBezTo>
                  <a:pt x="62446" y="61716"/>
                  <a:pt x="65022" y="62954"/>
                  <a:pt x="66786" y="64368"/>
                </a:cubicBezTo>
                <a:cubicBezTo>
                  <a:pt x="70031" y="66985"/>
                  <a:pt x="72924" y="70275"/>
                  <a:pt x="75465" y="74237"/>
                </a:cubicBezTo>
                <a:cubicBezTo>
                  <a:pt x="76735" y="76288"/>
                  <a:pt x="78428" y="80461"/>
                  <a:pt x="80545" y="86756"/>
                </a:cubicBezTo>
                <a:cubicBezTo>
                  <a:pt x="80686" y="87182"/>
                  <a:pt x="81180" y="90294"/>
                  <a:pt x="82027" y="96094"/>
                </a:cubicBezTo>
                <a:lnTo>
                  <a:pt x="81498" y="106704"/>
                </a:lnTo>
                <a:cubicBezTo>
                  <a:pt x="80016" y="113072"/>
                  <a:pt x="78605" y="117530"/>
                  <a:pt x="77264" y="120077"/>
                </a:cubicBezTo>
                <a:cubicBezTo>
                  <a:pt x="75288" y="123966"/>
                  <a:pt x="71972" y="128210"/>
                  <a:pt x="67315" y="132807"/>
                </a:cubicBezTo>
                <a:cubicBezTo>
                  <a:pt x="64916" y="135142"/>
                  <a:pt x="61811" y="137053"/>
                  <a:pt x="58001" y="138539"/>
                </a:cubicBezTo>
                <a:cubicBezTo>
                  <a:pt x="52638" y="140590"/>
                  <a:pt x="46958" y="141615"/>
                  <a:pt x="40960" y="141615"/>
                </a:cubicBezTo>
                <a:cubicBezTo>
                  <a:pt x="29530" y="141615"/>
                  <a:pt x="19845" y="137046"/>
                  <a:pt x="11907" y="127909"/>
                </a:cubicBezTo>
                <a:cubicBezTo>
                  <a:pt x="3969" y="118771"/>
                  <a:pt x="0" y="105523"/>
                  <a:pt x="0" y="88166"/>
                </a:cubicBezTo>
                <a:cubicBezTo>
                  <a:pt x="0" y="78499"/>
                  <a:pt x="1482" y="69343"/>
                  <a:pt x="4445" y="60700"/>
                </a:cubicBezTo>
                <a:cubicBezTo>
                  <a:pt x="7409" y="52056"/>
                  <a:pt x="11607" y="44136"/>
                  <a:pt x="17040" y="36938"/>
                </a:cubicBezTo>
                <a:cubicBezTo>
                  <a:pt x="20710" y="32070"/>
                  <a:pt x="25702" y="26848"/>
                  <a:pt x="32017" y="21274"/>
                </a:cubicBezTo>
                <a:cubicBezTo>
                  <a:pt x="38332" y="15700"/>
                  <a:pt x="44312" y="11360"/>
                  <a:pt x="49957" y="8256"/>
                </a:cubicBezTo>
                <a:cubicBezTo>
                  <a:pt x="57648" y="4163"/>
                  <a:pt x="65233" y="1411"/>
                  <a:pt x="72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13DC3-0553-426E-A1CE-44C3CA9B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840" y="2129752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588"/>
                </a:moveTo>
                <a:cubicBezTo>
                  <a:pt x="263204" y="140246"/>
                  <a:pt x="262376" y="148790"/>
                  <a:pt x="260661" y="157277"/>
                </a:cubicBezTo>
                <a:cubicBezTo>
                  <a:pt x="258975" y="165764"/>
                  <a:pt x="256489" y="173993"/>
                  <a:pt x="253174" y="181966"/>
                </a:cubicBezTo>
                <a:cubicBezTo>
                  <a:pt x="249860" y="189938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10" y="245831"/>
                  <a:pt x="189938" y="249888"/>
                  <a:pt x="181966" y="253203"/>
                </a:cubicBezTo>
                <a:cubicBezTo>
                  <a:pt x="173965" y="256489"/>
                  <a:pt x="165735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38" y="249888"/>
                  <a:pt x="65665" y="245831"/>
                  <a:pt x="58464" y="241030"/>
                </a:cubicBezTo>
                <a:cubicBezTo>
                  <a:pt x="51292" y="236230"/>
                  <a:pt x="44634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38"/>
                  <a:pt x="10001" y="181966"/>
                </a:cubicBezTo>
                <a:cubicBezTo>
                  <a:pt x="6687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588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687" y="89211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34" y="32433"/>
                  <a:pt x="51292" y="26975"/>
                  <a:pt x="58464" y="22174"/>
                </a:cubicBezTo>
                <a:cubicBezTo>
                  <a:pt x="65665" y="17374"/>
                  <a:pt x="73238" y="13316"/>
                  <a:pt x="81239" y="10001"/>
                </a:cubicBezTo>
                <a:cubicBezTo>
                  <a:pt x="89211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35" y="4201"/>
                  <a:pt x="173965" y="6715"/>
                  <a:pt x="181966" y="10001"/>
                </a:cubicBezTo>
                <a:cubicBezTo>
                  <a:pt x="189938" y="13316"/>
                  <a:pt x="197510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60" y="73266"/>
                  <a:pt x="253174" y="81239"/>
                </a:cubicBezTo>
                <a:cubicBezTo>
                  <a:pt x="256489" y="89211"/>
                  <a:pt x="258975" y="97469"/>
                  <a:pt x="260661" y="105928"/>
                </a:cubicBezTo>
                <a:cubicBezTo>
                  <a:pt x="262376" y="114414"/>
                  <a:pt x="263204" y="122958"/>
                  <a:pt x="263204" y="131588"/>
                </a:cubicBezTo>
              </a:path>
            </a:pathLst>
          </a:custGeom>
          <a:solidFill xmlns:a="http://schemas.openxmlformats.org/drawingml/2006/main">
            <a:srgbClr val="DAE8FC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48001-1040-42EB-9443-4E9FB53A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840" y="2129752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588"/>
                </a:moveTo>
                <a:cubicBezTo>
                  <a:pt x="263204" y="140246"/>
                  <a:pt x="262376" y="148790"/>
                  <a:pt x="260661" y="157277"/>
                </a:cubicBezTo>
                <a:cubicBezTo>
                  <a:pt x="258975" y="165764"/>
                  <a:pt x="256489" y="173993"/>
                  <a:pt x="253174" y="181966"/>
                </a:cubicBezTo>
                <a:cubicBezTo>
                  <a:pt x="249860" y="189938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10" y="245831"/>
                  <a:pt x="189938" y="249888"/>
                  <a:pt x="181966" y="253203"/>
                </a:cubicBezTo>
                <a:cubicBezTo>
                  <a:pt x="173965" y="256489"/>
                  <a:pt x="165735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38" y="249888"/>
                  <a:pt x="65665" y="245831"/>
                  <a:pt x="58464" y="241030"/>
                </a:cubicBezTo>
                <a:cubicBezTo>
                  <a:pt x="51292" y="236230"/>
                  <a:pt x="44634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38"/>
                  <a:pt x="10001" y="181966"/>
                </a:cubicBezTo>
                <a:cubicBezTo>
                  <a:pt x="6687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588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687" y="89211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34" y="32433"/>
                  <a:pt x="51292" y="26975"/>
                  <a:pt x="58464" y="22174"/>
                </a:cubicBezTo>
                <a:cubicBezTo>
                  <a:pt x="65665" y="17374"/>
                  <a:pt x="73238" y="13316"/>
                  <a:pt x="81239" y="10001"/>
                </a:cubicBezTo>
                <a:cubicBezTo>
                  <a:pt x="89211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35" y="4201"/>
                  <a:pt x="173965" y="6715"/>
                  <a:pt x="181966" y="10001"/>
                </a:cubicBezTo>
                <a:cubicBezTo>
                  <a:pt x="189938" y="13316"/>
                  <a:pt x="197510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60" y="73266"/>
                  <a:pt x="253174" y="81239"/>
                </a:cubicBezTo>
                <a:cubicBezTo>
                  <a:pt x="256489" y="89211"/>
                  <a:pt x="258975" y="97469"/>
                  <a:pt x="260661" y="105928"/>
                </a:cubicBezTo>
                <a:cubicBezTo>
                  <a:pt x="262376" y="114414"/>
                  <a:pt x="263204" y="122958"/>
                  <a:pt x="263204" y="131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>
                <a:alpha val="50000"/>
              </a:srgbClr>
            </a:solidFill>
            <a:miter/>
          </a:ln>
        </p:spPr>
      </p:sp>
      <p:sp>
        <p:nvSpPr>
          <p:cNvPr id="88" name="Text 7">
            <a:extLst xmlns:a="http://schemas.openxmlformats.org/drawingml/2006/main">
              <a:ext uri="{FF2B5EF4-FFF2-40B4-BE49-F238E27FC236}">
                <a16:creationId xmlns:a16="http://schemas.microsoft.com/office/drawing/2014/main" id="{2E912978-740A-418E-8FB6-646EBB71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570" y="2188872"/>
            <a:ext cx="83508" cy="137170"/>
          </a:xfrm>
          <a:custGeom xmlns:a="http://schemas.openxmlformats.org/drawingml/2006/main">
            <a:pathLst>
              <a:path w="83508" h="137170">
                <a:moveTo>
                  <a:pt x="1588" y="533"/>
                </a:moveTo>
                <a:cubicBezTo>
                  <a:pt x="10267" y="178"/>
                  <a:pt x="21980" y="0"/>
                  <a:pt x="36727" y="0"/>
                </a:cubicBezTo>
                <a:cubicBezTo>
                  <a:pt x="43430" y="0"/>
                  <a:pt x="51086" y="106"/>
                  <a:pt x="59694" y="318"/>
                </a:cubicBezTo>
                <a:cubicBezTo>
                  <a:pt x="64916" y="529"/>
                  <a:pt x="68338" y="635"/>
                  <a:pt x="69961" y="635"/>
                </a:cubicBezTo>
                <a:lnTo>
                  <a:pt x="80227" y="529"/>
                </a:lnTo>
                <a:lnTo>
                  <a:pt x="82662" y="529"/>
                </a:lnTo>
                <a:cubicBezTo>
                  <a:pt x="83226" y="1094"/>
                  <a:pt x="83508" y="1623"/>
                  <a:pt x="83508" y="2117"/>
                </a:cubicBezTo>
                <a:cubicBezTo>
                  <a:pt x="83508" y="2964"/>
                  <a:pt x="82697" y="5012"/>
                  <a:pt x="81074" y="8262"/>
                </a:cubicBezTo>
                <a:cubicBezTo>
                  <a:pt x="80298" y="9673"/>
                  <a:pt x="76876" y="17405"/>
                  <a:pt x="70808" y="31458"/>
                </a:cubicBezTo>
                <a:cubicBezTo>
                  <a:pt x="67844" y="38379"/>
                  <a:pt x="64210" y="47454"/>
                  <a:pt x="59906" y="58682"/>
                </a:cubicBezTo>
                <a:lnTo>
                  <a:pt x="46570" y="96285"/>
                </a:lnTo>
                <a:cubicBezTo>
                  <a:pt x="43395" y="104903"/>
                  <a:pt x="41349" y="110906"/>
                  <a:pt x="40431" y="114295"/>
                </a:cubicBezTo>
                <a:lnTo>
                  <a:pt x="37997" y="124145"/>
                </a:lnTo>
                <a:cubicBezTo>
                  <a:pt x="37009" y="127040"/>
                  <a:pt x="36515" y="129159"/>
                  <a:pt x="36515" y="130502"/>
                </a:cubicBezTo>
                <a:cubicBezTo>
                  <a:pt x="36515" y="131560"/>
                  <a:pt x="37115" y="133218"/>
                  <a:pt x="38314" y="135476"/>
                </a:cubicBezTo>
                <a:cubicBezTo>
                  <a:pt x="37468" y="136605"/>
                  <a:pt x="35563" y="137170"/>
                  <a:pt x="32599" y="137170"/>
                </a:cubicBezTo>
                <a:cubicBezTo>
                  <a:pt x="31258" y="137170"/>
                  <a:pt x="29988" y="136605"/>
                  <a:pt x="28789" y="135476"/>
                </a:cubicBezTo>
                <a:cubicBezTo>
                  <a:pt x="29212" y="131309"/>
                  <a:pt x="30553" y="125801"/>
                  <a:pt x="32811" y="118952"/>
                </a:cubicBezTo>
                <a:cubicBezTo>
                  <a:pt x="33657" y="116480"/>
                  <a:pt x="35104" y="111607"/>
                  <a:pt x="37150" y="104333"/>
                </a:cubicBezTo>
                <a:cubicBezTo>
                  <a:pt x="39196" y="97058"/>
                  <a:pt x="41207" y="90632"/>
                  <a:pt x="43183" y="85053"/>
                </a:cubicBezTo>
                <a:lnTo>
                  <a:pt x="55249" y="52213"/>
                </a:lnTo>
                <a:cubicBezTo>
                  <a:pt x="58706" y="42890"/>
                  <a:pt x="62058" y="34309"/>
                  <a:pt x="65304" y="26470"/>
                </a:cubicBezTo>
                <a:cubicBezTo>
                  <a:pt x="66433" y="23857"/>
                  <a:pt x="67280" y="22022"/>
                  <a:pt x="67844" y="20963"/>
                </a:cubicBezTo>
                <a:cubicBezTo>
                  <a:pt x="69326" y="18350"/>
                  <a:pt x="70067" y="16196"/>
                  <a:pt x="70067" y="14500"/>
                </a:cubicBezTo>
                <a:lnTo>
                  <a:pt x="68691" y="14606"/>
                </a:lnTo>
                <a:lnTo>
                  <a:pt x="67527" y="14606"/>
                </a:lnTo>
                <a:lnTo>
                  <a:pt x="53556" y="14183"/>
                </a:lnTo>
                <a:cubicBezTo>
                  <a:pt x="53132" y="14183"/>
                  <a:pt x="51650" y="14253"/>
                  <a:pt x="49110" y="14394"/>
                </a:cubicBezTo>
                <a:cubicBezTo>
                  <a:pt x="46570" y="14535"/>
                  <a:pt x="44665" y="14606"/>
                  <a:pt x="43395" y="14606"/>
                </a:cubicBezTo>
                <a:lnTo>
                  <a:pt x="26989" y="14500"/>
                </a:lnTo>
                <a:lnTo>
                  <a:pt x="22015" y="14500"/>
                </a:lnTo>
                <a:lnTo>
                  <a:pt x="15029" y="14289"/>
                </a:lnTo>
                <a:cubicBezTo>
                  <a:pt x="10937" y="14218"/>
                  <a:pt x="8379" y="14699"/>
                  <a:pt x="7356" y="15731"/>
                </a:cubicBezTo>
                <a:cubicBezTo>
                  <a:pt x="6333" y="16760"/>
                  <a:pt x="5751" y="19410"/>
                  <a:pt x="5610" y="23679"/>
                </a:cubicBezTo>
                <a:cubicBezTo>
                  <a:pt x="5539" y="24746"/>
                  <a:pt x="5257" y="25778"/>
                  <a:pt x="4763" y="26774"/>
                </a:cubicBezTo>
                <a:cubicBezTo>
                  <a:pt x="3987" y="26988"/>
                  <a:pt x="3422" y="27095"/>
                  <a:pt x="3069" y="27095"/>
                </a:cubicBezTo>
                <a:cubicBezTo>
                  <a:pt x="2293" y="27095"/>
                  <a:pt x="1270" y="26812"/>
                  <a:pt x="0" y="26245"/>
                </a:cubicBezTo>
                <a:cubicBezTo>
                  <a:pt x="71" y="24475"/>
                  <a:pt x="106" y="23164"/>
                  <a:pt x="106" y="22313"/>
                </a:cubicBezTo>
                <a:lnTo>
                  <a:pt x="318" y="19127"/>
                </a:lnTo>
                <a:lnTo>
                  <a:pt x="0" y="13283"/>
                </a:lnTo>
                <a:cubicBezTo>
                  <a:pt x="0" y="8183"/>
                  <a:pt x="141" y="4747"/>
                  <a:pt x="423" y="2977"/>
                </a:cubicBezTo>
                <a:cubicBezTo>
                  <a:pt x="564" y="2267"/>
                  <a:pt x="953" y="1452"/>
                  <a:pt x="1588" y="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BA4F4-3009-484B-862A-4BAD1A62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303" y="2114579"/>
            <a:ext cx="169936" cy="49492"/>
          </a:xfrm>
          <a:custGeom xmlns:a="http://schemas.openxmlformats.org/drawingml/2006/main">
            <a:pathLst>
              <a:path w="169936" h="49492">
                <a:moveTo>
                  <a:pt x="169936" y="15173"/>
                </a:moveTo>
                <a:lnTo>
                  <a:pt x="154791" y="18288"/>
                </a:lnTo>
                <a:lnTo>
                  <a:pt x="151648" y="3115"/>
                </a:lnTo>
                <a:lnTo>
                  <a:pt x="166821" y="0"/>
                </a:lnTo>
                <a:moveTo>
                  <a:pt x="94126" y="30775"/>
                </a:moveTo>
                <a:lnTo>
                  <a:pt x="78953" y="33890"/>
                </a:lnTo>
                <a:lnTo>
                  <a:pt x="75838" y="18717"/>
                </a:lnTo>
                <a:lnTo>
                  <a:pt x="90983" y="15602"/>
                </a:lnTo>
                <a:moveTo>
                  <a:pt x="18288" y="46377"/>
                </a:moveTo>
                <a:lnTo>
                  <a:pt x="3115" y="49492"/>
                </a:lnTo>
                <a:lnTo>
                  <a:pt x="0" y="34319"/>
                </a:lnTo>
                <a:lnTo>
                  <a:pt x="15173" y="31204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5DC3C-88C7-49F7-8D86-D28C172A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527" y="2132695"/>
            <a:ext cx="50149" cy="45520"/>
          </a:xfrm>
          <a:custGeom xmlns:a="http://schemas.openxmlformats.org/drawingml/2006/main">
            <a:pathLst>
              <a:path w="50149" h="45520">
                <a:moveTo>
                  <a:pt x="0" y="32061"/>
                </a:moveTo>
                <a:lnTo>
                  <a:pt x="40719" y="0"/>
                </a:lnTo>
                <a:lnTo>
                  <a:pt x="34061" y="25060"/>
                </a:lnTo>
                <a:lnTo>
                  <a:pt x="50149" y="45520"/>
                </a:lnTo>
                <a:lnTo>
                  <a:pt x="0" y="32061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BE6D6-1DA9-4591-AD6C-B44A19C7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527" y="2132695"/>
            <a:ext cx="50149" cy="45520"/>
          </a:xfrm>
          <a:custGeom xmlns:a="http://schemas.openxmlformats.org/drawingml/2006/main">
            <a:pathLst>
              <a:path w="50149" h="45520" fill="none">
                <a:moveTo>
                  <a:pt x="0" y="32061"/>
                </a:moveTo>
                <a:lnTo>
                  <a:pt x="40719" y="0"/>
                </a:lnTo>
                <a:lnTo>
                  <a:pt x="34061" y="25060"/>
                </a:lnTo>
                <a:lnTo>
                  <a:pt x="50149" y="45520"/>
                </a:lnTo>
                <a:lnTo>
                  <a:pt x="0" y="320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CF9A6-9C3A-4B60-8A02-3EE35CDA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83" y="1541393"/>
            <a:ext cx="263233" cy="263233"/>
          </a:xfrm>
          <a:custGeom xmlns:a="http://schemas.openxmlformats.org/drawingml/2006/main">
            <a:pathLst>
              <a:path w="263233" h="263233">
                <a:moveTo>
                  <a:pt x="263233" y="131616"/>
                </a:moveTo>
                <a:cubicBezTo>
                  <a:pt x="263233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58" y="211912"/>
                  <a:pt x="230800" y="218570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203"/>
                </a:cubicBezTo>
                <a:cubicBezTo>
                  <a:pt x="173993" y="256489"/>
                  <a:pt x="165764" y="259004"/>
                  <a:pt x="157305" y="260690"/>
                </a:cubicBezTo>
                <a:cubicBezTo>
                  <a:pt x="148819" y="262376"/>
                  <a:pt x="140275" y="263233"/>
                  <a:pt x="131616" y="263233"/>
                </a:cubicBezTo>
                <a:cubicBezTo>
                  <a:pt x="122987" y="263233"/>
                  <a:pt x="114414" y="262376"/>
                  <a:pt x="105956" y="260690"/>
                </a:cubicBezTo>
                <a:cubicBezTo>
                  <a:pt x="97469" y="259004"/>
                  <a:pt x="89240" y="256489"/>
                  <a:pt x="81267" y="253203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76" y="224657"/>
                </a:cubicBezTo>
                <a:cubicBezTo>
                  <a:pt x="32433" y="218570"/>
                  <a:pt x="26975" y="211912"/>
                  <a:pt x="22203" y="204740"/>
                </a:cubicBezTo>
                <a:cubicBezTo>
                  <a:pt x="17402" y="197539"/>
                  <a:pt x="13345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11"/>
                  <a:pt x="10030" y="81239"/>
                </a:cubicBezTo>
                <a:cubicBezTo>
                  <a:pt x="13345" y="73266"/>
                  <a:pt x="17402" y="65694"/>
                  <a:pt x="22203" y="58493"/>
                </a:cubicBezTo>
                <a:cubicBezTo>
                  <a:pt x="26975" y="51292"/>
                  <a:pt x="32433" y="44663"/>
                  <a:pt x="38576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45"/>
                  <a:pt x="81267" y="10030"/>
                </a:cubicBezTo>
                <a:cubicBezTo>
                  <a:pt x="89240" y="6715"/>
                  <a:pt x="97469" y="4201"/>
                  <a:pt x="105956" y="2515"/>
                </a:cubicBezTo>
                <a:cubicBezTo>
                  <a:pt x="114414" y="829"/>
                  <a:pt x="122987" y="0"/>
                  <a:pt x="131616" y="0"/>
                </a:cubicBezTo>
                <a:cubicBezTo>
                  <a:pt x="140275" y="0"/>
                  <a:pt x="148819" y="829"/>
                  <a:pt x="157305" y="2515"/>
                </a:cubicBezTo>
                <a:cubicBezTo>
                  <a:pt x="165764" y="4201"/>
                  <a:pt x="173993" y="6715"/>
                  <a:pt x="181994" y="10030"/>
                </a:cubicBezTo>
                <a:cubicBezTo>
                  <a:pt x="189967" y="13345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800" y="44663"/>
                  <a:pt x="236258" y="51292"/>
                  <a:pt x="241030" y="58493"/>
                </a:cubicBezTo>
                <a:cubicBezTo>
                  <a:pt x="245831" y="65694"/>
                  <a:pt x="249888" y="73266"/>
                  <a:pt x="253203" y="81239"/>
                </a:cubicBezTo>
                <a:cubicBezTo>
                  <a:pt x="256518" y="89211"/>
                  <a:pt x="259004" y="97469"/>
                  <a:pt x="260690" y="105928"/>
                </a:cubicBezTo>
                <a:cubicBezTo>
                  <a:pt x="262376" y="114414"/>
                  <a:pt x="263233" y="122958"/>
                  <a:pt x="263233" y="131616"/>
                </a:cubicBezTo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EBB25-1818-45A4-B940-591CFD5F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83" y="1541393"/>
            <a:ext cx="263233" cy="263233"/>
          </a:xfrm>
          <a:custGeom xmlns:a="http://schemas.openxmlformats.org/drawingml/2006/main">
            <a:pathLst>
              <a:path w="263233" h="263233" fill="none">
                <a:moveTo>
                  <a:pt x="263233" y="131616"/>
                </a:moveTo>
                <a:cubicBezTo>
                  <a:pt x="263233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58" y="211912"/>
                  <a:pt x="230800" y="218570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203"/>
                </a:cubicBezTo>
                <a:cubicBezTo>
                  <a:pt x="173993" y="256489"/>
                  <a:pt x="165764" y="259004"/>
                  <a:pt x="157305" y="260690"/>
                </a:cubicBezTo>
                <a:cubicBezTo>
                  <a:pt x="148819" y="262376"/>
                  <a:pt x="140275" y="263233"/>
                  <a:pt x="131616" y="263233"/>
                </a:cubicBezTo>
                <a:cubicBezTo>
                  <a:pt x="122987" y="263233"/>
                  <a:pt x="114414" y="262376"/>
                  <a:pt x="105956" y="260690"/>
                </a:cubicBezTo>
                <a:cubicBezTo>
                  <a:pt x="97469" y="259004"/>
                  <a:pt x="89240" y="256489"/>
                  <a:pt x="81267" y="253203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76" y="224657"/>
                </a:cubicBezTo>
                <a:cubicBezTo>
                  <a:pt x="32433" y="218570"/>
                  <a:pt x="26975" y="211912"/>
                  <a:pt x="22203" y="204740"/>
                </a:cubicBezTo>
                <a:cubicBezTo>
                  <a:pt x="17402" y="197539"/>
                  <a:pt x="13345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11"/>
                  <a:pt x="10030" y="81239"/>
                </a:cubicBezTo>
                <a:cubicBezTo>
                  <a:pt x="13345" y="73266"/>
                  <a:pt x="17402" y="65694"/>
                  <a:pt x="22203" y="58493"/>
                </a:cubicBezTo>
                <a:cubicBezTo>
                  <a:pt x="26975" y="51292"/>
                  <a:pt x="32433" y="44663"/>
                  <a:pt x="38576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45"/>
                  <a:pt x="81267" y="10030"/>
                </a:cubicBezTo>
                <a:cubicBezTo>
                  <a:pt x="89240" y="6715"/>
                  <a:pt x="97469" y="4201"/>
                  <a:pt x="105956" y="2515"/>
                </a:cubicBezTo>
                <a:cubicBezTo>
                  <a:pt x="114414" y="829"/>
                  <a:pt x="122987" y="0"/>
                  <a:pt x="131616" y="0"/>
                </a:cubicBezTo>
                <a:cubicBezTo>
                  <a:pt x="140275" y="0"/>
                  <a:pt x="148819" y="829"/>
                  <a:pt x="157305" y="2515"/>
                </a:cubicBezTo>
                <a:cubicBezTo>
                  <a:pt x="165764" y="4201"/>
                  <a:pt x="173993" y="6715"/>
                  <a:pt x="181994" y="10030"/>
                </a:cubicBezTo>
                <a:cubicBezTo>
                  <a:pt x="189967" y="13345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800" y="44663"/>
                  <a:pt x="236258" y="51292"/>
                  <a:pt x="241030" y="58493"/>
                </a:cubicBezTo>
                <a:cubicBezTo>
                  <a:pt x="245831" y="65694"/>
                  <a:pt x="249888" y="73266"/>
                  <a:pt x="253203" y="81239"/>
                </a:cubicBezTo>
                <a:cubicBezTo>
                  <a:pt x="256518" y="89211"/>
                  <a:pt x="259004" y="97469"/>
                  <a:pt x="260690" y="105928"/>
                </a:cubicBezTo>
                <a:cubicBezTo>
                  <a:pt x="262376" y="114414"/>
                  <a:pt x="263233" y="122958"/>
                  <a:pt x="263233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>
                <a:alpha val="20000"/>
              </a:srgbClr>
            </a:solidFill>
            <a:miter/>
          </a:ln>
        </p:spPr>
      </p:sp>
      <p:sp>
        <p:nvSpPr>
          <p:cNvPr id="94" name="Text 9">
            <a:extLst xmlns:a="http://schemas.openxmlformats.org/drawingml/2006/main">
              <a:ext uri="{FF2B5EF4-FFF2-40B4-BE49-F238E27FC236}">
                <a16:creationId xmlns:a16="http://schemas.microsoft.com/office/drawing/2014/main" id="{1B8FF443-2DAE-4A20-9FBF-241C971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275" y="1596492"/>
            <a:ext cx="81921" cy="141615"/>
          </a:xfrm>
          <a:custGeom xmlns:a="http://schemas.openxmlformats.org/drawingml/2006/main">
            <a:pathLst>
              <a:path w="81921" h="141615">
                <a:moveTo>
                  <a:pt x="66151" y="10167"/>
                </a:moveTo>
                <a:cubicBezTo>
                  <a:pt x="71372" y="15817"/>
                  <a:pt x="75112" y="21395"/>
                  <a:pt x="77370" y="26903"/>
                </a:cubicBezTo>
                <a:cubicBezTo>
                  <a:pt x="80404" y="34672"/>
                  <a:pt x="81921" y="43675"/>
                  <a:pt x="81921" y="53913"/>
                </a:cubicBezTo>
                <a:cubicBezTo>
                  <a:pt x="81921" y="65493"/>
                  <a:pt x="80227" y="75803"/>
                  <a:pt x="76841" y="84841"/>
                </a:cubicBezTo>
                <a:cubicBezTo>
                  <a:pt x="73454" y="93880"/>
                  <a:pt x="69343" y="101701"/>
                  <a:pt x="64510" y="108305"/>
                </a:cubicBezTo>
                <a:cubicBezTo>
                  <a:pt x="59677" y="114907"/>
                  <a:pt x="54614" y="120344"/>
                  <a:pt x="49322" y="124618"/>
                </a:cubicBezTo>
                <a:cubicBezTo>
                  <a:pt x="44030" y="128889"/>
                  <a:pt x="37503" y="132790"/>
                  <a:pt x="29741" y="136320"/>
                </a:cubicBezTo>
                <a:cubicBezTo>
                  <a:pt x="21980" y="139850"/>
                  <a:pt x="15488" y="141615"/>
                  <a:pt x="10267" y="141615"/>
                </a:cubicBezTo>
                <a:lnTo>
                  <a:pt x="9420" y="141615"/>
                </a:lnTo>
                <a:cubicBezTo>
                  <a:pt x="8573" y="140980"/>
                  <a:pt x="8150" y="140204"/>
                  <a:pt x="8150" y="139287"/>
                </a:cubicBezTo>
                <a:cubicBezTo>
                  <a:pt x="8150" y="138228"/>
                  <a:pt x="8326" y="137523"/>
                  <a:pt x="8679" y="137170"/>
                </a:cubicBezTo>
                <a:cubicBezTo>
                  <a:pt x="9032" y="136817"/>
                  <a:pt x="9949" y="136605"/>
                  <a:pt x="11431" y="136535"/>
                </a:cubicBezTo>
                <a:cubicBezTo>
                  <a:pt x="14042" y="136323"/>
                  <a:pt x="18452" y="134700"/>
                  <a:pt x="24661" y="131666"/>
                </a:cubicBezTo>
                <a:cubicBezTo>
                  <a:pt x="33128" y="127432"/>
                  <a:pt x="39585" y="122775"/>
                  <a:pt x="44030" y="117695"/>
                </a:cubicBezTo>
                <a:cubicBezTo>
                  <a:pt x="51580" y="109087"/>
                  <a:pt x="57207" y="99349"/>
                  <a:pt x="60911" y="88483"/>
                </a:cubicBezTo>
                <a:cubicBezTo>
                  <a:pt x="64616" y="77617"/>
                  <a:pt x="66468" y="65445"/>
                  <a:pt x="66468" y="51968"/>
                </a:cubicBezTo>
                <a:cubicBezTo>
                  <a:pt x="66468" y="40749"/>
                  <a:pt x="65198" y="31646"/>
                  <a:pt x="62658" y="24661"/>
                </a:cubicBezTo>
                <a:cubicBezTo>
                  <a:pt x="60118" y="17675"/>
                  <a:pt x="56519" y="12630"/>
                  <a:pt x="51862" y="9526"/>
                </a:cubicBezTo>
                <a:cubicBezTo>
                  <a:pt x="47205" y="6421"/>
                  <a:pt x="42724" y="4869"/>
                  <a:pt x="38420" y="4869"/>
                </a:cubicBezTo>
                <a:cubicBezTo>
                  <a:pt x="32775" y="4869"/>
                  <a:pt x="27977" y="7546"/>
                  <a:pt x="24026" y="12899"/>
                </a:cubicBezTo>
                <a:cubicBezTo>
                  <a:pt x="18593" y="20370"/>
                  <a:pt x="15876" y="31150"/>
                  <a:pt x="15876" y="45240"/>
                </a:cubicBezTo>
                <a:cubicBezTo>
                  <a:pt x="15876" y="56374"/>
                  <a:pt x="18416" y="65146"/>
                  <a:pt x="23497" y="71558"/>
                </a:cubicBezTo>
                <a:cubicBezTo>
                  <a:pt x="27095" y="76068"/>
                  <a:pt x="32035" y="78322"/>
                  <a:pt x="38314" y="78322"/>
                </a:cubicBezTo>
                <a:cubicBezTo>
                  <a:pt x="40572" y="78322"/>
                  <a:pt x="42195" y="78087"/>
                  <a:pt x="43183" y="77618"/>
                </a:cubicBezTo>
                <a:lnTo>
                  <a:pt x="44030" y="77264"/>
                </a:lnTo>
                <a:cubicBezTo>
                  <a:pt x="44735" y="77264"/>
                  <a:pt x="45370" y="77630"/>
                  <a:pt x="45935" y="78362"/>
                </a:cubicBezTo>
                <a:cubicBezTo>
                  <a:pt x="46782" y="79460"/>
                  <a:pt x="47205" y="80595"/>
                  <a:pt x="47205" y="81765"/>
                </a:cubicBezTo>
                <a:lnTo>
                  <a:pt x="46041" y="82735"/>
                </a:lnTo>
                <a:cubicBezTo>
                  <a:pt x="44488" y="83451"/>
                  <a:pt x="42707" y="83989"/>
                  <a:pt x="40696" y="84349"/>
                </a:cubicBezTo>
                <a:cubicBezTo>
                  <a:pt x="38685" y="84706"/>
                  <a:pt x="36445" y="84884"/>
                  <a:pt x="33975" y="84884"/>
                </a:cubicBezTo>
                <a:cubicBezTo>
                  <a:pt x="25296" y="84884"/>
                  <a:pt x="17464" y="80929"/>
                  <a:pt x="10478" y="73017"/>
                </a:cubicBezTo>
                <a:cubicBezTo>
                  <a:pt x="3493" y="65103"/>
                  <a:pt x="0" y="55141"/>
                  <a:pt x="0" y="43130"/>
                </a:cubicBezTo>
                <a:cubicBezTo>
                  <a:pt x="0" y="30837"/>
                  <a:pt x="3934" y="20576"/>
                  <a:pt x="11801" y="12347"/>
                </a:cubicBezTo>
                <a:cubicBezTo>
                  <a:pt x="19669" y="4116"/>
                  <a:pt x="29071" y="0"/>
                  <a:pt x="40008" y="0"/>
                </a:cubicBezTo>
                <a:cubicBezTo>
                  <a:pt x="44735" y="0"/>
                  <a:pt x="48899" y="671"/>
                  <a:pt x="52497" y="2014"/>
                </a:cubicBezTo>
                <a:cubicBezTo>
                  <a:pt x="56096" y="3355"/>
                  <a:pt x="60647" y="6073"/>
                  <a:pt x="66151" y="10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A19AC-EDD9-42DF-B0F6-91282DFF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148" y="2423932"/>
            <a:ext cx="263176" cy="263204"/>
          </a:xfrm>
          <a:custGeom xmlns:a="http://schemas.openxmlformats.org/drawingml/2006/main">
            <a:pathLst>
              <a:path w="263176" h="263204">
                <a:moveTo>
                  <a:pt x="263176" y="131588"/>
                </a:moveTo>
                <a:cubicBezTo>
                  <a:pt x="263176" y="140246"/>
                  <a:pt x="262347" y="148790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60" y="189938"/>
                  <a:pt x="245802" y="197539"/>
                  <a:pt x="241002" y="204711"/>
                </a:cubicBezTo>
                <a:cubicBezTo>
                  <a:pt x="236201" y="211912"/>
                  <a:pt x="230743" y="218542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10" y="245831"/>
                  <a:pt x="189938" y="249888"/>
                  <a:pt x="181966" y="253175"/>
                </a:cubicBezTo>
                <a:cubicBezTo>
                  <a:pt x="173965" y="256489"/>
                  <a:pt x="165735" y="259004"/>
                  <a:pt x="157248" y="260690"/>
                </a:cubicBezTo>
                <a:cubicBezTo>
                  <a:pt x="148790" y="262376"/>
                  <a:pt x="140218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175"/>
                </a:cubicBezTo>
                <a:cubicBezTo>
                  <a:pt x="73238" y="249888"/>
                  <a:pt x="65665" y="245831"/>
                  <a:pt x="58464" y="241030"/>
                </a:cubicBezTo>
                <a:cubicBezTo>
                  <a:pt x="51292" y="236230"/>
                  <a:pt x="44634" y="230772"/>
                  <a:pt x="38519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45" y="197539"/>
                  <a:pt x="13316" y="189938"/>
                  <a:pt x="10001" y="181966"/>
                </a:cubicBezTo>
                <a:cubicBezTo>
                  <a:pt x="6687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588"/>
                </a:cubicBezTo>
                <a:cubicBezTo>
                  <a:pt x="0" y="122958"/>
                  <a:pt x="829" y="114386"/>
                  <a:pt x="2515" y="105928"/>
                </a:cubicBezTo>
                <a:cubicBezTo>
                  <a:pt x="4201" y="97441"/>
                  <a:pt x="6687" y="89211"/>
                  <a:pt x="10001" y="81239"/>
                </a:cubicBezTo>
                <a:cubicBezTo>
                  <a:pt x="13316" y="73266"/>
                  <a:pt x="17345" y="65665"/>
                  <a:pt x="22174" y="58493"/>
                </a:cubicBezTo>
                <a:cubicBezTo>
                  <a:pt x="26975" y="51292"/>
                  <a:pt x="32433" y="44663"/>
                  <a:pt x="38519" y="38548"/>
                </a:cubicBezTo>
                <a:cubicBezTo>
                  <a:pt x="44634" y="32433"/>
                  <a:pt x="51292" y="26975"/>
                  <a:pt x="58464" y="22174"/>
                </a:cubicBezTo>
                <a:cubicBezTo>
                  <a:pt x="65665" y="17374"/>
                  <a:pt x="73238" y="13316"/>
                  <a:pt x="81239" y="10001"/>
                </a:cubicBezTo>
                <a:cubicBezTo>
                  <a:pt x="89211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18" y="0"/>
                  <a:pt x="148790" y="829"/>
                  <a:pt x="157248" y="2515"/>
                </a:cubicBezTo>
                <a:cubicBezTo>
                  <a:pt x="165735" y="4201"/>
                  <a:pt x="173965" y="6715"/>
                  <a:pt x="181966" y="10001"/>
                </a:cubicBezTo>
                <a:cubicBezTo>
                  <a:pt x="189938" y="13316"/>
                  <a:pt x="197510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43" y="44663"/>
                  <a:pt x="236201" y="51292"/>
                  <a:pt x="241002" y="58493"/>
                </a:cubicBezTo>
                <a:cubicBezTo>
                  <a:pt x="245802" y="65665"/>
                  <a:pt x="249860" y="73266"/>
                  <a:pt x="253175" y="81239"/>
                </a:cubicBezTo>
                <a:cubicBezTo>
                  <a:pt x="256489" y="89211"/>
                  <a:pt x="258975" y="97441"/>
                  <a:pt x="260661" y="105928"/>
                </a:cubicBezTo>
                <a:cubicBezTo>
                  <a:pt x="262347" y="114386"/>
                  <a:pt x="263176" y="122958"/>
                  <a:pt x="263176" y="131588"/>
                </a:cubicBezTo>
              </a:path>
            </a:pathLst>
          </a:custGeom>
          <a:solidFill xmlns:a="http://schemas.openxmlformats.org/drawingml/2006/main">
            <a:srgbClr val="DAE8FC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25A07-9A04-40E6-86D9-FC2149B3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148" y="2423932"/>
            <a:ext cx="263176" cy="263204"/>
          </a:xfrm>
          <a:custGeom xmlns:a="http://schemas.openxmlformats.org/drawingml/2006/main">
            <a:pathLst>
              <a:path w="263176" h="263204" fill="none">
                <a:moveTo>
                  <a:pt x="263176" y="131588"/>
                </a:moveTo>
                <a:cubicBezTo>
                  <a:pt x="263176" y="140246"/>
                  <a:pt x="262347" y="148790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60" y="189938"/>
                  <a:pt x="245802" y="197539"/>
                  <a:pt x="241002" y="204711"/>
                </a:cubicBezTo>
                <a:cubicBezTo>
                  <a:pt x="236201" y="211912"/>
                  <a:pt x="230743" y="218542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10" y="245831"/>
                  <a:pt x="189938" y="249888"/>
                  <a:pt x="181966" y="253175"/>
                </a:cubicBezTo>
                <a:cubicBezTo>
                  <a:pt x="173965" y="256489"/>
                  <a:pt x="165735" y="259004"/>
                  <a:pt x="157248" y="260690"/>
                </a:cubicBezTo>
                <a:cubicBezTo>
                  <a:pt x="148790" y="262376"/>
                  <a:pt x="140218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175"/>
                </a:cubicBezTo>
                <a:cubicBezTo>
                  <a:pt x="73238" y="249888"/>
                  <a:pt x="65665" y="245831"/>
                  <a:pt x="58464" y="241030"/>
                </a:cubicBezTo>
                <a:cubicBezTo>
                  <a:pt x="51292" y="236230"/>
                  <a:pt x="44634" y="230772"/>
                  <a:pt x="38519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45" y="197539"/>
                  <a:pt x="13316" y="189938"/>
                  <a:pt x="10001" y="181966"/>
                </a:cubicBezTo>
                <a:cubicBezTo>
                  <a:pt x="6687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588"/>
                </a:cubicBezTo>
                <a:cubicBezTo>
                  <a:pt x="0" y="122958"/>
                  <a:pt x="829" y="114386"/>
                  <a:pt x="2515" y="105928"/>
                </a:cubicBezTo>
                <a:cubicBezTo>
                  <a:pt x="4201" y="97441"/>
                  <a:pt x="6687" y="89211"/>
                  <a:pt x="10001" y="81239"/>
                </a:cubicBezTo>
                <a:cubicBezTo>
                  <a:pt x="13316" y="73266"/>
                  <a:pt x="17345" y="65665"/>
                  <a:pt x="22174" y="58493"/>
                </a:cubicBezTo>
                <a:cubicBezTo>
                  <a:pt x="26975" y="51292"/>
                  <a:pt x="32433" y="44663"/>
                  <a:pt x="38519" y="38548"/>
                </a:cubicBezTo>
                <a:cubicBezTo>
                  <a:pt x="44634" y="32433"/>
                  <a:pt x="51292" y="26975"/>
                  <a:pt x="58464" y="22174"/>
                </a:cubicBezTo>
                <a:cubicBezTo>
                  <a:pt x="65665" y="17374"/>
                  <a:pt x="73238" y="13316"/>
                  <a:pt x="81239" y="10001"/>
                </a:cubicBezTo>
                <a:cubicBezTo>
                  <a:pt x="89211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18" y="0"/>
                  <a:pt x="148790" y="829"/>
                  <a:pt x="157248" y="2515"/>
                </a:cubicBezTo>
                <a:cubicBezTo>
                  <a:pt x="165735" y="4201"/>
                  <a:pt x="173965" y="6715"/>
                  <a:pt x="181966" y="10001"/>
                </a:cubicBezTo>
                <a:cubicBezTo>
                  <a:pt x="189938" y="13316"/>
                  <a:pt x="197510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43" y="44663"/>
                  <a:pt x="236201" y="51292"/>
                  <a:pt x="241002" y="58493"/>
                </a:cubicBezTo>
                <a:cubicBezTo>
                  <a:pt x="245802" y="65665"/>
                  <a:pt x="249860" y="73266"/>
                  <a:pt x="253175" y="81239"/>
                </a:cubicBezTo>
                <a:cubicBezTo>
                  <a:pt x="256489" y="89211"/>
                  <a:pt x="258975" y="97441"/>
                  <a:pt x="260661" y="105928"/>
                </a:cubicBezTo>
                <a:cubicBezTo>
                  <a:pt x="262347" y="114386"/>
                  <a:pt x="263176" y="122958"/>
                  <a:pt x="263176" y="131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>
                <a:alpha val="50000"/>
              </a:srgbClr>
            </a:solidFill>
            <a:miter/>
          </a:ln>
        </p:spPr>
      </p:sp>
      <p:sp>
        <p:nvSpPr>
          <p:cNvPr id="97" name="Text 8">
            <a:extLst xmlns:a="http://schemas.openxmlformats.org/drawingml/2006/main">
              <a:ext uri="{FF2B5EF4-FFF2-40B4-BE49-F238E27FC236}">
                <a16:creationId xmlns:a16="http://schemas.microsoft.com/office/drawing/2014/main" id="{E1FD0CCE-D6FC-42E8-9C72-A46C705F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63" y="2480088"/>
            <a:ext cx="80757" cy="140345"/>
          </a:xfrm>
          <a:custGeom xmlns:a="http://schemas.openxmlformats.org/drawingml/2006/main">
            <a:pathLst>
              <a:path w="80757" h="140345">
                <a:moveTo>
                  <a:pt x="28577" y="69696"/>
                </a:moveTo>
                <a:cubicBezTo>
                  <a:pt x="21733" y="66025"/>
                  <a:pt x="17076" y="63094"/>
                  <a:pt x="14606" y="60905"/>
                </a:cubicBezTo>
                <a:cubicBezTo>
                  <a:pt x="11078" y="57869"/>
                  <a:pt x="8132" y="53950"/>
                  <a:pt x="5768" y="49150"/>
                </a:cubicBezTo>
                <a:cubicBezTo>
                  <a:pt x="3405" y="44347"/>
                  <a:pt x="2223" y="39439"/>
                  <a:pt x="2223" y="34425"/>
                </a:cubicBezTo>
                <a:cubicBezTo>
                  <a:pt x="2223" y="25669"/>
                  <a:pt x="5698" y="17743"/>
                  <a:pt x="12648" y="10647"/>
                </a:cubicBezTo>
                <a:cubicBezTo>
                  <a:pt x="19598" y="3549"/>
                  <a:pt x="28118" y="0"/>
                  <a:pt x="38209" y="0"/>
                </a:cubicBezTo>
                <a:cubicBezTo>
                  <a:pt x="49569" y="0"/>
                  <a:pt x="58565" y="3001"/>
                  <a:pt x="65198" y="9003"/>
                </a:cubicBezTo>
                <a:cubicBezTo>
                  <a:pt x="71831" y="15005"/>
                  <a:pt x="75147" y="22314"/>
                  <a:pt x="75147" y="30929"/>
                </a:cubicBezTo>
                <a:cubicBezTo>
                  <a:pt x="75147" y="35729"/>
                  <a:pt x="74159" y="40107"/>
                  <a:pt x="72184" y="44063"/>
                </a:cubicBezTo>
                <a:cubicBezTo>
                  <a:pt x="70208" y="48017"/>
                  <a:pt x="67280" y="51582"/>
                  <a:pt x="63399" y="54759"/>
                </a:cubicBezTo>
                <a:cubicBezTo>
                  <a:pt x="60788" y="56949"/>
                  <a:pt x="56307" y="59668"/>
                  <a:pt x="49957" y="62916"/>
                </a:cubicBezTo>
                <a:cubicBezTo>
                  <a:pt x="59624" y="68071"/>
                  <a:pt x="65374" y="71391"/>
                  <a:pt x="67209" y="72875"/>
                </a:cubicBezTo>
                <a:cubicBezTo>
                  <a:pt x="71019" y="75841"/>
                  <a:pt x="74230" y="79760"/>
                  <a:pt x="76841" y="84633"/>
                </a:cubicBezTo>
                <a:cubicBezTo>
                  <a:pt x="79451" y="89504"/>
                  <a:pt x="80757" y="94905"/>
                  <a:pt x="80757" y="100837"/>
                </a:cubicBezTo>
                <a:cubicBezTo>
                  <a:pt x="80757" y="111923"/>
                  <a:pt x="76929" y="121280"/>
                  <a:pt x="69273" y="128908"/>
                </a:cubicBezTo>
                <a:cubicBezTo>
                  <a:pt x="61617" y="136533"/>
                  <a:pt x="51862" y="140345"/>
                  <a:pt x="40008" y="140345"/>
                </a:cubicBezTo>
                <a:cubicBezTo>
                  <a:pt x="27801" y="140345"/>
                  <a:pt x="18081" y="137009"/>
                  <a:pt x="10849" y="130337"/>
                </a:cubicBezTo>
                <a:cubicBezTo>
                  <a:pt x="3616" y="123662"/>
                  <a:pt x="0" y="115417"/>
                  <a:pt x="0" y="105603"/>
                </a:cubicBezTo>
                <a:cubicBezTo>
                  <a:pt x="0" y="100024"/>
                  <a:pt x="953" y="94958"/>
                  <a:pt x="2858" y="90405"/>
                </a:cubicBezTo>
                <a:cubicBezTo>
                  <a:pt x="4763" y="85849"/>
                  <a:pt x="7726" y="81947"/>
                  <a:pt x="11748" y="78699"/>
                </a:cubicBezTo>
                <a:cubicBezTo>
                  <a:pt x="14853" y="76228"/>
                  <a:pt x="20463" y="73226"/>
                  <a:pt x="28577" y="69696"/>
                </a:cubicBezTo>
                <a:moveTo>
                  <a:pt x="45194" y="60481"/>
                </a:moveTo>
                <a:cubicBezTo>
                  <a:pt x="51121" y="57227"/>
                  <a:pt x="55249" y="53866"/>
                  <a:pt x="57577" y="50400"/>
                </a:cubicBezTo>
                <a:cubicBezTo>
                  <a:pt x="61388" y="44669"/>
                  <a:pt x="63293" y="38160"/>
                  <a:pt x="63293" y="30872"/>
                </a:cubicBezTo>
                <a:cubicBezTo>
                  <a:pt x="63293" y="25210"/>
                  <a:pt x="62164" y="20345"/>
                  <a:pt x="59906" y="16276"/>
                </a:cubicBezTo>
                <a:cubicBezTo>
                  <a:pt x="57648" y="12208"/>
                  <a:pt x="54632" y="9290"/>
                  <a:pt x="50857" y="7521"/>
                </a:cubicBezTo>
                <a:cubicBezTo>
                  <a:pt x="47082" y="5753"/>
                  <a:pt x="43007" y="4869"/>
                  <a:pt x="38632" y="4869"/>
                </a:cubicBezTo>
                <a:cubicBezTo>
                  <a:pt x="31646" y="4869"/>
                  <a:pt x="25896" y="7275"/>
                  <a:pt x="21380" y="12089"/>
                </a:cubicBezTo>
                <a:cubicBezTo>
                  <a:pt x="16864" y="16903"/>
                  <a:pt x="14606" y="22813"/>
                  <a:pt x="14606" y="29821"/>
                </a:cubicBezTo>
                <a:cubicBezTo>
                  <a:pt x="14606" y="33926"/>
                  <a:pt x="15206" y="37342"/>
                  <a:pt x="16405" y="40067"/>
                </a:cubicBezTo>
                <a:cubicBezTo>
                  <a:pt x="17605" y="42791"/>
                  <a:pt x="19510" y="45321"/>
                  <a:pt x="22121" y="47658"/>
                </a:cubicBezTo>
                <a:cubicBezTo>
                  <a:pt x="23814" y="49215"/>
                  <a:pt x="27766" y="52006"/>
                  <a:pt x="33975" y="56033"/>
                </a:cubicBezTo>
                <a:cubicBezTo>
                  <a:pt x="34892" y="56597"/>
                  <a:pt x="37115" y="57479"/>
                  <a:pt x="40643" y="58679"/>
                </a:cubicBezTo>
                <a:cubicBezTo>
                  <a:pt x="41701" y="59034"/>
                  <a:pt x="43218" y="59635"/>
                  <a:pt x="45194" y="60481"/>
                </a:cubicBezTo>
                <a:moveTo>
                  <a:pt x="33763" y="72025"/>
                </a:moveTo>
                <a:cubicBezTo>
                  <a:pt x="28683" y="74704"/>
                  <a:pt x="25120" y="77065"/>
                  <a:pt x="23073" y="79109"/>
                </a:cubicBezTo>
                <a:cubicBezTo>
                  <a:pt x="19969" y="82071"/>
                  <a:pt x="17534" y="85597"/>
                  <a:pt x="15770" y="89687"/>
                </a:cubicBezTo>
                <a:cubicBezTo>
                  <a:pt x="14006" y="93775"/>
                  <a:pt x="13124" y="99414"/>
                  <a:pt x="13124" y="106605"/>
                </a:cubicBezTo>
                <a:cubicBezTo>
                  <a:pt x="13124" y="114148"/>
                  <a:pt x="14782" y="120071"/>
                  <a:pt x="18099" y="124373"/>
                </a:cubicBezTo>
                <a:cubicBezTo>
                  <a:pt x="23603" y="131493"/>
                  <a:pt x="30800" y="135053"/>
                  <a:pt x="39690" y="135053"/>
                </a:cubicBezTo>
                <a:cubicBezTo>
                  <a:pt x="47805" y="135053"/>
                  <a:pt x="54455" y="132481"/>
                  <a:pt x="59641" y="127337"/>
                </a:cubicBezTo>
                <a:cubicBezTo>
                  <a:pt x="64828" y="122190"/>
                  <a:pt x="67421" y="115564"/>
                  <a:pt x="67421" y="107458"/>
                </a:cubicBezTo>
                <a:cubicBezTo>
                  <a:pt x="67421" y="98647"/>
                  <a:pt x="64792" y="91669"/>
                  <a:pt x="59536" y="86525"/>
                </a:cubicBezTo>
                <a:cubicBezTo>
                  <a:pt x="54279" y="81378"/>
                  <a:pt x="45688" y="76545"/>
                  <a:pt x="33763" y="72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7C687-1879-4B78-BF8F-0D70CA6F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992" y="2160727"/>
            <a:ext cx="15488" cy="170307"/>
          </a:xfrm>
          <a:custGeom xmlns:a="http://schemas.openxmlformats.org/drawingml/2006/main">
            <a:pathLst>
              <a:path w="15488" h="170307">
                <a:moveTo>
                  <a:pt x="15488" y="0"/>
                </a:moveTo>
                <a:lnTo>
                  <a:pt x="15488" y="15459"/>
                </a:lnTo>
                <a:lnTo>
                  <a:pt x="0" y="15459"/>
                </a:lnTo>
                <a:lnTo>
                  <a:pt x="0" y="0"/>
                </a:lnTo>
                <a:moveTo>
                  <a:pt x="15488" y="77410"/>
                </a:moveTo>
                <a:lnTo>
                  <a:pt x="15488" y="92897"/>
                </a:lnTo>
                <a:lnTo>
                  <a:pt x="0" y="92897"/>
                </a:lnTo>
                <a:lnTo>
                  <a:pt x="0" y="77410"/>
                </a:lnTo>
                <a:moveTo>
                  <a:pt x="15488" y="154819"/>
                </a:moveTo>
                <a:lnTo>
                  <a:pt x="15488" y="170307"/>
                </a:lnTo>
                <a:lnTo>
                  <a:pt x="0" y="170307"/>
                </a:lnTo>
                <a:lnTo>
                  <a:pt x="0" y="154819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3BFC3-093B-4CFA-9710-B57798AC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504" y="2360152"/>
            <a:ext cx="46463" cy="46434"/>
          </a:xfrm>
          <a:custGeom xmlns:a="http://schemas.openxmlformats.org/drawingml/2006/main">
            <a:pathLst>
              <a:path w="46463" h="46434">
                <a:moveTo>
                  <a:pt x="23231" y="46434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34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48021-022D-4B98-BE6D-74698C7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504" y="2360152"/>
            <a:ext cx="46463" cy="46434"/>
          </a:xfrm>
          <a:custGeom xmlns:a="http://schemas.openxmlformats.org/drawingml/2006/main">
            <a:pathLst>
              <a:path w="46463" h="46434" fill="none">
                <a:moveTo>
                  <a:pt x="23231" y="46434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4B407-8A4A-4162-8AEB-D79D22EC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124" y="2347436"/>
            <a:ext cx="160134" cy="87925"/>
          </a:xfrm>
          <a:custGeom xmlns:a="http://schemas.openxmlformats.org/drawingml/2006/main">
            <a:pathLst>
              <a:path w="160134" h="87925">
                <a:moveTo>
                  <a:pt x="6715" y="0"/>
                </a:moveTo>
                <a:lnTo>
                  <a:pt x="20688" y="6715"/>
                </a:lnTo>
                <a:lnTo>
                  <a:pt x="13945" y="20660"/>
                </a:lnTo>
                <a:lnTo>
                  <a:pt x="0" y="13945"/>
                </a:lnTo>
                <a:moveTo>
                  <a:pt x="76467" y="33633"/>
                </a:moveTo>
                <a:lnTo>
                  <a:pt x="90411" y="40348"/>
                </a:lnTo>
                <a:lnTo>
                  <a:pt x="83696" y="54292"/>
                </a:lnTo>
                <a:lnTo>
                  <a:pt x="69723" y="47549"/>
                </a:lnTo>
                <a:moveTo>
                  <a:pt x="146190" y="67237"/>
                </a:moveTo>
                <a:lnTo>
                  <a:pt x="160134" y="73952"/>
                </a:lnTo>
                <a:lnTo>
                  <a:pt x="153419" y="87925"/>
                </a:lnTo>
                <a:lnTo>
                  <a:pt x="139475" y="81182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7DC4D-0D6B-4F96-BE85-196F99A4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173" y="2413873"/>
            <a:ext cx="51864" cy="41777"/>
          </a:xfrm>
          <a:custGeom xmlns:a="http://schemas.openxmlformats.org/drawingml/2006/main">
            <a:pathLst>
              <a:path w="51864" h="41777">
                <a:moveTo>
                  <a:pt x="51864" y="41034"/>
                </a:moveTo>
                <a:lnTo>
                  <a:pt x="0" y="41777"/>
                </a:lnTo>
                <a:lnTo>
                  <a:pt x="20603" y="26003"/>
                </a:lnTo>
                <a:lnTo>
                  <a:pt x="20145" y="0"/>
                </a:lnTo>
                <a:lnTo>
                  <a:pt x="51864" y="41034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EA869-6A20-4027-A59A-7169F97B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173" y="2413873"/>
            <a:ext cx="51864" cy="41777"/>
          </a:xfrm>
          <a:custGeom xmlns:a="http://schemas.openxmlformats.org/drawingml/2006/main">
            <a:pathLst>
              <a:path w="51864" h="41777" fill="none">
                <a:moveTo>
                  <a:pt x="51864" y="41034"/>
                </a:moveTo>
                <a:lnTo>
                  <a:pt x="0" y="41777"/>
                </a:lnTo>
                <a:lnTo>
                  <a:pt x="20603" y="26003"/>
                </a:lnTo>
                <a:lnTo>
                  <a:pt x="20145" y="0"/>
                </a:lnTo>
                <a:lnTo>
                  <a:pt x="51864" y="410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13974-D78D-4DAB-B771-5C84E2D8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2702624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489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38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790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11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01"/>
                </a:cubicBezTo>
                <a:cubicBezTo>
                  <a:pt x="89240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64" y="4201"/>
                  <a:pt x="173993" y="6715"/>
                  <a:pt x="181966" y="10001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11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DAE8FC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211B3-7FC3-49AB-84BB-D52B6029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2702624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489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38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790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11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01"/>
                </a:cubicBezTo>
                <a:cubicBezTo>
                  <a:pt x="89240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64" y="4201"/>
                  <a:pt x="173993" y="6715"/>
                  <a:pt x="181966" y="10001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11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>
                <a:alpha val="50000"/>
              </a:srgbClr>
            </a:solidFill>
            <a:miter/>
          </a:ln>
        </p:spPr>
      </p:sp>
      <p:sp>
        <p:nvSpPr>
          <p:cNvPr id="106" name="Text 11">
            <a:extLst xmlns:a="http://schemas.openxmlformats.org/drawingml/2006/main">
              <a:ext uri="{FF2B5EF4-FFF2-40B4-BE49-F238E27FC236}">
                <a16:creationId xmlns:a16="http://schemas.microsoft.com/office/drawing/2014/main" id="{B05982E4-63BB-4600-A439-2A8B8E6A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219" y="2758781"/>
            <a:ext cx="162309" cy="137382"/>
          </a:xfrm>
          <a:custGeom xmlns:a="http://schemas.openxmlformats.org/drawingml/2006/main">
            <a:pathLst>
              <a:path w="162309" h="137382">
                <a:moveTo>
                  <a:pt x="60541" y="137382"/>
                </a:moveTo>
                <a:lnTo>
                  <a:pt x="12066" y="137382"/>
                </a:lnTo>
                <a:cubicBezTo>
                  <a:pt x="11995" y="136733"/>
                  <a:pt x="11960" y="136192"/>
                  <a:pt x="11960" y="135758"/>
                </a:cubicBezTo>
                <a:cubicBezTo>
                  <a:pt x="11960" y="134532"/>
                  <a:pt x="12207" y="133685"/>
                  <a:pt x="12701" y="133217"/>
                </a:cubicBezTo>
                <a:cubicBezTo>
                  <a:pt x="13195" y="132748"/>
                  <a:pt x="14747" y="132266"/>
                  <a:pt x="17358" y="131772"/>
                </a:cubicBezTo>
                <a:cubicBezTo>
                  <a:pt x="21450" y="130923"/>
                  <a:pt x="24767" y="129899"/>
                  <a:pt x="27307" y="128699"/>
                </a:cubicBezTo>
                <a:cubicBezTo>
                  <a:pt x="28013" y="127145"/>
                  <a:pt x="28365" y="125697"/>
                  <a:pt x="28365" y="124356"/>
                </a:cubicBezTo>
                <a:lnTo>
                  <a:pt x="28365" y="117788"/>
                </a:lnTo>
                <a:cubicBezTo>
                  <a:pt x="28365" y="117012"/>
                  <a:pt x="28471" y="113445"/>
                  <a:pt x="28683" y="107088"/>
                </a:cubicBezTo>
                <a:cubicBezTo>
                  <a:pt x="28753" y="104687"/>
                  <a:pt x="28824" y="94304"/>
                  <a:pt x="28895" y="75941"/>
                </a:cubicBezTo>
                <a:lnTo>
                  <a:pt x="29106" y="51048"/>
                </a:lnTo>
                <a:lnTo>
                  <a:pt x="28895" y="36535"/>
                </a:lnTo>
                <a:cubicBezTo>
                  <a:pt x="28895" y="34416"/>
                  <a:pt x="28965" y="27741"/>
                  <a:pt x="29106" y="16511"/>
                </a:cubicBezTo>
                <a:cubicBezTo>
                  <a:pt x="13089" y="27942"/>
                  <a:pt x="4304" y="33657"/>
                  <a:pt x="2752" y="33657"/>
                </a:cubicBezTo>
                <a:cubicBezTo>
                  <a:pt x="2187" y="33657"/>
                  <a:pt x="1588" y="33358"/>
                  <a:pt x="953" y="32758"/>
                </a:cubicBezTo>
                <a:cubicBezTo>
                  <a:pt x="318" y="32158"/>
                  <a:pt x="0" y="31576"/>
                  <a:pt x="0" y="31011"/>
                </a:cubicBezTo>
                <a:cubicBezTo>
                  <a:pt x="0" y="30306"/>
                  <a:pt x="247" y="29741"/>
                  <a:pt x="741" y="29318"/>
                </a:cubicBezTo>
                <a:cubicBezTo>
                  <a:pt x="1729" y="28401"/>
                  <a:pt x="4093" y="26884"/>
                  <a:pt x="7832" y="24767"/>
                </a:cubicBezTo>
                <a:cubicBezTo>
                  <a:pt x="8397" y="24485"/>
                  <a:pt x="10831" y="22579"/>
                  <a:pt x="15135" y="19051"/>
                </a:cubicBezTo>
                <a:cubicBezTo>
                  <a:pt x="21980" y="13336"/>
                  <a:pt x="26989" y="8855"/>
                  <a:pt x="30165" y="5610"/>
                </a:cubicBezTo>
                <a:cubicBezTo>
                  <a:pt x="33340" y="2364"/>
                  <a:pt x="35280" y="529"/>
                  <a:pt x="35986" y="106"/>
                </a:cubicBezTo>
                <a:cubicBezTo>
                  <a:pt x="37397" y="35"/>
                  <a:pt x="38491" y="0"/>
                  <a:pt x="39267" y="0"/>
                </a:cubicBezTo>
                <a:cubicBezTo>
                  <a:pt x="41102" y="0"/>
                  <a:pt x="42248" y="301"/>
                  <a:pt x="42707" y="903"/>
                </a:cubicBezTo>
                <a:cubicBezTo>
                  <a:pt x="43165" y="1503"/>
                  <a:pt x="43395" y="3677"/>
                  <a:pt x="43395" y="7425"/>
                </a:cubicBezTo>
                <a:lnTo>
                  <a:pt x="42654" y="101958"/>
                </a:lnTo>
                <a:lnTo>
                  <a:pt x="42654" y="111292"/>
                </a:lnTo>
                <a:cubicBezTo>
                  <a:pt x="42654" y="113556"/>
                  <a:pt x="42619" y="115838"/>
                  <a:pt x="42548" y="118138"/>
                </a:cubicBezTo>
                <a:cubicBezTo>
                  <a:pt x="42477" y="120436"/>
                  <a:pt x="42442" y="122115"/>
                  <a:pt x="42442" y="123176"/>
                </a:cubicBezTo>
                <a:cubicBezTo>
                  <a:pt x="42442" y="125722"/>
                  <a:pt x="42760" y="127384"/>
                  <a:pt x="43395" y="128160"/>
                </a:cubicBezTo>
                <a:cubicBezTo>
                  <a:pt x="43818" y="128656"/>
                  <a:pt x="45124" y="129294"/>
                  <a:pt x="47311" y="130072"/>
                </a:cubicBezTo>
                <a:lnTo>
                  <a:pt x="54508" y="131557"/>
                </a:lnTo>
                <a:cubicBezTo>
                  <a:pt x="57613" y="132335"/>
                  <a:pt x="59306" y="132866"/>
                  <a:pt x="59588" y="133148"/>
                </a:cubicBezTo>
                <a:cubicBezTo>
                  <a:pt x="60294" y="133768"/>
                  <a:pt x="60647" y="134731"/>
                  <a:pt x="60647" y="136039"/>
                </a:cubicBezTo>
                <a:lnTo>
                  <a:pt x="60541" y="137382"/>
                </a:lnTo>
                <a:close/>
                <a:moveTo>
                  <a:pt x="162203" y="137382"/>
                </a:moveTo>
                <a:lnTo>
                  <a:pt x="113728" y="137382"/>
                </a:lnTo>
                <a:cubicBezTo>
                  <a:pt x="113657" y="136733"/>
                  <a:pt x="113622" y="136192"/>
                  <a:pt x="113622" y="135758"/>
                </a:cubicBezTo>
                <a:cubicBezTo>
                  <a:pt x="113622" y="134532"/>
                  <a:pt x="113869" y="133685"/>
                  <a:pt x="114363" y="133217"/>
                </a:cubicBezTo>
                <a:cubicBezTo>
                  <a:pt x="114857" y="132748"/>
                  <a:pt x="116409" y="132266"/>
                  <a:pt x="119020" y="131772"/>
                </a:cubicBezTo>
                <a:cubicBezTo>
                  <a:pt x="123113" y="130923"/>
                  <a:pt x="126429" y="129899"/>
                  <a:pt x="128969" y="128699"/>
                </a:cubicBezTo>
                <a:cubicBezTo>
                  <a:pt x="129675" y="127145"/>
                  <a:pt x="130028" y="125697"/>
                  <a:pt x="130028" y="124356"/>
                </a:cubicBezTo>
                <a:lnTo>
                  <a:pt x="130028" y="117788"/>
                </a:lnTo>
                <a:cubicBezTo>
                  <a:pt x="130028" y="117012"/>
                  <a:pt x="130133" y="113445"/>
                  <a:pt x="130345" y="107088"/>
                </a:cubicBezTo>
                <a:cubicBezTo>
                  <a:pt x="130416" y="104687"/>
                  <a:pt x="130486" y="94304"/>
                  <a:pt x="130557" y="75941"/>
                </a:cubicBezTo>
                <a:lnTo>
                  <a:pt x="130768" y="51048"/>
                </a:lnTo>
                <a:lnTo>
                  <a:pt x="130557" y="36535"/>
                </a:lnTo>
                <a:cubicBezTo>
                  <a:pt x="130557" y="34416"/>
                  <a:pt x="130627" y="27741"/>
                  <a:pt x="130768" y="16511"/>
                </a:cubicBezTo>
                <a:cubicBezTo>
                  <a:pt x="114751" y="27942"/>
                  <a:pt x="105966" y="33657"/>
                  <a:pt x="104414" y="33657"/>
                </a:cubicBezTo>
                <a:cubicBezTo>
                  <a:pt x="103850" y="33657"/>
                  <a:pt x="103250" y="33358"/>
                  <a:pt x="102615" y="32758"/>
                </a:cubicBezTo>
                <a:cubicBezTo>
                  <a:pt x="101980" y="32158"/>
                  <a:pt x="101662" y="31576"/>
                  <a:pt x="101662" y="31011"/>
                </a:cubicBezTo>
                <a:cubicBezTo>
                  <a:pt x="101662" y="30306"/>
                  <a:pt x="101909" y="29741"/>
                  <a:pt x="102403" y="29318"/>
                </a:cubicBezTo>
                <a:cubicBezTo>
                  <a:pt x="103391" y="28401"/>
                  <a:pt x="105755" y="26884"/>
                  <a:pt x="109494" y="24767"/>
                </a:cubicBezTo>
                <a:cubicBezTo>
                  <a:pt x="110059" y="24485"/>
                  <a:pt x="112493" y="22579"/>
                  <a:pt x="116797" y="19051"/>
                </a:cubicBezTo>
                <a:cubicBezTo>
                  <a:pt x="123642" y="13336"/>
                  <a:pt x="128652" y="8855"/>
                  <a:pt x="131827" y="5610"/>
                </a:cubicBezTo>
                <a:cubicBezTo>
                  <a:pt x="135002" y="2364"/>
                  <a:pt x="136942" y="529"/>
                  <a:pt x="137648" y="106"/>
                </a:cubicBezTo>
                <a:cubicBezTo>
                  <a:pt x="139059" y="35"/>
                  <a:pt x="140153" y="0"/>
                  <a:pt x="140929" y="0"/>
                </a:cubicBezTo>
                <a:cubicBezTo>
                  <a:pt x="142764" y="0"/>
                  <a:pt x="143910" y="301"/>
                  <a:pt x="144369" y="903"/>
                </a:cubicBezTo>
                <a:cubicBezTo>
                  <a:pt x="144828" y="1503"/>
                  <a:pt x="145057" y="3677"/>
                  <a:pt x="145057" y="7425"/>
                </a:cubicBezTo>
                <a:lnTo>
                  <a:pt x="144316" y="101958"/>
                </a:lnTo>
                <a:lnTo>
                  <a:pt x="144316" y="111292"/>
                </a:lnTo>
                <a:cubicBezTo>
                  <a:pt x="144316" y="113556"/>
                  <a:pt x="144281" y="115838"/>
                  <a:pt x="144210" y="118138"/>
                </a:cubicBezTo>
                <a:cubicBezTo>
                  <a:pt x="144140" y="120436"/>
                  <a:pt x="144104" y="122115"/>
                  <a:pt x="144104" y="123176"/>
                </a:cubicBezTo>
                <a:cubicBezTo>
                  <a:pt x="144104" y="125722"/>
                  <a:pt x="144422" y="127384"/>
                  <a:pt x="145057" y="128160"/>
                </a:cubicBezTo>
                <a:cubicBezTo>
                  <a:pt x="145480" y="128656"/>
                  <a:pt x="146786" y="129294"/>
                  <a:pt x="148973" y="130072"/>
                </a:cubicBezTo>
                <a:lnTo>
                  <a:pt x="156170" y="131557"/>
                </a:lnTo>
                <a:cubicBezTo>
                  <a:pt x="159275" y="132335"/>
                  <a:pt x="160968" y="132866"/>
                  <a:pt x="161251" y="133148"/>
                </a:cubicBezTo>
                <a:cubicBezTo>
                  <a:pt x="161956" y="133768"/>
                  <a:pt x="162309" y="134731"/>
                  <a:pt x="162309" y="136039"/>
                </a:cubicBezTo>
                <a:lnTo>
                  <a:pt x="162203" y="1373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149A4-ED8E-4907-9C57-8D8A2096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11" y="2641359"/>
            <a:ext cx="164421" cy="75867"/>
          </a:xfrm>
          <a:custGeom xmlns:a="http://schemas.openxmlformats.org/drawingml/2006/main">
            <a:pathLst>
              <a:path w="164421" h="75867">
                <a:moveTo>
                  <a:pt x="164421" y="14459"/>
                </a:moveTo>
                <a:lnTo>
                  <a:pt x="149990" y="20031"/>
                </a:lnTo>
                <a:lnTo>
                  <a:pt x="144389" y="5601"/>
                </a:lnTo>
                <a:lnTo>
                  <a:pt x="158848" y="0"/>
                </a:lnTo>
                <a:moveTo>
                  <a:pt x="92212" y="42348"/>
                </a:moveTo>
                <a:lnTo>
                  <a:pt x="77781" y="47949"/>
                </a:lnTo>
                <a:lnTo>
                  <a:pt x="72180" y="33518"/>
                </a:lnTo>
                <a:lnTo>
                  <a:pt x="86639" y="27918"/>
                </a:lnTo>
                <a:moveTo>
                  <a:pt x="20002" y="70266"/>
                </a:moveTo>
                <a:lnTo>
                  <a:pt x="5572" y="75867"/>
                </a:lnTo>
                <a:lnTo>
                  <a:pt x="0" y="61408"/>
                </a:lnTo>
                <a:lnTo>
                  <a:pt x="14430" y="55836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451B1-C63E-4D27-BB3F-5CAEC344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660" y="2696594"/>
            <a:ext cx="51721" cy="43348"/>
          </a:xfrm>
          <a:custGeom xmlns:a="http://schemas.openxmlformats.org/drawingml/2006/main">
            <a:pathLst>
              <a:path w="51721" h="43348">
                <a:moveTo>
                  <a:pt x="0" y="38376"/>
                </a:moveTo>
                <a:lnTo>
                  <a:pt x="35004" y="0"/>
                </a:lnTo>
                <a:lnTo>
                  <a:pt x="32518" y="25832"/>
                </a:lnTo>
                <a:lnTo>
                  <a:pt x="51721" y="43348"/>
                </a:lnTo>
                <a:lnTo>
                  <a:pt x="0" y="38376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3ED4F-5E19-41F8-AB1D-076B1DC4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660" y="2696594"/>
            <a:ext cx="51721" cy="43348"/>
          </a:xfrm>
          <a:custGeom xmlns:a="http://schemas.openxmlformats.org/drawingml/2006/main">
            <a:pathLst>
              <a:path w="51721" h="43348" fill="none">
                <a:moveTo>
                  <a:pt x="0" y="38376"/>
                </a:moveTo>
                <a:lnTo>
                  <a:pt x="35004" y="0"/>
                </a:lnTo>
                <a:lnTo>
                  <a:pt x="32518" y="25832"/>
                </a:lnTo>
                <a:lnTo>
                  <a:pt x="51721" y="43348"/>
                </a:lnTo>
                <a:lnTo>
                  <a:pt x="0" y="383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39AC2-41D5-4040-BEFD-CE5B01D0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004" y="2641359"/>
            <a:ext cx="164421" cy="75867"/>
          </a:xfrm>
          <a:custGeom xmlns:a="http://schemas.openxmlformats.org/drawingml/2006/main">
            <a:pathLst>
              <a:path w="164421" h="75867">
                <a:moveTo>
                  <a:pt x="5572" y="0"/>
                </a:moveTo>
                <a:lnTo>
                  <a:pt x="20002" y="5601"/>
                </a:lnTo>
                <a:lnTo>
                  <a:pt x="14430" y="20031"/>
                </a:lnTo>
                <a:lnTo>
                  <a:pt x="0" y="14459"/>
                </a:lnTo>
                <a:moveTo>
                  <a:pt x="77781" y="27918"/>
                </a:moveTo>
                <a:lnTo>
                  <a:pt x="92212" y="33518"/>
                </a:lnTo>
                <a:lnTo>
                  <a:pt x="86639" y="47949"/>
                </a:lnTo>
                <a:lnTo>
                  <a:pt x="72209" y="42348"/>
                </a:lnTo>
                <a:moveTo>
                  <a:pt x="149990" y="55836"/>
                </a:moveTo>
                <a:lnTo>
                  <a:pt x="164421" y="61408"/>
                </a:lnTo>
                <a:lnTo>
                  <a:pt x="158848" y="75867"/>
                </a:lnTo>
                <a:lnTo>
                  <a:pt x="144418" y="70266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DCC0C-E877-4BE0-B4C7-0C4AD607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655" y="2696594"/>
            <a:ext cx="51692" cy="43348"/>
          </a:xfrm>
          <a:custGeom xmlns:a="http://schemas.openxmlformats.org/drawingml/2006/main">
            <a:pathLst>
              <a:path w="51692" h="43348">
                <a:moveTo>
                  <a:pt x="51692" y="38376"/>
                </a:moveTo>
                <a:lnTo>
                  <a:pt x="0" y="43348"/>
                </a:lnTo>
                <a:lnTo>
                  <a:pt x="19202" y="25832"/>
                </a:lnTo>
                <a:lnTo>
                  <a:pt x="16716" y="0"/>
                </a:lnTo>
                <a:lnTo>
                  <a:pt x="51692" y="38376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EF316-24EC-4412-BDE8-28DF825E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655" y="2696594"/>
            <a:ext cx="51692" cy="43348"/>
          </a:xfrm>
          <a:custGeom xmlns:a="http://schemas.openxmlformats.org/drawingml/2006/main">
            <a:pathLst>
              <a:path w="51692" h="43348" fill="none">
                <a:moveTo>
                  <a:pt x="51692" y="38376"/>
                </a:moveTo>
                <a:lnTo>
                  <a:pt x="0" y="43348"/>
                </a:lnTo>
                <a:lnTo>
                  <a:pt x="19202" y="25832"/>
                </a:lnTo>
                <a:lnTo>
                  <a:pt x="16716" y="0"/>
                </a:lnTo>
                <a:lnTo>
                  <a:pt x="51692" y="383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86115-CB76-4E15-87D7-EB66EAF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3074213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52C55-0C36-4942-B5E8-DB4B9A8F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3074213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115" name="Text 12">
            <a:extLst xmlns:a="http://schemas.openxmlformats.org/drawingml/2006/main">
              <a:ext uri="{FF2B5EF4-FFF2-40B4-BE49-F238E27FC236}">
                <a16:creationId xmlns:a16="http://schemas.microsoft.com/office/drawing/2014/main" id="{69FD0540-ED32-4E91-9EA7-F6E7031E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219" y="3130370"/>
            <a:ext cx="181043" cy="137382"/>
          </a:xfrm>
          <a:custGeom xmlns:a="http://schemas.openxmlformats.org/drawingml/2006/main">
            <a:pathLst>
              <a:path w="181043" h="137382">
                <a:moveTo>
                  <a:pt x="60541" y="137382"/>
                </a:moveTo>
                <a:lnTo>
                  <a:pt x="12066" y="137382"/>
                </a:lnTo>
                <a:cubicBezTo>
                  <a:pt x="11995" y="136733"/>
                  <a:pt x="11960" y="136192"/>
                  <a:pt x="11960" y="135758"/>
                </a:cubicBezTo>
                <a:cubicBezTo>
                  <a:pt x="11960" y="134532"/>
                  <a:pt x="12207" y="133685"/>
                  <a:pt x="12701" y="133217"/>
                </a:cubicBezTo>
                <a:cubicBezTo>
                  <a:pt x="13195" y="132748"/>
                  <a:pt x="14747" y="132266"/>
                  <a:pt x="17358" y="131772"/>
                </a:cubicBezTo>
                <a:cubicBezTo>
                  <a:pt x="21450" y="130923"/>
                  <a:pt x="24767" y="129899"/>
                  <a:pt x="27307" y="128699"/>
                </a:cubicBezTo>
                <a:cubicBezTo>
                  <a:pt x="28013" y="127145"/>
                  <a:pt x="28365" y="125697"/>
                  <a:pt x="28365" y="124356"/>
                </a:cubicBezTo>
                <a:lnTo>
                  <a:pt x="28365" y="117788"/>
                </a:lnTo>
                <a:cubicBezTo>
                  <a:pt x="28365" y="117012"/>
                  <a:pt x="28471" y="113445"/>
                  <a:pt x="28683" y="107088"/>
                </a:cubicBezTo>
                <a:cubicBezTo>
                  <a:pt x="28753" y="104687"/>
                  <a:pt x="28824" y="94304"/>
                  <a:pt x="28895" y="75941"/>
                </a:cubicBezTo>
                <a:lnTo>
                  <a:pt x="29106" y="51048"/>
                </a:lnTo>
                <a:lnTo>
                  <a:pt x="28895" y="36535"/>
                </a:lnTo>
                <a:cubicBezTo>
                  <a:pt x="28895" y="34416"/>
                  <a:pt x="28965" y="27741"/>
                  <a:pt x="29106" y="16511"/>
                </a:cubicBezTo>
                <a:cubicBezTo>
                  <a:pt x="13089" y="27942"/>
                  <a:pt x="4304" y="33657"/>
                  <a:pt x="2752" y="33657"/>
                </a:cubicBezTo>
                <a:cubicBezTo>
                  <a:pt x="2187" y="33657"/>
                  <a:pt x="1588" y="33358"/>
                  <a:pt x="953" y="32758"/>
                </a:cubicBezTo>
                <a:cubicBezTo>
                  <a:pt x="318" y="32158"/>
                  <a:pt x="0" y="31576"/>
                  <a:pt x="0" y="31011"/>
                </a:cubicBezTo>
                <a:cubicBezTo>
                  <a:pt x="0" y="30306"/>
                  <a:pt x="247" y="29741"/>
                  <a:pt x="741" y="29318"/>
                </a:cubicBezTo>
                <a:cubicBezTo>
                  <a:pt x="1729" y="28401"/>
                  <a:pt x="4093" y="26884"/>
                  <a:pt x="7832" y="24767"/>
                </a:cubicBezTo>
                <a:cubicBezTo>
                  <a:pt x="8397" y="24485"/>
                  <a:pt x="10831" y="22579"/>
                  <a:pt x="15135" y="19051"/>
                </a:cubicBezTo>
                <a:cubicBezTo>
                  <a:pt x="21980" y="13336"/>
                  <a:pt x="26989" y="8855"/>
                  <a:pt x="30165" y="5610"/>
                </a:cubicBezTo>
                <a:cubicBezTo>
                  <a:pt x="33340" y="2364"/>
                  <a:pt x="35280" y="529"/>
                  <a:pt x="35986" y="106"/>
                </a:cubicBezTo>
                <a:cubicBezTo>
                  <a:pt x="37397" y="35"/>
                  <a:pt x="38491" y="0"/>
                  <a:pt x="39267" y="0"/>
                </a:cubicBezTo>
                <a:cubicBezTo>
                  <a:pt x="41102" y="0"/>
                  <a:pt x="42248" y="301"/>
                  <a:pt x="42707" y="903"/>
                </a:cubicBezTo>
                <a:cubicBezTo>
                  <a:pt x="43165" y="1503"/>
                  <a:pt x="43395" y="3677"/>
                  <a:pt x="43395" y="7425"/>
                </a:cubicBezTo>
                <a:lnTo>
                  <a:pt x="42654" y="101958"/>
                </a:lnTo>
                <a:lnTo>
                  <a:pt x="42654" y="111292"/>
                </a:lnTo>
                <a:cubicBezTo>
                  <a:pt x="42654" y="113556"/>
                  <a:pt x="42619" y="115838"/>
                  <a:pt x="42548" y="118138"/>
                </a:cubicBezTo>
                <a:cubicBezTo>
                  <a:pt x="42477" y="120436"/>
                  <a:pt x="42442" y="122115"/>
                  <a:pt x="42442" y="123176"/>
                </a:cubicBezTo>
                <a:cubicBezTo>
                  <a:pt x="42442" y="125722"/>
                  <a:pt x="42760" y="127384"/>
                  <a:pt x="43395" y="128160"/>
                </a:cubicBezTo>
                <a:cubicBezTo>
                  <a:pt x="43818" y="128656"/>
                  <a:pt x="45124" y="129294"/>
                  <a:pt x="47311" y="130072"/>
                </a:cubicBezTo>
                <a:lnTo>
                  <a:pt x="54508" y="131557"/>
                </a:lnTo>
                <a:cubicBezTo>
                  <a:pt x="57613" y="132335"/>
                  <a:pt x="59306" y="132866"/>
                  <a:pt x="59588" y="133148"/>
                </a:cubicBezTo>
                <a:cubicBezTo>
                  <a:pt x="60294" y="133768"/>
                  <a:pt x="60647" y="134731"/>
                  <a:pt x="60647" y="136039"/>
                </a:cubicBezTo>
                <a:lnTo>
                  <a:pt x="60541" y="137382"/>
                </a:lnTo>
                <a:close/>
                <a:moveTo>
                  <a:pt x="177762" y="137382"/>
                </a:moveTo>
                <a:cubicBezTo>
                  <a:pt x="167178" y="136817"/>
                  <a:pt x="152995" y="136535"/>
                  <a:pt x="135214" y="136535"/>
                </a:cubicBezTo>
                <a:lnTo>
                  <a:pt x="112246" y="137276"/>
                </a:lnTo>
                <a:lnTo>
                  <a:pt x="101980" y="136958"/>
                </a:lnTo>
                <a:lnTo>
                  <a:pt x="93830" y="137276"/>
                </a:lnTo>
                <a:cubicBezTo>
                  <a:pt x="92983" y="137205"/>
                  <a:pt x="91748" y="137029"/>
                  <a:pt x="90125" y="136746"/>
                </a:cubicBezTo>
                <a:cubicBezTo>
                  <a:pt x="91396" y="133783"/>
                  <a:pt x="93018" y="131066"/>
                  <a:pt x="94994" y="128597"/>
                </a:cubicBezTo>
                <a:cubicBezTo>
                  <a:pt x="100851" y="121393"/>
                  <a:pt x="109424" y="112107"/>
                  <a:pt x="120714" y="100737"/>
                </a:cubicBezTo>
                <a:cubicBezTo>
                  <a:pt x="136519" y="84846"/>
                  <a:pt x="146927" y="72363"/>
                  <a:pt x="151937" y="63290"/>
                </a:cubicBezTo>
                <a:cubicBezTo>
                  <a:pt x="156946" y="54214"/>
                  <a:pt x="159451" y="45685"/>
                  <a:pt x="159451" y="37703"/>
                </a:cubicBezTo>
                <a:cubicBezTo>
                  <a:pt x="159451" y="30216"/>
                  <a:pt x="156911" y="23931"/>
                  <a:pt x="151831" y="18846"/>
                </a:cubicBezTo>
                <a:cubicBezTo>
                  <a:pt x="146750" y="13762"/>
                  <a:pt x="140506" y="11219"/>
                  <a:pt x="133097" y="11219"/>
                </a:cubicBezTo>
                <a:cubicBezTo>
                  <a:pt x="128652" y="11219"/>
                  <a:pt x="124347" y="12264"/>
                  <a:pt x="120184" y="14355"/>
                </a:cubicBezTo>
                <a:cubicBezTo>
                  <a:pt x="116021" y="16443"/>
                  <a:pt x="112670" y="19080"/>
                  <a:pt x="110129" y="22266"/>
                </a:cubicBezTo>
                <a:cubicBezTo>
                  <a:pt x="108507" y="24319"/>
                  <a:pt x="106354" y="28426"/>
                  <a:pt x="103673" y="34587"/>
                </a:cubicBezTo>
                <a:cubicBezTo>
                  <a:pt x="102191" y="37987"/>
                  <a:pt x="101309" y="39828"/>
                  <a:pt x="101027" y="40110"/>
                </a:cubicBezTo>
                <a:cubicBezTo>
                  <a:pt x="100604" y="40607"/>
                  <a:pt x="100110" y="40855"/>
                  <a:pt x="99545" y="40855"/>
                </a:cubicBezTo>
                <a:cubicBezTo>
                  <a:pt x="98981" y="40855"/>
                  <a:pt x="98434" y="40555"/>
                  <a:pt x="97905" y="39955"/>
                </a:cubicBezTo>
                <a:cubicBezTo>
                  <a:pt x="97376" y="39353"/>
                  <a:pt x="97111" y="38592"/>
                  <a:pt x="97111" y="37673"/>
                </a:cubicBezTo>
                <a:cubicBezTo>
                  <a:pt x="97111" y="34489"/>
                  <a:pt x="98716" y="29395"/>
                  <a:pt x="101927" y="22392"/>
                </a:cubicBezTo>
                <a:cubicBezTo>
                  <a:pt x="105137" y="15387"/>
                  <a:pt x="109865" y="9904"/>
                  <a:pt x="116109" y="5944"/>
                </a:cubicBezTo>
                <a:cubicBezTo>
                  <a:pt x="122354" y="1981"/>
                  <a:pt x="129604" y="0"/>
                  <a:pt x="137860" y="0"/>
                </a:cubicBezTo>
                <a:cubicBezTo>
                  <a:pt x="148656" y="0"/>
                  <a:pt x="157670" y="3514"/>
                  <a:pt x="164902" y="10541"/>
                </a:cubicBezTo>
                <a:cubicBezTo>
                  <a:pt x="172135" y="17566"/>
                  <a:pt x="175751" y="25952"/>
                  <a:pt x="175751" y="35698"/>
                </a:cubicBezTo>
                <a:cubicBezTo>
                  <a:pt x="175751" y="43396"/>
                  <a:pt x="173281" y="51217"/>
                  <a:pt x="168342" y="59162"/>
                </a:cubicBezTo>
                <a:cubicBezTo>
                  <a:pt x="163403" y="67106"/>
                  <a:pt x="152042" y="79270"/>
                  <a:pt x="134261" y="95654"/>
                </a:cubicBezTo>
                <a:cubicBezTo>
                  <a:pt x="128405" y="101021"/>
                  <a:pt x="124242" y="104975"/>
                  <a:pt x="121772" y="107518"/>
                </a:cubicBezTo>
                <a:cubicBezTo>
                  <a:pt x="119302" y="110060"/>
                  <a:pt x="114328" y="115569"/>
                  <a:pt x="106848" y="124046"/>
                </a:cubicBezTo>
                <a:cubicBezTo>
                  <a:pt x="117644" y="124469"/>
                  <a:pt x="127452" y="124681"/>
                  <a:pt x="136272" y="124681"/>
                </a:cubicBezTo>
                <a:cubicBezTo>
                  <a:pt x="138177" y="124681"/>
                  <a:pt x="140259" y="124610"/>
                  <a:pt x="142517" y="124469"/>
                </a:cubicBezTo>
                <a:cubicBezTo>
                  <a:pt x="146680" y="124328"/>
                  <a:pt x="149114" y="124257"/>
                  <a:pt x="149820" y="124257"/>
                </a:cubicBezTo>
                <a:lnTo>
                  <a:pt x="164532" y="124575"/>
                </a:lnTo>
                <a:cubicBezTo>
                  <a:pt x="166155" y="124575"/>
                  <a:pt x="167813" y="123794"/>
                  <a:pt x="169506" y="122233"/>
                </a:cubicBezTo>
                <a:cubicBezTo>
                  <a:pt x="171200" y="120670"/>
                  <a:pt x="173493" y="116264"/>
                  <a:pt x="176386" y="109016"/>
                </a:cubicBezTo>
                <a:lnTo>
                  <a:pt x="178926" y="108910"/>
                </a:lnTo>
                <a:cubicBezTo>
                  <a:pt x="179279" y="108910"/>
                  <a:pt x="179808" y="108946"/>
                  <a:pt x="180514" y="109016"/>
                </a:cubicBezTo>
                <a:cubicBezTo>
                  <a:pt x="180866" y="109726"/>
                  <a:pt x="181043" y="110260"/>
                  <a:pt x="181043" y="110617"/>
                </a:cubicBezTo>
                <a:lnTo>
                  <a:pt x="180831" y="111470"/>
                </a:lnTo>
                <a:cubicBezTo>
                  <a:pt x="180267" y="113532"/>
                  <a:pt x="179773" y="117299"/>
                  <a:pt x="179349" y="122772"/>
                </a:cubicBezTo>
                <a:cubicBezTo>
                  <a:pt x="179067" y="125972"/>
                  <a:pt x="178538" y="130841"/>
                  <a:pt x="177762" y="1373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930B9-9ED9-4D9B-B011-109A8E79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88" y="2965834"/>
            <a:ext cx="15482" cy="15482"/>
          </a:xfrm>
          <a:custGeom xmlns:a="http://schemas.openxmlformats.org/drawingml/2006/main">
            <a:pathLst>
              <a:path w="15482" h="15482">
                <a:moveTo>
                  <a:pt x="0" y="15482"/>
                </a:moveTo>
                <a:lnTo>
                  <a:pt x="15482" y="15482"/>
                </a:lnTo>
                <a:lnTo>
                  <a:pt x="15482" y="0"/>
                </a:lnTo>
                <a:lnTo>
                  <a:pt x="0" y="0"/>
                </a:lnTo>
                <a:lnTo>
                  <a:pt x="0" y="1548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BBEC9-BED9-4E86-BA42-D1D33E5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3010433"/>
            <a:ext cx="46434" cy="46434"/>
          </a:xfrm>
          <a:custGeom xmlns:a="http://schemas.openxmlformats.org/drawingml/2006/main">
            <a:pathLst>
              <a:path w="46434" h="46434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F7282-EA2B-4B41-B767-D5A919CD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3010433"/>
            <a:ext cx="46434" cy="46434"/>
          </a:xfrm>
          <a:custGeom xmlns:a="http://schemas.openxmlformats.org/drawingml/2006/main">
            <a:pathLst>
              <a:path w="46434" h="46434" fill="none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EBBEE-7043-461B-8D64-99EAA880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029" y="1449524"/>
            <a:ext cx="158477" cy="91811"/>
          </a:xfrm>
          <a:custGeom xmlns:a="http://schemas.openxmlformats.org/drawingml/2006/main">
            <a:pathLst>
              <a:path w="158477" h="91811">
                <a:moveTo>
                  <a:pt x="7087" y="0"/>
                </a:moveTo>
                <a:lnTo>
                  <a:pt x="20860" y="7087"/>
                </a:lnTo>
                <a:lnTo>
                  <a:pt x="13745" y="20860"/>
                </a:lnTo>
                <a:lnTo>
                  <a:pt x="0" y="13745"/>
                </a:lnTo>
                <a:moveTo>
                  <a:pt x="75895" y="35462"/>
                </a:moveTo>
                <a:lnTo>
                  <a:pt x="89668" y="42548"/>
                </a:lnTo>
                <a:lnTo>
                  <a:pt x="82553" y="56321"/>
                </a:lnTo>
                <a:lnTo>
                  <a:pt x="68809" y="49235"/>
                </a:lnTo>
                <a:moveTo>
                  <a:pt x="144704" y="70952"/>
                </a:moveTo>
                <a:lnTo>
                  <a:pt x="158477" y="78038"/>
                </a:lnTo>
                <a:lnTo>
                  <a:pt x="151362" y="91811"/>
                </a:lnTo>
                <a:lnTo>
                  <a:pt x="137617" y="84696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321DC-37C8-4DDC-80D2-83409AEB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908" y="1530077"/>
            <a:ext cx="52006" cy="41977"/>
          </a:xfrm>
          <a:custGeom xmlns:a="http://schemas.openxmlformats.org/drawingml/2006/main">
            <a:pathLst>
              <a:path w="52006" h="41977">
                <a:moveTo>
                  <a:pt x="52006" y="41977"/>
                </a:moveTo>
                <a:lnTo>
                  <a:pt x="0" y="41348"/>
                </a:lnTo>
                <a:lnTo>
                  <a:pt x="21060" y="26032"/>
                </a:lnTo>
                <a:lnTo>
                  <a:pt x="21374" y="0"/>
                </a:lnTo>
                <a:lnTo>
                  <a:pt x="52006" y="41977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75FFA-FC44-4F13-909C-5D0150D5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908" y="1530077"/>
            <a:ext cx="52006" cy="41977"/>
          </a:xfrm>
          <a:custGeom xmlns:a="http://schemas.openxmlformats.org/drawingml/2006/main">
            <a:pathLst>
              <a:path w="52006" h="41977" fill="none">
                <a:moveTo>
                  <a:pt x="52006" y="41977"/>
                </a:moveTo>
                <a:lnTo>
                  <a:pt x="0" y="41348"/>
                </a:lnTo>
                <a:lnTo>
                  <a:pt x="21060" y="26032"/>
                </a:lnTo>
                <a:lnTo>
                  <a:pt x="21374" y="0"/>
                </a:lnTo>
                <a:lnTo>
                  <a:pt x="52006" y="419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8C97B-0ABE-498A-AD36-C81F8CF5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697" y="3213573"/>
            <a:ext cx="472259" cy="247717"/>
          </a:xfrm>
          <a:custGeom xmlns:a="http://schemas.openxmlformats.org/drawingml/2006/main">
            <a:pathLst>
              <a:path w="472259" h="247717">
                <a:moveTo>
                  <a:pt x="472259" y="123844"/>
                </a:moveTo>
                <a:cubicBezTo>
                  <a:pt x="472259" y="131988"/>
                  <a:pt x="470716" y="140046"/>
                  <a:pt x="467716" y="148019"/>
                </a:cubicBezTo>
                <a:cubicBezTo>
                  <a:pt x="464687" y="155991"/>
                  <a:pt x="460200" y="163735"/>
                  <a:pt x="454257" y="171250"/>
                </a:cubicBezTo>
                <a:cubicBezTo>
                  <a:pt x="448342" y="178765"/>
                  <a:pt x="441055" y="185909"/>
                  <a:pt x="432454" y="192681"/>
                </a:cubicBezTo>
                <a:cubicBezTo>
                  <a:pt x="423824" y="199425"/>
                  <a:pt x="414052" y="205683"/>
                  <a:pt x="403079" y="211455"/>
                </a:cubicBezTo>
                <a:cubicBezTo>
                  <a:pt x="392135" y="217199"/>
                  <a:pt x="380190" y="222314"/>
                  <a:pt x="367303" y="226857"/>
                </a:cubicBezTo>
                <a:cubicBezTo>
                  <a:pt x="354416" y="231343"/>
                  <a:pt x="340814" y="235172"/>
                  <a:pt x="326469" y="238287"/>
                </a:cubicBezTo>
                <a:cubicBezTo>
                  <a:pt x="312153" y="241402"/>
                  <a:pt x="297380" y="243745"/>
                  <a:pt x="282178" y="245345"/>
                </a:cubicBezTo>
                <a:cubicBezTo>
                  <a:pt x="266976" y="246917"/>
                  <a:pt x="251631" y="247717"/>
                  <a:pt x="236115" y="247717"/>
                </a:cubicBezTo>
                <a:cubicBezTo>
                  <a:pt x="220628" y="247717"/>
                  <a:pt x="205283" y="246917"/>
                  <a:pt x="190052" y="245345"/>
                </a:cubicBezTo>
                <a:cubicBezTo>
                  <a:pt x="174850" y="243745"/>
                  <a:pt x="160077" y="241402"/>
                  <a:pt x="145761" y="238287"/>
                </a:cubicBezTo>
                <a:cubicBezTo>
                  <a:pt x="131445" y="235172"/>
                  <a:pt x="117843" y="231343"/>
                  <a:pt x="104956" y="226857"/>
                </a:cubicBezTo>
                <a:cubicBezTo>
                  <a:pt x="92040" y="222314"/>
                  <a:pt x="80124" y="217199"/>
                  <a:pt x="69180" y="211455"/>
                </a:cubicBezTo>
                <a:cubicBezTo>
                  <a:pt x="58207" y="205683"/>
                  <a:pt x="48406" y="199425"/>
                  <a:pt x="39805" y="192681"/>
                </a:cubicBezTo>
                <a:cubicBezTo>
                  <a:pt x="31175" y="185909"/>
                  <a:pt x="23917" y="178765"/>
                  <a:pt x="17974" y="171250"/>
                </a:cubicBezTo>
                <a:cubicBezTo>
                  <a:pt x="12059" y="163735"/>
                  <a:pt x="7572" y="155991"/>
                  <a:pt x="4543" y="148019"/>
                </a:cubicBezTo>
                <a:cubicBezTo>
                  <a:pt x="1514" y="140046"/>
                  <a:pt x="0" y="131988"/>
                  <a:pt x="0" y="123844"/>
                </a:cubicBezTo>
                <a:cubicBezTo>
                  <a:pt x="0" y="115729"/>
                  <a:pt x="1514" y="107671"/>
                  <a:pt x="4543" y="99698"/>
                </a:cubicBezTo>
                <a:cubicBezTo>
                  <a:pt x="7572" y="91697"/>
                  <a:pt x="12059" y="83982"/>
                  <a:pt x="17974" y="76438"/>
                </a:cubicBezTo>
                <a:cubicBezTo>
                  <a:pt x="23917" y="68923"/>
                  <a:pt x="31175" y="61808"/>
                  <a:pt x="39805" y="55035"/>
                </a:cubicBezTo>
                <a:cubicBezTo>
                  <a:pt x="48406" y="48263"/>
                  <a:pt x="58207" y="42034"/>
                  <a:pt x="69180" y="36262"/>
                </a:cubicBezTo>
                <a:cubicBezTo>
                  <a:pt x="80124" y="30518"/>
                  <a:pt x="92040" y="25375"/>
                  <a:pt x="104956" y="20860"/>
                </a:cubicBezTo>
                <a:cubicBezTo>
                  <a:pt x="117843" y="16345"/>
                  <a:pt x="131445" y="12544"/>
                  <a:pt x="145761" y="9430"/>
                </a:cubicBezTo>
                <a:cubicBezTo>
                  <a:pt x="160077" y="6315"/>
                  <a:pt x="174850" y="3972"/>
                  <a:pt x="190052" y="2372"/>
                </a:cubicBezTo>
                <a:cubicBezTo>
                  <a:pt x="205283" y="772"/>
                  <a:pt x="220628" y="0"/>
                  <a:pt x="236115" y="0"/>
                </a:cubicBezTo>
                <a:cubicBezTo>
                  <a:pt x="251631" y="0"/>
                  <a:pt x="266976" y="772"/>
                  <a:pt x="282178" y="2372"/>
                </a:cubicBezTo>
                <a:cubicBezTo>
                  <a:pt x="297380" y="3972"/>
                  <a:pt x="312153" y="6315"/>
                  <a:pt x="326469" y="9430"/>
                </a:cubicBezTo>
                <a:cubicBezTo>
                  <a:pt x="340814" y="12544"/>
                  <a:pt x="354416" y="16345"/>
                  <a:pt x="367303" y="20860"/>
                </a:cubicBezTo>
                <a:cubicBezTo>
                  <a:pt x="380190" y="25375"/>
                  <a:pt x="392135" y="30518"/>
                  <a:pt x="403079" y="36262"/>
                </a:cubicBezTo>
                <a:cubicBezTo>
                  <a:pt x="414052" y="42034"/>
                  <a:pt x="423824" y="48263"/>
                  <a:pt x="432454" y="55035"/>
                </a:cubicBezTo>
                <a:cubicBezTo>
                  <a:pt x="441055" y="61808"/>
                  <a:pt x="448342" y="68923"/>
                  <a:pt x="454257" y="76438"/>
                </a:cubicBezTo>
                <a:cubicBezTo>
                  <a:pt x="460200" y="83982"/>
                  <a:pt x="464687" y="91697"/>
                  <a:pt x="467716" y="99698"/>
                </a:cubicBezTo>
                <a:cubicBezTo>
                  <a:pt x="470716" y="107671"/>
                  <a:pt x="472259" y="115729"/>
                  <a:pt x="472259" y="123844"/>
                </a:cubicBezTo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06014-9D09-473D-83A9-9334B9BF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697" y="3213573"/>
            <a:ext cx="472259" cy="247717"/>
          </a:xfrm>
          <a:custGeom xmlns:a="http://schemas.openxmlformats.org/drawingml/2006/main">
            <a:pathLst>
              <a:path w="472259" h="247717" fill="none">
                <a:moveTo>
                  <a:pt x="472259" y="123844"/>
                </a:moveTo>
                <a:cubicBezTo>
                  <a:pt x="472259" y="131988"/>
                  <a:pt x="470716" y="140046"/>
                  <a:pt x="467716" y="148019"/>
                </a:cubicBezTo>
                <a:cubicBezTo>
                  <a:pt x="464687" y="155991"/>
                  <a:pt x="460200" y="163735"/>
                  <a:pt x="454257" y="171250"/>
                </a:cubicBezTo>
                <a:cubicBezTo>
                  <a:pt x="448342" y="178765"/>
                  <a:pt x="441055" y="185909"/>
                  <a:pt x="432454" y="192681"/>
                </a:cubicBezTo>
                <a:cubicBezTo>
                  <a:pt x="423824" y="199425"/>
                  <a:pt x="414052" y="205683"/>
                  <a:pt x="403079" y="211455"/>
                </a:cubicBezTo>
                <a:cubicBezTo>
                  <a:pt x="392135" y="217199"/>
                  <a:pt x="380190" y="222314"/>
                  <a:pt x="367303" y="226857"/>
                </a:cubicBezTo>
                <a:cubicBezTo>
                  <a:pt x="354416" y="231343"/>
                  <a:pt x="340814" y="235172"/>
                  <a:pt x="326469" y="238287"/>
                </a:cubicBezTo>
                <a:cubicBezTo>
                  <a:pt x="312153" y="241402"/>
                  <a:pt x="297380" y="243745"/>
                  <a:pt x="282178" y="245345"/>
                </a:cubicBezTo>
                <a:cubicBezTo>
                  <a:pt x="266976" y="246917"/>
                  <a:pt x="251631" y="247717"/>
                  <a:pt x="236115" y="247717"/>
                </a:cubicBezTo>
                <a:cubicBezTo>
                  <a:pt x="220628" y="247717"/>
                  <a:pt x="205283" y="246917"/>
                  <a:pt x="190052" y="245345"/>
                </a:cubicBezTo>
                <a:cubicBezTo>
                  <a:pt x="174850" y="243745"/>
                  <a:pt x="160077" y="241402"/>
                  <a:pt x="145761" y="238287"/>
                </a:cubicBezTo>
                <a:cubicBezTo>
                  <a:pt x="131445" y="235172"/>
                  <a:pt x="117843" y="231343"/>
                  <a:pt x="104956" y="226857"/>
                </a:cubicBezTo>
                <a:cubicBezTo>
                  <a:pt x="92040" y="222314"/>
                  <a:pt x="80124" y="217199"/>
                  <a:pt x="69180" y="211455"/>
                </a:cubicBezTo>
                <a:cubicBezTo>
                  <a:pt x="58207" y="205683"/>
                  <a:pt x="48406" y="199425"/>
                  <a:pt x="39805" y="192681"/>
                </a:cubicBezTo>
                <a:cubicBezTo>
                  <a:pt x="31175" y="185909"/>
                  <a:pt x="23917" y="178765"/>
                  <a:pt x="17974" y="171250"/>
                </a:cubicBezTo>
                <a:cubicBezTo>
                  <a:pt x="12059" y="163735"/>
                  <a:pt x="7572" y="155991"/>
                  <a:pt x="4543" y="148019"/>
                </a:cubicBezTo>
                <a:cubicBezTo>
                  <a:pt x="1514" y="140046"/>
                  <a:pt x="0" y="131988"/>
                  <a:pt x="0" y="123844"/>
                </a:cubicBezTo>
                <a:cubicBezTo>
                  <a:pt x="0" y="115729"/>
                  <a:pt x="1514" y="107671"/>
                  <a:pt x="4543" y="99698"/>
                </a:cubicBezTo>
                <a:cubicBezTo>
                  <a:pt x="7572" y="91697"/>
                  <a:pt x="12059" y="83982"/>
                  <a:pt x="17974" y="76438"/>
                </a:cubicBezTo>
                <a:cubicBezTo>
                  <a:pt x="23917" y="68923"/>
                  <a:pt x="31175" y="61808"/>
                  <a:pt x="39805" y="55035"/>
                </a:cubicBezTo>
                <a:cubicBezTo>
                  <a:pt x="48406" y="48263"/>
                  <a:pt x="58207" y="42034"/>
                  <a:pt x="69180" y="36262"/>
                </a:cubicBezTo>
                <a:cubicBezTo>
                  <a:pt x="80124" y="30518"/>
                  <a:pt x="92040" y="25375"/>
                  <a:pt x="104956" y="20860"/>
                </a:cubicBezTo>
                <a:cubicBezTo>
                  <a:pt x="117843" y="16345"/>
                  <a:pt x="131445" y="12544"/>
                  <a:pt x="145761" y="9430"/>
                </a:cubicBezTo>
                <a:cubicBezTo>
                  <a:pt x="160077" y="6315"/>
                  <a:pt x="174850" y="3972"/>
                  <a:pt x="190052" y="2372"/>
                </a:cubicBezTo>
                <a:cubicBezTo>
                  <a:pt x="205283" y="772"/>
                  <a:pt x="220628" y="0"/>
                  <a:pt x="236115" y="0"/>
                </a:cubicBezTo>
                <a:cubicBezTo>
                  <a:pt x="251631" y="0"/>
                  <a:pt x="266976" y="772"/>
                  <a:pt x="282178" y="2372"/>
                </a:cubicBezTo>
                <a:cubicBezTo>
                  <a:pt x="297380" y="3972"/>
                  <a:pt x="312153" y="6315"/>
                  <a:pt x="326469" y="9430"/>
                </a:cubicBezTo>
                <a:cubicBezTo>
                  <a:pt x="340814" y="12544"/>
                  <a:pt x="354416" y="16345"/>
                  <a:pt x="367303" y="20860"/>
                </a:cubicBezTo>
                <a:cubicBezTo>
                  <a:pt x="380190" y="25375"/>
                  <a:pt x="392135" y="30518"/>
                  <a:pt x="403079" y="36262"/>
                </a:cubicBezTo>
                <a:cubicBezTo>
                  <a:pt x="414052" y="42034"/>
                  <a:pt x="423824" y="48263"/>
                  <a:pt x="432454" y="55035"/>
                </a:cubicBezTo>
                <a:cubicBezTo>
                  <a:pt x="441055" y="61808"/>
                  <a:pt x="448342" y="68923"/>
                  <a:pt x="454257" y="76438"/>
                </a:cubicBezTo>
                <a:cubicBezTo>
                  <a:pt x="460200" y="83982"/>
                  <a:pt x="464687" y="91697"/>
                  <a:pt x="467716" y="99698"/>
                </a:cubicBezTo>
                <a:cubicBezTo>
                  <a:pt x="470716" y="107671"/>
                  <a:pt x="472259" y="115729"/>
                  <a:pt x="472259" y="1238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>
                <a:alpha val="50000"/>
              </a:srgbClr>
            </a:solidFill>
            <a:miter/>
          </a:ln>
        </p:spPr>
      </p:sp>
      <p:sp>
        <p:nvSpPr>
          <p:cNvPr id="124" name="Text bar">
            <a:extLst xmlns:a="http://schemas.openxmlformats.org/drawingml/2006/main">
              <a:ext uri="{FF2B5EF4-FFF2-40B4-BE49-F238E27FC236}">
                <a16:creationId xmlns:a16="http://schemas.microsoft.com/office/drawing/2014/main" id="{567573AC-A8AC-4DB2-B19B-3933340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133" y="3241119"/>
            <a:ext cx="278501" cy="153469"/>
          </a:xfrm>
          <a:custGeom xmlns:a="http://schemas.openxmlformats.org/drawingml/2006/main">
            <a:pathLst>
              <a:path w="278501" h="153469">
                <a:moveTo>
                  <a:pt x="33869" y="70384"/>
                </a:moveTo>
                <a:cubicBezTo>
                  <a:pt x="43254" y="57331"/>
                  <a:pt x="53379" y="50804"/>
                  <a:pt x="64245" y="50804"/>
                </a:cubicBezTo>
                <a:cubicBezTo>
                  <a:pt x="74194" y="50804"/>
                  <a:pt x="82873" y="55051"/>
                  <a:pt x="90282" y="63544"/>
                </a:cubicBezTo>
                <a:cubicBezTo>
                  <a:pt x="97691" y="72038"/>
                  <a:pt x="101396" y="83651"/>
                  <a:pt x="101396" y="98382"/>
                </a:cubicBezTo>
                <a:cubicBezTo>
                  <a:pt x="101396" y="115582"/>
                  <a:pt x="95680" y="129432"/>
                  <a:pt x="84249" y="139935"/>
                </a:cubicBezTo>
                <a:cubicBezTo>
                  <a:pt x="74441" y="148958"/>
                  <a:pt x="63505" y="153469"/>
                  <a:pt x="51439" y="153469"/>
                </a:cubicBezTo>
                <a:cubicBezTo>
                  <a:pt x="45794" y="153469"/>
                  <a:pt x="40061" y="152446"/>
                  <a:pt x="34240" y="150400"/>
                </a:cubicBezTo>
                <a:cubicBezTo>
                  <a:pt x="28418" y="148354"/>
                  <a:pt x="22474" y="145284"/>
                  <a:pt x="16405" y="141192"/>
                </a:cubicBezTo>
                <a:lnTo>
                  <a:pt x="16405" y="40749"/>
                </a:lnTo>
                <a:cubicBezTo>
                  <a:pt x="16405" y="29741"/>
                  <a:pt x="16141" y="22967"/>
                  <a:pt x="15612" y="20427"/>
                </a:cubicBezTo>
                <a:cubicBezTo>
                  <a:pt x="15082" y="17887"/>
                  <a:pt x="14253" y="16158"/>
                  <a:pt x="13124" y="15241"/>
                </a:cubicBezTo>
                <a:cubicBezTo>
                  <a:pt x="11995" y="14324"/>
                  <a:pt x="10584" y="13865"/>
                  <a:pt x="8891" y="13865"/>
                </a:cubicBezTo>
                <a:cubicBezTo>
                  <a:pt x="6915" y="13865"/>
                  <a:pt x="4445" y="14430"/>
                  <a:pt x="1482" y="15559"/>
                </a:cubicBezTo>
                <a:lnTo>
                  <a:pt x="0" y="11854"/>
                </a:lnTo>
                <a:lnTo>
                  <a:pt x="29106" y="0"/>
                </a:lnTo>
                <a:lnTo>
                  <a:pt x="33869" y="0"/>
                </a:lnTo>
                <a:lnTo>
                  <a:pt x="33869" y="70384"/>
                </a:lnTo>
                <a:moveTo>
                  <a:pt x="33869" y="77128"/>
                </a:moveTo>
                <a:lnTo>
                  <a:pt x="33869" y="134977"/>
                </a:lnTo>
                <a:cubicBezTo>
                  <a:pt x="37468" y="138494"/>
                  <a:pt x="41190" y="141150"/>
                  <a:pt x="45035" y="142945"/>
                </a:cubicBezTo>
                <a:cubicBezTo>
                  <a:pt x="48881" y="144740"/>
                  <a:pt x="52815" y="145637"/>
                  <a:pt x="56837" y="145637"/>
                </a:cubicBezTo>
                <a:cubicBezTo>
                  <a:pt x="63258" y="145637"/>
                  <a:pt x="69238" y="142119"/>
                  <a:pt x="74777" y="135083"/>
                </a:cubicBezTo>
                <a:cubicBezTo>
                  <a:pt x="80316" y="128044"/>
                  <a:pt x="83085" y="117804"/>
                  <a:pt x="83085" y="104362"/>
                </a:cubicBezTo>
                <a:cubicBezTo>
                  <a:pt x="83085" y="91977"/>
                  <a:pt x="80316" y="82459"/>
                  <a:pt x="74777" y="75809"/>
                </a:cubicBezTo>
                <a:cubicBezTo>
                  <a:pt x="69238" y="69158"/>
                  <a:pt x="62940" y="65833"/>
                  <a:pt x="55884" y="65833"/>
                </a:cubicBezTo>
                <a:cubicBezTo>
                  <a:pt x="52144" y="65833"/>
                  <a:pt x="48405" y="66783"/>
                  <a:pt x="44665" y="68684"/>
                </a:cubicBezTo>
                <a:cubicBezTo>
                  <a:pt x="41842" y="70091"/>
                  <a:pt x="38244" y="72906"/>
                  <a:pt x="33869" y="77128"/>
                </a:cubicBezTo>
                <a:close/>
                <a:moveTo>
                  <a:pt x="170404" y="136535"/>
                </a:moveTo>
                <a:cubicBezTo>
                  <a:pt x="160455" y="144226"/>
                  <a:pt x="154211" y="148671"/>
                  <a:pt x="151670" y="149871"/>
                </a:cubicBezTo>
                <a:cubicBezTo>
                  <a:pt x="147860" y="151705"/>
                  <a:pt x="143803" y="152623"/>
                  <a:pt x="139499" y="152623"/>
                </a:cubicBezTo>
                <a:cubicBezTo>
                  <a:pt x="132796" y="152623"/>
                  <a:pt x="127274" y="150329"/>
                  <a:pt x="122935" y="145743"/>
                </a:cubicBezTo>
                <a:cubicBezTo>
                  <a:pt x="118595" y="141157"/>
                  <a:pt x="116425" y="135124"/>
                  <a:pt x="116425" y="127644"/>
                </a:cubicBezTo>
                <a:cubicBezTo>
                  <a:pt x="116425" y="122917"/>
                  <a:pt x="117484" y="118824"/>
                  <a:pt x="119601" y="115367"/>
                </a:cubicBezTo>
                <a:cubicBezTo>
                  <a:pt x="122494" y="110568"/>
                  <a:pt x="127521" y="106053"/>
                  <a:pt x="134683" y="101819"/>
                </a:cubicBezTo>
                <a:cubicBezTo>
                  <a:pt x="141845" y="97585"/>
                  <a:pt x="153752" y="92434"/>
                  <a:pt x="170404" y="86366"/>
                </a:cubicBezTo>
                <a:lnTo>
                  <a:pt x="170404" y="82556"/>
                </a:lnTo>
                <a:cubicBezTo>
                  <a:pt x="170404" y="72889"/>
                  <a:pt x="168870" y="66256"/>
                  <a:pt x="165800" y="62658"/>
                </a:cubicBezTo>
                <a:cubicBezTo>
                  <a:pt x="162731" y="59059"/>
                  <a:pt x="158268" y="57260"/>
                  <a:pt x="152411" y="57260"/>
                </a:cubicBezTo>
                <a:cubicBezTo>
                  <a:pt x="147966" y="57260"/>
                  <a:pt x="144438" y="58455"/>
                  <a:pt x="141827" y="60845"/>
                </a:cubicBezTo>
                <a:cubicBezTo>
                  <a:pt x="139146" y="63236"/>
                  <a:pt x="137805" y="65977"/>
                  <a:pt x="137805" y="69071"/>
                </a:cubicBezTo>
                <a:lnTo>
                  <a:pt x="138017" y="75187"/>
                </a:lnTo>
                <a:cubicBezTo>
                  <a:pt x="138017" y="78419"/>
                  <a:pt x="137188" y="80914"/>
                  <a:pt x="135530" y="82672"/>
                </a:cubicBezTo>
                <a:cubicBezTo>
                  <a:pt x="133872" y="84429"/>
                  <a:pt x="131702" y="85308"/>
                  <a:pt x="129021" y="85308"/>
                </a:cubicBezTo>
                <a:cubicBezTo>
                  <a:pt x="126410" y="85308"/>
                  <a:pt x="124275" y="84394"/>
                  <a:pt x="122617" y="82566"/>
                </a:cubicBezTo>
                <a:cubicBezTo>
                  <a:pt x="120959" y="80736"/>
                  <a:pt x="120130" y="78237"/>
                  <a:pt x="120130" y="75071"/>
                </a:cubicBezTo>
                <a:cubicBezTo>
                  <a:pt x="120130" y="69023"/>
                  <a:pt x="123235" y="63466"/>
                  <a:pt x="129444" y="58401"/>
                </a:cubicBezTo>
                <a:cubicBezTo>
                  <a:pt x="135653" y="53336"/>
                  <a:pt x="144367" y="50804"/>
                  <a:pt x="155587" y="50804"/>
                </a:cubicBezTo>
                <a:cubicBezTo>
                  <a:pt x="164195" y="50804"/>
                  <a:pt x="171251" y="52248"/>
                  <a:pt x="176755" y="55137"/>
                </a:cubicBezTo>
                <a:cubicBezTo>
                  <a:pt x="180918" y="57322"/>
                  <a:pt x="183987" y="60741"/>
                  <a:pt x="185963" y="65393"/>
                </a:cubicBezTo>
                <a:cubicBezTo>
                  <a:pt x="187233" y="68423"/>
                  <a:pt x="187868" y="74624"/>
                  <a:pt x="187868" y="83998"/>
                </a:cubicBezTo>
                <a:lnTo>
                  <a:pt x="187868" y="116875"/>
                </a:lnTo>
                <a:cubicBezTo>
                  <a:pt x="187868" y="126107"/>
                  <a:pt x="188044" y="131763"/>
                  <a:pt x="188397" y="133842"/>
                </a:cubicBezTo>
                <a:cubicBezTo>
                  <a:pt x="188750" y="135922"/>
                  <a:pt x="189332" y="137314"/>
                  <a:pt x="190144" y="138020"/>
                </a:cubicBezTo>
                <a:cubicBezTo>
                  <a:pt x="190955" y="138723"/>
                  <a:pt x="191890" y="139075"/>
                  <a:pt x="192948" y="139075"/>
                </a:cubicBezTo>
                <a:cubicBezTo>
                  <a:pt x="194077" y="139075"/>
                  <a:pt x="195065" y="138828"/>
                  <a:pt x="195912" y="138334"/>
                </a:cubicBezTo>
                <a:cubicBezTo>
                  <a:pt x="197394" y="137417"/>
                  <a:pt x="200251" y="134841"/>
                  <a:pt x="204485" y="130608"/>
                </a:cubicBezTo>
                <a:lnTo>
                  <a:pt x="204485" y="136535"/>
                </a:lnTo>
                <a:cubicBezTo>
                  <a:pt x="196582" y="147119"/>
                  <a:pt x="189032" y="152411"/>
                  <a:pt x="181835" y="152411"/>
                </a:cubicBezTo>
                <a:cubicBezTo>
                  <a:pt x="178378" y="152411"/>
                  <a:pt x="175626" y="151211"/>
                  <a:pt x="173580" y="148812"/>
                </a:cubicBezTo>
                <a:cubicBezTo>
                  <a:pt x="171533" y="146413"/>
                  <a:pt x="170475" y="142321"/>
                  <a:pt x="170404" y="136535"/>
                </a:cubicBezTo>
                <a:moveTo>
                  <a:pt x="170404" y="129596"/>
                </a:moveTo>
                <a:lnTo>
                  <a:pt x="170404" y="92823"/>
                </a:lnTo>
                <a:cubicBezTo>
                  <a:pt x="159750" y="97036"/>
                  <a:pt x="152870" y="100022"/>
                  <a:pt x="149765" y="101779"/>
                </a:cubicBezTo>
                <a:cubicBezTo>
                  <a:pt x="144191" y="104871"/>
                  <a:pt x="140204" y="108102"/>
                  <a:pt x="137805" y="111474"/>
                </a:cubicBezTo>
                <a:cubicBezTo>
                  <a:pt x="135406" y="114845"/>
                  <a:pt x="134207" y="118533"/>
                  <a:pt x="134207" y="122537"/>
                </a:cubicBezTo>
                <a:cubicBezTo>
                  <a:pt x="134207" y="127596"/>
                  <a:pt x="135724" y="131793"/>
                  <a:pt x="138758" y="135129"/>
                </a:cubicBezTo>
                <a:cubicBezTo>
                  <a:pt x="141792" y="138465"/>
                  <a:pt x="145285" y="140133"/>
                  <a:pt x="149236" y="140133"/>
                </a:cubicBezTo>
                <a:cubicBezTo>
                  <a:pt x="154599" y="140133"/>
                  <a:pt x="161655" y="136621"/>
                  <a:pt x="170404" y="129596"/>
                </a:cubicBezTo>
                <a:close/>
                <a:moveTo>
                  <a:pt x="240081" y="50804"/>
                </a:moveTo>
                <a:lnTo>
                  <a:pt x="240081" y="72607"/>
                </a:lnTo>
                <a:cubicBezTo>
                  <a:pt x="248195" y="58071"/>
                  <a:pt x="256521" y="50804"/>
                  <a:pt x="265059" y="50804"/>
                </a:cubicBezTo>
                <a:cubicBezTo>
                  <a:pt x="268940" y="50804"/>
                  <a:pt x="272151" y="51986"/>
                  <a:pt x="274691" y="54349"/>
                </a:cubicBezTo>
                <a:cubicBezTo>
                  <a:pt x="277231" y="56713"/>
                  <a:pt x="278501" y="59447"/>
                  <a:pt x="278501" y="62552"/>
                </a:cubicBezTo>
                <a:cubicBezTo>
                  <a:pt x="278501" y="65304"/>
                  <a:pt x="277584" y="67632"/>
                  <a:pt x="275749" y="69537"/>
                </a:cubicBezTo>
                <a:cubicBezTo>
                  <a:pt x="273915" y="71443"/>
                  <a:pt x="271727" y="72395"/>
                  <a:pt x="269187" y="72395"/>
                </a:cubicBezTo>
                <a:cubicBezTo>
                  <a:pt x="266717" y="72395"/>
                  <a:pt x="263948" y="71178"/>
                  <a:pt x="260879" y="68744"/>
                </a:cubicBezTo>
                <a:cubicBezTo>
                  <a:pt x="257809" y="66309"/>
                  <a:pt x="255534" y="65092"/>
                  <a:pt x="254052" y="65092"/>
                </a:cubicBezTo>
                <a:cubicBezTo>
                  <a:pt x="252782" y="65092"/>
                  <a:pt x="251406" y="65796"/>
                  <a:pt x="249924" y="67202"/>
                </a:cubicBezTo>
                <a:cubicBezTo>
                  <a:pt x="246749" y="70089"/>
                  <a:pt x="243468" y="74839"/>
                  <a:pt x="240081" y="81455"/>
                </a:cubicBezTo>
                <a:lnTo>
                  <a:pt x="240081" y="127800"/>
                </a:lnTo>
                <a:cubicBezTo>
                  <a:pt x="240081" y="133147"/>
                  <a:pt x="240751" y="137193"/>
                  <a:pt x="242092" y="139938"/>
                </a:cubicBezTo>
                <a:cubicBezTo>
                  <a:pt x="243009" y="141839"/>
                  <a:pt x="244632" y="143423"/>
                  <a:pt x="246961" y="144691"/>
                </a:cubicBezTo>
                <a:cubicBezTo>
                  <a:pt x="249289" y="145957"/>
                  <a:pt x="252641" y="146590"/>
                  <a:pt x="257015" y="146590"/>
                </a:cubicBezTo>
                <a:lnTo>
                  <a:pt x="257015" y="150506"/>
                </a:lnTo>
                <a:lnTo>
                  <a:pt x="207376" y="150506"/>
                </a:lnTo>
                <a:lnTo>
                  <a:pt x="207376" y="146590"/>
                </a:lnTo>
                <a:cubicBezTo>
                  <a:pt x="212315" y="146590"/>
                  <a:pt x="215984" y="145816"/>
                  <a:pt x="218383" y="144268"/>
                </a:cubicBezTo>
                <a:cubicBezTo>
                  <a:pt x="220147" y="143141"/>
                  <a:pt x="221382" y="141345"/>
                  <a:pt x="222088" y="138880"/>
                </a:cubicBezTo>
                <a:cubicBezTo>
                  <a:pt x="222441" y="137683"/>
                  <a:pt x="222617" y="134268"/>
                  <a:pt x="222617" y="128636"/>
                </a:cubicBezTo>
                <a:lnTo>
                  <a:pt x="222617" y="91146"/>
                </a:lnTo>
                <a:cubicBezTo>
                  <a:pt x="222617" y="79880"/>
                  <a:pt x="222388" y="73175"/>
                  <a:pt x="221929" y="71029"/>
                </a:cubicBezTo>
                <a:cubicBezTo>
                  <a:pt x="221470" y="68882"/>
                  <a:pt x="220624" y="67315"/>
                  <a:pt x="219389" y="66329"/>
                </a:cubicBezTo>
                <a:cubicBezTo>
                  <a:pt x="218154" y="65344"/>
                  <a:pt x="216619" y="64851"/>
                  <a:pt x="214785" y="64851"/>
                </a:cubicBezTo>
                <a:cubicBezTo>
                  <a:pt x="212597" y="64851"/>
                  <a:pt x="210128" y="65379"/>
                  <a:pt x="207376" y="66435"/>
                </a:cubicBezTo>
                <a:lnTo>
                  <a:pt x="206318" y="62631"/>
                </a:lnTo>
                <a:lnTo>
                  <a:pt x="235636" y="50804"/>
                </a:lnTo>
                <a:lnTo>
                  <a:pt x="240081" y="508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alloc">
            <a:extLst xmlns:a="http://schemas.openxmlformats.org/drawingml/2006/main">
              <a:ext uri="{FF2B5EF4-FFF2-40B4-BE49-F238E27FC236}">
                <a16:creationId xmlns:a16="http://schemas.microsoft.com/office/drawing/2014/main" id="{46CCC715-2850-45D9-AC2F-1B109C6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469" y="526253"/>
            <a:ext cx="415952" cy="142250"/>
          </a:xfrm>
          <a:custGeom xmlns:a="http://schemas.openxmlformats.org/drawingml/2006/main">
            <a:pathLst>
              <a:path w="415952" h="142250">
                <a:moveTo>
                  <a:pt x="87319" y="119795"/>
                </a:moveTo>
                <a:lnTo>
                  <a:pt x="89753" y="121386"/>
                </a:lnTo>
                <a:cubicBezTo>
                  <a:pt x="90388" y="121882"/>
                  <a:pt x="90776" y="122484"/>
                  <a:pt x="90917" y="123192"/>
                </a:cubicBezTo>
                <a:lnTo>
                  <a:pt x="91023" y="123721"/>
                </a:lnTo>
                <a:cubicBezTo>
                  <a:pt x="89330" y="130043"/>
                  <a:pt x="87107" y="134395"/>
                  <a:pt x="84355" y="136776"/>
                </a:cubicBezTo>
                <a:cubicBezTo>
                  <a:pt x="81603" y="139155"/>
                  <a:pt x="78181" y="140345"/>
                  <a:pt x="74089" y="140345"/>
                </a:cubicBezTo>
                <a:cubicBezTo>
                  <a:pt x="69926" y="140345"/>
                  <a:pt x="66345" y="139191"/>
                  <a:pt x="63346" y="136882"/>
                </a:cubicBezTo>
                <a:cubicBezTo>
                  <a:pt x="60347" y="134571"/>
                  <a:pt x="57613" y="130503"/>
                  <a:pt x="55143" y="124677"/>
                </a:cubicBezTo>
                <a:cubicBezTo>
                  <a:pt x="52109" y="130075"/>
                  <a:pt x="47840" y="134142"/>
                  <a:pt x="42336" y="136879"/>
                </a:cubicBezTo>
                <a:cubicBezTo>
                  <a:pt x="36833" y="139613"/>
                  <a:pt x="30094" y="140980"/>
                  <a:pt x="22121" y="140980"/>
                </a:cubicBezTo>
                <a:cubicBezTo>
                  <a:pt x="14782" y="140980"/>
                  <a:pt x="9385" y="139440"/>
                  <a:pt x="5927" y="136360"/>
                </a:cubicBezTo>
                <a:cubicBezTo>
                  <a:pt x="2470" y="133277"/>
                  <a:pt x="741" y="129221"/>
                  <a:pt x="741" y="124191"/>
                </a:cubicBezTo>
                <a:cubicBezTo>
                  <a:pt x="741" y="121854"/>
                  <a:pt x="1252" y="119481"/>
                  <a:pt x="2276" y="117073"/>
                </a:cubicBezTo>
                <a:cubicBezTo>
                  <a:pt x="3299" y="114663"/>
                  <a:pt x="4957" y="112272"/>
                  <a:pt x="7250" y="109899"/>
                </a:cubicBezTo>
                <a:cubicBezTo>
                  <a:pt x="9543" y="107524"/>
                  <a:pt x="13230" y="104920"/>
                  <a:pt x="18310" y="102087"/>
                </a:cubicBezTo>
                <a:cubicBezTo>
                  <a:pt x="19087" y="101661"/>
                  <a:pt x="21768" y="100457"/>
                  <a:pt x="26354" y="98475"/>
                </a:cubicBezTo>
                <a:lnTo>
                  <a:pt x="52709" y="87848"/>
                </a:lnTo>
                <a:cubicBezTo>
                  <a:pt x="52920" y="85175"/>
                  <a:pt x="53026" y="82468"/>
                  <a:pt x="53026" y="79725"/>
                </a:cubicBezTo>
                <a:cubicBezTo>
                  <a:pt x="53026" y="70232"/>
                  <a:pt x="51862" y="63764"/>
                  <a:pt x="49534" y="60319"/>
                </a:cubicBezTo>
                <a:cubicBezTo>
                  <a:pt x="48122" y="58209"/>
                  <a:pt x="45653" y="57154"/>
                  <a:pt x="42125" y="57154"/>
                </a:cubicBezTo>
                <a:cubicBezTo>
                  <a:pt x="38597" y="57154"/>
                  <a:pt x="35351" y="57822"/>
                  <a:pt x="32387" y="59158"/>
                </a:cubicBezTo>
                <a:cubicBezTo>
                  <a:pt x="29424" y="60495"/>
                  <a:pt x="27272" y="62217"/>
                  <a:pt x="25931" y="64325"/>
                </a:cubicBezTo>
                <a:cubicBezTo>
                  <a:pt x="24943" y="65873"/>
                  <a:pt x="24096" y="68791"/>
                  <a:pt x="23391" y="73080"/>
                </a:cubicBezTo>
                <a:cubicBezTo>
                  <a:pt x="22897" y="76174"/>
                  <a:pt x="22438" y="77966"/>
                  <a:pt x="22015" y="78458"/>
                </a:cubicBezTo>
                <a:cubicBezTo>
                  <a:pt x="20957" y="79794"/>
                  <a:pt x="19034" y="81008"/>
                  <a:pt x="16247" y="82099"/>
                </a:cubicBezTo>
                <a:cubicBezTo>
                  <a:pt x="13459" y="83189"/>
                  <a:pt x="11572" y="83979"/>
                  <a:pt x="10584" y="84471"/>
                </a:cubicBezTo>
                <a:cubicBezTo>
                  <a:pt x="6774" y="86299"/>
                  <a:pt x="3740" y="87213"/>
                  <a:pt x="1482" y="87213"/>
                </a:cubicBezTo>
                <a:cubicBezTo>
                  <a:pt x="494" y="86368"/>
                  <a:pt x="0" y="85172"/>
                  <a:pt x="0" y="83624"/>
                </a:cubicBezTo>
                <a:cubicBezTo>
                  <a:pt x="0" y="79613"/>
                  <a:pt x="847" y="76166"/>
                  <a:pt x="2540" y="73282"/>
                </a:cubicBezTo>
                <a:cubicBezTo>
                  <a:pt x="5080" y="69200"/>
                  <a:pt x="8908" y="65242"/>
                  <a:pt x="14024" y="61408"/>
                </a:cubicBezTo>
                <a:cubicBezTo>
                  <a:pt x="19140" y="57573"/>
                  <a:pt x="23920" y="54882"/>
                  <a:pt x="28365" y="53334"/>
                </a:cubicBezTo>
                <a:cubicBezTo>
                  <a:pt x="34434" y="51365"/>
                  <a:pt x="41842" y="50380"/>
                  <a:pt x="50592" y="50380"/>
                </a:cubicBezTo>
                <a:cubicBezTo>
                  <a:pt x="56237" y="50380"/>
                  <a:pt x="61088" y="51421"/>
                  <a:pt x="65145" y="53503"/>
                </a:cubicBezTo>
                <a:cubicBezTo>
                  <a:pt x="69202" y="55584"/>
                  <a:pt x="72025" y="58671"/>
                  <a:pt x="73612" y="62764"/>
                </a:cubicBezTo>
                <a:cubicBezTo>
                  <a:pt x="75200" y="66856"/>
                  <a:pt x="75994" y="74230"/>
                  <a:pt x="75994" y="84884"/>
                </a:cubicBezTo>
                <a:lnTo>
                  <a:pt x="75676" y="102348"/>
                </a:lnTo>
                <a:lnTo>
                  <a:pt x="75888" y="115155"/>
                </a:lnTo>
                <a:lnTo>
                  <a:pt x="75888" y="118436"/>
                </a:lnTo>
                <a:cubicBezTo>
                  <a:pt x="75888" y="121400"/>
                  <a:pt x="76294" y="123428"/>
                  <a:pt x="77105" y="124522"/>
                </a:cubicBezTo>
                <a:cubicBezTo>
                  <a:pt x="77917" y="125616"/>
                  <a:pt x="78957" y="126162"/>
                  <a:pt x="80227" y="126162"/>
                </a:cubicBezTo>
                <a:cubicBezTo>
                  <a:pt x="81004" y="126162"/>
                  <a:pt x="81674" y="125950"/>
                  <a:pt x="82238" y="125524"/>
                </a:cubicBezTo>
                <a:lnTo>
                  <a:pt x="85414" y="120536"/>
                </a:lnTo>
                <a:lnTo>
                  <a:pt x="87319" y="119795"/>
                </a:lnTo>
                <a:moveTo>
                  <a:pt x="52603" y="95151"/>
                </a:moveTo>
                <a:cubicBezTo>
                  <a:pt x="48581" y="96500"/>
                  <a:pt x="44047" y="98755"/>
                  <a:pt x="39002" y="101915"/>
                </a:cubicBezTo>
                <a:cubicBezTo>
                  <a:pt x="33957" y="105072"/>
                  <a:pt x="30447" y="108248"/>
                  <a:pt x="28471" y="111441"/>
                </a:cubicBezTo>
                <a:cubicBezTo>
                  <a:pt x="27060" y="113785"/>
                  <a:pt x="26354" y="116660"/>
                  <a:pt x="26354" y="120067"/>
                </a:cubicBezTo>
                <a:cubicBezTo>
                  <a:pt x="26354" y="123118"/>
                  <a:pt x="27272" y="125639"/>
                  <a:pt x="29106" y="127628"/>
                </a:cubicBezTo>
                <a:cubicBezTo>
                  <a:pt x="30941" y="129614"/>
                  <a:pt x="33058" y="130608"/>
                  <a:pt x="35457" y="130608"/>
                </a:cubicBezTo>
                <a:cubicBezTo>
                  <a:pt x="39408" y="130608"/>
                  <a:pt x="42760" y="129472"/>
                  <a:pt x="45512" y="127201"/>
                </a:cubicBezTo>
                <a:cubicBezTo>
                  <a:pt x="49251" y="124149"/>
                  <a:pt x="51439" y="121718"/>
                  <a:pt x="52074" y="119908"/>
                </a:cubicBezTo>
                <a:cubicBezTo>
                  <a:pt x="52709" y="118098"/>
                  <a:pt x="53026" y="112969"/>
                  <a:pt x="53026" y="104521"/>
                </a:cubicBezTo>
                <a:cubicBezTo>
                  <a:pt x="53026" y="101397"/>
                  <a:pt x="52885" y="98273"/>
                  <a:pt x="52603" y="95151"/>
                </a:cubicBezTo>
                <a:close/>
                <a:moveTo>
                  <a:pt x="93987" y="134977"/>
                </a:moveTo>
                <a:cubicBezTo>
                  <a:pt x="95539" y="133903"/>
                  <a:pt x="97586" y="133223"/>
                  <a:pt x="100126" y="132936"/>
                </a:cubicBezTo>
                <a:cubicBezTo>
                  <a:pt x="104994" y="132372"/>
                  <a:pt x="107782" y="131632"/>
                  <a:pt x="108487" y="130717"/>
                </a:cubicBezTo>
                <a:cubicBezTo>
                  <a:pt x="109898" y="128887"/>
                  <a:pt x="110604" y="125154"/>
                  <a:pt x="110604" y="119518"/>
                </a:cubicBezTo>
                <a:lnTo>
                  <a:pt x="110604" y="89727"/>
                </a:lnTo>
                <a:lnTo>
                  <a:pt x="110498" y="82649"/>
                </a:lnTo>
                <a:lnTo>
                  <a:pt x="110498" y="61308"/>
                </a:lnTo>
                <a:lnTo>
                  <a:pt x="110181" y="36902"/>
                </a:lnTo>
                <a:lnTo>
                  <a:pt x="110181" y="32675"/>
                </a:lnTo>
                <a:cubicBezTo>
                  <a:pt x="110181" y="26900"/>
                  <a:pt x="109722" y="22639"/>
                  <a:pt x="108805" y="19891"/>
                </a:cubicBezTo>
                <a:cubicBezTo>
                  <a:pt x="106335" y="18414"/>
                  <a:pt x="103689" y="17675"/>
                  <a:pt x="100867" y="17675"/>
                </a:cubicBezTo>
                <a:cubicBezTo>
                  <a:pt x="99173" y="17675"/>
                  <a:pt x="97586" y="17499"/>
                  <a:pt x="96104" y="17146"/>
                </a:cubicBezTo>
                <a:cubicBezTo>
                  <a:pt x="95892" y="15349"/>
                  <a:pt x="95786" y="14020"/>
                  <a:pt x="95786" y="13157"/>
                </a:cubicBezTo>
                <a:cubicBezTo>
                  <a:pt x="95786" y="12584"/>
                  <a:pt x="95857" y="11938"/>
                  <a:pt x="95998" y="11219"/>
                </a:cubicBezTo>
                <a:cubicBezTo>
                  <a:pt x="101572" y="10584"/>
                  <a:pt x="107358" y="9155"/>
                  <a:pt x="113356" y="6933"/>
                </a:cubicBezTo>
                <a:cubicBezTo>
                  <a:pt x="119353" y="4710"/>
                  <a:pt x="123940" y="2434"/>
                  <a:pt x="127115" y="106"/>
                </a:cubicBezTo>
                <a:lnTo>
                  <a:pt x="130079" y="0"/>
                </a:lnTo>
                <a:cubicBezTo>
                  <a:pt x="130714" y="0"/>
                  <a:pt x="131631" y="35"/>
                  <a:pt x="132831" y="106"/>
                </a:cubicBezTo>
                <a:cubicBezTo>
                  <a:pt x="133183" y="24500"/>
                  <a:pt x="133360" y="41210"/>
                  <a:pt x="133360" y="50235"/>
                </a:cubicBezTo>
                <a:cubicBezTo>
                  <a:pt x="133360" y="52914"/>
                  <a:pt x="133324" y="55064"/>
                  <a:pt x="133254" y="56684"/>
                </a:cubicBezTo>
                <a:lnTo>
                  <a:pt x="133254" y="57319"/>
                </a:lnTo>
                <a:lnTo>
                  <a:pt x="133360" y="59330"/>
                </a:lnTo>
                <a:lnTo>
                  <a:pt x="133360" y="106182"/>
                </a:lnTo>
                <a:lnTo>
                  <a:pt x="133466" y="121621"/>
                </a:lnTo>
                <a:lnTo>
                  <a:pt x="133466" y="124158"/>
                </a:lnTo>
                <a:cubicBezTo>
                  <a:pt x="133466" y="127190"/>
                  <a:pt x="133960" y="129341"/>
                  <a:pt x="134947" y="130611"/>
                </a:cubicBezTo>
                <a:cubicBezTo>
                  <a:pt x="135794" y="131526"/>
                  <a:pt x="137593" y="132089"/>
                  <a:pt x="140345" y="132301"/>
                </a:cubicBezTo>
                <a:cubicBezTo>
                  <a:pt x="141827" y="132442"/>
                  <a:pt x="144755" y="132795"/>
                  <a:pt x="149130" y="133360"/>
                </a:cubicBezTo>
                <a:cubicBezTo>
                  <a:pt x="149483" y="134841"/>
                  <a:pt x="149659" y="136041"/>
                  <a:pt x="149659" y="136958"/>
                </a:cubicBezTo>
                <a:cubicBezTo>
                  <a:pt x="149659" y="137664"/>
                  <a:pt x="149589" y="138652"/>
                  <a:pt x="149448" y="139922"/>
                </a:cubicBezTo>
                <a:lnTo>
                  <a:pt x="141086" y="139498"/>
                </a:lnTo>
                <a:cubicBezTo>
                  <a:pt x="136429" y="139146"/>
                  <a:pt x="130573" y="138969"/>
                  <a:pt x="123517" y="138969"/>
                </a:cubicBezTo>
                <a:lnTo>
                  <a:pt x="119600" y="138863"/>
                </a:lnTo>
                <a:cubicBezTo>
                  <a:pt x="115578" y="138863"/>
                  <a:pt x="109757" y="139216"/>
                  <a:pt x="102137" y="139922"/>
                </a:cubicBezTo>
                <a:lnTo>
                  <a:pt x="94410" y="139922"/>
                </a:lnTo>
                <a:lnTo>
                  <a:pt x="93987" y="134977"/>
                </a:lnTo>
                <a:close/>
                <a:moveTo>
                  <a:pt x="150345" y="134977"/>
                </a:moveTo>
                <a:cubicBezTo>
                  <a:pt x="151897" y="133903"/>
                  <a:pt x="153944" y="133223"/>
                  <a:pt x="156484" y="132936"/>
                </a:cubicBezTo>
                <a:cubicBezTo>
                  <a:pt x="161353" y="132372"/>
                  <a:pt x="164140" y="131632"/>
                  <a:pt x="164845" y="130717"/>
                </a:cubicBezTo>
                <a:cubicBezTo>
                  <a:pt x="166257" y="128887"/>
                  <a:pt x="166962" y="125154"/>
                  <a:pt x="166962" y="119518"/>
                </a:cubicBezTo>
                <a:lnTo>
                  <a:pt x="166962" y="89727"/>
                </a:lnTo>
                <a:lnTo>
                  <a:pt x="166856" y="82649"/>
                </a:lnTo>
                <a:lnTo>
                  <a:pt x="166856" y="61308"/>
                </a:lnTo>
                <a:lnTo>
                  <a:pt x="166539" y="36902"/>
                </a:lnTo>
                <a:lnTo>
                  <a:pt x="166539" y="32675"/>
                </a:lnTo>
                <a:cubicBezTo>
                  <a:pt x="166539" y="26900"/>
                  <a:pt x="166080" y="22639"/>
                  <a:pt x="165163" y="19891"/>
                </a:cubicBezTo>
                <a:cubicBezTo>
                  <a:pt x="162693" y="18414"/>
                  <a:pt x="160047" y="17675"/>
                  <a:pt x="157225" y="17675"/>
                </a:cubicBezTo>
                <a:cubicBezTo>
                  <a:pt x="155531" y="17675"/>
                  <a:pt x="153944" y="17499"/>
                  <a:pt x="152462" y="17146"/>
                </a:cubicBezTo>
                <a:cubicBezTo>
                  <a:pt x="152250" y="15349"/>
                  <a:pt x="152144" y="14020"/>
                  <a:pt x="152144" y="13157"/>
                </a:cubicBezTo>
                <a:cubicBezTo>
                  <a:pt x="152144" y="12584"/>
                  <a:pt x="152215" y="11938"/>
                  <a:pt x="152356" y="11219"/>
                </a:cubicBezTo>
                <a:cubicBezTo>
                  <a:pt x="157930" y="10584"/>
                  <a:pt x="163716" y="9155"/>
                  <a:pt x="169714" y="6933"/>
                </a:cubicBezTo>
                <a:cubicBezTo>
                  <a:pt x="175712" y="4710"/>
                  <a:pt x="180298" y="2434"/>
                  <a:pt x="183473" y="106"/>
                </a:cubicBezTo>
                <a:lnTo>
                  <a:pt x="186437" y="0"/>
                </a:lnTo>
                <a:cubicBezTo>
                  <a:pt x="187072" y="0"/>
                  <a:pt x="187989" y="35"/>
                  <a:pt x="189189" y="106"/>
                </a:cubicBezTo>
                <a:cubicBezTo>
                  <a:pt x="189542" y="24500"/>
                  <a:pt x="189718" y="41210"/>
                  <a:pt x="189718" y="50235"/>
                </a:cubicBezTo>
                <a:cubicBezTo>
                  <a:pt x="189718" y="52914"/>
                  <a:pt x="189683" y="55064"/>
                  <a:pt x="189612" y="56684"/>
                </a:cubicBezTo>
                <a:lnTo>
                  <a:pt x="189612" y="57319"/>
                </a:lnTo>
                <a:lnTo>
                  <a:pt x="189718" y="59330"/>
                </a:lnTo>
                <a:lnTo>
                  <a:pt x="189718" y="106182"/>
                </a:lnTo>
                <a:lnTo>
                  <a:pt x="189824" y="121621"/>
                </a:lnTo>
                <a:lnTo>
                  <a:pt x="189824" y="124158"/>
                </a:lnTo>
                <a:cubicBezTo>
                  <a:pt x="189824" y="127190"/>
                  <a:pt x="190318" y="129341"/>
                  <a:pt x="191306" y="130611"/>
                </a:cubicBezTo>
                <a:cubicBezTo>
                  <a:pt x="192152" y="131526"/>
                  <a:pt x="193952" y="132089"/>
                  <a:pt x="196703" y="132301"/>
                </a:cubicBezTo>
                <a:cubicBezTo>
                  <a:pt x="198185" y="132442"/>
                  <a:pt x="201113" y="132795"/>
                  <a:pt x="205488" y="133360"/>
                </a:cubicBezTo>
                <a:cubicBezTo>
                  <a:pt x="205841" y="134841"/>
                  <a:pt x="206017" y="136041"/>
                  <a:pt x="206017" y="136958"/>
                </a:cubicBezTo>
                <a:cubicBezTo>
                  <a:pt x="206017" y="137664"/>
                  <a:pt x="205947" y="138652"/>
                  <a:pt x="205806" y="139922"/>
                </a:cubicBezTo>
                <a:lnTo>
                  <a:pt x="197444" y="139498"/>
                </a:lnTo>
                <a:cubicBezTo>
                  <a:pt x="192787" y="139146"/>
                  <a:pt x="186931" y="138969"/>
                  <a:pt x="179875" y="138969"/>
                </a:cubicBezTo>
                <a:lnTo>
                  <a:pt x="175959" y="138863"/>
                </a:lnTo>
                <a:cubicBezTo>
                  <a:pt x="171937" y="138863"/>
                  <a:pt x="166115" y="139216"/>
                  <a:pt x="158495" y="139922"/>
                </a:cubicBezTo>
                <a:lnTo>
                  <a:pt x="150768" y="139922"/>
                </a:lnTo>
                <a:lnTo>
                  <a:pt x="150345" y="134977"/>
                </a:lnTo>
                <a:close/>
                <a:moveTo>
                  <a:pt x="297621" y="62565"/>
                </a:moveTo>
                <a:cubicBezTo>
                  <a:pt x="302137" y="66947"/>
                  <a:pt x="305506" y="71981"/>
                  <a:pt x="307728" y="77667"/>
                </a:cubicBezTo>
                <a:cubicBezTo>
                  <a:pt x="309951" y="83354"/>
                  <a:pt x="311062" y="88705"/>
                  <a:pt x="311062" y="93719"/>
                </a:cubicBezTo>
                <a:cubicBezTo>
                  <a:pt x="311062" y="103185"/>
                  <a:pt x="309616" y="110814"/>
                  <a:pt x="306723" y="116607"/>
                </a:cubicBezTo>
                <a:cubicBezTo>
                  <a:pt x="302348" y="125367"/>
                  <a:pt x="296456" y="131832"/>
                  <a:pt x="289048" y="135999"/>
                </a:cubicBezTo>
                <a:cubicBezTo>
                  <a:pt x="281639" y="140166"/>
                  <a:pt x="273030" y="142250"/>
                  <a:pt x="263222" y="142250"/>
                </a:cubicBezTo>
                <a:cubicBezTo>
                  <a:pt x="252215" y="142250"/>
                  <a:pt x="242883" y="139778"/>
                  <a:pt x="235227" y="134835"/>
                </a:cubicBezTo>
                <a:cubicBezTo>
                  <a:pt x="227572" y="129889"/>
                  <a:pt x="222103" y="124273"/>
                  <a:pt x="218822" y="117986"/>
                </a:cubicBezTo>
                <a:cubicBezTo>
                  <a:pt x="215541" y="111697"/>
                  <a:pt x="213900" y="103892"/>
                  <a:pt x="213900" y="94569"/>
                </a:cubicBezTo>
                <a:cubicBezTo>
                  <a:pt x="213900" y="89835"/>
                  <a:pt x="214677" y="85084"/>
                  <a:pt x="216229" y="80317"/>
                </a:cubicBezTo>
                <a:cubicBezTo>
                  <a:pt x="217781" y="75547"/>
                  <a:pt x="219916" y="71396"/>
                  <a:pt x="222632" y="67864"/>
                </a:cubicBezTo>
                <a:cubicBezTo>
                  <a:pt x="225349" y="64331"/>
                  <a:pt x="228330" y="61365"/>
                  <a:pt x="231576" y="58963"/>
                </a:cubicBezTo>
                <a:cubicBezTo>
                  <a:pt x="236303" y="55572"/>
                  <a:pt x="241049" y="53153"/>
                  <a:pt x="245812" y="51707"/>
                </a:cubicBezTo>
                <a:cubicBezTo>
                  <a:pt x="250574" y="50258"/>
                  <a:pt x="256343" y="49534"/>
                  <a:pt x="263117" y="49534"/>
                </a:cubicBezTo>
                <a:cubicBezTo>
                  <a:pt x="277864" y="49534"/>
                  <a:pt x="289365" y="53877"/>
                  <a:pt x="297621" y="62565"/>
                </a:cubicBezTo>
                <a:moveTo>
                  <a:pt x="239726" y="99289"/>
                </a:moveTo>
                <a:cubicBezTo>
                  <a:pt x="240361" y="108062"/>
                  <a:pt x="240819" y="113121"/>
                  <a:pt x="241102" y="114464"/>
                </a:cubicBezTo>
                <a:cubicBezTo>
                  <a:pt x="242019" y="119204"/>
                  <a:pt x="243465" y="123273"/>
                  <a:pt x="245441" y="126668"/>
                </a:cubicBezTo>
                <a:cubicBezTo>
                  <a:pt x="246782" y="128862"/>
                  <a:pt x="249004" y="130808"/>
                  <a:pt x="252109" y="132506"/>
                </a:cubicBezTo>
                <a:cubicBezTo>
                  <a:pt x="255214" y="134204"/>
                  <a:pt x="258918" y="135053"/>
                  <a:pt x="263222" y="135053"/>
                </a:cubicBezTo>
                <a:cubicBezTo>
                  <a:pt x="268373" y="135053"/>
                  <a:pt x="272713" y="133408"/>
                  <a:pt x="276241" y="130118"/>
                </a:cubicBezTo>
                <a:cubicBezTo>
                  <a:pt x="279769" y="126828"/>
                  <a:pt x="282309" y="121681"/>
                  <a:pt x="283861" y="114675"/>
                </a:cubicBezTo>
                <a:cubicBezTo>
                  <a:pt x="284849" y="110078"/>
                  <a:pt x="285343" y="102543"/>
                  <a:pt x="285343" y="92072"/>
                </a:cubicBezTo>
                <a:cubicBezTo>
                  <a:pt x="285343" y="79194"/>
                  <a:pt x="283226" y="70085"/>
                  <a:pt x="278993" y="64745"/>
                </a:cubicBezTo>
                <a:cubicBezTo>
                  <a:pt x="274759" y="59402"/>
                  <a:pt x="269185" y="56731"/>
                  <a:pt x="262270" y="56731"/>
                </a:cubicBezTo>
                <a:cubicBezTo>
                  <a:pt x="256837" y="56731"/>
                  <a:pt x="252338" y="58252"/>
                  <a:pt x="248775" y="61295"/>
                </a:cubicBezTo>
                <a:cubicBezTo>
                  <a:pt x="245212" y="64336"/>
                  <a:pt x="242724" y="68829"/>
                  <a:pt x="241313" y="74773"/>
                </a:cubicBezTo>
                <a:cubicBezTo>
                  <a:pt x="240396" y="78592"/>
                  <a:pt x="239867" y="86764"/>
                  <a:pt x="239726" y="99289"/>
                </a:cubicBezTo>
                <a:close/>
                <a:moveTo>
                  <a:pt x="409496" y="112079"/>
                </a:moveTo>
                <a:cubicBezTo>
                  <a:pt x="410625" y="112710"/>
                  <a:pt x="411471" y="113130"/>
                  <a:pt x="412036" y="113339"/>
                </a:cubicBezTo>
                <a:cubicBezTo>
                  <a:pt x="413659" y="114040"/>
                  <a:pt x="414964" y="114917"/>
                  <a:pt x="415952" y="115969"/>
                </a:cubicBezTo>
                <a:cubicBezTo>
                  <a:pt x="414047" y="123033"/>
                  <a:pt x="409425" y="129145"/>
                  <a:pt x="402087" y="134302"/>
                </a:cubicBezTo>
                <a:cubicBezTo>
                  <a:pt x="394749" y="139460"/>
                  <a:pt x="385470" y="142039"/>
                  <a:pt x="374251" y="142039"/>
                </a:cubicBezTo>
                <a:cubicBezTo>
                  <a:pt x="367195" y="142039"/>
                  <a:pt x="360209" y="140560"/>
                  <a:pt x="353294" y="137603"/>
                </a:cubicBezTo>
                <a:cubicBezTo>
                  <a:pt x="346379" y="134646"/>
                  <a:pt x="340876" y="130739"/>
                  <a:pt x="336783" y="125881"/>
                </a:cubicBezTo>
                <a:cubicBezTo>
                  <a:pt x="333608" y="122150"/>
                  <a:pt x="331226" y="117575"/>
                  <a:pt x="329639" y="112155"/>
                </a:cubicBezTo>
                <a:cubicBezTo>
                  <a:pt x="328051" y="106733"/>
                  <a:pt x="327257" y="102121"/>
                  <a:pt x="327257" y="98320"/>
                </a:cubicBezTo>
                <a:cubicBezTo>
                  <a:pt x="327257" y="93744"/>
                  <a:pt x="328245" y="88552"/>
                  <a:pt x="330221" y="82744"/>
                </a:cubicBezTo>
                <a:cubicBezTo>
                  <a:pt x="332197" y="76936"/>
                  <a:pt x="335513" y="71464"/>
                  <a:pt x="340170" y="66326"/>
                </a:cubicBezTo>
                <a:cubicBezTo>
                  <a:pt x="344827" y="61186"/>
                  <a:pt x="350701" y="57102"/>
                  <a:pt x="357792" y="54075"/>
                </a:cubicBezTo>
                <a:cubicBezTo>
                  <a:pt x="364884" y="51047"/>
                  <a:pt x="372875" y="49534"/>
                  <a:pt x="381765" y="49534"/>
                </a:cubicBezTo>
                <a:cubicBezTo>
                  <a:pt x="393972" y="49534"/>
                  <a:pt x="402475" y="51439"/>
                  <a:pt x="407273" y="55249"/>
                </a:cubicBezTo>
                <a:cubicBezTo>
                  <a:pt x="412071" y="59059"/>
                  <a:pt x="414470" y="62870"/>
                  <a:pt x="414470" y="66680"/>
                </a:cubicBezTo>
                <a:cubicBezTo>
                  <a:pt x="414470" y="70420"/>
                  <a:pt x="413500" y="73365"/>
                  <a:pt x="411560" y="75518"/>
                </a:cubicBezTo>
                <a:cubicBezTo>
                  <a:pt x="409619" y="77670"/>
                  <a:pt x="406956" y="78746"/>
                  <a:pt x="403569" y="78746"/>
                </a:cubicBezTo>
                <a:cubicBezTo>
                  <a:pt x="400676" y="78746"/>
                  <a:pt x="398012" y="77798"/>
                  <a:pt x="395578" y="75901"/>
                </a:cubicBezTo>
                <a:cubicBezTo>
                  <a:pt x="393143" y="74005"/>
                  <a:pt x="391115" y="70810"/>
                  <a:pt x="389492" y="66316"/>
                </a:cubicBezTo>
                <a:cubicBezTo>
                  <a:pt x="388222" y="63088"/>
                  <a:pt x="386599" y="60736"/>
                  <a:pt x="384623" y="59261"/>
                </a:cubicBezTo>
                <a:cubicBezTo>
                  <a:pt x="382647" y="57856"/>
                  <a:pt x="380284" y="57154"/>
                  <a:pt x="377532" y="57154"/>
                </a:cubicBezTo>
                <a:cubicBezTo>
                  <a:pt x="370899" y="57154"/>
                  <a:pt x="364972" y="59978"/>
                  <a:pt x="359751" y="65625"/>
                </a:cubicBezTo>
                <a:cubicBezTo>
                  <a:pt x="354529" y="71270"/>
                  <a:pt x="351918" y="78966"/>
                  <a:pt x="351918" y="88715"/>
                </a:cubicBezTo>
                <a:cubicBezTo>
                  <a:pt x="351918" y="100428"/>
                  <a:pt x="355111" y="109738"/>
                  <a:pt x="361497" y="116647"/>
                </a:cubicBezTo>
                <a:cubicBezTo>
                  <a:pt x="367883" y="123555"/>
                  <a:pt x="375133" y="127009"/>
                  <a:pt x="383247" y="127009"/>
                </a:cubicBezTo>
                <a:cubicBezTo>
                  <a:pt x="387269" y="127009"/>
                  <a:pt x="390691" y="126554"/>
                  <a:pt x="393514" y="125643"/>
                </a:cubicBezTo>
                <a:cubicBezTo>
                  <a:pt x="395278" y="125012"/>
                  <a:pt x="397677" y="123645"/>
                  <a:pt x="400711" y="121542"/>
                </a:cubicBezTo>
                <a:cubicBezTo>
                  <a:pt x="401487" y="120982"/>
                  <a:pt x="402951" y="119475"/>
                  <a:pt x="405103" y="117020"/>
                </a:cubicBezTo>
                <a:cubicBezTo>
                  <a:pt x="407255" y="114566"/>
                  <a:pt x="408720" y="112919"/>
                  <a:pt x="409496" y="112079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f">
            <a:extLst xmlns:a="http://schemas.openxmlformats.org/drawingml/2006/main">
              <a:ext uri="{FF2B5EF4-FFF2-40B4-BE49-F238E27FC236}">
                <a16:creationId xmlns:a16="http://schemas.microsoft.com/office/drawing/2014/main" id="{33CB7929-837B-48B5-9B9D-591641D0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820" y="1563402"/>
            <a:ext cx="79487" cy="139922"/>
          </a:xfrm>
          <a:custGeom xmlns:a="http://schemas.openxmlformats.org/drawingml/2006/main">
            <a:pathLst>
              <a:path w="79487" h="139922">
                <a:moveTo>
                  <a:pt x="106" y="139922"/>
                </a:moveTo>
                <a:lnTo>
                  <a:pt x="0" y="133717"/>
                </a:lnTo>
                <a:cubicBezTo>
                  <a:pt x="1129" y="133155"/>
                  <a:pt x="3652" y="132330"/>
                  <a:pt x="7568" y="131243"/>
                </a:cubicBezTo>
                <a:cubicBezTo>
                  <a:pt x="11484" y="130156"/>
                  <a:pt x="13653" y="129366"/>
                  <a:pt x="14077" y="128875"/>
                </a:cubicBezTo>
                <a:cubicBezTo>
                  <a:pt x="14853" y="128103"/>
                  <a:pt x="15241" y="127016"/>
                  <a:pt x="15241" y="125613"/>
                </a:cubicBezTo>
                <a:lnTo>
                  <a:pt x="15241" y="123298"/>
                </a:lnTo>
                <a:cubicBezTo>
                  <a:pt x="15523" y="116773"/>
                  <a:pt x="15664" y="113125"/>
                  <a:pt x="15664" y="112353"/>
                </a:cubicBezTo>
                <a:cubicBezTo>
                  <a:pt x="15664" y="111721"/>
                  <a:pt x="15629" y="110843"/>
                  <a:pt x="15559" y="109721"/>
                </a:cubicBezTo>
                <a:lnTo>
                  <a:pt x="15453" y="108457"/>
                </a:lnTo>
                <a:lnTo>
                  <a:pt x="15559" y="107088"/>
                </a:lnTo>
                <a:lnTo>
                  <a:pt x="15559" y="106142"/>
                </a:lnTo>
                <a:lnTo>
                  <a:pt x="14924" y="88040"/>
                </a:lnTo>
                <a:lnTo>
                  <a:pt x="14818" y="67834"/>
                </a:lnTo>
                <a:lnTo>
                  <a:pt x="14606" y="65833"/>
                </a:lnTo>
                <a:cubicBezTo>
                  <a:pt x="13336" y="65833"/>
                  <a:pt x="11466" y="65762"/>
                  <a:pt x="8996" y="65621"/>
                </a:cubicBezTo>
                <a:lnTo>
                  <a:pt x="2329" y="65621"/>
                </a:lnTo>
                <a:cubicBezTo>
                  <a:pt x="1905" y="65564"/>
                  <a:pt x="1305" y="65452"/>
                  <a:pt x="529" y="65284"/>
                </a:cubicBezTo>
                <a:cubicBezTo>
                  <a:pt x="459" y="63361"/>
                  <a:pt x="423" y="61830"/>
                  <a:pt x="423" y="60690"/>
                </a:cubicBezTo>
                <a:cubicBezTo>
                  <a:pt x="423" y="58697"/>
                  <a:pt x="917" y="57095"/>
                  <a:pt x="1905" y="55884"/>
                </a:cubicBezTo>
                <a:cubicBezTo>
                  <a:pt x="4022" y="55884"/>
                  <a:pt x="8185" y="55615"/>
                  <a:pt x="14394" y="55077"/>
                </a:cubicBezTo>
                <a:cubicBezTo>
                  <a:pt x="14606" y="46691"/>
                  <a:pt x="15964" y="38816"/>
                  <a:pt x="18469" y="31451"/>
                </a:cubicBezTo>
                <a:cubicBezTo>
                  <a:pt x="20974" y="24087"/>
                  <a:pt x="24132" y="18184"/>
                  <a:pt x="27942" y="13743"/>
                </a:cubicBezTo>
                <a:lnTo>
                  <a:pt x="30694" y="10677"/>
                </a:lnTo>
                <a:cubicBezTo>
                  <a:pt x="35351" y="6730"/>
                  <a:pt x="39637" y="3964"/>
                  <a:pt x="43554" y="2378"/>
                </a:cubicBezTo>
                <a:cubicBezTo>
                  <a:pt x="47470" y="793"/>
                  <a:pt x="52109" y="0"/>
                  <a:pt x="57472" y="0"/>
                </a:cubicBezTo>
                <a:cubicBezTo>
                  <a:pt x="62693" y="0"/>
                  <a:pt x="67015" y="847"/>
                  <a:pt x="70437" y="2540"/>
                </a:cubicBezTo>
                <a:cubicBezTo>
                  <a:pt x="73859" y="4234"/>
                  <a:pt x="76223" y="6403"/>
                  <a:pt x="77528" y="9049"/>
                </a:cubicBezTo>
                <a:cubicBezTo>
                  <a:pt x="78834" y="11695"/>
                  <a:pt x="79487" y="14147"/>
                  <a:pt x="79487" y="16405"/>
                </a:cubicBezTo>
                <a:cubicBezTo>
                  <a:pt x="79487" y="19228"/>
                  <a:pt x="78322" y="21821"/>
                  <a:pt x="75994" y="24185"/>
                </a:cubicBezTo>
                <a:cubicBezTo>
                  <a:pt x="73665" y="26548"/>
                  <a:pt x="71090" y="27730"/>
                  <a:pt x="68267" y="27730"/>
                </a:cubicBezTo>
                <a:cubicBezTo>
                  <a:pt x="66151" y="27730"/>
                  <a:pt x="64069" y="27020"/>
                  <a:pt x="62023" y="25600"/>
                </a:cubicBezTo>
                <a:cubicBezTo>
                  <a:pt x="60612" y="24535"/>
                  <a:pt x="58900" y="22316"/>
                  <a:pt x="56890" y="18942"/>
                </a:cubicBezTo>
                <a:cubicBezTo>
                  <a:pt x="54879" y="15569"/>
                  <a:pt x="53309" y="13420"/>
                  <a:pt x="52180" y="12496"/>
                </a:cubicBezTo>
                <a:cubicBezTo>
                  <a:pt x="51051" y="11645"/>
                  <a:pt x="49569" y="11219"/>
                  <a:pt x="47734" y="11219"/>
                </a:cubicBezTo>
                <a:cubicBezTo>
                  <a:pt x="45547" y="11219"/>
                  <a:pt x="43642" y="12067"/>
                  <a:pt x="42019" y="13763"/>
                </a:cubicBezTo>
                <a:cubicBezTo>
                  <a:pt x="40396" y="15456"/>
                  <a:pt x="39267" y="17892"/>
                  <a:pt x="38632" y="21069"/>
                </a:cubicBezTo>
                <a:cubicBezTo>
                  <a:pt x="37997" y="24244"/>
                  <a:pt x="37679" y="30597"/>
                  <a:pt x="37679" y="40127"/>
                </a:cubicBezTo>
                <a:lnTo>
                  <a:pt x="37574" y="51776"/>
                </a:lnTo>
                <a:lnTo>
                  <a:pt x="37679" y="54845"/>
                </a:lnTo>
                <a:lnTo>
                  <a:pt x="39690" y="54961"/>
                </a:lnTo>
                <a:lnTo>
                  <a:pt x="52285" y="54614"/>
                </a:lnTo>
                <a:cubicBezTo>
                  <a:pt x="52920" y="54614"/>
                  <a:pt x="53908" y="54730"/>
                  <a:pt x="55249" y="54961"/>
                </a:cubicBezTo>
                <a:cubicBezTo>
                  <a:pt x="56166" y="55815"/>
                  <a:pt x="56625" y="56526"/>
                  <a:pt x="56625" y="57095"/>
                </a:cubicBezTo>
                <a:lnTo>
                  <a:pt x="56519" y="59122"/>
                </a:lnTo>
                <a:lnTo>
                  <a:pt x="56519" y="62003"/>
                </a:lnTo>
                <a:cubicBezTo>
                  <a:pt x="56519" y="62431"/>
                  <a:pt x="56413" y="63249"/>
                  <a:pt x="56202" y="64457"/>
                </a:cubicBezTo>
                <a:cubicBezTo>
                  <a:pt x="55566" y="64810"/>
                  <a:pt x="54826" y="64986"/>
                  <a:pt x="53979" y="64986"/>
                </a:cubicBezTo>
                <a:lnTo>
                  <a:pt x="53026" y="64986"/>
                </a:lnTo>
                <a:lnTo>
                  <a:pt x="44982" y="65198"/>
                </a:lnTo>
                <a:cubicBezTo>
                  <a:pt x="43642" y="65198"/>
                  <a:pt x="42619" y="65127"/>
                  <a:pt x="41913" y="64986"/>
                </a:cubicBezTo>
                <a:lnTo>
                  <a:pt x="40960" y="64986"/>
                </a:lnTo>
                <a:cubicBezTo>
                  <a:pt x="40255" y="64986"/>
                  <a:pt x="39196" y="65142"/>
                  <a:pt x="37785" y="65453"/>
                </a:cubicBezTo>
                <a:lnTo>
                  <a:pt x="37679" y="70603"/>
                </a:lnTo>
                <a:cubicBezTo>
                  <a:pt x="37679" y="71094"/>
                  <a:pt x="37715" y="71865"/>
                  <a:pt x="37785" y="72914"/>
                </a:cubicBezTo>
                <a:cubicBezTo>
                  <a:pt x="37926" y="76910"/>
                  <a:pt x="37997" y="79643"/>
                  <a:pt x="37997" y="81114"/>
                </a:cubicBezTo>
                <a:lnTo>
                  <a:pt x="37891" y="96567"/>
                </a:lnTo>
                <a:lnTo>
                  <a:pt x="38103" y="107812"/>
                </a:lnTo>
                <a:lnTo>
                  <a:pt x="37997" y="116852"/>
                </a:lnTo>
                <a:cubicBezTo>
                  <a:pt x="37785" y="123229"/>
                  <a:pt x="38385" y="127083"/>
                  <a:pt x="39796" y="128415"/>
                </a:cubicBezTo>
                <a:cubicBezTo>
                  <a:pt x="41842" y="130446"/>
                  <a:pt x="46111" y="131812"/>
                  <a:pt x="52603" y="132513"/>
                </a:cubicBezTo>
                <a:cubicBezTo>
                  <a:pt x="53802" y="132586"/>
                  <a:pt x="54896" y="132841"/>
                  <a:pt x="55884" y="133280"/>
                </a:cubicBezTo>
                <a:cubicBezTo>
                  <a:pt x="56166" y="134993"/>
                  <a:pt x="56307" y="136100"/>
                  <a:pt x="56307" y="136601"/>
                </a:cubicBezTo>
                <a:cubicBezTo>
                  <a:pt x="56307" y="137386"/>
                  <a:pt x="56166" y="138493"/>
                  <a:pt x="55884" y="139922"/>
                </a:cubicBezTo>
                <a:lnTo>
                  <a:pt x="48263" y="139922"/>
                </a:lnTo>
                <a:cubicBezTo>
                  <a:pt x="47628" y="139922"/>
                  <a:pt x="43501" y="139697"/>
                  <a:pt x="35880" y="139247"/>
                </a:cubicBezTo>
                <a:lnTo>
                  <a:pt x="30165" y="138863"/>
                </a:lnTo>
                <a:cubicBezTo>
                  <a:pt x="24661" y="138863"/>
                  <a:pt x="20392" y="139004"/>
                  <a:pt x="17358" y="139287"/>
                </a:cubicBezTo>
                <a:cubicBezTo>
                  <a:pt x="15735" y="139498"/>
                  <a:pt x="9984" y="139710"/>
                  <a:pt x="106" y="139922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ree">
            <a:extLst xmlns:a="http://schemas.openxmlformats.org/drawingml/2006/main">
              <a:ext uri="{FF2B5EF4-FFF2-40B4-BE49-F238E27FC236}">
                <a16:creationId xmlns:a16="http://schemas.microsoft.com/office/drawing/2014/main" id="{7E32B983-D4AC-43C4-95F1-291E764F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378" y="1609125"/>
            <a:ext cx="268945" cy="96739"/>
          </a:xfrm>
          <a:custGeom xmlns:a="http://schemas.openxmlformats.org/drawingml/2006/main">
            <a:pathLst>
              <a:path w="268945" h="96739">
                <a:moveTo>
                  <a:pt x="318" y="88801"/>
                </a:moveTo>
                <a:cubicBezTo>
                  <a:pt x="1235" y="88024"/>
                  <a:pt x="2434" y="87460"/>
                  <a:pt x="3916" y="87107"/>
                </a:cubicBezTo>
                <a:cubicBezTo>
                  <a:pt x="7515" y="86333"/>
                  <a:pt x="10937" y="84924"/>
                  <a:pt x="14183" y="82880"/>
                </a:cubicBezTo>
                <a:cubicBezTo>
                  <a:pt x="14818" y="81189"/>
                  <a:pt x="15135" y="75483"/>
                  <a:pt x="15135" y="65764"/>
                </a:cubicBezTo>
                <a:cubicBezTo>
                  <a:pt x="15135" y="47940"/>
                  <a:pt x="14747" y="35894"/>
                  <a:pt x="13971" y="29626"/>
                </a:cubicBezTo>
                <a:cubicBezTo>
                  <a:pt x="13830" y="28499"/>
                  <a:pt x="13265" y="27513"/>
                  <a:pt x="12278" y="26669"/>
                </a:cubicBezTo>
                <a:cubicBezTo>
                  <a:pt x="10514" y="25751"/>
                  <a:pt x="8114" y="24941"/>
                  <a:pt x="5080" y="24238"/>
                </a:cubicBezTo>
                <a:cubicBezTo>
                  <a:pt x="3669" y="23885"/>
                  <a:pt x="2822" y="23109"/>
                  <a:pt x="2540" y="21909"/>
                </a:cubicBezTo>
                <a:lnTo>
                  <a:pt x="2223" y="17993"/>
                </a:lnTo>
                <a:cubicBezTo>
                  <a:pt x="7444" y="17287"/>
                  <a:pt x="12172" y="15506"/>
                  <a:pt x="16405" y="12648"/>
                </a:cubicBezTo>
                <a:cubicBezTo>
                  <a:pt x="20639" y="9790"/>
                  <a:pt x="23814" y="6880"/>
                  <a:pt x="25931" y="3916"/>
                </a:cubicBezTo>
                <a:cubicBezTo>
                  <a:pt x="27060" y="2293"/>
                  <a:pt x="28048" y="1058"/>
                  <a:pt x="28895" y="212"/>
                </a:cubicBezTo>
                <a:lnTo>
                  <a:pt x="36303" y="0"/>
                </a:lnTo>
                <a:cubicBezTo>
                  <a:pt x="36656" y="1630"/>
                  <a:pt x="36833" y="2976"/>
                  <a:pt x="36833" y="4038"/>
                </a:cubicBezTo>
                <a:cubicBezTo>
                  <a:pt x="36833" y="4819"/>
                  <a:pt x="36797" y="5776"/>
                  <a:pt x="36727" y="6909"/>
                </a:cubicBezTo>
                <a:cubicBezTo>
                  <a:pt x="36656" y="9390"/>
                  <a:pt x="36621" y="11445"/>
                  <a:pt x="36621" y="13075"/>
                </a:cubicBezTo>
                <a:cubicBezTo>
                  <a:pt x="36621" y="13855"/>
                  <a:pt x="36656" y="16797"/>
                  <a:pt x="36727" y="21899"/>
                </a:cubicBezTo>
                <a:cubicBezTo>
                  <a:pt x="39620" y="16933"/>
                  <a:pt x="41737" y="13599"/>
                  <a:pt x="43077" y="11897"/>
                </a:cubicBezTo>
                <a:cubicBezTo>
                  <a:pt x="43712" y="11117"/>
                  <a:pt x="45582" y="9378"/>
                  <a:pt x="48687" y="6681"/>
                </a:cubicBezTo>
                <a:cubicBezTo>
                  <a:pt x="51086" y="4908"/>
                  <a:pt x="53802" y="4022"/>
                  <a:pt x="56837" y="4022"/>
                </a:cubicBezTo>
                <a:cubicBezTo>
                  <a:pt x="60576" y="4022"/>
                  <a:pt x="63822" y="5298"/>
                  <a:pt x="66574" y="7849"/>
                </a:cubicBezTo>
                <a:cubicBezTo>
                  <a:pt x="69326" y="10400"/>
                  <a:pt x="70702" y="13340"/>
                  <a:pt x="70702" y="16670"/>
                </a:cubicBezTo>
                <a:cubicBezTo>
                  <a:pt x="70702" y="20000"/>
                  <a:pt x="69661" y="22993"/>
                  <a:pt x="67579" y="25650"/>
                </a:cubicBezTo>
                <a:cubicBezTo>
                  <a:pt x="65498" y="28307"/>
                  <a:pt x="62728" y="29635"/>
                  <a:pt x="59271" y="29635"/>
                </a:cubicBezTo>
                <a:cubicBezTo>
                  <a:pt x="56237" y="29635"/>
                  <a:pt x="53062" y="28365"/>
                  <a:pt x="49745" y="25825"/>
                </a:cubicBezTo>
                <a:cubicBezTo>
                  <a:pt x="47770" y="24273"/>
                  <a:pt x="46182" y="23497"/>
                  <a:pt x="44982" y="23497"/>
                </a:cubicBezTo>
                <a:lnTo>
                  <a:pt x="44242" y="23603"/>
                </a:lnTo>
                <a:cubicBezTo>
                  <a:pt x="42760" y="24094"/>
                  <a:pt x="41419" y="25428"/>
                  <a:pt x="40220" y="27605"/>
                </a:cubicBezTo>
                <a:cubicBezTo>
                  <a:pt x="38244" y="31115"/>
                  <a:pt x="37256" y="34765"/>
                  <a:pt x="37256" y="38556"/>
                </a:cubicBezTo>
                <a:lnTo>
                  <a:pt x="37468" y="41397"/>
                </a:lnTo>
                <a:cubicBezTo>
                  <a:pt x="37750" y="46594"/>
                  <a:pt x="37962" y="58775"/>
                  <a:pt x="38103" y="77939"/>
                </a:cubicBezTo>
                <a:cubicBezTo>
                  <a:pt x="38314" y="79694"/>
                  <a:pt x="38985" y="81449"/>
                  <a:pt x="40114" y="83204"/>
                </a:cubicBezTo>
                <a:cubicBezTo>
                  <a:pt x="41384" y="84188"/>
                  <a:pt x="42672" y="84890"/>
                  <a:pt x="43977" y="85311"/>
                </a:cubicBezTo>
                <a:cubicBezTo>
                  <a:pt x="45282" y="85732"/>
                  <a:pt x="47558" y="86086"/>
                  <a:pt x="50804" y="86373"/>
                </a:cubicBezTo>
                <a:cubicBezTo>
                  <a:pt x="54049" y="86659"/>
                  <a:pt x="56025" y="87107"/>
                  <a:pt x="56731" y="87716"/>
                </a:cubicBezTo>
                <a:cubicBezTo>
                  <a:pt x="57436" y="88322"/>
                  <a:pt x="57789" y="89304"/>
                  <a:pt x="57789" y="90663"/>
                </a:cubicBezTo>
                <a:cubicBezTo>
                  <a:pt x="57789" y="91450"/>
                  <a:pt x="57577" y="92487"/>
                  <a:pt x="57154" y="93775"/>
                </a:cubicBezTo>
                <a:lnTo>
                  <a:pt x="47205" y="93775"/>
                </a:lnTo>
                <a:lnTo>
                  <a:pt x="26989" y="92717"/>
                </a:lnTo>
                <a:cubicBezTo>
                  <a:pt x="21909" y="92717"/>
                  <a:pt x="17287" y="92910"/>
                  <a:pt x="13124" y="93295"/>
                </a:cubicBezTo>
                <a:lnTo>
                  <a:pt x="11325" y="93295"/>
                </a:lnTo>
                <a:cubicBezTo>
                  <a:pt x="10831" y="93295"/>
                  <a:pt x="7162" y="93455"/>
                  <a:pt x="318" y="93775"/>
                </a:cubicBezTo>
                <a:cubicBezTo>
                  <a:pt x="106" y="92646"/>
                  <a:pt x="0" y="91799"/>
                  <a:pt x="0" y="91235"/>
                </a:cubicBezTo>
                <a:cubicBezTo>
                  <a:pt x="0" y="90670"/>
                  <a:pt x="106" y="89859"/>
                  <a:pt x="318" y="88801"/>
                </a:cubicBezTo>
                <a:close/>
                <a:moveTo>
                  <a:pt x="81975" y="38076"/>
                </a:moveTo>
                <a:cubicBezTo>
                  <a:pt x="83810" y="32063"/>
                  <a:pt x="85433" y="28067"/>
                  <a:pt x="86844" y="26086"/>
                </a:cubicBezTo>
                <a:cubicBezTo>
                  <a:pt x="90795" y="20287"/>
                  <a:pt x="95011" y="15761"/>
                  <a:pt x="99492" y="12509"/>
                </a:cubicBezTo>
                <a:cubicBezTo>
                  <a:pt x="103972" y="9254"/>
                  <a:pt x="108012" y="7097"/>
                  <a:pt x="111611" y="6036"/>
                </a:cubicBezTo>
                <a:cubicBezTo>
                  <a:pt x="116268" y="4693"/>
                  <a:pt x="120043" y="4022"/>
                  <a:pt x="122936" y="4022"/>
                </a:cubicBezTo>
                <a:cubicBezTo>
                  <a:pt x="129568" y="4022"/>
                  <a:pt x="134931" y="4532"/>
                  <a:pt x="139023" y="5553"/>
                </a:cubicBezTo>
                <a:cubicBezTo>
                  <a:pt x="143116" y="6574"/>
                  <a:pt x="146538" y="8036"/>
                  <a:pt x="149290" y="9939"/>
                </a:cubicBezTo>
                <a:cubicBezTo>
                  <a:pt x="153241" y="12684"/>
                  <a:pt x="156417" y="15466"/>
                  <a:pt x="158816" y="18284"/>
                </a:cubicBezTo>
                <a:cubicBezTo>
                  <a:pt x="161215" y="21100"/>
                  <a:pt x="163173" y="24410"/>
                  <a:pt x="164690" y="28213"/>
                </a:cubicBezTo>
                <a:cubicBezTo>
                  <a:pt x="166207" y="32017"/>
                  <a:pt x="167036" y="36630"/>
                  <a:pt x="167177" y="42052"/>
                </a:cubicBezTo>
                <a:lnTo>
                  <a:pt x="155429" y="41860"/>
                </a:lnTo>
                <a:cubicBezTo>
                  <a:pt x="152183" y="41860"/>
                  <a:pt x="145056" y="41560"/>
                  <a:pt x="134049" y="40960"/>
                </a:cubicBezTo>
                <a:cubicBezTo>
                  <a:pt x="129956" y="40608"/>
                  <a:pt x="127134" y="40431"/>
                  <a:pt x="125582" y="40431"/>
                </a:cubicBezTo>
                <a:cubicBezTo>
                  <a:pt x="125088" y="40431"/>
                  <a:pt x="121277" y="40502"/>
                  <a:pt x="114151" y="40643"/>
                </a:cubicBezTo>
                <a:lnTo>
                  <a:pt x="105048" y="40643"/>
                </a:lnTo>
                <a:cubicBezTo>
                  <a:pt x="104907" y="41635"/>
                  <a:pt x="104837" y="42486"/>
                  <a:pt x="104837" y="43196"/>
                </a:cubicBezTo>
                <a:cubicBezTo>
                  <a:pt x="104837" y="46956"/>
                  <a:pt x="105295" y="50911"/>
                  <a:pt x="106213" y="55060"/>
                </a:cubicBezTo>
                <a:cubicBezTo>
                  <a:pt x="107130" y="59210"/>
                  <a:pt x="108506" y="62864"/>
                  <a:pt x="110340" y="66022"/>
                </a:cubicBezTo>
                <a:cubicBezTo>
                  <a:pt x="112175" y="69177"/>
                  <a:pt x="114451" y="71889"/>
                  <a:pt x="117167" y="74158"/>
                </a:cubicBezTo>
                <a:cubicBezTo>
                  <a:pt x="119884" y="76427"/>
                  <a:pt x="122689" y="78059"/>
                  <a:pt x="125582" y="79053"/>
                </a:cubicBezTo>
                <a:lnTo>
                  <a:pt x="131720" y="81074"/>
                </a:lnTo>
                <a:cubicBezTo>
                  <a:pt x="137153" y="81074"/>
                  <a:pt x="140787" y="80896"/>
                  <a:pt x="142622" y="80538"/>
                </a:cubicBezTo>
                <a:cubicBezTo>
                  <a:pt x="146009" y="79824"/>
                  <a:pt x="148990" y="78913"/>
                  <a:pt x="151565" y="77806"/>
                </a:cubicBezTo>
                <a:cubicBezTo>
                  <a:pt x="154141" y="76699"/>
                  <a:pt x="157263" y="74825"/>
                  <a:pt x="160932" y="72184"/>
                </a:cubicBezTo>
                <a:cubicBezTo>
                  <a:pt x="163473" y="74018"/>
                  <a:pt x="165589" y="75676"/>
                  <a:pt x="167283" y="77158"/>
                </a:cubicBezTo>
                <a:cubicBezTo>
                  <a:pt x="161074" y="84040"/>
                  <a:pt x="154635" y="89024"/>
                  <a:pt x="147967" y="92111"/>
                </a:cubicBezTo>
                <a:cubicBezTo>
                  <a:pt x="141299" y="95196"/>
                  <a:pt x="133837" y="96739"/>
                  <a:pt x="125582" y="96739"/>
                </a:cubicBezTo>
                <a:cubicBezTo>
                  <a:pt x="120007" y="96739"/>
                  <a:pt x="115456" y="96244"/>
                  <a:pt x="111928" y="95254"/>
                </a:cubicBezTo>
                <a:cubicBezTo>
                  <a:pt x="107200" y="93981"/>
                  <a:pt x="102932" y="92036"/>
                  <a:pt x="99121" y="89419"/>
                </a:cubicBezTo>
                <a:cubicBezTo>
                  <a:pt x="95311" y="86802"/>
                  <a:pt x="92030" y="83548"/>
                  <a:pt x="89278" y="79659"/>
                </a:cubicBezTo>
                <a:cubicBezTo>
                  <a:pt x="86526" y="75769"/>
                  <a:pt x="84480" y="71773"/>
                  <a:pt x="83139" y="67672"/>
                </a:cubicBezTo>
                <a:cubicBezTo>
                  <a:pt x="81375" y="62296"/>
                  <a:pt x="80493" y="57982"/>
                  <a:pt x="80493" y="54730"/>
                </a:cubicBezTo>
                <a:cubicBezTo>
                  <a:pt x="80493" y="48578"/>
                  <a:pt x="80987" y="43027"/>
                  <a:pt x="81975" y="38076"/>
                </a:cubicBezTo>
                <a:moveTo>
                  <a:pt x="143469" y="33552"/>
                </a:moveTo>
                <a:cubicBezTo>
                  <a:pt x="143398" y="29600"/>
                  <a:pt x="142622" y="25825"/>
                  <a:pt x="141140" y="22227"/>
                </a:cubicBezTo>
                <a:cubicBezTo>
                  <a:pt x="139658" y="18628"/>
                  <a:pt x="137365" y="15823"/>
                  <a:pt x="134260" y="13812"/>
                </a:cubicBezTo>
                <a:cubicBezTo>
                  <a:pt x="131156" y="11801"/>
                  <a:pt x="128016" y="10796"/>
                  <a:pt x="124841" y="10796"/>
                </a:cubicBezTo>
                <a:cubicBezTo>
                  <a:pt x="120113" y="10796"/>
                  <a:pt x="115844" y="12868"/>
                  <a:pt x="112034" y="17014"/>
                </a:cubicBezTo>
                <a:cubicBezTo>
                  <a:pt x="108224" y="21157"/>
                  <a:pt x="106072" y="26776"/>
                  <a:pt x="105578" y="33869"/>
                </a:cubicBezTo>
                <a:lnTo>
                  <a:pt x="129709" y="34081"/>
                </a:lnTo>
                <a:cubicBezTo>
                  <a:pt x="131262" y="34081"/>
                  <a:pt x="133449" y="33975"/>
                  <a:pt x="136271" y="33763"/>
                </a:cubicBezTo>
                <a:cubicBezTo>
                  <a:pt x="138318" y="33587"/>
                  <a:pt x="139764" y="33499"/>
                  <a:pt x="140611" y="33499"/>
                </a:cubicBezTo>
                <a:cubicBezTo>
                  <a:pt x="141246" y="33499"/>
                  <a:pt x="142199" y="33516"/>
                  <a:pt x="143469" y="33552"/>
                </a:cubicBezTo>
                <a:close/>
                <a:moveTo>
                  <a:pt x="183637" y="38076"/>
                </a:moveTo>
                <a:cubicBezTo>
                  <a:pt x="185472" y="32063"/>
                  <a:pt x="187095" y="28067"/>
                  <a:pt x="188506" y="26086"/>
                </a:cubicBezTo>
                <a:cubicBezTo>
                  <a:pt x="192457" y="20287"/>
                  <a:pt x="196673" y="15761"/>
                  <a:pt x="201154" y="12509"/>
                </a:cubicBezTo>
                <a:cubicBezTo>
                  <a:pt x="205634" y="9254"/>
                  <a:pt x="209674" y="7097"/>
                  <a:pt x="213273" y="6036"/>
                </a:cubicBezTo>
                <a:cubicBezTo>
                  <a:pt x="217930" y="4693"/>
                  <a:pt x="221705" y="4022"/>
                  <a:pt x="224598" y="4022"/>
                </a:cubicBezTo>
                <a:cubicBezTo>
                  <a:pt x="231230" y="4022"/>
                  <a:pt x="236593" y="4532"/>
                  <a:pt x="240685" y="5553"/>
                </a:cubicBezTo>
                <a:cubicBezTo>
                  <a:pt x="244778" y="6574"/>
                  <a:pt x="248200" y="8036"/>
                  <a:pt x="250952" y="9939"/>
                </a:cubicBezTo>
                <a:cubicBezTo>
                  <a:pt x="254903" y="12684"/>
                  <a:pt x="258079" y="15466"/>
                  <a:pt x="260478" y="18284"/>
                </a:cubicBezTo>
                <a:cubicBezTo>
                  <a:pt x="262877" y="21100"/>
                  <a:pt x="264835" y="24410"/>
                  <a:pt x="266352" y="28213"/>
                </a:cubicBezTo>
                <a:cubicBezTo>
                  <a:pt x="267869" y="32017"/>
                  <a:pt x="268698" y="36630"/>
                  <a:pt x="268839" y="42052"/>
                </a:cubicBezTo>
                <a:lnTo>
                  <a:pt x="257091" y="41860"/>
                </a:lnTo>
                <a:cubicBezTo>
                  <a:pt x="253845" y="41860"/>
                  <a:pt x="246718" y="41560"/>
                  <a:pt x="235711" y="40960"/>
                </a:cubicBezTo>
                <a:cubicBezTo>
                  <a:pt x="231618" y="40608"/>
                  <a:pt x="228796" y="40431"/>
                  <a:pt x="227244" y="40431"/>
                </a:cubicBezTo>
                <a:cubicBezTo>
                  <a:pt x="226750" y="40431"/>
                  <a:pt x="222939" y="40502"/>
                  <a:pt x="215813" y="40643"/>
                </a:cubicBezTo>
                <a:lnTo>
                  <a:pt x="206711" y="40643"/>
                </a:lnTo>
                <a:cubicBezTo>
                  <a:pt x="206569" y="41635"/>
                  <a:pt x="206499" y="42486"/>
                  <a:pt x="206499" y="43196"/>
                </a:cubicBezTo>
                <a:cubicBezTo>
                  <a:pt x="206499" y="46956"/>
                  <a:pt x="206957" y="50911"/>
                  <a:pt x="207875" y="55060"/>
                </a:cubicBezTo>
                <a:cubicBezTo>
                  <a:pt x="208792" y="59210"/>
                  <a:pt x="210168" y="62864"/>
                  <a:pt x="212003" y="66022"/>
                </a:cubicBezTo>
                <a:cubicBezTo>
                  <a:pt x="213837" y="69177"/>
                  <a:pt x="216113" y="71889"/>
                  <a:pt x="218829" y="74158"/>
                </a:cubicBezTo>
                <a:cubicBezTo>
                  <a:pt x="221546" y="76427"/>
                  <a:pt x="224351" y="78059"/>
                  <a:pt x="227244" y="79053"/>
                </a:cubicBezTo>
                <a:lnTo>
                  <a:pt x="233382" y="81074"/>
                </a:lnTo>
                <a:cubicBezTo>
                  <a:pt x="238816" y="81074"/>
                  <a:pt x="242449" y="80896"/>
                  <a:pt x="244284" y="80538"/>
                </a:cubicBezTo>
                <a:cubicBezTo>
                  <a:pt x="247671" y="79824"/>
                  <a:pt x="250652" y="78913"/>
                  <a:pt x="253228" y="77806"/>
                </a:cubicBezTo>
                <a:cubicBezTo>
                  <a:pt x="255803" y="76699"/>
                  <a:pt x="258925" y="74825"/>
                  <a:pt x="262595" y="72184"/>
                </a:cubicBezTo>
                <a:cubicBezTo>
                  <a:pt x="265135" y="74018"/>
                  <a:pt x="267252" y="75676"/>
                  <a:pt x="268945" y="77158"/>
                </a:cubicBezTo>
                <a:cubicBezTo>
                  <a:pt x="262736" y="84040"/>
                  <a:pt x="256297" y="89024"/>
                  <a:pt x="249629" y="92111"/>
                </a:cubicBezTo>
                <a:cubicBezTo>
                  <a:pt x="242961" y="95196"/>
                  <a:pt x="235499" y="96739"/>
                  <a:pt x="227244" y="96739"/>
                </a:cubicBezTo>
                <a:cubicBezTo>
                  <a:pt x="221669" y="96739"/>
                  <a:pt x="217118" y="96244"/>
                  <a:pt x="213590" y="95254"/>
                </a:cubicBezTo>
                <a:cubicBezTo>
                  <a:pt x="208863" y="93981"/>
                  <a:pt x="204594" y="92036"/>
                  <a:pt x="200783" y="89419"/>
                </a:cubicBezTo>
                <a:cubicBezTo>
                  <a:pt x="196973" y="86802"/>
                  <a:pt x="193692" y="83548"/>
                  <a:pt x="190940" y="79659"/>
                </a:cubicBezTo>
                <a:cubicBezTo>
                  <a:pt x="188188" y="75769"/>
                  <a:pt x="186142" y="71773"/>
                  <a:pt x="184801" y="67672"/>
                </a:cubicBezTo>
                <a:cubicBezTo>
                  <a:pt x="183037" y="62296"/>
                  <a:pt x="182155" y="57982"/>
                  <a:pt x="182155" y="54730"/>
                </a:cubicBezTo>
                <a:cubicBezTo>
                  <a:pt x="182155" y="48578"/>
                  <a:pt x="182649" y="43027"/>
                  <a:pt x="183637" y="38076"/>
                </a:cubicBezTo>
                <a:moveTo>
                  <a:pt x="245131" y="33552"/>
                </a:moveTo>
                <a:cubicBezTo>
                  <a:pt x="245060" y="29600"/>
                  <a:pt x="244284" y="25825"/>
                  <a:pt x="242802" y="22227"/>
                </a:cubicBezTo>
                <a:cubicBezTo>
                  <a:pt x="241321" y="18628"/>
                  <a:pt x="239027" y="15823"/>
                  <a:pt x="235923" y="13812"/>
                </a:cubicBezTo>
                <a:cubicBezTo>
                  <a:pt x="232818" y="11801"/>
                  <a:pt x="229678" y="10796"/>
                  <a:pt x="226503" y="10796"/>
                </a:cubicBezTo>
                <a:cubicBezTo>
                  <a:pt x="221775" y="10796"/>
                  <a:pt x="217506" y="12868"/>
                  <a:pt x="213696" y="17014"/>
                </a:cubicBezTo>
                <a:cubicBezTo>
                  <a:pt x="209886" y="21157"/>
                  <a:pt x="207734" y="26776"/>
                  <a:pt x="207240" y="33869"/>
                </a:cubicBezTo>
                <a:lnTo>
                  <a:pt x="231371" y="34081"/>
                </a:lnTo>
                <a:cubicBezTo>
                  <a:pt x="232924" y="34081"/>
                  <a:pt x="235111" y="33975"/>
                  <a:pt x="237934" y="33763"/>
                </a:cubicBezTo>
                <a:cubicBezTo>
                  <a:pt x="239980" y="33587"/>
                  <a:pt x="241426" y="33499"/>
                  <a:pt x="242273" y="33499"/>
                </a:cubicBezTo>
                <a:cubicBezTo>
                  <a:pt x="242908" y="33499"/>
                  <a:pt x="243861" y="33516"/>
                  <a:pt x="245131" y="33552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98C36-5DE8-4188-BDBC-DFF9F39E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905" y="2549347"/>
            <a:ext cx="1881807" cy="627793"/>
          </a:xfrm>
          <a:custGeom xmlns:a="http://schemas.openxmlformats.org/drawingml/2006/main">
            <a:pathLst>
              <a:path w="1881807" h="627793">
                <a:moveTo>
                  <a:pt x="1881807" y="12373"/>
                </a:moveTo>
                <a:lnTo>
                  <a:pt x="1868605" y="12402"/>
                </a:lnTo>
                <a:lnTo>
                  <a:pt x="1868605" y="0"/>
                </a:lnTo>
                <a:lnTo>
                  <a:pt x="1881778" y="0"/>
                </a:lnTo>
                <a:lnTo>
                  <a:pt x="1881807" y="12373"/>
                </a:lnTo>
                <a:close/>
                <a:moveTo>
                  <a:pt x="1816370" y="12573"/>
                </a:moveTo>
                <a:lnTo>
                  <a:pt x="1803425" y="12659"/>
                </a:lnTo>
                <a:lnTo>
                  <a:pt x="1803340" y="286"/>
                </a:lnTo>
                <a:lnTo>
                  <a:pt x="1816284" y="200"/>
                </a:lnTo>
                <a:lnTo>
                  <a:pt x="1816370" y="12573"/>
                </a:lnTo>
                <a:close/>
                <a:moveTo>
                  <a:pt x="1752105" y="13173"/>
                </a:moveTo>
                <a:lnTo>
                  <a:pt x="1739389" y="13345"/>
                </a:lnTo>
                <a:lnTo>
                  <a:pt x="1739217" y="972"/>
                </a:lnTo>
                <a:lnTo>
                  <a:pt x="1751962" y="800"/>
                </a:lnTo>
                <a:lnTo>
                  <a:pt x="1752105" y="13173"/>
                </a:lnTo>
                <a:close/>
                <a:moveTo>
                  <a:pt x="1689011" y="14173"/>
                </a:moveTo>
                <a:lnTo>
                  <a:pt x="1676524" y="14430"/>
                </a:lnTo>
                <a:lnTo>
                  <a:pt x="1676295" y="2029"/>
                </a:lnTo>
                <a:lnTo>
                  <a:pt x="1688783" y="1800"/>
                </a:lnTo>
                <a:lnTo>
                  <a:pt x="1689011" y="14173"/>
                </a:lnTo>
                <a:close/>
                <a:moveTo>
                  <a:pt x="1627089" y="15573"/>
                </a:moveTo>
                <a:lnTo>
                  <a:pt x="1614830" y="15916"/>
                </a:lnTo>
                <a:lnTo>
                  <a:pt x="1614488" y="3515"/>
                </a:lnTo>
                <a:lnTo>
                  <a:pt x="1626746" y="3200"/>
                </a:lnTo>
                <a:lnTo>
                  <a:pt x="1627089" y="15573"/>
                </a:lnTo>
                <a:close/>
                <a:moveTo>
                  <a:pt x="1566310" y="17402"/>
                </a:moveTo>
                <a:lnTo>
                  <a:pt x="1554280" y="17802"/>
                </a:lnTo>
                <a:lnTo>
                  <a:pt x="1553880" y="5401"/>
                </a:lnTo>
                <a:lnTo>
                  <a:pt x="1565881" y="5001"/>
                </a:lnTo>
                <a:lnTo>
                  <a:pt x="1566310" y="17402"/>
                </a:lnTo>
                <a:close/>
                <a:moveTo>
                  <a:pt x="1506703" y="19602"/>
                </a:moveTo>
                <a:lnTo>
                  <a:pt x="1494930" y="20088"/>
                </a:lnTo>
                <a:lnTo>
                  <a:pt x="1494415" y="7715"/>
                </a:lnTo>
                <a:lnTo>
                  <a:pt x="1506188" y="7201"/>
                </a:lnTo>
                <a:lnTo>
                  <a:pt x="1506703" y="19602"/>
                </a:lnTo>
                <a:close/>
                <a:moveTo>
                  <a:pt x="1448267" y="22203"/>
                </a:moveTo>
                <a:lnTo>
                  <a:pt x="1435865" y="22803"/>
                </a:lnTo>
                <a:lnTo>
                  <a:pt x="1435265" y="10430"/>
                </a:lnTo>
                <a:lnTo>
                  <a:pt x="1447667" y="9830"/>
                </a:lnTo>
                <a:lnTo>
                  <a:pt x="1448267" y="22203"/>
                </a:lnTo>
                <a:close/>
                <a:moveTo>
                  <a:pt x="1383344" y="25632"/>
                </a:moveTo>
                <a:lnTo>
                  <a:pt x="1370371" y="26403"/>
                </a:lnTo>
                <a:lnTo>
                  <a:pt x="1369628" y="14030"/>
                </a:lnTo>
                <a:lnTo>
                  <a:pt x="1382630" y="13259"/>
                </a:lnTo>
                <a:lnTo>
                  <a:pt x="1383344" y="25632"/>
                </a:lnTo>
                <a:close/>
                <a:moveTo>
                  <a:pt x="1319079" y="29661"/>
                </a:moveTo>
                <a:lnTo>
                  <a:pt x="1306392" y="30518"/>
                </a:lnTo>
                <a:lnTo>
                  <a:pt x="1305535" y="18145"/>
                </a:lnTo>
                <a:lnTo>
                  <a:pt x="1318222" y="17288"/>
                </a:lnTo>
                <a:lnTo>
                  <a:pt x="1319079" y="29661"/>
                </a:lnTo>
                <a:close/>
                <a:moveTo>
                  <a:pt x="1256328" y="34176"/>
                </a:moveTo>
                <a:lnTo>
                  <a:pt x="1243955" y="35147"/>
                </a:lnTo>
                <a:lnTo>
                  <a:pt x="1242984" y="22803"/>
                </a:lnTo>
                <a:lnTo>
                  <a:pt x="1255357" y="21831"/>
                </a:lnTo>
                <a:lnTo>
                  <a:pt x="1256328" y="34176"/>
                </a:lnTo>
                <a:close/>
                <a:moveTo>
                  <a:pt x="1195149" y="39262"/>
                </a:moveTo>
                <a:lnTo>
                  <a:pt x="1183062" y="40348"/>
                </a:lnTo>
                <a:lnTo>
                  <a:pt x="1181976" y="28004"/>
                </a:lnTo>
                <a:lnTo>
                  <a:pt x="1194035" y="26918"/>
                </a:lnTo>
                <a:lnTo>
                  <a:pt x="1195149" y="39262"/>
                </a:lnTo>
                <a:close/>
                <a:moveTo>
                  <a:pt x="1135485" y="44863"/>
                </a:moveTo>
                <a:lnTo>
                  <a:pt x="1123712" y="46034"/>
                </a:lnTo>
                <a:lnTo>
                  <a:pt x="1122483" y="33718"/>
                </a:lnTo>
                <a:lnTo>
                  <a:pt x="1134256" y="32547"/>
                </a:lnTo>
                <a:lnTo>
                  <a:pt x="1135485" y="44863"/>
                </a:lnTo>
                <a:close/>
                <a:moveTo>
                  <a:pt x="1077392" y="50978"/>
                </a:moveTo>
                <a:lnTo>
                  <a:pt x="1065933" y="52292"/>
                </a:lnTo>
                <a:lnTo>
                  <a:pt x="1064533" y="39976"/>
                </a:lnTo>
                <a:lnTo>
                  <a:pt x="1075992" y="38691"/>
                </a:lnTo>
                <a:lnTo>
                  <a:pt x="1077392" y="50978"/>
                </a:lnTo>
                <a:close/>
                <a:moveTo>
                  <a:pt x="1013898" y="58522"/>
                </a:moveTo>
                <a:lnTo>
                  <a:pt x="1000925" y="60150"/>
                </a:lnTo>
                <a:lnTo>
                  <a:pt x="999353" y="47892"/>
                </a:lnTo>
                <a:lnTo>
                  <a:pt x="1012355" y="46234"/>
                </a:lnTo>
                <a:lnTo>
                  <a:pt x="1013898" y="58522"/>
                </a:lnTo>
                <a:close/>
                <a:moveTo>
                  <a:pt x="949833" y="67066"/>
                </a:moveTo>
                <a:lnTo>
                  <a:pt x="937260" y="68866"/>
                </a:lnTo>
                <a:lnTo>
                  <a:pt x="935517" y="56607"/>
                </a:lnTo>
                <a:lnTo>
                  <a:pt x="948090" y="54807"/>
                </a:lnTo>
                <a:lnTo>
                  <a:pt x="949833" y="67066"/>
                </a:lnTo>
                <a:close/>
                <a:moveTo>
                  <a:pt x="887882" y="76324"/>
                </a:moveTo>
                <a:lnTo>
                  <a:pt x="875738" y="78296"/>
                </a:lnTo>
                <a:lnTo>
                  <a:pt x="873766" y="66065"/>
                </a:lnTo>
                <a:lnTo>
                  <a:pt x="885939" y="64122"/>
                </a:lnTo>
                <a:lnTo>
                  <a:pt x="887882" y="76324"/>
                </a:lnTo>
                <a:close/>
                <a:moveTo>
                  <a:pt x="828046" y="86325"/>
                </a:moveTo>
                <a:lnTo>
                  <a:pt x="816331" y="88440"/>
                </a:lnTo>
                <a:lnTo>
                  <a:pt x="814130" y="76238"/>
                </a:lnTo>
                <a:lnTo>
                  <a:pt x="825875" y="74152"/>
                </a:lnTo>
                <a:lnTo>
                  <a:pt x="828046" y="86325"/>
                </a:lnTo>
                <a:close/>
                <a:moveTo>
                  <a:pt x="770325" y="97069"/>
                </a:moveTo>
                <a:lnTo>
                  <a:pt x="759009" y="99298"/>
                </a:lnTo>
                <a:lnTo>
                  <a:pt x="756609" y="87154"/>
                </a:lnTo>
                <a:lnTo>
                  <a:pt x="767925" y="84925"/>
                </a:lnTo>
                <a:lnTo>
                  <a:pt x="770325" y="97069"/>
                </a:lnTo>
                <a:close/>
                <a:moveTo>
                  <a:pt x="709946" y="109557"/>
                </a:moveTo>
                <a:lnTo>
                  <a:pt x="696973" y="112414"/>
                </a:lnTo>
                <a:lnTo>
                  <a:pt x="694315" y="100327"/>
                </a:lnTo>
                <a:lnTo>
                  <a:pt x="707260" y="97469"/>
                </a:lnTo>
                <a:lnTo>
                  <a:pt x="709946" y="109557"/>
                </a:lnTo>
                <a:close/>
                <a:moveTo>
                  <a:pt x="646509" y="124273"/>
                </a:moveTo>
                <a:lnTo>
                  <a:pt x="634136" y="127330"/>
                </a:lnTo>
                <a:lnTo>
                  <a:pt x="631165" y="115329"/>
                </a:lnTo>
                <a:lnTo>
                  <a:pt x="643509" y="112243"/>
                </a:lnTo>
                <a:lnTo>
                  <a:pt x="646509" y="124273"/>
                </a:lnTo>
                <a:close/>
                <a:moveTo>
                  <a:pt x="586102" y="140017"/>
                </a:moveTo>
                <a:lnTo>
                  <a:pt x="574329" y="143275"/>
                </a:lnTo>
                <a:lnTo>
                  <a:pt x="570986" y="131359"/>
                </a:lnTo>
                <a:lnTo>
                  <a:pt x="582759" y="128073"/>
                </a:lnTo>
                <a:lnTo>
                  <a:pt x="586102" y="140017"/>
                </a:lnTo>
                <a:close/>
                <a:moveTo>
                  <a:pt x="528695" y="156762"/>
                </a:moveTo>
                <a:lnTo>
                  <a:pt x="517550" y="160249"/>
                </a:lnTo>
                <a:lnTo>
                  <a:pt x="513836" y="148447"/>
                </a:lnTo>
                <a:lnTo>
                  <a:pt x="525008" y="144961"/>
                </a:lnTo>
                <a:lnTo>
                  <a:pt x="528695" y="156762"/>
                </a:lnTo>
                <a:close/>
                <a:moveTo>
                  <a:pt x="473859" y="174736"/>
                </a:moveTo>
                <a:cubicBezTo>
                  <a:pt x="469602" y="176193"/>
                  <a:pt x="465344" y="177708"/>
                  <a:pt x="461086" y="179222"/>
                </a:cubicBezTo>
                <a:lnTo>
                  <a:pt x="456943" y="167564"/>
                </a:lnTo>
                <a:cubicBezTo>
                  <a:pt x="461200" y="166049"/>
                  <a:pt x="465487" y="164535"/>
                  <a:pt x="469802" y="163020"/>
                </a:cubicBezTo>
                <a:lnTo>
                  <a:pt x="473859" y="174736"/>
                </a:lnTo>
                <a:close/>
                <a:moveTo>
                  <a:pt x="411851" y="197768"/>
                </a:moveTo>
                <a:cubicBezTo>
                  <a:pt x="407851" y="199368"/>
                  <a:pt x="403908" y="200968"/>
                  <a:pt x="399964" y="202568"/>
                </a:cubicBezTo>
                <a:lnTo>
                  <a:pt x="395278" y="191110"/>
                </a:lnTo>
                <a:cubicBezTo>
                  <a:pt x="399250" y="189481"/>
                  <a:pt x="403222" y="187881"/>
                  <a:pt x="407251" y="186280"/>
                </a:cubicBezTo>
                <a:lnTo>
                  <a:pt x="411851" y="197768"/>
                </a:lnTo>
                <a:close/>
                <a:moveTo>
                  <a:pt x="354273" y="222342"/>
                </a:moveTo>
                <a:cubicBezTo>
                  <a:pt x="350615" y="224028"/>
                  <a:pt x="346929" y="225742"/>
                  <a:pt x="343329" y="227428"/>
                </a:cubicBezTo>
                <a:lnTo>
                  <a:pt x="338042" y="216227"/>
                </a:lnTo>
                <a:cubicBezTo>
                  <a:pt x="341700" y="214513"/>
                  <a:pt x="345415" y="212798"/>
                  <a:pt x="349129" y="211084"/>
                </a:cubicBezTo>
                <a:lnTo>
                  <a:pt x="354273" y="222342"/>
                </a:lnTo>
                <a:close/>
                <a:moveTo>
                  <a:pt x="301238" y="248431"/>
                </a:moveTo>
                <a:cubicBezTo>
                  <a:pt x="297837" y="250231"/>
                  <a:pt x="294465" y="252031"/>
                  <a:pt x="291151" y="253803"/>
                </a:cubicBezTo>
                <a:lnTo>
                  <a:pt x="285236" y="242945"/>
                </a:lnTo>
                <a:cubicBezTo>
                  <a:pt x="288608" y="241116"/>
                  <a:pt x="292036" y="239287"/>
                  <a:pt x="295437" y="237458"/>
                </a:cubicBezTo>
                <a:lnTo>
                  <a:pt x="301238" y="248431"/>
                </a:lnTo>
                <a:close/>
                <a:moveTo>
                  <a:pt x="248460" y="278578"/>
                </a:moveTo>
                <a:cubicBezTo>
                  <a:pt x="244716" y="280892"/>
                  <a:pt x="241030" y="283235"/>
                  <a:pt x="237373" y="285579"/>
                </a:cubicBezTo>
                <a:lnTo>
                  <a:pt x="230686" y="275149"/>
                </a:lnTo>
                <a:cubicBezTo>
                  <a:pt x="234372" y="272777"/>
                  <a:pt x="238144" y="270405"/>
                  <a:pt x="241916" y="268062"/>
                </a:cubicBezTo>
                <a:lnTo>
                  <a:pt x="248460" y="278578"/>
                </a:lnTo>
                <a:close/>
                <a:moveTo>
                  <a:pt x="195796" y="314411"/>
                </a:moveTo>
                <a:cubicBezTo>
                  <a:pt x="192481" y="316868"/>
                  <a:pt x="189252" y="319354"/>
                  <a:pt x="186052" y="321840"/>
                </a:cubicBezTo>
                <a:lnTo>
                  <a:pt x="178451" y="312068"/>
                </a:lnTo>
                <a:cubicBezTo>
                  <a:pt x="181708" y="309524"/>
                  <a:pt x="184995" y="307010"/>
                  <a:pt x="188366" y="304495"/>
                </a:cubicBezTo>
                <a:lnTo>
                  <a:pt x="195796" y="314411"/>
                </a:lnTo>
                <a:close/>
                <a:moveTo>
                  <a:pt x="149762" y="352444"/>
                </a:moveTo>
                <a:cubicBezTo>
                  <a:pt x="146933" y="355044"/>
                  <a:pt x="144132" y="357673"/>
                  <a:pt x="141361" y="360302"/>
                </a:cubicBezTo>
                <a:lnTo>
                  <a:pt x="132817" y="351358"/>
                </a:lnTo>
                <a:cubicBezTo>
                  <a:pt x="135646" y="348644"/>
                  <a:pt x="138503" y="345958"/>
                  <a:pt x="141389" y="343300"/>
                </a:cubicBezTo>
                <a:lnTo>
                  <a:pt x="149762" y="352444"/>
                </a:lnTo>
                <a:close/>
                <a:moveTo>
                  <a:pt x="107813" y="395649"/>
                </a:moveTo>
                <a:cubicBezTo>
                  <a:pt x="105070" y="398878"/>
                  <a:pt x="102384" y="402107"/>
                  <a:pt x="99727" y="405365"/>
                </a:cubicBezTo>
                <a:lnTo>
                  <a:pt x="90097" y="397564"/>
                </a:lnTo>
                <a:cubicBezTo>
                  <a:pt x="92812" y="394221"/>
                  <a:pt x="95583" y="390906"/>
                  <a:pt x="98412" y="387591"/>
                </a:cubicBezTo>
                <a:lnTo>
                  <a:pt x="107813" y="395649"/>
                </a:lnTo>
                <a:close/>
                <a:moveTo>
                  <a:pt x="70923" y="445399"/>
                </a:moveTo>
                <a:cubicBezTo>
                  <a:pt x="68780" y="448799"/>
                  <a:pt x="66665" y="452228"/>
                  <a:pt x="64608" y="455686"/>
                </a:cubicBezTo>
                <a:lnTo>
                  <a:pt x="53950" y="449399"/>
                </a:lnTo>
                <a:cubicBezTo>
                  <a:pt x="56064" y="445827"/>
                  <a:pt x="58236" y="442284"/>
                  <a:pt x="60465" y="438769"/>
                </a:cubicBezTo>
                <a:lnTo>
                  <a:pt x="70923" y="445399"/>
                </a:lnTo>
                <a:close/>
                <a:moveTo>
                  <a:pt x="42948" y="498091"/>
                </a:moveTo>
                <a:cubicBezTo>
                  <a:pt x="41348" y="501748"/>
                  <a:pt x="39834" y="505435"/>
                  <a:pt x="38376" y="509121"/>
                </a:cubicBezTo>
                <a:lnTo>
                  <a:pt x="26832" y="504549"/>
                </a:lnTo>
                <a:cubicBezTo>
                  <a:pt x="28375" y="500720"/>
                  <a:pt x="29947" y="496948"/>
                  <a:pt x="31575" y="493147"/>
                </a:cubicBezTo>
                <a:lnTo>
                  <a:pt x="42948" y="498091"/>
                </a:lnTo>
                <a:close/>
                <a:moveTo>
                  <a:pt x="23517" y="555012"/>
                </a:moveTo>
                <a:cubicBezTo>
                  <a:pt x="22517" y="558927"/>
                  <a:pt x="21603" y="562870"/>
                  <a:pt x="20717" y="566814"/>
                </a:cubicBezTo>
                <a:lnTo>
                  <a:pt x="8630" y="564185"/>
                </a:lnTo>
                <a:cubicBezTo>
                  <a:pt x="9515" y="560099"/>
                  <a:pt x="10487" y="556041"/>
                  <a:pt x="11487" y="551983"/>
                </a:cubicBezTo>
                <a:lnTo>
                  <a:pt x="23517" y="555012"/>
                </a:lnTo>
                <a:close/>
                <a:moveTo>
                  <a:pt x="13287" y="615334"/>
                </a:moveTo>
                <a:cubicBezTo>
                  <a:pt x="12916" y="619477"/>
                  <a:pt x="12602" y="623621"/>
                  <a:pt x="12344" y="627793"/>
                </a:cubicBezTo>
                <a:lnTo>
                  <a:pt x="0" y="627050"/>
                </a:lnTo>
                <a:cubicBezTo>
                  <a:pt x="257" y="622764"/>
                  <a:pt x="571" y="618477"/>
                  <a:pt x="943" y="614220"/>
                </a:cubicBezTo>
                <a:lnTo>
                  <a:pt x="13287" y="615334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0C27B-8819-4988-83C0-9B63BD42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646" y="3191885"/>
            <a:ext cx="43348" cy="43348"/>
          </a:xfrm>
          <a:custGeom xmlns:a="http://schemas.openxmlformats.org/drawingml/2006/main">
            <a:pathLst>
              <a:path w="43348" h="43348">
                <a:moveTo>
                  <a:pt x="21660" y="43348"/>
                </a:moveTo>
                <a:lnTo>
                  <a:pt x="0" y="0"/>
                </a:lnTo>
                <a:lnTo>
                  <a:pt x="21660" y="10830"/>
                </a:lnTo>
                <a:lnTo>
                  <a:pt x="43348" y="0"/>
                </a:lnTo>
                <a:lnTo>
                  <a:pt x="21660" y="43348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99D94-0D81-4657-B0D1-95334B44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646" y="3191885"/>
            <a:ext cx="43348" cy="43348"/>
          </a:xfrm>
          <a:custGeom xmlns:a="http://schemas.openxmlformats.org/drawingml/2006/main">
            <a:pathLst>
              <a:path w="43348" h="43348" fill="none">
                <a:moveTo>
                  <a:pt x="21660" y="43348"/>
                </a:moveTo>
                <a:lnTo>
                  <a:pt x="0" y="0"/>
                </a:lnTo>
                <a:lnTo>
                  <a:pt x="21660" y="10830"/>
                </a:lnTo>
                <a:lnTo>
                  <a:pt x="43348" y="0"/>
                </a:lnTo>
                <a:lnTo>
                  <a:pt x="21660" y="433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86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79DD3-8BE3-4C8C-A474-C64784AA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83" y="2423932"/>
            <a:ext cx="263233" cy="263204"/>
          </a:xfrm>
          <a:custGeom xmlns:a="http://schemas.openxmlformats.org/drawingml/2006/main">
            <a:pathLst>
              <a:path w="263233" h="263204">
                <a:moveTo>
                  <a:pt x="263233" y="131588"/>
                </a:moveTo>
                <a:cubicBezTo>
                  <a:pt x="263233" y="140246"/>
                  <a:pt x="262376" y="148790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11"/>
                </a:cubicBezTo>
                <a:cubicBezTo>
                  <a:pt x="236258" y="211912"/>
                  <a:pt x="230800" y="218542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175"/>
                </a:cubicBezTo>
                <a:cubicBezTo>
                  <a:pt x="173993" y="256489"/>
                  <a:pt x="165764" y="259004"/>
                  <a:pt x="157305" y="260690"/>
                </a:cubicBezTo>
                <a:cubicBezTo>
                  <a:pt x="148819" y="262376"/>
                  <a:pt x="140275" y="263204"/>
                  <a:pt x="131616" y="263204"/>
                </a:cubicBezTo>
                <a:cubicBezTo>
                  <a:pt x="122987" y="263204"/>
                  <a:pt x="114414" y="262376"/>
                  <a:pt x="105956" y="260690"/>
                </a:cubicBezTo>
                <a:cubicBezTo>
                  <a:pt x="97469" y="259004"/>
                  <a:pt x="89240" y="256489"/>
                  <a:pt x="81267" y="253175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76" y="224657"/>
                </a:cubicBezTo>
                <a:cubicBezTo>
                  <a:pt x="32433" y="218542"/>
                  <a:pt x="26975" y="211912"/>
                  <a:pt x="22203" y="204711"/>
                </a:cubicBezTo>
                <a:cubicBezTo>
                  <a:pt x="17402" y="197539"/>
                  <a:pt x="13345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790"/>
                  <a:pt x="0" y="140246"/>
                  <a:pt x="0" y="131588"/>
                </a:cubicBezTo>
                <a:cubicBezTo>
                  <a:pt x="0" y="122958"/>
                  <a:pt x="857" y="114386"/>
                  <a:pt x="2543" y="105928"/>
                </a:cubicBezTo>
                <a:cubicBezTo>
                  <a:pt x="4229" y="97441"/>
                  <a:pt x="6715" y="89211"/>
                  <a:pt x="10030" y="81239"/>
                </a:cubicBezTo>
                <a:cubicBezTo>
                  <a:pt x="13345" y="73266"/>
                  <a:pt x="17402" y="65665"/>
                  <a:pt x="22203" y="58493"/>
                </a:cubicBezTo>
                <a:cubicBezTo>
                  <a:pt x="26975" y="51292"/>
                  <a:pt x="32433" y="44663"/>
                  <a:pt x="38576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16"/>
                  <a:pt x="81267" y="10001"/>
                </a:cubicBezTo>
                <a:cubicBezTo>
                  <a:pt x="89240" y="6715"/>
                  <a:pt x="97469" y="4201"/>
                  <a:pt x="105956" y="2515"/>
                </a:cubicBezTo>
                <a:cubicBezTo>
                  <a:pt x="114414" y="829"/>
                  <a:pt x="122987" y="0"/>
                  <a:pt x="131616" y="0"/>
                </a:cubicBezTo>
                <a:cubicBezTo>
                  <a:pt x="140275" y="0"/>
                  <a:pt x="148819" y="829"/>
                  <a:pt x="157305" y="2515"/>
                </a:cubicBezTo>
                <a:cubicBezTo>
                  <a:pt x="165764" y="4201"/>
                  <a:pt x="173993" y="6715"/>
                  <a:pt x="181994" y="10001"/>
                </a:cubicBezTo>
                <a:cubicBezTo>
                  <a:pt x="189967" y="13316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800" y="44663"/>
                  <a:pt x="236258" y="51292"/>
                  <a:pt x="241030" y="58493"/>
                </a:cubicBezTo>
                <a:cubicBezTo>
                  <a:pt x="245831" y="65665"/>
                  <a:pt x="249888" y="73266"/>
                  <a:pt x="253203" y="81239"/>
                </a:cubicBezTo>
                <a:cubicBezTo>
                  <a:pt x="256518" y="89211"/>
                  <a:pt x="259004" y="97441"/>
                  <a:pt x="260690" y="105928"/>
                </a:cubicBezTo>
                <a:cubicBezTo>
                  <a:pt x="262376" y="114386"/>
                  <a:pt x="263233" y="122958"/>
                  <a:pt x="263233" y="131588"/>
                </a:cubicBezTo>
              </a:path>
            </a:pathLst>
          </a:custGeom>
          <a:solidFill xmlns:a="http://schemas.openxmlformats.org/drawingml/2006/main">
            <a:srgbClr val="FFF2CC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ADCA6-F8A9-4F78-8145-13BA1174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83" y="2423932"/>
            <a:ext cx="263233" cy="263204"/>
          </a:xfrm>
          <a:custGeom xmlns:a="http://schemas.openxmlformats.org/drawingml/2006/main">
            <a:pathLst>
              <a:path w="263233" h="263204" fill="none">
                <a:moveTo>
                  <a:pt x="263233" y="131588"/>
                </a:moveTo>
                <a:cubicBezTo>
                  <a:pt x="263233" y="140246"/>
                  <a:pt x="262376" y="148790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11"/>
                </a:cubicBezTo>
                <a:cubicBezTo>
                  <a:pt x="236258" y="211912"/>
                  <a:pt x="230800" y="218542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175"/>
                </a:cubicBezTo>
                <a:cubicBezTo>
                  <a:pt x="173993" y="256489"/>
                  <a:pt x="165764" y="259004"/>
                  <a:pt x="157305" y="260690"/>
                </a:cubicBezTo>
                <a:cubicBezTo>
                  <a:pt x="148819" y="262376"/>
                  <a:pt x="140275" y="263204"/>
                  <a:pt x="131616" y="263204"/>
                </a:cubicBezTo>
                <a:cubicBezTo>
                  <a:pt x="122987" y="263204"/>
                  <a:pt x="114414" y="262376"/>
                  <a:pt x="105956" y="260690"/>
                </a:cubicBezTo>
                <a:cubicBezTo>
                  <a:pt x="97469" y="259004"/>
                  <a:pt x="89240" y="256489"/>
                  <a:pt x="81267" y="253175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76" y="224657"/>
                </a:cubicBezTo>
                <a:cubicBezTo>
                  <a:pt x="32433" y="218542"/>
                  <a:pt x="26975" y="211912"/>
                  <a:pt x="22203" y="204711"/>
                </a:cubicBezTo>
                <a:cubicBezTo>
                  <a:pt x="17402" y="197539"/>
                  <a:pt x="13345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790"/>
                  <a:pt x="0" y="140246"/>
                  <a:pt x="0" y="131588"/>
                </a:cubicBezTo>
                <a:cubicBezTo>
                  <a:pt x="0" y="122958"/>
                  <a:pt x="857" y="114386"/>
                  <a:pt x="2543" y="105928"/>
                </a:cubicBezTo>
                <a:cubicBezTo>
                  <a:pt x="4229" y="97441"/>
                  <a:pt x="6715" y="89211"/>
                  <a:pt x="10030" y="81239"/>
                </a:cubicBezTo>
                <a:cubicBezTo>
                  <a:pt x="13345" y="73266"/>
                  <a:pt x="17402" y="65665"/>
                  <a:pt x="22203" y="58493"/>
                </a:cubicBezTo>
                <a:cubicBezTo>
                  <a:pt x="26975" y="51292"/>
                  <a:pt x="32433" y="44663"/>
                  <a:pt x="38576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16"/>
                  <a:pt x="81267" y="10001"/>
                </a:cubicBezTo>
                <a:cubicBezTo>
                  <a:pt x="89240" y="6715"/>
                  <a:pt x="97469" y="4201"/>
                  <a:pt x="105956" y="2515"/>
                </a:cubicBezTo>
                <a:cubicBezTo>
                  <a:pt x="114414" y="829"/>
                  <a:pt x="122987" y="0"/>
                  <a:pt x="131616" y="0"/>
                </a:cubicBezTo>
                <a:cubicBezTo>
                  <a:pt x="140275" y="0"/>
                  <a:pt x="148819" y="829"/>
                  <a:pt x="157305" y="2515"/>
                </a:cubicBezTo>
                <a:cubicBezTo>
                  <a:pt x="165764" y="4201"/>
                  <a:pt x="173993" y="6715"/>
                  <a:pt x="181994" y="10001"/>
                </a:cubicBezTo>
                <a:cubicBezTo>
                  <a:pt x="189967" y="13316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800" y="44663"/>
                  <a:pt x="236258" y="51292"/>
                  <a:pt x="241030" y="58493"/>
                </a:cubicBezTo>
                <a:cubicBezTo>
                  <a:pt x="245831" y="65665"/>
                  <a:pt x="249888" y="73266"/>
                  <a:pt x="253203" y="81239"/>
                </a:cubicBezTo>
                <a:cubicBezTo>
                  <a:pt x="256518" y="89211"/>
                  <a:pt x="259004" y="97441"/>
                  <a:pt x="260690" y="105928"/>
                </a:cubicBezTo>
                <a:cubicBezTo>
                  <a:pt x="262376" y="114386"/>
                  <a:pt x="263233" y="122958"/>
                  <a:pt x="263233" y="131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>
                <a:alpha val="50000"/>
              </a:srgbClr>
            </a:solidFill>
            <a:miter/>
          </a:ln>
        </p:spPr>
      </p:sp>
      <p:sp>
        <p:nvSpPr>
          <p:cNvPr id="133" name="Text 10">
            <a:extLst xmlns:a="http://schemas.openxmlformats.org/drawingml/2006/main">
              <a:ext uri="{FF2B5EF4-FFF2-40B4-BE49-F238E27FC236}">
                <a16:creationId xmlns:a16="http://schemas.microsoft.com/office/drawing/2014/main" id="{8F17A0DB-87FD-4EDB-AA63-9C7767FF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43" y="2479453"/>
            <a:ext cx="180196" cy="141192"/>
          </a:xfrm>
          <a:custGeom xmlns:a="http://schemas.openxmlformats.org/drawingml/2006/main">
            <a:pathLst>
              <a:path w="180196" h="141192">
                <a:moveTo>
                  <a:pt x="60541" y="138017"/>
                </a:moveTo>
                <a:lnTo>
                  <a:pt x="12066" y="138017"/>
                </a:lnTo>
                <a:cubicBezTo>
                  <a:pt x="11995" y="137368"/>
                  <a:pt x="11960" y="136827"/>
                  <a:pt x="11960" y="136393"/>
                </a:cubicBezTo>
                <a:cubicBezTo>
                  <a:pt x="11960" y="135167"/>
                  <a:pt x="12207" y="134320"/>
                  <a:pt x="12701" y="133852"/>
                </a:cubicBezTo>
                <a:cubicBezTo>
                  <a:pt x="13195" y="133383"/>
                  <a:pt x="14747" y="132901"/>
                  <a:pt x="17358" y="132407"/>
                </a:cubicBezTo>
                <a:cubicBezTo>
                  <a:pt x="21450" y="131558"/>
                  <a:pt x="24767" y="130534"/>
                  <a:pt x="27307" y="129334"/>
                </a:cubicBezTo>
                <a:cubicBezTo>
                  <a:pt x="28013" y="127780"/>
                  <a:pt x="28365" y="126332"/>
                  <a:pt x="28365" y="124992"/>
                </a:cubicBezTo>
                <a:lnTo>
                  <a:pt x="28365" y="118423"/>
                </a:lnTo>
                <a:cubicBezTo>
                  <a:pt x="28365" y="117647"/>
                  <a:pt x="28471" y="114080"/>
                  <a:pt x="28683" y="107723"/>
                </a:cubicBezTo>
                <a:cubicBezTo>
                  <a:pt x="28753" y="105322"/>
                  <a:pt x="28824" y="94939"/>
                  <a:pt x="28895" y="76576"/>
                </a:cubicBezTo>
                <a:lnTo>
                  <a:pt x="29106" y="51683"/>
                </a:lnTo>
                <a:lnTo>
                  <a:pt x="28895" y="37170"/>
                </a:lnTo>
                <a:cubicBezTo>
                  <a:pt x="28895" y="35051"/>
                  <a:pt x="28965" y="28376"/>
                  <a:pt x="29106" y="17146"/>
                </a:cubicBezTo>
                <a:cubicBezTo>
                  <a:pt x="13089" y="28577"/>
                  <a:pt x="4304" y="34292"/>
                  <a:pt x="2752" y="34292"/>
                </a:cubicBezTo>
                <a:cubicBezTo>
                  <a:pt x="2187" y="34292"/>
                  <a:pt x="1588" y="33993"/>
                  <a:pt x="953" y="33393"/>
                </a:cubicBezTo>
                <a:cubicBezTo>
                  <a:pt x="318" y="32793"/>
                  <a:pt x="0" y="32211"/>
                  <a:pt x="0" y="31646"/>
                </a:cubicBezTo>
                <a:cubicBezTo>
                  <a:pt x="0" y="30941"/>
                  <a:pt x="247" y="30376"/>
                  <a:pt x="741" y="29953"/>
                </a:cubicBezTo>
                <a:cubicBezTo>
                  <a:pt x="1729" y="29036"/>
                  <a:pt x="4093" y="27519"/>
                  <a:pt x="7832" y="25402"/>
                </a:cubicBezTo>
                <a:cubicBezTo>
                  <a:pt x="8397" y="25120"/>
                  <a:pt x="10831" y="23214"/>
                  <a:pt x="15135" y="19686"/>
                </a:cubicBezTo>
                <a:cubicBezTo>
                  <a:pt x="21980" y="13971"/>
                  <a:pt x="26989" y="9490"/>
                  <a:pt x="30165" y="6245"/>
                </a:cubicBezTo>
                <a:cubicBezTo>
                  <a:pt x="33340" y="2999"/>
                  <a:pt x="35280" y="1164"/>
                  <a:pt x="35986" y="741"/>
                </a:cubicBezTo>
                <a:cubicBezTo>
                  <a:pt x="37397" y="670"/>
                  <a:pt x="38491" y="635"/>
                  <a:pt x="39267" y="635"/>
                </a:cubicBezTo>
                <a:cubicBezTo>
                  <a:pt x="41102" y="635"/>
                  <a:pt x="42248" y="936"/>
                  <a:pt x="42707" y="1538"/>
                </a:cubicBezTo>
                <a:cubicBezTo>
                  <a:pt x="43165" y="2138"/>
                  <a:pt x="43395" y="4312"/>
                  <a:pt x="43395" y="8060"/>
                </a:cubicBezTo>
                <a:lnTo>
                  <a:pt x="42654" y="102593"/>
                </a:lnTo>
                <a:lnTo>
                  <a:pt x="42654" y="111927"/>
                </a:lnTo>
                <a:cubicBezTo>
                  <a:pt x="42654" y="114191"/>
                  <a:pt x="42619" y="116474"/>
                  <a:pt x="42548" y="118773"/>
                </a:cubicBezTo>
                <a:cubicBezTo>
                  <a:pt x="42477" y="121071"/>
                  <a:pt x="42442" y="122750"/>
                  <a:pt x="42442" y="123811"/>
                </a:cubicBezTo>
                <a:cubicBezTo>
                  <a:pt x="42442" y="126358"/>
                  <a:pt x="42760" y="128019"/>
                  <a:pt x="43395" y="128795"/>
                </a:cubicBezTo>
                <a:cubicBezTo>
                  <a:pt x="43818" y="129291"/>
                  <a:pt x="45124" y="129929"/>
                  <a:pt x="47311" y="130707"/>
                </a:cubicBezTo>
                <a:lnTo>
                  <a:pt x="54508" y="132192"/>
                </a:lnTo>
                <a:cubicBezTo>
                  <a:pt x="57613" y="132970"/>
                  <a:pt x="59306" y="133501"/>
                  <a:pt x="59588" y="133783"/>
                </a:cubicBezTo>
                <a:cubicBezTo>
                  <a:pt x="60294" y="134403"/>
                  <a:pt x="60647" y="135366"/>
                  <a:pt x="60647" y="136674"/>
                </a:cubicBezTo>
                <a:lnTo>
                  <a:pt x="60541" y="138017"/>
                </a:lnTo>
                <a:close/>
                <a:moveTo>
                  <a:pt x="180196" y="71231"/>
                </a:moveTo>
                <a:cubicBezTo>
                  <a:pt x="180196" y="78499"/>
                  <a:pt x="179667" y="84955"/>
                  <a:pt x="178608" y="90600"/>
                </a:cubicBezTo>
                <a:cubicBezTo>
                  <a:pt x="176703" y="100337"/>
                  <a:pt x="174057" y="108487"/>
                  <a:pt x="170670" y="115049"/>
                </a:cubicBezTo>
                <a:cubicBezTo>
                  <a:pt x="167284" y="121611"/>
                  <a:pt x="163262" y="127150"/>
                  <a:pt x="158605" y="131666"/>
                </a:cubicBezTo>
                <a:cubicBezTo>
                  <a:pt x="155218" y="134982"/>
                  <a:pt x="151619" y="137399"/>
                  <a:pt x="147809" y="138916"/>
                </a:cubicBezTo>
                <a:cubicBezTo>
                  <a:pt x="143999" y="140433"/>
                  <a:pt x="140118" y="141192"/>
                  <a:pt x="136166" y="141192"/>
                </a:cubicBezTo>
                <a:cubicBezTo>
                  <a:pt x="129181" y="141192"/>
                  <a:pt x="122566" y="138863"/>
                  <a:pt x="116321" y="134206"/>
                </a:cubicBezTo>
                <a:cubicBezTo>
                  <a:pt x="110076" y="129549"/>
                  <a:pt x="104626" y="121858"/>
                  <a:pt x="99969" y="111133"/>
                </a:cubicBezTo>
                <a:cubicBezTo>
                  <a:pt x="95312" y="100408"/>
                  <a:pt x="92983" y="87777"/>
                  <a:pt x="92983" y="73242"/>
                </a:cubicBezTo>
                <a:cubicBezTo>
                  <a:pt x="92983" y="61882"/>
                  <a:pt x="94394" y="50980"/>
                  <a:pt x="97217" y="40537"/>
                </a:cubicBezTo>
                <a:cubicBezTo>
                  <a:pt x="100039" y="30094"/>
                  <a:pt x="103761" y="21997"/>
                  <a:pt x="108383" y="16247"/>
                </a:cubicBezTo>
                <a:cubicBezTo>
                  <a:pt x="113005" y="10496"/>
                  <a:pt x="117591" y="6350"/>
                  <a:pt x="122142" y="3810"/>
                </a:cubicBezTo>
                <a:cubicBezTo>
                  <a:pt x="126694" y="1270"/>
                  <a:pt x="131650" y="0"/>
                  <a:pt x="137013" y="0"/>
                </a:cubicBezTo>
                <a:cubicBezTo>
                  <a:pt x="144563" y="0"/>
                  <a:pt x="151884" y="2964"/>
                  <a:pt x="158975" y="8891"/>
                </a:cubicBezTo>
                <a:cubicBezTo>
                  <a:pt x="166066" y="14818"/>
                  <a:pt x="171729" y="24026"/>
                  <a:pt x="175962" y="36515"/>
                </a:cubicBezTo>
                <a:cubicBezTo>
                  <a:pt x="178785" y="44912"/>
                  <a:pt x="180196" y="56484"/>
                  <a:pt x="180196" y="71231"/>
                </a:cubicBezTo>
                <a:moveTo>
                  <a:pt x="164320" y="67593"/>
                </a:moveTo>
                <a:cubicBezTo>
                  <a:pt x="164249" y="50303"/>
                  <a:pt x="163614" y="38567"/>
                  <a:pt x="162415" y="32384"/>
                </a:cubicBezTo>
                <a:cubicBezTo>
                  <a:pt x="160439" y="22192"/>
                  <a:pt x="157211" y="15059"/>
                  <a:pt x="152730" y="10984"/>
                </a:cubicBezTo>
                <a:cubicBezTo>
                  <a:pt x="148250" y="6907"/>
                  <a:pt x="143011" y="4869"/>
                  <a:pt x="137013" y="4869"/>
                </a:cubicBezTo>
                <a:cubicBezTo>
                  <a:pt x="132003" y="4869"/>
                  <a:pt x="127258" y="6485"/>
                  <a:pt x="122777" y="9718"/>
                </a:cubicBezTo>
                <a:cubicBezTo>
                  <a:pt x="118297" y="12950"/>
                  <a:pt x="115210" y="18011"/>
                  <a:pt x="113516" y="24899"/>
                </a:cubicBezTo>
                <a:cubicBezTo>
                  <a:pt x="110623" y="36072"/>
                  <a:pt x="109177" y="53009"/>
                  <a:pt x="109177" y="75709"/>
                </a:cubicBezTo>
                <a:cubicBezTo>
                  <a:pt x="109177" y="98198"/>
                  <a:pt x="111417" y="113923"/>
                  <a:pt x="115898" y="122885"/>
                </a:cubicBezTo>
                <a:cubicBezTo>
                  <a:pt x="120378" y="131844"/>
                  <a:pt x="127099" y="136323"/>
                  <a:pt x="136060" y="136323"/>
                </a:cubicBezTo>
                <a:cubicBezTo>
                  <a:pt x="142199" y="136323"/>
                  <a:pt x="147509" y="134426"/>
                  <a:pt x="151990" y="130631"/>
                </a:cubicBezTo>
                <a:cubicBezTo>
                  <a:pt x="156470" y="126836"/>
                  <a:pt x="159681" y="119791"/>
                  <a:pt x="161621" y="109496"/>
                </a:cubicBezTo>
                <a:cubicBezTo>
                  <a:pt x="163561" y="99198"/>
                  <a:pt x="164496" y="87655"/>
                  <a:pt x="164426" y="74866"/>
                </a:cubicBezTo>
                <a:lnTo>
                  <a:pt x="164320" y="67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AFA35-0ADC-48CF-B0E8-D43FA5BE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556" y="1804626"/>
            <a:ext cx="15488" cy="557355"/>
          </a:xfrm>
          <a:custGeom xmlns:a="http://schemas.openxmlformats.org/drawingml/2006/main">
            <a:pathLst>
              <a:path w="15488" h="557355">
                <a:moveTo>
                  <a:pt x="15488" y="0"/>
                </a:moveTo>
                <a:lnTo>
                  <a:pt x="15488" y="15459"/>
                </a:lnTo>
                <a:lnTo>
                  <a:pt x="0" y="15459"/>
                </a:lnTo>
                <a:lnTo>
                  <a:pt x="0" y="0"/>
                </a:lnTo>
                <a:moveTo>
                  <a:pt x="15488" y="77381"/>
                </a:moveTo>
                <a:lnTo>
                  <a:pt x="15488" y="92869"/>
                </a:lnTo>
                <a:lnTo>
                  <a:pt x="0" y="92869"/>
                </a:lnTo>
                <a:lnTo>
                  <a:pt x="0" y="77381"/>
                </a:lnTo>
                <a:moveTo>
                  <a:pt x="15488" y="154819"/>
                </a:moveTo>
                <a:lnTo>
                  <a:pt x="15488" y="170307"/>
                </a:lnTo>
                <a:lnTo>
                  <a:pt x="0" y="170307"/>
                </a:lnTo>
                <a:lnTo>
                  <a:pt x="0" y="154819"/>
                </a:lnTo>
                <a:moveTo>
                  <a:pt x="15488" y="232229"/>
                </a:moveTo>
                <a:lnTo>
                  <a:pt x="15488" y="247717"/>
                </a:lnTo>
                <a:lnTo>
                  <a:pt x="0" y="247717"/>
                </a:lnTo>
                <a:lnTo>
                  <a:pt x="0" y="232229"/>
                </a:lnTo>
                <a:moveTo>
                  <a:pt x="15488" y="309639"/>
                </a:moveTo>
                <a:lnTo>
                  <a:pt x="15488" y="325126"/>
                </a:lnTo>
                <a:lnTo>
                  <a:pt x="0" y="325126"/>
                </a:lnTo>
                <a:lnTo>
                  <a:pt x="0" y="309639"/>
                </a:lnTo>
                <a:moveTo>
                  <a:pt x="15488" y="387048"/>
                </a:moveTo>
                <a:lnTo>
                  <a:pt x="15488" y="402536"/>
                </a:lnTo>
                <a:lnTo>
                  <a:pt x="0" y="402536"/>
                </a:lnTo>
                <a:lnTo>
                  <a:pt x="0" y="387048"/>
                </a:lnTo>
                <a:moveTo>
                  <a:pt x="15488" y="464487"/>
                </a:moveTo>
                <a:lnTo>
                  <a:pt x="15488" y="479946"/>
                </a:lnTo>
                <a:lnTo>
                  <a:pt x="0" y="479946"/>
                </a:lnTo>
                <a:lnTo>
                  <a:pt x="0" y="464487"/>
                </a:lnTo>
                <a:moveTo>
                  <a:pt x="15488" y="541896"/>
                </a:moveTo>
                <a:lnTo>
                  <a:pt x="15488" y="557355"/>
                </a:lnTo>
                <a:lnTo>
                  <a:pt x="0" y="557355"/>
                </a:lnTo>
                <a:lnTo>
                  <a:pt x="0" y="541896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A655F-43FB-4E6A-BAE0-90FDCD89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068" y="2360152"/>
            <a:ext cx="46463" cy="46434"/>
          </a:xfrm>
          <a:custGeom xmlns:a="http://schemas.openxmlformats.org/drawingml/2006/main">
            <a:pathLst>
              <a:path w="46463" h="46434">
                <a:moveTo>
                  <a:pt x="23231" y="46434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34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07CA5-1028-4A84-B945-02BFADD1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068" y="2360152"/>
            <a:ext cx="46463" cy="46434"/>
          </a:xfrm>
          <a:custGeom xmlns:a="http://schemas.openxmlformats.org/drawingml/2006/main">
            <a:pathLst>
              <a:path w="46463" h="46434" fill="none">
                <a:moveTo>
                  <a:pt x="23231" y="46434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137" name="Text NoSummary">
            <a:extLst xmlns:a="http://schemas.openxmlformats.org/drawingml/2006/main">
              <a:ext uri="{FF2B5EF4-FFF2-40B4-BE49-F238E27FC236}">
                <a16:creationId xmlns:a16="http://schemas.microsoft.com/office/drawing/2014/main" id="{DA387E90-640D-4914-8D6A-E879105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61" y="3473518"/>
            <a:ext cx="971341" cy="165293"/>
          </a:xfrm>
          <a:custGeom xmlns:a="http://schemas.openxmlformats.org/drawingml/2006/main">
            <a:pathLst>
              <a:path w="971341" h="165293">
                <a:moveTo>
                  <a:pt x="91" y="8165"/>
                </a:moveTo>
                <a:lnTo>
                  <a:pt x="0" y="3810"/>
                </a:lnTo>
                <a:cubicBezTo>
                  <a:pt x="9374" y="3810"/>
                  <a:pt x="16239" y="3547"/>
                  <a:pt x="20594" y="3019"/>
                </a:cubicBezTo>
                <a:cubicBezTo>
                  <a:pt x="22287" y="2821"/>
                  <a:pt x="23466" y="2722"/>
                  <a:pt x="24132" y="2722"/>
                </a:cubicBezTo>
                <a:cubicBezTo>
                  <a:pt x="24676" y="2722"/>
                  <a:pt x="25493" y="2843"/>
                  <a:pt x="26581" y="3085"/>
                </a:cubicBezTo>
                <a:cubicBezTo>
                  <a:pt x="29121" y="5203"/>
                  <a:pt x="31480" y="7623"/>
                  <a:pt x="33657" y="10345"/>
                </a:cubicBezTo>
                <a:cubicBezTo>
                  <a:pt x="34141" y="10889"/>
                  <a:pt x="34686" y="11494"/>
                  <a:pt x="35290" y="12159"/>
                </a:cubicBezTo>
                <a:lnTo>
                  <a:pt x="54433" y="33309"/>
                </a:lnTo>
                <a:lnTo>
                  <a:pt x="57154" y="36575"/>
                </a:lnTo>
                <a:cubicBezTo>
                  <a:pt x="61025" y="41115"/>
                  <a:pt x="64548" y="44988"/>
                  <a:pt x="67723" y="48195"/>
                </a:cubicBezTo>
                <a:cubicBezTo>
                  <a:pt x="70898" y="51401"/>
                  <a:pt x="77083" y="58087"/>
                  <a:pt x="86276" y="68253"/>
                </a:cubicBezTo>
                <a:lnTo>
                  <a:pt x="107958" y="92306"/>
                </a:lnTo>
                <a:cubicBezTo>
                  <a:pt x="110075" y="94664"/>
                  <a:pt x="112796" y="97599"/>
                  <a:pt x="116123" y="101108"/>
                </a:cubicBezTo>
                <a:lnTo>
                  <a:pt x="116213" y="99654"/>
                </a:lnTo>
                <a:cubicBezTo>
                  <a:pt x="115851" y="91236"/>
                  <a:pt x="115669" y="86784"/>
                  <a:pt x="115669" y="86298"/>
                </a:cubicBezTo>
                <a:lnTo>
                  <a:pt x="116032" y="80849"/>
                </a:lnTo>
                <a:lnTo>
                  <a:pt x="115851" y="72307"/>
                </a:lnTo>
                <a:lnTo>
                  <a:pt x="115851" y="68401"/>
                </a:lnTo>
                <a:cubicBezTo>
                  <a:pt x="115851" y="65917"/>
                  <a:pt x="115639" y="58255"/>
                  <a:pt x="115216" y="45414"/>
                </a:cubicBezTo>
                <a:cubicBezTo>
                  <a:pt x="115155" y="43658"/>
                  <a:pt x="114913" y="40342"/>
                  <a:pt x="114490" y="35466"/>
                </a:cubicBezTo>
                <a:cubicBezTo>
                  <a:pt x="114066" y="30590"/>
                  <a:pt x="113855" y="26305"/>
                  <a:pt x="113855" y="22612"/>
                </a:cubicBezTo>
                <a:cubicBezTo>
                  <a:pt x="113855" y="15948"/>
                  <a:pt x="113462" y="12072"/>
                  <a:pt x="112675" y="10983"/>
                </a:cubicBezTo>
                <a:cubicBezTo>
                  <a:pt x="112131" y="10195"/>
                  <a:pt x="109561" y="9376"/>
                  <a:pt x="104964" y="8528"/>
                </a:cubicBezTo>
                <a:cubicBezTo>
                  <a:pt x="103875" y="8467"/>
                  <a:pt x="102182" y="8286"/>
                  <a:pt x="99884" y="7983"/>
                </a:cubicBezTo>
                <a:cubicBezTo>
                  <a:pt x="97162" y="7862"/>
                  <a:pt x="95559" y="7711"/>
                  <a:pt x="95075" y="7530"/>
                </a:cubicBezTo>
                <a:cubicBezTo>
                  <a:pt x="94592" y="7348"/>
                  <a:pt x="94108" y="6834"/>
                  <a:pt x="93624" y="5988"/>
                </a:cubicBezTo>
                <a:cubicBezTo>
                  <a:pt x="93745" y="5020"/>
                  <a:pt x="94017" y="4113"/>
                  <a:pt x="94440" y="3266"/>
                </a:cubicBezTo>
                <a:cubicBezTo>
                  <a:pt x="96073" y="2782"/>
                  <a:pt x="97676" y="2540"/>
                  <a:pt x="99249" y="2540"/>
                </a:cubicBezTo>
                <a:cubicBezTo>
                  <a:pt x="100942" y="2540"/>
                  <a:pt x="103044" y="2752"/>
                  <a:pt x="105554" y="3175"/>
                </a:cubicBezTo>
                <a:cubicBezTo>
                  <a:pt x="108064" y="3599"/>
                  <a:pt x="110317" y="3810"/>
                  <a:pt x="112312" y="3810"/>
                </a:cubicBezTo>
                <a:cubicBezTo>
                  <a:pt x="115095" y="3810"/>
                  <a:pt x="119419" y="3665"/>
                  <a:pt x="125286" y="3374"/>
                </a:cubicBezTo>
                <a:cubicBezTo>
                  <a:pt x="128612" y="3181"/>
                  <a:pt x="130910" y="3085"/>
                  <a:pt x="132180" y="3085"/>
                </a:cubicBezTo>
                <a:lnTo>
                  <a:pt x="133723" y="3085"/>
                </a:lnTo>
                <a:lnTo>
                  <a:pt x="133541" y="5988"/>
                </a:lnTo>
                <a:cubicBezTo>
                  <a:pt x="132573" y="6411"/>
                  <a:pt x="131243" y="6668"/>
                  <a:pt x="129549" y="6759"/>
                </a:cubicBezTo>
                <a:cubicBezTo>
                  <a:pt x="127856" y="6849"/>
                  <a:pt x="126283" y="7106"/>
                  <a:pt x="124832" y="7530"/>
                </a:cubicBezTo>
                <a:cubicBezTo>
                  <a:pt x="122655" y="8195"/>
                  <a:pt x="121354" y="8770"/>
                  <a:pt x="120931" y="9254"/>
                </a:cubicBezTo>
                <a:cubicBezTo>
                  <a:pt x="119479" y="10826"/>
                  <a:pt x="118754" y="12429"/>
                  <a:pt x="118754" y="14062"/>
                </a:cubicBezTo>
                <a:lnTo>
                  <a:pt x="119752" y="42730"/>
                </a:lnTo>
                <a:lnTo>
                  <a:pt x="120477" y="55884"/>
                </a:lnTo>
                <a:lnTo>
                  <a:pt x="120387" y="59694"/>
                </a:lnTo>
                <a:lnTo>
                  <a:pt x="120931" y="77929"/>
                </a:lnTo>
                <a:cubicBezTo>
                  <a:pt x="121294" y="90388"/>
                  <a:pt x="121475" y="101214"/>
                  <a:pt x="121475" y="110407"/>
                </a:cubicBezTo>
                <a:cubicBezTo>
                  <a:pt x="121475" y="112403"/>
                  <a:pt x="121354" y="116728"/>
                  <a:pt x="121112" y="123380"/>
                </a:cubicBezTo>
                <a:lnTo>
                  <a:pt x="116848" y="123743"/>
                </a:lnTo>
                <a:cubicBezTo>
                  <a:pt x="114732" y="121316"/>
                  <a:pt x="107444" y="113671"/>
                  <a:pt x="94985" y="100808"/>
                </a:cubicBezTo>
                <a:cubicBezTo>
                  <a:pt x="92082" y="97835"/>
                  <a:pt x="90116" y="95742"/>
                  <a:pt x="89088" y="94528"/>
                </a:cubicBezTo>
                <a:lnTo>
                  <a:pt x="81286" y="85519"/>
                </a:lnTo>
                <a:cubicBezTo>
                  <a:pt x="78262" y="82183"/>
                  <a:pt x="76296" y="80060"/>
                  <a:pt x="75389" y="79151"/>
                </a:cubicBezTo>
                <a:cubicBezTo>
                  <a:pt x="74482" y="78240"/>
                  <a:pt x="73817" y="77572"/>
                  <a:pt x="73393" y="77147"/>
                </a:cubicBezTo>
                <a:cubicBezTo>
                  <a:pt x="66801" y="69623"/>
                  <a:pt x="58243" y="60219"/>
                  <a:pt x="47719" y="48935"/>
                </a:cubicBezTo>
                <a:cubicBezTo>
                  <a:pt x="44877" y="45902"/>
                  <a:pt x="40703" y="41169"/>
                  <a:pt x="35200" y="34738"/>
                </a:cubicBezTo>
                <a:cubicBezTo>
                  <a:pt x="31752" y="30672"/>
                  <a:pt x="29575" y="28185"/>
                  <a:pt x="28668" y="27276"/>
                </a:cubicBezTo>
                <a:cubicBezTo>
                  <a:pt x="27761" y="26365"/>
                  <a:pt x="26521" y="25333"/>
                  <a:pt x="24948" y="24180"/>
                </a:cubicBezTo>
                <a:lnTo>
                  <a:pt x="24676" y="27264"/>
                </a:lnTo>
                <a:cubicBezTo>
                  <a:pt x="24676" y="39064"/>
                  <a:pt x="24978" y="55341"/>
                  <a:pt x="25583" y="76095"/>
                </a:cubicBezTo>
                <a:lnTo>
                  <a:pt x="26218" y="106138"/>
                </a:lnTo>
                <a:cubicBezTo>
                  <a:pt x="26279" y="108680"/>
                  <a:pt x="26430" y="111130"/>
                  <a:pt x="26672" y="113489"/>
                </a:cubicBezTo>
                <a:lnTo>
                  <a:pt x="29847" y="114218"/>
                </a:lnTo>
                <a:cubicBezTo>
                  <a:pt x="35593" y="114762"/>
                  <a:pt x="41248" y="115578"/>
                  <a:pt x="46812" y="116667"/>
                </a:cubicBezTo>
                <a:cubicBezTo>
                  <a:pt x="47235" y="117030"/>
                  <a:pt x="47598" y="117302"/>
                  <a:pt x="47901" y="117484"/>
                </a:cubicBezTo>
                <a:lnTo>
                  <a:pt x="47810" y="120931"/>
                </a:lnTo>
                <a:cubicBezTo>
                  <a:pt x="46842" y="121233"/>
                  <a:pt x="46056" y="121385"/>
                  <a:pt x="45451" y="121385"/>
                </a:cubicBezTo>
                <a:cubicBezTo>
                  <a:pt x="44786" y="121385"/>
                  <a:pt x="43969" y="121336"/>
                  <a:pt x="43002" y="121240"/>
                </a:cubicBezTo>
                <a:cubicBezTo>
                  <a:pt x="37014" y="120852"/>
                  <a:pt x="29726" y="120659"/>
                  <a:pt x="21138" y="120659"/>
                </a:cubicBezTo>
                <a:cubicBezTo>
                  <a:pt x="15090" y="120659"/>
                  <a:pt x="9768" y="120810"/>
                  <a:pt x="5171" y="121112"/>
                </a:cubicBezTo>
                <a:lnTo>
                  <a:pt x="3901" y="121203"/>
                </a:lnTo>
                <a:cubicBezTo>
                  <a:pt x="3357" y="121203"/>
                  <a:pt x="2570" y="121143"/>
                  <a:pt x="1542" y="121022"/>
                </a:cubicBezTo>
                <a:lnTo>
                  <a:pt x="1452" y="118430"/>
                </a:lnTo>
                <a:lnTo>
                  <a:pt x="3810" y="117393"/>
                </a:lnTo>
                <a:lnTo>
                  <a:pt x="8074" y="116755"/>
                </a:lnTo>
                <a:cubicBezTo>
                  <a:pt x="11884" y="116209"/>
                  <a:pt x="14667" y="115601"/>
                  <a:pt x="16420" y="114932"/>
                </a:cubicBezTo>
                <a:cubicBezTo>
                  <a:pt x="17570" y="114507"/>
                  <a:pt x="18507" y="113870"/>
                  <a:pt x="19233" y="113021"/>
                </a:cubicBezTo>
                <a:cubicBezTo>
                  <a:pt x="19898" y="108829"/>
                  <a:pt x="20231" y="102695"/>
                  <a:pt x="20231" y="94619"/>
                </a:cubicBezTo>
                <a:cubicBezTo>
                  <a:pt x="20231" y="90852"/>
                  <a:pt x="20140" y="83958"/>
                  <a:pt x="19959" y="73938"/>
                </a:cubicBezTo>
                <a:lnTo>
                  <a:pt x="19959" y="61548"/>
                </a:lnTo>
                <a:lnTo>
                  <a:pt x="19777" y="35676"/>
                </a:lnTo>
                <a:cubicBezTo>
                  <a:pt x="19656" y="24137"/>
                  <a:pt x="19263" y="17335"/>
                  <a:pt x="18598" y="15269"/>
                </a:cubicBezTo>
                <a:cubicBezTo>
                  <a:pt x="18235" y="14177"/>
                  <a:pt x="17479" y="13206"/>
                  <a:pt x="16330" y="12355"/>
                </a:cubicBezTo>
                <a:cubicBezTo>
                  <a:pt x="14031" y="10716"/>
                  <a:pt x="11023" y="9684"/>
                  <a:pt x="7303" y="9259"/>
                </a:cubicBezTo>
                <a:cubicBezTo>
                  <a:pt x="3583" y="8834"/>
                  <a:pt x="1179" y="8469"/>
                  <a:pt x="91" y="8165"/>
                </a:cubicBezTo>
                <a:close/>
                <a:moveTo>
                  <a:pt x="147513" y="82964"/>
                </a:moveTo>
                <a:cubicBezTo>
                  <a:pt x="147513" y="78846"/>
                  <a:pt x="148375" y="74440"/>
                  <a:pt x="150099" y="69747"/>
                </a:cubicBezTo>
                <a:cubicBezTo>
                  <a:pt x="151822" y="65054"/>
                  <a:pt x="154438" y="60846"/>
                  <a:pt x="157946" y="57123"/>
                </a:cubicBezTo>
                <a:cubicBezTo>
                  <a:pt x="161454" y="53400"/>
                  <a:pt x="165174" y="50630"/>
                  <a:pt x="169105" y="48813"/>
                </a:cubicBezTo>
                <a:cubicBezTo>
                  <a:pt x="174609" y="46270"/>
                  <a:pt x="181322" y="44998"/>
                  <a:pt x="189245" y="44998"/>
                </a:cubicBezTo>
                <a:cubicBezTo>
                  <a:pt x="200555" y="44998"/>
                  <a:pt x="210005" y="48873"/>
                  <a:pt x="217595" y="56624"/>
                </a:cubicBezTo>
                <a:cubicBezTo>
                  <a:pt x="225185" y="64375"/>
                  <a:pt x="228981" y="73699"/>
                  <a:pt x="228981" y="84597"/>
                </a:cubicBezTo>
                <a:cubicBezTo>
                  <a:pt x="228981" y="94287"/>
                  <a:pt x="225004" y="102932"/>
                  <a:pt x="217051" y="110532"/>
                </a:cubicBezTo>
                <a:cubicBezTo>
                  <a:pt x="209098" y="118130"/>
                  <a:pt x="199043" y="121929"/>
                  <a:pt x="186886" y="121929"/>
                </a:cubicBezTo>
                <a:cubicBezTo>
                  <a:pt x="179386" y="121929"/>
                  <a:pt x="172310" y="119961"/>
                  <a:pt x="165657" y="116026"/>
                </a:cubicBezTo>
                <a:cubicBezTo>
                  <a:pt x="160698" y="113059"/>
                  <a:pt x="156434" y="108668"/>
                  <a:pt x="152866" y="102855"/>
                </a:cubicBezTo>
                <a:cubicBezTo>
                  <a:pt x="149297" y="97041"/>
                  <a:pt x="147513" y="90411"/>
                  <a:pt x="147513" y="82964"/>
                </a:cubicBezTo>
                <a:moveTo>
                  <a:pt x="187612" y="118300"/>
                </a:moveTo>
                <a:cubicBezTo>
                  <a:pt x="192208" y="118300"/>
                  <a:pt x="196639" y="117062"/>
                  <a:pt x="200902" y="114586"/>
                </a:cubicBezTo>
                <a:cubicBezTo>
                  <a:pt x="205166" y="112108"/>
                  <a:pt x="208568" y="108136"/>
                  <a:pt x="211109" y="102671"/>
                </a:cubicBezTo>
                <a:cubicBezTo>
                  <a:pt x="213649" y="97205"/>
                  <a:pt x="214919" y="90878"/>
                  <a:pt x="214919" y="83690"/>
                </a:cubicBezTo>
                <a:cubicBezTo>
                  <a:pt x="214919" y="78978"/>
                  <a:pt x="213936" y="73512"/>
                  <a:pt x="211970" y="67292"/>
                </a:cubicBezTo>
                <a:cubicBezTo>
                  <a:pt x="210005" y="61070"/>
                  <a:pt x="206981" y="56404"/>
                  <a:pt x="202898" y="53293"/>
                </a:cubicBezTo>
                <a:cubicBezTo>
                  <a:pt x="198816" y="50182"/>
                  <a:pt x="194023" y="48626"/>
                  <a:pt x="188519" y="48626"/>
                </a:cubicBezTo>
                <a:cubicBezTo>
                  <a:pt x="184527" y="48626"/>
                  <a:pt x="180460" y="49563"/>
                  <a:pt x="176317" y="51436"/>
                </a:cubicBezTo>
                <a:cubicBezTo>
                  <a:pt x="172174" y="53307"/>
                  <a:pt x="168666" y="56901"/>
                  <a:pt x="165793" y="62218"/>
                </a:cubicBezTo>
                <a:cubicBezTo>
                  <a:pt x="162921" y="67532"/>
                  <a:pt x="161484" y="75082"/>
                  <a:pt x="161484" y="84867"/>
                </a:cubicBezTo>
                <a:cubicBezTo>
                  <a:pt x="161484" y="95861"/>
                  <a:pt x="163979" y="104182"/>
                  <a:pt x="168969" y="109829"/>
                </a:cubicBezTo>
                <a:cubicBezTo>
                  <a:pt x="173958" y="115476"/>
                  <a:pt x="180173" y="118300"/>
                  <a:pt x="187612" y="118300"/>
                </a:cubicBezTo>
                <a:close/>
                <a:moveTo>
                  <a:pt x="354219" y="7439"/>
                </a:moveTo>
                <a:cubicBezTo>
                  <a:pt x="354703" y="11431"/>
                  <a:pt x="354945" y="13729"/>
                  <a:pt x="354945" y="14334"/>
                </a:cubicBezTo>
                <a:lnTo>
                  <a:pt x="354582" y="22408"/>
                </a:lnTo>
                <a:cubicBezTo>
                  <a:pt x="354461" y="25855"/>
                  <a:pt x="354309" y="28063"/>
                  <a:pt x="354128" y="29031"/>
                </a:cubicBezTo>
                <a:cubicBezTo>
                  <a:pt x="353584" y="29273"/>
                  <a:pt x="353130" y="29394"/>
                  <a:pt x="352767" y="29394"/>
                </a:cubicBezTo>
                <a:lnTo>
                  <a:pt x="351951" y="29212"/>
                </a:lnTo>
                <a:cubicBezTo>
                  <a:pt x="350015" y="20745"/>
                  <a:pt x="346734" y="14576"/>
                  <a:pt x="342108" y="10705"/>
                </a:cubicBezTo>
                <a:cubicBezTo>
                  <a:pt x="337481" y="6834"/>
                  <a:pt x="331841" y="4899"/>
                  <a:pt x="325188" y="4899"/>
                </a:cubicBezTo>
                <a:cubicBezTo>
                  <a:pt x="318293" y="4899"/>
                  <a:pt x="312638" y="6836"/>
                  <a:pt x="308223" y="10711"/>
                </a:cubicBezTo>
                <a:cubicBezTo>
                  <a:pt x="303808" y="14585"/>
                  <a:pt x="301601" y="19096"/>
                  <a:pt x="301601" y="24242"/>
                </a:cubicBezTo>
                <a:cubicBezTo>
                  <a:pt x="301601" y="28177"/>
                  <a:pt x="303143" y="31780"/>
                  <a:pt x="306227" y="35049"/>
                </a:cubicBezTo>
                <a:cubicBezTo>
                  <a:pt x="309312" y="38319"/>
                  <a:pt x="317205" y="43249"/>
                  <a:pt x="329906" y="49840"/>
                </a:cubicBezTo>
                <a:cubicBezTo>
                  <a:pt x="339582" y="54905"/>
                  <a:pt x="346507" y="59023"/>
                  <a:pt x="350681" y="62195"/>
                </a:cubicBezTo>
                <a:cubicBezTo>
                  <a:pt x="354854" y="65364"/>
                  <a:pt x="357999" y="69033"/>
                  <a:pt x="360116" y="73200"/>
                </a:cubicBezTo>
                <a:cubicBezTo>
                  <a:pt x="362232" y="77366"/>
                  <a:pt x="363291" y="82015"/>
                  <a:pt x="363291" y="87149"/>
                </a:cubicBezTo>
                <a:cubicBezTo>
                  <a:pt x="363291" y="93609"/>
                  <a:pt x="361613" y="99678"/>
                  <a:pt x="358256" y="105355"/>
                </a:cubicBezTo>
                <a:cubicBezTo>
                  <a:pt x="354899" y="111031"/>
                  <a:pt x="350378" y="115303"/>
                  <a:pt x="344693" y="118172"/>
                </a:cubicBezTo>
                <a:cubicBezTo>
                  <a:pt x="339008" y="121040"/>
                  <a:pt x="331478" y="122473"/>
                  <a:pt x="322104" y="122473"/>
                </a:cubicBezTo>
                <a:cubicBezTo>
                  <a:pt x="313939" y="122473"/>
                  <a:pt x="306106" y="121163"/>
                  <a:pt x="298607" y="118544"/>
                </a:cubicBezTo>
                <a:cubicBezTo>
                  <a:pt x="294192" y="116960"/>
                  <a:pt x="291500" y="115680"/>
                  <a:pt x="290533" y="114705"/>
                </a:cubicBezTo>
                <a:cubicBezTo>
                  <a:pt x="289565" y="113730"/>
                  <a:pt x="289081" y="112701"/>
                  <a:pt x="289081" y="111618"/>
                </a:cubicBezTo>
                <a:cubicBezTo>
                  <a:pt x="289081" y="110956"/>
                  <a:pt x="289142" y="110115"/>
                  <a:pt x="289263" y="109095"/>
                </a:cubicBezTo>
                <a:cubicBezTo>
                  <a:pt x="290109" y="101998"/>
                  <a:pt x="290563" y="96165"/>
                  <a:pt x="290623" y="91597"/>
                </a:cubicBezTo>
                <a:cubicBezTo>
                  <a:pt x="290744" y="88769"/>
                  <a:pt x="290956" y="87116"/>
                  <a:pt x="291258" y="86636"/>
                </a:cubicBezTo>
                <a:cubicBezTo>
                  <a:pt x="291500" y="86214"/>
                  <a:pt x="291954" y="86003"/>
                  <a:pt x="292619" y="86003"/>
                </a:cubicBezTo>
                <a:cubicBezTo>
                  <a:pt x="293164" y="86003"/>
                  <a:pt x="293602" y="86199"/>
                  <a:pt x="293935" y="86590"/>
                </a:cubicBezTo>
                <a:cubicBezTo>
                  <a:pt x="294267" y="86981"/>
                  <a:pt x="294494" y="87718"/>
                  <a:pt x="294615" y="88799"/>
                </a:cubicBezTo>
                <a:cubicBezTo>
                  <a:pt x="295280" y="96196"/>
                  <a:pt x="298728" y="102811"/>
                  <a:pt x="304957" y="108644"/>
                </a:cubicBezTo>
                <a:cubicBezTo>
                  <a:pt x="311126" y="114477"/>
                  <a:pt x="318112" y="117393"/>
                  <a:pt x="325914" y="117393"/>
                </a:cubicBezTo>
                <a:cubicBezTo>
                  <a:pt x="330692" y="117393"/>
                  <a:pt x="335092" y="116397"/>
                  <a:pt x="339114" y="114405"/>
                </a:cubicBezTo>
                <a:cubicBezTo>
                  <a:pt x="343136" y="112411"/>
                  <a:pt x="346281" y="109527"/>
                  <a:pt x="348549" y="105752"/>
                </a:cubicBezTo>
                <a:cubicBezTo>
                  <a:pt x="350817" y="101976"/>
                  <a:pt x="351951" y="98306"/>
                  <a:pt x="351951" y="94744"/>
                </a:cubicBezTo>
                <a:cubicBezTo>
                  <a:pt x="351951" y="89851"/>
                  <a:pt x="350227" y="85381"/>
                  <a:pt x="346780" y="81334"/>
                </a:cubicBezTo>
                <a:cubicBezTo>
                  <a:pt x="343332" y="77288"/>
                  <a:pt x="336407" y="72556"/>
                  <a:pt x="326005" y="67139"/>
                </a:cubicBezTo>
                <a:cubicBezTo>
                  <a:pt x="315602" y="61720"/>
                  <a:pt x="308828" y="57770"/>
                  <a:pt x="305683" y="55289"/>
                </a:cubicBezTo>
                <a:cubicBezTo>
                  <a:pt x="300603" y="51235"/>
                  <a:pt x="296792" y="46938"/>
                  <a:pt x="294252" y="42398"/>
                </a:cubicBezTo>
                <a:cubicBezTo>
                  <a:pt x="292377" y="38886"/>
                  <a:pt x="291440" y="34801"/>
                  <a:pt x="291440" y="30142"/>
                </a:cubicBezTo>
                <a:cubicBezTo>
                  <a:pt x="291440" y="21728"/>
                  <a:pt x="294766" y="14600"/>
                  <a:pt x="301419" y="8760"/>
                </a:cubicBezTo>
                <a:cubicBezTo>
                  <a:pt x="308072" y="2920"/>
                  <a:pt x="316993" y="0"/>
                  <a:pt x="328182" y="0"/>
                </a:cubicBezTo>
                <a:cubicBezTo>
                  <a:pt x="334351" y="0"/>
                  <a:pt x="339673" y="696"/>
                  <a:pt x="344149" y="2087"/>
                </a:cubicBezTo>
                <a:cubicBezTo>
                  <a:pt x="347415" y="3175"/>
                  <a:pt x="350771" y="4959"/>
                  <a:pt x="354219" y="7439"/>
                </a:cubicBezTo>
                <a:close/>
                <a:moveTo>
                  <a:pt x="374086" y="48082"/>
                </a:moveTo>
                <a:lnTo>
                  <a:pt x="380890" y="48082"/>
                </a:lnTo>
                <a:lnTo>
                  <a:pt x="383884" y="48264"/>
                </a:lnTo>
                <a:lnTo>
                  <a:pt x="386243" y="48082"/>
                </a:lnTo>
                <a:cubicBezTo>
                  <a:pt x="392472" y="48082"/>
                  <a:pt x="396343" y="48143"/>
                  <a:pt x="397855" y="48264"/>
                </a:cubicBezTo>
                <a:lnTo>
                  <a:pt x="397946" y="49993"/>
                </a:lnTo>
                <a:cubicBezTo>
                  <a:pt x="397946" y="58545"/>
                  <a:pt x="397825" y="66824"/>
                  <a:pt x="397583" y="74831"/>
                </a:cubicBezTo>
                <a:cubicBezTo>
                  <a:pt x="397402" y="79561"/>
                  <a:pt x="397311" y="82260"/>
                  <a:pt x="397311" y="82927"/>
                </a:cubicBezTo>
                <a:cubicBezTo>
                  <a:pt x="397311" y="93602"/>
                  <a:pt x="397659" y="100274"/>
                  <a:pt x="398354" y="102943"/>
                </a:cubicBezTo>
                <a:cubicBezTo>
                  <a:pt x="399050" y="105611"/>
                  <a:pt x="400683" y="107750"/>
                  <a:pt x="403253" y="109358"/>
                </a:cubicBezTo>
                <a:cubicBezTo>
                  <a:pt x="405823" y="110965"/>
                  <a:pt x="408923" y="111768"/>
                  <a:pt x="412552" y="111768"/>
                </a:cubicBezTo>
                <a:cubicBezTo>
                  <a:pt x="416967" y="111768"/>
                  <a:pt x="421186" y="110843"/>
                  <a:pt x="425208" y="108993"/>
                </a:cubicBezTo>
                <a:cubicBezTo>
                  <a:pt x="429229" y="107142"/>
                  <a:pt x="432662" y="104883"/>
                  <a:pt x="435504" y="102214"/>
                </a:cubicBezTo>
                <a:cubicBezTo>
                  <a:pt x="435807" y="99908"/>
                  <a:pt x="435958" y="97361"/>
                  <a:pt x="435958" y="94571"/>
                </a:cubicBezTo>
                <a:cubicBezTo>
                  <a:pt x="435958" y="85533"/>
                  <a:pt x="436049" y="79437"/>
                  <a:pt x="436230" y="76282"/>
                </a:cubicBezTo>
                <a:cubicBezTo>
                  <a:pt x="436291" y="74402"/>
                  <a:pt x="436321" y="72763"/>
                  <a:pt x="436321" y="71366"/>
                </a:cubicBezTo>
                <a:cubicBezTo>
                  <a:pt x="436321" y="61540"/>
                  <a:pt x="435837" y="55990"/>
                  <a:pt x="434869" y="54716"/>
                </a:cubicBezTo>
                <a:cubicBezTo>
                  <a:pt x="433902" y="53442"/>
                  <a:pt x="430212" y="52472"/>
                  <a:pt x="423801" y="51804"/>
                </a:cubicBezTo>
                <a:cubicBezTo>
                  <a:pt x="421685" y="51561"/>
                  <a:pt x="420142" y="51348"/>
                  <a:pt x="419175" y="51167"/>
                </a:cubicBezTo>
                <a:cubicBezTo>
                  <a:pt x="418691" y="50380"/>
                  <a:pt x="418449" y="49776"/>
                  <a:pt x="418449" y="49352"/>
                </a:cubicBezTo>
                <a:lnTo>
                  <a:pt x="418721" y="48354"/>
                </a:lnTo>
                <a:cubicBezTo>
                  <a:pt x="420293" y="48173"/>
                  <a:pt x="421836" y="48082"/>
                  <a:pt x="423348" y="48082"/>
                </a:cubicBezTo>
                <a:lnTo>
                  <a:pt x="437772" y="48264"/>
                </a:lnTo>
                <a:cubicBezTo>
                  <a:pt x="442913" y="48143"/>
                  <a:pt x="445635" y="48082"/>
                  <a:pt x="445937" y="48082"/>
                </a:cubicBezTo>
                <a:cubicBezTo>
                  <a:pt x="446603" y="48082"/>
                  <a:pt x="447238" y="48112"/>
                  <a:pt x="447842" y="48173"/>
                </a:cubicBezTo>
                <a:lnTo>
                  <a:pt x="448024" y="54804"/>
                </a:lnTo>
                <a:cubicBezTo>
                  <a:pt x="447600" y="64010"/>
                  <a:pt x="447359" y="75398"/>
                  <a:pt x="447298" y="88966"/>
                </a:cubicBezTo>
                <a:lnTo>
                  <a:pt x="447117" y="96323"/>
                </a:lnTo>
                <a:lnTo>
                  <a:pt x="447479" y="108681"/>
                </a:lnTo>
                <a:cubicBezTo>
                  <a:pt x="448024" y="109648"/>
                  <a:pt x="448508" y="110223"/>
                  <a:pt x="448931" y="110404"/>
                </a:cubicBezTo>
                <a:cubicBezTo>
                  <a:pt x="449657" y="110709"/>
                  <a:pt x="451139" y="110861"/>
                  <a:pt x="453376" y="110861"/>
                </a:cubicBezTo>
                <a:lnTo>
                  <a:pt x="454193" y="110861"/>
                </a:lnTo>
                <a:cubicBezTo>
                  <a:pt x="454979" y="110861"/>
                  <a:pt x="457217" y="111042"/>
                  <a:pt x="460906" y="111405"/>
                </a:cubicBezTo>
                <a:cubicBezTo>
                  <a:pt x="460967" y="112191"/>
                  <a:pt x="460997" y="112766"/>
                  <a:pt x="460997" y="113129"/>
                </a:cubicBezTo>
                <a:lnTo>
                  <a:pt x="460997" y="114127"/>
                </a:lnTo>
                <a:cubicBezTo>
                  <a:pt x="452893" y="115881"/>
                  <a:pt x="446330" y="117635"/>
                  <a:pt x="441310" y="119389"/>
                </a:cubicBezTo>
                <a:cubicBezTo>
                  <a:pt x="439315" y="120054"/>
                  <a:pt x="437621" y="120538"/>
                  <a:pt x="436230" y="120840"/>
                </a:cubicBezTo>
                <a:cubicBezTo>
                  <a:pt x="435928" y="118735"/>
                  <a:pt x="435776" y="117442"/>
                  <a:pt x="435776" y="116962"/>
                </a:cubicBezTo>
                <a:lnTo>
                  <a:pt x="435776" y="109653"/>
                </a:lnTo>
                <a:cubicBezTo>
                  <a:pt x="435776" y="109353"/>
                  <a:pt x="435746" y="108541"/>
                  <a:pt x="435686" y="107218"/>
                </a:cubicBezTo>
                <a:cubicBezTo>
                  <a:pt x="434900" y="107762"/>
                  <a:pt x="433992" y="108428"/>
                  <a:pt x="432964" y="109217"/>
                </a:cubicBezTo>
                <a:cubicBezTo>
                  <a:pt x="428186" y="112910"/>
                  <a:pt x="423136" y="116027"/>
                  <a:pt x="417814" y="118569"/>
                </a:cubicBezTo>
                <a:cubicBezTo>
                  <a:pt x="414245" y="120325"/>
                  <a:pt x="410798" y="121203"/>
                  <a:pt x="407472" y="121203"/>
                </a:cubicBezTo>
                <a:cubicBezTo>
                  <a:pt x="401121" y="121203"/>
                  <a:pt x="395950" y="118839"/>
                  <a:pt x="391958" y="114110"/>
                </a:cubicBezTo>
                <a:cubicBezTo>
                  <a:pt x="387906" y="109379"/>
                  <a:pt x="385880" y="101313"/>
                  <a:pt x="385880" y="89913"/>
                </a:cubicBezTo>
                <a:cubicBezTo>
                  <a:pt x="385880" y="89308"/>
                  <a:pt x="385910" y="88217"/>
                  <a:pt x="385971" y="86638"/>
                </a:cubicBezTo>
                <a:cubicBezTo>
                  <a:pt x="386213" y="83730"/>
                  <a:pt x="386334" y="81699"/>
                  <a:pt x="386334" y="80546"/>
                </a:cubicBezTo>
                <a:cubicBezTo>
                  <a:pt x="386334" y="80121"/>
                  <a:pt x="386303" y="78786"/>
                  <a:pt x="386243" y="76543"/>
                </a:cubicBezTo>
                <a:cubicBezTo>
                  <a:pt x="386182" y="75573"/>
                  <a:pt x="386152" y="74725"/>
                  <a:pt x="386152" y="73997"/>
                </a:cubicBezTo>
                <a:cubicBezTo>
                  <a:pt x="386152" y="73451"/>
                  <a:pt x="386182" y="72223"/>
                  <a:pt x="386243" y="70314"/>
                </a:cubicBezTo>
                <a:cubicBezTo>
                  <a:pt x="386303" y="68404"/>
                  <a:pt x="386334" y="67054"/>
                  <a:pt x="386334" y="66266"/>
                </a:cubicBezTo>
                <a:cubicBezTo>
                  <a:pt x="386334" y="65236"/>
                  <a:pt x="386303" y="64326"/>
                  <a:pt x="386243" y="63536"/>
                </a:cubicBezTo>
                <a:lnTo>
                  <a:pt x="386061" y="58716"/>
                </a:lnTo>
                <a:lnTo>
                  <a:pt x="386152" y="56170"/>
                </a:lnTo>
                <a:cubicBezTo>
                  <a:pt x="386152" y="55199"/>
                  <a:pt x="385668" y="54319"/>
                  <a:pt x="384701" y="53531"/>
                </a:cubicBezTo>
                <a:cubicBezTo>
                  <a:pt x="380890" y="52501"/>
                  <a:pt x="378396" y="51910"/>
                  <a:pt x="377216" y="51759"/>
                </a:cubicBezTo>
                <a:cubicBezTo>
                  <a:pt x="376037" y="51606"/>
                  <a:pt x="374994" y="51348"/>
                  <a:pt x="374086" y="50985"/>
                </a:cubicBezTo>
                <a:lnTo>
                  <a:pt x="374086" y="48082"/>
                </a:lnTo>
                <a:close/>
                <a:moveTo>
                  <a:pt x="465762" y="116213"/>
                </a:moveTo>
                <a:cubicBezTo>
                  <a:pt x="466729" y="115548"/>
                  <a:pt x="468060" y="115095"/>
                  <a:pt x="469753" y="114853"/>
                </a:cubicBezTo>
                <a:cubicBezTo>
                  <a:pt x="472173" y="114550"/>
                  <a:pt x="474047" y="114066"/>
                  <a:pt x="475378" y="113401"/>
                </a:cubicBezTo>
                <a:cubicBezTo>
                  <a:pt x="476467" y="112494"/>
                  <a:pt x="477192" y="111194"/>
                  <a:pt x="477555" y="109500"/>
                </a:cubicBezTo>
                <a:cubicBezTo>
                  <a:pt x="477979" y="107323"/>
                  <a:pt x="478190" y="99672"/>
                  <a:pt x="478190" y="86548"/>
                </a:cubicBezTo>
                <a:cubicBezTo>
                  <a:pt x="478190" y="73665"/>
                  <a:pt x="477797" y="65349"/>
                  <a:pt x="477011" y="61599"/>
                </a:cubicBezTo>
                <a:cubicBezTo>
                  <a:pt x="475680" y="60753"/>
                  <a:pt x="473957" y="60087"/>
                  <a:pt x="471840" y="59604"/>
                </a:cubicBezTo>
                <a:cubicBezTo>
                  <a:pt x="471175" y="59483"/>
                  <a:pt x="469784" y="59150"/>
                  <a:pt x="467667" y="58606"/>
                </a:cubicBezTo>
                <a:lnTo>
                  <a:pt x="467667" y="55612"/>
                </a:lnTo>
                <a:cubicBezTo>
                  <a:pt x="471235" y="54584"/>
                  <a:pt x="474123" y="53253"/>
                  <a:pt x="476331" y="51620"/>
                </a:cubicBezTo>
                <a:cubicBezTo>
                  <a:pt x="478538" y="49987"/>
                  <a:pt x="481607" y="46721"/>
                  <a:pt x="485539" y="41822"/>
                </a:cubicBezTo>
                <a:lnTo>
                  <a:pt x="486083" y="41822"/>
                </a:lnTo>
                <a:cubicBezTo>
                  <a:pt x="486446" y="41822"/>
                  <a:pt x="487021" y="41792"/>
                  <a:pt x="487807" y="41732"/>
                </a:cubicBezTo>
                <a:cubicBezTo>
                  <a:pt x="488291" y="41792"/>
                  <a:pt x="488684" y="41944"/>
                  <a:pt x="488986" y="42188"/>
                </a:cubicBezTo>
                <a:lnTo>
                  <a:pt x="488895" y="52593"/>
                </a:lnTo>
                <a:cubicBezTo>
                  <a:pt x="488895" y="54723"/>
                  <a:pt x="488956" y="57005"/>
                  <a:pt x="489077" y="59439"/>
                </a:cubicBezTo>
                <a:cubicBezTo>
                  <a:pt x="495548" y="53529"/>
                  <a:pt x="501354" y="49386"/>
                  <a:pt x="506495" y="47010"/>
                </a:cubicBezTo>
                <a:cubicBezTo>
                  <a:pt x="510003" y="45427"/>
                  <a:pt x="513965" y="44635"/>
                  <a:pt x="518380" y="44635"/>
                </a:cubicBezTo>
                <a:cubicBezTo>
                  <a:pt x="523641" y="44635"/>
                  <a:pt x="527815" y="45640"/>
                  <a:pt x="530899" y="47651"/>
                </a:cubicBezTo>
                <a:cubicBezTo>
                  <a:pt x="533984" y="49662"/>
                  <a:pt x="536917" y="53288"/>
                  <a:pt x="539699" y="58529"/>
                </a:cubicBezTo>
                <a:cubicBezTo>
                  <a:pt x="545082" y="53167"/>
                  <a:pt x="549966" y="49420"/>
                  <a:pt x="554351" y="47288"/>
                </a:cubicBezTo>
                <a:cubicBezTo>
                  <a:pt x="558735" y="45156"/>
                  <a:pt x="563166" y="44090"/>
                  <a:pt x="567641" y="44090"/>
                </a:cubicBezTo>
                <a:cubicBezTo>
                  <a:pt x="574415" y="44090"/>
                  <a:pt x="579979" y="46301"/>
                  <a:pt x="584334" y="50721"/>
                </a:cubicBezTo>
                <a:cubicBezTo>
                  <a:pt x="588628" y="55203"/>
                  <a:pt x="590835" y="61773"/>
                  <a:pt x="590956" y="70433"/>
                </a:cubicBezTo>
                <a:lnTo>
                  <a:pt x="590956" y="77972"/>
                </a:lnTo>
                <a:lnTo>
                  <a:pt x="591047" y="86239"/>
                </a:lnTo>
                <a:lnTo>
                  <a:pt x="590956" y="107493"/>
                </a:lnTo>
                <a:cubicBezTo>
                  <a:pt x="590896" y="109976"/>
                  <a:pt x="591440" y="111854"/>
                  <a:pt x="592589" y="113126"/>
                </a:cubicBezTo>
                <a:cubicBezTo>
                  <a:pt x="593073" y="113308"/>
                  <a:pt x="594918" y="113852"/>
                  <a:pt x="598123" y="114759"/>
                </a:cubicBezTo>
                <a:cubicBezTo>
                  <a:pt x="600119" y="115305"/>
                  <a:pt x="601299" y="115730"/>
                  <a:pt x="601661" y="116032"/>
                </a:cubicBezTo>
                <a:cubicBezTo>
                  <a:pt x="602024" y="116334"/>
                  <a:pt x="602206" y="116765"/>
                  <a:pt x="602206" y="117325"/>
                </a:cubicBezTo>
                <a:cubicBezTo>
                  <a:pt x="602206" y="118009"/>
                  <a:pt x="602024" y="118818"/>
                  <a:pt x="601661" y="119752"/>
                </a:cubicBezTo>
                <a:lnTo>
                  <a:pt x="601026" y="119752"/>
                </a:lnTo>
                <a:lnTo>
                  <a:pt x="591864" y="119117"/>
                </a:lnTo>
                <a:cubicBezTo>
                  <a:pt x="590775" y="119056"/>
                  <a:pt x="589051" y="119026"/>
                  <a:pt x="586693" y="119026"/>
                </a:cubicBezTo>
                <a:cubicBezTo>
                  <a:pt x="583789" y="119026"/>
                  <a:pt x="579737" y="119147"/>
                  <a:pt x="574536" y="119389"/>
                </a:cubicBezTo>
                <a:lnTo>
                  <a:pt x="569909" y="119389"/>
                </a:lnTo>
                <a:cubicBezTo>
                  <a:pt x="569244" y="119389"/>
                  <a:pt x="567944" y="119419"/>
                  <a:pt x="566008" y="119479"/>
                </a:cubicBezTo>
                <a:cubicBezTo>
                  <a:pt x="565948" y="118922"/>
                  <a:pt x="565917" y="118425"/>
                  <a:pt x="565917" y="117988"/>
                </a:cubicBezTo>
                <a:cubicBezTo>
                  <a:pt x="565917" y="117491"/>
                  <a:pt x="566129" y="116869"/>
                  <a:pt x="566552" y="116123"/>
                </a:cubicBezTo>
                <a:cubicBezTo>
                  <a:pt x="568185" y="115399"/>
                  <a:pt x="570423" y="114811"/>
                  <a:pt x="573266" y="114359"/>
                </a:cubicBezTo>
                <a:cubicBezTo>
                  <a:pt x="576108" y="113906"/>
                  <a:pt x="577877" y="113091"/>
                  <a:pt x="578573" y="111916"/>
                </a:cubicBezTo>
                <a:cubicBezTo>
                  <a:pt x="579269" y="110740"/>
                  <a:pt x="579616" y="106051"/>
                  <a:pt x="579616" y="97848"/>
                </a:cubicBezTo>
                <a:cubicBezTo>
                  <a:pt x="579616" y="80057"/>
                  <a:pt x="579405" y="69745"/>
                  <a:pt x="578981" y="66909"/>
                </a:cubicBezTo>
                <a:cubicBezTo>
                  <a:pt x="578255" y="62387"/>
                  <a:pt x="576335" y="58844"/>
                  <a:pt x="573220" y="56281"/>
                </a:cubicBezTo>
                <a:cubicBezTo>
                  <a:pt x="570106" y="53718"/>
                  <a:pt x="566190" y="52437"/>
                  <a:pt x="561472" y="52437"/>
                </a:cubicBezTo>
                <a:cubicBezTo>
                  <a:pt x="557843" y="52437"/>
                  <a:pt x="554305" y="53385"/>
                  <a:pt x="550858" y="55280"/>
                </a:cubicBezTo>
                <a:cubicBezTo>
                  <a:pt x="547410" y="57174"/>
                  <a:pt x="544023" y="60016"/>
                  <a:pt x="540697" y="63805"/>
                </a:cubicBezTo>
                <a:lnTo>
                  <a:pt x="540606" y="65985"/>
                </a:lnTo>
                <a:lnTo>
                  <a:pt x="540606" y="79883"/>
                </a:lnTo>
                <a:lnTo>
                  <a:pt x="540243" y="90693"/>
                </a:lnTo>
                <a:cubicBezTo>
                  <a:pt x="540243" y="101713"/>
                  <a:pt x="540349" y="107981"/>
                  <a:pt x="540561" y="109494"/>
                </a:cubicBezTo>
                <a:cubicBezTo>
                  <a:pt x="540773" y="111008"/>
                  <a:pt x="541287" y="112114"/>
                  <a:pt x="542103" y="112811"/>
                </a:cubicBezTo>
                <a:cubicBezTo>
                  <a:pt x="542920" y="113507"/>
                  <a:pt x="545294" y="114127"/>
                  <a:pt x="549225" y="114671"/>
                </a:cubicBezTo>
                <a:cubicBezTo>
                  <a:pt x="550979" y="114919"/>
                  <a:pt x="552340" y="115165"/>
                  <a:pt x="553307" y="115411"/>
                </a:cubicBezTo>
                <a:cubicBezTo>
                  <a:pt x="554033" y="116027"/>
                  <a:pt x="554396" y="116829"/>
                  <a:pt x="554396" y="117815"/>
                </a:cubicBezTo>
                <a:cubicBezTo>
                  <a:pt x="554396" y="118617"/>
                  <a:pt x="554124" y="119171"/>
                  <a:pt x="553579" y="119479"/>
                </a:cubicBezTo>
                <a:lnTo>
                  <a:pt x="552037" y="119479"/>
                </a:lnTo>
                <a:lnTo>
                  <a:pt x="547501" y="119389"/>
                </a:lnTo>
                <a:lnTo>
                  <a:pt x="521101" y="119389"/>
                </a:lnTo>
                <a:lnTo>
                  <a:pt x="513844" y="119479"/>
                </a:lnTo>
                <a:cubicBezTo>
                  <a:pt x="513723" y="118553"/>
                  <a:pt x="513662" y="117874"/>
                  <a:pt x="513662" y="117441"/>
                </a:cubicBezTo>
                <a:lnTo>
                  <a:pt x="513753" y="116330"/>
                </a:lnTo>
                <a:cubicBezTo>
                  <a:pt x="515083" y="115587"/>
                  <a:pt x="517563" y="114882"/>
                  <a:pt x="521192" y="114215"/>
                </a:cubicBezTo>
                <a:cubicBezTo>
                  <a:pt x="523067" y="113912"/>
                  <a:pt x="525002" y="113398"/>
                  <a:pt x="526998" y="112672"/>
                </a:cubicBezTo>
                <a:cubicBezTo>
                  <a:pt x="527361" y="112368"/>
                  <a:pt x="527633" y="111974"/>
                  <a:pt x="527815" y="111490"/>
                </a:cubicBezTo>
                <a:cubicBezTo>
                  <a:pt x="528117" y="110642"/>
                  <a:pt x="528329" y="108219"/>
                  <a:pt x="528450" y="104221"/>
                </a:cubicBezTo>
                <a:lnTo>
                  <a:pt x="528903" y="93683"/>
                </a:lnTo>
                <a:lnTo>
                  <a:pt x="528722" y="81782"/>
                </a:lnTo>
                <a:lnTo>
                  <a:pt x="528813" y="75148"/>
                </a:lnTo>
                <a:cubicBezTo>
                  <a:pt x="528813" y="67698"/>
                  <a:pt x="527301" y="62262"/>
                  <a:pt x="524277" y="58841"/>
                </a:cubicBezTo>
                <a:cubicBezTo>
                  <a:pt x="521253" y="55418"/>
                  <a:pt x="517442" y="53707"/>
                  <a:pt x="512846" y="53707"/>
                </a:cubicBezTo>
                <a:cubicBezTo>
                  <a:pt x="508552" y="53707"/>
                  <a:pt x="504242" y="54768"/>
                  <a:pt x="499918" y="56890"/>
                </a:cubicBezTo>
                <a:cubicBezTo>
                  <a:pt x="495594" y="59013"/>
                  <a:pt x="492010" y="61863"/>
                  <a:pt x="489168" y="65441"/>
                </a:cubicBezTo>
                <a:cubicBezTo>
                  <a:pt x="489107" y="67117"/>
                  <a:pt x="489077" y="68645"/>
                  <a:pt x="489077" y="70022"/>
                </a:cubicBezTo>
                <a:lnTo>
                  <a:pt x="489440" y="100213"/>
                </a:lnTo>
                <a:cubicBezTo>
                  <a:pt x="489500" y="106801"/>
                  <a:pt x="489878" y="110560"/>
                  <a:pt x="490574" y="111490"/>
                </a:cubicBezTo>
                <a:cubicBezTo>
                  <a:pt x="491269" y="112418"/>
                  <a:pt x="492827" y="113062"/>
                  <a:pt x="495246" y="113421"/>
                </a:cubicBezTo>
                <a:cubicBezTo>
                  <a:pt x="499117" y="113960"/>
                  <a:pt x="501627" y="114618"/>
                  <a:pt x="502776" y="115397"/>
                </a:cubicBezTo>
                <a:cubicBezTo>
                  <a:pt x="503320" y="115790"/>
                  <a:pt x="503592" y="116379"/>
                  <a:pt x="503592" y="117163"/>
                </a:cubicBezTo>
                <a:cubicBezTo>
                  <a:pt x="503592" y="117685"/>
                  <a:pt x="503562" y="118306"/>
                  <a:pt x="503501" y="119026"/>
                </a:cubicBezTo>
                <a:cubicBezTo>
                  <a:pt x="496607" y="118542"/>
                  <a:pt x="491980" y="118300"/>
                  <a:pt x="489621" y="118300"/>
                </a:cubicBezTo>
                <a:cubicBezTo>
                  <a:pt x="487202" y="118300"/>
                  <a:pt x="485025" y="118330"/>
                  <a:pt x="483089" y="118391"/>
                </a:cubicBezTo>
                <a:lnTo>
                  <a:pt x="478553" y="118663"/>
                </a:lnTo>
                <a:lnTo>
                  <a:pt x="475741" y="118663"/>
                </a:lnTo>
                <a:lnTo>
                  <a:pt x="465580" y="119026"/>
                </a:lnTo>
                <a:cubicBezTo>
                  <a:pt x="465459" y="118602"/>
                  <a:pt x="465399" y="118253"/>
                  <a:pt x="465399" y="117977"/>
                </a:cubicBezTo>
                <a:cubicBezTo>
                  <a:pt x="465399" y="117708"/>
                  <a:pt x="465520" y="117121"/>
                  <a:pt x="465762" y="116213"/>
                </a:cubicBezTo>
                <a:close/>
                <a:moveTo>
                  <a:pt x="609011" y="116213"/>
                </a:moveTo>
                <a:cubicBezTo>
                  <a:pt x="609978" y="115548"/>
                  <a:pt x="611309" y="115095"/>
                  <a:pt x="613002" y="114853"/>
                </a:cubicBezTo>
                <a:cubicBezTo>
                  <a:pt x="615422" y="114550"/>
                  <a:pt x="617296" y="114066"/>
                  <a:pt x="618627" y="113401"/>
                </a:cubicBezTo>
                <a:cubicBezTo>
                  <a:pt x="619716" y="112494"/>
                  <a:pt x="620441" y="111194"/>
                  <a:pt x="620804" y="109500"/>
                </a:cubicBezTo>
                <a:cubicBezTo>
                  <a:pt x="621228" y="107323"/>
                  <a:pt x="621439" y="99672"/>
                  <a:pt x="621439" y="86548"/>
                </a:cubicBezTo>
                <a:cubicBezTo>
                  <a:pt x="621439" y="73665"/>
                  <a:pt x="621046" y="65349"/>
                  <a:pt x="620260" y="61599"/>
                </a:cubicBezTo>
                <a:cubicBezTo>
                  <a:pt x="618929" y="60753"/>
                  <a:pt x="617206" y="60087"/>
                  <a:pt x="615089" y="59604"/>
                </a:cubicBezTo>
                <a:cubicBezTo>
                  <a:pt x="614424" y="59483"/>
                  <a:pt x="613033" y="59150"/>
                  <a:pt x="610916" y="58606"/>
                </a:cubicBezTo>
                <a:lnTo>
                  <a:pt x="610916" y="55612"/>
                </a:lnTo>
                <a:cubicBezTo>
                  <a:pt x="614484" y="54584"/>
                  <a:pt x="617372" y="53253"/>
                  <a:pt x="619580" y="51620"/>
                </a:cubicBezTo>
                <a:cubicBezTo>
                  <a:pt x="621787" y="49987"/>
                  <a:pt x="624857" y="46721"/>
                  <a:pt x="628788" y="41822"/>
                </a:cubicBezTo>
                <a:lnTo>
                  <a:pt x="629332" y="41822"/>
                </a:lnTo>
                <a:cubicBezTo>
                  <a:pt x="629695" y="41822"/>
                  <a:pt x="630270" y="41792"/>
                  <a:pt x="631056" y="41732"/>
                </a:cubicBezTo>
                <a:cubicBezTo>
                  <a:pt x="631540" y="41792"/>
                  <a:pt x="631933" y="41944"/>
                  <a:pt x="632235" y="42188"/>
                </a:cubicBezTo>
                <a:lnTo>
                  <a:pt x="632144" y="52593"/>
                </a:lnTo>
                <a:cubicBezTo>
                  <a:pt x="632144" y="54723"/>
                  <a:pt x="632205" y="57005"/>
                  <a:pt x="632326" y="59439"/>
                </a:cubicBezTo>
                <a:cubicBezTo>
                  <a:pt x="638797" y="53529"/>
                  <a:pt x="644603" y="49386"/>
                  <a:pt x="649744" y="47010"/>
                </a:cubicBezTo>
                <a:cubicBezTo>
                  <a:pt x="653252" y="45427"/>
                  <a:pt x="657214" y="44635"/>
                  <a:pt x="661629" y="44635"/>
                </a:cubicBezTo>
                <a:cubicBezTo>
                  <a:pt x="666891" y="44635"/>
                  <a:pt x="671064" y="45640"/>
                  <a:pt x="674148" y="47651"/>
                </a:cubicBezTo>
                <a:cubicBezTo>
                  <a:pt x="677233" y="49662"/>
                  <a:pt x="680166" y="53288"/>
                  <a:pt x="682948" y="58529"/>
                </a:cubicBezTo>
                <a:cubicBezTo>
                  <a:pt x="688331" y="53167"/>
                  <a:pt x="693215" y="49420"/>
                  <a:pt x="697600" y="47288"/>
                </a:cubicBezTo>
                <a:cubicBezTo>
                  <a:pt x="701984" y="45156"/>
                  <a:pt x="706415" y="44090"/>
                  <a:pt x="710890" y="44090"/>
                </a:cubicBezTo>
                <a:cubicBezTo>
                  <a:pt x="717664" y="44090"/>
                  <a:pt x="723228" y="46301"/>
                  <a:pt x="727583" y="50721"/>
                </a:cubicBezTo>
                <a:cubicBezTo>
                  <a:pt x="731877" y="55203"/>
                  <a:pt x="734084" y="61773"/>
                  <a:pt x="734205" y="70433"/>
                </a:cubicBezTo>
                <a:lnTo>
                  <a:pt x="734205" y="77972"/>
                </a:lnTo>
                <a:lnTo>
                  <a:pt x="734296" y="86239"/>
                </a:lnTo>
                <a:lnTo>
                  <a:pt x="734205" y="107493"/>
                </a:lnTo>
                <a:cubicBezTo>
                  <a:pt x="734145" y="109976"/>
                  <a:pt x="734689" y="111854"/>
                  <a:pt x="735838" y="113126"/>
                </a:cubicBezTo>
                <a:cubicBezTo>
                  <a:pt x="736322" y="113308"/>
                  <a:pt x="738167" y="113852"/>
                  <a:pt x="741372" y="114759"/>
                </a:cubicBezTo>
                <a:cubicBezTo>
                  <a:pt x="743368" y="115305"/>
                  <a:pt x="744548" y="115730"/>
                  <a:pt x="744911" y="116032"/>
                </a:cubicBezTo>
                <a:cubicBezTo>
                  <a:pt x="745273" y="116334"/>
                  <a:pt x="745455" y="116765"/>
                  <a:pt x="745455" y="117325"/>
                </a:cubicBezTo>
                <a:cubicBezTo>
                  <a:pt x="745455" y="118009"/>
                  <a:pt x="745273" y="118818"/>
                  <a:pt x="744911" y="119752"/>
                </a:cubicBezTo>
                <a:lnTo>
                  <a:pt x="744275" y="119752"/>
                </a:lnTo>
                <a:lnTo>
                  <a:pt x="735113" y="119117"/>
                </a:lnTo>
                <a:cubicBezTo>
                  <a:pt x="734024" y="119056"/>
                  <a:pt x="732300" y="119026"/>
                  <a:pt x="729942" y="119026"/>
                </a:cubicBezTo>
                <a:cubicBezTo>
                  <a:pt x="727038" y="119026"/>
                  <a:pt x="722986" y="119147"/>
                  <a:pt x="717785" y="119389"/>
                </a:cubicBezTo>
                <a:lnTo>
                  <a:pt x="713158" y="119389"/>
                </a:lnTo>
                <a:cubicBezTo>
                  <a:pt x="712493" y="119389"/>
                  <a:pt x="711193" y="119419"/>
                  <a:pt x="709257" y="119479"/>
                </a:cubicBezTo>
                <a:cubicBezTo>
                  <a:pt x="709197" y="118922"/>
                  <a:pt x="709166" y="118425"/>
                  <a:pt x="709166" y="117988"/>
                </a:cubicBezTo>
                <a:cubicBezTo>
                  <a:pt x="709166" y="117491"/>
                  <a:pt x="709378" y="116869"/>
                  <a:pt x="709802" y="116123"/>
                </a:cubicBezTo>
                <a:cubicBezTo>
                  <a:pt x="711435" y="115399"/>
                  <a:pt x="713672" y="114811"/>
                  <a:pt x="716515" y="114359"/>
                </a:cubicBezTo>
                <a:cubicBezTo>
                  <a:pt x="719357" y="113906"/>
                  <a:pt x="721127" y="113091"/>
                  <a:pt x="721822" y="111916"/>
                </a:cubicBezTo>
                <a:cubicBezTo>
                  <a:pt x="722518" y="110740"/>
                  <a:pt x="722865" y="106051"/>
                  <a:pt x="722865" y="97848"/>
                </a:cubicBezTo>
                <a:cubicBezTo>
                  <a:pt x="722865" y="80057"/>
                  <a:pt x="722654" y="69745"/>
                  <a:pt x="722230" y="66909"/>
                </a:cubicBezTo>
                <a:cubicBezTo>
                  <a:pt x="721505" y="62387"/>
                  <a:pt x="719584" y="58844"/>
                  <a:pt x="716470" y="56281"/>
                </a:cubicBezTo>
                <a:cubicBezTo>
                  <a:pt x="713355" y="53718"/>
                  <a:pt x="709439" y="52437"/>
                  <a:pt x="704721" y="52437"/>
                </a:cubicBezTo>
                <a:cubicBezTo>
                  <a:pt x="701092" y="52437"/>
                  <a:pt x="697554" y="53385"/>
                  <a:pt x="694107" y="55280"/>
                </a:cubicBezTo>
                <a:cubicBezTo>
                  <a:pt x="690659" y="57174"/>
                  <a:pt x="687273" y="60016"/>
                  <a:pt x="683946" y="63805"/>
                </a:cubicBezTo>
                <a:lnTo>
                  <a:pt x="683855" y="65985"/>
                </a:lnTo>
                <a:lnTo>
                  <a:pt x="683855" y="79883"/>
                </a:lnTo>
                <a:lnTo>
                  <a:pt x="683492" y="90693"/>
                </a:lnTo>
                <a:cubicBezTo>
                  <a:pt x="683492" y="101713"/>
                  <a:pt x="683598" y="107981"/>
                  <a:pt x="683810" y="109494"/>
                </a:cubicBezTo>
                <a:cubicBezTo>
                  <a:pt x="684022" y="111008"/>
                  <a:pt x="684536" y="112114"/>
                  <a:pt x="685352" y="112811"/>
                </a:cubicBezTo>
                <a:cubicBezTo>
                  <a:pt x="686169" y="113507"/>
                  <a:pt x="688543" y="114127"/>
                  <a:pt x="692474" y="114671"/>
                </a:cubicBezTo>
                <a:cubicBezTo>
                  <a:pt x="694228" y="114919"/>
                  <a:pt x="695589" y="115165"/>
                  <a:pt x="696556" y="115411"/>
                </a:cubicBezTo>
                <a:cubicBezTo>
                  <a:pt x="697282" y="116027"/>
                  <a:pt x="697645" y="116829"/>
                  <a:pt x="697645" y="117815"/>
                </a:cubicBezTo>
                <a:cubicBezTo>
                  <a:pt x="697645" y="118617"/>
                  <a:pt x="697373" y="119171"/>
                  <a:pt x="696828" y="119479"/>
                </a:cubicBezTo>
                <a:lnTo>
                  <a:pt x="695286" y="119479"/>
                </a:lnTo>
                <a:lnTo>
                  <a:pt x="690750" y="119389"/>
                </a:lnTo>
                <a:lnTo>
                  <a:pt x="664350" y="119389"/>
                </a:lnTo>
                <a:lnTo>
                  <a:pt x="657093" y="119479"/>
                </a:lnTo>
                <a:cubicBezTo>
                  <a:pt x="656972" y="118553"/>
                  <a:pt x="656911" y="117874"/>
                  <a:pt x="656911" y="117441"/>
                </a:cubicBezTo>
                <a:lnTo>
                  <a:pt x="657002" y="116330"/>
                </a:lnTo>
                <a:cubicBezTo>
                  <a:pt x="658333" y="115587"/>
                  <a:pt x="660812" y="114882"/>
                  <a:pt x="664441" y="114215"/>
                </a:cubicBezTo>
                <a:cubicBezTo>
                  <a:pt x="666316" y="113912"/>
                  <a:pt x="668251" y="113398"/>
                  <a:pt x="670247" y="112672"/>
                </a:cubicBezTo>
                <a:cubicBezTo>
                  <a:pt x="670610" y="112368"/>
                  <a:pt x="670882" y="111974"/>
                  <a:pt x="671064" y="111490"/>
                </a:cubicBezTo>
                <a:cubicBezTo>
                  <a:pt x="671366" y="110642"/>
                  <a:pt x="671578" y="108219"/>
                  <a:pt x="671699" y="104221"/>
                </a:cubicBezTo>
                <a:lnTo>
                  <a:pt x="672152" y="93683"/>
                </a:lnTo>
                <a:lnTo>
                  <a:pt x="671971" y="81782"/>
                </a:lnTo>
                <a:lnTo>
                  <a:pt x="672062" y="75148"/>
                </a:lnTo>
                <a:cubicBezTo>
                  <a:pt x="672062" y="67698"/>
                  <a:pt x="670550" y="62262"/>
                  <a:pt x="667526" y="58841"/>
                </a:cubicBezTo>
                <a:cubicBezTo>
                  <a:pt x="664502" y="55418"/>
                  <a:pt x="660691" y="53707"/>
                  <a:pt x="656095" y="53707"/>
                </a:cubicBezTo>
                <a:cubicBezTo>
                  <a:pt x="651801" y="53707"/>
                  <a:pt x="647491" y="54768"/>
                  <a:pt x="643167" y="56890"/>
                </a:cubicBezTo>
                <a:cubicBezTo>
                  <a:pt x="638843" y="59013"/>
                  <a:pt x="635259" y="61863"/>
                  <a:pt x="632417" y="65441"/>
                </a:cubicBezTo>
                <a:cubicBezTo>
                  <a:pt x="632356" y="67117"/>
                  <a:pt x="632326" y="68645"/>
                  <a:pt x="632326" y="70022"/>
                </a:cubicBezTo>
                <a:lnTo>
                  <a:pt x="632689" y="100213"/>
                </a:lnTo>
                <a:cubicBezTo>
                  <a:pt x="632749" y="106801"/>
                  <a:pt x="633127" y="110560"/>
                  <a:pt x="633823" y="111490"/>
                </a:cubicBezTo>
                <a:cubicBezTo>
                  <a:pt x="634518" y="112418"/>
                  <a:pt x="636076" y="113062"/>
                  <a:pt x="638495" y="113421"/>
                </a:cubicBezTo>
                <a:cubicBezTo>
                  <a:pt x="642366" y="113960"/>
                  <a:pt x="644876" y="114618"/>
                  <a:pt x="646025" y="115397"/>
                </a:cubicBezTo>
                <a:cubicBezTo>
                  <a:pt x="646569" y="115790"/>
                  <a:pt x="646841" y="116379"/>
                  <a:pt x="646841" y="117163"/>
                </a:cubicBezTo>
                <a:cubicBezTo>
                  <a:pt x="646841" y="117685"/>
                  <a:pt x="646811" y="118306"/>
                  <a:pt x="646751" y="119026"/>
                </a:cubicBezTo>
                <a:cubicBezTo>
                  <a:pt x="639856" y="118542"/>
                  <a:pt x="635229" y="118300"/>
                  <a:pt x="632870" y="118300"/>
                </a:cubicBezTo>
                <a:cubicBezTo>
                  <a:pt x="630451" y="118300"/>
                  <a:pt x="628274" y="118330"/>
                  <a:pt x="626338" y="118391"/>
                </a:cubicBezTo>
                <a:lnTo>
                  <a:pt x="621802" y="118663"/>
                </a:lnTo>
                <a:lnTo>
                  <a:pt x="618990" y="118663"/>
                </a:lnTo>
                <a:lnTo>
                  <a:pt x="608829" y="119026"/>
                </a:lnTo>
                <a:cubicBezTo>
                  <a:pt x="608708" y="118602"/>
                  <a:pt x="608648" y="118253"/>
                  <a:pt x="608648" y="117977"/>
                </a:cubicBezTo>
                <a:cubicBezTo>
                  <a:pt x="608648" y="117708"/>
                  <a:pt x="608769" y="117121"/>
                  <a:pt x="609011" y="116213"/>
                </a:cubicBezTo>
                <a:close/>
                <a:moveTo>
                  <a:pt x="822387" y="106869"/>
                </a:moveTo>
                <a:cubicBezTo>
                  <a:pt x="822750" y="107665"/>
                  <a:pt x="822931" y="108247"/>
                  <a:pt x="822931" y="108616"/>
                </a:cubicBezTo>
                <a:cubicBezTo>
                  <a:pt x="822931" y="109534"/>
                  <a:pt x="822205" y="111157"/>
                  <a:pt x="820754" y="113483"/>
                </a:cubicBezTo>
                <a:cubicBezTo>
                  <a:pt x="818879" y="116545"/>
                  <a:pt x="816792" y="118780"/>
                  <a:pt x="814494" y="120188"/>
                </a:cubicBezTo>
                <a:cubicBezTo>
                  <a:pt x="813043" y="121107"/>
                  <a:pt x="811047" y="121566"/>
                  <a:pt x="808507" y="121566"/>
                </a:cubicBezTo>
                <a:cubicBezTo>
                  <a:pt x="804152" y="121566"/>
                  <a:pt x="800886" y="120242"/>
                  <a:pt x="798709" y="117594"/>
                </a:cubicBezTo>
                <a:cubicBezTo>
                  <a:pt x="797378" y="116029"/>
                  <a:pt x="796441" y="113230"/>
                  <a:pt x="795896" y="109197"/>
                </a:cubicBezTo>
                <a:lnTo>
                  <a:pt x="785736" y="116290"/>
                </a:lnTo>
                <a:cubicBezTo>
                  <a:pt x="782167" y="118352"/>
                  <a:pt x="779446" y="119656"/>
                  <a:pt x="777571" y="120202"/>
                </a:cubicBezTo>
                <a:cubicBezTo>
                  <a:pt x="774547" y="120990"/>
                  <a:pt x="770918" y="121385"/>
                  <a:pt x="766684" y="121385"/>
                </a:cubicBezTo>
                <a:cubicBezTo>
                  <a:pt x="763600" y="121385"/>
                  <a:pt x="761165" y="120458"/>
                  <a:pt x="759381" y="118606"/>
                </a:cubicBezTo>
                <a:cubicBezTo>
                  <a:pt x="757597" y="116754"/>
                  <a:pt x="756705" y="114371"/>
                  <a:pt x="756705" y="111456"/>
                </a:cubicBezTo>
                <a:cubicBezTo>
                  <a:pt x="756705" y="107266"/>
                  <a:pt x="759260" y="102256"/>
                  <a:pt x="764371" y="96425"/>
                </a:cubicBezTo>
                <a:cubicBezTo>
                  <a:pt x="769482" y="90594"/>
                  <a:pt x="776422" y="85827"/>
                  <a:pt x="785191" y="82122"/>
                </a:cubicBezTo>
                <a:cubicBezTo>
                  <a:pt x="791360" y="79512"/>
                  <a:pt x="795140" y="77842"/>
                  <a:pt x="796531" y="77113"/>
                </a:cubicBezTo>
                <a:cubicBezTo>
                  <a:pt x="796652" y="75096"/>
                  <a:pt x="796713" y="72896"/>
                  <a:pt x="796713" y="70513"/>
                </a:cubicBezTo>
                <a:cubicBezTo>
                  <a:pt x="796713" y="62752"/>
                  <a:pt x="795639" y="57497"/>
                  <a:pt x="793492" y="54747"/>
                </a:cubicBezTo>
                <a:cubicBezTo>
                  <a:pt x="791345" y="51997"/>
                  <a:pt x="788276" y="50622"/>
                  <a:pt x="784284" y="50622"/>
                </a:cubicBezTo>
                <a:cubicBezTo>
                  <a:pt x="780111" y="50622"/>
                  <a:pt x="776210" y="52268"/>
                  <a:pt x="772581" y="55558"/>
                </a:cubicBezTo>
                <a:cubicBezTo>
                  <a:pt x="770343" y="57629"/>
                  <a:pt x="768650" y="61530"/>
                  <a:pt x="767501" y="67258"/>
                </a:cubicBezTo>
                <a:cubicBezTo>
                  <a:pt x="767138" y="68842"/>
                  <a:pt x="766442" y="70548"/>
                  <a:pt x="765414" y="72375"/>
                </a:cubicBezTo>
                <a:cubicBezTo>
                  <a:pt x="762814" y="74082"/>
                  <a:pt x="760727" y="74935"/>
                  <a:pt x="759154" y="74935"/>
                </a:cubicBezTo>
                <a:cubicBezTo>
                  <a:pt x="757824" y="74935"/>
                  <a:pt x="756614" y="74541"/>
                  <a:pt x="755526" y="73753"/>
                </a:cubicBezTo>
                <a:cubicBezTo>
                  <a:pt x="754921" y="73328"/>
                  <a:pt x="754618" y="72842"/>
                  <a:pt x="754618" y="72296"/>
                </a:cubicBezTo>
                <a:cubicBezTo>
                  <a:pt x="754618" y="70720"/>
                  <a:pt x="756297" y="67156"/>
                  <a:pt x="759653" y="61605"/>
                </a:cubicBezTo>
                <a:cubicBezTo>
                  <a:pt x="763010" y="56054"/>
                  <a:pt x="767244" y="51899"/>
                  <a:pt x="772354" y="49140"/>
                </a:cubicBezTo>
                <a:cubicBezTo>
                  <a:pt x="777465" y="46378"/>
                  <a:pt x="781925" y="44998"/>
                  <a:pt x="785736" y="44998"/>
                </a:cubicBezTo>
                <a:cubicBezTo>
                  <a:pt x="790937" y="44998"/>
                  <a:pt x="794808" y="45468"/>
                  <a:pt x="797348" y="46409"/>
                </a:cubicBezTo>
                <a:cubicBezTo>
                  <a:pt x="799888" y="47349"/>
                  <a:pt x="802126" y="49001"/>
                  <a:pt x="804061" y="51365"/>
                </a:cubicBezTo>
                <a:cubicBezTo>
                  <a:pt x="805997" y="53729"/>
                  <a:pt x="807176" y="56306"/>
                  <a:pt x="807599" y="59096"/>
                </a:cubicBezTo>
                <a:cubicBezTo>
                  <a:pt x="807841" y="60430"/>
                  <a:pt x="807962" y="65191"/>
                  <a:pt x="807962" y="73379"/>
                </a:cubicBezTo>
                <a:lnTo>
                  <a:pt x="807690" y="87843"/>
                </a:lnTo>
                <a:lnTo>
                  <a:pt x="807781" y="98395"/>
                </a:lnTo>
                <a:cubicBezTo>
                  <a:pt x="807781" y="99790"/>
                  <a:pt x="807751" y="100972"/>
                  <a:pt x="807690" y="101942"/>
                </a:cubicBezTo>
                <a:cubicBezTo>
                  <a:pt x="807630" y="103700"/>
                  <a:pt x="807599" y="105004"/>
                  <a:pt x="807599" y="105854"/>
                </a:cubicBezTo>
                <a:cubicBezTo>
                  <a:pt x="807599" y="107856"/>
                  <a:pt x="808174" y="109462"/>
                  <a:pt x="809323" y="110674"/>
                </a:cubicBezTo>
                <a:cubicBezTo>
                  <a:pt x="810472" y="111887"/>
                  <a:pt x="811833" y="112494"/>
                  <a:pt x="813406" y="112494"/>
                </a:cubicBezTo>
                <a:cubicBezTo>
                  <a:pt x="815704" y="112494"/>
                  <a:pt x="817669" y="111326"/>
                  <a:pt x="819302" y="108990"/>
                </a:cubicBezTo>
                <a:lnTo>
                  <a:pt x="820391" y="107516"/>
                </a:lnTo>
                <a:cubicBezTo>
                  <a:pt x="820693" y="107330"/>
                  <a:pt x="821359" y="107115"/>
                  <a:pt x="822387" y="106869"/>
                </a:cubicBezTo>
                <a:moveTo>
                  <a:pt x="795715" y="104454"/>
                </a:moveTo>
                <a:cubicBezTo>
                  <a:pt x="796138" y="96731"/>
                  <a:pt x="796350" y="91289"/>
                  <a:pt x="796350" y="88127"/>
                </a:cubicBezTo>
                <a:cubicBezTo>
                  <a:pt x="796350" y="86484"/>
                  <a:pt x="796259" y="84265"/>
                  <a:pt x="796078" y="81467"/>
                </a:cubicBezTo>
                <a:cubicBezTo>
                  <a:pt x="792026" y="82926"/>
                  <a:pt x="787732" y="85146"/>
                  <a:pt x="783195" y="88127"/>
                </a:cubicBezTo>
                <a:cubicBezTo>
                  <a:pt x="778659" y="91105"/>
                  <a:pt x="775061" y="94542"/>
                  <a:pt x="772400" y="98435"/>
                </a:cubicBezTo>
                <a:cubicBezTo>
                  <a:pt x="770464" y="101232"/>
                  <a:pt x="769497" y="103877"/>
                  <a:pt x="769497" y="106370"/>
                </a:cubicBezTo>
                <a:cubicBezTo>
                  <a:pt x="769497" y="108742"/>
                  <a:pt x="770298" y="110719"/>
                  <a:pt x="771901" y="112301"/>
                </a:cubicBezTo>
                <a:cubicBezTo>
                  <a:pt x="773503" y="113881"/>
                  <a:pt x="775514" y="114671"/>
                  <a:pt x="777934" y="114671"/>
                </a:cubicBezTo>
                <a:cubicBezTo>
                  <a:pt x="779809" y="114671"/>
                  <a:pt x="782077" y="114002"/>
                  <a:pt x="784738" y="112664"/>
                </a:cubicBezTo>
                <a:cubicBezTo>
                  <a:pt x="788246" y="110901"/>
                  <a:pt x="791905" y="108164"/>
                  <a:pt x="795715" y="104454"/>
                </a:cubicBezTo>
                <a:close/>
                <a:moveTo>
                  <a:pt x="827784" y="120114"/>
                </a:moveTo>
                <a:lnTo>
                  <a:pt x="827421" y="118935"/>
                </a:lnTo>
                <a:cubicBezTo>
                  <a:pt x="827421" y="118512"/>
                  <a:pt x="827693" y="117877"/>
                  <a:pt x="828237" y="117030"/>
                </a:cubicBezTo>
                <a:lnTo>
                  <a:pt x="833590" y="115933"/>
                </a:lnTo>
                <a:lnTo>
                  <a:pt x="841120" y="114563"/>
                </a:lnTo>
                <a:cubicBezTo>
                  <a:pt x="841724" y="114259"/>
                  <a:pt x="842148" y="113833"/>
                  <a:pt x="842390" y="113285"/>
                </a:cubicBezTo>
                <a:cubicBezTo>
                  <a:pt x="842752" y="112495"/>
                  <a:pt x="842934" y="110151"/>
                  <a:pt x="842934" y="106254"/>
                </a:cubicBezTo>
                <a:cubicBezTo>
                  <a:pt x="842934" y="85556"/>
                  <a:pt x="842813" y="73610"/>
                  <a:pt x="842571" y="70414"/>
                </a:cubicBezTo>
                <a:cubicBezTo>
                  <a:pt x="842329" y="67218"/>
                  <a:pt x="841785" y="65193"/>
                  <a:pt x="840938" y="64341"/>
                </a:cubicBezTo>
                <a:cubicBezTo>
                  <a:pt x="840091" y="63489"/>
                  <a:pt x="837914" y="62819"/>
                  <a:pt x="834406" y="62334"/>
                </a:cubicBezTo>
                <a:cubicBezTo>
                  <a:pt x="832350" y="62029"/>
                  <a:pt x="830717" y="61633"/>
                  <a:pt x="829507" y="61146"/>
                </a:cubicBezTo>
                <a:lnTo>
                  <a:pt x="829870" y="58334"/>
                </a:lnTo>
                <a:cubicBezTo>
                  <a:pt x="836221" y="55720"/>
                  <a:pt x="840484" y="53471"/>
                  <a:pt x="842662" y="51586"/>
                </a:cubicBezTo>
                <a:cubicBezTo>
                  <a:pt x="845686" y="48849"/>
                  <a:pt x="848256" y="45262"/>
                  <a:pt x="850373" y="40824"/>
                </a:cubicBezTo>
                <a:lnTo>
                  <a:pt x="853458" y="40915"/>
                </a:lnTo>
                <a:cubicBezTo>
                  <a:pt x="853820" y="43986"/>
                  <a:pt x="854002" y="50804"/>
                  <a:pt x="854002" y="61367"/>
                </a:cubicBezTo>
                <a:lnTo>
                  <a:pt x="853911" y="62935"/>
                </a:lnTo>
                <a:cubicBezTo>
                  <a:pt x="853911" y="63303"/>
                  <a:pt x="853972" y="63886"/>
                  <a:pt x="854093" y="64684"/>
                </a:cubicBezTo>
                <a:cubicBezTo>
                  <a:pt x="856391" y="60511"/>
                  <a:pt x="859264" y="56670"/>
                  <a:pt x="862711" y="53162"/>
                </a:cubicBezTo>
                <a:lnTo>
                  <a:pt x="864798" y="51076"/>
                </a:lnTo>
                <a:cubicBezTo>
                  <a:pt x="865644" y="50108"/>
                  <a:pt x="866461" y="49352"/>
                  <a:pt x="867247" y="48808"/>
                </a:cubicBezTo>
                <a:cubicBezTo>
                  <a:pt x="871481" y="46268"/>
                  <a:pt x="874626" y="44998"/>
                  <a:pt x="876682" y="44998"/>
                </a:cubicBezTo>
                <a:cubicBezTo>
                  <a:pt x="879343" y="44998"/>
                  <a:pt x="881521" y="45890"/>
                  <a:pt x="883214" y="47674"/>
                </a:cubicBezTo>
                <a:cubicBezTo>
                  <a:pt x="884907" y="49458"/>
                  <a:pt x="885754" y="51650"/>
                  <a:pt x="885754" y="54251"/>
                </a:cubicBezTo>
                <a:cubicBezTo>
                  <a:pt x="885754" y="56307"/>
                  <a:pt x="885149" y="57910"/>
                  <a:pt x="883940" y="59059"/>
                </a:cubicBezTo>
                <a:cubicBezTo>
                  <a:pt x="882307" y="60571"/>
                  <a:pt x="880432" y="61327"/>
                  <a:pt x="878315" y="61327"/>
                </a:cubicBezTo>
                <a:cubicBezTo>
                  <a:pt x="877347" y="61327"/>
                  <a:pt x="875442" y="60813"/>
                  <a:pt x="872600" y="59785"/>
                </a:cubicBezTo>
                <a:cubicBezTo>
                  <a:pt x="869757" y="58757"/>
                  <a:pt x="867882" y="58243"/>
                  <a:pt x="866975" y="58243"/>
                </a:cubicBezTo>
                <a:cubicBezTo>
                  <a:pt x="865281" y="58243"/>
                  <a:pt x="864102" y="58515"/>
                  <a:pt x="863437" y="59059"/>
                </a:cubicBezTo>
                <a:cubicBezTo>
                  <a:pt x="861743" y="60390"/>
                  <a:pt x="859687" y="63111"/>
                  <a:pt x="857268" y="67224"/>
                </a:cubicBezTo>
                <a:cubicBezTo>
                  <a:pt x="855393" y="70309"/>
                  <a:pt x="854455" y="73151"/>
                  <a:pt x="854455" y="75752"/>
                </a:cubicBezTo>
                <a:lnTo>
                  <a:pt x="854909" y="90721"/>
                </a:lnTo>
                <a:lnTo>
                  <a:pt x="855091" y="108684"/>
                </a:lnTo>
                <a:cubicBezTo>
                  <a:pt x="855272" y="110740"/>
                  <a:pt x="855514" y="112071"/>
                  <a:pt x="855816" y="112675"/>
                </a:cubicBezTo>
                <a:cubicBezTo>
                  <a:pt x="856058" y="113099"/>
                  <a:pt x="856663" y="113613"/>
                  <a:pt x="857631" y="114218"/>
                </a:cubicBezTo>
                <a:cubicBezTo>
                  <a:pt x="864163" y="114762"/>
                  <a:pt x="868033" y="115155"/>
                  <a:pt x="869243" y="115397"/>
                </a:cubicBezTo>
                <a:cubicBezTo>
                  <a:pt x="870090" y="115457"/>
                  <a:pt x="870725" y="115518"/>
                  <a:pt x="871148" y="115578"/>
                </a:cubicBezTo>
                <a:cubicBezTo>
                  <a:pt x="873749" y="115639"/>
                  <a:pt x="875563" y="116002"/>
                  <a:pt x="876591" y="116667"/>
                </a:cubicBezTo>
                <a:cubicBezTo>
                  <a:pt x="877136" y="116979"/>
                  <a:pt x="877408" y="117447"/>
                  <a:pt x="877408" y="118070"/>
                </a:cubicBezTo>
                <a:cubicBezTo>
                  <a:pt x="877408" y="118447"/>
                  <a:pt x="877166" y="118946"/>
                  <a:pt x="876682" y="119570"/>
                </a:cubicBezTo>
                <a:lnTo>
                  <a:pt x="866612" y="119389"/>
                </a:lnTo>
                <a:lnTo>
                  <a:pt x="862802" y="119298"/>
                </a:lnTo>
                <a:lnTo>
                  <a:pt x="857268" y="119389"/>
                </a:lnTo>
                <a:lnTo>
                  <a:pt x="848014" y="119389"/>
                </a:lnTo>
                <a:lnTo>
                  <a:pt x="843025" y="119752"/>
                </a:lnTo>
                <a:lnTo>
                  <a:pt x="827784" y="120114"/>
                </a:lnTo>
                <a:close/>
                <a:moveTo>
                  <a:pt x="892504" y="47929"/>
                </a:moveTo>
                <a:cubicBezTo>
                  <a:pt x="893835" y="47799"/>
                  <a:pt x="894954" y="47733"/>
                  <a:pt x="895861" y="47733"/>
                </a:cubicBezTo>
                <a:lnTo>
                  <a:pt x="900216" y="47733"/>
                </a:lnTo>
                <a:lnTo>
                  <a:pt x="906113" y="47538"/>
                </a:lnTo>
                <a:lnTo>
                  <a:pt x="913824" y="47796"/>
                </a:lnTo>
                <a:lnTo>
                  <a:pt x="920084" y="47623"/>
                </a:lnTo>
                <a:cubicBezTo>
                  <a:pt x="923410" y="47623"/>
                  <a:pt x="926404" y="47825"/>
                  <a:pt x="929065" y="48229"/>
                </a:cubicBezTo>
                <a:cubicBezTo>
                  <a:pt x="929307" y="48806"/>
                  <a:pt x="929428" y="49266"/>
                  <a:pt x="929428" y="49610"/>
                </a:cubicBezTo>
                <a:lnTo>
                  <a:pt x="929337" y="50302"/>
                </a:lnTo>
                <a:cubicBezTo>
                  <a:pt x="928067" y="50878"/>
                  <a:pt x="926101" y="51294"/>
                  <a:pt x="923440" y="51549"/>
                </a:cubicBezTo>
                <a:cubicBezTo>
                  <a:pt x="919690" y="51869"/>
                  <a:pt x="916999" y="52570"/>
                  <a:pt x="915366" y="53653"/>
                </a:cubicBezTo>
                <a:lnTo>
                  <a:pt x="915185" y="54705"/>
                </a:lnTo>
                <a:cubicBezTo>
                  <a:pt x="915185" y="55311"/>
                  <a:pt x="915427" y="56220"/>
                  <a:pt x="915910" y="57432"/>
                </a:cubicBezTo>
                <a:cubicBezTo>
                  <a:pt x="916213" y="58158"/>
                  <a:pt x="916606" y="59248"/>
                  <a:pt x="917090" y="60704"/>
                </a:cubicBezTo>
                <a:cubicBezTo>
                  <a:pt x="918420" y="65187"/>
                  <a:pt x="921293" y="73850"/>
                  <a:pt x="925708" y="86692"/>
                </a:cubicBezTo>
                <a:cubicBezTo>
                  <a:pt x="928914" y="95961"/>
                  <a:pt x="931877" y="103927"/>
                  <a:pt x="934599" y="110592"/>
                </a:cubicBezTo>
                <a:cubicBezTo>
                  <a:pt x="936292" y="106944"/>
                  <a:pt x="938228" y="102323"/>
                  <a:pt x="940405" y="96728"/>
                </a:cubicBezTo>
                <a:lnTo>
                  <a:pt x="948116" y="75165"/>
                </a:lnTo>
                <a:cubicBezTo>
                  <a:pt x="949810" y="70476"/>
                  <a:pt x="951110" y="65773"/>
                  <a:pt x="952017" y="61055"/>
                </a:cubicBezTo>
                <a:cubicBezTo>
                  <a:pt x="952380" y="59180"/>
                  <a:pt x="952562" y="57698"/>
                  <a:pt x="952562" y="56610"/>
                </a:cubicBezTo>
                <a:cubicBezTo>
                  <a:pt x="952562" y="55703"/>
                  <a:pt x="952169" y="54856"/>
                  <a:pt x="951382" y="54070"/>
                </a:cubicBezTo>
                <a:cubicBezTo>
                  <a:pt x="950596" y="53283"/>
                  <a:pt x="949024" y="52618"/>
                  <a:pt x="946665" y="52074"/>
                </a:cubicBezTo>
                <a:cubicBezTo>
                  <a:pt x="942371" y="50985"/>
                  <a:pt x="940042" y="50301"/>
                  <a:pt x="939679" y="50021"/>
                </a:cubicBezTo>
                <a:cubicBezTo>
                  <a:pt x="939316" y="49740"/>
                  <a:pt x="939105" y="49130"/>
                  <a:pt x="939044" y="48193"/>
                </a:cubicBezTo>
                <a:cubicBezTo>
                  <a:pt x="939407" y="47881"/>
                  <a:pt x="939831" y="47632"/>
                  <a:pt x="940314" y="47447"/>
                </a:cubicBezTo>
                <a:lnTo>
                  <a:pt x="945939" y="47447"/>
                </a:lnTo>
                <a:lnTo>
                  <a:pt x="952017" y="47538"/>
                </a:lnTo>
                <a:lnTo>
                  <a:pt x="961089" y="47447"/>
                </a:lnTo>
                <a:lnTo>
                  <a:pt x="966896" y="47538"/>
                </a:lnTo>
                <a:lnTo>
                  <a:pt x="968347" y="47447"/>
                </a:lnTo>
                <a:cubicBezTo>
                  <a:pt x="968770" y="47447"/>
                  <a:pt x="969466" y="47509"/>
                  <a:pt x="970434" y="47634"/>
                </a:cubicBezTo>
                <a:cubicBezTo>
                  <a:pt x="971039" y="47952"/>
                  <a:pt x="971341" y="48461"/>
                  <a:pt x="971341" y="49162"/>
                </a:cubicBezTo>
                <a:cubicBezTo>
                  <a:pt x="971341" y="49797"/>
                  <a:pt x="971069" y="50370"/>
                  <a:pt x="970524" y="50880"/>
                </a:cubicBezTo>
                <a:lnTo>
                  <a:pt x="968710" y="51167"/>
                </a:lnTo>
                <a:cubicBezTo>
                  <a:pt x="965202" y="51647"/>
                  <a:pt x="962511" y="52546"/>
                  <a:pt x="960636" y="53866"/>
                </a:cubicBezTo>
                <a:cubicBezTo>
                  <a:pt x="959608" y="54584"/>
                  <a:pt x="958731" y="56083"/>
                  <a:pt x="958005" y="58362"/>
                </a:cubicBezTo>
                <a:cubicBezTo>
                  <a:pt x="957763" y="59201"/>
                  <a:pt x="957370" y="60280"/>
                  <a:pt x="956826" y="61599"/>
                </a:cubicBezTo>
                <a:cubicBezTo>
                  <a:pt x="956523" y="62325"/>
                  <a:pt x="956085" y="63534"/>
                  <a:pt x="955510" y="65225"/>
                </a:cubicBezTo>
                <a:cubicBezTo>
                  <a:pt x="954936" y="66917"/>
                  <a:pt x="954195" y="68910"/>
                  <a:pt x="953287" y="71205"/>
                </a:cubicBezTo>
                <a:lnTo>
                  <a:pt x="952199" y="73742"/>
                </a:lnTo>
                <a:lnTo>
                  <a:pt x="952108" y="74196"/>
                </a:lnTo>
                <a:lnTo>
                  <a:pt x="936686" y="114796"/>
                </a:lnTo>
                <a:lnTo>
                  <a:pt x="925436" y="145335"/>
                </a:lnTo>
                <a:cubicBezTo>
                  <a:pt x="924710" y="146860"/>
                  <a:pt x="923864" y="148752"/>
                  <a:pt x="922896" y="151011"/>
                </a:cubicBezTo>
                <a:cubicBezTo>
                  <a:pt x="920598" y="155344"/>
                  <a:pt x="919237" y="157725"/>
                  <a:pt x="918814" y="158152"/>
                </a:cubicBezTo>
                <a:cubicBezTo>
                  <a:pt x="916999" y="160411"/>
                  <a:pt x="915427" y="161997"/>
                  <a:pt x="914096" y="162912"/>
                </a:cubicBezTo>
                <a:lnTo>
                  <a:pt x="909469" y="164928"/>
                </a:lnTo>
                <a:cubicBezTo>
                  <a:pt x="908562" y="165172"/>
                  <a:pt x="907594" y="165293"/>
                  <a:pt x="906566" y="165293"/>
                </a:cubicBezTo>
                <a:cubicBezTo>
                  <a:pt x="903845" y="165293"/>
                  <a:pt x="901849" y="164694"/>
                  <a:pt x="900579" y="163496"/>
                </a:cubicBezTo>
                <a:cubicBezTo>
                  <a:pt x="899309" y="162298"/>
                  <a:pt x="898673" y="160654"/>
                  <a:pt x="898673" y="158566"/>
                </a:cubicBezTo>
                <a:cubicBezTo>
                  <a:pt x="898673" y="156600"/>
                  <a:pt x="899611" y="154821"/>
                  <a:pt x="901486" y="153228"/>
                </a:cubicBezTo>
                <a:cubicBezTo>
                  <a:pt x="902091" y="153046"/>
                  <a:pt x="902695" y="152804"/>
                  <a:pt x="903300" y="152502"/>
                </a:cubicBezTo>
                <a:lnTo>
                  <a:pt x="904480" y="152230"/>
                </a:lnTo>
                <a:cubicBezTo>
                  <a:pt x="909862" y="153197"/>
                  <a:pt x="913219" y="153681"/>
                  <a:pt x="914550" y="153681"/>
                </a:cubicBezTo>
                <a:cubicBezTo>
                  <a:pt x="915820" y="153016"/>
                  <a:pt x="916757" y="152230"/>
                  <a:pt x="917362" y="151322"/>
                </a:cubicBezTo>
                <a:cubicBezTo>
                  <a:pt x="920326" y="146907"/>
                  <a:pt x="922866" y="141990"/>
                  <a:pt x="924983" y="136572"/>
                </a:cubicBezTo>
                <a:cubicBezTo>
                  <a:pt x="927099" y="131155"/>
                  <a:pt x="928158" y="127483"/>
                  <a:pt x="928158" y="125555"/>
                </a:cubicBezTo>
                <a:cubicBezTo>
                  <a:pt x="928158" y="123500"/>
                  <a:pt x="927372" y="120510"/>
                  <a:pt x="925799" y="116585"/>
                </a:cubicBezTo>
                <a:lnTo>
                  <a:pt x="915729" y="89950"/>
                </a:lnTo>
                <a:cubicBezTo>
                  <a:pt x="914338" y="86506"/>
                  <a:pt x="910195" y="75272"/>
                  <a:pt x="903300" y="56247"/>
                </a:cubicBezTo>
                <a:cubicBezTo>
                  <a:pt x="902877" y="55100"/>
                  <a:pt x="902333" y="54239"/>
                  <a:pt x="901667" y="53664"/>
                </a:cubicBezTo>
                <a:lnTo>
                  <a:pt x="895498" y="51510"/>
                </a:lnTo>
                <a:lnTo>
                  <a:pt x="893593" y="51167"/>
                </a:lnTo>
                <a:cubicBezTo>
                  <a:pt x="892565" y="50709"/>
                  <a:pt x="892051" y="50055"/>
                  <a:pt x="892051" y="49205"/>
                </a:cubicBezTo>
                <a:lnTo>
                  <a:pt x="892504" y="479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464B2-CB70-41AA-96E3-ABB94897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88" y="435912"/>
            <a:ext cx="1001325" cy="12373"/>
          </a:xfrm>
          <a:custGeom xmlns:a="http://schemas.openxmlformats.org/drawingml/2006/main">
            <a:pathLst>
              <a:path w="1001325" h="12373">
                <a:moveTo>
                  <a:pt x="0" y="0"/>
                </a:moveTo>
                <a:lnTo>
                  <a:pt x="9458" y="0"/>
                </a:lnTo>
                <a:lnTo>
                  <a:pt x="9458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6034" y="0"/>
                </a:moveTo>
                <a:lnTo>
                  <a:pt x="61008" y="0"/>
                </a:lnTo>
                <a:lnTo>
                  <a:pt x="61008" y="12373"/>
                </a:lnTo>
                <a:lnTo>
                  <a:pt x="46034" y="12373"/>
                </a:lnTo>
                <a:lnTo>
                  <a:pt x="46034" y="0"/>
                </a:lnTo>
                <a:close/>
                <a:moveTo>
                  <a:pt x="95126" y="0"/>
                </a:moveTo>
                <a:lnTo>
                  <a:pt x="107499" y="0"/>
                </a:lnTo>
                <a:lnTo>
                  <a:pt x="107499" y="12373"/>
                </a:lnTo>
                <a:lnTo>
                  <a:pt x="95126" y="12373"/>
                </a:lnTo>
                <a:lnTo>
                  <a:pt x="95126" y="0"/>
                </a:lnTo>
                <a:close/>
                <a:moveTo>
                  <a:pt x="148247" y="0"/>
                </a:moveTo>
                <a:lnTo>
                  <a:pt x="159134" y="0"/>
                </a:lnTo>
                <a:lnTo>
                  <a:pt x="159134" y="12373"/>
                </a:lnTo>
                <a:lnTo>
                  <a:pt x="148247" y="12373"/>
                </a:lnTo>
                <a:lnTo>
                  <a:pt x="148247" y="0"/>
                </a:lnTo>
                <a:close/>
                <a:moveTo>
                  <a:pt x="194139" y="0"/>
                </a:moveTo>
                <a:lnTo>
                  <a:pt x="206597" y="0"/>
                </a:lnTo>
                <a:lnTo>
                  <a:pt x="206597" y="12373"/>
                </a:lnTo>
                <a:lnTo>
                  <a:pt x="194139" y="12373"/>
                </a:lnTo>
                <a:lnTo>
                  <a:pt x="194139" y="0"/>
                </a:lnTo>
                <a:close/>
                <a:moveTo>
                  <a:pt x="246231" y="0"/>
                </a:moveTo>
                <a:lnTo>
                  <a:pt x="260033" y="0"/>
                </a:lnTo>
                <a:lnTo>
                  <a:pt x="260033" y="12373"/>
                </a:lnTo>
                <a:lnTo>
                  <a:pt x="246231" y="12373"/>
                </a:lnTo>
                <a:lnTo>
                  <a:pt x="246231" y="0"/>
                </a:lnTo>
                <a:close/>
                <a:moveTo>
                  <a:pt x="294151" y="0"/>
                </a:moveTo>
                <a:lnTo>
                  <a:pt x="305981" y="0"/>
                </a:lnTo>
                <a:lnTo>
                  <a:pt x="305981" y="12373"/>
                </a:lnTo>
                <a:lnTo>
                  <a:pt x="294151" y="12373"/>
                </a:lnTo>
                <a:lnTo>
                  <a:pt x="294151" y="0"/>
                </a:lnTo>
                <a:close/>
                <a:moveTo>
                  <a:pt x="342900" y="0"/>
                </a:moveTo>
                <a:lnTo>
                  <a:pt x="355702" y="0"/>
                </a:lnTo>
                <a:lnTo>
                  <a:pt x="355702" y="12373"/>
                </a:lnTo>
                <a:lnTo>
                  <a:pt x="342900" y="12373"/>
                </a:lnTo>
                <a:lnTo>
                  <a:pt x="342900" y="0"/>
                </a:lnTo>
                <a:close/>
                <a:moveTo>
                  <a:pt x="395421" y="0"/>
                </a:moveTo>
                <a:lnTo>
                  <a:pt x="408422" y="0"/>
                </a:lnTo>
                <a:lnTo>
                  <a:pt x="408422" y="12373"/>
                </a:lnTo>
                <a:lnTo>
                  <a:pt x="395421" y="12373"/>
                </a:lnTo>
                <a:lnTo>
                  <a:pt x="395421" y="0"/>
                </a:lnTo>
                <a:close/>
                <a:moveTo>
                  <a:pt x="443055" y="0"/>
                </a:moveTo>
                <a:lnTo>
                  <a:pt x="454914" y="0"/>
                </a:lnTo>
                <a:lnTo>
                  <a:pt x="454914" y="12373"/>
                </a:lnTo>
                <a:lnTo>
                  <a:pt x="443055" y="12373"/>
                </a:lnTo>
                <a:lnTo>
                  <a:pt x="443055" y="0"/>
                </a:lnTo>
                <a:close/>
                <a:moveTo>
                  <a:pt x="491404" y="0"/>
                </a:moveTo>
                <a:lnTo>
                  <a:pt x="503863" y="0"/>
                </a:lnTo>
                <a:lnTo>
                  <a:pt x="503863" y="12373"/>
                </a:lnTo>
                <a:lnTo>
                  <a:pt x="491404" y="12373"/>
                </a:lnTo>
                <a:lnTo>
                  <a:pt x="491404" y="0"/>
                </a:lnTo>
                <a:close/>
                <a:moveTo>
                  <a:pt x="542239" y="0"/>
                </a:moveTo>
                <a:lnTo>
                  <a:pt x="555355" y="0"/>
                </a:lnTo>
                <a:lnTo>
                  <a:pt x="555355" y="12373"/>
                </a:lnTo>
                <a:lnTo>
                  <a:pt x="542239" y="12373"/>
                </a:lnTo>
                <a:lnTo>
                  <a:pt x="542239" y="0"/>
                </a:lnTo>
                <a:close/>
                <a:moveTo>
                  <a:pt x="593731" y="0"/>
                </a:moveTo>
                <a:lnTo>
                  <a:pt x="605333" y="0"/>
                </a:lnTo>
                <a:lnTo>
                  <a:pt x="605333" y="12373"/>
                </a:lnTo>
                <a:lnTo>
                  <a:pt x="593731" y="12373"/>
                </a:lnTo>
                <a:lnTo>
                  <a:pt x="593731" y="0"/>
                </a:lnTo>
                <a:close/>
                <a:moveTo>
                  <a:pt x="640766" y="0"/>
                </a:moveTo>
                <a:lnTo>
                  <a:pt x="652796" y="0"/>
                </a:lnTo>
                <a:lnTo>
                  <a:pt x="652796" y="12373"/>
                </a:lnTo>
                <a:lnTo>
                  <a:pt x="640766" y="12373"/>
                </a:lnTo>
                <a:lnTo>
                  <a:pt x="640766" y="0"/>
                </a:lnTo>
                <a:close/>
                <a:moveTo>
                  <a:pt x="689600" y="0"/>
                </a:moveTo>
                <a:lnTo>
                  <a:pt x="702059" y="0"/>
                </a:lnTo>
                <a:lnTo>
                  <a:pt x="702059" y="12373"/>
                </a:lnTo>
                <a:lnTo>
                  <a:pt x="689600" y="12373"/>
                </a:lnTo>
                <a:lnTo>
                  <a:pt x="689600" y="0"/>
                </a:lnTo>
                <a:close/>
                <a:moveTo>
                  <a:pt x="740207" y="0"/>
                </a:moveTo>
                <a:lnTo>
                  <a:pt x="753123" y="0"/>
                </a:lnTo>
                <a:lnTo>
                  <a:pt x="753123" y="12373"/>
                </a:lnTo>
                <a:lnTo>
                  <a:pt x="740207" y="12373"/>
                </a:lnTo>
                <a:lnTo>
                  <a:pt x="740207" y="0"/>
                </a:lnTo>
                <a:close/>
                <a:moveTo>
                  <a:pt x="792613" y="0"/>
                </a:moveTo>
                <a:lnTo>
                  <a:pt x="804415" y="0"/>
                </a:lnTo>
                <a:lnTo>
                  <a:pt x="804415" y="12373"/>
                </a:lnTo>
                <a:lnTo>
                  <a:pt x="792613" y="12373"/>
                </a:lnTo>
                <a:lnTo>
                  <a:pt x="792613" y="0"/>
                </a:lnTo>
                <a:close/>
                <a:moveTo>
                  <a:pt x="839705" y="0"/>
                </a:moveTo>
                <a:lnTo>
                  <a:pt x="851621" y="0"/>
                </a:lnTo>
                <a:lnTo>
                  <a:pt x="851621" y="12373"/>
                </a:lnTo>
                <a:lnTo>
                  <a:pt x="839705" y="12373"/>
                </a:lnTo>
                <a:lnTo>
                  <a:pt x="839705" y="0"/>
                </a:lnTo>
                <a:close/>
                <a:moveTo>
                  <a:pt x="887911" y="0"/>
                </a:moveTo>
                <a:lnTo>
                  <a:pt x="900170" y="0"/>
                </a:lnTo>
                <a:lnTo>
                  <a:pt x="900170" y="12373"/>
                </a:lnTo>
                <a:lnTo>
                  <a:pt x="887911" y="12373"/>
                </a:lnTo>
                <a:lnTo>
                  <a:pt x="887911" y="0"/>
                </a:lnTo>
                <a:close/>
                <a:moveTo>
                  <a:pt x="937489" y="0"/>
                </a:moveTo>
                <a:lnTo>
                  <a:pt x="950090" y="0"/>
                </a:lnTo>
                <a:lnTo>
                  <a:pt x="950090" y="12373"/>
                </a:lnTo>
                <a:lnTo>
                  <a:pt x="937489" y="12373"/>
                </a:lnTo>
                <a:lnTo>
                  <a:pt x="937489" y="0"/>
                </a:lnTo>
                <a:close/>
                <a:moveTo>
                  <a:pt x="988409" y="0"/>
                </a:moveTo>
                <a:lnTo>
                  <a:pt x="1001325" y="0"/>
                </a:lnTo>
                <a:lnTo>
                  <a:pt x="1001325" y="12373"/>
                </a:lnTo>
                <a:lnTo>
                  <a:pt x="988409" y="12373"/>
                </a:lnTo>
                <a:lnTo>
                  <a:pt x="988409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10D64-10BC-4040-B0DC-BC61B564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589" y="778383"/>
            <a:ext cx="754523" cy="12402"/>
          </a:xfrm>
          <a:custGeom xmlns:a="http://schemas.openxmlformats.org/drawingml/2006/main">
            <a:pathLst>
              <a:path w="754523" h="12402">
                <a:moveTo>
                  <a:pt x="0" y="0"/>
                </a:moveTo>
                <a:lnTo>
                  <a:pt x="12287" y="0"/>
                </a:lnTo>
                <a:lnTo>
                  <a:pt x="12287" y="12402"/>
                </a:lnTo>
                <a:lnTo>
                  <a:pt x="0" y="12402"/>
                </a:lnTo>
                <a:lnTo>
                  <a:pt x="0" y="0"/>
                </a:lnTo>
                <a:close/>
                <a:moveTo>
                  <a:pt x="49320" y="0"/>
                </a:moveTo>
                <a:lnTo>
                  <a:pt x="59836" y="0"/>
                </a:lnTo>
                <a:lnTo>
                  <a:pt x="59836" y="12402"/>
                </a:lnTo>
                <a:lnTo>
                  <a:pt x="49320" y="12402"/>
                </a:lnTo>
                <a:lnTo>
                  <a:pt x="49320" y="0"/>
                </a:lnTo>
                <a:close/>
                <a:moveTo>
                  <a:pt x="97469" y="0"/>
                </a:moveTo>
                <a:lnTo>
                  <a:pt x="111100" y="0"/>
                </a:lnTo>
                <a:lnTo>
                  <a:pt x="111100" y="12402"/>
                </a:lnTo>
                <a:lnTo>
                  <a:pt x="97469" y="12402"/>
                </a:lnTo>
                <a:lnTo>
                  <a:pt x="97469" y="0"/>
                </a:lnTo>
                <a:close/>
                <a:moveTo>
                  <a:pt x="145618" y="0"/>
                </a:moveTo>
                <a:lnTo>
                  <a:pt x="158191" y="0"/>
                </a:lnTo>
                <a:lnTo>
                  <a:pt x="158191" y="12402"/>
                </a:lnTo>
                <a:lnTo>
                  <a:pt x="145618" y="12402"/>
                </a:lnTo>
                <a:lnTo>
                  <a:pt x="145618" y="0"/>
                </a:lnTo>
                <a:close/>
                <a:moveTo>
                  <a:pt x="197682" y="0"/>
                </a:moveTo>
                <a:lnTo>
                  <a:pt x="208969" y="0"/>
                </a:lnTo>
                <a:lnTo>
                  <a:pt x="208969" y="12402"/>
                </a:lnTo>
                <a:lnTo>
                  <a:pt x="197682" y="12402"/>
                </a:lnTo>
                <a:lnTo>
                  <a:pt x="197682" y="0"/>
                </a:lnTo>
                <a:close/>
                <a:moveTo>
                  <a:pt x="244716" y="0"/>
                </a:moveTo>
                <a:lnTo>
                  <a:pt x="257261" y="0"/>
                </a:lnTo>
                <a:lnTo>
                  <a:pt x="257261" y="12402"/>
                </a:lnTo>
                <a:lnTo>
                  <a:pt x="244716" y="12402"/>
                </a:lnTo>
                <a:lnTo>
                  <a:pt x="244716" y="0"/>
                </a:lnTo>
                <a:close/>
                <a:moveTo>
                  <a:pt x="296780" y="0"/>
                </a:moveTo>
                <a:lnTo>
                  <a:pt x="309010" y="0"/>
                </a:lnTo>
                <a:lnTo>
                  <a:pt x="309010" y="12402"/>
                </a:lnTo>
                <a:lnTo>
                  <a:pt x="296780" y="12402"/>
                </a:lnTo>
                <a:lnTo>
                  <a:pt x="296780" y="0"/>
                </a:lnTo>
                <a:close/>
                <a:moveTo>
                  <a:pt x="344129" y="0"/>
                </a:moveTo>
                <a:lnTo>
                  <a:pt x="356245" y="0"/>
                </a:lnTo>
                <a:lnTo>
                  <a:pt x="356245" y="12402"/>
                </a:lnTo>
                <a:lnTo>
                  <a:pt x="344129" y="12402"/>
                </a:lnTo>
                <a:lnTo>
                  <a:pt x="344129" y="0"/>
                </a:lnTo>
                <a:close/>
                <a:moveTo>
                  <a:pt x="393878" y="0"/>
                </a:moveTo>
                <a:lnTo>
                  <a:pt x="406851" y="0"/>
                </a:lnTo>
                <a:lnTo>
                  <a:pt x="406851" y="12402"/>
                </a:lnTo>
                <a:lnTo>
                  <a:pt x="393878" y="12402"/>
                </a:lnTo>
                <a:lnTo>
                  <a:pt x="393878" y="0"/>
                </a:lnTo>
                <a:close/>
                <a:moveTo>
                  <a:pt x="445141" y="0"/>
                </a:moveTo>
                <a:lnTo>
                  <a:pt x="456771" y="0"/>
                </a:lnTo>
                <a:lnTo>
                  <a:pt x="456771" y="12402"/>
                </a:lnTo>
                <a:lnTo>
                  <a:pt x="445141" y="12402"/>
                </a:lnTo>
                <a:lnTo>
                  <a:pt x="445141" y="0"/>
                </a:lnTo>
                <a:close/>
                <a:moveTo>
                  <a:pt x="492604" y="0"/>
                </a:moveTo>
                <a:lnTo>
                  <a:pt x="504863" y="0"/>
                </a:lnTo>
                <a:lnTo>
                  <a:pt x="504863" y="12402"/>
                </a:lnTo>
                <a:lnTo>
                  <a:pt x="492604" y="12402"/>
                </a:lnTo>
                <a:lnTo>
                  <a:pt x="492604" y="0"/>
                </a:lnTo>
                <a:close/>
                <a:moveTo>
                  <a:pt x="542468" y="0"/>
                </a:moveTo>
                <a:lnTo>
                  <a:pt x="555327" y="0"/>
                </a:lnTo>
                <a:lnTo>
                  <a:pt x="555327" y="12402"/>
                </a:lnTo>
                <a:lnTo>
                  <a:pt x="542468" y="12402"/>
                </a:lnTo>
                <a:lnTo>
                  <a:pt x="542468" y="0"/>
                </a:lnTo>
                <a:close/>
                <a:moveTo>
                  <a:pt x="594389" y="0"/>
                </a:moveTo>
                <a:lnTo>
                  <a:pt x="606047" y="0"/>
                </a:lnTo>
                <a:lnTo>
                  <a:pt x="606047" y="12402"/>
                </a:lnTo>
                <a:lnTo>
                  <a:pt x="594389" y="12402"/>
                </a:lnTo>
                <a:lnTo>
                  <a:pt x="594389" y="0"/>
                </a:lnTo>
                <a:close/>
                <a:moveTo>
                  <a:pt x="641623" y="0"/>
                </a:moveTo>
                <a:lnTo>
                  <a:pt x="653710" y="0"/>
                </a:lnTo>
                <a:lnTo>
                  <a:pt x="653710" y="12402"/>
                </a:lnTo>
                <a:lnTo>
                  <a:pt x="641623" y="12402"/>
                </a:lnTo>
                <a:lnTo>
                  <a:pt x="641623" y="0"/>
                </a:lnTo>
                <a:close/>
                <a:moveTo>
                  <a:pt x="690686" y="0"/>
                </a:moveTo>
                <a:lnTo>
                  <a:pt x="703202" y="0"/>
                </a:lnTo>
                <a:lnTo>
                  <a:pt x="703202" y="12402"/>
                </a:lnTo>
                <a:lnTo>
                  <a:pt x="690686" y="12402"/>
                </a:lnTo>
                <a:lnTo>
                  <a:pt x="690686" y="0"/>
                </a:lnTo>
                <a:close/>
                <a:moveTo>
                  <a:pt x="741521" y="0"/>
                </a:moveTo>
                <a:lnTo>
                  <a:pt x="754523" y="0"/>
                </a:lnTo>
                <a:lnTo>
                  <a:pt x="754523" y="12402"/>
                </a:lnTo>
                <a:lnTo>
                  <a:pt x="741521" y="12402"/>
                </a:lnTo>
                <a:lnTo>
                  <a:pt x="741521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8071A-05EF-4BFC-AFCA-4E54F6C1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504" y="1504245"/>
            <a:ext cx="902484" cy="12373"/>
          </a:xfrm>
          <a:custGeom xmlns:a="http://schemas.openxmlformats.org/drawingml/2006/main">
            <a:pathLst>
              <a:path w="902484" h="12373">
                <a:moveTo>
                  <a:pt x="0" y="0"/>
                </a:moveTo>
                <a:lnTo>
                  <a:pt x="10516" y="0"/>
                </a:lnTo>
                <a:lnTo>
                  <a:pt x="10516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7206" y="0"/>
                </a:moveTo>
                <a:lnTo>
                  <a:pt x="61293" y="0"/>
                </a:lnTo>
                <a:lnTo>
                  <a:pt x="61293" y="12373"/>
                </a:lnTo>
                <a:lnTo>
                  <a:pt x="47206" y="12373"/>
                </a:lnTo>
                <a:lnTo>
                  <a:pt x="47206" y="0"/>
                </a:lnTo>
                <a:close/>
                <a:moveTo>
                  <a:pt x="95498" y="0"/>
                </a:moveTo>
                <a:lnTo>
                  <a:pt x="108585" y="0"/>
                </a:lnTo>
                <a:lnTo>
                  <a:pt x="108585" y="12373"/>
                </a:lnTo>
                <a:lnTo>
                  <a:pt x="95498" y="12373"/>
                </a:lnTo>
                <a:lnTo>
                  <a:pt x="95498" y="0"/>
                </a:lnTo>
                <a:close/>
                <a:moveTo>
                  <a:pt x="146590" y="0"/>
                </a:moveTo>
                <a:lnTo>
                  <a:pt x="158020" y="0"/>
                </a:lnTo>
                <a:lnTo>
                  <a:pt x="158020" y="12373"/>
                </a:lnTo>
                <a:lnTo>
                  <a:pt x="146590" y="12373"/>
                </a:lnTo>
                <a:lnTo>
                  <a:pt x="146590" y="0"/>
                </a:lnTo>
                <a:close/>
                <a:moveTo>
                  <a:pt x="194881" y="0"/>
                </a:moveTo>
                <a:lnTo>
                  <a:pt x="208026" y="0"/>
                </a:lnTo>
                <a:lnTo>
                  <a:pt x="208026" y="12373"/>
                </a:lnTo>
                <a:lnTo>
                  <a:pt x="194881" y="12373"/>
                </a:lnTo>
                <a:lnTo>
                  <a:pt x="194881" y="0"/>
                </a:lnTo>
                <a:close/>
                <a:moveTo>
                  <a:pt x="246345" y="0"/>
                </a:moveTo>
                <a:lnTo>
                  <a:pt x="257775" y="0"/>
                </a:lnTo>
                <a:lnTo>
                  <a:pt x="257775" y="12373"/>
                </a:lnTo>
                <a:lnTo>
                  <a:pt x="246345" y="12373"/>
                </a:lnTo>
                <a:lnTo>
                  <a:pt x="246345" y="0"/>
                </a:lnTo>
                <a:close/>
                <a:moveTo>
                  <a:pt x="293637" y="0"/>
                </a:moveTo>
                <a:lnTo>
                  <a:pt x="306124" y="0"/>
                </a:lnTo>
                <a:lnTo>
                  <a:pt x="306124" y="12373"/>
                </a:lnTo>
                <a:lnTo>
                  <a:pt x="293637" y="12373"/>
                </a:lnTo>
                <a:lnTo>
                  <a:pt x="293637" y="0"/>
                </a:lnTo>
                <a:close/>
                <a:moveTo>
                  <a:pt x="345100" y="0"/>
                </a:moveTo>
                <a:lnTo>
                  <a:pt x="358588" y="0"/>
                </a:lnTo>
                <a:lnTo>
                  <a:pt x="358588" y="12373"/>
                </a:lnTo>
                <a:lnTo>
                  <a:pt x="345100" y="12373"/>
                </a:lnTo>
                <a:lnTo>
                  <a:pt x="345100" y="0"/>
                </a:lnTo>
                <a:close/>
                <a:moveTo>
                  <a:pt x="394078" y="0"/>
                </a:moveTo>
                <a:lnTo>
                  <a:pt x="405879" y="0"/>
                </a:lnTo>
                <a:lnTo>
                  <a:pt x="405879" y="12373"/>
                </a:lnTo>
                <a:lnTo>
                  <a:pt x="394078" y="12373"/>
                </a:lnTo>
                <a:lnTo>
                  <a:pt x="394078" y="0"/>
                </a:lnTo>
                <a:close/>
                <a:moveTo>
                  <a:pt x="442284" y="0"/>
                </a:moveTo>
                <a:lnTo>
                  <a:pt x="454743" y="0"/>
                </a:lnTo>
                <a:lnTo>
                  <a:pt x="454743" y="12373"/>
                </a:lnTo>
                <a:lnTo>
                  <a:pt x="442284" y="12373"/>
                </a:lnTo>
                <a:lnTo>
                  <a:pt x="442284" y="0"/>
                </a:lnTo>
                <a:close/>
                <a:moveTo>
                  <a:pt x="493233" y="0"/>
                </a:moveTo>
                <a:lnTo>
                  <a:pt x="506406" y="0"/>
                </a:lnTo>
                <a:lnTo>
                  <a:pt x="506406" y="12373"/>
                </a:lnTo>
                <a:lnTo>
                  <a:pt x="493233" y="12373"/>
                </a:lnTo>
                <a:lnTo>
                  <a:pt x="493233" y="0"/>
                </a:lnTo>
                <a:close/>
                <a:moveTo>
                  <a:pt x="543697" y="0"/>
                </a:moveTo>
                <a:lnTo>
                  <a:pt x="555384" y="0"/>
                </a:lnTo>
                <a:lnTo>
                  <a:pt x="555384" y="12373"/>
                </a:lnTo>
                <a:lnTo>
                  <a:pt x="543697" y="12373"/>
                </a:lnTo>
                <a:lnTo>
                  <a:pt x="543697" y="0"/>
                </a:lnTo>
                <a:close/>
                <a:moveTo>
                  <a:pt x="591188" y="0"/>
                </a:moveTo>
                <a:lnTo>
                  <a:pt x="603361" y="0"/>
                </a:lnTo>
                <a:lnTo>
                  <a:pt x="603361" y="12373"/>
                </a:lnTo>
                <a:lnTo>
                  <a:pt x="591188" y="12373"/>
                </a:lnTo>
                <a:lnTo>
                  <a:pt x="591188" y="0"/>
                </a:lnTo>
                <a:close/>
                <a:moveTo>
                  <a:pt x="640680" y="0"/>
                </a:moveTo>
                <a:lnTo>
                  <a:pt x="653367" y="0"/>
                </a:lnTo>
                <a:lnTo>
                  <a:pt x="653367" y="12373"/>
                </a:lnTo>
                <a:lnTo>
                  <a:pt x="640680" y="12373"/>
                </a:lnTo>
                <a:lnTo>
                  <a:pt x="640680" y="0"/>
                </a:lnTo>
                <a:close/>
                <a:moveTo>
                  <a:pt x="692172" y="0"/>
                </a:moveTo>
                <a:lnTo>
                  <a:pt x="705345" y="0"/>
                </a:lnTo>
                <a:lnTo>
                  <a:pt x="705345" y="12373"/>
                </a:lnTo>
                <a:lnTo>
                  <a:pt x="692172" y="12373"/>
                </a:lnTo>
                <a:lnTo>
                  <a:pt x="692172" y="0"/>
                </a:lnTo>
                <a:close/>
                <a:moveTo>
                  <a:pt x="741578" y="0"/>
                </a:moveTo>
                <a:lnTo>
                  <a:pt x="753408" y="0"/>
                </a:lnTo>
                <a:lnTo>
                  <a:pt x="753408" y="12373"/>
                </a:lnTo>
                <a:lnTo>
                  <a:pt x="741578" y="12373"/>
                </a:lnTo>
                <a:lnTo>
                  <a:pt x="741578" y="0"/>
                </a:lnTo>
                <a:close/>
                <a:moveTo>
                  <a:pt x="789413" y="0"/>
                </a:moveTo>
                <a:lnTo>
                  <a:pt x="801586" y="0"/>
                </a:lnTo>
                <a:lnTo>
                  <a:pt x="801586" y="12373"/>
                </a:lnTo>
                <a:lnTo>
                  <a:pt x="789413" y="12373"/>
                </a:lnTo>
                <a:lnTo>
                  <a:pt x="789413" y="0"/>
                </a:lnTo>
                <a:close/>
                <a:moveTo>
                  <a:pt x="838733" y="0"/>
                </a:moveTo>
                <a:lnTo>
                  <a:pt x="851278" y="0"/>
                </a:lnTo>
                <a:lnTo>
                  <a:pt x="851278" y="12373"/>
                </a:lnTo>
                <a:lnTo>
                  <a:pt x="838733" y="12373"/>
                </a:lnTo>
                <a:lnTo>
                  <a:pt x="838733" y="0"/>
                </a:lnTo>
                <a:close/>
                <a:moveTo>
                  <a:pt x="889540" y="0"/>
                </a:moveTo>
                <a:lnTo>
                  <a:pt x="902484" y="0"/>
                </a:lnTo>
                <a:lnTo>
                  <a:pt x="902484" y="12373"/>
                </a:lnTo>
                <a:lnTo>
                  <a:pt x="889540" y="12373"/>
                </a:lnTo>
                <a:lnTo>
                  <a:pt x="889540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A674D-D68E-49FF-928B-7ABB5C92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319" y="2741400"/>
            <a:ext cx="1683067" cy="513950"/>
          </a:xfrm>
          <a:custGeom xmlns:a="http://schemas.openxmlformats.org/drawingml/2006/main">
            <a:pathLst>
              <a:path w="1683067" h="513950">
                <a:moveTo>
                  <a:pt x="0" y="501577"/>
                </a:moveTo>
                <a:lnTo>
                  <a:pt x="13202" y="501577"/>
                </a:lnTo>
                <a:lnTo>
                  <a:pt x="13202" y="513950"/>
                </a:lnTo>
                <a:lnTo>
                  <a:pt x="29" y="513950"/>
                </a:lnTo>
                <a:lnTo>
                  <a:pt x="0" y="501577"/>
                </a:lnTo>
                <a:close/>
                <a:moveTo>
                  <a:pt x="65380" y="501377"/>
                </a:moveTo>
                <a:lnTo>
                  <a:pt x="78295" y="501291"/>
                </a:lnTo>
                <a:lnTo>
                  <a:pt x="78381" y="513693"/>
                </a:lnTo>
                <a:lnTo>
                  <a:pt x="65465" y="513750"/>
                </a:lnTo>
                <a:lnTo>
                  <a:pt x="65380" y="501377"/>
                </a:lnTo>
                <a:close/>
                <a:moveTo>
                  <a:pt x="129416" y="500777"/>
                </a:moveTo>
                <a:lnTo>
                  <a:pt x="142103" y="500605"/>
                </a:lnTo>
                <a:lnTo>
                  <a:pt x="142246" y="513007"/>
                </a:lnTo>
                <a:lnTo>
                  <a:pt x="129588" y="513178"/>
                </a:lnTo>
                <a:lnTo>
                  <a:pt x="129416" y="500777"/>
                </a:lnTo>
                <a:close/>
                <a:moveTo>
                  <a:pt x="192167" y="499777"/>
                </a:moveTo>
                <a:lnTo>
                  <a:pt x="204568" y="499520"/>
                </a:lnTo>
                <a:lnTo>
                  <a:pt x="204826" y="511921"/>
                </a:lnTo>
                <a:lnTo>
                  <a:pt x="192424" y="512178"/>
                </a:lnTo>
                <a:lnTo>
                  <a:pt x="192167" y="499777"/>
                </a:lnTo>
                <a:close/>
                <a:moveTo>
                  <a:pt x="253632" y="498377"/>
                </a:moveTo>
                <a:lnTo>
                  <a:pt x="265776" y="498062"/>
                </a:lnTo>
                <a:lnTo>
                  <a:pt x="266119" y="510435"/>
                </a:lnTo>
                <a:lnTo>
                  <a:pt x="253975" y="510778"/>
                </a:lnTo>
                <a:lnTo>
                  <a:pt x="253632" y="498377"/>
                </a:lnTo>
                <a:close/>
                <a:moveTo>
                  <a:pt x="313782" y="496576"/>
                </a:moveTo>
                <a:lnTo>
                  <a:pt x="325669" y="496176"/>
                </a:lnTo>
                <a:lnTo>
                  <a:pt x="326098" y="508549"/>
                </a:lnTo>
                <a:lnTo>
                  <a:pt x="314211" y="508949"/>
                </a:lnTo>
                <a:lnTo>
                  <a:pt x="313782" y="496576"/>
                </a:lnTo>
                <a:close/>
                <a:moveTo>
                  <a:pt x="372618" y="494376"/>
                </a:moveTo>
                <a:lnTo>
                  <a:pt x="384248" y="493890"/>
                </a:lnTo>
                <a:lnTo>
                  <a:pt x="384762" y="506263"/>
                </a:lnTo>
                <a:lnTo>
                  <a:pt x="373161" y="506749"/>
                </a:lnTo>
                <a:lnTo>
                  <a:pt x="372618" y="494376"/>
                </a:lnTo>
                <a:close/>
                <a:moveTo>
                  <a:pt x="435769" y="491519"/>
                </a:moveTo>
                <a:lnTo>
                  <a:pt x="448828" y="490833"/>
                </a:lnTo>
                <a:lnTo>
                  <a:pt x="449456" y="503206"/>
                </a:lnTo>
                <a:lnTo>
                  <a:pt x="436397" y="503892"/>
                </a:lnTo>
                <a:lnTo>
                  <a:pt x="435769" y="491519"/>
                </a:lnTo>
                <a:close/>
                <a:moveTo>
                  <a:pt x="500263" y="487975"/>
                </a:moveTo>
                <a:lnTo>
                  <a:pt x="512950" y="487204"/>
                </a:lnTo>
                <a:lnTo>
                  <a:pt x="513721" y="499577"/>
                </a:lnTo>
                <a:lnTo>
                  <a:pt x="501005" y="500348"/>
                </a:lnTo>
                <a:lnTo>
                  <a:pt x="500263" y="487975"/>
                </a:lnTo>
                <a:close/>
                <a:moveTo>
                  <a:pt x="563013" y="483918"/>
                </a:moveTo>
                <a:lnTo>
                  <a:pt x="575386" y="483032"/>
                </a:lnTo>
                <a:lnTo>
                  <a:pt x="576243" y="495405"/>
                </a:lnTo>
                <a:lnTo>
                  <a:pt x="563899" y="496262"/>
                </a:lnTo>
                <a:lnTo>
                  <a:pt x="563013" y="483918"/>
                </a:lnTo>
                <a:close/>
                <a:moveTo>
                  <a:pt x="624049" y="479317"/>
                </a:moveTo>
                <a:lnTo>
                  <a:pt x="636051" y="478346"/>
                </a:lnTo>
                <a:lnTo>
                  <a:pt x="637080" y="490690"/>
                </a:lnTo>
                <a:lnTo>
                  <a:pt x="625050" y="491661"/>
                </a:lnTo>
                <a:lnTo>
                  <a:pt x="624049" y="479317"/>
                </a:lnTo>
                <a:close/>
                <a:moveTo>
                  <a:pt x="683343" y="474202"/>
                </a:moveTo>
                <a:lnTo>
                  <a:pt x="695001" y="473116"/>
                </a:lnTo>
                <a:lnTo>
                  <a:pt x="696173" y="485461"/>
                </a:lnTo>
                <a:lnTo>
                  <a:pt x="684486" y="486547"/>
                </a:lnTo>
                <a:lnTo>
                  <a:pt x="683343" y="474202"/>
                </a:lnTo>
                <a:close/>
                <a:moveTo>
                  <a:pt x="742293" y="468430"/>
                </a:moveTo>
                <a:lnTo>
                  <a:pt x="755552" y="467001"/>
                </a:lnTo>
                <a:lnTo>
                  <a:pt x="756837" y="479346"/>
                </a:lnTo>
                <a:lnTo>
                  <a:pt x="743579" y="480746"/>
                </a:lnTo>
                <a:lnTo>
                  <a:pt x="742293" y="468430"/>
                </a:lnTo>
                <a:close/>
                <a:moveTo>
                  <a:pt x="807587" y="461115"/>
                </a:moveTo>
                <a:lnTo>
                  <a:pt x="820360" y="459572"/>
                </a:lnTo>
                <a:lnTo>
                  <a:pt x="821874" y="471859"/>
                </a:lnTo>
                <a:lnTo>
                  <a:pt x="809073" y="473402"/>
                </a:lnTo>
                <a:lnTo>
                  <a:pt x="807587" y="461115"/>
                </a:lnTo>
                <a:close/>
                <a:moveTo>
                  <a:pt x="870509" y="453085"/>
                </a:moveTo>
                <a:lnTo>
                  <a:pt x="882825" y="451371"/>
                </a:lnTo>
                <a:lnTo>
                  <a:pt x="884511" y="463629"/>
                </a:lnTo>
                <a:lnTo>
                  <a:pt x="872195" y="465344"/>
                </a:lnTo>
                <a:lnTo>
                  <a:pt x="870509" y="453085"/>
                </a:lnTo>
                <a:close/>
                <a:moveTo>
                  <a:pt x="931059" y="444313"/>
                </a:moveTo>
                <a:lnTo>
                  <a:pt x="942889" y="442455"/>
                </a:lnTo>
                <a:lnTo>
                  <a:pt x="944804" y="454685"/>
                </a:lnTo>
                <a:lnTo>
                  <a:pt x="932945" y="456543"/>
                </a:lnTo>
                <a:lnTo>
                  <a:pt x="931059" y="444313"/>
                </a:lnTo>
                <a:close/>
                <a:moveTo>
                  <a:pt x="989209" y="434797"/>
                </a:moveTo>
                <a:lnTo>
                  <a:pt x="1000582" y="432826"/>
                </a:lnTo>
                <a:lnTo>
                  <a:pt x="1002725" y="445027"/>
                </a:lnTo>
                <a:lnTo>
                  <a:pt x="991352" y="446999"/>
                </a:lnTo>
                <a:lnTo>
                  <a:pt x="989209" y="434797"/>
                </a:lnTo>
                <a:close/>
                <a:moveTo>
                  <a:pt x="1049788" y="423653"/>
                </a:moveTo>
                <a:lnTo>
                  <a:pt x="1062790" y="421053"/>
                </a:lnTo>
                <a:lnTo>
                  <a:pt x="1065219" y="433226"/>
                </a:lnTo>
                <a:lnTo>
                  <a:pt x="1052189" y="435797"/>
                </a:lnTo>
                <a:lnTo>
                  <a:pt x="1049788" y="423653"/>
                </a:lnTo>
                <a:close/>
                <a:moveTo>
                  <a:pt x="1113339" y="410337"/>
                </a:moveTo>
                <a:lnTo>
                  <a:pt x="1125655" y="407565"/>
                </a:lnTo>
                <a:lnTo>
                  <a:pt x="1128398" y="419624"/>
                </a:lnTo>
                <a:lnTo>
                  <a:pt x="1116082" y="422424"/>
                </a:lnTo>
                <a:lnTo>
                  <a:pt x="1113339" y="410337"/>
                </a:lnTo>
                <a:close/>
                <a:moveTo>
                  <a:pt x="1173461" y="395992"/>
                </a:moveTo>
                <a:lnTo>
                  <a:pt x="1185091" y="392992"/>
                </a:lnTo>
                <a:lnTo>
                  <a:pt x="1188177" y="404993"/>
                </a:lnTo>
                <a:lnTo>
                  <a:pt x="1176547" y="407994"/>
                </a:lnTo>
                <a:lnTo>
                  <a:pt x="1173461" y="395992"/>
                </a:lnTo>
                <a:close/>
                <a:moveTo>
                  <a:pt x="1230125" y="380619"/>
                </a:moveTo>
                <a:lnTo>
                  <a:pt x="1241098" y="377390"/>
                </a:lnTo>
                <a:lnTo>
                  <a:pt x="1244584" y="389277"/>
                </a:lnTo>
                <a:lnTo>
                  <a:pt x="1233611" y="392506"/>
                </a:lnTo>
                <a:lnTo>
                  <a:pt x="1230125" y="380619"/>
                </a:lnTo>
                <a:close/>
                <a:moveTo>
                  <a:pt x="1289561" y="362131"/>
                </a:moveTo>
                <a:cubicBezTo>
                  <a:pt x="1293790" y="360731"/>
                  <a:pt x="1297934" y="359331"/>
                  <a:pt x="1302020" y="357902"/>
                </a:cubicBezTo>
                <a:lnTo>
                  <a:pt x="1306049" y="369618"/>
                </a:lnTo>
                <a:cubicBezTo>
                  <a:pt x="1301906" y="371046"/>
                  <a:pt x="1297705" y="372475"/>
                  <a:pt x="1293476" y="373875"/>
                </a:cubicBezTo>
                <a:lnTo>
                  <a:pt x="1289561" y="362131"/>
                </a:lnTo>
                <a:close/>
                <a:moveTo>
                  <a:pt x="1349797" y="340357"/>
                </a:moveTo>
                <a:cubicBezTo>
                  <a:pt x="1353655" y="338871"/>
                  <a:pt x="1357455" y="337356"/>
                  <a:pt x="1361227" y="335842"/>
                </a:cubicBezTo>
                <a:lnTo>
                  <a:pt x="1365856" y="347329"/>
                </a:lnTo>
                <a:cubicBezTo>
                  <a:pt x="1362027" y="348872"/>
                  <a:pt x="1358198" y="350387"/>
                  <a:pt x="1354312" y="351901"/>
                </a:cubicBezTo>
                <a:lnTo>
                  <a:pt x="1349797" y="340357"/>
                </a:lnTo>
                <a:close/>
                <a:moveTo>
                  <a:pt x="1404833" y="317040"/>
                </a:moveTo>
                <a:cubicBezTo>
                  <a:pt x="1408319" y="315468"/>
                  <a:pt x="1411776" y="313839"/>
                  <a:pt x="1415205" y="312210"/>
                </a:cubicBezTo>
                <a:lnTo>
                  <a:pt x="1420520" y="323383"/>
                </a:lnTo>
                <a:cubicBezTo>
                  <a:pt x="1417063" y="325041"/>
                  <a:pt x="1413548" y="326669"/>
                  <a:pt x="1410005" y="328327"/>
                </a:cubicBezTo>
                <a:lnTo>
                  <a:pt x="1404833" y="317040"/>
                </a:lnTo>
                <a:close/>
                <a:moveTo>
                  <a:pt x="1458611" y="290036"/>
                </a:moveTo>
                <a:cubicBezTo>
                  <a:pt x="1462497" y="287893"/>
                  <a:pt x="1466326" y="285721"/>
                  <a:pt x="1470098" y="283578"/>
                </a:cubicBezTo>
                <a:lnTo>
                  <a:pt x="1476270" y="294294"/>
                </a:lnTo>
                <a:cubicBezTo>
                  <a:pt x="1472413" y="296523"/>
                  <a:pt x="1468498" y="298723"/>
                  <a:pt x="1464583" y="300895"/>
                </a:cubicBezTo>
                <a:lnTo>
                  <a:pt x="1458611" y="290036"/>
                </a:lnTo>
                <a:close/>
                <a:moveTo>
                  <a:pt x="1512903" y="256718"/>
                </a:moveTo>
                <a:cubicBezTo>
                  <a:pt x="1516218" y="254432"/>
                  <a:pt x="1519533" y="252146"/>
                  <a:pt x="1522790" y="249803"/>
                </a:cubicBezTo>
                <a:lnTo>
                  <a:pt x="1529991" y="259832"/>
                </a:lnTo>
                <a:cubicBezTo>
                  <a:pt x="1526677" y="262233"/>
                  <a:pt x="1523305" y="264604"/>
                  <a:pt x="1519904" y="266948"/>
                </a:cubicBezTo>
                <a:lnTo>
                  <a:pt x="1512903" y="256718"/>
                </a:lnTo>
                <a:close/>
                <a:moveTo>
                  <a:pt x="1559109" y="221085"/>
                </a:moveTo>
                <a:cubicBezTo>
                  <a:pt x="1561909" y="218627"/>
                  <a:pt x="1564681" y="216170"/>
                  <a:pt x="1567367" y="213655"/>
                </a:cubicBezTo>
                <a:lnTo>
                  <a:pt x="1575768" y="222799"/>
                </a:lnTo>
                <a:cubicBezTo>
                  <a:pt x="1572968" y="225342"/>
                  <a:pt x="1570139" y="227886"/>
                  <a:pt x="1567253" y="230400"/>
                </a:cubicBezTo>
                <a:lnTo>
                  <a:pt x="1559109" y="221085"/>
                </a:lnTo>
                <a:close/>
                <a:moveTo>
                  <a:pt x="1602715" y="176708"/>
                </a:moveTo>
                <a:cubicBezTo>
                  <a:pt x="1605372" y="173507"/>
                  <a:pt x="1607915" y="170307"/>
                  <a:pt x="1610430" y="167078"/>
                </a:cubicBezTo>
                <a:lnTo>
                  <a:pt x="1620202" y="174650"/>
                </a:lnTo>
                <a:cubicBezTo>
                  <a:pt x="1617631" y="177994"/>
                  <a:pt x="1614973" y="181308"/>
                  <a:pt x="1612230" y="184623"/>
                </a:cubicBezTo>
                <a:lnTo>
                  <a:pt x="1602715" y="176708"/>
                </a:lnTo>
                <a:close/>
                <a:moveTo>
                  <a:pt x="1636547" y="127330"/>
                </a:moveTo>
                <a:cubicBezTo>
                  <a:pt x="1638405" y="123901"/>
                  <a:pt x="1640205" y="120501"/>
                  <a:pt x="1641919" y="117043"/>
                </a:cubicBezTo>
                <a:lnTo>
                  <a:pt x="1653035" y="122558"/>
                </a:lnTo>
                <a:cubicBezTo>
                  <a:pt x="1651235" y="126159"/>
                  <a:pt x="1649349" y="129730"/>
                  <a:pt x="1647406" y="133274"/>
                </a:cubicBezTo>
                <a:lnTo>
                  <a:pt x="1636547" y="127330"/>
                </a:lnTo>
                <a:close/>
                <a:moveTo>
                  <a:pt x="1659493" y="72380"/>
                </a:moveTo>
                <a:cubicBezTo>
                  <a:pt x="1660608" y="68523"/>
                  <a:pt x="1661665" y="64637"/>
                  <a:pt x="1662636" y="60722"/>
                </a:cubicBezTo>
                <a:lnTo>
                  <a:pt x="1674666" y="63694"/>
                </a:lnTo>
                <a:cubicBezTo>
                  <a:pt x="1673638" y="67780"/>
                  <a:pt x="1672552" y="71866"/>
                  <a:pt x="1671352" y="75895"/>
                </a:cubicBezTo>
                <a:lnTo>
                  <a:pt x="1659493" y="72380"/>
                </a:lnTo>
                <a:close/>
                <a:moveTo>
                  <a:pt x="1670094" y="12487"/>
                </a:moveTo>
                <a:cubicBezTo>
                  <a:pt x="1670380" y="8344"/>
                  <a:pt x="1670580" y="4201"/>
                  <a:pt x="1670695" y="0"/>
                </a:cubicBezTo>
                <a:lnTo>
                  <a:pt x="1683067" y="343"/>
                </a:lnTo>
                <a:cubicBezTo>
                  <a:pt x="1682953" y="4715"/>
                  <a:pt x="1682753" y="9058"/>
                  <a:pt x="1682467" y="13345"/>
                </a:cubicBezTo>
                <a:lnTo>
                  <a:pt x="1670094" y="12487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02BF4-256E-4BBC-994F-5A199287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640" y="2700909"/>
            <a:ext cx="43348" cy="43348"/>
          </a:xfrm>
          <a:custGeom xmlns:a="http://schemas.openxmlformats.org/drawingml/2006/main">
            <a:pathLst>
              <a:path w="43348" h="43348">
                <a:moveTo>
                  <a:pt x="21660" y="0"/>
                </a:moveTo>
                <a:lnTo>
                  <a:pt x="43348" y="43348"/>
                </a:lnTo>
                <a:lnTo>
                  <a:pt x="21660" y="32518"/>
                </a:lnTo>
                <a:lnTo>
                  <a:pt x="0" y="43348"/>
                </a:lnTo>
                <a:lnTo>
                  <a:pt x="21660" y="0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45319-2200-4F54-9430-60C7EE8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640" y="2700909"/>
            <a:ext cx="43348" cy="43348"/>
          </a:xfrm>
          <a:custGeom xmlns:a="http://schemas.openxmlformats.org/drawingml/2006/main">
            <a:pathLst>
              <a:path w="43348" h="43348" fill="none">
                <a:moveTo>
                  <a:pt x="21660" y="0"/>
                </a:moveTo>
                <a:lnTo>
                  <a:pt x="43348" y="43348"/>
                </a:lnTo>
                <a:lnTo>
                  <a:pt x="21660" y="32518"/>
                </a:lnTo>
                <a:lnTo>
                  <a:pt x="0" y="43348"/>
                </a:lnTo>
                <a:lnTo>
                  <a:pt x="2166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86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00EE5-8FED-4AA3-848A-9E0A82A2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53" y="550469"/>
            <a:ext cx="263204" cy="263233"/>
          </a:xfrm>
          <a:custGeom xmlns:a="http://schemas.openxmlformats.org/drawingml/2006/main">
            <a:pathLst>
              <a:path w="263204" h="263233">
                <a:moveTo>
                  <a:pt x="263204" y="131616"/>
                </a:moveTo>
                <a:cubicBezTo>
                  <a:pt x="263204" y="140275"/>
                  <a:pt x="262376" y="148819"/>
                  <a:pt x="260690" y="157305"/>
                </a:cubicBezTo>
                <a:cubicBezTo>
                  <a:pt x="259004" y="165764"/>
                  <a:pt x="256489" y="173993"/>
                  <a:pt x="253175" y="181966"/>
                </a:cubicBezTo>
                <a:cubicBezTo>
                  <a:pt x="249860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800"/>
                  <a:pt x="211912" y="236258"/>
                  <a:pt x="204711" y="241059"/>
                </a:cubicBezTo>
                <a:cubicBezTo>
                  <a:pt x="197510" y="245859"/>
                  <a:pt x="189938" y="249888"/>
                  <a:pt x="181966" y="253203"/>
                </a:cubicBezTo>
                <a:cubicBezTo>
                  <a:pt x="173993" y="256518"/>
                  <a:pt x="165735" y="259004"/>
                  <a:pt x="157277" y="260690"/>
                </a:cubicBezTo>
                <a:cubicBezTo>
                  <a:pt x="148790" y="262376"/>
                  <a:pt x="140246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66" y="249888"/>
                  <a:pt x="65665" y="245859"/>
                  <a:pt x="58464" y="241059"/>
                </a:cubicBezTo>
                <a:cubicBezTo>
                  <a:pt x="51292" y="236258"/>
                  <a:pt x="44634" y="230800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305"/>
                </a:cubicBezTo>
                <a:cubicBezTo>
                  <a:pt x="829" y="148819"/>
                  <a:pt x="0" y="140275"/>
                  <a:pt x="0" y="131616"/>
                </a:cubicBezTo>
                <a:cubicBezTo>
                  <a:pt x="0" y="122987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34" y="32461"/>
                  <a:pt x="51292" y="27003"/>
                  <a:pt x="58464" y="22203"/>
                </a:cubicBezTo>
                <a:cubicBezTo>
                  <a:pt x="65665" y="17402"/>
                  <a:pt x="73266" y="13345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35" y="4229"/>
                  <a:pt x="173993" y="6715"/>
                  <a:pt x="181966" y="10030"/>
                </a:cubicBezTo>
                <a:cubicBezTo>
                  <a:pt x="189938" y="13345"/>
                  <a:pt x="197510" y="17402"/>
                  <a:pt x="204711" y="22203"/>
                </a:cubicBezTo>
                <a:cubicBezTo>
                  <a:pt x="211912" y="27003"/>
                  <a:pt x="218542" y="32461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60" y="73266"/>
                  <a:pt x="253175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87"/>
                  <a:pt x="263204" y="131616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2EF89-8F7F-4D9E-BC23-C2933612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53" y="550469"/>
            <a:ext cx="263204" cy="263233"/>
          </a:xfrm>
          <a:custGeom xmlns:a="http://schemas.openxmlformats.org/drawingml/2006/main">
            <a:pathLst>
              <a:path w="263204" h="263233" fill="none">
                <a:moveTo>
                  <a:pt x="263204" y="131616"/>
                </a:moveTo>
                <a:cubicBezTo>
                  <a:pt x="263204" y="140275"/>
                  <a:pt x="262376" y="148819"/>
                  <a:pt x="260690" y="157305"/>
                </a:cubicBezTo>
                <a:cubicBezTo>
                  <a:pt x="259004" y="165764"/>
                  <a:pt x="256489" y="173993"/>
                  <a:pt x="253175" y="181966"/>
                </a:cubicBezTo>
                <a:cubicBezTo>
                  <a:pt x="249860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800"/>
                  <a:pt x="211912" y="236258"/>
                  <a:pt x="204711" y="241059"/>
                </a:cubicBezTo>
                <a:cubicBezTo>
                  <a:pt x="197510" y="245859"/>
                  <a:pt x="189938" y="249888"/>
                  <a:pt x="181966" y="253203"/>
                </a:cubicBezTo>
                <a:cubicBezTo>
                  <a:pt x="173993" y="256518"/>
                  <a:pt x="165735" y="259004"/>
                  <a:pt x="157277" y="260690"/>
                </a:cubicBezTo>
                <a:cubicBezTo>
                  <a:pt x="148790" y="262376"/>
                  <a:pt x="140246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66" y="249888"/>
                  <a:pt x="65665" y="245859"/>
                  <a:pt x="58464" y="241059"/>
                </a:cubicBezTo>
                <a:cubicBezTo>
                  <a:pt x="51292" y="236258"/>
                  <a:pt x="44634" y="230800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305"/>
                </a:cubicBezTo>
                <a:cubicBezTo>
                  <a:pt x="829" y="148819"/>
                  <a:pt x="0" y="140275"/>
                  <a:pt x="0" y="131616"/>
                </a:cubicBezTo>
                <a:cubicBezTo>
                  <a:pt x="0" y="122987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34" y="32461"/>
                  <a:pt x="51292" y="27003"/>
                  <a:pt x="58464" y="22203"/>
                </a:cubicBezTo>
                <a:cubicBezTo>
                  <a:pt x="65665" y="17402"/>
                  <a:pt x="73266" y="13345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35" y="4229"/>
                  <a:pt x="173993" y="6715"/>
                  <a:pt x="181966" y="10030"/>
                </a:cubicBezTo>
                <a:cubicBezTo>
                  <a:pt x="189938" y="13345"/>
                  <a:pt x="197510" y="17402"/>
                  <a:pt x="204711" y="22203"/>
                </a:cubicBezTo>
                <a:cubicBezTo>
                  <a:pt x="211912" y="27003"/>
                  <a:pt x="218542" y="32461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60" y="73266"/>
                  <a:pt x="253175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87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146" name="Text (b)ESP">
            <a:extLst xmlns:a="http://schemas.openxmlformats.org/drawingml/2006/main">
              <a:ext uri="{FF2B5EF4-FFF2-40B4-BE49-F238E27FC236}">
                <a16:creationId xmlns:a16="http://schemas.microsoft.com/office/drawing/2014/main" id="{76EB4A6F-81EF-474E-A8FA-2F12A2EC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950" y="4401804"/>
            <a:ext cx="754111" cy="206163"/>
          </a:xfrm>
          <a:custGeom xmlns:a="http://schemas.openxmlformats.org/drawingml/2006/main">
            <a:pathLst>
              <a:path w="754111" h="206163">
                <a:moveTo>
                  <a:pt x="59082" y="680"/>
                </a:moveTo>
                <a:cubicBezTo>
                  <a:pt x="61426" y="2722"/>
                  <a:pt x="63580" y="4764"/>
                  <a:pt x="65546" y="6808"/>
                </a:cubicBezTo>
                <a:cubicBezTo>
                  <a:pt x="58742" y="13843"/>
                  <a:pt x="53790" y="19668"/>
                  <a:pt x="50690" y="24282"/>
                </a:cubicBezTo>
                <a:cubicBezTo>
                  <a:pt x="45096" y="32754"/>
                  <a:pt x="40994" y="40224"/>
                  <a:pt x="38386" y="46693"/>
                </a:cubicBezTo>
                <a:cubicBezTo>
                  <a:pt x="35778" y="53159"/>
                  <a:pt x="33567" y="61290"/>
                  <a:pt x="31752" y="71085"/>
                </a:cubicBezTo>
                <a:cubicBezTo>
                  <a:pt x="29938" y="80880"/>
                  <a:pt x="29031" y="92851"/>
                  <a:pt x="29031" y="106997"/>
                </a:cubicBezTo>
                <a:cubicBezTo>
                  <a:pt x="29031" y="117964"/>
                  <a:pt x="29957" y="128611"/>
                  <a:pt x="31809" y="138938"/>
                </a:cubicBezTo>
                <a:cubicBezTo>
                  <a:pt x="33661" y="149262"/>
                  <a:pt x="35306" y="156050"/>
                  <a:pt x="36742" y="159304"/>
                </a:cubicBezTo>
                <a:cubicBezTo>
                  <a:pt x="40522" y="168002"/>
                  <a:pt x="44283" y="175037"/>
                  <a:pt x="48025" y="180407"/>
                </a:cubicBezTo>
                <a:cubicBezTo>
                  <a:pt x="51768" y="185777"/>
                  <a:pt x="57570" y="192395"/>
                  <a:pt x="65432" y="200263"/>
                </a:cubicBezTo>
                <a:cubicBezTo>
                  <a:pt x="63845" y="202231"/>
                  <a:pt x="62068" y="204197"/>
                  <a:pt x="60103" y="206163"/>
                </a:cubicBezTo>
                <a:cubicBezTo>
                  <a:pt x="52467" y="202532"/>
                  <a:pt x="43470" y="195156"/>
                  <a:pt x="33113" y="184036"/>
                </a:cubicBezTo>
                <a:cubicBezTo>
                  <a:pt x="22756" y="172918"/>
                  <a:pt x="14648" y="160589"/>
                  <a:pt x="8789" y="147049"/>
                </a:cubicBezTo>
                <a:cubicBezTo>
                  <a:pt x="2930" y="133510"/>
                  <a:pt x="0" y="119062"/>
                  <a:pt x="0" y="103705"/>
                </a:cubicBezTo>
                <a:cubicBezTo>
                  <a:pt x="0" y="86686"/>
                  <a:pt x="2911" y="71708"/>
                  <a:pt x="8732" y="58774"/>
                </a:cubicBezTo>
                <a:cubicBezTo>
                  <a:pt x="14553" y="45839"/>
                  <a:pt x="22756" y="33907"/>
                  <a:pt x="33340" y="22978"/>
                </a:cubicBezTo>
                <a:cubicBezTo>
                  <a:pt x="43924" y="12046"/>
                  <a:pt x="52505" y="4614"/>
                  <a:pt x="59082" y="680"/>
                </a:cubicBezTo>
                <a:close/>
                <a:moveTo>
                  <a:pt x="71102" y="13835"/>
                </a:moveTo>
                <a:lnTo>
                  <a:pt x="80741" y="10174"/>
                </a:lnTo>
                <a:cubicBezTo>
                  <a:pt x="83160" y="9260"/>
                  <a:pt x="89473" y="6095"/>
                  <a:pt x="99679" y="680"/>
                </a:cubicBezTo>
                <a:lnTo>
                  <a:pt x="104669" y="680"/>
                </a:lnTo>
                <a:cubicBezTo>
                  <a:pt x="105954" y="680"/>
                  <a:pt x="107088" y="756"/>
                  <a:pt x="108071" y="907"/>
                </a:cubicBezTo>
                <a:cubicBezTo>
                  <a:pt x="108146" y="3095"/>
                  <a:pt x="108184" y="4605"/>
                  <a:pt x="108184" y="5436"/>
                </a:cubicBezTo>
                <a:lnTo>
                  <a:pt x="108071" y="10079"/>
                </a:lnTo>
                <a:lnTo>
                  <a:pt x="108638" y="52646"/>
                </a:lnTo>
                <a:lnTo>
                  <a:pt x="108524" y="68948"/>
                </a:lnTo>
                <a:cubicBezTo>
                  <a:pt x="110717" y="66529"/>
                  <a:pt x="113627" y="63996"/>
                  <a:pt x="117256" y="61350"/>
                </a:cubicBezTo>
                <a:cubicBezTo>
                  <a:pt x="118012" y="60821"/>
                  <a:pt x="120091" y="59743"/>
                  <a:pt x="123493" y="58118"/>
                </a:cubicBezTo>
                <a:cubicBezTo>
                  <a:pt x="126895" y="56493"/>
                  <a:pt x="129617" y="55453"/>
                  <a:pt x="131658" y="54999"/>
                </a:cubicBezTo>
                <a:cubicBezTo>
                  <a:pt x="135287" y="54168"/>
                  <a:pt x="138500" y="53752"/>
                  <a:pt x="141297" y="53752"/>
                </a:cubicBezTo>
                <a:cubicBezTo>
                  <a:pt x="148782" y="53752"/>
                  <a:pt x="154886" y="54699"/>
                  <a:pt x="159611" y="56594"/>
                </a:cubicBezTo>
                <a:cubicBezTo>
                  <a:pt x="164336" y="58489"/>
                  <a:pt x="168797" y="61463"/>
                  <a:pt x="172993" y="65517"/>
                </a:cubicBezTo>
                <a:cubicBezTo>
                  <a:pt x="177188" y="69572"/>
                  <a:pt x="180723" y="75236"/>
                  <a:pt x="183596" y="82510"/>
                </a:cubicBezTo>
                <a:cubicBezTo>
                  <a:pt x="185410" y="87131"/>
                  <a:pt x="186317" y="92776"/>
                  <a:pt x="186317" y="99446"/>
                </a:cubicBezTo>
                <a:cubicBezTo>
                  <a:pt x="186317" y="103764"/>
                  <a:pt x="185580" y="108633"/>
                  <a:pt x="184106" y="114053"/>
                </a:cubicBezTo>
                <a:cubicBezTo>
                  <a:pt x="182632" y="119470"/>
                  <a:pt x="180231" y="124755"/>
                  <a:pt x="176905" y="129908"/>
                </a:cubicBezTo>
                <a:cubicBezTo>
                  <a:pt x="174486" y="133622"/>
                  <a:pt x="171065" y="137260"/>
                  <a:pt x="166642" y="140823"/>
                </a:cubicBezTo>
                <a:cubicBezTo>
                  <a:pt x="162220" y="144383"/>
                  <a:pt x="157135" y="147224"/>
                  <a:pt x="151390" y="149346"/>
                </a:cubicBezTo>
                <a:cubicBezTo>
                  <a:pt x="147610" y="150784"/>
                  <a:pt x="141146" y="151504"/>
                  <a:pt x="131998" y="151504"/>
                </a:cubicBezTo>
                <a:cubicBezTo>
                  <a:pt x="123607" y="151504"/>
                  <a:pt x="114194" y="148404"/>
                  <a:pt x="103761" y="142205"/>
                </a:cubicBezTo>
                <a:cubicBezTo>
                  <a:pt x="101040" y="140542"/>
                  <a:pt x="99074" y="139408"/>
                  <a:pt x="97864" y="138803"/>
                </a:cubicBezTo>
                <a:cubicBezTo>
                  <a:pt x="96352" y="140995"/>
                  <a:pt x="94670" y="143641"/>
                  <a:pt x="92818" y="146741"/>
                </a:cubicBezTo>
                <a:cubicBezTo>
                  <a:pt x="90966" y="149841"/>
                  <a:pt x="89700" y="151882"/>
                  <a:pt x="89019" y="152865"/>
                </a:cubicBezTo>
                <a:lnTo>
                  <a:pt x="83349" y="153091"/>
                </a:lnTo>
                <a:cubicBezTo>
                  <a:pt x="83349" y="151275"/>
                  <a:pt x="83444" y="149421"/>
                  <a:pt x="83633" y="147531"/>
                </a:cubicBezTo>
                <a:cubicBezTo>
                  <a:pt x="83822" y="145639"/>
                  <a:pt x="83916" y="143860"/>
                  <a:pt x="83916" y="142194"/>
                </a:cubicBezTo>
                <a:lnTo>
                  <a:pt x="83803" y="133795"/>
                </a:lnTo>
                <a:lnTo>
                  <a:pt x="84143" y="130847"/>
                </a:lnTo>
                <a:cubicBezTo>
                  <a:pt x="84294" y="129635"/>
                  <a:pt x="84370" y="127516"/>
                  <a:pt x="84370" y="124490"/>
                </a:cubicBezTo>
                <a:lnTo>
                  <a:pt x="84370" y="41522"/>
                </a:lnTo>
                <a:cubicBezTo>
                  <a:pt x="84370" y="33199"/>
                  <a:pt x="84105" y="27789"/>
                  <a:pt x="83576" y="25292"/>
                </a:cubicBezTo>
                <a:cubicBezTo>
                  <a:pt x="83425" y="24536"/>
                  <a:pt x="83141" y="23988"/>
                  <a:pt x="82725" y="23648"/>
                </a:cubicBezTo>
                <a:cubicBezTo>
                  <a:pt x="82310" y="23307"/>
                  <a:pt x="78435" y="21775"/>
                  <a:pt x="71102" y="19051"/>
                </a:cubicBezTo>
                <a:lnTo>
                  <a:pt x="71102" y="13835"/>
                </a:lnTo>
                <a:moveTo>
                  <a:pt x="108864" y="75649"/>
                </a:moveTo>
                <a:lnTo>
                  <a:pt x="108751" y="93368"/>
                </a:lnTo>
                <a:cubicBezTo>
                  <a:pt x="108751" y="112977"/>
                  <a:pt x="109223" y="124713"/>
                  <a:pt x="110168" y="128576"/>
                </a:cubicBezTo>
                <a:cubicBezTo>
                  <a:pt x="111113" y="132436"/>
                  <a:pt x="113627" y="135786"/>
                  <a:pt x="117710" y="138626"/>
                </a:cubicBezTo>
                <a:cubicBezTo>
                  <a:pt x="121792" y="141465"/>
                  <a:pt x="126101" y="142885"/>
                  <a:pt x="130637" y="142885"/>
                </a:cubicBezTo>
                <a:cubicBezTo>
                  <a:pt x="133964" y="142885"/>
                  <a:pt x="137290" y="142204"/>
                  <a:pt x="140617" y="140841"/>
                </a:cubicBezTo>
                <a:cubicBezTo>
                  <a:pt x="143943" y="139477"/>
                  <a:pt x="146476" y="137963"/>
                  <a:pt x="148215" y="136297"/>
                </a:cubicBezTo>
                <a:cubicBezTo>
                  <a:pt x="150861" y="133800"/>
                  <a:pt x="152826" y="131151"/>
                  <a:pt x="154111" y="128349"/>
                </a:cubicBezTo>
                <a:cubicBezTo>
                  <a:pt x="156153" y="123957"/>
                  <a:pt x="157438" y="119944"/>
                  <a:pt x="157967" y="116310"/>
                </a:cubicBezTo>
                <a:cubicBezTo>
                  <a:pt x="158647" y="111311"/>
                  <a:pt x="158988" y="107336"/>
                  <a:pt x="158988" y="104386"/>
                </a:cubicBezTo>
                <a:cubicBezTo>
                  <a:pt x="158988" y="98177"/>
                  <a:pt x="157721" y="92025"/>
                  <a:pt x="155189" y="85930"/>
                </a:cubicBezTo>
                <a:cubicBezTo>
                  <a:pt x="152656" y="79834"/>
                  <a:pt x="149103" y="75291"/>
                  <a:pt x="144529" y="72300"/>
                </a:cubicBezTo>
                <a:cubicBezTo>
                  <a:pt x="139955" y="69309"/>
                  <a:pt x="134984" y="67814"/>
                  <a:pt x="129617" y="67814"/>
                </a:cubicBezTo>
                <a:cubicBezTo>
                  <a:pt x="126290" y="67814"/>
                  <a:pt x="122359" y="68760"/>
                  <a:pt x="117823" y="70652"/>
                </a:cubicBezTo>
                <a:cubicBezTo>
                  <a:pt x="113287" y="72545"/>
                  <a:pt x="110301" y="74210"/>
                  <a:pt x="108864" y="75649"/>
                </a:cubicBezTo>
                <a:close/>
                <a:moveTo>
                  <a:pt x="197260" y="6467"/>
                </a:moveTo>
                <a:cubicBezTo>
                  <a:pt x="197865" y="5409"/>
                  <a:pt x="198659" y="4483"/>
                  <a:pt x="199641" y="3689"/>
                </a:cubicBezTo>
                <a:cubicBezTo>
                  <a:pt x="200624" y="2893"/>
                  <a:pt x="201607" y="1890"/>
                  <a:pt x="202590" y="680"/>
                </a:cubicBezTo>
                <a:cubicBezTo>
                  <a:pt x="210604" y="5446"/>
                  <a:pt x="217370" y="10627"/>
                  <a:pt x="222889" y="16223"/>
                </a:cubicBezTo>
                <a:cubicBezTo>
                  <a:pt x="233095" y="26361"/>
                  <a:pt x="240901" y="36082"/>
                  <a:pt x="246306" y="45385"/>
                </a:cubicBezTo>
                <a:cubicBezTo>
                  <a:pt x="251711" y="54689"/>
                  <a:pt x="255510" y="62821"/>
                  <a:pt x="257703" y="69781"/>
                </a:cubicBezTo>
                <a:cubicBezTo>
                  <a:pt x="261256" y="81201"/>
                  <a:pt x="263033" y="92509"/>
                  <a:pt x="263033" y="103705"/>
                </a:cubicBezTo>
                <a:cubicBezTo>
                  <a:pt x="263033" y="114143"/>
                  <a:pt x="261804" y="124071"/>
                  <a:pt x="259347" y="133491"/>
                </a:cubicBezTo>
                <a:cubicBezTo>
                  <a:pt x="256890" y="142908"/>
                  <a:pt x="253072" y="152003"/>
                  <a:pt x="247894" y="160778"/>
                </a:cubicBezTo>
                <a:cubicBezTo>
                  <a:pt x="242715" y="169552"/>
                  <a:pt x="235760" y="178270"/>
                  <a:pt x="227028" y="186931"/>
                </a:cubicBezTo>
                <a:cubicBezTo>
                  <a:pt x="218296" y="195592"/>
                  <a:pt x="210717" y="202003"/>
                  <a:pt x="204291" y="206163"/>
                </a:cubicBezTo>
                <a:lnTo>
                  <a:pt x="197714" y="200036"/>
                </a:lnTo>
                <a:cubicBezTo>
                  <a:pt x="203913" y="193910"/>
                  <a:pt x="209243" y="187575"/>
                  <a:pt x="213703" y="181031"/>
                </a:cubicBezTo>
                <a:cubicBezTo>
                  <a:pt x="218164" y="174489"/>
                  <a:pt x="221774" y="167813"/>
                  <a:pt x="224533" y="161005"/>
                </a:cubicBezTo>
                <a:cubicBezTo>
                  <a:pt x="227292" y="154196"/>
                  <a:pt x="229560" y="145875"/>
                  <a:pt x="231337" y="136042"/>
                </a:cubicBezTo>
                <a:cubicBezTo>
                  <a:pt x="233114" y="126209"/>
                  <a:pt x="234002" y="114977"/>
                  <a:pt x="234002" y="102344"/>
                </a:cubicBezTo>
                <a:cubicBezTo>
                  <a:pt x="234002" y="93494"/>
                  <a:pt x="233416" y="84909"/>
                  <a:pt x="232244" y="76588"/>
                </a:cubicBezTo>
                <a:cubicBezTo>
                  <a:pt x="231072" y="68267"/>
                  <a:pt x="229164" y="59228"/>
                  <a:pt x="226518" y="49471"/>
                </a:cubicBezTo>
                <a:cubicBezTo>
                  <a:pt x="226064" y="47806"/>
                  <a:pt x="225157" y="45725"/>
                  <a:pt x="223796" y="43231"/>
                </a:cubicBezTo>
                <a:cubicBezTo>
                  <a:pt x="219713" y="32866"/>
                  <a:pt x="212683" y="22541"/>
                  <a:pt x="202703" y="12254"/>
                </a:cubicBezTo>
                <a:cubicBezTo>
                  <a:pt x="200208" y="9682"/>
                  <a:pt x="198394" y="7753"/>
                  <a:pt x="197260" y="6467"/>
                </a:cubicBezTo>
                <a:close/>
                <a:moveTo>
                  <a:pt x="339464" y="3402"/>
                </a:moveTo>
                <a:cubicBezTo>
                  <a:pt x="343774" y="3629"/>
                  <a:pt x="347516" y="3969"/>
                  <a:pt x="350691" y="4423"/>
                </a:cubicBezTo>
                <a:cubicBezTo>
                  <a:pt x="356663" y="5254"/>
                  <a:pt x="363581" y="5670"/>
                  <a:pt x="371443" y="5670"/>
                </a:cubicBezTo>
                <a:cubicBezTo>
                  <a:pt x="374165" y="5670"/>
                  <a:pt x="381158" y="5430"/>
                  <a:pt x="392423" y="4951"/>
                </a:cubicBezTo>
                <a:cubicBezTo>
                  <a:pt x="409282" y="4230"/>
                  <a:pt x="424515" y="3870"/>
                  <a:pt x="438123" y="3870"/>
                </a:cubicBezTo>
                <a:lnTo>
                  <a:pt x="458649" y="3629"/>
                </a:lnTo>
                <a:cubicBezTo>
                  <a:pt x="463260" y="3629"/>
                  <a:pt x="470064" y="4196"/>
                  <a:pt x="479061" y="5330"/>
                </a:cubicBezTo>
                <a:cubicBezTo>
                  <a:pt x="480422" y="6842"/>
                  <a:pt x="481102" y="8883"/>
                  <a:pt x="481102" y="11454"/>
                </a:cubicBezTo>
                <a:lnTo>
                  <a:pt x="481102" y="34814"/>
                </a:lnTo>
                <a:lnTo>
                  <a:pt x="481329" y="39464"/>
                </a:lnTo>
                <a:cubicBezTo>
                  <a:pt x="481329" y="39917"/>
                  <a:pt x="481291" y="40598"/>
                  <a:pt x="481216" y="41505"/>
                </a:cubicBezTo>
                <a:lnTo>
                  <a:pt x="476566" y="41732"/>
                </a:lnTo>
                <a:cubicBezTo>
                  <a:pt x="475961" y="41732"/>
                  <a:pt x="474676" y="41657"/>
                  <a:pt x="472710" y="41508"/>
                </a:cubicBezTo>
                <a:cubicBezTo>
                  <a:pt x="472030" y="40008"/>
                  <a:pt x="471123" y="37797"/>
                  <a:pt x="469989" y="34874"/>
                </a:cubicBezTo>
                <a:lnTo>
                  <a:pt x="465453" y="26890"/>
                </a:lnTo>
                <a:cubicBezTo>
                  <a:pt x="463714" y="23519"/>
                  <a:pt x="461295" y="20072"/>
                  <a:pt x="458195" y="16549"/>
                </a:cubicBezTo>
                <a:cubicBezTo>
                  <a:pt x="456305" y="16025"/>
                  <a:pt x="453886" y="15725"/>
                  <a:pt x="450937" y="15649"/>
                </a:cubicBezTo>
                <a:cubicBezTo>
                  <a:pt x="450181" y="15569"/>
                  <a:pt x="447876" y="15366"/>
                  <a:pt x="444020" y="15040"/>
                </a:cubicBezTo>
                <a:cubicBezTo>
                  <a:pt x="436989" y="14388"/>
                  <a:pt x="429429" y="14062"/>
                  <a:pt x="421340" y="14062"/>
                </a:cubicBezTo>
                <a:cubicBezTo>
                  <a:pt x="412117" y="14062"/>
                  <a:pt x="403876" y="14213"/>
                  <a:pt x="396618" y="14515"/>
                </a:cubicBezTo>
                <a:cubicBezTo>
                  <a:pt x="396392" y="16405"/>
                  <a:pt x="396278" y="23852"/>
                  <a:pt x="396278" y="36855"/>
                </a:cubicBezTo>
                <a:lnTo>
                  <a:pt x="396505" y="55907"/>
                </a:lnTo>
                <a:lnTo>
                  <a:pt x="396505" y="70195"/>
                </a:lnTo>
                <a:cubicBezTo>
                  <a:pt x="398395" y="70422"/>
                  <a:pt x="400020" y="70535"/>
                  <a:pt x="401381" y="70535"/>
                </a:cubicBezTo>
                <a:cubicBezTo>
                  <a:pt x="414914" y="70535"/>
                  <a:pt x="424553" y="70271"/>
                  <a:pt x="430298" y="69742"/>
                </a:cubicBezTo>
                <a:cubicBezTo>
                  <a:pt x="436044" y="69212"/>
                  <a:pt x="439597" y="68475"/>
                  <a:pt x="440958" y="67530"/>
                </a:cubicBezTo>
                <a:cubicBezTo>
                  <a:pt x="442319" y="66585"/>
                  <a:pt x="443529" y="64941"/>
                  <a:pt x="444587" y="62597"/>
                </a:cubicBezTo>
                <a:cubicBezTo>
                  <a:pt x="445267" y="60934"/>
                  <a:pt x="446590" y="55377"/>
                  <a:pt x="448556" y="45927"/>
                </a:cubicBezTo>
                <a:lnTo>
                  <a:pt x="450030" y="45814"/>
                </a:lnTo>
                <a:lnTo>
                  <a:pt x="456608" y="45814"/>
                </a:lnTo>
                <a:cubicBezTo>
                  <a:pt x="456910" y="52568"/>
                  <a:pt x="457061" y="57692"/>
                  <a:pt x="457061" y="61183"/>
                </a:cubicBezTo>
                <a:cubicBezTo>
                  <a:pt x="457061" y="69152"/>
                  <a:pt x="457004" y="74275"/>
                  <a:pt x="456891" y="76553"/>
                </a:cubicBezTo>
                <a:cubicBezTo>
                  <a:pt x="456778" y="78828"/>
                  <a:pt x="456721" y="80610"/>
                  <a:pt x="456721" y="81900"/>
                </a:cubicBezTo>
                <a:cubicBezTo>
                  <a:pt x="456721" y="83951"/>
                  <a:pt x="456834" y="87235"/>
                  <a:pt x="457061" y="91752"/>
                </a:cubicBezTo>
                <a:cubicBezTo>
                  <a:pt x="457288" y="96267"/>
                  <a:pt x="457401" y="99624"/>
                  <a:pt x="457401" y="101823"/>
                </a:cubicBezTo>
                <a:lnTo>
                  <a:pt x="457401" y="104329"/>
                </a:lnTo>
                <a:lnTo>
                  <a:pt x="449350" y="104329"/>
                </a:lnTo>
                <a:cubicBezTo>
                  <a:pt x="449047" y="103119"/>
                  <a:pt x="448480" y="100625"/>
                  <a:pt x="447649" y="96844"/>
                </a:cubicBezTo>
                <a:cubicBezTo>
                  <a:pt x="446137" y="89814"/>
                  <a:pt x="444776" y="85429"/>
                  <a:pt x="443566" y="83690"/>
                </a:cubicBezTo>
                <a:cubicBezTo>
                  <a:pt x="442659" y="82329"/>
                  <a:pt x="441147" y="81309"/>
                  <a:pt x="439030" y="80628"/>
                </a:cubicBezTo>
                <a:cubicBezTo>
                  <a:pt x="437518" y="80099"/>
                  <a:pt x="431924" y="79834"/>
                  <a:pt x="422247" y="79834"/>
                </a:cubicBezTo>
                <a:cubicBezTo>
                  <a:pt x="410831" y="79834"/>
                  <a:pt x="402251" y="80137"/>
                  <a:pt x="396505" y="80742"/>
                </a:cubicBezTo>
                <a:cubicBezTo>
                  <a:pt x="396429" y="82702"/>
                  <a:pt x="396392" y="83985"/>
                  <a:pt x="396392" y="84590"/>
                </a:cubicBezTo>
                <a:cubicBezTo>
                  <a:pt x="396392" y="93570"/>
                  <a:pt x="396543" y="101040"/>
                  <a:pt x="396845" y="107001"/>
                </a:cubicBezTo>
                <a:lnTo>
                  <a:pt x="396618" y="131446"/>
                </a:lnTo>
                <a:cubicBezTo>
                  <a:pt x="396618" y="134314"/>
                  <a:pt x="397639" y="136276"/>
                  <a:pt x="399680" y="137332"/>
                </a:cubicBezTo>
                <a:cubicBezTo>
                  <a:pt x="402780" y="138917"/>
                  <a:pt x="412268" y="139710"/>
                  <a:pt x="428144" y="139710"/>
                </a:cubicBezTo>
                <a:cubicBezTo>
                  <a:pt x="438652" y="139710"/>
                  <a:pt x="447573" y="138919"/>
                  <a:pt x="454907" y="137336"/>
                </a:cubicBezTo>
                <a:cubicBezTo>
                  <a:pt x="459972" y="136206"/>
                  <a:pt x="464432" y="133683"/>
                  <a:pt x="468288" y="129766"/>
                </a:cubicBezTo>
                <a:cubicBezTo>
                  <a:pt x="473429" y="124720"/>
                  <a:pt x="477700" y="117639"/>
                  <a:pt x="481102" y="108525"/>
                </a:cubicBezTo>
                <a:cubicBezTo>
                  <a:pt x="483446" y="108298"/>
                  <a:pt x="485374" y="108185"/>
                  <a:pt x="486886" y="108185"/>
                </a:cubicBezTo>
                <a:cubicBezTo>
                  <a:pt x="487717" y="108185"/>
                  <a:pt x="488965" y="108222"/>
                  <a:pt x="490628" y="108298"/>
                </a:cubicBezTo>
                <a:cubicBezTo>
                  <a:pt x="490401" y="110193"/>
                  <a:pt x="490212" y="111785"/>
                  <a:pt x="490061" y="113075"/>
                </a:cubicBezTo>
                <a:lnTo>
                  <a:pt x="489380" y="116484"/>
                </a:lnTo>
                <a:lnTo>
                  <a:pt x="485185" y="137974"/>
                </a:lnTo>
                <a:lnTo>
                  <a:pt x="483143" y="150937"/>
                </a:lnTo>
                <a:cubicBezTo>
                  <a:pt x="478229" y="151164"/>
                  <a:pt x="474336" y="151277"/>
                  <a:pt x="471463" y="151277"/>
                </a:cubicBezTo>
                <a:cubicBezTo>
                  <a:pt x="467229" y="151277"/>
                  <a:pt x="455927" y="150877"/>
                  <a:pt x="437556" y="150076"/>
                </a:cubicBezTo>
                <a:cubicBezTo>
                  <a:pt x="424628" y="149516"/>
                  <a:pt x="409055" y="149236"/>
                  <a:pt x="390835" y="149236"/>
                </a:cubicBezTo>
                <a:cubicBezTo>
                  <a:pt x="381763" y="149236"/>
                  <a:pt x="370612" y="149614"/>
                  <a:pt x="357382" y="150370"/>
                </a:cubicBezTo>
                <a:lnTo>
                  <a:pt x="352619" y="150370"/>
                </a:lnTo>
                <a:lnTo>
                  <a:pt x="338897" y="150823"/>
                </a:lnTo>
                <a:lnTo>
                  <a:pt x="338897" y="142885"/>
                </a:lnTo>
                <a:cubicBezTo>
                  <a:pt x="340334" y="142507"/>
                  <a:pt x="343207" y="142091"/>
                  <a:pt x="347516" y="141638"/>
                </a:cubicBezTo>
                <a:cubicBezTo>
                  <a:pt x="355378" y="140731"/>
                  <a:pt x="360821" y="139521"/>
                  <a:pt x="363845" y="138009"/>
                </a:cubicBezTo>
                <a:cubicBezTo>
                  <a:pt x="364677" y="135817"/>
                  <a:pt x="365093" y="133057"/>
                  <a:pt x="365093" y="129731"/>
                </a:cubicBezTo>
                <a:cubicBezTo>
                  <a:pt x="365093" y="128446"/>
                  <a:pt x="365055" y="126253"/>
                  <a:pt x="364980" y="123154"/>
                </a:cubicBezTo>
                <a:lnTo>
                  <a:pt x="365093" y="119638"/>
                </a:lnTo>
                <a:lnTo>
                  <a:pt x="364753" y="76886"/>
                </a:lnTo>
                <a:lnTo>
                  <a:pt x="364866" y="64072"/>
                </a:lnTo>
                <a:lnTo>
                  <a:pt x="364299" y="45927"/>
                </a:lnTo>
                <a:lnTo>
                  <a:pt x="364412" y="33113"/>
                </a:lnTo>
                <a:lnTo>
                  <a:pt x="363392" y="19051"/>
                </a:lnTo>
                <a:cubicBezTo>
                  <a:pt x="363392" y="18673"/>
                  <a:pt x="363316" y="17917"/>
                  <a:pt x="363165" y="16783"/>
                </a:cubicBezTo>
                <a:cubicBezTo>
                  <a:pt x="362409" y="15952"/>
                  <a:pt x="361275" y="15423"/>
                  <a:pt x="359763" y="15196"/>
                </a:cubicBezTo>
                <a:cubicBezTo>
                  <a:pt x="358931" y="15045"/>
                  <a:pt x="357797" y="14818"/>
                  <a:pt x="356361" y="14515"/>
                </a:cubicBezTo>
                <a:cubicBezTo>
                  <a:pt x="352052" y="13608"/>
                  <a:pt x="347894" y="13079"/>
                  <a:pt x="343887" y="12928"/>
                </a:cubicBezTo>
                <a:cubicBezTo>
                  <a:pt x="342450" y="12852"/>
                  <a:pt x="340787" y="12701"/>
                  <a:pt x="338897" y="12474"/>
                </a:cubicBezTo>
                <a:lnTo>
                  <a:pt x="339464" y="3402"/>
                </a:lnTo>
                <a:close/>
                <a:moveTo>
                  <a:pt x="595068" y="6577"/>
                </a:moveTo>
                <a:cubicBezTo>
                  <a:pt x="595824" y="9157"/>
                  <a:pt x="596505" y="13064"/>
                  <a:pt x="597110" y="18297"/>
                </a:cubicBezTo>
                <a:cubicBezTo>
                  <a:pt x="598017" y="26109"/>
                  <a:pt x="598470" y="32178"/>
                  <a:pt x="598470" y="36501"/>
                </a:cubicBezTo>
                <a:cubicBezTo>
                  <a:pt x="598470" y="37864"/>
                  <a:pt x="598319" y="39343"/>
                  <a:pt x="598017" y="40938"/>
                </a:cubicBezTo>
                <a:lnTo>
                  <a:pt x="596883" y="41278"/>
                </a:lnTo>
                <a:lnTo>
                  <a:pt x="588718" y="40711"/>
                </a:lnTo>
                <a:lnTo>
                  <a:pt x="587357" y="40484"/>
                </a:lnTo>
                <a:cubicBezTo>
                  <a:pt x="584031" y="30505"/>
                  <a:pt x="580704" y="23739"/>
                  <a:pt x="577378" y="20185"/>
                </a:cubicBezTo>
                <a:cubicBezTo>
                  <a:pt x="571632" y="14137"/>
                  <a:pt x="564866" y="11113"/>
                  <a:pt x="557079" y="11113"/>
                </a:cubicBezTo>
                <a:cubicBezTo>
                  <a:pt x="549670" y="11113"/>
                  <a:pt x="543792" y="13067"/>
                  <a:pt x="539445" y="16975"/>
                </a:cubicBezTo>
                <a:cubicBezTo>
                  <a:pt x="535098" y="20882"/>
                  <a:pt x="532925" y="25720"/>
                  <a:pt x="532925" y="31486"/>
                </a:cubicBezTo>
                <a:cubicBezTo>
                  <a:pt x="532925" y="36341"/>
                  <a:pt x="535079" y="41007"/>
                  <a:pt x="539388" y="45484"/>
                </a:cubicBezTo>
                <a:cubicBezTo>
                  <a:pt x="543622" y="49961"/>
                  <a:pt x="552619" y="54234"/>
                  <a:pt x="566378" y="58302"/>
                </a:cubicBezTo>
                <a:cubicBezTo>
                  <a:pt x="570990" y="59656"/>
                  <a:pt x="576565" y="61840"/>
                  <a:pt x="583105" y="64855"/>
                </a:cubicBezTo>
                <a:cubicBezTo>
                  <a:pt x="589644" y="67867"/>
                  <a:pt x="594615" y="71153"/>
                  <a:pt x="598017" y="74714"/>
                </a:cubicBezTo>
                <a:cubicBezTo>
                  <a:pt x="602553" y="79408"/>
                  <a:pt x="605671" y="83932"/>
                  <a:pt x="607372" y="88286"/>
                </a:cubicBezTo>
                <a:cubicBezTo>
                  <a:pt x="609073" y="92640"/>
                  <a:pt x="609924" y="98074"/>
                  <a:pt x="609924" y="104588"/>
                </a:cubicBezTo>
                <a:cubicBezTo>
                  <a:pt x="609924" y="111706"/>
                  <a:pt x="608601" y="118711"/>
                  <a:pt x="605955" y="125602"/>
                </a:cubicBezTo>
                <a:cubicBezTo>
                  <a:pt x="604518" y="129238"/>
                  <a:pt x="602213" y="132684"/>
                  <a:pt x="599037" y="135939"/>
                </a:cubicBezTo>
                <a:cubicBezTo>
                  <a:pt x="596769" y="138212"/>
                  <a:pt x="593254" y="140882"/>
                  <a:pt x="588491" y="143948"/>
                </a:cubicBezTo>
                <a:cubicBezTo>
                  <a:pt x="583728" y="147015"/>
                  <a:pt x="578795" y="149230"/>
                  <a:pt x="573692" y="150593"/>
                </a:cubicBezTo>
                <a:cubicBezTo>
                  <a:pt x="568589" y="151956"/>
                  <a:pt x="562031" y="152638"/>
                  <a:pt x="554017" y="152638"/>
                </a:cubicBezTo>
                <a:cubicBezTo>
                  <a:pt x="548725" y="152638"/>
                  <a:pt x="542413" y="151882"/>
                  <a:pt x="535079" y="150370"/>
                </a:cubicBezTo>
                <a:lnTo>
                  <a:pt x="521471" y="146401"/>
                </a:lnTo>
                <a:cubicBezTo>
                  <a:pt x="517691" y="145342"/>
                  <a:pt x="515310" y="144397"/>
                  <a:pt x="514327" y="143566"/>
                </a:cubicBezTo>
                <a:cubicBezTo>
                  <a:pt x="513949" y="143263"/>
                  <a:pt x="513609" y="142543"/>
                  <a:pt x="513306" y="141404"/>
                </a:cubicBezTo>
                <a:lnTo>
                  <a:pt x="513306" y="140153"/>
                </a:lnTo>
                <a:cubicBezTo>
                  <a:pt x="513306" y="139319"/>
                  <a:pt x="513117" y="134123"/>
                  <a:pt x="512739" y="124564"/>
                </a:cubicBezTo>
                <a:cubicBezTo>
                  <a:pt x="512588" y="119633"/>
                  <a:pt x="512512" y="116144"/>
                  <a:pt x="512512" y="114096"/>
                </a:cubicBezTo>
                <a:lnTo>
                  <a:pt x="512512" y="109772"/>
                </a:lnTo>
                <a:lnTo>
                  <a:pt x="522945" y="109545"/>
                </a:lnTo>
                <a:cubicBezTo>
                  <a:pt x="526574" y="117965"/>
                  <a:pt x="528918" y="123048"/>
                  <a:pt x="529976" y="124794"/>
                </a:cubicBezTo>
                <a:cubicBezTo>
                  <a:pt x="532320" y="128664"/>
                  <a:pt x="534909" y="131794"/>
                  <a:pt x="537744" y="134185"/>
                </a:cubicBezTo>
                <a:cubicBezTo>
                  <a:pt x="540579" y="136574"/>
                  <a:pt x="543962" y="138470"/>
                  <a:pt x="547894" y="139873"/>
                </a:cubicBezTo>
                <a:cubicBezTo>
                  <a:pt x="551825" y="141276"/>
                  <a:pt x="556096" y="141978"/>
                  <a:pt x="560708" y="141978"/>
                </a:cubicBezTo>
                <a:cubicBezTo>
                  <a:pt x="564790" y="141978"/>
                  <a:pt x="569289" y="141107"/>
                  <a:pt x="574203" y="139366"/>
                </a:cubicBezTo>
                <a:cubicBezTo>
                  <a:pt x="579117" y="137625"/>
                  <a:pt x="583067" y="134768"/>
                  <a:pt x="586053" y="130794"/>
                </a:cubicBezTo>
                <a:cubicBezTo>
                  <a:pt x="589039" y="126820"/>
                  <a:pt x="590532" y="122562"/>
                  <a:pt x="590532" y="118019"/>
                </a:cubicBezTo>
                <a:cubicBezTo>
                  <a:pt x="590532" y="112417"/>
                  <a:pt x="587924" y="107232"/>
                  <a:pt x="582708" y="102465"/>
                </a:cubicBezTo>
                <a:cubicBezTo>
                  <a:pt x="579532" y="99512"/>
                  <a:pt x="570990" y="95576"/>
                  <a:pt x="557079" y="90657"/>
                </a:cubicBezTo>
                <a:cubicBezTo>
                  <a:pt x="543169" y="85736"/>
                  <a:pt x="533529" y="81344"/>
                  <a:pt x="528162" y="77481"/>
                </a:cubicBezTo>
                <a:cubicBezTo>
                  <a:pt x="522794" y="73619"/>
                  <a:pt x="518560" y="68449"/>
                  <a:pt x="515461" y="61974"/>
                </a:cubicBezTo>
                <a:cubicBezTo>
                  <a:pt x="512361" y="55498"/>
                  <a:pt x="510811" y="49268"/>
                  <a:pt x="510811" y="43284"/>
                </a:cubicBezTo>
                <a:cubicBezTo>
                  <a:pt x="510811" y="31242"/>
                  <a:pt x="515121" y="21018"/>
                  <a:pt x="523739" y="12612"/>
                </a:cubicBezTo>
                <a:cubicBezTo>
                  <a:pt x="532358" y="4204"/>
                  <a:pt x="545059" y="0"/>
                  <a:pt x="561842" y="0"/>
                </a:cubicBezTo>
                <a:cubicBezTo>
                  <a:pt x="565471" y="0"/>
                  <a:pt x="570838" y="632"/>
                  <a:pt x="577945" y="1896"/>
                </a:cubicBezTo>
                <a:cubicBezTo>
                  <a:pt x="582254" y="2638"/>
                  <a:pt x="587962" y="4198"/>
                  <a:pt x="595068" y="6577"/>
                </a:cubicBezTo>
                <a:close/>
                <a:moveTo>
                  <a:pt x="623246" y="11216"/>
                </a:moveTo>
                <a:lnTo>
                  <a:pt x="623133" y="2495"/>
                </a:lnTo>
                <a:lnTo>
                  <a:pt x="650236" y="4196"/>
                </a:lnTo>
                <a:lnTo>
                  <a:pt x="662370" y="4082"/>
                </a:lnTo>
                <a:lnTo>
                  <a:pt x="666792" y="4082"/>
                </a:lnTo>
                <a:cubicBezTo>
                  <a:pt x="671404" y="4082"/>
                  <a:pt x="678624" y="3818"/>
                  <a:pt x="688452" y="3289"/>
                </a:cubicBezTo>
                <a:cubicBezTo>
                  <a:pt x="694046" y="2911"/>
                  <a:pt x="697562" y="2722"/>
                  <a:pt x="698998" y="2722"/>
                </a:cubicBezTo>
                <a:cubicBezTo>
                  <a:pt x="708524" y="2722"/>
                  <a:pt x="715706" y="3251"/>
                  <a:pt x="720544" y="4309"/>
                </a:cubicBezTo>
                <a:cubicBezTo>
                  <a:pt x="727953" y="5821"/>
                  <a:pt x="733831" y="8240"/>
                  <a:pt x="738178" y="11567"/>
                </a:cubicBezTo>
                <a:cubicBezTo>
                  <a:pt x="742525" y="14893"/>
                  <a:pt x="746267" y="19637"/>
                  <a:pt x="749405" y="25799"/>
                </a:cubicBezTo>
                <a:cubicBezTo>
                  <a:pt x="752542" y="31960"/>
                  <a:pt x="754111" y="37687"/>
                  <a:pt x="754111" y="42979"/>
                </a:cubicBezTo>
                <a:cubicBezTo>
                  <a:pt x="754111" y="56134"/>
                  <a:pt x="749972" y="66812"/>
                  <a:pt x="741694" y="75015"/>
                </a:cubicBezTo>
                <a:cubicBezTo>
                  <a:pt x="733415" y="83217"/>
                  <a:pt x="722964" y="87319"/>
                  <a:pt x="710338" y="87319"/>
                </a:cubicBezTo>
                <a:cubicBezTo>
                  <a:pt x="705953" y="87319"/>
                  <a:pt x="701776" y="86790"/>
                  <a:pt x="697807" y="85731"/>
                </a:cubicBezTo>
                <a:cubicBezTo>
                  <a:pt x="693838" y="84673"/>
                  <a:pt x="690115" y="83085"/>
                  <a:pt x="686637" y="80968"/>
                </a:cubicBezTo>
                <a:cubicBezTo>
                  <a:pt x="686259" y="78776"/>
                  <a:pt x="686070" y="75752"/>
                  <a:pt x="686070" y="71896"/>
                </a:cubicBezTo>
                <a:cubicBezTo>
                  <a:pt x="687885" y="72047"/>
                  <a:pt x="689529" y="72161"/>
                  <a:pt x="691003" y="72236"/>
                </a:cubicBezTo>
                <a:cubicBezTo>
                  <a:pt x="692478" y="72312"/>
                  <a:pt x="693782" y="72350"/>
                  <a:pt x="694916" y="72350"/>
                </a:cubicBezTo>
                <a:cubicBezTo>
                  <a:pt x="701342" y="72350"/>
                  <a:pt x="706747" y="70573"/>
                  <a:pt x="711132" y="67020"/>
                </a:cubicBezTo>
                <a:cubicBezTo>
                  <a:pt x="716953" y="62408"/>
                  <a:pt x="719864" y="54924"/>
                  <a:pt x="719864" y="44567"/>
                </a:cubicBezTo>
                <a:cubicBezTo>
                  <a:pt x="719864" y="37158"/>
                  <a:pt x="718598" y="31091"/>
                  <a:pt x="716065" y="26366"/>
                </a:cubicBezTo>
                <a:cubicBezTo>
                  <a:pt x="713532" y="21641"/>
                  <a:pt x="710527" y="18447"/>
                  <a:pt x="707050" y="16783"/>
                </a:cubicBezTo>
                <a:cubicBezTo>
                  <a:pt x="702211" y="14515"/>
                  <a:pt x="696768" y="13381"/>
                  <a:pt x="690720" y="13381"/>
                </a:cubicBezTo>
                <a:cubicBezTo>
                  <a:pt x="685050" y="13381"/>
                  <a:pt x="681005" y="14213"/>
                  <a:pt x="678586" y="15876"/>
                </a:cubicBezTo>
                <a:cubicBezTo>
                  <a:pt x="677981" y="16859"/>
                  <a:pt x="677528" y="17804"/>
                  <a:pt x="677225" y="18711"/>
                </a:cubicBezTo>
                <a:lnTo>
                  <a:pt x="678019" y="72123"/>
                </a:lnTo>
                <a:lnTo>
                  <a:pt x="677792" y="76659"/>
                </a:lnTo>
                <a:lnTo>
                  <a:pt x="678132" y="81422"/>
                </a:lnTo>
                <a:cubicBezTo>
                  <a:pt x="678208" y="82480"/>
                  <a:pt x="678246" y="84030"/>
                  <a:pt x="678246" y="86071"/>
                </a:cubicBezTo>
                <a:lnTo>
                  <a:pt x="678246" y="95370"/>
                </a:lnTo>
                <a:lnTo>
                  <a:pt x="678359" y="110226"/>
                </a:lnTo>
                <a:lnTo>
                  <a:pt x="678132" y="127916"/>
                </a:lnTo>
                <a:cubicBezTo>
                  <a:pt x="678132" y="130411"/>
                  <a:pt x="678359" y="133775"/>
                  <a:pt x="678813" y="138009"/>
                </a:cubicBezTo>
                <a:lnTo>
                  <a:pt x="701380" y="140844"/>
                </a:lnTo>
                <a:cubicBezTo>
                  <a:pt x="701682" y="142651"/>
                  <a:pt x="701833" y="144083"/>
                  <a:pt x="701833" y="145139"/>
                </a:cubicBezTo>
                <a:cubicBezTo>
                  <a:pt x="701833" y="146268"/>
                  <a:pt x="701644" y="147850"/>
                  <a:pt x="701266" y="149884"/>
                </a:cubicBezTo>
                <a:cubicBezTo>
                  <a:pt x="699376" y="150208"/>
                  <a:pt x="697940" y="150370"/>
                  <a:pt x="696957" y="150370"/>
                </a:cubicBezTo>
                <a:cubicBezTo>
                  <a:pt x="694613" y="150370"/>
                  <a:pt x="690191" y="150067"/>
                  <a:pt x="683689" y="149463"/>
                </a:cubicBezTo>
                <a:cubicBezTo>
                  <a:pt x="677187" y="148858"/>
                  <a:pt x="669778" y="148555"/>
                  <a:pt x="661462" y="148555"/>
                </a:cubicBezTo>
                <a:cubicBezTo>
                  <a:pt x="652088" y="148555"/>
                  <a:pt x="643167" y="149189"/>
                  <a:pt x="634700" y="150455"/>
                </a:cubicBezTo>
                <a:cubicBezTo>
                  <a:pt x="633263" y="150693"/>
                  <a:pt x="630995" y="150892"/>
                  <a:pt x="627896" y="151050"/>
                </a:cubicBezTo>
                <a:cubicBezTo>
                  <a:pt x="627593" y="148858"/>
                  <a:pt x="627442" y="147232"/>
                  <a:pt x="627442" y="146174"/>
                </a:cubicBezTo>
                <a:cubicBezTo>
                  <a:pt x="627442" y="145494"/>
                  <a:pt x="627518" y="144435"/>
                  <a:pt x="627669" y="142999"/>
                </a:cubicBezTo>
                <a:lnTo>
                  <a:pt x="634586" y="140731"/>
                </a:lnTo>
                <a:cubicBezTo>
                  <a:pt x="639349" y="139297"/>
                  <a:pt x="643469" y="137559"/>
                  <a:pt x="646947" y="135518"/>
                </a:cubicBezTo>
                <a:cubicBezTo>
                  <a:pt x="647627" y="133328"/>
                  <a:pt x="647968" y="131327"/>
                  <a:pt x="647968" y="129515"/>
                </a:cubicBezTo>
                <a:cubicBezTo>
                  <a:pt x="647968" y="128759"/>
                  <a:pt x="647930" y="127889"/>
                  <a:pt x="647854" y="126906"/>
                </a:cubicBezTo>
                <a:cubicBezTo>
                  <a:pt x="647779" y="124565"/>
                  <a:pt x="647741" y="121280"/>
                  <a:pt x="647741" y="117051"/>
                </a:cubicBezTo>
                <a:lnTo>
                  <a:pt x="647401" y="85214"/>
                </a:lnTo>
                <a:lnTo>
                  <a:pt x="646153" y="49298"/>
                </a:lnTo>
                <a:cubicBezTo>
                  <a:pt x="645624" y="32226"/>
                  <a:pt x="645208" y="23011"/>
                  <a:pt x="644906" y="21653"/>
                </a:cubicBezTo>
                <a:cubicBezTo>
                  <a:pt x="644377" y="19460"/>
                  <a:pt x="643469" y="17741"/>
                  <a:pt x="642184" y="16496"/>
                </a:cubicBezTo>
                <a:cubicBezTo>
                  <a:pt x="640899" y="15249"/>
                  <a:pt x="638744" y="14362"/>
                  <a:pt x="635720" y="13835"/>
                </a:cubicBezTo>
                <a:cubicBezTo>
                  <a:pt x="629446" y="12777"/>
                  <a:pt x="625287" y="11904"/>
                  <a:pt x="623246" y="112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ED30F-E2A5-48C2-95FF-6165131D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116957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47" y="148790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969AF-89F7-40A9-BE39-ABBEB625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116957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47" y="148790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149" name="Text 1">
            <a:extLst xmlns:a="http://schemas.openxmlformats.org/drawingml/2006/main">
              <a:ext uri="{FF2B5EF4-FFF2-40B4-BE49-F238E27FC236}">
                <a16:creationId xmlns:a16="http://schemas.microsoft.com/office/drawing/2014/main" id="{07883EAE-5F98-4C10-A149-22B16608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588" y="173115"/>
            <a:ext cx="60647" cy="137382"/>
          </a:xfrm>
          <a:custGeom xmlns:a="http://schemas.openxmlformats.org/drawingml/2006/main">
            <a:pathLst>
              <a:path w="60647" h="137382">
                <a:moveTo>
                  <a:pt x="60541" y="137382"/>
                </a:moveTo>
                <a:lnTo>
                  <a:pt x="12066" y="137382"/>
                </a:lnTo>
                <a:cubicBezTo>
                  <a:pt x="11995" y="136733"/>
                  <a:pt x="11960" y="136192"/>
                  <a:pt x="11960" y="135758"/>
                </a:cubicBezTo>
                <a:cubicBezTo>
                  <a:pt x="11960" y="134532"/>
                  <a:pt x="12207" y="133685"/>
                  <a:pt x="12701" y="133217"/>
                </a:cubicBezTo>
                <a:cubicBezTo>
                  <a:pt x="13195" y="132748"/>
                  <a:pt x="14747" y="132266"/>
                  <a:pt x="17358" y="131772"/>
                </a:cubicBezTo>
                <a:cubicBezTo>
                  <a:pt x="21450" y="130923"/>
                  <a:pt x="24767" y="129899"/>
                  <a:pt x="27307" y="128699"/>
                </a:cubicBezTo>
                <a:cubicBezTo>
                  <a:pt x="28013" y="127145"/>
                  <a:pt x="28365" y="125697"/>
                  <a:pt x="28365" y="124356"/>
                </a:cubicBezTo>
                <a:lnTo>
                  <a:pt x="28365" y="117788"/>
                </a:lnTo>
                <a:cubicBezTo>
                  <a:pt x="28365" y="117012"/>
                  <a:pt x="28471" y="113445"/>
                  <a:pt x="28683" y="107088"/>
                </a:cubicBezTo>
                <a:cubicBezTo>
                  <a:pt x="28753" y="104687"/>
                  <a:pt x="28824" y="94304"/>
                  <a:pt x="28895" y="75941"/>
                </a:cubicBezTo>
                <a:lnTo>
                  <a:pt x="29106" y="51048"/>
                </a:lnTo>
                <a:lnTo>
                  <a:pt x="28895" y="36535"/>
                </a:lnTo>
                <a:cubicBezTo>
                  <a:pt x="28895" y="34416"/>
                  <a:pt x="28965" y="27741"/>
                  <a:pt x="29106" y="16511"/>
                </a:cubicBezTo>
                <a:cubicBezTo>
                  <a:pt x="13089" y="27942"/>
                  <a:pt x="4304" y="33657"/>
                  <a:pt x="2752" y="33657"/>
                </a:cubicBezTo>
                <a:cubicBezTo>
                  <a:pt x="2187" y="33657"/>
                  <a:pt x="1588" y="33358"/>
                  <a:pt x="953" y="32758"/>
                </a:cubicBezTo>
                <a:cubicBezTo>
                  <a:pt x="318" y="32158"/>
                  <a:pt x="0" y="31576"/>
                  <a:pt x="0" y="31011"/>
                </a:cubicBezTo>
                <a:cubicBezTo>
                  <a:pt x="0" y="30306"/>
                  <a:pt x="247" y="29741"/>
                  <a:pt x="741" y="29318"/>
                </a:cubicBezTo>
                <a:cubicBezTo>
                  <a:pt x="1729" y="28401"/>
                  <a:pt x="4093" y="26884"/>
                  <a:pt x="7832" y="24767"/>
                </a:cubicBezTo>
                <a:cubicBezTo>
                  <a:pt x="8397" y="24485"/>
                  <a:pt x="10831" y="22579"/>
                  <a:pt x="15135" y="19051"/>
                </a:cubicBezTo>
                <a:cubicBezTo>
                  <a:pt x="21980" y="13336"/>
                  <a:pt x="26989" y="8855"/>
                  <a:pt x="30165" y="5610"/>
                </a:cubicBezTo>
                <a:cubicBezTo>
                  <a:pt x="33340" y="2364"/>
                  <a:pt x="35280" y="529"/>
                  <a:pt x="35986" y="106"/>
                </a:cubicBezTo>
                <a:cubicBezTo>
                  <a:pt x="37397" y="35"/>
                  <a:pt x="38491" y="0"/>
                  <a:pt x="39267" y="0"/>
                </a:cubicBezTo>
                <a:cubicBezTo>
                  <a:pt x="41102" y="0"/>
                  <a:pt x="42248" y="301"/>
                  <a:pt x="42707" y="903"/>
                </a:cubicBezTo>
                <a:cubicBezTo>
                  <a:pt x="43165" y="1503"/>
                  <a:pt x="43395" y="3677"/>
                  <a:pt x="43395" y="7425"/>
                </a:cubicBezTo>
                <a:lnTo>
                  <a:pt x="42654" y="101958"/>
                </a:lnTo>
                <a:lnTo>
                  <a:pt x="42654" y="111292"/>
                </a:lnTo>
                <a:cubicBezTo>
                  <a:pt x="42654" y="113556"/>
                  <a:pt x="42619" y="115838"/>
                  <a:pt x="42548" y="118138"/>
                </a:cubicBezTo>
                <a:cubicBezTo>
                  <a:pt x="42477" y="120436"/>
                  <a:pt x="42442" y="122115"/>
                  <a:pt x="42442" y="123176"/>
                </a:cubicBezTo>
                <a:cubicBezTo>
                  <a:pt x="42442" y="125722"/>
                  <a:pt x="42760" y="127384"/>
                  <a:pt x="43395" y="128160"/>
                </a:cubicBezTo>
                <a:cubicBezTo>
                  <a:pt x="43818" y="128656"/>
                  <a:pt x="45124" y="129294"/>
                  <a:pt x="47311" y="130072"/>
                </a:cubicBezTo>
                <a:lnTo>
                  <a:pt x="54508" y="131557"/>
                </a:lnTo>
                <a:cubicBezTo>
                  <a:pt x="57613" y="132335"/>
                  <a:pt x="59306" y="132866"/>
                  <a:pt x="59588" y="133148"/>
                </a:cubicBezTo>
                <a:cubicBezTo>
                  <a:pt x="60294" y="133768"/>
                  <a:pt x="60647" y="134731"/>
                  <a:pt x="60647" y="136039"/>
                </a:cubicBezTo>
                <a:lnTo>
                  <a:pt x="60541" y="1373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E8F6B-77B7-49DF-B9B5-81730D0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488547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489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ABBC6-F7CB-4E32-9934-7C576664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488547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489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152" name="Text 2">
            <a:extLst xmlns:a="http://schemas.openxmlformats.org/drawingml/2006/main">
              <a:ext uri="{FF2B5EF4-FFF2-40B4-BE49-F238E27FC236}">
                <a16:creationId xmlns:a16="http://schemas.microsoft.com/office/drawing/2014/main" id="{5AC8B504-76D0-4530-84A8-15E08983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052" y="544704"/>
            <a:ext cx="90917" cy="137382"/>
          </a:xfrm>
          <a:custGeom xmlns:a="http://schemas.openxmlformats.org/drawingml/2006/main">
            <a:pathLst>
              <a:path w="90917" h="137382">
                <a:moveTo>
                  <a:pt x="87636" y="137382"/>
                </a:moveTo>
                <a:cubicBezTo>
                  <a:pt x="77052" y="136817"/>
                  <a:pt x="62870" y="136535"/>
                  <a:pt x="45088" y="136535"/>
                </a:cubicBezTo>
                <a:lnTo>
                  <a:pt x="22121" y="137276"/>
                </a:lnTo>
                <a:lnTo>
                  <a:pt x="11854" y="136958"/>
                </a:lnTo>
                <a:lnTo>
                  <a:pt x="3704" y="137276"/>
                </a:lnTo>
                <a:cubicBezTo>
                  <a:pt x="2858" y="137205"/>
                  <a:pt x="1623" y="137029"/>
                  <a:pt x="0" y="136746"/>
                </a:cubicBezTo>
                <a:cubicBezTo>
                  <a:pt x="1270" y="133783"/>
                  <a:pt x="2893" y="131066"/>
                  <a:pt x="4869" y="128597"/>
                </a:cubicBezTo>
                <a:cubicBezTo>
                  <a:pt x="10725" y="121393"/>
                  <a:pt x="19298" y="112107"/>
                  <a:pt x="30588" y="100737"/>
                </a:cubicBezTo>
                <a:cubicBezTo>
                  <a:pt x="46394" y="84846"/>
                  <a:pt x="56801" y="72363"/>
                  <a:pt x="61811" y="63290"/>
                </a:cubicBezTo>
                <a:cubicBezTo>
                  <a:pt x="66821" y="54214"/>
                  <a:pt x="69326" y="45685"/>
                  <a:pt x="69326" y="37703"/>
                </a:cubicBezTo>
                <a:cubicBezTo>
                  <a:pt x="69326" y="30216"/>
                  <a:pt x="66786" y="23931"/>
                  <a:pt x="61705" y="18846"/>
                </a:cubicBezTo>
                <a:cubicBezTo>
                  <a:pt x="56625" y="13762"/>
                  <a:pt x="50380" y="11219"/>
                  <a:pt x="42971" y="11219"/>
                </a:cubicBezTo>
                <a:cubicBezTo>
                  <a:pt x="38526" y="11219"/>
                  <a:pt x="34222" y="12264"/>
                  <a:pt x="30059" y="14355"/>
                </a:cubicBezTo>
                <a:cubicBezTo>
                  <a:pt x="25896" y="16443"/>
                  <a:pt x="22544" y="19080"/>
                  <a:pt x="20004" y="22266"/>
                </a:cubicBezTo>
                <a:cubicBezTo>
                  <a:pt x="18381" y="24319"/>
                  <a:pt x="16229" y="28426"/>
                  <a:pt x="13548" y="34587"/>
                </a:cubicBezTo>
                <a:cubicBezTo>
                  <a:pt x="12066" y="37987"/>
                  <a:pt x="11184" y="39828"/>
                  <a:pt x="10902" y="40110"/>
                </a:cubicBezTo>
                <a:cubicBezTo>
                  <a:pt x="10478" y="40607"/>
                  <a:pt x="9984" y="40855"/>
                  <a:pt x="9420" y="40855"/>
                </a:cubicBezTo>
                <a:cubicBezTo>
                  <a:pt x="8855" y="40855"/>
                  <a:pt x="8309" y="40555"/>
                  <a:pt x="7779" y="39955"/>
                </a:cubicBezTo>
                <a:cubicBezTo>
                  <a:pt x="7250" y="39353"/>
                  <a:pt x="6986" y="38592"/>
                  <a:pt x="6986" y="37673"/>
                </a:cubicBezTo>
                <a:cubicBezTo>
                  <a:pt x="6986" y="34489"/>
                  <a:pt x="8591" y="29395"/>
                  <a:pt x="11801" y="22392"/>
                </a:cubicBezTo>
                <a:cubicBezTo>
                  <a:pt x="15012" y="15387"/>
                  <a:pt x="19739" y="9904"/>
                  <a:pt x="25984" y="5944"/>
                </a:cubicBezTo>
                <a:cubicBezTo>
                  <a:pt x="32229" y="1981"/>
                  <a:pt x="39479" y="0"/>
                  <a:pt x="47734" y="0"/>
                </a:cubicBezTo>
                <a:cubicBezTo>
                  <a:pt x="58530" y="0"/>
                  <a:pt x="67544" y="3514"/>
                  <a:pt x="74777" y="10541"/>
                </a:cubicBezTo>
                <a:cubicBezTo>
                  <a:pt x="82009" y="17566"/>
                  <a:pt x="85625" y="25952"/>
                  <a:pt x="85625" y="35698"/>
                </a:cubicBezTo>
                <a:cubicBezTo>
                  <a:pt x="85625" y="43396"/>
                  <a:pt x="83156" y="51217"/>
                  <a:pt x="78216" y="59162"/>
                </a:cubicBezTo>
                <a:cubicBezTo>
                  <a:pt x="73277" y="67106"/>
                  <a:pt x="61917" y="79270"/>
                  <a:pt x="44136" y="95654"/>
                </a:cubicBezTo>
                <a:cubicBezTo>
                  <a:pt x="38279" y="101021"/>
                  <a:pt x="34116" y="104975"/>
                  <a:pt x="31646" y="107518"/>
                </a:cubicBezTo>
                <a:cubicBezTo>
                  <a:pt x="29177" y="110060"/>
                  <a:pt x="24202" y="115569"/>
                  <a:pt x="16723" y="124046"/>
                </a:cubicBezTo>
                <a:cubicBezTo>
                  <a:pt x="27519" y="124469"/>
                  <a:pt x="37327" y="124681"/>
                  <a:pt x="46147" y="124681"/>
                </a:cubicBezTo>
                <a:cubicBezTo>
                  <a:pt x="48052" y="124681"/>
                  <a:pt x="50133" y="124610"/>
                  <a:pt x="52391" y="124469"/>
                </a:cubicBezTo>
                <a:cubicBezTo>
                  <a:pt x="56554" y="124328"/>
                  <a:pt x="58989" y="124257"/>
                  <a:pt x="59694" y="124257"/>
                </a:cubicBezTo>
                <a:lnTo>
                  <a:pt x="74406" y="124575"/>
                </a:lnTo>
                <a:cubicBezTo>
                  <a:pt x="76029" y="124575"/>
                  <a:pt x="77687" y="123794"/>
                  <a:pt x="79381" y="122233"/>
                </a:cubicBezTo>
                <a:cubicBezTo>
                  <a:pt x="81074" y="120670"/>
                  <a:pt x="83367" y="116264"/>
                  <a:pt x="86260" y="109016"/>
                </a:cubicBezTo>
                <a:lnTo>
                  <a:pt x="88801" y="108910"/>
                </a:lnTo>
                <a:cubicBezTo>
                  <a:pt x="89153" y="108910"/>
                  <a:pt x="89683" y="108946"/>
                  <a:pt x="90388" y="109016"/>
                </a:cubicBezTo>
                <a:cubicBezTo>
                  <a:pt x="90741" y="109726"/>
                  <a:pt x="90917" y="110260"/>
                  <a:pt x="90917" y="110617"/>
                </a:cubicBezTo>
                <a:lnTo>
                  <a:pt x="90706" y="111470"/>
                </a:lnTo>
                <a:cubicBezTo>
                  <a:pt x="90141" y="113532"/>
                  <a:pt x="89647" y="117299"/>
                  <a:pt x="89224" y="122772"/>
                </a:cubicBezTo>
                <a:cubicBezTo>
                  <a:pt x="88942" y="125972"/>
                  <a:pt x="88412" y="130841"/>
                  <a:pt x="87636" y="1373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C7F4B-2C48-4E1D-8F54-6ED5AE4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667" y="380162"/>
            <a:ext cx="10" cy="56207"/>
          </a:xfrm>
          <a:custGeom xmlns:a="http://schemas.openxmlformats.org/drawingml/2006/main">
            <a:pathLst>
              <a:path w="1" h="56207" fill="none">
                <a:moveTo>
                  <a:pt x="0" y="0"/>
                </a:moveTo>
                <a:lnTo>
                  <a:pt x="0" y="56207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AB422-2060-4DFA-93AB-C3734BE8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424767"/>
            <a:ext cx="46434" cy="46434"/>
          </a:xfrm>
          <a:custGeom xmlns:a="http://schemas.openxmlformats.org/drawingml/2006/main">
            <a:pathLst>
              <a:path w="46434" h="46434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B616C-21F8-4476-95FA-54C87FC7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424767"/>
            <a:ext cx="46434" cy="46434"/>
          </a:xfrm>
          <a:custGeom xmlns:a="http://schemas.openxmlformats.org/drawingml/2006/main">
            <a:pathLst>
              <a:path w="46434" h="46434" fill="none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595ED-E295-4E7E-82FF-B8628BE9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82" y="356930"/>
            <a:ext cx="41977" cy="187738"/>
          </a:xfrm>
          <a:custGeom xmlns:a="http://schemas.openxmlformats.org/drawingml/2006/main">
            <a:pathLst>
              <a:path w="41977" h="187738">
                <a:moveTo>
                  <a:pt x="41977" y="184366"/>
                </a:moveTo>
                <a:cubicBezTo>
                  <a:pt x="41862" y="185252"/>
                  <a:pt x="41491" y="185995"/>
                  <a:pt x="40862" y="186623"/>
                </a:cubicBezTo>
                <a:cubicBezTo>
                  <a:pt x="40234" y="187252"/>
                  <a:pt x="39348" y="187623"/>
                  <a:pt x="38233" y="187738"/>
                </a:cubicBezTo>
                <a:cubicBezTo>
                  <a:pt x="36976" y="187738"/>
                  <a:pt x="35919" y="187109"/>
                  <a:pt x="35033" y="185880"/>
                </a:cubicBezTo>
                <a:cubicBezTo>
                  <a:pt x="34661" y="184995"/>
                  <a:pt x="28775" y="169593"/>
                  <a:pt x="17374" y="139675"/>
                </a:cubicBezTo>
                <a:cubicBezTo>
                  <a:pt x="6001" y="109785"/>
                  <a:pt x="229" y="94498"/>
                  <a:pt x="114" y="93897"/>
                </a:cubicBezTo>
                <a:cubicBezTo>
                  <a:pt x="0" y="93269"/>
                  <a:pt x="5686" y="77981"/>
                  <a:pt x="17202" y="48063"/>
                </a:cubicBezTo>
                <a:cubicBezTo>
                  <a:pt x="28718" y="18174"/>
                  <a:pt x="34661" y="2772"/>
                  <a:pt x="35033" y="1886"/>
                </a:cubicBezTo>
                <a:cubicBezTo>
                  <a:pt x="35404" y="1257"/>
                  <a:pt x="36033" y="714"/>
                  <a:pt x="36919" y="200"/>
                </a:cubicBezTo>
                <a:lnTo>
                  <a:pt x="37490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19" y="1143"/>
                  <a:pt x="41977" y="3400"/>
                </a:cubicBezTo>
                <a:cubicBezTo>
                  <a:pt x="41977" y="4029"/>
                  <a:pt x="36347" y="19231"/>
                  <a:pt x="25089" y="49006"/>
                </a:cubicBezTo>
                <a:cubicBezTo>
                  <a:pt x="13716" y="78667"/>
                  <a:pt x="8001" y="93640"/>
                  <a:pt x="8001" y="93897"/>
                </a:cubicBezTo>
                <a:cubicBezTo>
                  <a:pt x="8001" y="94126"/>
                  <a:pt x="13716" y="109099"/>
                  <a:pt x="25089" y="138732"/>
                </a:cubicBezTo>
                <a:cubicBezTo>
                  <a:pt x="36347" y="168535"/>
                  <a:pt x="41977" y="183737"/>
                  <a:pt x="41977" y="184366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3C4DF-BB3E-4E02-A941-C9944A50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82" y="356930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41977" y="184366"/>
                </a:moveTo>
                <a:cubicBezTo>
                  <a:pt x="41862" y="185252"/>
                  <a:pt x="41491" y="185995"/>
                  <a:pt x="40862" y="186623"/>
                </a:cubicBezTo>
                <a:cubicBezTo>
                  <a:pt x="40234" y="187252"/>
                  <a:pt x="39348" y="187623"/>
                  <a:pt x="38233" y="187738"/>
                </a:cubicBezTo>
                <a:cubicBezTo>
                  <a:pt x="36976" y="187738"/>
                  <a:pt x="35919" y="187109"/>
                  <a:pt x="35033" y="185880"/>
                </a:cubicBezTo>
                <a:cubicBezTo>
                  <a:pt x="34661" y="184995"/>
                  <a:pt x="28775" y="169593"/>
                  <a:pt x="17374" y="139675"/>
                </a:cubicBezTo>
                <a:cubicBezTo>
                  <a:pt x="6001" y="109785"/>
                  <a:pt x="229" y="94498"/>
                  <a:pt x="114" y="93897"/>
                </a:cubicBezTo>
                <a:cubicBezTo>
                  <a:pt x="0" y="93269"/>
                  <a:pt x="5686" y="77981"/>
                  <a:pt x="17202" y="48063"/>
                </a:cubicBezTo>
                <a:cubicBezTo>
                  <a:pt x="28718" y="18174"/>
                  <a:pt x="34661" y="2772"/>
                  <a:pt x="35033" y="1886"/>
                </a:cubicBezTo>
                <a:cubicBezTo>
                  <a:pt x="35404" y="1257"/>
                  <a:pt x="36033" y="714"/>
                  <a:pt x="36919" y="200"/>
                </a:cubicBezTo>
                <a:lnTo>
                  <a:pt x="37490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19" y="1143"/>
                  <a:pt x="41977" y="3400"/>
                </a:cubicBezTo>
                <a:cubicBezTo>
                  <a:pt x="41977" y="4029"/>
                  <a:pt x="36347" y="19231"/>
                  <a:pt x="25089" y="49006"/>
                </a:cubicBezTo>
                <a:cubicBezTo>
                  <a:pt x="13716" y="78667"/>
                  <a:pt x="8001" y="93640"/>
                  <a:pt x="8001" y="93897"/>
                </a:cubicBezTo>
                <a:cubicBezTo>
                  <a:pt x="8001" y="94126"/>
                  <a:pt x="13716" y="109099"/>
                  <a:pt x="25089" y="138732"/>
                </a:cubicBezTo>
                <a:cubicBezTo>
                  <a:pt x="36347" y="168535"/>
                  <a:pt x="41977" y="183737"/>
                  <a:pt x="41977" y="1843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5762F-A343-4CF3-BC24-76A5C450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17" y="370646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72" y="45063"/>
                </a:moveTo>
                <a:cubicBezTo>
                  <a:pt x="1200" y="45063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01" y="26660"/>
                  <a:pt x="7144" y="20345"/>
                  <a:pt x="9401" y="14087"/>
                </a:cubicBezTo>
                <a:lnTo>
                  <a:pt x="12573" y="4886"/>
                </a:lnTo>
                <a:cubicBezTo>
                  <a:pt x="13202" y="2629"/>
                  <a:pt x="14002" y="1000"/>
                  <a:pt x="15030" y="0"/>
                </a:cubicBezTo>
                <a:lnTo>
                  <a:pt x="102870" y="0"/>
                </a:lnTo>
                <a:lnTo>
                  <a:pt x="119786" y="0"/>
                </a:lnTo>
                <a:cubicBezTo>
                  <a:pt x="123787" y="0"/>
                  <a:pt x="126159" y="57"/>
                  <a:pt x="126902" y="200"/>
                </a:cubicBezTo>
                <a:cubicBezTo>
                  <a:pt x="127645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44" y="23289"/>
                </a:cubicBezTo>
                <a:cubicBezTo>
                  <a:pt x="122901" y="36805"/>
                  <a:pt x="121729" y="43634"/>
                  <a:pt x="121472" y="43748"/>
                </a:cubicBezTo>
                <a:cubicBezTo>
                  <a:pt x="121472" y="44606"/>
                  <a:pt x="120272" y="45063"/>
                  <a:pt x="117900" y="45063"/>
                </a:cubicBezTo>
                <a:cubicBezTo>
                  <a:pt x="116786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29" y="43548"/>
                </a:lnTo>
                <a:cubicBezTo>
                  <a:pt x="114129" y="42805"/>
                  <a:pt x="114529" y="39976"/>
                  <a:pt x="115272" y="35119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71" y="9887"/>
                  <a:pt x="103613" y="9001"/>
                </a:cubicBezTo>
                <a:cubicBezTo>
                  <a:pt x="103013" y="8887"/>
                  <a:pt x="99384" y="8773"/>
                  <a:pt x="92754" y="8630"/>
                </a:cubicBezTo>
                <a:cubicBezTo>
                  <a:pt x="86982" y="8630"/>
                  <a:pt x="83353" y="8687"/>
                  <a:pt x="81867" y="8830"/>
                </a:cubicBezTo>
                <a:cubicBezTo>
                  <a:pt x="80353" y="8944"/>
                  <a:pt x="79238" y="9458"/>
                  <a:pt x="78467" y="10316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23" y="118472"/>
                  <a:pt x="75095" y="118529"/>
                  <a:pt x="76210" y="118643"/>
                </a:cubicBezTo>
                <a:cubicBezTo>
                  <a:pt x="77353" y="118786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53" y="122958"/>
                </a:cubicBezTo>
                <a:cubicBezTo>
                  <a:pt x="76838" y="125216"/>
                  <a:pt x="76295" y="126530"/>
                  <a:pt x="75667" y="126902"/>
                </a:cubicBezTo>
                <a:lnTo>
                  <a:pt x="75295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22" y="126787"/>
                  <a:pt x="49892" y="126730"/>
                  <a:pt x="38862" y="126730"/>
                </a:cubicBezTo>
                <a:cubicBezTo>
                  <a:pt x="22717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16"/>
                  <a:pt x="4258" y="123901"/>
                  <a:pt x="4515" y="122015"/>
                </a:cubicBezTo>
                <a:cubicBezTo>
                  <a:pt x="5001" y="120386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57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804" y="112843"/>
                </a:cubicBezTo>
                <a:cubicBezTo>
                  <a:pt x="34433" y="110700"/>
                  <a:pt x="36919" y="100870"/>
                  <a:pt x="41319" y="83353"/>
                </a:cubicBezTo>
                <a:cubicBezTo>
                  <a:pt x="43434" y="74838"/>
                  <a:pt x="45177" y="67894"/>
                  <a:pt x="46577" y="62522"/>
                </a:cubicBezTo>
                <a:cubicBezTo>
                  <a:pt x="55321" y="28089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44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72" y="42177"/>
                  <a:pt x="7144" y="43805"/>
                  <a:pt x="6772" y="44291"/>
                </a:cubicBezTo>
                <a:cubicBezTo>
                  <a:pt x="6372" y="44806"/>
                  <a:pt x="5515" y="45063"/>
                  <a:pt x="4143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541C2-0C54-48CF-AB62-791B3DC9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17" y="370646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72" y="45063"/>
                </a:moveTo>
                <a:cubicBezTo>
                  <a:pt x="1200" y="45063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01" y="26660"/>
                  <a:pt x="7144" y="20345"/>
                  <a:pt x="9401" y="14087"/>
                </a:cubicBezTo>
                <a:lnTo>
                  <a:pt x="12573" y="4886"/>
                </a:lnTo>
                <a:cubicBezTo>
                  <a:pt x="13202" y="2629"/>
                  <a:pt x="14002" y="1000"/>
                  <a:pt x="15030" y="0"/>
                </a:cubicBezTo>
                <a:lnTo>
                  <a:pt x="102870" y="0"/>
                </a:lnTo>
                <a:lnTo>
                  <a:pt x="119786" y="0"/>
                </a:lnTo>
                <a:cubicBezTo>
                  <a:pt x="123787" y="0"/>
                  <a:pt x="126159" y="57"/>
                  <a:pt x="126902" y="200"/>
                </a:cubicBezTo>
                <a:cubicBezTo>
                  <a:pt x="127645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44" y="23289"/>
                </a:cubicBezTo>
                <a:cubicBezTo>
                  <a:pt x="122901" y="36805"/>
                  <a:pt x="121729" y="43634"/>
                  <a:pt x="121472" y="43748"/>
                </a:cubicBezTo>
                <a:cubicBezTo>
                  <a:pt x="121472" y="44606"/>
                  <a:pt x="120272" y="45063"/>
                  <a:pt x="117900" y="45063"/>
                </a:cubicBezTo>
                <a:cubicBezTo>
                  <a:pt x="116786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29" y="43548"/>
                </a:lnTo>
                <a:cubicBezTo>
                  <a:pt x="114129" y="42805"/>
                  <a:pt x="114529" y="39976"/>
                  <a:pt x="115272" y="35119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71" y="9887"/>
                  <a:pt x="103613" y="9001"/>
                </a:cubicBezTo>
                <a:cubicBezTo>
                  <a:pt x="103013" y="8887"/>
                  <a:pt x="99384" y="8773"/>
                  <a:pt x="92754" y="8630"/>
                </a:cubicBezTo>
                <a:cubicBezTo>
                  <a:pt x="86982" y="8630"/>
                  <a:pt x="83353" y="8687"/>
                  <a:pt x="81867" y="8830"/>
                </a:cubicBezTo>
                <a:cubicBezTo>
                  <a:pt x="80353" y="8944"/>
                  <a:pt x="79238" y="9458"/>
                  <a:pt x="78467" y="10316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23" y="118472"/>
                  <a:pt x="75095" y="118529"/>
                  <a:pt x="76210" y="118643"/>
                </a:cubicBezTo>
                <a:cubicBezTo>
                  <a:pt x="77353" y="118786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53" y="122958"/>
                </a:cubicBezTo>
                <a:cubicBezTo>
                  <a:pt x="76838" y="125216"/>
                  <a:pt x="76295" y="126530"/>
                  <a:pt x="75667" y="126902"/>
                </a:cubicBezTo>
                <a:lnTo>
                  <a:pt x="75295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22" y="126787"/>
                  <a:pt x="49892" y="126730"/>
                  <a:pt x="38862" y="126730"/>
                </a:cubicBezTo>
                <a:cubicBezTo>
                  <a:pt x="22717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16"/>
                  <a:pt x="4258" y="123901"/>
                  <a:pt x="4515" y="122015"/>
                </a:cubicBezTo>
                <a:cubicBezTo>
                  <a:pt x="5001" y="120386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57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804" y="112843"/>
                </a:cubicBezTo>
                <a:cubicBezTo>
                  <a:pt x="34433" y="110700"/>
                  <a:pt x="36919" y="100870"/>
                  <a:pt x="41319" y="83353"/>
                </a:cubicBezTo>
                <a:cubicBezTo>
                  <a:pt x="43434" y="74838"/>
                  <a:pt x="45177" y="67894"/>
                  <a:pt x="46577" y="62522"/>
                </a:cubicBezTo>
                <a:cubicBezTo>
                  <a:pt x="55321" y="28089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44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72" y="42177"/>
                  <a:pt x="7144" y="43805"/>
                  <a:pt x="6772" y="44291"/>
                </a:cubicBezTo>
                <a:cubicBezTo>
                  <a:pt x="6372" y="44806"/>
                  <a:pt x="5515" y="45063"/>
                  <a:pt x="4143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91B8D-C61F-4E70-94CD-A27CBAFF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589" y="437512"/>
            <a:ext cx="55864" cy="91326"/>
          </a:xfrm>
          <a:custGeom xmlns:a="http://schemas.openxmlformats.org/drawingml/2006/main">
            <a:pathLst>
              <a:path w="55864" h="91326">
                <a:moveTo>
                  <a:pt x="7572" y="10744"/>
                </a:moveTo>
                <a:cubicBezTo>
                  <a:pt x="12516" y="3572"/>
                  <a:pt x="19288" y="0"/>
                  <a:pt x="27861" y="0"/>
                </a:cubicBezTo>
                <a:cubicBezTo>
                  <a:pt x="32118" y="0"/>
                  <a:pt x="36347" y="1143"/>
                  <a:pt x="40605" y="3458"/>
                </a:cubicBezTo>
                <a:cubicBezTo>
                  <a:pt x="44863" y="5744"/>
                  <a:pt x="48292" y="9830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78" y="70123"/>
                  <a:pt x="50178" y="77381"/>
                </a:cubicBezTo>
                <a:cubicBezTo>
                  <a:pt x="48377" y="81096"/>
                  <a:pt x="45949" y="84068"/>
                  <a:pt x="42862" y="86268"/>
                </a:cubicBezTo>
                <a:cubicBezTo>
                  <a:pt x="39776" y="88468"/>
                  <a:pt x="37062" y="89840"/>
                  <a:pt x="34776" y="90383"/>
                </a:cubicBezTo>
                <a:cubicBezTo>
                  <a:pt x="32461" y="90926"/>
                  <a:pt x="30204" y="91240"/>
                  <a:pt x="28004" y="91326"/>
                </a:cubicBezTo>
                <a:cubicBezTo>
                  <a:pt x="25689" y="91326"/>
                  <a:pt x="23403" y="91040"/>
                  <a:pt x="21088" y="90526"/>
                </a:cubicBezTo>
                <a:cubicBezTo>
                  <a:pt x="18802" y="89983"/>
                  <a:pt x="16088" y="88583"/>
                  <a:pt x="13002" y="86268"/>
                </a:cubicBezTo>
                <a:cubicBezTo>
                  <a:pt x="9916" y="83982"/>
                  <a:pt x="7458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05" y="9144"/>
                </a:moveTo>
                <a:cubicBezTo>
                  <a:pt x="34776" y="6315"/>
                  <a:pt x="31633" y="4915"/>
                  <a:pt x="28004" y="4915"/>
                </a:cubicBezTo>
                <a:cubicBezTo>
                  <a:pt x="24289" y="4915"/>
                  <a:pt x="21088" y="6315"/>
                  <a:pt x="18431" y="9144"/>
                </a:cubicBezTo>
                <a:cubicBezTo>
                  <a:pt x="16231" y="11459"/>
                  <a:pt x="14773" y="14630"/>
                  <a:pt x="14059" y="18717"/>
                </a:cubicBezTo>
                <a:cubicBezTo>
                  <a:pt x="13345" y="22774"/>
                  <a:pt x="13002" y="31261"/>
                  <a:pt x="13002" y="44177"/>
                </a:cubicBezTo>
                <a:cubicBezTo>
                  <a:pt x="13002" y="58179"/>
                  <a:pt x="13345" y="67380"/>
                  <a:pt x="14059" y="71809"/>
                </a:cubicBezTo>
                <a:cubicBezTo>
                  <a:pt x="14773" y="76238"/>
                  <a:pt x="16373" y="79724"/>
                  <a:pt x="18831" y="82296"/>
                </a:cubicBezTo>
                <a:cubicBezTo>
                  <a:pt x="21317" y="84953"/>
                  <a:pt x="24374" y="86268"/>
                  <a:pt x="28004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177" y="75924"/>
                  <a:pt x="41805" y="71123"/>
                </a:cubicBezTo>
                <a:cubicBezTo>
                  <a:pt x="42405" y="66351"/>
                  <a:pt x="42777" y="57379"/>
                  <a:pt x="42862" y="44177"/>
                </a:cubicBezTo>
                <a:cubicBezTo>
                  <a:pt x="42862" y="31375"/>
                  <a:pt x="42520" y="22917"/>
                  <a:pt x="41805" y="18831"/>
                </a:cubicBezTo>
                <a:cubicBezTo>
                  <a:pt x="41091" y="14773"/>
                  <a:pt x="39634" y="11544"/>
                  <a:pt x="37405" y="9144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E52D4-6DC5-4452-84AA-1A81C39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589" y="437512"/>
            <a:ext cx="55864" cy="91326"/>
          </a:xfrm>
          <a:custGeom xmlns:a="http://schemas.openxmlformats.org/drawingml/2006/main">
            <a:pathLst>
              <a:path w="55864" h="91326" fill="none">
                <a:moveTo>
                  <a:pt x="7572" y="10744"/>
                </a:moveTo>
                <a:cubicBezTo>
                  <a:pt x="12516" y="3572"/>
                  <a:pt x="19288" y="0"/>
                  <a:pt x="27861" y="0"/>
                </a:cubicBezTo>
                <a:cubicBezTo>
                  <a:pt x="32118" y="0"/>
                  <a:pt x="36347" y="1143"/>
                  <a:pt x="40605" y="3458"/>
                </a:cubicBezTo>
                <a:cubicBezTo>
                  <a:pt x="44863" y="5744"/>
                  <a:pt x="48292" y="9830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78" y="70123"/>
                  <a:pt x="50178" y="77381"/>
                </a:cubicBezTo>
                <a:cubicBezTo>
                  <a:pt x="48377" y="81096"/>
                  <a:pt x="45949" y="84068"/>
                  <a:pt x="42862" y="86268"/>
                </a:cubicBezTo>
                <a:cubicBezTo>
                  <a:pt x="39776" y="88468"/>
                  <a:pt x="37062" y="89840"/>
                  <a:pt x="34776" y="90383"/>
                </a:cubicBezTo>
                <a:cubicBezTo>
                  <a:pt x="32461" y="90926"/>
                  <a:pt x="30204" y="91240"/>
                  <a:pt x="28004" y="91326"/>
                </a:cubicBezTo>
                <a:cubicBezTo>
                  <a:pt x="25689" y="91326"/>
                  <a:pt x="23403" y="91040"/>
                  <a:pt x="21088" y="90526"/>
                </a:cubicBezTo>
                <a:cubicBezTo>
                  <a:pt x="18802" y="89983"/>
                  <a:pt x="16088" y="88583"/>
                  <a:pt x="13002" y="86268"/>
                </a:cubicBezTo>
                <a:cubicBezTo>
                  <a:pt x="9916" y="83982"/>
                  <a:pt x="7458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05" y="9144"/>
                </a:moveTo>
                <a:cubicBezTo>
                  <a:pt x="34776" y="6315"/>
                  <a:pt x="31633" y="4915"/>
                  <a:pt x="28004" y="4915"/>
                </a:cubicBezTo>
                <a:cubicBezTo>
                  <a:pt x="24289" y="4915"/>
                  <a:pt x="21088" y="6315"/>
                  <a:pt x="18431" y="9144"/>
                </a:cubicBezTo>
                <a:cubicBezTo>
                  <a:pt x="16231" y="11459"/>
                  <a:pt x="14773" y="14630"/>
                  <a:pt x="14059" y="18717"/>
                </a:cubicBezTo>
                <a:cubicBezTo>
                  <a:pt x="13345" y="22774"/>
                  <a:pt x="13002" y="31261"/>
                  <a:pt x="13002" y="44177"/>
                </a:cubicBezTo>
                <a:cubicBezTo>
                  <a:pt x="13002" y="58179"/>
                  <a:pt x="13345" y="67380"/>
                  <a:pt x="14059" y="71809"/>
                </a:cubicBezTo>
                <a:cubicBezTo>
                  <a:pt x="14773" y="76238"/>
                  <a:pt x="16373" y="79724"/>
                  <a:pt x="18831" y="82296"/>
                </a:cubicBezTo>
                <a:cubicBezTo>
                  <a:pt x="21317" y="84953"/>
                  <a:pt x="24374" y="86268"/>
                  <a:pt x="28004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177" y="75924"/>
                  <a:pt x="41805" y="71123"/>
                </a:cubicBezTo>
                <a:cubicBezTo>
                  <a:pt x="42405" y="66351"/>
                  <a:pt x="42777" y="57379"/>
                  <a:pt x="42862" y="44177"/>
                </a:cubicBezTo>
                <a:cubicBezTo>
                  <a:pt x="42862" y="31375"/>
                  <a:pt x="42520" y="22917"/>
                  <a:pt x="41805" y="18831"/>
                </a:cubicBezTo>
                <a:cubicBezTo>
                  <a:pt x="41091" y="14773"/>
                  <a:pt x="39634" y="11544"/>
                  <a:pt x="37405" y="9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90328-1DAE-43FA-91F7-48A1683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828" y="475031"/>
            <a:ext cx="24775" cy="59265"/>
          </a:xfrm>
          <a:custGeom xmlns:a="http://schemas.openxmlformats.org/drawingml/2006/main">
            <a:pathLst>
              <a:path w="24775" h="59265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59" y="0"/>
                </a:cubicBezTo>
                <a:cubicBezTo>
                  <a:pt x="14573" y="0"/>
                  <a:pt x="17688" y="1572"/>
                  <a:pt x="20460" y="4686"/>
                </a:cubicBezTo>
                <a:cubicBezTo>
                  <a:pt x="23203" y="7830"/>
                  <a:pt x="24632" y="13316"/>
                  <a:pt x="24775" y="21203"/>
                </a:cubicBezTo>
                <a:cubicBezTo>
                  <a:pt x="24775" y="25603"/>
                  <a:pt x="24203" y="29832"/>
                  <a:pt x="23089" y="33976"/>
                </a:cubicBezTo>
                <a:cubicBezTo>
                  <a:pt x="21946" y="38090"/>
                  <a:pt x="20631" y="41662"/>
                  <a:pt x="19145" y="44663"/>
                </a:cubicBezTo>
                <a:cubicBezTo>
                  <a:pt x="17631" y="47692"/>
                  <a:pt x="16002" y="50235"/>
                  <a:pt x="14259" y="52378"/>
                </a:cubicBezTo>
                <a:cubicBezTo>
                  <a:pt x="12516" y="54493"/>
                  <a:pt x="11001" y="56207"/>
                  <a:pt x="9744" y="57436"/>
                </a:cubicBezTo>
                <a:cubicBezTo>
                  <a:pt x="8515" y="58693"/>
                  <a:pt x="7687" y="59265"/>
                  <a:pt x="7315" y="59122"/>
                </a:cubicBezTo>
                <a:cubicBezTo>
                  <a:pt x="6801" y="59122"/>
                  <a:pt x="6001" y="58579"/>
                  <a:pt x="4886" y="57436"/>
                </a:cubicBezTo>
                <a:cubicBezTo>
                  <a:pt x="3743" y="56321"/>
                  <a:pt x="3172" y="55493"/>
                  <a:pt x="3172" y="55007"/>
                </a:cubicBezTo>
                <a:cubicBezTo>
                  <a:pt x="3172" y="54493"/>
                  <a:pt x="3858" y="53492"/>
                  <a:pt x="5258" y="52007"/>
                </a:cubicBezTo>
                <a:cubicBezTo>
                  <a:pt x="6629" y="50492"/>
                  <a:pt x="8201" y="48606"/>
                  <a:pt x="9944" y="46349"/>
                </a:cubicBezTo>
                <a:cubicBezTo>
                  <a:pt x="11687" y="44120"/>
                  <a:pt x="13316" y="40977"/>
                  <a:pt x="14830" y="36976"/>
                </a:cubicBezTo>
                <a:cubicBezTo>
                  <a:pt x="16316" y="32976"/>
                  <a:pt x="17316" y="28404"/>
                  <a:pt x="17831" y="23289"/>
                </a:cubicBezTo>
                <a:lnTo>
                  <a:pt x="17831" y="21031"/>
                </a:lnTo>
                <a:lnTo>
                  <a:pt x="17631" y="21203"/>
                </a:lnTo>
                <a:cubicBezTo>
                  <a:pt x="17402" y="21346"/>
                  <a:pt x="17088" y="21460"/>
                  <a:pt x="16688" y="21574"/>
                </a:cubicBezTo>
                <a:cubicBezTo>
                  <a:pt x="16316" y="21717"/>
                  <a:pt x="15945" y="21888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5" y="22517"/>
                  <a:pt x="12373" y="22574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6D1FC-30C0-44CD-8BD6-493122E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828" y="475031"/>
            <a:ext cx="24775" cy="59265"/>
          </a:xfrm>
          <a:custGeom xmlns:a="http://schemas.openxmlformats.org/drawingml/2006/main">
            <a:pathLst>
              <a:path w="24775" h="59265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59" y="0"/>
                </a:cubicBezTo>
                <a:cubicBezTo>
                  <a:pt x="14573" y="0"/>
                  <a:pt x="17688" y="1572"/>
                  <a:pt x="20460" y="4686"/>
                </a:cubicBezTo>
                <a:cubicBezTo>
                  <a:pt x="23203" y="7830"/>
                  <a:pt x="24632" y="13316"/>
                  <a:pt x="24775" y="21203"/>
                </a:cubicBezTo>
                <a:cubicBezTo>
                  <a:pt x="24775" y="25603"/>
                  <a:pt x="24203" y="29832"/>
                  <a:pt x="23089" y="33976"/>
                </a:cubicBezTo>
                <a:cubicBezTo>
                  <a:pt x="21946" y="38090"/>
                  <a:pt x="20631" y="41662"/>
                  <a:pt x="19145" y="44663"/>
                </a:cubicBezTo>
                <a:cubicBezTo>
                  <a:pt x="17631" y="47692"/>
                  <a:pt x="16002" y="50235"/>
                  <a:pt x="14259" y="52378"/>
                </a:cubicBezTo>
                <a:cubicBezTo>
                  <a:pt x="12516" y="54493"/>
                  <a:pt x="11001" y="56207"/>
                  <a:pt x="9744" y="57436"/>
                </a:cubicBezTo>
                <a:cubicBezTo>
                  <a:pt x="8515" y="58693"/>
                  <a:pt x="7687" y="59265"/>
                  <a:pt x="7315" y="59122"/>
                </a:cubicBezTo>
                <a:cubicBezTo>
                  <a:pt x="6801" y="59122"/>
                  <a:pt x="6001" y="58579"/>
                  <a:pt x="4886" y="57436"/>
                </a:cubicBezTo>
                <a:cubicBezTo>
                  <a:pt x="3743" y="56321"/>
                  <a:pt x="3172" y="55493"/>
                  <a:pt x="3172" y="55007"/>
                </a:cubicBezTo>
                <a:cubicBezTo>
                  <a:pt x="3172" y="54493"/>
                  <a:pt x="3858" y="53492"/>
                  <a:pt x="5258" y="52007"/>
                </a:cubicBezTo>
                <a:cubicBezTo>
                  <a:pt x="6629" y="50492"/>
                  <a:pt x="8201" y="48606"/>
                  <a:pt x="9944" y="46349"/>
                </a:cubicBezTo>
                <a:cubicBezTo>
                  <a:pt x="11687" y="44120"/>
                  <a:pt x="13316" y="40977"/>
                  <a:pt x="14830" y="36976"/>
                </a:cubicBezTo>
                <a:cubicBezTo>
                  <a:pt x="16316" y="32976"/>
                  <a:pt x="17316" y="28404"/>
                  <a:pt x="17831" y="23289"/>
                </a:cubicBezTo>
                <a:lnTo>
                  <a:pt x="17831" y="21031"/>
                </a:lnTo>
                <a:lnTo>
                  <a:pt x="17631" y="21203"/>
                </a:lnTo>
                <a:cubicBezTo>
                  <a:pt x="17402" y="21346"/>
                  <a:pt x="17088" y="21460"/>
                  <a:pt x="16688" y="21574"/>
                </a:cubicBezTo>
                <a:cubicBezTo>
                  <a:pt x="16316" y="21717"/>
                  <a:pt x="15945" y="21888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5" y="22517"/>
                  <a:pt x="12373" y="22574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2A15E-2E86-43F1-8272-0F5C955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953" y="372332"/>
            <a:ext cx="125416" cy="125416"/>
          </a:xfrm>
          <a:custGeom xmlns:a="http://schemas.openxmlformats.org/drawingml/2006/main">
            <a:pathLst>
              <a:path w="125416" h="125416">
                <a:moveTo>
                  <a:pt x="0" y="4886"/>
                </a:moveTo>
                <a:cubicBezTo>
                  <a:pt x="0" y="4886"/>
                  <a:pt x="0" y="4515"/>
                  <a:pt x="0" y="3772"/>
                </a:cubicBezTo>
                <a:cubicBezTo>
                  <a:pt x="0" y="3029"/>
                  <a:pt x="257" y="2315"/>
                  <a:pt x="772" y="1686"/>
                </a:cubicBezTo>
                <a:cubicBezTo>
                  <a:pt x="1257" y="1086"/>
                  <a:pt x="1686" y="629"/>
                  <a:pt x="2086" y="371"/>
                </a:cubicBezTo>
                <a:cubicBezTo>
                  <a:pt x="2457" y="143"/>
                  <a:pt x="2772" y="0"/>
                  <a:pt x="3029" y="0"/>
                </a:cubicBezTo>
                <a:lnTo>
                  <a:pt x="122615" y="0"/>
                </a:lnTo>
                <a:cubicBezTo>
                  <a:pt x="124473" y="1000"/>
                  <a:pt x="125416" y="2257"/>
                  <a:pt x="125416" y="3772"/>
                </a:cubicBezTo>
                <a:cubicBezTo>
                  <a:pt x="125416" y="5258"/>
                  <a:pt x="124473" y="6515"/>
                  <a:pt x="122615" y="7515"/>
                </a:cubicBezTo>
                <a:lnTo>
                  <a:pt x="66465" y="7515"/>
                </a:lnTo>
                <a:lnTo>
                  <a:pt x="66465" y="122587"/>
                </a:lnTo>
                <a:cubicBezTo>
                  <a:pt x="65580" y="124216"/>
                  <a:pt x="64465" y="125158"/>
                  <a:pt x="63094" y="125416"/>
                </a:cubicBezTo>
                <a:cubicBezTo>
                  <a:pt x="62579" y="125416"/>
                  <a:pt x="62151" y="125359"/>
                  <a:pt x="61779" y="125216"/>
                </a:cubicBezTo>
                <a:cubicBezTo>
                  <a:pt x="61408" y="125101"/>
                  <a:pt x="61093" y="124987"/>
                  <a:pt x="60836" y="124844"/>
                </a:cubicBezTo>
                <a:cubicBezTo>
                  <a:pt x="60579" y="124730"/>
                  <a:pt x="60350" y="124530"/>
                  <a:pt x="60093" y="124273"/>
                </a:cubicBezTo>
                <a:cubicBezTo>
                  <a:pt x="59836" y="124044"/>
                  <a:pt x="59722" y="123844"/>
                  <a:pt x="59722" y="123730"/>
                </a:cubicBezTo>
                <a:cubicBezTo>
                  <a:pt x="59722" y="123587"/>
                  <a:pt x="59579" y="123330"/>
                  <a:pt x="59350" y="122987"/>
                </a:cubicBezTo>
                <a:cubicBezTo>
                  <a:pt x="59093" y="122587"/>
                  <a:pt x="58950" y="122415"/>
                  <a:pt x="58950" y="122415"/>
                </a:cubicBezTo>
                <a:lnTo>
                  <a:pt x="58950" y="7515"/>
                </a:lnTo>
                <a:lnTo>
                  <a:pt x="3029" y="7515"/>
                </a:lnTo>
                <a:cubicBezTo>
                  <a:pt x="2886" y="7515"/>
                  <a:pt x="2657" y="7401"/>
                  <a:pt x="2257" y="7144"/>
                </a:cubicBezTo>
                <a:cubicBezTo>
                  <a:pt x="1886" y="6887"/>
                  <a:pt x="1400" y="6458"/>
                  <a:pt x="772" y="5829"/>
                </a:cubicBezTo>
                <a:lnTo>
                  <a:pt x="0" y="4886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45ED1-1849-46CC-A718-4C6A943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953" y="372332"/>
            <a:ext cx="125416" cy="125416"/>
          </a:xfrm>
          <a:custGeom xmlns:a="http://schemas.openxmlformats.org/drawingml/2006/main">
            <a:pathLst>
              <a:path w="125416" h="125416" fill="none">
                <a:moveTo>
                  <a:pt x="0" y="4886"/>
                </a:moveTo>
                <a:cubicBezTo>
                  <a:pt x="0" y="4886"/>
                  <a:pt x="0" y="4515"/>
                  <a:pt x="0" y="3772"/>
                </a:cubicBezTo>
                <a:cubicBezTo>
                  <a:pt x="0" y="3029"/>
                  <a:pt x="257" y="2315"/>
                  <a:pt x="772" y="1686"/>
                </a:cubicBezTo>
                <a:cubicBezTo>
                  <a:pt x="1257" y="1086"/>
                  <a:pt x="1686" y="629"/>
                  <a:pt x="2086" y="371"/>
                </a:cubicBezTo>
                <a:cubicBezTo>
                  <a:pt x="2457" y="143"/>
                  <a:pt x="2772" y="0"/>
                  <a:pt x="3029" y="0"/>
                </a:cubicBezTo>
                <a:lnTo>
                  <a:pt x="122615" y="0"/>
                </a:lnTo>
                <a:cubicBezTo>
                  <a:pt x="124473" y="1000"/>
                  <a:pt x="125416" y="2257"/>
                  <a:pt x="125416" y="3772"/>
                </a:cubicBezTo>
                <a:cubicBezTo>
                  <a:pt x="125416" y="5258"/>
                  <a:pt x="124473" y="6515"/>
                  <a:pt x="122615" y="7515"/>
                </a:cubicBezTo>
                <a:lnTo>
                  <a:pt x="66465" y="7515"/>
                </a:lnTo>
                <a:lnTo>
                  <a:pt x="66465" y="122587"/>
                </a:lnTo>
                <a:cubicBezTo>
                  <a:pt x="65580" y="124216"/>
                  <a:pt x="64465" y="125158"/>
                  <a:pt x="63094" y="125416"/>
                </a:cubicBezTo>
                <a:cubicBezTo>
                  <a:pt x="62579" y="125416"/>
                  <a:pt x="62151" y="125359"/>
                  <a:pt x="61779" y="125216"/>
                </a:cubicBezTo>
                <a:cubicBezTo>
                  <a:pt x="61408" y="125101"/>
                  <a:pt x="61093" y="124987"/>
                  <a:pt x="60836" y="124844"/>
                </a:cubicBezTo>
                <a:cubicBezTo>
                  <a:pt x="60579" y="124730"/>
                  <a:pt x="60350" y="124530"/>
                  <a:pt x="60093" y="124273"/>
                </a:cubicBezTo>
                <a:cubicBezTo>
                  <a:pt x="59836" y="124044"/>
                  <a:pt x="59722" y="123844"/>
                  <a:pt x="59722" y="123730"/>
                </a:cubicBezTo>
                <a:cubicBezTo>
                  <a:pt x="59722" y="123587"/>
                  <a:pt x="59579" y="123330"/>
                  <a:pt x="59350" y="122987"/>
                </a:cubicBezTo>
                <a:cubicBezTo>
                  <a:pt x="59093" y="122587"/>
                  <a:pt x="58950" y="122415"/>
                  <a:pt x="58950" y="122415"/>
                </a:cubicBezTo>
                <a:lnTo>
                  <a:pt x="58950" y="7515"/>
                </a:lnTo>
                <a:lnTo>
                  <a:pt x="3029" y="7515"/>
                </a:lnTo>
                <a:cubicBezTo>
                  <a:pt x="2886" y="7515"/>
                  <a:pt x="2657" y="7401"/>
                  <a:pt x="2257" y="7144"/>
                </a:cubicBezTo>
                <a:cubicBezTo>
                  <a:pt x="1886" y="6887"/>
                  <a:pt x="1400" y="6458"/>
                  <a:pt x="772" y="5829"/>
                </a:cubicBezTo>
                <a:lnTo>
                  <a:pt x="0" y="48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6F132-04E3-4500-8183-3EBF953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028" y="356930"/>
            <a:ext cx="41977" cy="187738"/>
          </a:xfrm>
          <a:custGeom xmlns:a="http://schemas.openxmlformats.org/drawingml/2006/main">
            <a:pathLst>
              <a:path w="41977" h="187738">
                <a:moveTo>
                  <a:pt x="0" y="3400"/>
                </a:moveTo>
                <a:cubicBezTo>
                  <a:pt x="114" y="2515"/>
                  <a:pt x="486" y="1772"/>
                  <a:pt x="1114" y="1143"/>
                </a:cubicBezTo>
                <a:cubicBezTo>
                  <a:pt x="1743" y="514"/>
                  <a:pt x="2629" y="143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72"/>
                  <a:pt x="13202" y="18174"/>
                  <a:pt x="24575" y="48063"/>
                </a:cubicBezTo>
                <a:cubicBezTo>
                  <a:pt x="35976" y="77981"/>
                  <a:pt x="41719" y="93269"/>
                  <a:pt x="41862" y="93897"/>
                </a:cubicBezTo>
                <a:cubicBezTo>
                  <a:pt x="41977" y="94498"/>
                  <a:pt x="36290" y="109785"/>
                  <a:pt x="24775" y="139675"/>
                </a:cubicBezTo>
                <a:cubicBezTo>
                  <a:pt x="13259" y="169593"/>
                  <a:pt x="7315" y="184995"/>
                  <a:pt x="6944" y="185880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823"/>
                </a:cubicBezTo>
                <a:cubicBezTo>
                  <a:pt x="686" y="186195"/>
                  <a:pt x="229" y="185366"/>
                  <a:pt x="0" y="184366"/>
                </a:cubicBezTo>
                <a:cubicBezTo>
                  <a:pt x="0" y="183737"/>
                  <a:pt x="5629" y="168535"/>
                  <a:pt x="16888" y="138732"/>
                </a:cubicBezTo>
                <a:cubicBezTo>
                  <a:pt x="28289" y="109099"/>
                  <a:pt x="33976" y="94126"/>
                  <a:pt x="33976" y="93897"/>
                </a:cubicBezTo>
                <a:cubicBezTo>
                  <a:pt x="33976" y="93640"/>
                  <a:pt x="28289" y="78667"/>
                  <a:pt x="16888" y="49006"/>
                </a:cubicBezTo>
                <a:cubicBezTo>
                  <a:pt x="5629" y="19231"/>
                  <a:pt x="0" y="4029"/>
                  <a:pt x="0" y="340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97EE6-1871-4034-A45E-53CB37A9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028" y="356930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0" y="3400"/>
                </a:moveTo>
                <a:cubicBezTo>
                  <a:pt x="114" y="2515"/>
                  <a:pt x="486" y="1772"/>
                  <a:pt x="1114" y="1143"/>
                </a:cubicBezTo>
                <a:cubicBezTo>
                  <a:pt x="1743" y="514"/>
                  <a:pt x="2629" y="143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72"/>
                  <a:pt x="13202" y="18174"/>
                  <a:pt x="24575" y="48063"/>
                </a:cubicBezTo>
                <a:cubicBezTo>
                  <a:pt x="35976" y="77981"/>
                  <a:pt x="41719" y="93269"/>
                  <a:pt x="41862" y="93897"/>
                </a:cubicBezTo>
                <a:cubicBezTo>
                  <a:pt x="41977" y="94498"/>
                  <a:pt x="36290" y="109785"/>
                  <a:pt x="24775" y="139675"/>
                </a:cubicBezTo>
                <a:cubicBezTo>
                  <a:pt x="13259" y="169593"/>
                  <a:pt x="7315" y="184995"/>
                  <a:pt x="6944" y="185880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823"/>
                </a:cubicBezTo>
                <a:cubicBezTo>
                  <a:pt x="686" y="186195"/>
                  <a:pt x="229" y="185366"/>
                  <a:pt x="0" y="184366"/>
                </a:cubicBezTo>
                <a:cubicBezTo>
                  <a:pt x="0" y="183737"/>
                  <a:pt x="5629" y="168535"/>
                  <a:pt x="16888" y="138732"/>
                </a:cubicBezTo>
                <a:cubicBezTo>
                  <a:pt x="28289" y="109099"/>
                  <a:pt x="33976" y="94126"/>
                  <a:pt x="33976" y="93897"/>
                </a:cubicBezTo>
                <a:cubicBezTo>
                  <a:pt x="33976" y="93640"/>
                  <a:pt x="28289" y="78667"/>
                  <a:pt x="16888" y="49006"/>
                </a:cubicBezTo>
                <a:cubicBezTo>
                  <a:pt x="5629" y="19231"/>
                  <a:pt x="0" y="4029"/>
                  <a:pt x="0" y="3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F7964-BEBF-4B4A-9941-7B423008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667" y="1123340"/>
            <a:ext cx="10" cy="56207"/>
          </a:xfrm>
          <a:custGeom xmlns:a="http://schemas.openxmlformats.org/drawingml/2006/main">
            <a:pathLst>
              <a:path w="1" h="56207" fill="none">
                <a:moveTo>
                  <a:pt x="0" y="0"/>
                </a:moveTo>
                <a:lnTo>
                  <a:pt x="0" y="56207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9B067-BC82-4099-AE6A-44D5E9B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1167946"/>
            <a:ext cx="46434" cy="46434"/>
          </a:xfrm>
          <a:custGeom xmlns:a="http://schemas.openxmlformats.org/drawingml/2006/main">
            <a:pathLst>
              <a:path w="46434" h="46434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A93D1-F2D3-4973-B796-A075B595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1167946"/>
            <a:ext cx="46434" cy="46434"/>
          </a:xfrm>
          <a:custGeom xmlns:a="http://schemas.openxmlformats.org/drawingml/2006/main">
            <a:pathLst>
              <a:path w="46434" h="46434" fill="none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DB737-A6DF-4457-88B8-1CF4BAC6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82" y="1084650"/>
            <a:ext cx="42005" cy="187738"/>
          </a:xfrm>
          <a:custGeom xmlns:a="http://schemas.openxmlformats.org/drawingml/2006/main">
            <a:pathLst>
              <a:path w="42005" h="187738">
                <a:moveTo>
                  <a:pt x="42005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76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90" y="184966"/>
                  <a:pt x="28804" y="169593"/>
                  <a:pt x="17402" y="139675"/>
                </a:cubicBezTo>
                <a:cubicBezTo>
                  <a:pt x="6001" y="109757"/>
                  <a:pt x="257" y="94498"/>
                  <a:pt x="143" y="93869"/>
                </a:cubicBezTo>
                <a:cubicBezTo>
                  <a:pt x="0" y="93240"/>
                  <a:pt x="5686" y="77981"/>
                  <a:pt x="17231" y="48063"/>
                </a:cubicBezTo>
                <a:cubicBezTo>
                  <a:pt x="28718" y="18145"/>
                  <a:pt x="34690" y="2743"/>
                  <a:pt x="35033" y="1886"/>
                </a:cubicBezTo>
                <a:cubicBezTo>
                  <a:pt x="35433" y="1257"/>
                  <a:pt x="36062" y="686"/>
                  <a:pt x="36919" y="171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14"/>
                  <a:pt x="42005" y="3372"/>
                </a:cubicBezTo>
                <a:cubicBezTo>
                  <a:pt x="42005" y="4000"/>
                  <a:pt x="36376" y="19202"/>
                  <a:pt x="25089" y="49006"/>
                </a:cubicBezTo>
                <a:cubicBezTo>
                  <a:pt x="13716" y="78667"/>
                  <a:pt x="8001" y="93612"/>
                  <a:pt x="8001" y="93869"/>
                </a:cubicBezTo>
                <a:cubicBezTo>
                  <a:pt x="8001" y="94126"/>
                  <a:pt x="13716" y="109071"/>
                  <a:pt x="25089" y="138732"/>
                </a:cubicBezTo>
                <a:cubicBezTo>
                  <a:pt x="36376" y="168507"/>
                  <a:pt x="42005" y="183709"/>
                  <a:pt x="42005" y="18433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4BC12-72DE-47B1-9133-158F684B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82" y="1084650"/>
            <a:ext cx="42005" cy="187738"/>
          </a:xfrm>
          <a:custGeom xmlns:a="http://schemas.openxmlformats.org/drawingml/2006/main">
            <a:pathLst>
              <a:path w="42005" h="187738" fill="none">
                <a:moveTo>
                  <a:pt x="42005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76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90" y="184966"/>
                  <a:pt x="28804" y="169593"/>
                  <a:pt x="17402" y="139675"/>
                </a:cubicBezTo>
                <a:cubicBezTo>
                  <a:pt x="6001" y="109757"/>
                  <a:pt x="257" y="94498"/>
                  <a:pt x="143" y="93869"/>
                </a:cubicBezTo>
                <a:cubicBezTo>
                  <a:pt x="0" y="93240"/>
                  <a:pt x="5686" y="77981"/>
                  <a:pt x="17231" y="48063"/>
                </a:cubicBezTo>
                <a:cubicBezTo>
                  <a:pt x="28718" y="18145"/>
                  <a:pt x="34690" y="2743"/>
                  <a:pt x="35033" y="1886"/>
                </a:cubicBezTo>
                <a:cubicBezTo>
                  <a:pt x="35433" y="1257"/>
                  <a:pt x="36062" y="686"/>
                  <a:pt x="36919" y="171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14"/>
                  <a:pt x="42005" y="3372"/>
                </a:cubicBezTo>
                <a:cubicBezTo>
                  <a:pt x="42005" y="4000"/>
                  <a:pt x="36376" y="19202"/>
                  <a:pt x="25089" y="49006"/>
                </a:cubicBezTo>
                <a:cubicBezTo>
                  <a:pt x="13716" y="78667"/>
                  <a:pt x="8001" y="93612"/>
                  <a:pt x="8001" y="93869"/>
                </a:cubicBezTo>
                <a:cubicBezTo>
                  <a:pt x="8001" y="94126"/>
                  <a:pt x="13716" y="109071"/>
                  <a:pt x="25089" y="138732"/>
                </a:cubicBezTo>
                <a:cubicBezTo>
                  <a:pt x="36376" y="168507"/>
                  <a:pt x="42005" y="183709"/>
                  <a:pt x="42005" y="184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2B024-F34D-4DEE-985E-677309DD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46" y="1098337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43" y="45063"/>
                </a:moveTo>
                <a:cubicBezTo>
                  <a:pt x="1172" y="45063"/>
                  <a:pt x="0" y="44577"/>
                  <a:pt x="0" y="43577"/>
                </a:cubicBezTo>
                <a:cubicBezTo>
                  <a:pt x="0" y="42948"/>
                  <a:pt x="972" y="39433"/>
                  <a:pt x="3000" y="33061"/>
                </a:cubicBezTo>
                <a:cubicBezTo>
                  <a:pt x="5001" y="26660"/>
                  <a:pt x="7115" y="20345"/>
                  <a:pt x="9373" y="14087"/>
                </a:cubicBezTo>
                <a:lnTo>
                  <a:pt x="12544" y="4886"/>
                </a:lnTo>
                <a:cubicBezTo>
                  <a:pt x="13202" y="2657"/>
                  <a:pt x="14002" y="1029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58" y="0"/>
                  <a:pt x="126130" y="86"/>
                  <a:pt x="126902" y="200"/>
                </a:cubicBezTo>
                <a:cubicBezTo>
                  <a:pt x="127645" y="314"/>
                  <a:pt x="128073" y="886"/>
                  <a:pt x="128216" y="1886"/>
                </a:cubicBezTo>
                <a:cubicBezTo>
                  <a:pt x="128216" y="2657"/>
                  <a:pt x="127130" y="9773"/>
                  <a:pt x="125016" y="23289"/>
                </a:cubicBezTo>
                <a:cubicBezTo>
                  <a:pt x="122873" y="36805"/>
                  <a:pt x="121701" y="43634"/>
                  <a:pt x="121444" y="43748"/>
                </a:cubicBezTo>
                <a:cubicBezTo>
                  <a:pt x="121444" y="44634"/>
                  <a:pt x="120272" y="45063"/>
                  <a:pt x="117872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43" y="45063"/>
                  <a:pt x="114872" y="44777"/>
                  <a:pt x="114500" y="44120"/>
                </a:cubicBezTo>
                <a:lnTo>
                  <a:pt x="114129" y="43577"/>
                </a:lnTo>
                <a:cubicBezTo>
                  <a:pt x="114129" y="42834"/>
                  <a:pt x="114500" y="40005"/>
                  <a:pt x="115243" y="35119"/>
                </a:cubicBezTo>
                <a:cubicBezTo>
                  <a:pt x="116015" y="30232"/>
                  <a:pt x="116386" y="26432"/>
                  <a:pt x="116386" y="23660"/>
                </a:cubicBezTo>
                <a:cubicBezTo>
                  <a:pt x="116386" y="19288"/>
                  <a:pt x="115557" y="15973"/>
                  <a:pt x="113957" y="13716"/>
                </a:cubicBezTo>
                <a:cubicBezTo>
                  <a:pt x="112300" y="11459"/>
                  <a:pt x="108871" y="9916"/>
                  <a:pt x="103613" y="9030"/>
                </a:cubicBezTo>
                <a:cubicBezTo>
                  <a:pt x="102984" y="8887"/>
                  <a:pt x="99355" y="8773"/>
                  <a:pt x="92726" y="8658"/>
                </a:cubicBezTo>
                <a:cubicBezTo>
                  <a:pt x="86954" y="8658"/>
                  <a:pt x="83325" y="8715"/>
                  <a:pt x="81839" y="8830"/>
                </a:cubicBezTo>
                <a:cubicBezTo>
                  <a:pt x="80324" y="8973"/>
                  <a:pt x="79210" y="9458"/>
                  <a:pt x="78467" y="10344"/>
                </a:cubicBezTo>
                <a:cubicBezTo>
                  <a:pt x="78324" y="10458"/>
                  <a:pt x="73895" y="27918"/>
                  <a:pt x="65122" y="62722"/>
                </a:cubicBezTo>
                <a:cubicBezTo>
                  <a:pt x="56378" y="97526"/>
                  <a:pt x="51978" y="115214"/>
                  <a:pt x="51978" y="115843"/>
                </a:cubicBezTo>
                <a:cubicBezTo>
                  <a:pt x="51978" y="117358"/>
                  <a:pt x="57493" y="118215"/>
                  <a:pt x="68494" y="118472"/>
                </a:cubicBezTo>
                <a:cubicBezTo>
                  <a:pt x="72523" y="118472"/>
                  <a:pt x="75067" y="118529"/>
                  <a:pt x="76210" y="118643"/>
                </a:cubicBezTo>
                <a:cubicBezTo>
                  <a:pt x="77324" y="118786"/>
                  <a:pt x="77895" y="119358"/>
                  <a:pt x="77895" y="120358"/>
                </a:cubicBezTo>
                <a:cubicBezTo>
                  <a:pt x="77895" y="120987"/>
                  <a:pt x="77724" y="121844"/>
                  <a:pt x="77324" y="122987"/>
                </a:cubicBezTo>
                <a:cubicBezTo>
                  <a:pt x="76838" y="125244"/>
                  <a:pt x="76267" y="126559"/>
                  <a:pt x="75638" y="126930"/>
                </a:cubicBezTo>
                <a:lnTo>
                  <a:pt x="75267" y="127102"/>
                </a:lnTo>
                <a:cubicBezTo>
                  <a:pt x="74895" y="127102"/>
                  <a:pt x="74438" y="127102"/>
                  <a:pt x="73952" y="127102"/>
                </a:cubicBezTo>
                <a:cubicBezTo>
                  <a:pt x="73323" y="127102"/>
                  <a:pt x="70066" y="127044"/>
                  <a:pt x="64208" y="126930"/>
                </a:cubicBezTo>
                <a:cubicBezTo>
                  <a:pt x="58322" y="126787"/>
                  <a:pt x="49863" y="126730"/>
                  <a:pt x="38833" y="126730"/>
                </a:cubicBezTo>
                <a:cubicBezTo>
                  <a:pt x="22717" y="126730"/>
                  <a:pt x="12430" y="126873"/>
                  <a:pt x="8058" y="127102"/>
                </a:cubicBezTo>
                <a:lnTo>
                  <a:pt x="5258" y="127102"/>
                </a:lnTo>
                <a:cubicBezTo>
                  <a:pt x="4486" y="126359"/>
                  <a:pt x="4115" y="125787"/>
                  <a:pt x="4115" y="125416"/>
                </a:cubicBezTo>
                <a:cubicBezTo>
                  <a:pt x="4115" y="125044"/>
                  <a:pt x="4229" y="123901"/>
                  <a:pt x="4486" y="122044"/>
                </a:cubicBezTo>
                <a:cubicBezTo>
                  <a:pt x="5001" y="120415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687" y="118472"/>
                </a:lnTo>
                <a:cubicBezTo>
                  <a:pt x="23689" y="118472"/>
                  <a:pt x="29661" y="117900"/>
                  <a:pt x="31518" y="116786"/>
                </a:cubicBezTo>
                <a:cubicBezTo>
                  <a:pt x="31633" y="116672"/>
                  <a:pt x="31775" y="116586"/>
                  <a:pt x="31890" y="116586"/>
                </a:cubicBezTo>
                <a:cubicBezTo>
                  <a:pt x="32518" y="116215"/>
                  <a:pt x="33147" y="114986"/>
                  <a:pt x="33776" y="112843"/>
                </a:cubicBezTo>
                <a:cubicBezTo>
                  <a:pt x="34404" y="110700"/>
                  <a:pt x="36890" y="100898"/>
                  <a:pt x="41291" y="83382"/>
                </a:cubicBezTo>
                <a:cubicBezTo>
                  <a:pt x="43405" y="74866"/>
                  <a:pt x="45149" y="67923"/>
                  <a:pt x="46549" y="62522"/>
                </a:cubicBezTo>
                <a:cubicBezTo>
                  <a:pt x="55293" y="28118"/>
                  <a:pt x="59693" y="10516"/>
                  <a:pt x="59693" y="9773"/>
                </a:cubicBezTo>
                <a:cubicBezTo>
                  <a:pt x="59693" y="9144"/>
                  <a:pt x="57864" y="8830"/>
                  <a:pt x="54235" y="8830"/>
                </a:cubicBezTo>
                <a:lnTo>
                  <a:pt x="48435" y="8830"/>
                </a:lnTo>
                <a:cubicBezTo>
                  <a:pt x="40034" y="8830"/>
                  <a:pt x="34519" y="9201"/>
                  <a:pt x="31890" y="9973"/>
                </a:cubicBezTo>
                <a:cubicBezTo>
                  <a:pt x="26260" y="11230"/>
                  <a:pt x="21888" y="13773"/>
                  <a:pt x="18745" y="17659"/>
                </a:cubicBezTo>
                <a:cubicBezTo>
                  <a:pt x="15631" y="21546"/>
                  <a:pt x="12259" y="28804"/>
                  <a:pt x="8630" y="39433"/>
                </a:cubicBezTo>
                <a:cubicBezTo>
                  <a:pt x="7744" y="42205"/>
                  <a:pt x="7115" y="43805"/>
                  <a:pt x="6744" y="44320"/>
                </a:cubicBezTo>
                <a:cubicBezTo>
                  <a:pt x="6372" y="44806"/>
                  <a:pt x="5486" y="45063"/>
                  <a:pt x="4115" y="45063"/>
                </a:cubicBezTo>
                <a:lnTo>
                  <a:pt x="3543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408E4-A9B8-4911-BA5D-CBF7001C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46" y="1098337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43" y="45063"/>
                </a:moveTo>
                <a:cubicBezTo>
                  <a:pt x="1172" y="45063"/>
                  <a:pt x="0" y="44577"/>
                  <a:pt x="0" y="43577"/>
                </a:cubicBezTo>
                <a:cubicBezTo>
                  <a:pt x="0" y="42948"/>
                  <a:pt x="972" y="39433"/>
                  <a:pt x="3000" y="33061"/>
                </a:cubicBezTo>
                <a:cubicBezTo>
                  <a:pt x="5001" y="26660"/>
                  <a:pt x="7115" y="20345"/>
                  <a:pt x="9373" y="14087"/>
                </a:cubicBezTo>
                <a:lnTo>
                  <a:pt x="12544" y="4886"/>
                </a:lnTo>
                <a:cubicBezTo>
                  <a:pt x="13202" y="2657"/>
                  <a:pt x="14002" y="1029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58" y="0"/>
                  <a:pt x="126130" y="86"/>
                  <a:pt x="126902" y="200"/>
                </a:cubicBezTo>
                <a:cubicBezTo>
                  <a:pt x="127645" y="314"/>
                  <a:pt x="128073" y="886"/>
                  <a:pt x="128216" y="1886"/>
                </a:cubicBezTo>
                <a:cubicBezTo>
                  <a:pt x="128216" y="2657"/>
                  <a:pt x="127130" y="9773"/>
                  <a:pt x="125016" y="23289"/>
                </a:cubicBezTo>
                <a:cubicBezTo>
                  <a:pt x="122873" y="36805"/>
                  <a:pt x="121701" y="43634"/>
                  <a:pt x="121444" y="43748"/>
                </a:cubicBezTo>
                <a:cubicBezTo>
                  <a:pt x="121444" y="44634"/>
                  <a:pt x="120272" y="45063"/>
                  <a:pt x="117872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43" y="45063"/>
                  <a:pt x="114872" y="44777"/>
                  <a:pt x="114500" y="44120"/>
                </a:cubicBezTo>
                <a:lnTo>
                  <a:pt x="114129" y="43577"/>
                </a:lnTo>
                <a:cubicBezTo>
                  <a:pt x="114129" y="42834"/>
                  <a:pt x="114500" y="40005"/>
                  <a:pt x="115243" y="35119"/>
                </a:cubicBezTo>
                <a:cubicBezTo>
                  <a:pt x="116015" y="30232"/>
                  <a:pt x="116386" y="26432"/>
                  <a:pt x="116386" y="23660"/>
                </a:cubicBezTo>
                <a:cubicBezTo>
                  <a:pt x="116386" y="19288"/>
                  <a:pt x="115557" y="15973"/>
                  <a:pt x="113957" y="13716"/>
                </a:cubicBezTo>
                <a:cubicBezTo>
                  <a:pt x="112300" y="11459"/>
                  <a:pt x="108871" y="9916"/>
                  <a:pt x="103613" y="9030"/>
                </a:cubicBezTo>
                <a:cubicBezTo>
                  <a:pt x="102984" y="8887"/>
                  <a:pt x="99355" y="8773"/>
                  <a:pt x="92726" y="8658"/>
                </a:cubicBezTo>
                <a:cubicBezTo>
                  <a:pt x="86954" y="8658"/>
                  <a:pt x="83325" y="8715"/>
                  <a:pt x="81839" y="8830"/>
                </a:cubicBezTo>
                <a:cubicBezTo>
                  <a:pt x="80324" y="8973"/>
                  <a:pt x="79210" y="9458"/>
                  <a:pt x="78467" y="10344"/>
                </a:cubicBezTo>
                <a:cubicBezTo>
                  <a:pt x="78324" y="10458"/>
                  <a:pt x="73895" y="27918"/>
                  <a:pt x="65122" y="62722"/>
                </a:cubicBezTo>
                <a:cubicBezTo>
                  <a:pt x="56378" y="97526"/>
                  <a:pt x="51978" y="115214"/>
                  <a:pt x="51978" y="115843"/>
                </a:cubicBezTo>
                <a:cubicBezTo>
                  <a:pt x="51978" y="117358"/>
                  <a:pt x="57493" y="118215"/>
                  <a:pt x="68494" y="118472"/>
                </a:cubicBezTo>
                <a:cubicBezTo>
                  <a:pt x="72523" y="118472"/>
                  <a:pt x="75067" y="118529"/>
                  <a:pt x="76210" y="118643"/>
                </a:cubicBezTo>
                <a:cubicBezTo>
                  <a:pt x="77324" y="118786"/>
                  <a:pt x="77895" y="119358"/>
                  <a:pt x="77895" y="120358"/>
                </a:cubicBezTo>
                <a:cubicBezTo>
                  <a:pt x="77895" y="120987"/>
                  <a:pt x="77724" y="121844"/>
                  <a:pt x="77324" y="122987"/>
                </a:cubicBezTo>
                <a:cubicBezTo>
                  <a:pt x="76838" y="125244"/>
                  <a:pt x="76267" y="126559"/>
                  <a:pt x="75638" y="126930"/>
                </a:cubicBezTo>
                <a:lnTo>
                  <a:pt x="75267" y="127102"/>
                </a:lnTo>
                <a:cubicBezTo>
                  <a:pt x="74895" y="127102"/>
                  <a:pt x="74438" y="127102"/>
                  <a:pt x="73952" y="127102"/>
                </a:cubicBezTo>
                <a:cubicBezTo>
                  <a:pt x="73323" y="127102"/>
                  <a:pt x="70066" y="127044"/>
                  <a:pt x="64208" y="126930"/>
                </a:cubicBezTo>
                <a:cubicBezTo>
                  <a:pt x="58322" y="126787"/>
                  <a:pt x="49863" y="126730"/>
                  <a:pt x="38833" y="126730"/>
                </a:cubicBezTo>
                <a:cubicBezTo>
                  <a:pt x="22717" y="126730"/>
                  <a:pt x="12430" y="126873"/>
                  <a:pt x="8058" y="127102"/>
                </a:cubicBezTo>
                <a:lnTo>
                  <a:pt x="5258" y="127102"/>
                </a:lnTo>
                <a:cubicBezTo>
                  <a:pt x="4486" y="126359"/>
                  <a:pt x="4115" y="125787"/>
                  <a:pt x="4115" y="125416"/>
                </a:cubicBezTo>
                <a:cubicBezTo>
                  <a:pt x="4115" y="125044"/>
                  <a:pt x="4229" y="123901"/>
                  <a:pt x="4486" y="122044"/>
                </a:cubicBezTo>
                <a:cubicBezTo>
                  <a:pt x="5001" y="120415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687" y="118472"/>
                </a:lnTo>
                <a:cubicBezTo>
                  <a:pt x="23689" y="118472"/>
                  <a:pt x="29661" y="117900"/>
                  <a:pt x="31518" y="116786"/>
                </a:cubicBezTo>
                <a:cubicBezTo>
                  <a:pt x="31633" y="116672"/>
                  <a:pt x="31775" y="116586"/>
                  <a:pt x="31890" y="116586"/>
                </a:cubicBezTo>
                <a:cubicBezTo>
                  <a:pt x="32518" y="116215"/>
                  <a:pt x="33147" y="114986"/>
                  <a:pt x="33776" y="112843"/>
                </a:cubicBezTo>
                <a:cubicBezTo>
                  <a:pt x="34404" y="110700"/>
                  <a:pt x="36890" y="100898"/>
                  <a:pt x="41291" y="83382"/>
                </a:cubicBezTo>
                <a:cubicBezTo>
                  <a:pt x="43405" y="74866"/>
                  <a:pt x="45149" y="67923"/>
                  <a:pt x="46549" y="62522"/>
                </a:cubicBezTo>
                <a:cubicBezTo>
                  <a:pt x="55293" y="28118"/>
                  <a:pt x="59693" y="10516"/>
                  <a:pt x="59693" y="9773"/>
                </a:cubicBezTo>
                <a:cubicBezTo>
                  <a:pt x="59693" y="9144"/>
                  <a:pt x="57864" y="8830"/>
                  <a:pt x="54235" y="8830"/>
                </a:cubicBezTo>
                <a:lnTo>
                  <a:pt x="48435" y="8830"/>
                </a:lnTo>
                <a:cubicBezTo>
                  <a:pt x="40034" y="8830"/>
                  <a:pt x="34519" y="9201"/>
                  <a:pt x="31890" y="9973"/>
                </a:cubicBezTo>
                <a:cubicBezTo>
                  <a:pt x="26260" y="11230"/>
                  <a:pt x="21888" y="13773"/>
                  <a:pt x="18745" y="17659"/>
                </a:cubicBezTo>
                <a:cubicBezTo>
                  <a:pt x="15631" y="21546"/>
                  <a:pt x="12259" y="28804"/>
                  <a:pt x="8630" y="39433"/>
                </a:cubicBezTo>
                <a:cubicBezTo>
                  <a:pt x="7744" y="42205"/>
                  <a:pt x="7115" y="43805"/>
                  <a:pt x="6744" y="44320"/>
                </a:cubicBezTo>
                <a:cubicBezTo>
                  <a:pt x="6372" y="44806"/>
                  <a:pt x="5486" y="45063"/>
                  <a:pt x="4115" y="45063"/>
                </a:cubicBezTo>
                <a:lnTo>
                  <a:pt x="3543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E8936-854C-4B50-8140-A0439C7A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89" y="1195064"/>
            <a:ext cx="62779" cy="59865"/>
          </a:xfrm>
          <a:custGeom xmlns:a="http://schemas.openxmlformats.org/drawingml/2006/main">
            <a:pathLst>
              <a:path w="62779" h="59865">
                <a:moveTo>
                  <a:pt x="0" y="37690"/>
                </a:moveTo>
                <a:cubicBezTo>
                  <a:pt x="0" y="28775"/>
                  <a:pt x="3372" y="20288"/>
                  <a:pt x="10116" y="12230"/>
                </a:cubicBezTo>
                <a:cubicBezTo>
                  <a:pt x="16831" y="4172"/>
                  <a:pt x="24403" y="86"/>
                  <a:pt x="32804" y="0"/>
                </a:cubicBezTo>
                <a:cubicBezTo>
                  <a:pt x="37290" y="0"/>
                  <a:pt x="41291" y="2172"/>
                  <a:pt x="44748" y="6515"/>
                </a:cubicBezTo>
                <a:cubicBezTo>
                  <a:pt x="46149" y="3858"/>
                  <a:pt x="48177" y="2543"/>
                  <a:pt x="50835" y="2543"/>
                </a:cubicBezTo>
                <a:cubicBezTo>
                  <a:pt x="52006" y="2543"/>
                  <a:pt x="53007" y="2886"/>
                  <a:pt x="53892" y="3600"/>
                </a:cubicBezTo>
                <a:cubicBezTo>
                  <a:pt x="54778" y="4315"/>
                  <a:pt x="55207" y="5201"/>
                  <a:pt x="55207" y="6258"/>
                </a:cubicBezTo>
                <a:cubicBezTo>
                  <a:pt x="55207" y="7401"/>
                  <a:pt x="53578" y="14488"/>
                  <a:pt x="50321" y="27489"/>
                </a:cubicBezTo>
                <a:cubicBezTo>
                  <a:pt x="47034" y="40491"/>
                  <a:pt x="45349" y="47835"/>
                  <a:pt x="45263" y="49520"/>
                </a:cubicBezTo>
                <a:cubicBezTo>
                  <a:pt x="45263" y="51721"/>
                  <a:pt x="45577" y="53178"/>
                  <a:pt x="46206" y="53892"/>
                </a:cubicBezTo>
                <a:cubicBezTo>
                  <a:pt x="46806" y="54607"/>
                  <a:pt x="47749" y="55007"/>
                  <a:pt x="48978" y="55093"/>
                </a:cubicBezTo>
                <a:cubicBezTo>
                  <a:pt x="49778" y="55007"/>
                  <a:pt x="50663" y="54607"/>
                  <a:pt x="51635" y="53892"/>
                </a:cubicBezTo>
                <a:cubicBezTo>
                  <a:pt x="53492" y="52121"/>
                  <a:pt x="55321" y="47892"/>
                  <a:pt x="57093" y="41148"/>
                </a:cubicBezTo>
                <a:cubicBezTo>
                  <a:pt x="57607" y="39376"/>
                  <a:pt x="58064" y="38462"/>
                  <a:pt x="58407" y="38376"/>
                </a:cubicBezTo>
                <a:cubicBezTo>
                  <a:pt x="58579" y="38290"/>
                  <a:pt x="59036" y="38233"/>
                  <a:pt x="59750" y="38233"/>
                </a:cubicBezTo>
                <a:lnTo>
                  <a:pt x="60265" y="38233"/>
                </a:lnTo>
                <a:cubicBezTo>
                  <a:pt x="61951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122" y="43005"/>
                </a:cubicBezTo>
                <a:cubicBezTo>
                  <a:pt x="61693" y="44863"/>
                  <a:pt x="60808" y="47263"/>
                  <a:pt x="59465" y="50178"/>
                </a:cubicBezTo>
                <a:cubicBezTo>
                  <a:pt x="58150" y="53092"/>
                  <a:pt x="56721" y="55321"/>
                  <a:pt x="55207" y="56807"/>
                </a:cubicBezTo>
                <a:cubicBezTo>
                  <a:pt x="54064" y="57979"/>
                  <a:pt x="52664" y="58893"/>
                  <a:pt x="50978" y="59607"/>
                </a:cubicBezTo>
                <a:cubicBezTo>
                  <a:pt x="50263" y="59779"/>
                  <a:pt x="49206" y="59865"/>
                  <a:pt x="47806" y="59865"/>
                </a:cubicBezTo>
                <a:cubicBezTo>
                  <a:pt x="44777" y="59865"/>
                  <a:pt x="42262" y="59207"/>
                  <a:pt x="40234" y="57893"/>
                </a:cubicBezTo>
                <a:cubicBezTo>
                  <a:pt x="38205" y="56550"/>
                  <a:pt x="36862" y="55178"/>
                  <a:pt x="36233" y="53778"/>
                </a:cubicBezTo>
                <a:lnTo>
                  <a:pt x="35462" y="51778"/>
                </a:lnTo>
                <a:cubicBezTo>
                  <a:pt x="35347" y="51692"/>
                  <a:pt x="35176" y="51721"/>
                  <a:pt x="34919" y="51921"/>
                </a:cubicBezTo>
                <a:cubicBezTo>
                  <a:pt x="34747" y="52092"/>
                  <a:pt x="34547" y="52264"/>
                  <a:pt x="34404" y="52435"/>
                </a:cubicBezTo>
                <a:cubicBezTo>
                  <a:pt x="29175" y="57379"/>
                  <a:pt x="23860" y="59865"/>
                  <a:pt x="18459" y="59865"/>
                </a:cubicBezTo>
                <a:cubicBezTo>
                  <a:pt x="13602" y="59865"/>
                  <a:pt x="9287" y="58093"/>
                  <a:pt x="5572" y="54550"/>
                </a:cubicBezTo>
                <a:cubicBezTo>
                  <a:pt x="1857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88"/>
                  <a:pt x="42005" y="13516"/>
                  <a:pt x="41548" y="12087"/>
                </a:cubicBezTo>
                <a:cubicBezTo>
                  <a:pt x="41119" y="10658"/>
                  <a:pt x="40091" y="9115"/>
                  <a:pt x="38491" y="7429"/>
                </a:cubicBezTo>
                <a:cubicBezTo>
                  <a:pt x="36919" y="5744"/>
                  <a:pt x="34861" y="4886"/>
                  <a:pt x="32404" y="4772"/>
                </a:cubicBezTo>
                <a:cubicBezTo>
                  <a:pt x="29289" y="4772"/>
                  <a:pt x="26318" y="6144"/>
                  <a:pt x="23517" y="8915"/>
                </a:cubicBezTo>
                <a:cubicBezTo>
                  <a:pt x="20660" y="11659"/>
                  <a:pt x="18459" y="15230"/>
                  <a:pt x="16859" y="19660"/>
                </a:cubicBezTo>
                <a:cubicBezTo>
                  <a:pt x="14288" y="26632"/>
                  <a:pt x="12487" y="33890"/>
                  <a:pt x="11430" y="41405"/>
                </a:cubicBezTo>
                <a:cubicBezTo>
                  <a:pt x="11430" y="41691"/>
                  <a:pt x="11430" y="42177"/>
                  <a:pt x="11430" y="42891"/>
                </a:cubicBezTo>
                <a:cubicBezTo>
                  <a:pt x="11430" y="43577"/>
                  <a:pt x="11373" y="44120"/>
                  <a:pt x="11287" y="44491"/>
                </a:cubicBezTo>
                <a:cubicBezTo>
                  <a:pt x="11287" y="48463"/>
                  <a:pt x="12087" y="51206"/>
                  <a:pt x="13687" y="52692"/>
                </a:cubicBezTo>
                <a:cubicBezTo>
                  <a:pt x="15259" y="54207"/>
                  <a:pt x="17174" y="55007"/>
                  <a:pt x="19402" y="55093"/>
                </a:cubicBezTo>
                <a:cubicBezTo>
                  <a:pt x="22746" y="55093"/>
                  <a:pt x="26060" y="53635"/>
                  <a:pt x="29347" y="50721"/>
                </a:cubicBezTo>
                <a:cubicBezTo>
                  <a:pt x="32604" y="47806"/>
                  <a:pt x="34547" y="45549"/>
                  <a:pt x="35176" y="43948"/>
                </a:cubicBezTo>
                <a:cubicBezTo>
                  <a:pt x="35347" y="43577"/>
                  <a:pt x="36547" y="38862"/>
                  <a:pt x="38776" y="29747"/>
                </a:cubicBezTo>
                <a:cubicBezTo>
                  <a:pt x="40977" y="20631"/>
                  <a:pt x="42120" y="15716"/>
                  <a:pt x="42205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AFE77-7D82-445F-8B24-37B6A427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89" y="1195064"/>
            <a:ext cx="62779" cy="59865"/>
          </a:xfrm>
          <a:custGeom xmlns:a="http://schemas.openxmlformats.org/drawingml/2006/main">
            <a:pathLst>
              <a:path w="62779" h="59865" fill="none">
                <a:moveTo>
                  <a:pt x="0" y="37690"/>
                </a:moveTo>
                <a:cubicBezTo>
                  <a:pt x="0" y="28775"/>
                  <a:pt x="3372" y="20288"/>
                  <a:pt x="10116" y="12230"/>
                </a:cubicBezTo>
                <a:cubicBezTo>
                  <a:pt x="16831" y="4172"/>
                  <a:pt x="24403" y="86"/>
                  <a:pt x="32804" y="0"/>
                </a:cubicBezTo>
                <a:cubicBezTo>
                  <a:pt x="37290" y="0"/>
                  <a:pt x="41291" y="2172"/>
                  <a:pt x="44748" y="6515"/>
                </a:cubicBezTo>
                <a:cubicBezTo>
                  <a:pt x="46149" y="3858"/>
                  <a:pt x="48177" y="2543"/>
                  <a:pt x="50835" y="2543"/>
                </a:cubicBezTo>
                <a:cubicBezTo>
                  <a:pt x="52006" y="2543"/>
                  <a:pt x="53007" y="2886"/>
                  <a:pt x="53892" y="3600"/>
                </a:cubicBezTo>
                <a:cubicBezTo>
                  <a:pt x="54778" y="4315"/>
                  <a:pt x="55207" y="5201"/>
                  <a:pt x="55207" y="6258"/>
                </a:cubicBezTo>
                <a:cubicBezTo>
                  <a:pt x="55207" y="7401"/>
                  <a:pt x="53578" y="14488"/>
                  <a:pt x="50321" y="27489"/>
                </a:cubicBezTo>
                <a:cubicBezTo>
                  <a:pt x="47034" y="40491"/>
                  <a:pt x="45349" y="47835"/>
                  <a:pt x="45263" y="49520"/>
                </a:cubicBezTo>
                <a:cubicBezTo>
                  <a:pt x="45263" y="51721"/>
                  <a:pt x="45577" y="53178"/>
                  <a:pt x="46206" y="53892"/>
                </a:cubicBezTo>
                <a:cubicBezTo>
                  <a:pt x="46806" y="54607"/>
                  <a:pt x="47749" y="55007"/>
                  <a:pt x="48978" y="55093"/>
                </a:cubicBezTo>
                <a:cubicBezTo>
                  <a:pt x="49778" y="55007"/>
                  <a:pt x="50663" y="54607"/>
                  <a:pt x="51635" y="53892"/>
                </a:cubicBezTo>
                <a:cubicBezTo>
                  <a:pt x="53492" y="52121"/>
                  <a:pt x="55321" y="47892"/>
                  <a:pt x="57093" y="41148"/>
                </a:cubicBezTo>
                <a:cubicBezTo>
                  <a:pt x="57607" y="39376"/>
                  <a:pt x="58064" y="38462"/>
                  <a:pt x="58407" y="38376"/>
                </a:cubicBezTo>
                <a:cubicBezTo>
                  <a:pt x="58579" y="38290"/>
                  <a:pt x="59036" y="38233"/>
                  <a:pt x="59750" y="38233"/>
                </a:cubicBezTo>
                <a:lnTo>
                  <a:pt x="60265" y="38233"/>
                </a:lnTo>
                <a:cubicBezTo>
                  <a:pt x="61951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122" y="43005"/>
                </a:cubicBezTo>
                <a:cubicBezTo>
                  <a:pt x="61693" y="44863"/>
                  <a:pt x="60808" y="47263"/>
                  <a:pt x="59465" y="50178"/>
                </a:cubicBezTo>
                <a:cubicBezTo>
                  <a:pt x="58150" y="53092"/>
                  <a:pt x="56721" y="55321"/>
                  <a:pt x="55207" y="56807"/>
                </a:cubicBezTo>
                <a:cubicBezTo>
                  <a:pt x="54064" y="57979"/>
                  <a:pt x="52664" y="58893"/>
                  <a:pt x="50978" y="59607"/>
                </a:cubicBezTo>
                <a:cubicBezTo>
                  <a:pt x="50263" y="59779"/>
                  <a:pt x="49206" y="59865"/>
                  <a:pt x="47806" y="59865"/>
                </a:cubicBezTo>
                <a:cubicBezTo>
                  <a:pt x="44777" y="59865"/>
                  <a:pt x="42262" y="59207"/>
                  <a:pt x="40234" y="57893"/>
                </a:cubicBezTo>
                <a:cubicBezTo>
                  <a:pt x="38205" y="56550"/>
                  <a:pt x="36862" y="55178"/>
                  <a:pt x="36233" y="53778"/>
                </a:cubicBezTo>
                <a:lnTo>
                  <a:pt x="35462" y="51778"/>
                </a:lnTo>
                <a:cubicBezTo>
                  <a:pt x="35347" y="51692"/>
                  <a:pt x="35176" y="51721"/>
                  <a:pt x="34919" y="51921"/>
                </a:cubicBezTo>
                <a:cubicBezTo>
                  <a:pt x="34747" y="52092"/>
                  <a:pt x="34547" y="52264"/>
                  <a:pt x="34404" y="52435"/>
                </a:cubicBezTo>
                <a:cubicBezTo>
                  <a:pt x="29175" y="57379"/>
                  <a:pt x="23860" y="59865"/>
                  <a:pt x="18459" y="59865"/>
                </a:cubicBezTo>
                <a:cubicBezTo>
                  <a:pt x="13602" y="59865"/>
                  <a:pt x="9287" y="58093"/>
                  <a:pt x="5572" y="54550"/>
                </a:cubicBezTo>
                <a:cubicBezTo>
                  <a:pt x="1857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88"/>
                  <a:pt x="42005" y="13516"/>
                  <a:pt x="41548" y="12087"/>
                </a:cubicBezTo>
                <a:cubicBezTo>
                  <a:pt x="41119" y="10658"/>
                  <a:pt x="40091" y="9115"/>
                  <a:pt x="38491" y="7429"/>
                </a:cubicBezTo>
                <a:cubicBezTo>
                  <a:pt x="36919" y="5744"/>
                  <a:pt x="34861" y="4886"/>
                  <a:pt x="32404" y="4772"/>
                </a:cubicBezTo>
                <a:cubicBezTo>
                  <a:pt x="29289" y="4772"/>
                  <a:pt x="26318" y="6144"/>
                  <a:pt x="23517" y="8915"/>
                </a:cubicBezTo>
                <a:cubicBezTo>
                  <a:pt x="20660" y="11659"/>
                  <a:pt x="18459" y="15230"/>
                  <a:pt x="16859" y="19660"/>
                </a:cubicBezTo>
                <a:cubicBezTo>
                  <a:pt x="14288" y="26632"/>
                  <a:pt x="12487" y="33890"/>
                  <a:pt x="11430" y="41405"/>
                </a:cubicBezTo>
                <a:cubicBezTo>
                  <a:pt x="11430" y="41691"/>
                  <a:pt x="11430" y="42177"/>
                  <a:pt x="11430" y="42891"/>
                </a:cubicBezTo>
                <a:cubicBezTo>
                  <a:pt x="11430" y="43577"/>
                  <a:pt x="11373" y="44120"/>
                  <a:pt x="11287" y="44491"/>
                </a:cubicBezTo>
                <a:cubicBezTo>
                  <a:pt x="11287" y="48463"/>
                  <a:pt x="12087" y="51206"/>
                  <a:pt x="13687" y="52692"/>
                </a:cubicBezTo>
                <a:cubicBezTo>
                  <a:pt x="15259" y="54207"/>
                  <a:pt x="17174" y="55007"/>
                  <a:pt x="19402" y="55093"/>
                </a:cubicBezTo>
                <a:cubicBezTo>
                  <a:pt x="22746" y="55093"/>
                  <a:pt x="26060" y="53635"/>
                  <a:pt x="29347" y="50721"/>
                </a:cubicBezTo>
                <a:cubicBezTo>
                  <a:pt x="32604" y="47806"/>
                  <a:pt x="34547" y="45549"/>
                  <a:pt x="35176" y="43948"/>
                </a:cubicBezTo>
                <a:cubicBezTo>
                  <a:pt x="35347" y="43577"/>
                  <a:pt x="36547" y="38862"/>
                  <a:pt x="38776" y="29747"/>
                </a:cubicBezTo>
                <a:cubicBezTo>
                  <a:pt x="40977" y="20631"/>
                  <a:pt x="42120" y="15716"/>
                  <a:pt x="42205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0FB38-660B-4817-8EFE-F487B263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686" y="1202722"/>
            <a:ext cx="24775" cy="59265"/>
          </a:xfrm>
          <a:custGeom xmlns:a="http://schemas.openxmlformats.org/drawingml/2006/main">
            <a:pathLst>
              <a:path w="24775" h="59265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44"/>
                  <a:pt x="1000" y="5629"/>
                  <a:pt x="3000" y="3400"/>
                </a:cubicBezTo>
                <a:cubicBezTo>
                  <a:pt x="5001" y="1143"/>
                  <a:pt x="7687" y="0"/>
                  <a:pt x="11059" y="0"/>
                </a:cubicBezTo>
                <a:cubicBezTo>
                  <a:pt x="14573" y="0"/>
                  <a:pt x="17716" y="1572"/>
                  <a:pt x="20460" y="4715"/>
                </a:cubicBezTo>
                <a:cubicBezTo>
                  <a:pt x="23203" y="7830"/>
                  <a:pt x="24660" y="13345"/>
                  <a:pt x="24775" y="21231"/>
                </a:cubicBezTo>
                <a:cubicBezTo>
                  <a:pt x="24775" y="25603"/>
                  <a:pt x="24203" y="29861"/>
                  <a:pt x="23089" y="33976"/>
                </a:cubicBezTo>
                <a:cubicBezTo>
                  <a:pt x="21946" y="38119"/>
                  <a:pt x="20631" y="41691"/>
                  <a:pt x="19145" y="44691"/>
                </a:cubicBezTo>
                <a:cubicBezTo>
                  <a:pt x="17631" y="47692"/>
                  <a:pt x="16002" y="50263"/>
                  <a:pt x="14259" y="52378"/>
                </a:cubicBezTo>
                <a:cubicBezTo>
                  <a:pt x="12516" y="54521"/>
                  <a:pt x="11001" y="56207"/>
                  <a:pt x="9744" y="57464"/>
                </a:cubicBezTo>
                <a:cubicBezTo>
                  <a:pt x="8515" y="58722"/>
                  <a:pt x="7687" y="59265"/>
                  <a:pt x="7315" y="59150"/>
                </a:cubicBezTo>
                <a:cubicBezTo>
                  <a:pt x="6801" y="59150"/>
                  <a:pt x="6001" y="58579"/>
                  <a:pt x="4858" y="57464"/>
                </a:cubicBezTo>
                <a:cubicBezTo>
                  <a:pt x="3743" y="56321"/>
                  <a:pt x="3172" y="55521"/>
                  <a:pt x="3172" y="55007"/>
                </a:cubicBezTo>
                <a:cubicBezTo>
                  <a:pt x="3172" y="54521"/>
                  <a:pt x="3886" y="53521"/>
                  <a:pt x="5258" y="52007"/>
                </a:cubicBezTo>
                <a:cubicBezTo>
                  <a:pt x="6629" y="50492"/>
                  <a:pt x="8201" y="48635"/>
                  <a:pt x="9944" y="46377"/>
                </a:cubicBezTo>
                <a:cubicBezTo>
                  <a:pt x="11687" y="44120"/>
                  <a:pt x="13316" y="41005"/>
                  <a:pt x="14830" y="37005"/>
                </a:cubicBezTo>
                <a:cubicBezTo>
                  <a:pt x="16316" y="33004"/>
                  <a:pt x="17316" y="28404"/>
                  <a:pt x="17831" y="23289"/>
                </a:cubicBezTo>
                <a:lnTo>
                  <a:pt x="17831" y="21031"/>
                </a:lnTo>
                <a:lnTo>
                  <a:pt x="17631" y="21231"/>
                </a:lnTo>
                <a:cubicBezTo>
                  <a:pt x="17402" y="21346"/>
                  <a:pt x="17088" y="21460"/>
                  <a:pt x="16688" y="21603"/>
                </a:cubicBezTo>
                <a:cubicBezTo>
                  <a:pt x="16316" y="21717"/>
                  <a:pt x="15945" y="21917"/>
                  <a:pt x="15573" y="22174"/>
                </a:cubicBezTo>
                <a:cubicBezTo>
                  <a:pt x="15202" y="22403"/>
                  <a:pt x="14630" y="22546"/>
                  <a:pt x="13887" y="22546"/>
                </a:cubicBezTo>
                <a:cubicBezTo>
                  <a:pt x="13116" y="22546"/>
                  <a:pt x="12373" y="22603"/>
                  <a:pt x="11630" y="22717"/>
                </a:cubicBezTo>
                <a:cubicBezTo>
                  <a:pt x="8258" y="22717"/>
                  <a:pt x="5486" y="21660"/>
                  <a:pt x="3372" y="19517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3C159-0135-4456-AEA9-69D9D41B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686" y="1202722"/>
            <a:ext cx="24775" cy="59265"/>
          </a:xfrm>
          <a:custGeom xmlns:a="http://schemas.openxmlformats.org/drawingml/2006/main">
            <a:pathLst>
              <a:path w="24775" h="59265" fill="none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44"/>
                  <a:pt x="1000" y="5629"/>
                  <a:pt x="3000" y="3400"/>
                </a:cubicBezTo>
                <a:cubicBezTo>
                  <a:pt x="5001" y="1143"/>
                  <a:pt x="7687" y="0"/>
                  <a:pt x="11059" y="0"/>
                </a:cubicBezTo>
                <a:cubicBezTo>
                  <a:pt x="14573" y="0"/>
                  <a:pt x="17716" y="1572"/>
                  <a:pt x="20460" y="4715"/>
                </a:cubicBezTo>
                <a:cubicBezTo>
                  <a:pt x="23203" y="7830"/>
                  <a:pt x="24660" y="13345"/>
                  <a:pt x="24775" y="21231"/>
                </a:cubicBezTo>
                <a:cubicBezTo>
                  <a:pt x="24775" y="25603"/>
                  <a:pt x="24203" y="29861"/>
                  <a:pt x="23089" y="33976"/>
                </a:cubicBezTo>
                <a:cubicBezTo>
                  <a:pt x="21946" y="38119"/>
                  <a:pt x="20631" y="41691"/>
                  <a:pt x="19145" y="44691"/>
                </a:cubicBezTo>
                <a:cubicBezTo>
                  <a:pt x="17631" y="47692"/>
                  <a:pt x="16002" y="50263"/>
                  <a:pt x="14259" y="52378"/>
                </a:cubicBezTo>
                <a:cubicBezTo>
                  <a:pt x="12516" y="54521"/>
                  <a:pt x="11001" y="56207"/>
                  <a:pt x="9744" y="57464"/>
                </a:cubicBezTo>
                <a:cubicBezTo>
                  <a:pt x="8515" y="58722"/>
                  <a:pt x="7687" y="59265"/>
                  <a:pt x="7315" y="59150"/>
                </a:cubicBezTo>
                <a:cubicBezTo>
                  <a:pt x="6801" y="59150"/>
                  <a:pt x="6001" y="58579"/>
                  <a:pt x="4858" y="57464"/>
                </a:cubicBezTo>
                <a:cubicBezTo>
                  <a:pt x="3743" y="56321"/>
                  <a:pt x="3172" y="55521"/>
                  <a:pt x="3172" y="55007"/>
                </a:cubicBezTo>
                <a:cubicBezTo>
                  <a:pt x="3172" y="54521"/>
                  <a:pt x="3886" y="53521"/>
                  <a:pt x="5258" y="52007"/>
                </a:cubicBezTo>
                <a:cubicBezTo>
                  <a:pt x="6629" y="50492"/>
                  <a:pt x="8201" y="48635"/>
                  <a:pt x="9944" y="46377"/>
                </a:cubicBezTo>
                <a:cubicBezTo>
                  <a:pt x="11687" y="44120"/>
                  <a:pt x="13316" y="41005"/>
                  <a:pt x="14830" y="37005"/>
                </a:cubicBezTo>
                <a:cubicBezTo>
                  <a:pt x="16316" y="33004"/>
                  <a:pt x="17316" y="28404"/>
                  <a:pt x="17831" y="23289"/>
                </a:cubicBezTo>
                <a:lnTo>
                  <a:pt x="17831" y="21031"/>
                </a:lnTo>
                <a:lnTo>
                  <a:pt x="17631" y="21231"/>
                </a:lnTo>
                <a:cubicBezTo>
                  <a:pt x="17402" y="21346"/>
                  <a:pt x="17088" y="21460"/>
                  <a:pt x="16688" y="21603"/>
                </a:cubicBezTo>
                <a:cubicBezTo>
                  <a:pt x="16316" y="21717"/>
                  <a:pt x="15945" y="21917"/>
                  <a:pt x="15573" y="22174"/>
                </a:cubicBezTo>
                <a:cubicBezTo>
                  <a:pt x="15202" y="22403"/>
                  <a:pt x="14630" y="22546"/>
                  <a:pt x="13887" y="22546"/>
                </a:cubicBezTo>
                <a:cubicBezTo>
                  <a:pt x="13116" y="22546"/>
                  <a:pt x="12373" y="22603"/>
                  <a:pt x="11630" y="22717"/>
                </a:cubicBezTo>
                <a:cubicBezTo>
                  <a:pt x="8258" y="22717"/>
                  <a:pt x="5486" y="21660"/>
                  <a:pt x="3372" y="19517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96AD4-4EE0-4F71-A199-24351761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839" y="1100023"/>
            <a:ext cx="125387" cy="125416"/>
          </a:xfrm>
          <a:custGeom xmlns:a="http://schemas.openxmlformats.org/drawingml/2006/main">
            <a:pathLst>
              <a:path w="125387" h="125416">
                <a:moveTo>
                  <a:pt x="0" y="4915"/>
                </a:moveTo>
                <a:cubicBezTo>
                  <a:pt x="0" y="4915"/>
                  <a:pt x="0" y="4515"/>
                  <a:pt x="0" y="3772"/>
                </a:cubicBezTo>
                <a:cubicBezTo>
                  <a:pt x="0" y="3029"/>
                  <a:pt x="229" y="2343"/>
                  <a:pt x="743" y="1715"/>
                </a:cubicBezTo>
                <a:cubicBezTo>
                  <a:pt x="1229" y="1086"/>
                  <a:pt x="1686" y="657"/>
                  <a:pt x="2057" y="400"/>
                </a:cubicBezTo>
                <a:cubicBezTo>
                  <a:pt x="2429" y="143"/>
                  <a:pt x="2743" y="0"/>
                  <a:pt x="3000" y="0"/>
                </a:cubicBezTo>
                <a:lnTo>
                  <a:pt x="122587" y="0"/>
                </a:lnTo>
                <a:cubicBezTo>
                  <a:pt x="124444" y="1029"/>
                  <a:pt x="125387" y="2257"/>
                  <a:pt x="125387" y="3772"/>
                </a:cubicBezTo>
                <a:cubicBezTo>
                  <a:pt x="125387" y="5258"/>
                  <a:pt x="124444" y="6515"/>
                  <a:pt x="122587" y="7515"/>
                </a:cubicBezTo>
                <a:lnTo>
                  <a:pt x="66437" y="7515"/>
                </a:lnTo>
                <a:lnTo>
                  <a:pt x="66437" y="122615"/>
                </a:lnTo>
                <a:cubicBezTo>
                  <a:pt x="65580" y="124244"/>
                  <a:pt x="64437" y="125187"/>
                  <a:pt x="63065" y="125416"/>
                </a:cubicBezTo>
                <a:cubicBezTo>
                  <a:pt x="62551" y="125416"/>
                  <a:pt x="62122" y="125359"/>
                  <a:pt x="61751" y="125244"/>
                </a:cubicBezTo>
                <a:cubicBezTo>
                  <a:pt x="61379" y="125101"/>
                  <a:pt x="61065" y="124987"/>
                  <a:pt x="60808" y="124873"/>
                </a:cubicBezTo>
                <a:cubicBezTo>
                  <a:pt x="60579" y="124730"/>
                  <a:pt x="60322" y="124558"/>
                  <a:pt x="60065" y="124301"/>
                </a:cubicBezTo>
                <a:cubicBezTo>
                  <a:pt x="59807" y="124044"/>
                  <a:pt x="59693" y="123844"/>
                  <a:pt x="59693" y="123730"/>
                </a:cubicBezTo>
                <a:cubicBezTo>
                  <a:pt x="59693" y="123615"/>
                  <a:pt x="59550" y="123358"/>
                  <a:pt x="59322" y="122987"/>
                </a:cubicBezTo>
                <a:cubicBezTo>
                  <a:pt x="59065" y="122615"/>
                  <a:pt x="58950" y="122415"/>
                  <a:pt x="58950" y="122415"/>
                </a:cubicBezTo>
                <a:lnTo>
                  <a:pt x="58950" y="7515"/>
                </a:lnTo>
                <a:lnTo>
                  <a:pt x="3000" y="7515"/>
                </a:lnTo>
                <a:cubicBezTo>
                  <a:pt x="2857" y="7515"/>
                  <a:pt x="2600" y="7401"/>
                  <a:pt x="2257" y="7144"/>
                </a:cubicBezTo>
                <a:cubicBezTo>
                  <a:pt x="1857" y="6887"/>
                  <a:pt x="1372" y="6458"/>
                  <a:pt x="743" y="5829"/>
                </a:cubicBezTo>
                <a:lnTo>
                  <a:pt x="0" y="491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A9FC8-A382-4434-B3BE-89BDC5A6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839" y="1100023"/>
            <a:ext cx="125387" cy="125416"/>
          </a:xfrm>
          <a:custGeom xmlns:a="http://schemas.openxmlformats.org/drawingml/2006/main">
            <a:pathLst>
              <a:path w="125387" h="125416" fill="none">
                <a:moveTo>
                  <a:pt x="0" y="4915"/>
                </a:moveTo>
                <a:cubicBezTo>
                  <a:pt x="0" y="4915"/>
                  <a:pt x="0" y="4515"/>
                  <a:pt x="0" y="3772"/>
                </a:cubicBezTo>
                <a:cubicBezTo>
                  <a:pt x="0" y="3029"/>
                  <a:pt x="229" y="2343"/>
                  <a:pt x="743" y="1715"/>
                </a:cubicBezTo>
                <a:cubicBezTo>
                  <a:pt x="1229" y="1086"/>
                  <a:pt x="1686" y="657"/>
                  <a:pt x="2057" y="400"/>
                </a:cubicBezTo>
                <a:cubicBezTo>
                  <a:pt x="2429" y="143"/>
                  <a:pt x="2743" y="0"/>
                  <a:pt x="3000" y="0"/>
                </a:cubicBezTo>
                <a:lnTo>
                  <a:pt x="122587" y="0"/>
                </a:lnTo>
                <a:cubicBezTo>
                  <a:pt x="124444" y="1029"/>
                  <a:pt x="125387" y="2257"/>
                  <a:pt x="125387" y="3772"/>
                </a:cubicBezTo>
                <a:cubicBezTo>
                  <a:pt x="125387" y="5258"/>
                  <a:pt x="124444" y="6515"/>
                  <a:pt x="122587" y="7515"/>
                </a:cubicBezTo>
                <a:lnTo>
                  <a:pt x="66437" y="7515"/>
                </a:lnTo>
                <a:lnTo>
                  <a:pt x="66437" y="122615"/>
                </a:lnTo>
                <a:cubicBezTo>
                  <a:pt x="65580" y="124244"/>
                  <a:pt x="64437" y="125187"/>
                  <a:pt x="63065" y="125416"/>
                </a:cubicBezTo>
                <a:cubicBezTo>
                  <a:pt x="62551" y="125416"/>
                  <a:pt x="62122" y="125359"/>
                  <a:pt x="61751" y="125244"/>
                </a:cubicBezTo>
                <a:cubicBezTo>
                  <a:pt x="61379" y="125101"/>
                  <a:pt x="61065" y="124987"/>
                  <a:pt x="60808" y="124873"/>
                </a:cubicBezTo>
                <a:cubicBezTo>
                  <a:pt x="60579" y="124730"/>
                  <a:pt x="60322" y="124558"/>
                  <a:pt x="60065" y="124301"/>
                </a:cubicBezTo>
                <a:cubicBezTo>
                  <a:pt x="59807" y="124044"/>
                  <a:pt x="59693" y="123844"/>
                  <a:pt x="59693" y="123730"/>
                </a:cubicBezTo>
                <a:cubicBezTo>
                  <a:pt x="59693" y="123615"/>
                  <a:pt x="59550" y="123358"/>
                  <a:pt x="59322" y="122987"/>
                </a:cubicBezTo>
                <a:cubicBezTo>
                  <a:pt x="59065" y="122615"/>
                  <a:pt x="58950" y="122415"/>
                  <a:pt x="58950" y="122415"/>
                </a:cubicBezTo>
                <a:lnTo>
                  <a:pt x="58950" y="7515"/>
                </a:lnTo>
                <a:lnTo>
                  <a:pt x="3000" y="7515"/>
                </a:lnTo>
                <a:cubicBezTo>
                  <a:pt x="2857" y="7515"/>
                  <a:pt x="2600" y="7401"/>
                  <a:pt x="2257" y="7144"/>
                </a:cubicBezTo>
                <a:cubicBezTo>
                  <a:pt x="1857" y="6887"/>
                  <a:pt x="1372" y="6458"/>
                  <a:pt x="743" y="5829"/>
                </a:cubicBezTo>
                <a:lnTo>
                  <a:pt x="0" y="49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CC529E-6575-470A-BCBE-D33B0F75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886" y="1084650"/>
            <a:ext cx="41977" cy="187738"/>
          </a:xfrm>
          <a:custGeom xmlns:a="http://schemas.openxmlformats.org/drawingml/2006/main">
            <a:pathLst>
              <a:path w="41977" h="187738">
                <a:moveTo>
                  <a:pt x="0" y="3372"/>
                </a:moveTo>
                <a:cubicBezTo>
                  <a:pt x="114" y="2515"/>
                  <a:pt x="514" y="1743"/>
                  <a:pt x="1114" y="1114"/>
                </a:cubicBezTo>
                <a:cubicBezTo>
                  <a:pt x="1743" y="486"/>
                  <a:pt x="2629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43"/>
                  <a:pt x="13202" y="18145"/>
                  <a:pt x="24575" y="48063"/>
                </a:cubicBezTo>
                <a:cubicBezTo>
                  <a:pt x="35976" y="77981"/>
                  <a:pt x="41719" y="93240"/>
                  <a:pt x="41862" y="93869"/>
                </a:cubicBezTo>
                <a:cubicBezTo>
                  <a:pt x="41977" y="94498"/>
                  <a:pt x="36290" y="109757"/>
                  <a:pt x="24775" y="139675"/>
                </a:cubicBezTo>
                <a:cubicBezTo>
                  <a:pt x="13259" y="169593"/>
                  <a:pt x="7315" y="184966"/>
                  <a:pt x="6944" y="185852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66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02"/>
                  <a:pt x="0" y="4000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B3753-8919-4545-A7E2-0FD5F71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886" y="1084650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0" y="3372"/>
                </a:moveTo>
                <a:cubicBezTo>
                  <a:pt x="114" y="2515"/>
                  <a:pt x="514" y="1743"/>
                  <a:pt x="1114" y="1114"/>
                </a:cubicBezTo>
                <a:cubicBezTo>
                  <a:pt x="1743" y="486"/>
                  <a:pt x="2629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43"/>
                  <a:pt x="13202" y="18145"/>
                  <a:pt x="24575" y="48063"/>
                </a:cubicBezTo>
                <a:cubicBezTo>
                  <a:pt x="35976" y="77981"/>
                  <a:pt x="41719" y="93240"/>
                  <a:pt x="41862" y="93869"/>
                </a:cubicBezTo>
                <a:cubicBezTo>
                  <a:pt x="41977" y="94498"/>
                  <a:pt x="36290" y="109757"/>
                  <a:pt x="24775" y="139675"/>
                </a:cubicBezTo>
                <a:cubicBezTo>
                  <a:pt x="13259" y="169593"/>
                  <a:pt x="7315" y="184966"/>
                  <a:pt x="6944" y="185852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66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02"/>
                  <a:pt x="0" y="4000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573CC-5E7C-4E1B-B273-E33B9B49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860136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94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94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67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45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45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94"/>
                  <a:pt x="249888" y="73266"/>
                  <a:pt x="253175" y="81267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35102-8776-42F9-8B9E-2C2CBE34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860136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94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94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67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45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45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94"/>
                  <a:pt x="249888" y="73266"/>
                  <a:pt x="253175" y="81267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185" name="Text 3">
            <a:extLst xmlns:a="http://schemas.openxmlformats.org/drawingml/2006/main">
              <a:ext uri="{FF2B5EF4-FFF2-40B4-BE49-F238E27FC236}">
                <a16:creationId xmlns:a16="http://schemas.microsoft.com/office/drawing/2014/main" id="{4BD2EADC-9A14-40A1-9A78-99899F22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50" y="915659"/>
            <a:ext cx="83614" cy="140980"/>
          </a:xfrm>
          <a:custGeom xmlns:a="http://schemas.openxmlformats.org/drawingml/2006/main">
            <a:pathLst>
              <a:path w="83614" h="140980">
                <a:moveTo>
                  <a:pt x="9737" y="31541"/>
                </a:moveTo>
                <a:lnTo>
                  <a:pt x="6245" y="29626"/>
                </a:lnTo>
                <a:cubicBezTo>
                  <a:pt x="10690" y="18755"/>
                  <a:pt x="15982" y="11100"/>
                  <a:pt x="22121" y="6661"/>
                </a:cubicBezTo>
                <a:cubicBezTo>
                  <a:pt x="28260" y="2220"/>
                  <a:pt x="35421" y="0"/>
                  <a:pt x="43606" y="0"/>
                </a:cubicBezTo>
                <a:cubicBezTo>
                  <a:pt x="51227" y="0"/>
                  <a:pt x="57331" y="1700"/>
                  <a:pt x="61917" y="5100"/>
                </a:cubicBezTo>
                <a:cubicBezTo>
                  <a:pt x="68761" y="10198"/>
                  <a:pt x="72184" y="15935"/>
                  <a:pt x="72184" y="22309"/>
                </a:cubicBezTo>
                <a:cubicBezTo>
                  <a:pt x="72184" y="27480"/>
                  <a:pt x="70437" y="32686"/>
                  <a:pt x="66944" y="37927"/>
                </a:cubicBezTo>
                <a:cubicBezTo>
                  <a:pt x="63452" y="43169"/>
                  <a:pt x="57331" y="49047"/>
                  <a:pt x="48581" y="55563"/>
                </a:cubicBezTo>
                <a:lnTo>
                  <a:pt x="51121" y="55461"/>
                </a:lnTo>
                <a:cubicBezTo>
                  <a:pt x="56625" y="55461"/>
                  <a:pt x="61935" y="56851"/>
                  <a:pt x="67050" y="59631"/>
                </a:cubicBezTo>
                <a:cubicBezTo>
                  <a:pt x="72166" y="62412"/>
                  <a:pt x="76205" y="66742"/>
                  <a:pt x="79169" y="72620"/>
                </a:cubicBezTo>
                <a:cubicBezTo>
                  <a:pt x="82133" y="78496"/>
                  <a:pt x="83614" y="84813"/>
                  <a:pt x="83614" y="91569"/>
                </a:cubicBezTo>
                <a:cubicBezTo>
                  <a:pt x="83614" y="105154"/>
                  <a:pt x="78622" y="116786"/>
                  <a:pt x="68638" y="126463"/>
                </a:cubicBezTo>
                <a:cubicBezTo>
                  <a:pt x="58654" y="136141"/>
                  <a:pt x="45935" y="140980"/>
                  <a:pt x="30482" y="140980"/>
                </a:cubicBezTo>
                <a:cubicBezTo>
                  <a:pt x="18769" y="140980"/>
                  <a:pt x="10125" y="139266"/>
                  <a:pt x="4551" y="135837"/>
                </a:cubicBezTo>
                <a:cubicBezTo>
                  <a:pt x="1517" y="134053"/>
                  <a:pt x="0" y="131804"/>
                  <a:pt x="0" y="129090"/>
                </a:cubicBezTo>
                <a:cubicBezTo>
                  <a:pt x="0" y="127590"/>
                  <a:pt x="617" y="126234"/>
                  <a:pt x="1852" y="125021"/>
                </a:cubicBezTo>
                <a:cubicBezTo>
                  <a:pt x="3087" y="123806"/>
                  <a:pt x="4622" y="123199"/>
                  <a:pt x="6456" y="123199"/>
                </a:cubicBezTo>
                <a:cubicBezTo>
                  <a:pt x="8785" y="123199"/>
                  <a:pt x="11607" y="124480"/>
                  <a:pt x="14924" y="127042"/>
                </a:cubicBezTo>
                <a:cubicBezTo>
                  <a:pt x="22756" y="133088"/>
                  <a:pt x="29565" y="136111"/>
                  <a:pt x="35351" y="136111"/>
                </a:cubicBezTo>
                <a:cubicBezTo>
                  <a:pt x="44100" y="136111"/>
                  <a:pt x="51862" y="132430"/>
                  <a:pt x="58636" y="125068"/>
                </a:cubicBezTo>
                <a:cubicBezTo>
                  <a:pt x="65410" y="117705"/>
                  <a:pt x="68797" y="108423"/>
                  <a:pt x="68797" y="97222"/>
                </a:cubicBezTo>
                <a:cubicBezTo>
                  <a:pt x="68797" y="87921"/>
                  <a:pt x="66521" y="80294"/>
                  <a:pt x="61970" y="74340"/>
                </a:cubicBezTo>
                <a:cubicBezTo>
                  <a:pt x="57419" y="68386"/>
                  <a:pt x="51650" y="65410"/>
                  <a:pt x="44665" y="65410"/>
                </a:cubicBezTo>
                <a:cubicBezTo>
                  <a:pt x="39443" y="65410"/>
                  <a:pt x="34010" y="67871"/>
                  <a:pt x="28365" y="72792"/>
                </a:cubicBezTo>
                <a:lnTo>
                  <a:pt x="25825" y="68572"/>
                </a:lnTo>
                <a:cubicBezTo>
                  <a:pt x="29353" y="65544"/>
                  <a:pt x="32528" y="62974"/>
                  <a:pt x="35351" y="60862"/>
                </a:cubicBezTo>
                <a:cubicBezTo>
                  <a:pt x="43959" y="54595"/>
                  <a:pt x="50380" y="48433"/>
                  <a:pt x="54614" y="42376"/>
                </a:cubicBezTo>
                <a:cubicBezTo>
                  <a:pt x="57648" y="38010"/>
                  <a:pt x="59165" y="34173"/>
                  <a:pt x="59165" y="30866"/>
                </a:cubicBezTo>
                <a:cubicBezTo>
                  <a:pt x="59165" y="25303"/>
                  <a:pt x="57189" y="20603"/>
                  <a:pt x="53238" y="16766"/>
                </a:cubicBezTo>
                <a:cubicBezTo>
                  <a:pt x="49287" y="12927"/>
                  <a:pt x="44100" y="11007"/>
                  <a:pt x="37679" y="11007"/>
                </a:cubicBezTo>
                <a:cubicBezTo>
                  <a:pt x="27095" y="11007"/>
                  <a:pt x="17781" y="17852"/>
                  <a:pt x="9737" y="315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0FB15-1742-4E0A-9DB4-92FBA2D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667" y="751751"/>
            <a:ext cx="10" cy="56207"/>
          </a:xfrm>
          <a:custGeom xmlns:a="http://schemas.openxmlformats.org/drawingml/2006/main">
            <a:pathLst>
              <a:path w="1" h="56207" fill="none">
                <a:moveTo>
                  <a:pt x="0" y="0"/>
                </a:moveTo>
                <a:lnTo>
                  <a:pt x="0" y="56207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84A08-6A3F-42CE-BB33-3739D973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796357"/>
            <a:ext cx="46434" cy="46463"/>
          </a:xfrm>
          <a:custGeom xmlns:a="http://schemas.openxmlformats.org/drawingml/2006/main">
            <a:pathLst>
              <a:path w="46434" h="46463">
                <a:moveTo>
                  <a:pt x="23203" y="46463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A5118-4451-4840-ADCA-42911E65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796357"/>
            <a:ext cx="46434" cy="46463"/>
          </a:xfrm>
          <a:custGeom xmlns:a="http://schemas.openxmlformats.org/drawingml/2006/main">
            <a:pathLst>
              <a:path w="46434" h="46463" fill="none">
                <a:moveTo>
                  <a:pt x="23203" y="46463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A915B-6271-4A75-8F41-65B79C51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82" y="666598"/>
            <a:ext cx="42005" cy="187738"/>
          </a:xfrm>
          <a:custGeom xmlns:a="http://schemas.openxmlformats.org/drawingml/2006/main">
            <a:pathLst>
              <a:path w="42005" h="187738">
                <a:moveTo>
                  <a:pt x="42005" y="184366"/>
                </a:moveTo>
                <a:cubicBezTo>
                  <a:pt x="41862" y="185252"/>
                  <a:pt x="41491" y="185995"/>
                  <a:pt x="40862" y="186623"/>
                </a:cubicBezTo>
                <a:cubicBezTo>
                  <a:pt x="40234" y="187223"/>
                  <a:pt x="39376" y="187623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90" y="184995"/>
                  <a:pt x="28804" y="169593"/>
                  <a:pt x="17402" y="139675"/>
                </a:cubicBezTo>
                <a:cubicBezTo>
                  <a:pt x="6001" y="109785"/>
                  <a:pt x="257" y="94498"/>
                  <a:pt x="143" y="93869"/>
                </a:cubicBezTo>
                <a:cubicBezTo>
                  <a:pt x="0" y="93240"/>
                  <a:pt x="5686" y="77981"/>
                  <a:pt x="17231" y="48063"/>
                </a:cubicBezTo>
                <a:cubicBezTo>
                  <a:pt x="28718" y="18145"/>
                  <a:pt x="34690" y="2772"/>
                  <a:pt x="35033" y="1886"/>
                </a:cubicBezTo>
                <a:cubicBezTo>
                  <a:pt x="35433" y="1257"/>
                  <a:pt x="36062" y="686"/>
                  <a:pt x="36919" y="200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43"/>
                  <a:pt x="42005" y="3372"/>
                </a:cubicBezTo>
                <a:cubicBezTo>
                  <a:pt x="42005" y="4000"/>
                  <a:pt x="36376" y="19231"/>
                  <a:pt x="25089" y="49006"/>
                </a:cubicBezTo>
                <a:cubicBezTo>
                  <a:pt x="13716" y="78667"/>
                  <a:pt x="8001" y="93612"/>
                  <a:pt x="8001" y="93869"/>
                </a:cubicBezTo>
                <a:cubicBezTo>
                  <a:pt x="8001" y="94126"/>
                  <a:pt x="13716" y="109071"/>
                  <a:pt x="25089" y="138732"/>
                </a:cubicBezTo>
                <a:cubicBezTo>
                  <a:pt x="36376" y="168535"/>
                  <a:pt x="42005" y="183737"/>
                  <a:pt x="42005" y="184366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070FB-567C-4CCC-803B-9DB8A36C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82" y="666598"/>
            <a:ext cx="42005" cy="187738"/>
          </a:xfrm>
          <a:custGeom xmlns:a="http://schemas.openxmlformats.org/drawingml/2006/main">
            <a:pathLst>
              <a:path w="42005" h="187738" fill="none">
                <a:moveTo>
                  <a:pt x="42005" y="184366"/>
                </a:moveTo>
                <a:cubicBezTo>
                  <a:pt x="41862" y="185252"/>
                  <a:pt x="41491" y="185995"/>
                  <a:pt x="40862" y="186623"/>
                </a:cubicBezTo>
                <a:cubicBezTo>
                  <a:pt x="40234" y="187223"/>
                  <a:pt x="39376" y="187623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90" y="184995"/>
                  <a:pt x="28804" y="169593"/>
                  <a:pt x="17402" y="139675"/>
                </a:cubicBezTo>
                <a:cubicBezTo>
                  <a:pt x="6001" y="109785"/>
                  <a:pt x="257" y="94498"/>
                  <a:pt x="143" y="93869"/>
                </a:cubicBezTo>
                <a:cubicBezTo>
                  <a:pt x="0" y="93240"/>
                  <a:pt x="5686" y="77981"/>
                  <a:pt x="17231" y="48063"/>
                </a:cubicBezTo>
                <a:cubicBezTo>
                  <a:pt x="28718" y="18145"/>
                  <a:pt x="34690" y="2772"/>
                  <a:pt x="35033" y="1886"/>
                </a:cubicBezTo>
                <a:cubicBezTo>
                  <a:pt x="35433" y="1257"/>
                  <a:pt x="36062" y="686"/>
                  <a:pt x="36919" y="200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43"/>
                  <a:pt x="42005" y="3372"/>
                </a:cubicBezTo>
                <a:cubicBezTo>
                  <a:pt x="42005" y="4000"/>
                  <a:pt x="36376" y="19231"/>
                  <a:pt x="25089" y="49006"/>
                </a:cubicBezTo>
                <a:cubicBezTo>
                  <a:pt x="13716" y="78667"/>
                  <a:pt x="8001" y="93612"/>
                  <a:pt x="8001" y="93869"/>
                </a:cubicBezTo>
                <a:cubicBezTo>
                  <a:pt x="8001" y="94126"/>
                  <a:pt x="13716" y="109071"/>
                  <a:pt x="25089" y="138732"/>
                </a:cubicBezTo>
                <a:cubicBezTo>
                  <a:pt x="36376" y="168535"/>
                  <a:pt x="42005" y="183737"/>
                  <a:pt x="42005" y="1843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9D72B-1AE7-4585-A781-D95B9783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46" y="680314"/>
            <a:ext cx="128216" cy="127073"/>
          </a:xfrm>
          <a:custGeom xmlns:a="http://schemas.openxmlformats.org/drawingml/2006/main">
            <a:pathLst>
              <a:path w="128216" h="127073">
                <a:moveTo>
                  <a:pt x="3543" y="45063"/>
                </a:moveTo>
                <a:cubicBezTo>
                  <a:pt x="1172" y="45063"/>
                  <a:pt x="0" y="44548"/>
                  <a:pt x="0" y="43548"/>
                </a:cubicBezTo>
                <a:cubicBezTo>
                  <a:pt x="0" y="42920"/>
                  <a:pt x="972" y="39405"/>
                  <a:pt x="3000" y="33033"/>
                </a:cubicBezTo>
                <a:cubicBezTo>
                  <a:pt x="5001" y="26660"/>
                  <a:pt x="7115" y="20345"/>
                  <a:pt x="9373" y="14087"/>
                </a:cubicBezTo>
                <a:lnTo>
                  <a:pt x="12544" y="4886"/>
                </a:lnTo>
                <a:cubicBezTo>
                  <a:pt x="13202" y="2629"/>
                  <a:pt x="14002" y="1000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58" y="0"/>
                  <a:pt x="126130" y="57"/>
                  <a:pt x="126902" y="171"/>
                </a:cubicBezTo>
                <a:cubicBezTo>
                  <a:pt x="127645" y="314"/>
                  <a:pt x="128073" y="886"/>
                  <a:pt x="128216" y="1857"/>
                </a:cubicBezTo>
                <a:cubicBezTo>
                  <a:pt x="128216" y="2629"/>
                  <a:pt x="127130" y="9773"/>
                  <a:pt x="125016" y="23289"/>
                </a:cubicBezTo>
                <a:cubicBezTo>
                  <a:pt x="122873" y="36805"/>
                  <a:pt x="121701" y="43605"/>
                  <a:pt x="121444" y="43748"/>
                </a:cubicBezTo>
                <a:cubicBezTo>
                  <a:pt x="121444" y="44606"/>
                  <a:pt x="120272" y="45063"/>
                  <a:pt x="117872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43" y="45063"/>
                  <a:pt x="114872" y="44748"/>
                  <a:pt x="114500" y="44120"/>
                </a:cubicBezTo>
                <a:lnTo>
                  <a:pt x="114129" y="43548"/>
                </a:lnTo>
                <a:cubicBezTo>
                  <a:pt x="114129" y="42805"/>
                  <a:pt x="114500" y="39976"/>
                  <a:pt x="115243" y="35090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60"/>
                  <a:pt x="115557" y="15945"/>
                  <a:pt x="113957" y="13687"/>
                </a:cubicBezTo>
                <a:cubicBezTo>
                  <a:pt x="112300" y="11459"/>
                  <a:pt x="108871" y="9887"/>
                  <a:pt x="103613" y="9001"/>
                </a:cubicBezTo>
                <a:cubicBezTo>
                  <a:pt x="102984" y="8887"/>
                  <a:pt x="99355" y="8744"/>
                  <a:pt x="92726" y="8630"/>
                </a:cubicBezTo>
                <a:cubicBezTo>
                  <a:pt x="86954" y="8630"/>
                  <a:pt x="83325" y="8687"/>
                  <a:pt x="81839" y="8830"/>
                </a:cubicBezTo>
                <a:cubicBezTo>
                  <a:pt x="80324" y="8944"/>
                  <a:pt x="79210" y="9458"/>
                  <a:pt x="78467" y="10316"/>
                </a:cubicBezTo>
                <a:cubicBezTo>
                  <a:pt x="78324" y="10430"/>
                  <a:pt x="73895" y="27918"/>
                  <a:pt x="65122" y="62694"/>
                </a:cubicBezTo>
                <a:cubicBezTo>
                  <a:pt x="56378" y="97498"/>
                  <a:pt x="51978" y="115186"/>
                  <a:pt x="51978" y="115814"/>
                </a:cubicBezTo>
                <a:cubicBezTo>
                  <a:pt x="51978" y="117329"/>
                  <a:pt x="57493" y="118215"/>
                  <a:pt x="68494" y="118472"/>
                </a:cubicBezTo>
                <a:cubicBezTo>
                  <a:pt x="72523" y="118472"/>
                  <a:pt x="75067" y="118501"/>
                  <a:pt x="76210" y="118643"/>
                </a:cubicBezTo>
                <a:cubicBezTo>
                  <a:pt x="77324" y="118758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24" y="122958"/>
                </a:cubicBezTo>
                <a:cubicBezTo>
                  <a:pt x="76838" y="125216"/>
                  <a:pt x="76267" y="126530"/>
                  <a:pt x="75638" y="126902"/>
                </a:cubicBezTo>
                <a:lnTo>
                  <a:pt x="75267" y="127073"/>
                </a:lnTo>
                <a:cubicBezTo>
                  <a:pt x="74895" y="127073"/>
                  <a:pt x="74438" y="127073"/>
                  <a:pt x="73952" y="127073"/>
                </a:cubicBezTo>
                <a:cubicBezTo>
                  <a:pt x="73323" y="127073"/>
                  <a:pt x="70066" y="127044"/>
                  <a:pt x="64208" y="126902"/>
                </a:cubicBezTo>
                <a:cubicBezTo>
                  <a:pt x="58322" y="126787"/>
                  <a:pt x="49863" y="126730"/>
                  <a:pt x="38833" y="126730"/>
                </a:cubicBezTo>
                <a:cubicBezTo>
                  <a:pt x="22717" y="126730"/>
                  <a:pt x="12430" y="126844"/>
                  <a:pt x="8058" y="127073"/>
                </a:cubicBezTo>
                <a:lnTo>
                  <a:pt x="5258" y="127073"/>
                </a:lnTo>
                <a:cubicBezTo>
                  <a:pt x="4486" y="126330"/>
                  <a:pt x="4115" y="125787"/>
                  <a:pt x="4115" y="125387"/>
                </a:cubicBezTo>
                <a:cubicBezTo>
                  <a:pt x="4115" y="125016"/>
                  <a:pt x="4229" y="123901"/>
                  <a:pt x="4486" y="122015"/>
                </a:cubicBezTo>
                <a:cubicBezTo>
                  <a:pt x="5001" y="120386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687" y="118472"/>
                </a:lnTo>
                <a:cubicBezTo>
                  <a:pt x="23689" y="118472"/>
                  <a:pt x="29661" y="117900"/>
                  <a:pt x="31518" y="116757"/>
                </a:cubicBezTo>
                <a:cubicBezTo>
                  <a:pt x="31633" y="116643"/>
                  <a:pt x="31775" y="116586"/>
                  <a:pt x="31890" y="116586"/>
                </a:cubicBezTo>
                <a:cubicBezTo>
                  <a:pt x="32518" y="116215"/>
                  <a:pt x="33147" y="114957"/>
                  <a:pt x="33776" y="112814"/>
                </a:cubicBezTo>
                <a:cubicBezTo>
                  <a:pt x="34404" y="110700"/>
                  <a:pt x="36890" y="100870"/>
                  <a:pt x="41291" y="83353"/>
                </a:cubicBezTo>
                <a:cubicBezTo>
                  <a:pt x="43405" y="74838"/>
                  <a:pt x="45149" y="67894"/>
                  <a:pt x="46549" y="62522"/>
                </a:cubicBezTo>
                <a:cubicBezTo>
                  <a:pt x="55293" y="28089"/>
                  <a:pt x="59693" y="10516"/>
                  <a:pt x="59693" y="9773"/>
                </a:cubicBezTo>
                <a:cubicBezTo>
                  <a:pt x="59693" y="9144"/>
                  <a:pt x="57864" y="8830"/>
                  <a:pt x="54235" y="8830"/>
                </a:cubicBezTo>
                <a:lnTo>
                  <a:pt x="48435" y="8830"/>
                </a:lnTo>
                <a:cubicBezTo>
                  <a:pt x="40034" y="8830"/>
                  <a:pt x="34519" y="9201"/>
                  <a:pt x="31890" y="9944"/>
                </a:cubicBezTo>
                <a:cubicBezTo>
                  <a:pt x="26260" y="11201"/>
                  <a:pt x="21888" y="13773"/>
                  <a:pt x="18745" y="17631"/>
                </a:cubicBezTo>
                <a:cubicBezTo>
                  <a:pt x="15631" y="21517"/>
                  <a:pt x="12259" y="28775"/>
                  <a:pt x="8630" y="39405"/>
                </a:cubicBezTo>
                <a:cubicBezTo>
                  <a:pt x="7744" y="42177"/>
                  <a:pt x="7115" y="43805"/>
                  <a:pt x="6744" y="44291"/>
                </a:cubicBezTo>
                <a:cubicBezTo>
                  <a:pt x="6372" y="44806"/>
                  <a:pt x="5486" y="45063"/>
                  <a:pt x="4115" y="45063"/>
                </a:cubicBezTo>
                <a:lnTo>
                  <a:pt x="3543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946EE-C412-4235-8A22-BBB471A0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46" y="680314"/>
            <a:ext cx="128216" cy="127073"/>
          </a:xfrm>
          <a:custGeom xmlns:a="http://schemas.openxmlformats.org/drawingml/2006/main">
            <a:pathLst>
              <a:path w="128216" h="127073" fill="none">
                <a:moveTo>
                  <a:pt x="3543" y="45063"/>
                </a:moveTo>
                <a:cubicBezTo>
                  <a:pt x="1172" y="45063"/>
                  <a:pt x="0" y="44548"/>
                  <a:pt x="0" y="43548"/>
                </a:cubicBezTo>
                <a:cubicBezTo>
                  <a:pt x="0" y="42920"/>
                  <a:pt x="972" y="39405"/>
                  <a:pt x="3000" y="33033"/>
                </a:cubicBezTo>
                <a:cubicBezTo>
                  <a:pt x="5001" y="26660"/>
                  <a:pt x="7115" y="20345"/>
                  <a:pt x="9373" y="14087"/>
                </a:cubicBezTo>
                <a:lnTo>
                  <a:pt x="12544" y="4886"/>
                </a:lnTo>
                <a:cubicBezTo>
                  <a:pt x="13202" y="2629"/>
                  <a:pt x="14002" y="1000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58" y="0"/>
                  <a:pt x="126130" y="57"/>
                  <a:pt x="126902" y="171"/>
                </a:cubicBezTo>
                <a:cubicBezTo>
                  <a:pt x="127645" y="314"/>
                  <a:pt x="128073" y="886"/>
                  <a:pt x="128216" y="1857"/>
                </a:cubicBezTo>
                <a:cubicBezTo>
                  <a:pt x="128216" y="2629"/>
                  <a:pt x="127130" y="9773"/>
                  <a:pt x="125016" y="23289"/>
                </a:cubicBezTo>
                <a:cubicBezTo>
                  <a:pt x="122873" y="36805"/>
                  <a:pt x="121701" y="43605"/>
                  <a:pt x="121444" y="43748"/>
                </a:cubicBezTo>
                <a:cubicBezTo>
                  <a:pt x="121444" y="44606"/>
                  <a:pt x="120272" y="45063"/>
                  <a:pt x="117872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43" y="45063"/>
                  <a:pt x="114872" y="44748"/>
                  <a:pt x="114500" y="44120"/>
                </a:cubicBezTo>
                <a:lnTo>
                  <a:pt x="114129" y="43548"/>
                </a:lnTo>
                <a:cubicBezTo>
                  <a:pt x="114129" y="42805"/>
                  <a:pt x="114500" y="39976"/>
                  <a:pt x="115243" y="35090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60"/>
                  <a:pt x="115557" y="15945"/>
                  <a:pt x="113957" y="13687"/>
                </a:cubicBezTo>
                <a:cubicBezTo>
                  <a:pt x="112300" y="11459"/>
                  <a:pt x="108871" y="9887"/>
                  <a:pt x="103613" y="9001"/>
                </a:cubicBezTo>
                <a:cubicBezTo>
                  <a:pt x="102984" y="8887"/>
                  <a:pt x="99355" y="8744"/>
                  <a:pt x="92726" y="8630"/>
                </a:cubicBezTo>
                <a:cubicBezTo>
                  <a:pt x="86954" y="8630"/>
                  <a:pt x="83325" y="8687"/>
                  <a:pt x="81839" y="8830"/>
                </a:cubicBezTo>
                <a:cubicBezTo>
                  <a:pt x="80324" y="8944"/>
                  <a:pt x="79210" y="9458"/>
                  <a:pt x="78467" y="10316"/>
                </a:cubicBezTo>
                <a:cubicBezTo>
                  <a:pt x="78324" y="10430"/>
                  <a:pt x="73895" y="27918"/>
                  <a:pt x="65122" y="62694"/>
                </a:cubicBezTo>
                <a:cubicBezTo>
                  <a:pt x="56378" y="97498"/>
                  <a:pt x="51978" y="115186"/>
                  <a:pt x="51978" y="115814"/>
                </a:cubicBezTo>
                <a:cubicBezTo>
                  <a:pt x="51978" y="117329"/>
                  <a:pt x="57493" y="118215"/>
                  <a:pt x="68494" y="118472"/>
                </a:cubicBezTo>
                <a:cubicBezTo>
                  <a:pt x="72523" y="118472"/>
                  <a:pt x="75067" y="118501"/>
                  <a:pt x="76210" y="118643"/>
                </a:cubicBezTo>
                <a:cubicBezTo>
                  <a:pt x="77324" y="118758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24" y="122958"/>
                </a:cubicBezTo>
                <a:cubicBezTo>
                  <a:pt x="76838" y="125216"/>
                  <a:pt x="76267" y="126530"/>
                  <a:pt x="75638" y="126902"/>
                </a:cubicBezTo>
                <a:lnTo>
                  <a:pt x="75267" y="127073"/>
                </a:lnTo>
                <a:cubicBezTo>
                  <a:pt x="74895" y="127073"/>
                  <a:pt x="74438" y="127073"/>
                  <a:pt x="73952" y="127073"/>
                </a:cubicBezTo>
                <a:cubicBezTo>
                  <a:pt x="73323" y="127073"/>
                  <a:pt x="70066" y="127044"/>
                  <a:pt x="64208" y="126902"/>
                </a:cubicBezTo>
                <a:cubicBezTo>
                  <a:pt x="58322" y="126787"/>
                  <a:pt x="49863" y="126730"/>
                  <a:pt x="38833" y="126730"/>
                </a:cubicBezTo>
                <a:cubicBezTo>
                  <a:pt x="22717" y="126730"/>
                  <a:pt x="12430" y="126844"/>
                  <a:pt x="8058" y="127073"/>
                </a:cubicBezTo>
                <a:lnTo>
                  <a:pt x="5258" y="127073"/>
                </a:lnTo>
                <a:cubicBezTo>
                  <a:pt x="4486" y="126330"/>
                  <a:pt x="4115" y="125787"/>
                  <a:pt x="4115" y="125387"/>
                </a:cubicBezTo>
                <a:cubicBezTo>
                  <a:pt x="4115" y="125016"/>
                  <a:pt x="4229" y="123901"/>
                  <a:pt x="4486" y="122015"/>
                </a:cubicBezTo>
                <a:cubicBezTo>
                  <a:pt x="5001" y="120386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687" y="118472"/>
                </a:lnTo>
                <a:cubicBezTo>
                  <a:pt x="23689" y="118472"/>
                  <a:pt x="29661" y="117900"/>
                  <a:pt x="31518" y="116757"/>
                </a:cubicBezTo>
                <a:cubicBezTo>
                  <a:pt x="31633" y="116643"/>
                  <a:pt x="31775" y="116586"/>
                  <a:pt x="31890" y="116586"/>
                </a:cubicBezTo>
                <a:cubicBezTo>
                  <a:pt x="32518" y="116215"/>
                  <a:pt x="33147" y="114957"/>
                  <a:pt x="33776" y="112814"/>
                </a:cubicBezTo>
                <a:cubicBezTo>
                  <a:pt x="34404" y="110700"/>
                  <a:pt x="36890" y="100870"/>
                  <a:pt x="41291" y="83353"/>
                </a:cubicBezTo>
                <a:cubicBezTo>
                  <a:pt x="43405" y="74838"/>
                  <a:pt x="45149" y="67894"/>
                  <a:pt x="46549" y="62522"/>
                </a:cubicBezTo>
                <a:cubicBezTo>
                  <a:pt x="55293" y="28089"/>
                  <a:pt x="59693" y="10516"/>
                  <a:pt x="59693" y="9773"/>
                </a:cubicBezTo>
                <a:cubicBezTo>
                  <a:pt x="59693" y="9144"/>
                  <a:pt x="57864" y="8830"/>
                  <a:pt x="54235" y="8830"/>
                </a:cubicBezTo>
                <a:lnTo>
                  <a:pt x="48435" y="8830"/>
                </a:lnTo>
                <a:cubicBezTo>
                  <a:pt x="40034" y="8830"/>
                  <a:pt x="34519" y="9201"/>
                  <a:pt x="31890" y="9944"/>
                </a:cubicBezTo>
                <a:cubicBezTo>
                  <a:pt x="26260" y="11201"/>
                  <a:pt x="21888" y="13773"/>
                  <a:pt x="18745" y="17631"/>
                </a:cubicBezTo>
                <a:cubicBezTo>
                  <a:pt x="15631" y="21517"/>
                  <a:pt x="12259" y="28775"/>
                  <a:pt x="8630" y="39405"/>
                </a:cubicBezTo>
                <a:cubicBezTo>
                  <a:pt x="7744" y="42177"/>
                  <a:pt x="7115" y="43805"/>
                  <a:pt x="6744" y="44291"/>
                </a:cubicBezTo>
                <a:cubicBezTo>
                  <a:pt x="6372" y="44806"/>
                  <a:pt x="5486" y="45063"/>
                  <a:pt x="4115" y="45063"/>
                </a:cubicBezTo>
                <a:lnTo>
                  <a:pt x="3543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ACE42-D8AE-438A-B0B3-ECFB4347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89" y="777040"/>
            <a:ext cx="62779" cy="59836"/>
          </a:xfrm>
          <a:custGeom xmlns:a="http://schemas.openxmlformats.org/drawingml/2006/main">
            <a:pathLst>
              <a:path w="62779" h="59836">
                <a:moveTo>
                  <a:pt x="0" y="37690"/>
                </a:moveTo>
                <a:cubicBezTo>
                  <a:pt x="0" y="28746"/>
                  <a:pt x="3372" y="20260"/>
                  <a:pt x="10116" y="12202"/>
                </a:cubicBezTo>
                <a:cubicBezTo>
                  <a:pt x="16831" y="4143"/>
                  <a:pt x="24403" y="86"/>
                  <a:pt x="32804" y="0"/>
                </a:cubicBezTo>
                <a:cubicBezTo>
                  <a:pt x="37290" y="0"/>
                  <a:pt x="41291" y="2172"/>
                  <a:pt x="44748" y="6487"/>
                </a:cubicBezTo>
                <a:cubicBezTo>
                  <a:pt x="46149" y="3829"/>
                  <a:pt x="48177" y="2515"/>
                  <a:pt x="50835" y="2515"/>
                </a:cubicBezTo>
                <a:cubicBezTo>
                  <a:pt x="52006" y="2515"/>
                  <a:pt x="53007" y="2858"/>
                  <a:pt x="53892" y="3572"/>
                </a:cubicBezTo>
                <a:cubicBezTo>
                  <a:pt x="54778" y="4286"/>
                  <a:pt x="55207" y="5172"/>
                  <a:pt x="55207" y="6229"/>
                </a:cubicBezTo>
                <a:cubicBezTo>
                  <a:pt x="55207" y="7372"/>
                  <a:pt x="53578" y="14459"/>
                  <a:pt x="50321" y="27461"/>
                </a:cubicBezTo>
                <a:cubicBezTo>
                  <a:pt x="47034" y="40462"/>
                  <a:pt x="45349" y="47806"/>
                  <a:pt x="45263" y="49492"/>
                </a:cubicBezTo>
                <a:cubicBezTo>
                  <a:pt x="45263" y="51721"/>
                  <a:pt x="45577" y="53178"/>
                  <a:pt x="46206" y="53892"/>
                </a:cubicBezTo>
                <a:cubicBezTo>
                  <a:pt x="46806" y="54578"/>
                  <a:pt x="47749" y="54978"/>
                  <a:pt x="48978" y="55064"/>
                </a:cubicBezTo>
                <a:cubicBezTo>
                  <a:pt x="49778" y="54978"/>
                  <a:pt x="50663" y="54578"/>
                  <a:pt x="51635" y="53892"/>
                </a:cubicBezTo>
                <a:cubicBezTo>
                  <a:pt x="53492" y="52092"/>
                  <a:pt x="55321" y="47863"/>
                  <a:pt x="57093" y="41119"/>
                </a:cubicBezTo>
                <a:cubicBezTo>
                  <a:pt x="57607" y="39376"/>
                  <a:pt x="58064" y="38433"/>
                  <a:pt x="58407" y="38348"/>
                </a:cubicBezTo>
                <a:cubicBezTo>
                  <a:pt x="58579" y="38262"/>
                  <a:pt x="59036" y="38205"/>
                  <a:pt x="59750" y="38205"/>
                </a:cubicBezTo>
                <a:lnTo>
                  <a:pt x="60265" y="38205"/>
                </a:lnTo>
                <a:cubicBezTo>
                  <a:pt x="61951" y="38205"/>
                  <a:pt x="62779" y="38633"/>
                  <a:pt x="62779" y="39405"/>
                </a:cubicBezTo>
                <a:cubicBezTo>
                  <a:pt x="62779" y="39948"/>
                  <a:pt x="62551" y="41119"/>
                  <a:pt x="62122" y="43005"/>
                </a:cubicBezTo>
                <a:cubicBezTo>
                  <a:pt x="61693" y="44834"/>
                  <a:pt x="60808" y="47234"/>
                  <a:pt x="59465" y="50149"/>
                </a:cubicBezTo>
                <a:cubicBezTo>
                  <a:pt x="58150" y="53092"/>
                  <a:pt x="56721" y="55293"/>
                  <a:pt x="55207" y="56807"/>
                </a:cubicBezTo>
                <a:cubicBezTo>
                  <a:pt x="54064" y="57950"/>
                  <a:pt x="52664" y="58893"/>
                  <a:pt x="50978" y="59579"/>
                </a:cubicBezTo>
                <a:cubicBezTo>
                  <a:pt x="50263" y="59750"/>
                  <a:pt x="49206" y="59836"/>
                  <a:pt x="47806" y="59836"/>
                </a:cubicBezTo>
                <a:cubicBezTo>
                  <a:pt x="44777" y="59836"/>
                  <a:pt x="42262" y="59179"/>
                  <a:pt x="40234" y="57864"/>
                </a:cubicBezTo>
                <a:cubicBezTo>
                  <a:pt x="38205" y="56521"/>
                  <a:pt x="36862" y="55150"/>
                  <a:pt x="36233" y="53750"/>
                </a:cubicBezTo>
                <a:lnTo>
                  <a:pt x="35462" y="51749"/>
                </a:lnTo>
                <a:cubicBezTo>
                  <a:pt x="35347" y="51664"/>
                  <a:pt x="35176" y="51721"/>
                  <a:pt x="34919" y="51892"/>
                </a:cubicBezTo>
                <a:cubicBezTo>
                  <a:pt x="34747" y="52064"/>
                  <a:pt x="34547" y="52235"/>
                  <a:pt x="34404" y="52407"/>
                </a:cubicBezTo>
                <a:cubicBezTo>
                  <a:pt x="29175" y="57379"/>
                  <a:pt x="23860" y="59836"/>
                  <a:pt x="18459" y="59836"/>
                </a:cubicBezTo>
                <a:cubicBezTo>
                  <a:pt x="13602" y="59836"/>
                  <a:pt x="9287" y="58093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2005" y="13487"/>
                  <a:pt x="41548" y="12059"/>
                </a:cubicBezTo>
                <a:cubicBezTo>
                  <a:pt x="41119" y="10658"/>
                  <a:pt x="40091" y="9115"/>
                  <a:pt x="38491" y="7429"/>
                </a:cubicBezTo>
                <a:cubicBezTo>
                  <a:pt x="36919" y="5744"/>
                  <a:pt x="34861" y="4858"/>
                  <a:pt x="32404" y="4772"/>
                </a:cubicBezTo>
                <a:cubicBezTo>
                  <a:pt x="29289" y="4772"/>
                  <a:pt x="26318" y="6144"/>
                  <a:pt x="23517" y="8887"/>
                </a:cubicBezTo>
                <a:cubicBezTo>
                  <a:pt x="20660" y="11630"/>
                  <a:pt x="18459" y="15202"/>
                  <a:pt x="16859" y="19631"/>
                </a:cubicBezTo>
                <a:cubicBezTo>
                  <a:pt x="14288" y="26632"/>
                  <a:pt x="12487" y="33890"/>
                  <a:pt x="11430" y="41405"/>
                </a:cubicBezTo>
                <a:cubicBezTo>
                  <a:pt x="11430" y="41662"/>
                  <a:pt x="11430" y="42148"/>
                  <a:pt x="11430" y="42862"/>
                </a:cubicBezTo>
                <a:cubicBezTo>
                  <a:pt x="11430" y="43577"/>
                  <a:pt x="11373" y="44091"/>
                  <a:pt x="11287" y="44463"/>
                </a:cubicBezTo>
                <a:cubicBezTo>
                  <a:pt x="11287" y="48435"/>
                  <a:pt x="12087" y="51178"/>
                  <a:pt x="13687" y="52692"/>
                </a:cubicBezTo>
                <a:cubicBezTo>
                  <a:pt x="15259" y="54178"/>
                  <a:pt x="17174" y="54978"/>
                  <a:pt x="19402" y="55064"/>
                </a:cubicBezTo>
                <a:cubicBezTo>
                  <a:pt x="22746" y="55064"/>
                  <a:pt x="26060" y="53607"/>
                  <a:pt x="29347" y="50692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76" y="29718"/>
                </a:cubicBezTo>
                <a:cubicBezTo>
                  <a:pt x="40977" y="20603"/>
                  <a:pt x="42120" y="15688"/>
                  <a:pt x="42205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A6A0C-63AE-4AD2-9BD9-DD2A7D32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89" y="777040"/>
            <a:ext cx="62779" cy="59836"/>
          </a:xfrm>
          <a:custGeom xmlns:a="http://schemas.openxmlformats.org/drawingml/2006/main">
            <a:pathLst>
              <a:path w="62779" h="59836" fill="none">
                <a:moveTo>
                  <a:pt x="0" y="37690"/>
                </a:moveTo>
                <a:cubicBezTo>
                  <a:pt x="0" y="28746"/>
                  <a:pt x="3372" y="20260"/>
                  <a:pt x="10116" y="12202"/>
                </a:cubicBezTo>
                <a:cubicBezTo>
                  <a:pt x="16831" y="4143"/>
                  <a:pt x="24403" y="86"/>
                  <a:pt x="32804" y="0"/>
                </a:cubicBezTo>
                <a:cubicBezTo>
                  <a:pt x="37290" y="0"/>
                  <a:pt x="41291" y="2172"/>
                  <a:pt x="44748" y="6487"/>
                </a:cubicBezTo>
                <a:cubicBezTo>
                  <a:pt x="46149" y="3829"/>
                  <a:pt x="48177" y="2515"/>
                  <a:pt x="50835" y="2515"/>
                </a:cubicBezTo>
                <a:cubicBezTo>
                  <a:pt x="52006" y="2515"/>
                  <a:pt x="53007" y="2858"/>
                  <a:pt x="53892" y="3572"/>
                </a:cubicBezTo>
                <a:cubicBezTo>
                  <a:pt x="54778" y="4286"/>
                  <a:pt x="55207" y="5172"/>
                  <a:pt x="55207" y="6229"/>
                </a:cubicBezTo>
                <a:cubicBezTo>
                  <a:pt x="55207" y="7372"/>
                  <a:pt x="53578" y="14459"/>
                  <a:pt x="50321" y="27461"/>
                </a:cubicBezTo>
                <a:cubicBezTo>
                  <a:pt x="47034" y="40462"/>
                  <a:pt x="45349" y="47806"/>
                  <a:pt x="45263" y="49492"/>
                </a:cubicBezTo>
                <a:cubicBezTo>
                  <a:pt x="45263" y="51721"/>
                  <a:pt x="45577" y="53178"/>
                  <a:pt x="46206" y="53892"/>
                </a:cubicBezTo>
                <a:cubicBezTo>
                  <a:pt x="46806" y="54578"/>
                  <a:pt x="47749" y="54978"/>
                  <a:pt x="48978" y="55064"/>
                </a:cubicBezTo>
                <a:cubicBezTo>
                  <a:pt x="49778" y="54978"/>
                  <a:pt x="50663" y="54578"/>
                  <a:pt x="51635" y="53892"/>
                </a:cubicBezTo>
                <a:cubicBezTo>
                  <a:pt x="53492" y="52092"/>
                  <a:pt x="55321" y="47863"/>
                  <a:pt x="57093" y="41119"/>
                </a:cubicBezTo>
                <a:cubicBezTo>
                  <a:pt x="57607" y="39376"/>
                  <a:pt x="58064" y="38433"/>
                  <a:pt x="58407" y="38348"/>
                </a:cubicBezTo>
                <a:cubicBezTo>
                  <a:pt x="58579" y="38262"/>
                  <a:pt x="59036" y="38205"/>
                  <a:pt x="59750" y="38205"/>
                </a:cubicBezTo>
                <a:lnTo>
                  <a:pt x="60265" y="38205"/>
                </a:lnTo>
                <a:cubicBezTo>
                  <a:pt x="61951" y="38205"/>
                  <a:pt x="62779" y="38633"/>
                  <a:pt x="62779" y="39405"/>
                </a:cubicBezTo>
                <a:cubicBezTo>
                  <a:pt x="62779" y="39948"/>
                  <a:pt x="62551" y="41119"/>
                  <a:pt x="62122" y="43005"/>
                </a:cubicBezTo>
                <a:cubicBezTo>
                  <a:pt x="61693" y="44834"/>
                  <a:pt x="60808" y="47234"/>
                  <a:pt x="59465" y="50149"/>
                </a:cubicBezTo>
                <a:cubicBezTo>
                  <a:pt x="58150" y="53092"/>
                  <a:pt x="56721" y="55293"/>
                  <a:pt x="55207" y="56807"/>
                </a:cubicBezTo>
                <a:cubicBezTo>
                  <a:pt x="54064" y="57950"/>
                  <a:pt x="52664" y="58893"/>
                  <a:pt x="50978" y="59579"/>
                </a:cubicBezTo>
                <a:cubicBezTo>
                  <a:pt x="50263" y="59750"/>
                  <a:pt x="49206" y="59836"/>
                  <a:pt x="47806" y="59836"/>
                </a:cubicBezTo>
                <a:cubicBezTo>
                  <a:pt x="44777" y="59836"/>
                  <a:pt x="42262" y="59179"/>
                  <a:pt x="40234" y="57864"/>
                </a:cubicBezTo>
                <a:cubicBezTo>
                  <a:pt x="38205" y="56521"/>
                  <a:pt x="36862" y="55150"/>
                  <a:pt x="36233" y="53750"/>
                </a:cubicBezTo>
                <a:lnTo>
                  <a:pt x="35462" y="51749"/>
                </a:lnTo>
                <a:cubicBezTo>
                  <a:pt x="35347" y="51664"/>
                  <a:pt x="35176" y="51721"/>
                  <a:pt x="34919" y="51892"/>
                </a:cubicBezTo>
                <a:cubicBezTo>
                  <a:pt x="34747" y="52064"/>
                  <a:pt x="34547" y="52235"/>
                  <a:pt x="34404" y="52407"/>
                </a:cubicBezTo>
                <a:cubicBezTo>
                  <a:pt x="29175" y="57379"/>
                  <a:pt x="23860" y="59836"/>
                  <a:pt x="18459" y="59836"/>
                </a:cubicBezTo>
                <a:cubicBezTo>
                  <a:pt x="13602" y="59836"/>
                  <a:pt x="9287" y="58093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2005" y="13487"/>
                  <a:pt x="41548" y="12059"/>
                </a:cubicBezTo>
                <a:cubicBezTo>
                  <a:pt x="41119" y="10658"/>
                  <a:pt x="40091" y="9115"/>
                  <a:pt x="38491" y="7429"/>
                </a:cubicBezTo>
                <a:cubicBezTo>
                  <a:pt x="36919" y="5744"/>
                  <a:pt x="34861" y="4858"/>
                  <a:pt x="32404" y="4772"/>
                </a:cubicBezTo>
                <a:cubicBezTo>
                  <a:pt x="29289" y="4772"/>
                  <a:pt x="26318" y="6144"/>
                  <a:pt x="23517" y="8887"/>
                </a:cubicBezTo>
                <a:cubicBezTo>
                  <a:pt x="20660" y="11630"/>
                  <a:pt x="18459" y="15202"/>
                  <a:pt x="16859" y="19631"/>
                </a:cubicBezTo>
                <a:cubicBezTo>
                  <a:pt x="14288" y="26632"/>
                  <a:pt x="12487" y="33890"/>
                  <a:pt x="11430" y="41405"/>
                </a:cubicBezTo>
                <a:cubicBezTo>
                  <a:pt x="11430" y="41662"/>
                  <a:pt x="11430" y="42148"/>
                  <a:pt x="11430" y="42862"/>
                </a:cubicBezTo>
                <a:cubicBezTo>
                  <a:pt x="11430" y="43577"/>
                  <a:pt x="11373" y="44091"/>
                  <a:pt x="11287" y="44463"/>
                </a:cubicBezTo>
                <a:cubicBezTo>
                  <a:pt x="11287" y="48435"/>
                  <a:pt x="12087" y="51178"/>
                  <a:pt x="13687" y="52692"/>
                </a:cubicBezTo>
                <a:cubicBezTo>
                  <a:pt x="15259" y="54178"/>
                  <a:pt x="17174" y="54978"/>
                  <a:pt x="19402" y="55064"/>
                </a:cubicBezTo>
                <a:cubicBezTo>
                  <a:pt x="22746" y="55064"/>
                  <a:pt x="26060" y="53607"/>
                  <a:pt x="29347" y="50692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76" y="29718"/>
                </a:cubicBezTo>
                <a:cubicBezTo>
                  <a:pt x="40977" y="20603"/>
                  <a:pt x="42120" y="15688"/>
                  <a:pt x="42205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2D87B-475D-46A9-9515-94AA730D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686" y="784698"/>
            <a:ext cx="24775" cy="59236"/>
          </a:xfrm>
          <a:custGeom xmlns:a="http://schemas.openxmlformats.org/drawingml/2006/main">
            <a:pathLst>
              <a:path w="24775" h="59236">
                <a:moveTo>
                  <a:pt x="0" y="16145"/>
                </a:moveTo>
                <a:cubicBezTo>
                  <a:pt x="0" y="16145"/>
                  <a:pt x="0" y="14573"/>
                  <a:pt x="0" y="11430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59" y="0"/>
                </a:cubicBezTo>
                <a:cubicBezTo>
                  <a:pt x="14573" y="0"/>
                  <a:pt x="17716" y="1572"/>
                  <a:pt x="20460" y="4686"/>
                </a:cubicBezTo>
                <a:cubicBezTo>
                  <a:pt x="23203" y="7801"/>
                  <a:pt x="24660" y="13316"/>
                  <a:pt x="24775" y="21203"/>
                </a:cubicBezTo>
                <a:cubicBezTo>
                  <a:pt x="24775" y="25575"/>
                  <a:pt x="24203" y="29832"/>
                  <a:pt x="23089" y="33976"/>
                </a:cubicBezTo>
                <a:cubicBezTo>
                  <a:pt x="21946" y="38119"/>
                  <a:pt x="20631" y="41662"/>
                  <a:pt x="19145" y="44663"/>
                </a:cubicBezTo>
                <a:cubicBezTo>
                  <a:pt x="17631" y="47663"/>
                  <a:pt x="16002" y="50235"/>
                  <a:pt x="14259" y="52378"/>
                </a:cubicBezTo>
                <a:cubicBezTo>
                  <a:pt x="12516" y="54493"/>
                  <a:pt x="11001" y="56178"/>
                  <a:pt x="9744" y="57436"/>
                </a:cubicBezTo>
                <a:cubicBezTo>
                  <a:pt x="8515" y="58693"/>
                  <a:pt x="7687" y="59236"/>
                  <a:pt x="7315" y="59122"/>
                </a:cubicBezTo>
                <a:cubicBezTo>
                  <a:pt x="6801" y="59122"/>
                  <a:pt x="6001" y="58579"/>
                  <a:pt x="4858" y="57436"/>
                </a:cubicBezTo>
                <a:cubicBezTo>
                  <a:pt x="3743" y="56321"/>
                  <a:pt x="3172" y="55493"/>
                  <a:pt x="3172" y="55007"/>
                </a:cubicBezTo>
                <a:cubicBezTo>
                  <a:pt x="3172" y="54493"/>
                  <a:pt x="3886" y="53492"/>
                  <a:pt x="5258" y="51978"/>
                </a:cubicBezTo>
                <a:cubicBezTo>
                  <a:pt x="6629" y="50492"/>
                  <a:pt x="8201" y="48606"/>
                  <a:pt x="9944" y="46377"/>
                </a:cubicBezTo>
                <a:cubicBezTo>
                  <a:pt x="11687" y="44120"/>
                  <a:pt x="13316" y="40977"/>
                  <a:pt x="14830" y="36976"/>
                </a:cubicBezTo>
                <a:cubicBezTo>
                  <a:pt x="16316" y="32976"/>
                  <a:pt x="17316" y="28404"/>
                  <a:pt x="17831" y="23260"/>
                </a:cubicBezTo>
                <a:lnTo>
                  <a:pt x="17831" y="21003"/>
                </a:lnTo>
                <a:lnTo>
                  <a:pt x="17631" y="21203"/>
                </a:lnTo>
                <a:cubicBezTo>
                  <a:pt x="17402" y="21317"/>
                  <a:pt x="17088" y="21460"/>
                  <a:pt x="16688" y="21574"/>
                </a:cubicBezTo>
                <a:cubicBezTo>
                  <a:pt x="16316" y="21717"/>
                  <a:pt x="15945" y="21888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16" y="22517"/>
                  <a:pt x="12373" y="22574"/>
                  <a:pt x="11630" y="22689"/>
                </a:cubicBezTo>
                <a:cubicBezTo>
                  <a:pt x="8258" y="22689"/>
                  <a:pt x="5486" y="21631"/>
                  <a:pt x="3372" y="19517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64DB1-1767-4297-A353-9DD88158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686" y="784698"/>
            <a:ext cx="24775" cy="59236"/>
          </a:xfrm>
          <a:custGeom xmlns:a="http://schemas.openxmlformats.org/drawingml/2006/main">
            <a:pathLst>
              <a:path w="24775" h="59236" fill="none">
                <a:moveTo>
                  <a:pt x="0" y="16145"/>
                </a:moveTo>
                <a:cubicBezTo>
                  <a:pt x="0" y="16145"/>
                  <a:pt x="0" y="14573"/>
                  <a:pt x="0" y="11430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59" y="0"/>
                </a:cubicBezTo>
                <a:cubicBezTo>
                  <a:pt x="14573" y="0"/>
                  <a:pt x="17716" y="1572"/>
                  <a:pt x="20460" y="4686"/>
                </a:cubicBezTo>
                <a:cubicBezTo>
                  <a:pt x="23203" y="7801"/>
                  <a:pt x="24660" y="13316"/>
                  <a:pt x="24775" y="21203"/>
                </a:cubicBezTo>
                <a:cubicBezTo>
                  <a:pt x="24775" y="25575"/>
                  <a:pt x="24203" y="29832"/>
                  <a:pt x="23089" y="33976"/>
                </a:cubicBezTo>
                <a:cubicBezTo>
                  <a:pt x="21946" y="38119"/>
                  <a:pt x="20631" y="41662"/>
                  <a:pt x="19145" y="44663"/>
                </a:cubicBezTo>
                <a:cubicBezTo>
                  <a:pt x="17631" y="47663"/>
                  <a:pt x="16002" y="50235"/>
                  <a:pt x="14259" y="52378"/>
                </a:cubicBezTo>
                <a:cubicBezTo>
                  <a:pt x="12516" y="54493"/>
                  <a:pt x="11001" y="56178"/>
                  <a:pt x="9744" y="57436"/>
                </a:cubicBezTo>
                <a:cubicBezTo>
                  <a:pt x="8515" y="58693"/>
                  <a:pt x="7687" y="59236"/>
                  <a:pt x="7315" y="59122"/>
                </a:cubicBezTo>
                <a:cubicBezTo>
                  <a:pt x="6801" y="59122"/>
                  <a:pt x="6001" y="58579"/>
                  <a:pt x="4858" y="57436"/>
                </a:cubicBezTo>
                <a:cubicBezTo>
                  <a:pt x="3743" y="56321"/>
                  <a:pt x="3172" y="55493"/>
                  <a:pt x="3172" y="55007"/>
                </a:cubicBezTo>
                <a:cubicBezTo>
                  <a:pt x="3172" y="54493"/>
                  <a:pt x="3886" y="53492"/>
                  <a:pt x="5258" y="51978"/>
                </a:cubicBezTo>
                <a:cubicBezTo>
                  <a:pt x="6629" y="50492"/>
                  <a:pt x="8201" y="48606"/>
                  <a:pt x="9944" y="46377"/>
                </a:cubicBezTo>
                <a:cubicBezTo>
                  <a:pt x="11687" y="44120"/>
                  <a:pt x="13316" y="40977"/>
                  <a:pt x="14830" y="36976"/>
                </a:cubicBezTo>
                <a:cubicBezTo>
                  <a:pt x="16316" y="32976"/>
                  <a:pt x="17316" y="28404"/>
                  <a:pt x="17831" y="23260"/>
                </a:cubicBezTo>
                <a:lnTo>
                  <a:pt x="17831" y="21003"/>
                </a:lnTo>
                <a:lnTo>
                  <a:pt x="17631" y="21203"/>
                </a:lnTo>
                <a:cubicBezTo>
                  <a:pt x="17402" y="21317"/>
                  <a:pt x="17088" y="21460"/>
                  <a:pt x="16688" y="21574"/>
                </a:cubicBezTo>
                <a:cubicBezTo>
                  <a:pt x="16316" y="21717"/>
                  <a:pt x="15945" y="21888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16" y="22517"/>
                  <a:pt x="12373" y="22574"/>
                  <a:pt x="11630" y="22689"/>
                </a:cubicBezTo>
                <a:cubicBezTo>
                  <a:pt x="8258" y="22689"/>
                  <a:pt x="5486" y="21631"/>
                  <a:pt x="3372" y="19517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83066-4324-4C98-B5A3-10396A72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839" y="682000"/>
            <a:ext cx="125387" cy="125387"/>
          </a:xfrm>
          <a:custGeom xmlns:a="http://schemas.openxmlformats.org/drawingml/2006/main">
            <a:pathLst>
              <a:path w="125387" h="125387">
                <a:moveTo>
                  <a:pt x="0" y="4886"/>
                </a:moveTo>
                <a:cubicBezTo>
                  <a:pt x="0" y="4886"/>
                  <a:pt x="0" y="4515"/>
                  <a:pt x="0" y="3743"/>
                </a:cubicBezTo>
                <a:cubicBezTo>
                  <a:pt x="0" y="3000"/>
                  <a:pt x="229" y="2315"/>
                  <a:pt x="743" y="1686"/>
                </a:cubicBezTo>
                <a:cubicBezTo>
                  <a:pt x="1229" y="1057"/>
                  <a:pt x="1686" y="629"/>
                  <a:pt x="2057" y="371"/>
                </a:cubicBezTo>
                <a:cubicBezTo>
                  <a:pt x="2429" y="114"/>
                  <a:pt x="2743" y="0"/>
                  <a:pt x="3000" y="0"/>
                </a:cubicBezTo>
                <a:lnTo>
                  <a:pt x="122587" y="0"/>
                </a:lnTo>
                <a:cubicBezTo>
                  <a:pt x="124444" y="1000"/>
                  <a:pt x="125387" y="2257"/>
                  <a:pt x="125387" y="3743"/>
                </a:cubicBezTo>
                <a:cubicBezTo>
                  <a:pt x="125387" y="5258"/>
                  <a:pt x="124444" y="6515"/>
                  <a:pt x="122587" y="7515"/>
                </a:cubicBezTo>
                <a:lnTo>
                  <a:pt x="66437" y="7515"/>
                </a:lnTo>
                <a:lnTo>
                  <a:pt x="66437" y="122587"/>
                </a:lnTo>
                <a:cubicBezTo>
                  <a:pt x="65580" y="124216"/>
                  <a:pt x="64437" y="125158"/>
                  <a:pt x="63065" y="125387"/>
                </a:cubicBezTo>
                <a:cubicBezTo>
                  <a:pt x="62551" y="125387"/>
                  <a:pt x="62122" y="125359"/>
                  <a:pt x="61751" y="125216"/>
                </a:cubicBezTo>
                <a:cubicBezTo>
                  <a:pt x="61379" y="125101"/>
                  <a:pt x="61065" y="124958"/>
                  <a:pt x="60808" y="124844"/>
                </a:cubicBezTo>
                <a:cubicBezTo>
                  <a:pt x="60579" y="124730"/>
                  <a:pt x="60322" y="124530"/>
                  <a:pt x="60065" y="124273"/>
                </a:cubicBezTo>
                <a:cubicBezTo>
                  <a:pt x="59807" y="124016"/>
                  <a:pt x="59693" y="123844"/>
                  <a:pt x="59693" y="123701"/>
                </a:cubicBezTo>
                <a:cubicBezTo>
                  <a:pt x="59693" y="123587"/>
                  <a:pt x="59550" y="123330"/>
                  <a:pt x="59322" y="122958"/>
                </a:cubicBezTo>
                <a:cubicBezTo>
                  <a:pt x="59065" y="122587"/>
                  <a:pt x="58950" y="122387"/>
                  <a:pt x="58950" y="122387"/>
                </a:cubicBezTo>
                <a:lnTo>
                  <a:pt x="58950" y="7515"/>
                </a:lnTo>
                <a:lnTo>
                  <a:pt x="3000" y="7515"/>
                </a:lnTo>
                <a:cubicBezTo>
                  <a:pt x="2857" y="7515"/>
                  <a:pt x="2600" y="7372"/>
                  <a:pt x="2257" y="7144"/>
                </a:cubicBezTo>
                <a:cubicBezTo>
                  <a:pt x="1857" y="6887"/>
                  <a:pt x="1372" y="6458"/>
                  <a:pt x="743" y="5829"/>
                </a:cubicBezTo>
                <a:lnTo>
                  <a:pt x="0" y="4886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40B20-50FC-4E7F-8A02-1F8AFB77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839" y="682000"/>
            <a:ext cx="125387" cy="125387"/>
          </a:xfrm>
          <a:custGeom xmlns:a="http://schemas.openxmlformats.org/drawingml/2006/main">
            <a:pathLst>
              <a:path w="125387" h="125387" fill="none">
                <a:moveTo>
                  <a:pt x="0" y="4886"/>
                </a:moveTo>
                <a:cubicBezTo>
                  <a:pt x="0" y="4886"/>
                  <a:pt x="0" y="4515"/>
                  <a:pt x="0" y="3743"/>
                </a:cubicBezTo>
                <a:cubicBezTo>
                  <a:pt x="0" y="3000"/>
                  <a:pt x="229" y="2315"/>
                  <a:pt x="743" y="1686"/>
                </a:cubicBezTo>
                <a:cubicBezTo>
                  <a:pt x="1229" y="1057"/>
                  <a:pt x="1686" y="629"/>
                  <a:pt x="2057" y="371"/>
                </a:cubicBezTo>
                <a:cubicBezTo>
                  <a:pt x="2429" y="114"/>
                  <a:pt x="2743" y="0"/>
                  <a:pt x="3000" y="0"/>
                </a:cubicBezTo>
                <a:lnTo>
                  <a:pt x="122587" y="0"/>
                </a:lnTo>
                <a:cubicBezTo>
                  <a:pt x="124444" y="1000"/>
                  <a:pt x="125387" y="2257"/>
                  <a:pt x="125387" y="3743"/>
                </a:cubicBezTo>
                <a:cubicBezTo>
                  <a:pt x="125387" y="5258"/>
                  <a:pt x="124444" y="6515"/>
                  <a:pt x="122587" y="7515"/>
                </a:cubicBezTo>
                <a:lnTo>
                  <a:pt x="66437" y="7515"/>
                </a:lnTo>
                <a:lnTo>
                  <a:pt x="66437" y="122587"/>
                </a:lnTo>
                <a:cubicBezTo>
                  <a:pt x="65580" y="124216"/>
                  <a:pt x="64437" y="125158"/>
                  <a:pt x="63065" y="125387"/>
                </a:cubicBezTo>
                <a:cubicBezTo>
                  <a:pt x="62551" y="125387"/>
                  <a:pt x="62122" y="125359"/>
                  <a:pt x="61751" y="125216"/>
                </a:cubicBezTo>
                <a:cubicBezTo>
                  <a:pt x="61379" y="125101"/>
                  <a:pt x="61065" y="124958"/>
                  <a:pt x="60808" y="124844"/>
                </a:cubicBezTo>
                <a:cubicBezTo>
                  <a:pt x="60579" y="124730"/>
                  <a:pt x="60322" y="124530"/>
                  <a:pt x="60065" y="124273"/>
                </a:cubicBezTo>
                <a:cubicBezTo>
                  <a:pt x="59807" y="124016"/>
                  <a:pt x="59693" y="123844"/>
                  <a:pt x="59693" y="123701"/>
                </a:cubicBezTo>
                <a:cubicBezTo>
                  <a:pt x="59693" y="123587"/>
                  <a:pt x="59550" y="123330"/>
                  <a:pt x="59322" y="122958"/>
                </a:cubicBezTo>
                <a:cubicBezTo>
                  <a:pt x="59065" y="122587"/>
                  <a:pt x="58950" y="122387"/>
                  <a:pt x="58950" y="122387"/>
                </a:cubicBezTo>
                <a:lnTo>
                  <a:pt x="58950" y="7515"/>
                </a:lnTo>
                <a:lnTo>
                  <a:pt x="3000" y="7515"/>
                </a:lnTo>
                <a:cubicBezTo>
                  <a:pt x="2857" y="7515"/>
                  <a:pt x="2600" y="7372"/>
                  <a:pt x="2257" y="7144"/>
                </a:cubicBezTo>
                <a:cubicBezTo>
                  <a:pt x="1857" y="6887"/>
                  <a:pt x="1372" y="6458"/>
                  <a:pt x="743" y="5829"/>
                </a:cubicBezTo>
                <a:lnTo>
                  <a:pt x="0" y="48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FA284-BB79-44A4-93BF-1908D74E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886" y="666598"/>
            <a:ext cx="41977" cy="187738"/>
          </a:xfrm>
          <a:custGeom xmlns:a="http://schemas.openxmlformats.org/drawingml/2006/main">
            <a:pathLst>
              <a:path w="41977" h="187738">
                <a:moveTo>
                  <a:pt x="0" y="3372"/>
                </a:moveTo>
                <a:cubicBezTo>
                  <a:pt x="114" y="2515"/>
                  <a:pt x="514" y="1743"/>
                  <a:pt x="1114" y="1143"/>
                </a:cubicBezTo>
                <a:cubicBezTo>
                  <a:pt x="1743" y="514"/>
                  <a:pt x="2629" y="143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72"/>
                  <a:pt x="13202" y="18145"/>
                  <a:pt x="24575" y="48063"/>
                </a:cubicBezTo>
                <a:cubicBezTo>
                  <a:pt x="35976" y="77981"/>
                  <a:pt x="41719" y="93240"/>
                  <a:pt x="41862" y="93869"/>
                </a:cubicBezTo>
                <a:cubicBezTo>
                  <a:pt x="41977" y="94498"/>
                  <a:pt x="36290" y="109785"/>
                  <a:pt x="24775" y="139675"/>
                </a:cubicBezTo>
                <a:cubicBezTo>
                  <a:pt x="13259" y="169593"/>
                  <a:pt x="7315" y="184995"/>
                  <a:pt x="6944" y="185852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66"/>
                  <a:pt x="0" y="184366"/>
                </a:cubicBezTo>
                <a:cubicBezTo>
                  <a:pt x="0" y="183737"/>
                  <a:pt x="5629" y="168535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31"/>
                  <a:pt x="0" y="4000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97B1D-65FF-456D-A6F6-36C4472A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886" y="666598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0" y="3372"/>
                </a:moveTo>
                <a:cubicBezTo>
                  <a:pt x="114" y="2515"/>
                  <a:pt x="514" y="1743"/>
                  <a:pt x="1114" y="1143"/>
                </a:cubicBezTo>
                <a:cubicBezTo>
                  <a:pt x="1743" y="514"/>
                  <a:pt x="2629" y="143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72"/>
                  <a:pt x="13202" y="18145"/>
                  <a:pt x="24575" y="48063"/>
                </a:cubicBezTo>
                <a:cubicBezTo>
                  <a:pt x="35976" y="77981"/>
                  <a:pt x="41719" y="93240"/>
                  <a:pt x="41862" y="93869"/>
                </a:cubicBezTo>
                <a:cubicBezTo>
                  <a:pt x="41977" y="94498"/>
                  <a:pt x="36290" y="109785"/>
                  <a:pt x="24775" y="139675"/>
                </a:cubicBezTo>
                <a:cubicBezTo>
                  <a:pt x="13259" y="169593"/>
                  <a:pt x="7315" y="184995"/>
                  <a:pt x="6944" y="185852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66"/>
                  <a:pt x="0" y="184366"/>
                </a:cubicBezTo>
                <a:cubicBezTo>
                  <a:pt x="0" y="183737"/>
                  <a:pt x="5629" y="168535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31"/>
                  <a:pt x="0" y="4000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FD631-33FF-4445-9B8B-00DDF7AC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1231725"/>
            <a:ext cx="263204" cy="263233"/>
          </a:xfrm>
          <a:custGeom xmlns:a="http://schemas.openxmlformats.org/drawingml/2006/main">
            <a:pathLst>
              <a:path w="263204" h="263233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800"/>
                  <a:pt x="211884" y="236230"/>
                  <a:pt x="204711" y="241030"/>
                </a:cubicBezTo>
                <a:cubicBezTo>
                  <a:pt x="197539" y="245859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59"/>
                  <a:pt x="58493" y="241030"/>
                </a:cubicBezTo>
                <a:cubicBezTo>
                  <a:pt x="51292" y="236230"/>
                  <a:pt x="44663" y="230800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87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61"/>
                  <a:pt x="51292" y="27003"/>
                  <a:pt x="58493" y="22203"/>
                </a:cubicBezTo>
                <a:cubicBezTo>
                  <a:pt x="65665" y="17402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402"/>
                  <a:pt x="204711" y="22203"/>
                </a:cubicBezTo>
                <a:cubicBezTo>
                  <a:pt x="211884" y="27003"/>
                  <a:pt x="218542" y="32461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87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6D62F-B085-4651-9684-85685BA3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1231725"/>
            <a:ext cx="263204" cy="263233"/>
          </a:xfrm>
          <a:custGeom xmlns:a="http://schemas.openxmlformats.org/drawingml/2006/main">
            <a:pathLst>
              <a:path w="263204" h="263233" fill="none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800"/>
                  <a:pt x="211884" y="236230"/>
                  <a:pt x="204711" y="241030"/>
                </a:cubicBezTo>
                <a:cubicBezTo>
                  <a:pt x="197539" y="245859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59"/>
                  <a:pt x="58493" y="241030"/>
                </a:cubicBezTo>
                <a:cubicBezTo>
                  <a:pt x="51292" y="236230"/>
                  <a:pt x="44663" y="230800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87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61"/>
                  <a:pt x="51292" y="27003"/>
                  <a:pt x="58493" y="22203"/>
                </a:cubicBezTo>
                <a:cubicBezTo>
                  <a:pt x="65665" y="17402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402"/>
                  <a:pt x="204711" y="22203"/>
                </a:cubicBezTo>
                <a:cubicBezTo>
                  <a:pt x="211884" y="27003"/>
                  <a:pt x="218542" y="32461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87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203" name="Text 4">
            <a:extLst xmlns:a="http://schemas.openxmlformats.org/drawingml/2006/main">
              <a:ext uri="{FF2B5EF4-FFF2-40B4-BE49-F238E27FC236}">
                <a16:creationId xmlns:a16="http://schemas.microsoft.com/office/drawing/2014/main" id="{1B8918A5-2131-4D64-9875-463E637F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110" y="1287277"/>
            <a:ext cx="93140" cy="140557"/>
          </a:xfrm>
          <a:custGeom xmlns:a="http://schemas.openxmlformats.org/drawingml/2006/main">
            <a:pathLst>
              <a:path w="93140" h="140557">
                <a:moveTo>
                  <a:pt x="65198" y="0"/>
                </a:moveTo>
                <a:lnTo>
                  <a:pt x="70067" y="0"/>
                </a:lnTo>
                <a:cubicBezTo>
                  <a:pt x="69996" y="2192"/>
                  <a:pt x="69961" y="3500"/>
                  <a:pt x="69961" y="3926"/>
                </a:cubicBezTo>
                <a:lnTo>
                  <a:pt x="70278" y="19521"/>
                </a:lnTo>
                <a:lnTo>
                  <a:pt x="69643" y="33525"/>
                </a:lnTo>
                <a:lnTo>
                  <a:pt x="70067" y="49120"/>
                </a:lnTo>
                <a:lnTo>
                  <a:pt x="70067" y="61427"/>
                </a:lnTo>
                <a:lnTo>
                  <a:pt x="70278" y="78187"/>
                </a:lnTo>
                <a:cubicBezTo>
                  <a:pt x="70278" y="80804"/>
                  <a:pt x="70208" y="84765"/>
                  <a:pt x="70067" y="90071"/>
                </a:cubicBezTo>
                <a:lnTo>
                  <a:pt x="72289" y="90176"/>
                </a:lnTo>
                <a:lnTo>
                  <a:pt x="79804" y="90176"/>
                </a:lnTo>
                <a:lnTo>
                  <a:pt x="87001" y="90282"/>
                </a:lnTo>
                <a:lnTo>
                  <a:pt x="92928" y="90071"/>
                </a:lnTo>
                <a:cubicBezTo>
                  <a:pt x="93069" y="92280"/>
                  <a:pt x="93140" y="93920"/>
                  <a:pt x="93140" y="94989"/>
                </a:cubicBezTo>
                <a:cubicBezTo>
                  <a:pt x="93140" y="96061"/>
                  <a:pt x="93069" y="97701"/>
                  <a:pt x="92928" y="99911"/>
                </a:cubicBezTo>
                <a:cubicBezTo>
                  <a:pt x="88554" y="100124"/>
                  <a:pt x="86190" y="100231"/>
                  <a:pt x="85837" y="100231"/>
                </a:cubicBezTo>
                <a:lnTo>
                  <a:pt x="80545" y="100126"/>
                </a:lnTo>
                <a:lnTo>
                  <a:pt x="76311" y="100126"/>
                </a:lnTo>
                <a:cubicBezTo>
                  <a:pt x="75182" y="100126"/>
                  <a:pt x="73101" y="100055"/>
                  <a:pt x="70067" y="99914"/>
                </a:cubicBezTo>
                <a:cubicBezTo>
                  <a:pt x="69926" y="109856"/>
                  <a:pt x="69926" y="123053"/>
                  <a:pt x="70067" y="139505"/>
                </a:cubicBezTo>
                <a:cubicBezTo>
                  <a:pt x="69643" y="139926"/>
                  <a:pt x="69185" y="140206"/>
                  <a:pt x="68691" y="140345"/>
                </a:cubicBezTo>
                <a:lnTo>
                  <a:pt x="62129" y="140557"/>
                </a:lnTo>
                <a:cubicBezTo>
                  <a:pt x="60717" y="140557"/>
                  <a:pt x="58565" y="140486"/>
                  <a:pt x="55672" y="140345"/>
                </a:cubicBezTo>
                <a:cubicBezTo>
                  <a:pt x="55884" y="132019"/>
                  <a:pt x="55990" y="126057"/>
                  <a:pt x="55990" y="122458"/>
                </a:cubicBezTo>
                <a:cubicBezTo>
                  <a:pt x="55990" y="119283"/>
                  <a:pt x="55919" y="116390"/>
                  <a:pt x="55778" y="113779"/>
                </a:cubicBezTo>
                <a:cubicBezTo>
                  <a:pt x="55566" y="108981"/>
                  <a:pt x="55461" y="106229"/>
                  <a:pt x="55461" y="105523"/>
                </a:cubicBezTo>
                <a:cubicBezTo>
                  <a:pt x="55461" y="104253"/>
                  <a:pt x="55531" y="102278"/>
                  <a:pt x="55672" y="99596"/>
                </a:cubicBezTo>
                <a:cubicBezTo>
                  <a:pt x="52709" y="99949"/>
                  <a:pt x="50416" y="100126"/>
                  <a:pt x="48793" y="100126"/>
                </a:cubicBezTo>
                <a:cubicBezTo>
                  <a:pt x="47946" y="100126"/>
                  <a:pt x="46993" y="100090"/>
                  <a:pt x="45935" y="100020"/>
                </a:cubicBezTo>
                <a:cubicBezTo>
                  <a:pt x="38808" y="99667"/>
                  <a:pt x="34786" y="99490"/>
                  <a:pt x="33869" y="99490"/>
                </a:cubicBezTo>
                <a:cubicBezTo>
                  <a:pt x="32952" y="99490"/>
                  <a:pt x="30694" y="99843"/>
                  <a:pt x="27095" y="100549"/>
                </a:cubicBezTo>
                <a:lnTo>
                  <a:pt x="16194" y="99914"/>
                </a:lnTo>
                <a:lnTo>
                  <a:pt x="10267" y="100549"/>
                </a:lnTo>
                <a:lnTo>
                  <a:pt x="6245" y="99887"/>
                </a:lnTo>
                <a:lnTo>
                  <a:pt x="1164" y="100972"/>
                </a:lnTo>
                <a:lnTo>
                  <a:pt x="212" y="100218"/>
                </a:lnTo>
                <a:cubicBezTo>
                  <a:pt x="71" y="98597"/>
                  <a:pt x="0" y="97382"/>
                  <a:pt x="0" y="96573"/>
                </a:cubicBezTo>
                <a:cubicBezTo>
                  <a:pt x="0" y="95764"/>
                  <a:pt x="71" y="94549"/>
                  <a:pt x="212" y="92928"/>
                </a:cubicBezTo>
                <a:cubicBezTo>
                  <a:pt x="2187" y="90309"/>
                  <a:pt x="5821" y="84999"/>
                  <a:pt x="11113" y="76999"/>
                </a:cubicBezTo>
                <a:lnTo>
                  <a:pt x="31752" y="46940"/>
                </a:lnTo>
                <a:cubicBezTo>
                  <a:pt x="36833" y="39366"/>
                  <a:pt x="41102" y="33349"/>
                  <a:pt x="44559" y="28888"/>
                </a:cubicBezTo>
                <a:cubicBezTo>
                  <a:pt x="48017" y="24427"/>
                  <a:pt x="51439" y="19630"/>
                  <a:pt x="54826" y="14497"/>
                </a:cubicBezTo>
                <a:cubicBezTo>
                  <a:pt x="58213" y="9364"/>
                  <a:pt x="61670" y="4531"/>
                  <a:pt x="65198" y="0"/>
                </a:cubicBezTo>
                <a:moveTo>
                  <a:pt x="55672" y="90176"/>
                </a:moveTo>
                <a:lnTo>
                  <a:pt x="55778" y="72706"/>
                </a:lnTo>
                <a:lnTo>
                  <a:pt x="55672" y="58854"/>
                </a:lnTo>
                <a:lnTo>
                  <a:pt x="55672" y="23166"/>
                </a:lnTo>
                <a:cubicBezTo>
                  <a:pt x="49886" y="30800"/>
                  <a:pt x="41842" y="42357"/>
                  <a:pt x="31541" y="57839"/>
                </a:cubicBezTo>
                <a:cubicBezTo>
                  <a:pt x="19757" y="75510"/>
                  <a:pt x="12771" y="86183"/>
                  <a:pt x="10584" y="89859"/>
                </a:cubicBezTo>
                <a:cubicBezTo>
                  <a:pt x="13689" y="89647"/>
                  <a:pt x="16017" y="89541"/>
                  <a:pt x="17570" y="89541"/>
                </a:cubicBezTo>
                <a:lnTo>
                  <a:pt x="46570" y="90388"/>
                </a:lnTo>
                <a:cubicBezTo>
                  <a:pt x="48687" y="90388"/>
                  <a:pt x="51721" y="90318"/>
                  <a:pt x="55672" y="90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E383C-A07B-42E1-920E-C8DE24DD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900" y="1789138"/>
            <a:ext cx="10" cy="56207"/>
          </a:xfrm>
          <a:custGeom xmlns:a="http://schemas.openxmlformats.org/drawingml/2006/main">
            <a:pathLst>
              <a:path w="1" h="56207" fill="none">
                <a:moveTo>
                  <a:pt x="0" y="0"/>
                </a:moveTo>
                <a:lnTo>
                  <a:pt x="0" y="56207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5E6F1-F66E-4432-A3A5-B5D34C37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668" y="1833715"/>
            <a:ext cx="46463" cy="46463"/>
          </a:xfrm>
          <a:custGeom xmlns:a="http://schemas.openxmlformats.org/drawingml/2006/main">
            <a:pathLst>
              <a:path w="46463" h="46463">
                <a:moveTo>
                  <a:pt x="23231" y="46463"/>
                </a:moveTo>
                <a:lnTo>
                  <a:pt x="0" y="0"/>
                </a:lnTo>
                <a:lnTo>
                  <a:pt x="23231" y="11630"/>
                </a:lnTo>
                <a:lnTo>
                  <a:pt x="46463" y="0"/>
                </a:lnTo>
                <a:lnTo>
                  <a:pt x="23231" y="464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1272F-719D-4D57-8410-197E82A7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668" y="1833715"/>
            <a:ext cx="46463" cy="46463"/>
          </a:xfrm>
          <a:custGeom xmlns:a="http://schemas.openxmlformats.org/drawingml/2006/main">
            <a:pathLst>
              <a:path w="46463" h="46463" fill="none">
                <a:moveTo>
                  <a:pt x="23231" y="46463"/>
                </a:moveTo>
                <a:lnTo>
                  <a:pt x="0" y="0"/>
                </a:lnTo>
                <a:lnTo>
                  <a:pt x="23231" y="11630"/>
                </a:lnTo>
                <a:lnTo>
                  <a:pt x="46463" y="0"/>
                </a:lnTo>
                <a:lnTo>
                  <a:pt x="23231" y="464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46868-FA62-4541-A532-121E6A31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823" y="1688497"/>
            <a:ext cx="42034" cy="187966"/>
          </a:xfrm>
          <a:custGeom xmlns:a="http://schemas.openxmlformats.org/drawingml/2006/main">
            <a:pathLst>
              <a:path w="42034" h="187966">
                <a:moveTo>
                  <a:pt x="42034" y="184595"/>
                </a:moveTo>
                <a:cubicBezTo>
                  <a:pt x="41920" y="185452"/>
                  <a:pt x="41519" y="186223"/>
                  <a:pt x="40891" y="186852"/>
                </a:cubicBezTo>
                <a:cubicBezTo>
                  <a:pt x="40291" y="187452"/>
                  <a:pt x="39405" y="187852"/>
                  <a:pt x="38262" y="187966"/>
                </a:cubicBezTo>
                <a:cubicBezTo>
                  <a:pt x="37033" y="187966"/>
                  <a:pt x="35947" y="187338"/>
                  <a:pt x="35090" y="186080"/>
                </a:cubicBezTo>
                <a:cubicBezTo>
                  <a:pt x="34690" y="185195"/>
                  <a:pt x="28804" y="169793"/>
                  <a:pt x="17402" y="139846"/>
                </a:cubicBezTo>
                <a:cubicBezTo>
                  <a:pt x="6001" y="109899"/>
                  <a:pt x="229" y="94612"/>
                  <a:pt x="114" y="93983"/>
                </a:cubicBezTo>
                <a:cubicBezTo>
                  <a:pt x="0" y="93355"/>
                  <a:pt x="5686" y="78067"/>
                  <a:pt x="17231" y="48120"/>
                </a:cubicBezTo>
                <a:cubicBezTo>
                  <a:pt x="28746" y="18174"/>
                  <a:pt x="34690" y="2743"/>
                  <a:pt x="35090" y="1857"/>
                </a:cubicBezTo>
                <a:cubicBezTo>
                  <a:pt x="35462" y="1257"/>
                  <a:pt x="36090" y="686"/>
                  <a:pt x="36976" y="171"/>
                </a:cubicBezTo>
                <a:lnTo>
                  <a:pt x="37519" y="0"/>
                </a:lnTo>
                <a:cubicBezTo>
                  <a:pt x="37890" y="0"/>
                  <a:pt x="38148" y="0"/>
                  <a:pt x="38262" y="0"/>
                </a:cubicBezTo>
                <a:cubicBezTo>
                  <a:pt x="40519" y="0"/>
                  <a:pt x="41777" y="1114"/>
                  <a:pt x="42034" y="3372"/>
                </a:cubicBezTo>
                <a:cubicBezTo>
                  <a:pt x="42034" y="4001"/>
                  <a:pt x="36405" y="19231"/>
                  <a:pt x="25117" y="49063"/>
                </a:cubicBezTo>
                <a:cubicBezTo>
                  <a:pt x="13716" y="78753"/>
                  <a:pt x="8001" y="93726"/>
                  <a:pt x="8001" y="93983"/>
                </a:cubicBezTo>
                <a:cubicBezTo>
                  <a:pt x="8001" y="94212"/>
                  <a:pt x="13716" y="109214"/>
                  <a:pt x="25117" y="138903"/>
                </a:cubicBezTo>
                <a:cubicBezTo>
                  <a:pt x="36405" y="168735"/>
                  <a:pt x="42034" y="183966"/>
                  <a:pt x="42034" y="184595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BDF86-3185-4B16-BB70-AB59CB3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823" y="1688497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42034" y="184595"/>
                </a:moveTo>
                <a:cubicBezTo>
                  <a:pt x="41920" y="185452"/>
                  <a:pt x="41519" y="186223"/>
                  <a:pt x="40891" y="186852"/>
                </a:cubicBezTo>
                <a:cubicBezTo>
                  <a:pt x="40291" y="187452"/>
                  <a:pt x="39405" y="187852"/>
                  <a:pt x="38262" y="187966"/>
                </a:cubicBezTo>
                <a:cubicBezTo>
                  <a:pt x="37033" y="187966"/>
                  <a:pt x="35947" y="187338"/>
                  <a:pt x="35090" y="186080"/>
                </a:cubicBezTo>
                <a:cubicBezTo>
                  <a:pt x="34690" y="185195"/>
                  <a:pt x="28804" y="169793"/>
                  <a:pt x="17402" y="139846"/>
                </a:cubicBezTo>
                <a:cubicBezTo>
                  <a:pt x="6001" y="109899"/>
                  <a:pt x="229" y="94612"/>
                  <a:pt x="114" y="93983"/>
                </a:cubicBezTo>
                <a:cubicBezTo>
                  <a:pt x="0" y="93355"/>
                  <a:pt x="5686" y="78067"/>
                  <a:pt x="17231" y="48120"/>
                </a:cubicBezTo>
                <a:cubicBezTo>
                  <a:pt x="28746" y="18174"/>
                  <a:pt x="34690" y="2743"/>
                  <a:pt x="35090" y="1857"/>
                </a:cubicBezTo>
                <a:cubicBezTo>
                  <a:pt x="35462" y="1257"/>
                  <a:pt x="36090" y="686"/>
                  <a:pt x="36976" y="171"/>
                </a:cubicBezTo>
                <a:lnTo>
                  <a:pt x="37519" y="0"/>
                </a:lnTo>
                <a:cubicBezTo>
                  <a:pt x="37890" y="0"/>
                  <a:pt x="38148" y="0"/>
                  <a:pt x="38262" y="0"/>
                </a:cubicBezTo>
                <a:cubicBezTo>
                  <a:pt x="40519" y="0"/>
                  <a:pt x="41777" y="1114"/>
                  <a:pt x="42034" y="3372"/>
                </a:cubicBezTo>
                <a:cubicBezTo>
                  <a:pt x="42034" y="4001"/>
                  <a:pt x="36405" y="19231"/>
                  <a:pt x="25117" y="49063"/>
                </a:cubicBezTo>
                <a:cubicBezTo>
                  <a:pt x="13716" y="78753"/>
                  <a:pt x="8001" y="93726"/>
                  <a:pt x="8001" y="93983"/>
                </a:cubicBezTo>
                <a:cubicBezTo>
                  <a:pt x="8001" y="94212"/>
                  <a:pt x="13716" y="109214"/>
                  <a:pt x="25117" y="138903"/>
                </a:cubicBezTo>
                <a:cubicBezTo>
                  <a:pt x="36405" y="168735"/>
                  <a:pt x="42034" y="183966"/>
                  <a:pt x="42034" y="1845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E2130-71A5-4F68-A704-B25DBCB6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344" y="1702213"/>
            <a:ext cx="128359" cy="127244"/>
          </a:xfrm>
          <a:custGeom xmlns:a="http://schemas.openxmlformats.org/drawingml/2006/main">
            <a:pathLst>
              <a:path w="128359" h="127244">
                <a:moveTo>
                  <a:pt x="3572" y="45120"/>
                </a:moveTo>
                <a:cubicBezTo>
                  <a:pt x="1172" y="45120"/>
                  <a:pt x="0" y="44606"/>
                  <a:pt x="0" y="43605"/>
                </a:cubicBezTo>
                <a:cubicBezTo>
                  <a:pt x="0" y="42977"/>
                  <a:pt x="1000" y="39491"/>
                  <a:pt x="3000" y="33090"/>
                </a:cubicBezTo>
                <a:cubicBezTo>
                  <a:pt x="5001" y="26689"/>
                  <a:pt x="7144" y="20374"/>
                  <a:pt x="9373" y="14087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984" y="0"/>
                </a:lnTo>
                <a:lnTo>
                  <a:pt x="119901" y="0"/>
                </a:lnTo>
                <a:cubicBezTo>
                  <a:pt x="123930" y="0"/>
                  <a:pt x="126302" y="57"/>
                  <a:pt x="127044" y="200"/>
                </a:cubicBezTo>
                <a:cubicBezTo>
                  <a:pt x="127816" y="314"/>
                  <a:pt x="128245" y="886"/>
                  <a:pt x="128359" y="1886"/>
                </a:cubicBezTo>
                <a:cubicBezTo>
                  <a:pt x="128359" y="2629"/>
                  <a:pt x="127302" y="9773"/>
                  <a:pt x="125159" y="23317"/>
                </a:cubicBezTo>
                <a:cubicBezTo>
                  <a:pt x="123044" y="36833"/>
                  <a:pt x="121844" y="43663"/>
                  <a:pt x="121587" y="43805"/>
                </a:cubicBezTo>
                <a:cubicBezTo>
                  <a:pt x="121587" y="44691"/>
                  <a:pt x="120415" y="45120"/>
                  <a:pt x="118015" y="45120"/>
                </a:cubicBezTo>
                <a:cubicBezTo>
                  <a:pt x="116900" y="45120"/>
                  <a:pt x="116157" y="45120"/>
                  <a:pt x="115786" y="45120"/>
                </a:cubicBezTo>
                <a:cubicBezTo>
                  <a:pt x="115414" y="45120"/>
                  <a:pt x="115014" y="44806"/>
                  <a:pt x="114643" y="44177"/>
                </a:cubicBezTo>
                <a:lnTo>
                  <a:pt x="114271" y="43605"/>
                </a:lnTo>
                <a:cubicBezTo>
                  <a:pt x="114271" y="42862"/>
                  <a:pt x="114643" y="40034"/>
                  <a:pt x="115414" y="35147"/>
                </a:cubicBezTo>
                <a:cubicBezTo>
                  <a:pt x="116157" y="30261"/>
                  <a:pt x="116529" y="26432"/>
                  <a:pt x="116529" y="23689"/>
                </a:cubicBezTo>
                <a:cubicBezTo>
                  <a:pt x="116529" y="19288"/>
                  <a:pt x="115729" y="15973"/>
                  <a:pt x="114100" y="13716"/>
                </a:cubicBezTo>
                <a:cubicBezTo>
                  <a:pt x="112443" y="11459"/>
                  <a:pt x="109014" y="9887"/>
                  <a:pt x="103727" y="9030"/>
                </a:cubicBezTo>
                <a:cubicBezTo>
                  <a:pt x="103127" y="8887"/>
                  <a:pt x="99498" y="8773"/>
                  <a:pt x="92840" y="8658"/>
                </a:cubicBezTo>
                <a:cubicBezTo>
                  <a:pt x="87068" y="8658"/>
                  <a:pt x="83439" y="8715"/>
                  <a:pt x="81953" y="8830"/>
                </a:cubicBezTo>
                <a:cubicBezTo>
                  <a:pt x="80439" y="8973"/>
                  <a:pt x="79296" y="9458"/>
                  <a:pt x="78553" y="10344"/>
                </a:cubicBezTo>
                <a:cubicBezTo>
                  <a:pt x="78438" y="10458"/>
                  <a:pt x="73981" y="27946"/>
                  <a:pt x="65208" y="62779"/>
                </a:cubicBezTo>
                <a:cubicBezTo>
                  <a:pt x="56436" y="97612"/>
                  <a:pt x="52064" y="115357"/>
                  <a:pt x="52064" y="115986"/>
                </a:cubicBezTo>
                <a:cubicBezTo>
                  <a:pt x="52064" y="117472"/>
                  <a:pt x="57550" y="118358"/>
                  <a:pt x="68580" y="118615"/>
                </a:cubicBezTo>
                <a:cubicBezTo>
                  <a:pt x="72609" y="118615"/>
                  <a:pt x="75181" y="118672"/>
                  <a:pt x="76295" y="118786"/>
                </a:cubicBezTo>
                <a:cubicBezTo>
                  <a:pt x="77438" y="118929"/>
                  <a:pt x="77981" y="119501"/>
                  <a:pt x="77981" y="120501"/>
                </a:cubicBezTo>
                <a:cubicBezTo>
                  <a:pt x="77981" y="121129"/>
                  <a:pt x="77810" y="121987"/>
                  <a:pt x="77438" y="123130"/>
                </a:cubicBezTo>
                <a:cubicBezTo>
                  <a:pt x="76924" y="125387"/>
                  <a:pt x="76352" y="126702"/>
                  <a:pt x="75724" y="127073"/>
                </a:cubicBezTo>
                <a:lnTo>
                  <a:pt x="75352" y="127244"/>
                </a:lnTo>
                <a:cubicBezTo>
                  <a:pt x="74981" y="127244"/>
                  <a:pt x="74552" y="127244"/>
                  <a:pt x="74038" y="127244"/>
                </a:cubicBezTo>
                <a:cubicBezTo>
                  <a:pt x="73409" y="127244"/>
                  <a:pt x="70152" y="127187"/>
                  <a:pt x="64265" y="127073"/>
                </a:cubicBezTo>
                <a:cubicBezTo>
                  <a:pt x="58379" y="126930"/>
                  <a:pt x="49921" y="126873"/>
                  <a:pt x="38891" y="126873"/>
                </a:cubicBezTo>
                <a:cubicBezTo>
                  <a:pt x="22717" y="126873"/>
                  <a:pt x="12459" y="126987"/>
                  <a:pt x="8058" y="127244"/>
                </a:cubicBezTo>
                <a:lnTo>
                  <a:pt x="5258" y="127244"/>
                </a:lnTo>
                <a:cubicBezTo>
                  <a:pt x="4486" y="126502"/>
                  <a:pt x="4115" y="125930"/>
                  <a:pt x="4115" y="125559"/>
                </a:cubicBezTo>
                <a:cubicBezTo>
                  <a:pt x="4115" y="125187"/>
                  <a:pt x="4258" y="124073"/>
                  <a:pt x="4486" y="122187"/>
                </a:cubicBezTo>
                <a:cubicBezTo>
                  <a:pt x="5001" y="120558"/>
                  <a:pt x="5629" y="119358"/>
                  <a:pt x="6372" y="118615"/>
                </a:cubicBezTo>
                <a:lnTo>
                  <a:pt x="11630" y="118615"/>
                </a:lnTo>
                <a:lnTo>
                  <a:pt x="13716" y="118615"/>
                </a:lnTo>
                <a:cubicBezTo>
                  <a:pt x="23717" y="118615"/>
                  <a:pt x="29689" y="118043"/>
                  <a:pt x="31575" y="116929"/>
                </a:cubicBezTo>
                <a:cubicBezTo>
                  <a:pt x="31690" y="116786"/>
                  <a:pt x="31804" y="116729"/>
                  <a:pt x="31947" y="116729"/>
                </a:cubicBezTo>
                <a:cubicBezTo>
                  <a:pt x="32576" y="116357"/>
                  <a:pt x="33204" y="115100"/>
                  <a:pt x="33833" y="112957"/>
                </a:cubicBezTo>
                <a:cubicBezTo>
                  <a:pt x="34433" y="110842"/>
                  <a:pt x="36947" y="101013"/>
                  <a:pt x="41348" y="83468"/>
                </a:cubicBezTo>
                <a:cubicBezTo>
                  <a:pt x="43463" y="74952"/>
                  <a:pt x="45234" y="67980"/>
                  <a:pt x="46606" y="62608"/>
                </a:cubicBezTo>
                <a:cubicBezTo>
                  <a:pt x="55378" y="28146"/>
                  <a:pt x="59750" y="10516"/>
                  <a:pt x="59750" y="9773"/>
                </a:cubicBezTo>
                <a:cubicBezTo>
                  <a:pt x="59750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30"/>
                  <a:pt x="31947" y="9973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59" y="28832"/>
                  <a:pt x="8630" y="39491"/>
                </a:cubicBezTo>
                <a:cubicBezTo>
                  <a:pt x="7744" y="42234"/>
                  <a:pt x="7144" y="43863"/>
                  <a:pt x="6744" y="44377"/>
                </a:cubicBezTo>
                <a:cubicBezTo>
                  <a:pt x="6372" y="44863"/>
                  <a:pt x="5515" y="45120"/>
                  <a:pt x="4115" y="45120"/>
                </a:cubicBezTo>
                <a:lnTo>
                  <a:pt x="3572" y="45120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C53E6-E2FE-4E68-BED3-AEFB475A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344" y="1702213"/>
            <a:ext cx="128359" cy="127244"/>
          </a:xfrm>
          <a:custGeom xmlns:a="http://schemas.openxmlformats.org/drawingml/2006/main">
            <a:pathLst>
              <a:path w="128359" h="127244" fill="none">
                <a:moveTo>
                  <a:pt x="3572" y="45120"/>
                </a:moveTo>
                <a:cubicBezTo>
                  <a:pt x="1172" y="45120"/>
                  <a:pt x="0" y="44606"/>
                  <a:pt x="0" y="43605"/>
                </a:cubicBezTo>
                <a:cubicBezTo>
                  <a:pt x="0" y="42977"/>
                  <a:pt x="1000" y="39491"/>
                  <a:pt x="3000" y="33090"/>
                </a:cubicBezTo>
                <a:cubicBezTo>
                  <a:pt x="5001" y="26689"/>
                  <a:pt x="7144" y="20374"/>
                  <a:pt x="9373" y="14087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984" y="0"/>
                </a:lnTo>
                <a:lnTo>
                  <a:pt x="119901" y="0"/>
                </a:lnTo>
                <a:cubicBezTo>
                  <a:pt x="123930" y="0"/>
                  <a:pt x="126302" y="57"/>
                  <a:pt x="127044" y="200"/>
                </a:cubicBezTo>
                <a:cubicBezTo>
                  <a:pt x="127816" y="314"/>
                  <a:pt x="128245" y="886"/>
                  <a:pt x="128359" y="1886"/>
                </a:cubicBezTo>
                <a:cubicBezTo>
                  <a:pt x="128359" y="2629"/>
                  <a:pt x="127302" y="9773"/>
                  <a:pt x="125159" y="23317"/>
                </a:cubicBezTo>
                <a:cubicBezTo>
                  <a:pt x="123044" y="36833"/>
                  <a:pt x="121844" y="43663"/>
                  <a:pt x="121587" y="43805"/>
                </a:cubicBezTo>
                <a:cubicBezTo>
                  <a:pt x="121587" y="44691"/>
                  <a:pt x="120415" y="45120"/>
                  <a:pt x="118015" y="45120"/>
                </a:cubicBezTo>
                <a:cubicBezTo>
                  <a:pt x="116900" y="45120"/>
                  <a:pt x="116157" y="45120"/>
                  <a:pt x="115786" y="45120"/>
                </a:cubicBezTo>
                <a:cubicBezTo>
                  <a:pt x="115414" y="45120"/>
                  <a:pt x="115014" y="44806"/>
                  <a:pt x="114643" y="44177"/>
                </a:cubicBezTo>
                <a:lnTo>
                  <a:pt x="114271" y="43605"/>
                </a:lnTo>
                <a:cubicBezTo>
                  <a:pt x="114271" y="42862"/>
                  <a:pt x="114643" y="40034"/>
                  <a:pt x="115414" y="35147"/>
                </a:cubicBezTo>
                <a:cubicBezTo>
                  <a:pt x="116157" y="30261"/>
                  <a:pt x="116529" y="26432"/>
                  <a:pt x="116529" y="23689"/>
                </a:cubicBezTo>
                <a:cubicBezTo>
                  <a:pt x="116529" y="19288"/>
                  <a:pt x="115729" y="15973"/>
                  <a:pt x="114100" y="13716"/>
                </a:cubicBezTo>
                <a:cubicBezTo>
                  <a:pt x="112443" y="11459"/>
                  <a:pt x="109014" y="9887"/>
                  <a:pt x="103727" y="9030"/>
                </a:cubicBezTo>
                <a:cubicBezTo>
                  <a:pt x="103127" y="8887"/>
                  <a:pt x="99498" y="8773"/>
                  <a:pt x="92840" y="8658"/>
                </a:cubicBezTo>
                <a:cubicBezTo>
                  <a:pt x="87068" y="8658"/>
                  <a:pt x="83439" y="8715"/>
                  <a:pt x="81953" y="8830"/>
                </a:cubicBezTo>
                <a:cubicBezTo>
                  <a:pt x="80439" y="8973"/>
                  <a:pt x="79296" y="9458"/>
                  <a:pt x="78553" y="10344"/>
                </a:cubicBezTo>
                <a:cubicBezTo>
                  <a:pt x="78438" y="10458"/>
                  <a:pt x="73981" y="27946"/>
                  <a:pt x="65208" y="62779"/>
                </a:cubicBezTo>
                <a:cubicBezTo>
                  <a:pt x="56436" y="97612"/>
                  <a:pt x="52064" y="115357"/>
                  <a:pt x="52064" y="115986"/>
                </a:cubicBezTo>
                <a:cubicBezTo>
                  <a:pt x="52064" y="117472"/>
                  <a:pt x="57550" y="118358"/>
                  <a:pt x="68580" y="118615"/>
                </a:cubicBezTo>
                <a:cubicBezTo>
                  <a:pt x="72609" y="118615"/>
                  <a:pt x="75181" y="118672"/>
                  <a:pt x="76295" y="118786"/>
                </a:cubicBezTo>
                <a:cubicBezTo>
                  <a:pt x="77438" y="118929"/>
                  <a:pt x="77981" y="119501"/>
                  <a:pt x="77981" y="120501"/>
                </a:cubicBezTo>
                <a:cubicBezTo>
                  <a:pt x="77981" y="121129"/>
                  <a:pt x="77810" y="121987"/>
                  <a:pt x="77438" y="123130"/>
                </a:cubicBezTo>
                <a:cubicBezTo>
                  <a:pt x="76924" y="125387"/>
                  <a:pt x="76352" y="126702"/>
                  <a:pt x="75724" y="127073"/>
                </a:cubicBezTo>
                <a:lnTo>
                  <a:pt x="75352" y="127244"/>
                </a:lnTo>
                <a:cubicBezTo>
                  <a:pt x="74981" y="127244"/>
                  <a:pt x="74552" y="127244"/>
                  <a:pt x="74038" y="127244"/>
                </a:cubicBezTo>
                <a:cubicBezTo>
                  <a:pt x="73409" y="127244"/>
                  <a:pt x="70152" y="127187"/>
                  <a:pt x="64265" y="127073"/>
                </a:cubicBezTo>
                <a:cubicBezTo>
                  <a:pt x="58379" y="126930"/>
                  <a:pt x="49921" y="126873"/>
                  <a:pt x="38891" y="126873"/>
                </a:cubicBezTo>
                <a:cubicBezTo>
                  <a:pt x="22717" y="126873"/>
                  <a:pt x="12459" y="126987"/>
                  <a:pt x="8058" y="127244"/>
                </a:cubicBezTo>
                <a:lnTo>
                  <a:pt x="5258" y="127244"/>
                </a:lnTo>
                <a:cubicBezTo>
                  <a:pt x="4486" y="126502"/>
                  <a:pt x="4115" y="125930"/>
                  <a:pt x="4115" y="125559"/>
                </a:cubicBezTo>
                <a:cubicBezTo>
                  <a:pt x="4115" y="125187"/>
                  <a:pt x="4258" y="124073"/>
                  <a:pt x="4486" y="122187"/>
                </a:cubicBezTo>
                <a:cubicBezTo>
                  <a:pt x="5001" y="120558"/>
                  <a:pt x="5629" y="119358"/>
                  <a:pt x="6372" y="118615"/>
                </a:cubicBezTo>
                <a:lnTo>
                  <a:pt x="11630" y="118615"/>
                </a:lnTo>
                <a:lnTo>
                  <a:pt x="13716" y="118615"/>
                </a:lnTo>
                <a:cubicBezTo>
                  <a:pt x="23717" y="118615"/>
                  <a:pt x="29689" y="118043"/>
                  <a:pt x="31575" y="116929"/>
                </a:cubicBezTo>
                <a:cubicBezTo>
                  <a:pt x="31690" y="116786"/>
                  <a:pt x="31804" y="116729"/>
                  <a:pt x="31947" y="116729"/>
                </a:cubicBezTo>
                <a:cubicBezTo>
                  <a:pt x="32576" y="116357"/>
                  <a:pt x="33204" y="115100"/>
                  <a:pt x="33833" y="112957"/>
                </a:cubicBezTo>
                <a:cubicBezTo>
                  <a:pt x="34433" y="110842"/>
                  <a:pt x="36947" y="101013"/>
                  <a:pt x="41348" y="83468"/>
                </a:cubicBezTo>
                <a:cubicBezTo>
                  <a:pt x="43463" y="74952"/>
                  <a:pt x="45234" y="67980"/>
                  <a:pt x="46606" y="62608"/>
                </a:cubicBezTo>
                <a:cubicBezTo>
                  <a:pt x="55378" y="28146"/>
                  <a:pt x="59750" y="10516"/>
                  <a:pt x="59750" y="9773"/>
                </a:cubicBezTo>
                <a:cubicBezTo>
                  <a:pt x="59750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30"/>
                  <a:pt x="31947" y="9973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59" y="28832"/>
                  <a:pt x="8630" y="39491"/>
                </a:cubicBezTo>
                <a:cubicBezTo>
                  <a:pt x="7744" y="42234"/>
                  <a:pt x="7144" y="43863"/>
                  <a:pt x="6744" y="44377"/>
                </a:cubicBezTo>
                <a:cubicBezTo>
                  <a:pt x="6372" y="44863"/>
                  <a:pt x="5515" y="45120"/>
                  <a:pt x="4115" y="45120"/>
                </a:cubicBezTo>
                <a:lnTo>
                  <a:pt x="3572" y="451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57E00-246B-478A-8549-5F535CE4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674" y="1763963"/>
            <a:ext cx="65780" cy="120929"/>
          </a:xfrm>
          <a:custGeom xmlns:a="http://schemas.openxmlformats.org/drawingml/2006/main">
            <a:pathLst>
              <a:path w="65780" h="120929">
                <a:moveTo>
                  <a:pt x="8372" y="115243"/>
                </a:moveTo>
                <a:cubicBezTo>
                  <a:pt x="8544" y="115243"/>
                  <a:pt x="8801" y="115300"/>
                  <a:pt x="9173" y="115500"/>
                </a:cubicBezTo>
                <a:cubicBezTo>
                  <a:pt x="9515" y="115672"/>
                  <a:pt x="10001" y="115814"/>
                  <a:pt x="10630" y="115900"/>
                </a:cubicBezTo>
                <a:cubicBezTo>
                  <a:pt x="11230" y="115986"/>
                  <a:pt x="11773" y="116014"/>
                  <a:pt x="12230" y="116014"/>
                </a:cubicBezTo>
                <a:cubicBezTo>
                  <a:pt x="13373" y="116014"/>
                  <a:pt x="14430" y="115443"/>
                  <a:pt x="15402" y="114300"/>
                </a:cubicBezTo>
                <a:cubicBezTo>
                  <a:pt x="16402" y="113157"/>
                  <a:pt x="17088" y="111871"/>
                  <a:pt x="17545" y="110442"/>
                </a:cubicBezTo>
                <a:cubicBezTo>
                  <a:pt x="18431" y="108042"/>
                  <a:pt x="19917" y="101270"/>
                  <a:pt x="22060" y="90097"/>
                </a:cubicBezTo>
                <a:cubicBezTo>
                  <a:pt x="24174" y="78953"/>
                  <a:pt x="26232" y="68323"/>
                  <a:pt x="28175" y="58207"/>
                </a:cubicBezTo>
                <a:cubicBezTo>
                  <a:pt x="30118" y="48120"/>
                  <a:pt x="31090" y="43034"/>
                  <a:pt x="31090" y="42948"/>
                </a:cubicBezTo>
                <a:lnTo>
                  <a:pt x="31090" y="42548"/>
                </a:lnTo>
                <a:lnTo>
                  <a:pt x="24860" y="42548"/>
                </a:lnTo>
                <a:cubicBezTo>
                  <a:pt x="20688" y="42548"/>
                  <a:pt x="18459" y="42434"/>
                  <a:pt x="18202" y="42262"/>
                </a:cubicBezTo>
                <a:cubicBezTo>
                  <a:pt x="17859" y="42005"/>
                  <a:pt x="17659" y="41577"/>
                  <a:pt x="17659" y="40948"/>
                </a:cubicBezTo>
                <a:lnTo>
                  <a:pt x="18602" y="37233"/>
                </a:lnTo>
                <a:cubicBezTo>
                  <a:pt x="18774" y="36776"/>
                  <a:pt x="19145" y="36547"/>
                  <a:pt x="19660" y="36547"/>
                </a:cubicBezTo>
                <a:cubicBezTo>
                  <a:pt x="20203" y="36547"/>
                  <a:pt x="22260" y="36519"/>
                  <a:pt x="25918" y="36405"/>
                </a:cubicBezTo>
                <a:cubicBezTo>
                  <a:pt x="30175" y="36405"/>
                  <a:pt x="32290" y="36376"/>
                  <a:pt x="32290" y="36290"/>
                </a:cubicBezTo>
                <a:cubicBezTo>
                  <a:pt x="32290" y="36119"/>
                  <a:pt x="32690" y="33890"/>
                  <a:pt x="33490" y="29632"/>
                </a:cubicBezTo>
                <a:cubicBezTo>
                  <a:pt x="34290" y="25403"/>
                  <a:pt x="34804" y="22831"/>
                  <a:pt x="35062" y="21946"/>
                </a:cubicBezTo>
                <a:cubicBezTo>
                  <a:pt x="38348" y="7315"/>
                  <a:pt x="44806" y="0"/>
                  <a:pt x="54493" y="0"/>
                </a:cubicBezTo>
                <a:cubicBezTo>
                  <a:pt x="57750" y="171"/>
                  <a:pt x="60465" y="1143"/>
                  <a:pt x="62579" y="2943"/>
                </a:cubicBezTo>
                <a:cubicBezTo>
                  <a:pt x="64722" y="4715"/>
                  <a:pt x="65780" y="7058"/>
                  <a:pt x="65780" y="9973"/>
                </a:cubicBezTo>
                <a:cubicBezTo>
                  <a:pt x="65780" y="13173"/>
                  <a:pt x="64837" y="15459"/>
                  <a:pt x="62979" y="16888"/>
                </a:cubicBezTo>
                <a:cubicBezTo>
                  <a:pt x="61122" y="18288"/>
                  <a:pt x="59265" y="19060"/>
                  <a:pt x="57407" y="19145"/>
                </a:cubicBezTo>
                <a:cubicBezTo>
                  <a:pt x="53492" y="19145"/>
                  <a:pt x="51549" y="17288"/>
                  <a:pt x="51549" y="13573"/>
                </a:cubicBezTo>
                <a:cubicBezTo>
                  <a:pt x="51549" y="11887"/>
                  <a:pt x="52035" y="10430"/>
                  <a:pt x="53035" y="9173"/>
                </a:cubicBezTo>
                <a:cubicBezTo>
                  <a:pt x="54007" y="7944"/>
                  <a:pt x="55064" y="7001"/>
                  <a:pt x="56207" y="6401"/>
                </a:cubicBezTo>
                <a:lnTo>
                  <a:pt x="57407" y="5715"/>
                </a:lnTo>
                <a:cubicBezTo>
                  <a:pt x="55978" y="5201"/>
                  <a:pt x="54664" y="4943"/>
                  <a:pt x="53407" y="4943"/>
                </a:cubicBezTo>
                <a:cubicBezTo>
                  <a:pt x="52349" y="4943"/>
                  <a:pt x="51349" y="5372"/>
                  <a:pt x="50378" y="6258"/>
                </a:cubicBezTo>
                <a:cubicBezTo>
                  <a:pt x="49378" y="7144"/>
                  <a:pt x="48720" y="8372"/>
                  <a:pt x="48377" y="9973"/>
                </a:cubicBezTo>
                <a:cubicBezTo>
                  <a:pt x="47749" y="12544"/>
                  <a:pt x="47034" y="16002"/>
                  <a:pt x="46234" y="20345"/>
                </a:cubicBezTo>
                <a:cubicBezTo>
                  <a:pt x="45434" y="24689"/>
                  <a:pt x="44748" y="28346"/>
                  <a:pt x="44120" y="31375"/>
                </a:cubicBezTo>
                <a:cubicBezTo>
                  <a:pt x="43491" y="34376"/>
                  <a:pt x="43177" y="35976"/>
                  <a:pt x="43177" y="36147"/>
                </a:cubicBezTo>
                <a:cubicBezTo>
                  <a:pt x="43177" y="36319"/>
                  <a:pt x="45634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36" y="36633"/>
                  <a:pt x="58522" y="36919"/>
                  <a:pt x="58865" y="37348"/>
                </a:cubicBezTo>
                <a:cubicBezTo>
                  <a:pt x="58950" y="37719"/>
                  <a:pt x="58865" y="38462"/>
                  <a:pt x="58607" y="39605"/>
                </a:cubicBezTo>
                <a:cubicBezTo>
                  <a:pt x="58350" y="40748"/>
                  <a:pt x="58122" y="41462"/>
                  <a:pt x="57922" y="41748"/>
                </a:cubicBezTo>
                <a:cubicBezTo>
                  <a:pt x="57750" y="42177"/>
                  <a:pt x="57379" y="42405"/>
                  <a:pt x="56750" y="42405"/>
                </a:cubicBezTo>
                <a:cubicBezTo>
                  <a:pt x="56121" y="42405"/>
                  <a:pt x="53721" y="42434"/>
                  <a:pt x="49549" y="42548"/>
                </a:cubicBezTo>
                <a:lnTo>
                  <a:pt x="42120" y="42548"/>
                </a:lnTo>
                <a:lnTo>
                  <a:pt x="39062" y="58750"/>
                </a:lnTo>
                <a:cubicBezTo>
                  <a:pt x="34804" y="80724"/>
                  <a:pt x="31861" y="94440"/>
                  <a:pt x="30175" y="99955"/>
                </a:cubicBezTo>
                <a:cubicBezTo>
                  <a:pt x="27775" y="107471"/>
                  <a:pt x="24660" y="113043"/>
                  <a:pt x="20860" y="116700"/>
                </a:cubicBezTo>
                <a:cubicBezTo>
                  <a:pt x="17574" y="119529"/>
                  <a:pt x="14345" y="120929"/>
                  <a:pt x="11144" y="120929"/>
                </a:cubicBezTo>
                <a:cubicBezTo>
                  <a:pt x="8315" y="120929"/>
                  <a:pt x="5744" y="120101"/>
                  <a:pt x="3458" y="118415"/>
                </a:cubicBezTo>
                <a:cubicBezTo>
                  <a:pt x="1143" y="116729"/>
                  <a:pt x="0" y="114329"/>
                  <a:pt x="0" y="111242"/>
                </a:cubicBezTo>
                <a:cubicBezTo>
                  <a:pt x="0" y="107956"/>
                  <a:pt x="943" y="105556"/>
                  <a:pt x="2772" y="104070"/>
                </a:cubicBezTo>
                <a:cubicBezTo>
                  <a:pt x="4658" y="102556"/>
                  <a:pt x="6515" y="101813"/>
                  <a:pt x="8372" y="101813"/>
                </a:cubicBezTo>
                <a:cubicBezTo>
                  <a:pt x="12259" y="101813"/>
                  <a:pt x="14202" y="103670"/>
                  <a:pt x="14202" y="107385"/>
                </a:cubicBezTo>
                <a:cubicBezTo>
                  <a:pt x="14202" y="109071"/>
                  <a:pt x="13716" y="110528"/>
                  <a:pt x="12744" y="111785"/>
                </a:cubicBezTo>
                <a:cubicBezTo>
                  <a:pt x="11773" y="113014"/>
                  <a:pt x="10716" y="113929"/>
                  <a:pt x="9544" y="114557"/>
                </a:cubicBezTo>
                <a:lnTo>
                  <a:pt x="8372" y="11524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D0123-4100-46E2-ADFA-35B276B8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674" y="1763963"/>
            <a:ext cx="65780" cy="120929"/>
          </a:xfrm>
          <a:custGeom xmlns:a="http://schemas.openxmlformats.org/drawingml/2006/main">
            <a:pathLst>
              <a:path w="65780" h="120929" fill="none">
                <a:moveTo>
                  <a:pt x="8372" y="115243"/>
                </a:moveTo>
                <a:cubicBezTo>
                  <a:pt x="8544" y="115243"/>
                  <a:pt x="8801" y="115300"/>
                  <a:pt x="9173" y="115500"/>
                </a:cubicBezTo>
                <a:cubicBezTo>
                  <a:pt x="9515" y="115672"/>
                  <a:pt x="10001" y="115814"/>
                  <a:pt x="10630" y="115900"/>
                </a:cubicBezTo>
                <a:cubicBezTo>
                  <a:pt x="11230" y="115986"/>
                  <a:pt x="11773" y="116014"/>
                  <a:pt x="12230" y="116014"/>
                </a:cubicBezTo>
                <a:cubicBezTo>
                  <a:pt x="13373" y="116014"/>
                  <a:pt x="14430" y="115443"/>
                  <a:pt x="15402" y="114300"/>
                </a:cubicBezTo>
                <a:cubicBezTo>
                  <a:pt x="16402" y="113157"/>
                  <a:pt x="17088" y="111871"/>
                  <a:pt x="17545" y="110442"/>
                </a:cubicBezTo>
                <a:cubicBezTo>
                  <a:pt x="18431" y="108042"/>
                  <a:pt x="19917" y="101270"/>
                  <a:pt x="22060" y="90097"/>
                </a:cubicBezTo>
                <a:cubicBezTo>
                  <a:pt x="24174" y="78953"/>
                  <a:pt x="26232" y="68323"/>
                  <a:pt x="28175" y="58207"/>
                </a:cubicBezTo>
                <a:cubicBezTo>
                  <a:pt x="30118" y="48120"/>
                  <a:pt x="31090" y="43034"/>
                  <a:pt x="31090" y="42948"/>
                </a:cubicBezTo>
                <a:lnTo>
                  <a:pt x="31090" y="42548"/>
                </a:lnTo>
                <a:lnTo>
                  <a:pt x="24860" y="42548"/>
                </a:lnTo>
                <a:cubicBezTo>
                  <a:pt x="20688" y="42548"/>
                  <a:pt x="18459" y="42434"/>
                  <a:pt x="18202" y="42262"/>
                </a:cubicBezTo>
                <a:cubicBezTo>
                  <a:pt x="17859" y="42005"/>
                  <a:pt x="17659" y="41577"/>
                  <a:pt x="17659" y="40948"/>
                </a:cubicBezTo>
                <a:lnTo>
                  <a:pt x="18602" y="37233"/>
                </a:lnTo>
                <a:cubicBezTo>
                  <a:pt x="18774" y="36776"/>
                  <a:pt x="19145" y="36547"/>
                  <a:pt x="19660" y="36547"/>
                </a:cubicBezTo>
                <a:cubicBezTo>
                  <a:pt x="20203" y="36547"/>
                  <a:pt x="22260" y="36519"/>
                  <a:pt x="25918" y="36405"/>
                </a:cubicBezTo>
                <a:cubicBezTo>
                  <a:pt x="30175" y="36405"/>
                  <a:pt x="32290" y="36376"/>
                  <a:pt x="32290" y="36290"/>
                </a:cubicBezTo>
                <a:cubicBezTo>
                  <a:pt x="32290" y="36119"/>
                  <a:pt x="32690" y="33890"/>
                  <a:pt x="33490" y="29632"/>
                </a:cubicBezTo>
                <a:cubicBezTo>
                  <a:pt x="34290" y="25403"/>
                  <a:pt x="34804" y="22831"/>
                  <a:pt x="35062" y="21946"/>
                </a:cubicBezTo>
                <a:cubicBezTo>
                  <a:pt x="38348" y="7315"/>
                  <a:pt x="44806" y="0"/>
                  <a:pt x="54493" y="0"/>
                </a:cubicBezTo>
                <a:cubicBezTo>
                  <a:pt x="57750" y="171"/>
                  <a:pt x="60465" y="1143"/>
                  <a:pt x="62579" y="2943"/>
                </a:cubicBezTo>
                <a:cubicBezTo>
                  <a:pt x="64722" y="4715"/>
                  <a:pt x="65780" y="7058"/>
                  <a:pt x="65780" y="9973"/>
                </a:cubicBezTo>
                <a:cubicBezTo>
                  <a:pt x="65780" y="13173"/>
                  <a:pt x="64837" y="15459"/>
                  <a:pt x="62979" y="16888"/>
                </a:cubicBezTo>
                <a:cubicBezTo>
                  <a:pt x="61122" y="18288"/>
                  <a:pt x="59265" y="19060"/>
                  <a:pt x="57407" y="19145"/>
                </a:cubicBezTo>
                <a:cubicBezTo>
                  <a:pt x="53492" y="19145"/>
                  <a:pt x="51549" y="17288"/>
                  <a:pt x="51549" y="13573"/>
                </a:cubicBezTo>
                <a:cubicBezTo>
                  <a:pt x="51549" y="11887"/>
                  <a:pt x="52035" y="10430"/>
                  <a:pt x="53035" y="9173"/>
                </a:cubicBezTo>
                <a:cubicBezTo>
                  <a:pt x="54007" y="7944"/>
                  <a:pt x="55064" y="7001"/>
                  <a:pt x="56207" y="6401"/>
                </a:cubicBezTo>
                <a:lnTo>
                  <a:pt x="57407" y="5715"/>
                </a:lnTo>
                <a:cubicBezTo>
                  <a:pt x="55978" y="5201"/>
                  <a:pt x="54664" y="4943"/>
                  <a:pt x="53407" y="4943"/>
                </a:cubicBezTo>
                <a:cubicBezTo>
                  <a:pt x="52349" y="4943"/>
                  <a:pt x="51349" y="5372"/>
                  <a:pt x="50378" y="6258"/>
                </a:cubicBezTo>
                <a:cubicBezTo>
                  <a:pt x="49378" y="7144"/>
                  <a:pt x="48720" y="8372"/>
                  <a:pt x="48377" y="9973"/>
                </a:cubicBezTo>
                <a:cubicBezTo>
                  <a:pt x="47749" y="12544"/>
                  <a:pt x="47034" y="16002"/>
                  <a:pt x="46234" y="20345"/>
                </a:cubicBezTo>
                <a:cubicBezTo>
                  <a:pt x="45434" y="24689"/>
                  <a:pt x="44748" y="28346"/>
                  <a:pt x="44120" y="31375"/>
                </a:cubicBezTo>
                <a:cubicBezTo>
                  <a:pt x="43491" y="34376"/>
                  <a:pt x="43177" y="35976"/>
                  <a:pt x="43177" y="36147"/>
                </a:cubicBezTo>
                <a:cubicBezTo>
                  <a:pt x="43177" y="36319"/>
                  <a:pt x="45634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36" y="36633"/>
                  <a:pt x="58522" y="36919"/>
                  <a:pt x="58865" y="37348"/>
                </a:cubicBezTo>
                <a:cubicBezTo>
                  <a:pt x="58950" y="37719"/>
                  <a:pt x="58865" y="38462"/>
                  <a:pt x="58607" y="39605"/>
                </a:cubicBezTo>
                <a:cubicBezTo>
                  <a:pt x="58350" y="40748"/>
                  <a:pt x="58122" y="41462"/>
                  <a:pt x="57922" y="41748"/>
                </a:cubicBezTo>
                <a:cubicBezTo>
                  <a:pt x="57750" y="42177"/>
                  <a:pt x="57379" y="42405"/>
                  <a:pt x="56750" y="42405"/>
                </a:cubicBezTo>
                <a:cubicBezTo>
                  <a:pt x="56121" y="42405"/>
                  <a:pt x="53721" y="42434"/>
                  <a:pt x="49549" y="42548"/>
                </a:cubicBezTo>
                <a:lnTo>
                  <a:pt x="42120" y="42548"/>
                </a:lnTo>
                <a:lnTo>
                  <a:pt x="39062" y="58750"/>
                </a:lnTo>
                <a:cubicBezTo>
                  <a:pt x="34804" y="80724"/>
                  <a:pt x="31861" y="94440"/>
                  <a:pt x="30175" y="99955"/>
                </a:cubicBezTo>
                <a:cubicBezTo>
                  <a:pt x="27775" y="107471"/>
                  <a:pt x="24660" y="113043"/>
                  <a:pt x="20860" y="116700"/>
                </a:cubicBezTo>
                <a:cubicBezTo>
                  <a:pt x="17574" y="119529"/>
                  <a:pt x="14345" y="120929"/>
                  <a:pt x="11144" y="120929"/>
                </a:cubicBezTo>
                <a:cubicBezTo>
                  <a:pt x="8315" y="120929"/>
                  <a:pt x="5744" y="120101"/>
                  <a:pt x="3458" y="118415"/>
                </a:cubicBezTo>
                <a:cubicBezTo>
                  <a:pt x="1143" y="116729"/>
                  <a:pt x="0" y="114329"/>
                  <a:pt x="0" y="111242"/>
                </a:cubicBezTo>
                <a:cubicBezTo>
                  <a:pt x="0" y="107956"/>
                  <a:pt x="943" y="105556"/>
                  <a:pt x="2772" y="104070"/>
                </a:cubicBezTo>
                <a:cubicBezTo>
                  <a:pt x="4658" y="102556"/>
                  <a:pt x="6515" y="101813"/>
                  <a:pt x="8372" y="101813"/>
                </a:cubicBezTo>
                <a:cubicBezTo>
                  <a:pt x="12259" y="101813"/>
                  <a:pt x="14202" y="103670"/>
                  <a:pt x="14202" y="107385"/>
                </a:cubicBezTo>
                <a:cubicBezTo>
                  <a:pt x="14202" y="109071"/>
                  <a:pt x="13716" y="110528"/>
                  <a:pt x="12744" y="111785"/>
                </a:cubicBezTo>
                <a:cubicBezTo>
                  <a:pt x="11773" y="113014"/>
                  <a:pt x="10716" y="113929"/>
                  <a:pt x="9544" y="114557"/>
                </a:cubicBezTo>
                <a:lnTo>
                  <a:pt x="8372" y="1152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9F259-6D81-4DAF-9737-21F6025C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13" y="1806712"/>
            <a:ext cx="24832" cy="59350"/>
          </a:xfrm>
          <a:custGeom xmlns:a="http://schemas.openxmlformats.org/drawingml/2006/main">
            <a:pathLst>
              <a:path w="24832" h="59350">
                <a:moveTo>
                  <a:pt x="0" y="16173"/>
                </a:moveTo>
                <a:cubicBezTo>
                  <a:pt x="0" y="16173"/>
                  <a:pt x="0" y="14602"/>
                  <a:pt x="0" y="11487"/>
                </a:cubicBezTo>
                <a:cubicBezTo>
                  <a:pt x="0" y="8344"/>
                  <a:pt x="1000" y="5658"/>
                  <a:pt x="3000" y="3400"/>
                </a:cubicBezTo>
                <a:cubicBezTo>
                  <a:pt x="5029" y="1143"/>
                  <a:pt x="7715" y="0"/>
                  <a:pt x="11087" y="0"/>
                </a:cubicBezTo>
                <a:cubicBezTo>
                  <a:pt x="14602" y="0"/>
                  <a:pt x="17745" y="1572"/>
                  <a:pt x="20488" y="4715"/>
                </a:cubicBezTo>
                <a:cubicBezTo>
                  <a:pt x="23260" y="7858"/>
                  <a:pt x="24689" y="13373"/>
                  <a:pt x="24832" y="21260"/>
                </a:cubicBezTo>
                <a:cubicBezTo>
                  <a:pt x="24832" y="25632"/>
                  <a:pt x="24260" y="29889"/>
                  <a:pt x="23117" y="34033"/>
                </a:cubicBezTo>
                <a:cubicBezTo>
                  <a:pt x="22003" y="38176"/>
                  <a:pt x="20688" y="41748"/>
                  <a:pt x="19174" y="44748"/>
                </a:cubicBezTo>
                <a:cubicBezTo>
                  <a:pt x="17688" y="47749"/>
                  <a:pt x="16059" y="50321"/>
                  <a:pt x="14288" y="52464"/>
                </a:cubicBezTo>
                <a:cubicBezTo>
                  <a:pt x="12544" y="54578"/>
                  <a:pt x="11030" y="56264"/>
                  <a:pt x="9773" y="57521"/>
                </a:cubicBezTo>
                <a:cubicBezTo>
                  <a:pt x="8515" y="58779"/>
                  <a:pt x="7715" y="59350"/>
                  <a:pt x="7344" y="59236"/>
                </a:cubicBezTo>
                <a:cubicBezTo>
                  <a:pt x="6829" y="59236"/>
                  <a:pt x="6029" y="58664"/>
                  <a:pt x="4886" y="57521"/>
                </a:cubicBezTo>
                <a:cubicBezTo>
                  <a:pt x="3772" y="56407"/>
                  <a:pt x="3200" y="55578"/>
                  <a:pt x="3200" y="55093"/>
                </a:cubicBezTo>
                <a:cubicBezTo>
                  <a:pt x="3200" y="54578"/>
                  <a:pt x="3886" y="53578"/>
                  <a:pt x="5258" y="52092"/>
                </a:cubicBezTo>
                <a:cubicBezTo>
                  <a:pt x="6658" y="50578"/>
                  <a:pt x="8201" y="48692"/>
                  <a:pt x="9973" y="46434"/>
                </a:cubicBezTo>
                <a:cubicBezTo>
                  <a:pt x="11716" y="44177"/>
                  <a:pt x="13345" y="41062"/>
                  <a:pt x="14859" y="37033"/>
                </a:cubicBezTo>
                <a:cubicBezTo>
                  <a:pt x="16373" y="33033"/>
                  <a:pt x="17374" y="28461"/>
                  <a:pt x="17859" y="23317"/>
                </a:cubicBezTo>
                <a:lnTo>
                  <a:pt x="17859" y="21060"/>
                </a:lnTo>
                <a:lnTo>
                  <a:pt x="17688" y="21260"/>
                </a:lnTo>
                <a:cubicBezTo>
                  <a:pt x="17431" y="21374"/>
                  <a:pt x="17116" y="21517"/>
                  <a:pt x="16745" y="21631"/>
                </a:cubicBezTo>
                <a:cubicBezTo>
                  <a:pt x="16373" y="21746"/>
                  <a:pt x="15973" y="21946"/>
                  <a:pt x="15602" y="22203"/>
                </a:cubicBezTo>
                <a:cubicBezTo>
                  <a:pt x="15230" y="22431"/>
                  <a:pt x="14659" y="22574"/>
                  <a:pt x="13916" y="22574"/>
                </a:cubicBezTo>
                <a:cubicBezTo>
                  <a:pt x="13173" y="22574"/>
                  <a:pt x="12402" y="22631"/>
                  <a:pt x="11659" y="22746"/>
                </a:cubicBezTo>
                <a:cubicBezTo>
                  <a:pt x="8287" y="22746"/>
                  <a:pt x="5515" y="21688"/>
                  <a:pt x="3400" y="19574"/>
                </a:cubicBezTo>
                <a:lnTo>
                  <a:pt x="0" y="1617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C2F52-699C-4363-868E-BA9FFCD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13" y="1806712"/>
            <a:ext cx="24832" cy="59350"/>
          </a:xfrm>
          <a:custGeom xmlns:a="http://schemas.openxmlformats.org/drawingml/2006/main">
            <a:pathLst>
              <a:path w="24832" h="59350" fill="none">
                <a:moveTo>
                  <a:pt x="0" y="16173"/>
                </a:moveTo>
                <a:cubicBezTo>
                  <a:pt x="0" y="16173"/>
                  <a:pt x="0" y="14602"/>
                  <a:pt x="0" y="11487"/>
                </a:cubicBezTo>
                <a:cubicBezTo>
                  <a:pt x="0" y="8344"/>
                  <a:pt x="1000" y="5658"/>
                  <a:pt x="3000" y="3400"/>
                </a:cubicBezTo>
                <a:cubicBezTo>
                  <a:pt x="5029" y="1143"/>
                  <a:pt x="7715" y="0"/>
                  <a:pt x="11087" y="0"/>
                </a:cubicBezTo>
                <a:cubicBezTo>
                  <a:pt x="14602" y="0"/>
                  <a:pt x="17745" y="1572"/>
                  <a:pt x="20488" y="4715"/>
                </a:cubicBezTo>
                <a:cubicBezTo>
                  <a:pt x="23260" y="7858"/>
                  <a:pt x="24689" y="13373"/>
                  <a:pt x="24832" y="21260"/>
                </a:cubicBezTo>
                <a:cubicBezTo>
                  <a:pt x="24832" y="25632"/>
                  <a:pt x="24260" y="29889"/>
                  <a:pt x="23117" y="34033"/>
                </a:cubicBezTo>
                <a:cubicBezTo>
                  <a:pt x="22003" y="38176"/>
                  <a:pt x="20688" y="41748"/>
                  <a:pt x="19174" y="44748"/>
                </a:cubicBezTo>
                <a:cubicBezTo>
                  <a:pt x="17688" y="47749"/>
                  <a:pt x="16059" y="50321"/>
                  <a:pt x="14288" y="52464"/>
                </a:cubicBezTo>
                <a:cubicBezTo>
                  <a:pt x="12544" y="54578"/>
                  <a:pt x="11030" y="56264"/>
                  <a:pt x="9773" y="57521"/>
                </a:cubicBezTo>
                <a:cubicBezTo>
                  <a:pt x="8515" y="58779"/>
                  <a:pt x="7715" y="59350"/>
                  <a:pt x="7344" y="59236"/>
                </a:cubicBezTo>
                <a:cubicBezTo>
                  <a:pt x="6829" y="59236"/>
                  <a:pt x="6029" y="58664"/>
                  <a:pt x="4886" y="57521"/>
                </a:cubicBezTo>
                <a:cubicBezTo>
                  <a:pt x="3772" y="56407"/>
                  <a:pt x="3200" y="55578"/>
                  <a:pt x="3200" y="55093"/>
                </a:cubicBezTo>
                <a:cubicBezTo>
                  <a:pt x="3200" y="54578"/>
                  <a:pt x="3886" y="53578"/>
                  <a:pt x="5258" y="52092"/>
                </a:cubicBezTo>
                <a:cubicBezTo>
                  <a:pt x="6658" y="50578"/>
                  <a:pt x="8201" y="48692"/>
                  <a:pt x="9973" y="46434"/>
                </a:cubicBezTo>
                <a:cubicBezTo>
                  <a:pt x="11716" y="44177"/>
                  <a:pt x="13345" y="41062"/>
                  <a:pt x="14859" y="37033"/>
                </a:cubicBezTo>
                <a:cubicBezTo>
                  <a:pt x="16373" y="33033"/>
                  <a:pt x="17374" y="28461"/>
                  <a:pt x="17859" y="23317"/>
                </a:cubicBezTo>
                <a:lnTo>
                  <a:pt x="17859" y="21060"/>
                </a:lnTo>
                <a:lnTo>
                  <a:pt x="17688" y="21260"/>
                </a:lnTo>
                <a:cubicBezTo>
                  <a:pt x="17431" y="21374"/>
                  <a:pt x="17116" y="21517"/>
                  <a:pt x="16745" y="21631"/>
                </a:cubicBezTo>
                <a:cubicBezTo>
                  <a:pt x="16373" y="21746"/>
                  <a:pt x="15973" y="21946"/>
                  <a:pt x="15602" y="22203"/>
                </a:cubicBezTo>
                <a:cubicBezTo>
                  <a:pt x="15230" y="22431"/>
                  <a:pt x="14659" y="22574"/>
                  <a:pt x="13916" y="22574"/>
                </a:cubicBezTo>
                <a:cubicBezTo>
                  <a:pt x="13173" y="22574"/>
                  <a:pt x="12402" y="22631"/>
                  <a:pt x="11659" y="22746"/>
                </a:cubicBezTo>
                <a:cubicBezTo>
                  <a:pt x="8287" y="22746"/>
                  <a:pt x="5515" y="21688"/>
                  <a:pt x="3400" y="19574"/>
                </a:cubicBezTo>
                <a:lnTo>
                  <a:pt x="0" y="16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63425-7A15-4576-8B7C-23AD5056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837" y="1746390"/>
            <a:ext cx="74381" cy="85411"/>
          </a:xfrm>
          <a:custGeom xmlns:a="http://schemas.openxmlformats.org/drawingml/2006/main">
            <a:pathLst>
              <a:path w="74381" h="85411">
                <a:moveTo>
                  <a:pt x="0" y="53178"/>
                </a:moveTo>
                <a:cubicBezTo>
                  <a:pt x="0" y="39548"/>
                  <a:pt x="5372" y="27261"/>
                  <a:pt x="16173" y="16345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486"/>
                  <a:pt x="67666" y="4515"/>
                </a:cubicBezTo>
                <a:cubicBezTo>
                  <a:pt x="71666" y="7515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4" y="25575"/>
                </a:cubicBezTo>
                <a:cubicBezTo>
                  <a:pt x="67923" y="28061"/>
                  <a:pt x="64922" y="29375"/>
                  <a:pt x="61265" y="29518"/>
                </a:cubicBezTo>
                <a:cubicBezTo>
                  <a:pt x="58893" y="29518"/>
                  <a:pt x="57036" y="28889"/>
                  <a:pt x="55636" y="27632"/>
                </a:cubicBezTo>
                <a:cubicBezTo>
                  <a:pt x="54264" y="26375"/>
                  <a:pt x="53578" y="24489"/>
                  <a:pt x="53578" y="22003"/>
                </a:cubicBezTo>
                <a:cubicBezTo>
                  <a:pt x="53578" y="19488"/>
                  <a:pt x="54264" y="17345"/>
                  <a:pt x="55636" y="15602"/>
                </a:cubicBezTo>
                <a:cubicBezTo>
                  <a:pt x="57036" y="13830"/>
                  <a:pt x="58407" y="12516"/>
                  <a:pt x="59779" y="11659"/>
                </a:cubicBezTo>
                <a:cubicBezTo>
                  <a:pt x="61150" y="10773"/>
                  <a:pt x="62036" y="10401"/>
                  <a:pt x="62408" y="10516"/>
                </a:cubicBezTo>
                <a:lnTo>
                  <a:pt x="62579" y="10516"/>
                </a:lnTo>
                <a:cubicBezTo>
                  <a:pt x="62579" y="10258"/>
                  <a:pt x="62236" y="9887"/>
                  <a:pt x="61465" y="9401"/>
                </a:cubicBezTo>
                <a:cubicBezTo>
                  <a:pt x="60722" y="8887"/>
                  <a:pt x="59407" y="8401"/>
                  <a:pt x="57521" y="7887"/>
                </a:cubicBezTo>
                <a:cubicBezTo>
                  <a:pt x="55636" y="7401"/>
                  <a:pt x="53492" y="7144"/>
                  <a:pt x="51121" y="7144"/>
                </a:cubicBezTo>
                <a:cubicBezTo>
                  <a:pt x="47377" y="7144"/>
                  <a:pt x="43805" y="8001"/>
                  <a:pt x="40405" y="9773"/>
                </a:cubicBezTo>
                <a:cubicBezTo>
                  <a:pt x="37776" y="10887"/>
                  <a:pt x="35090" y="12830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802" y="48949"/>
                  <a:pt x="16488" y="56207"/>
                  <a:pt x="16345" y="60722"/>
                </a:cubicBezTo>
                <a:cubicBezTo>
                  <a:pt x="16345" y="66465"/>
                  <a:pt x="17974" y="70809"/>
                  <a:pt x="21260" y="73695"/>
                </a:cubicBezTo>
                <a:cubicBezTo>
                  <a:pt x="24003" y="76695"/>
                  <a:pt x="27632" y="78181"/>
                  <a:pt x="32147" y="78181"/>
                </a:cubicBezTo>
                <a:lnTo>
                  <a:pt x="32890" y="78181"/>
                </a:lnTo>
                <a:cubicBezTo>
                  <a:pt x="46920" y="78181"/>
                  <a:pt x="58522" y="72866"/>
                  <a:pt x="67666" y="62208"/>
                </a:cubicBezTo>
                <a:cubicBezTo>
                  <a:pt x="68809" y="60950"/>
                  <a:pt x="69552" y="60322"/>
                  <a:pt x="69923" y="60322"/>
                </a:cubicBezTo>
                <a:cubicBezTo>
                  <a:pt x="70437" y="60322"/>
                  <a:pt x="71237" y="60893"/>
                  <a:pt x="72380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81" y="65294"/>
                  <a:pt x="73809" y="66237"/>
                  <a:pt x="72552" y="67466"/>
                </a:cubicBezTo>
                <a:cubicBezTo>
                  <a:pt x="71323" y="68723"/>
                  <a:pt x="69494" y="70495"/>
                  <a:pt x="67094" y="72752"/>
                </a:cubicBezTo>
                <a:cubicBezTo>
                  <a:pt x="64722" y="75009"/>
                  <a:pt x="61922" y="76867"/>
                  <a:pt x="58664" y="78381"/>
                </a:cubicBezTo>
                <a:cubicBezTo>
                  <a:pt x="55378" y="79896"/>
                  <a:pt x="51378" y="81439"/>
                  <a:pt x="46606" y="83068"/>
                </a:cubicBezTo>
                <a:cubicBezTo>
                  <a:pt x="41862" y="84696"/>
                  <a:pt x="36833" y="85411"/>
                  <a:pt x="31575" y="85154"/>
                </a:cubicBezTo>
                <a:cubicBezTo>
                  <a:pt x="22174" y="85154"/>
                  <a:pt x="14602" y="82153"/>
                  <a:pt x="8830" y="76124"/>
                </a:cubicBezTo>
                <a:cubicBezTo>
                  <a:pt x="3086" y="70123"/>
                  <a:pt x="114" y="62465"/>
                  <a:pt x="0" y="53178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74DB0-6E9D-4D09-B5A4-1FA059FC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837" y="1746390"/>
            <a:ext cx="74381" cy="85411"/>
          </a:xfrm>
          <a:custGeom xmlns:a="http://schemas.openxmlformats.org/drawingml/2006/main">
            <a:pathLst>
              <a:path w="74381" h="85411" fill="none">
                <a:moveTo>
                  <a:pt x="0" y="53178"/>
                </a:moveTo>
                <a:cubicBezTo>
                  <a:pt x="0" y="39548"/>
                  <a:pt x="5372" y="27261"/>
                  <a:pt x="16173" y="16345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486"/>
                  <a:pt x="67666" y="4515"/>
                </a:cubicBezTo>
                <a:cubicBezTo>
                  <a:pt x="71666" y="7515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4" y="25575"/>
                </a:cubicBezTo>
                <a:cubicBezTo>
                  <a:pt x="67923" y="28061"/>
                  <a:pt x="64922" y="29375"/>
                  <a:pt x="61265" y="29518"/>
                </a:cubicBezTo>
                <a:cubicBezTo>
                  <a:pt x="58893" y="29518"/>
                  <a:pt x="57036" y="28889"/>
                  <a:pt x="55636" y="27632"/>
                </a:cubicBezTo>
                <a:cubicBezTo>
                  <a:pt x="54264" y="26375"/>
                  <a:pt x="53578" y="24489"/>
                  <a:pt x="53578" y="22003"/>
                </a:cubicBezTo>
                <a:cubicBezTo>
                  <a:pt x="53578" y="19488"/>
                  <a:pt x="54264" y="17345"/>
                  <a:pt x="55636" y="15602"/>
                </a:cubicBezTo>
                <a:cubicBezTo>
                  <a:pt x="57036" y="13830"/>
                  <a:pt x="58407" y="12516"/>
                  <a:pt x="59779" y="11659"/>
                </a:cubicBezTo>
                <a:cubicBezTo>
                  <a:pt x="61150" y="10773"/>
                  <a:pt x="62036" y="10401"/>
                  <a:pt x="62408" y="10516"/>
                </a:cubicBezTo>
                <a:lnTo>
                  <a:pt x="62579" y="10516"/>
                </a:lnTo>
                <a:cubicBezTo>
                  <a:pt x="62579" y="10258"/>
                  <a:pt x="62236" y="9887"/>
                  <a:pt x="61465" y="9401"/>
                </a:cubicBezTo>
                <a:cubicBezTo>
                  <a:pt x="60722" y="8887"/>
                  <a:pt x="59407" y="8401"/>
                  <a:pt x="57521" y="7887"/>
                </a:cubicBezTo>
                <a:cubicBezTo>
                  <a:pt x="55636" y="7401"/>
                  <a:pt x="53492" y="7144"/>
                  <a:pt x="51121" y="7144"/>
                </a:cubicBezTo>
                <a:cubicBezTo>
                  <a:pt x="47377" y="7144"/>
                  <a:pt x="43805" y="8001"/>
                  <a:pt x="40405" y="9773"/>
                </a:cubicBezTo>
                <a:cubicBezTo>
                  <a:pt x="37776" y="10887"/>
                  <a:pt x="35090" y="12830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802" y="48949"/>
                  <a:pt x="16488" y="56207"/>
                  <a:pt x="16345" y="60722"/>
                </a:cubicBezTo>
                <a:cubicBezTo>
                  <a:pt x="16345" y="66465"/>
                  <a:pt x="17974" y="70809"/>
                  <a:pt x="21260" y="73695"/>
                </a:cubicBezTo>
                <a:cubicBezTo>
                  <a:pt x="24003" y="76695"/>
                  <a:pt x="27632" y="78181"/>
                  <a:pt x="32147" y="78181"/>
                </a:cubicBezTo>
                <a:lnTo>
                  <a:pt x="32890" y="78181"/>
                </a:lnTo>
                <a:cubicBezTo>
                  <a:pt x="46920" y="78181"/>
                  <a:pt x="58522" y="72866"/>
                  <a:pt x="67666" y="62208"/>
                </a:cubicBezTo>
                <a:cubicBezTo>
                  <a:pt x="68809" y="60950"/>
                  <a:pt x="69552" y="60322"/>
                  <a:pt x="69923" y="60322"/>
                </a:cubicBezTo>
                <a:cubicBezTo>
                  <a:pt x="70437" y="60322"/>
                  <a:pt x="71237" y="60893"/>
                  <a:pt x="72380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81" y="65294"/>
                  <a:pt x="73809" y="66237"/>
                  <a:pt x="72552" y="67466"/>
                </a:cubicBezTo>
                <a:cubicBezTo>
                  <a:pt x="71323" y="68723"/>
                  <a:pt x="69494" y="70495"/>
                  <a:pt x="67094" y="72752"/>
                </a:cubicBezTo>
                <a:cubicBezTo>
                  <a:pt x="64722" y="75009"/>
                  <a:pt x="61922" y="76867"/>
                  <a:pt x="58664" y="78381"/>
                </a:cubicBezTo>
                <a:cubicBezTo>
                  <a:pt x="55378" y="79896"/>
                  <a:pt x="51378" y="81439"/>
                  <a:pt x="46606" y="83068"/>
                </a:cubicBezTo>
                <a:cubicBezTo>
                  <a:pt x="41862" y="84696"/>
                  <a:pt x="36833" y="85411"/>
                  <a:pt x="31575" y="85154"/>
                </a:cubicBezTo>
                <a:cubicBezTo>
                  <a:pt x="22174" y="85154"/>
                  <a:pt x="14602" y="82153"/>
                  <a:pt x="8830" y="76124"/>
                </a:cubicBezTo>
                <a:cubicBezTo>
                  <a:pt x="3086" y="70123"/>
                  <a:pt x="114" y="62465"/>
                  <a:pt x="0" y="531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45449-5926-4DA3-897C-90BFD898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219" y="1769164"/>
            <a:ext cx="55950" cy="91411"/>
          </a:xfrm>
          <a:custGeom xmlns:a="http://schemas.openxmlformats.org/drawingml/2006/main">
            <a:pathLst>
              <a:path w="55950" h="91411">
                <a:moveTo>
                  <a:pt x="7572" y="10744"/>
                </a:moveTo>
                <a:cubicBezTo>
                  <a:pt x="12544" y="3572"/>
                  <a:pt x="19317" y="0"/>
                  <a:pt x="27918" y="0"/>
                </a:cubicBezTo>
                <a:cubicBezTo>
                  <a:pt x="32175" y="0"/>
                  <a:pt x="36405" y="1143"/>
                  <a:pt x="40662" y="3458"/>
                </a:cubicBezTo>
                <a:cubicBezTo>
                  <a:pt x="44920" y="5744"/>
                  <a:pt x="48377" y="9830"/>
                  <a:pt x="51035" y="15659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693"/>
                  <a:pt x="54035" y="70209"/>
                  <a:pt x="50235" y="77467"/>
                </a:cubicBezTo>
                <a:cubicBezTo>
                  <a:pt x="48463" y="81182"/>
                  <a:pt x="46034" y="84153"/>
                  <a:pt x="42920" y="86382"/>
                </a:cubicBezTo>
                <a:cubicBezTo>
                  <a:pt x="39834" y="88583"/>
                  <a:pt x="37119" y="89954"/>
                  <a:pt x="34833" y="90497"/>
                </a:cubicBezTo>
                <a:cubicBezTo>
                  <a:pt x="32518" y="91011"/>
                  <a:pt x="30261" y="91326"/>
                  <a:pt x="28032" y="91411"/>
                </a:cubicBezTo>
                <a:cubicBezTo>
                  <a:pt x="25746" y="91411"/>
                  <a:pt x="23431" y="91154"/>
                  <a:pt x="21145" y="90611"/>
                </a:cubicBezTo>
                <a:cubicBezTo>
                  <a:pt x="18831" y="90097"/>
                  <a:pt x="16116" y="88668"/>
                  <a:pt x="13030" y="86382"/>
                </a:cubicBezTo>
                <a:cubicBezTo>
                  <a:pt x="9944" y="84068"/>
                  <a:pt x="7487" y="81096"/>
                  <a:pt x="5715" y="77467"/>
                </a:cubicBezTo>
                <a:cubicBezTo>
                  <a:pt x="1915" y="70209"/>
                  <a:pt x="0" y="59693"/>
                  <a:pt x="0" y="45977"/>
                </a:cubicBezTo>
                <a:cubicBezTo>
                  <a:pt x="0" y="30547"/>
                  <a:pt x="2543" y="18802"/>
                  <a:pt x="7572" y="10744"/>
                </a:cubicBezTo>
                <a:close/>
                <a:moveTo>
                  <a:pt x="37490" y="9173"/>
                </a:moveTo>
                <a:cubicBezTo>
                  <a:pt x="34833" y="6315"/>
                  <a:pt x="31661" y="4915"/>
                  <a:pt x="28032" y="4915"/>
                </a:cubicBezTo>
                <a:cubicBezTo>
                  <a:pt x="24317" y="4915"/>
                  <a:pt x="21145" y="6315"/>
                  <a:pt x="18488" y="9173"/>
                </a:cubicBezTo>
                <a:cubicBezTo>
                  <a:pt x="16259" y="11459"/>
                  <a:pt x="14802" y="14659"/>
                  <a:pt x="14087" y="18717"/>
                </a:cubicBezTo>
                <a:cubicBezTo>
                  <a:pt x="13373" y="22803"/>
                  <a:pt x="13030" y="31318"/>
                  <a:pt x="13030" y="44234"/>
                </a:cubicBezTo>
                <a:cubicBezTo>
                  <a:pt x="13030" y="58236"/>
                  <a:pt x="13373" y="67466"/>
                  <a:pt x="14087" y="71895"/>
                </a:cubicBezTo>
                <a:cubicBezTo>
                  <a:pt x="14802" y="76324"/>
                  <a:pt x="16402" y="79810"/>
                  <a:pt x="18859" y="82382"/>
                </a:cubicBezTo>
                <a:cubicBezTo>
                  <a:pt x="21374" y="85039"/>
                  <a:pt x="24403" y="86382"/>
                  <a:pt x="28032" y="86382"/>
                </a:cubicBezTo>
                <a:cubicBezTo>
                  <a:pt x="31575" y="86382"/>
                  <a:pt x="34604" y="85039"/>
                  <a:pt x="37090" y="82382"/>
                </a:cubicBezTo>
                <a:cubicBezTo>
                  <a:pt x="39662" y="79724"/>
                  <a:pt x="41234" y="76009"/>
                  <a:pt x="41862" y="71209"/>
                </a:cubicBezTo>
                <a:cubicBezTo>
                  <a:pt x="42491" y="66437"/>
                  <a:pt x="42834" y="57436"/>
                  <a:pt x="42920" y="44234"/>
                </a:cubicBezTo>
                <a:cubicBezTo>
                  <a:pt x="42920" y="31404"/>
                  <a:pt x="42577" y="22946"/>
                  <a:pt x="41862" y="18859"/>
                </a:cubicBezTo>
                <a:cubicBezTo>
                  <a:pt x="41148" y="14773"/>
                  <a:pt x="39691" y="11544"/>
                  <a:pt x="37490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7BE42-75B0-49B4-817A-0D9EE20C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219" y="1769164"/>
            <a:ext cx="55950" cy="91411"/>
          </a:xfrm>
          <a:custGeom xmlns:a="http://schemas.openxmlformats.org/drawingml/2006/main">
            <a:pathLst>
              <a:path w="55950" h="91411" fill="none">
                <a:moveTo>
                  <a:pt x="7572" y="10744"/>
                </a:moveTo>
                <a:cubicBezTo>
                  <a:pt x="12544" y="3572"/>
                  <a:pt x="19317" y="0"/>
                  <a:pt x="27918" y="0"/>
                </a:cubicBezTo>
                <a:cubicBezTo>
                  <a:pt x="32175" y="0"/>
                  <a:pt x="36405" y="1143"/>
                  <a:pt x="40662" y="3458"/>
                </a:cubicBezTo>
                <a:cubicBezTo>
                  <a:pt x="44920" y="5744"/>
                  <a:pt x="48377" y="9830"/>
                  <a:pt x="51035" y="15659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693"/>
                  <a:pt x="54035" y="70209"/>
                  <a:pt x="50235" y="77467"/>
                </a:cubicBezTo>
                <a:cubicBezTo>
                  <a:pt x="48463" y="81182"/>
                  <a:pt x="46034" y="84153"/>
                  <a:pt x="42920" y="86382"/>
                </a:cubicBezTo>
                <a:cubicBezTo>
                  <a:pt x="39834" y="88583"/>
                  <a:pt x="37119" y="89954"/>
                  <a:pt x="34833" y="90497"/>
                </a:cubicBezTo>
                <a:cubicBezTo>
                  <a:pt x="32518" y="91011"/>
                  <a:pt x="30261" y="91326"/>
                  <a:pt x="28032" y="91411"/>
                </a:cubicBezTo>
                <a:cubicBezTo>
                  <a:pt x="25746" y="91411"/>
                  <a:pt x="23431" y="91154"/>
                  <a:pt x="21145" y="90611"/>
                </a:cubicBezTo>
                <a:cubicBezTo>
                  <a:pt x="18831" y="90097"/>
                  <a:pt x="16116" y="88668"/>
                  <a:pt x="13030" y="86382"/>
                </a:cubicBezTo>
                <a:cubicBezTo>
                  <a:pt x="9944" y="84068"/>
                  <a:pt x="7487" y="81096"/>
                  <a:pt x="5715" y="77467"/>
                </a:cubicBezTo>
                <a:cubicBezTo>
                  <a:pt x="1915" y="70209"/>
                  <a:pt x="0" y="59693"/>
                  <a:pt x="0" y="45977"/>
                </a:cubicBezTo>
                <a:cubicBezTo>
                  <a:pt x="0" y="30547"/>
                  <a:pt x="2543" y="18802"/>
                  <a:pt x="7572" y="10744"/>
                </a:cubicBezTo>
                <a:close/>
                <a:moveTo>
                  <a:pt x="37490" y="9173"/>
                </a:moveTo>
                <a:cubicBezTo>
                  <a:pt x="34833" y="6315"/>
                  <a:pt x="31661" y="4915"/>
                  <a:pt x="28032" y="4915"/>
                </a:cubicBezTo>
                <a:cubicBezTo>
                  <a:pt x="24317" y="4915"/>
                  <a:pt x="21145" y="6315"/>
                  <a:pt x="18488" y="9173"/>
                </a:cubicBezTo>
                <a:cubicBezTo>
                  <a:pt x="16259" y="11459"/>
                  <a:pt x="14802" y="14659"/>
                  <a:pt x="14087" y="18717"/>
                </a:cubicBezTo>
                <a:cubicBezTo>
                  <a:pt x="13373" y="22803"/>
                  <a:pt x="13030" y="31318"/>
                  <a:pt x="13030" y="44234"/>
                </a:cubicBezTo>
                <a:cubicBezTo>
                  <a:pt x="13030" y="58236"/>
                  <a:pt x="13373" y="67466"/>
                  <a:pt x="14087" y="71895"/>
                </a:cubicBezTo>
                <a:cubicBezTo>
                  <a:pt x="14802" y="76324"/>
                  <a:pt x="16402" y="79810"/>
                  <a:pt x="18859" y="82382"/>
                </a:cubicBezTo>
                <a:cubicBezTo>
                  <a:pt x="21374" y="85039"/>
                  <a:pt x="24403" y="86382"/>
                  <a:pt x="28032" y="86382"/>
                </a:cubicBezTo>
                <a:cubicBezTo>
                  <a:pt x="31575" y="86382"/>
                  <a:pt x="34604" y="85039"/>
                  <a:pt x="37090" y="82382"/>
                </a:cubicBezTo>
                <a:cubicBezTo>
                  <a:pt x="39662" y="79724"/>
                  <a:pt x="41234" y="76009"/>
                  <a:pt x="41862" y="71209"/>
                </a:cubicBezTo>
                <a:cubicBezTo>
                  <a:pt x="42491" y="66437"/>
                  <a:pt x="42834" y="57436"/>
                  <a:pt x="42920" y="44234"/>
                </a:cubicBezTo>
                <a:cubicBezTo>
                  <a:pt x="42920" y="31404"/>
                  <a:pt x="42577" y="22946"/>
                  <a:pt x="41862" y="18859"/>
                </a:cubicBezTo>
                <a:cubicBezTo>
                  <a:pt x="41148" y="14773"/>
                  <a:pt x="39691" y="11544"/>
                  <a:pt x="37490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FFC2A-C962-44F9-BB26-C3BF35DB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229" y="1688497"/>
            <a:ext cx="42034" cy="187966"/>
          </a:xfrm>
          <a:custGeom xmlns:a="http://schemas.openxmlformats.org/drawingml/2006/main">
            <a:pathLst>
              <a:path w="42034" h="187966">
                <a:moveTo>
                  <a:pt x="0" y="3372"/>
                </a:moveTo>
                <a:cubicBezTo>
                  <a:pt x="114" y="2515"/>
                  <a:pt x="486" y="1743"/>
                  <a:pt x="1114" y="1114"/>
                </a:cubicBezTo>
                <a:cubicBezTo>
                  <a:pt x="1743" y="486"/>
                  <a:pt x="2629" y="114"/>
                  <a:pt x="3743" y="0"/>
                </a:cubicBezTo>
                <a:cubicBezTo>
                  <a:pt x="5001" y="0"/>
                  <a:pt x="6086" y="629"/>
                  <a:pt x="6944" y="1857"/>
                </a:cubicBezTo>
                <a:cubicBezTo>
                  <a:pt x="7315" y="2743"/>
                  <a:pt x="13230" y="18174"/>
                  <a:pt x="24632" y="48120"/>
                </a:cubicBezTo>
                <a:cubicBezTo>
                  <a:pt x="36033" y="78067"/>
                  <a:pt x="41805" y="93355"/>
                  <a:pt x="41920" y="93983"/>
                </a:cubicBezTo>
                <a:cubicBezTo>
                  <a:pt x="42034" y="94612"/>
                  <a:pt x="36319" y="109899"/>
                  <a:pt x="24803" y="139846"/>
                </a:cubicBezTo>
                <a:cubicBezTo>
                  <a:pt x="13287" y="169793"/>
                  <a:pt x="7315" y="185195"/>
                  <a:pt x="6944" y="186080"/>
                </a:cubicBezTo>
                <a:cubicBezTo>
                  <a:pt x="6086" y="187338"/>
                  <a:pt x="5001" y="187966"/>
                  <a:pt x="3743" y="187966"/>
                </a:cubicBezTo>
                <a:cubicBezTo>
                  <a:pt x="2743" y="187966"/>
                  <a:pt x="1943" y="187652"/>
                  <a:pt x="1314" y="187023"/>
                </a:cubicBezTo>
                <a:cubicBezTo>
                  <a:pt x="686" y="186395"/>
                  <a:pt x="257" y="185595"/>
                  <a:pt x="0" y="184595"/>
                </a:cubicBezTo>
                <a:cubicBezTo>
                  <a:pt x="0" y="183966"/>
                  <a:pt x="5629" y="168735"/>
                  <a:pt x="16916" y="138903"/>
                </a:cubicBezTo>
                <a:cubicBezTo>
                  <a:pt x="28318" y="109214"/>
                  <a:pt x="34004" y="94212"/>
                  <a:pt x="34004" y="93983"/>
                </a:cubicBezTo>
                <a:cubicBezTo>
                  <a:pt x="34004" y="93726"/>
                  <a:pt x="28318" y="78753"/>
                  <a:pt x="16916" y="49063"/>
                </a:cubicBezTo>
                <a:cubicBezTo>
                  <a:pt x="5629" y="19231"/>
                  <a:pt x="0" y="4001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29D4E-EC6F-4874-A6F4-B7ADBAD7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229" y="1688497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0" y="3372"/>
                </a:moveTo>
                <a:cubicBezTo>
                  <a:pt x="114" y="2515"/>
                  <a:pt x="486" y="1743"/>
                  <a:pt x="1114" y="1114"/>
                </a:cubicBezTo>
                <a:cubicBezTo>
                  <a:pt x="1743" y="486"/>
                  <a:pt x="2629" y="114"/>
                  <a:pt x="3743" y="0"/>
                </a:cubicBezTo>
                <a:cubicBezTo>
                  <a:pt x="5001" y="0"/>
                  <a:pt x="6086" y="629"/>
                  <a:pt x="6944" y="1857"/>
                </a:cubicBezTo>
                <a:cubicBezTo>
                  <a:pt x="7315" y="2743"/>
                  <a:pt x="13230" y="18174"/>
                  <a:pt x="24632" y="48120"/>
                </a:cubicBezTo>
                <a:cubicBezTo>
                  <a:pt x="36033" y="78067"/>
                  <a:pt x="41805" y="93355"/>
                  <a:pt x="41920" y="93983"/>
                </a:cubicBezTo>
                <a:cubicBezTo>
                  <a:pt x="42034" y="94612"/>
                  <a:pt x="36319" y="109899"/>
                  <a:pt x="24803" y="139846"/>
                </a:cubicBezTo>
                <a:cubicBezTo>
                  <a:pt x="13287" y="169793"/>
                  <a:pt x="7315" y="185195"/>
                  <a:pt x="6944" y="186080"/>
                </a:cubicBezTo>
                <a:cubicBezTo>
                  <a:pt x="6086" y="187338"/>
                  <a:pt x="5001" y="187966"/>
                  <a:pt x="3743" y="187966"/>
                </a:cubicBezTo>
                <a:cubicBezTo>
                  <a:pt x="2743" y="187966"/>
                  <a:pt x="1943" y="187652"/>
                  <a:pt x="1314" y="187023"/>
                </a:cubicBezTo>
                <a:cubicBezTo>
                  <a:pt x="686" y="186395"/>
                  <a:pt x="257" y="185595"/>
                  <a:pt x="0" y="184595"/>
                </a:cubicBezTo>
                <a:cubicBezTo>
                  <a:pt x="0" y="183966"/>
                  <a:pt x="5629" y="168735"/>
                  <a:pt x="16916" y="138903"/>
                </a:cubicBezTo>
                <a:cubicBezTo>
                  <a:pt x="28318" y="109214"/>
                  <a:pt x="34004" y="94212"/>
                  <a:pt x="34004" y="93983"/>
                </a:cubicBezTo>
                <a:cubicBezTo>
                  <a:pt x="34004" y="93726"/>
                  <a:pt x="28318" y="78753"/>
                  <a:pt x="16916" y="49063"/>
                </a:cubicBezTo>
                <a:cubicBezTo>
                  <a:pt x="5629" y="19231"/>
                  <a:pt x="0" y="4001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B01F3-1320-427C-BF3B-E5FE306D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283" y="1525905"/>
            <a:ext cx="263204" cy="263233"/>
          </a:xfrm>
          <a:custGeom xmlns:a="http://schemas.openxmlformats.org/drawingml/2006/main">
            <a:pathLst>
              <a:path w="263204" h="263233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800"/>
                  <a:pt x="211912" y="236230"/>
                  <a:pt x="204711" y="241030"/>
                </a:cubicBezTo>
                <a:cubicBezTo>
                  <a:pt x="197539" y="245859"/>
                  <a:pt x="189967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819" y="262376"/>
                  <a:pt x="140246" y="263233"/>
                  <a:pt x="131616" y="263233"/>
                </a:cubicBezTo>
                <a:cubicBezTo>
                  <a:pt x="122987" y="263233"/>
                  <a:pt x="114414" y="262376"/>
                  <a:pt x="105928" y="260690"/>
                </a:cubicBezTo>
                <a:cubicBezTo>
                  <a:pt x="97469" y="259004"/>
                  <a:pt x="89240" y="256518"/>
                  <a:pt x="81239" y="253203"/>
                </a:cubicBezTo>
                <a:cubicBezTo>
                  <a:pt x="73266" y="249888"/>
                  <a:pt x="65665" y="245859"/>
                  <a:pt x="58493" y="241030"/>
                </a:cubicBezTo>
                <a:cubicBezTo>
                  <a:pt x="51321" y="236230"/>
                  <a:pt x="44663" y="230800"/>
                  <a:pt x="38548" y="224657"/>
                </a:cubicBezTo>
                <a:cubicBezTo>
                  <a:pt x="32433" y="218570"/>
                  <a:pt x="27003" y="211912"/>
                  <a:pt x="22174" y="204740"/>
                </a:cubicBezTo>
                <a:cubicBezTo>
                  <a:pt x="17374" y="197539"/>
                  <a:pt x="13316" y="189967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87"/>
                  <a:pt x="857" y="114414"/>
                  <a:pt x="2543" y="105928"/>
                </a:cubicBezTo>
                <a:cubicBezTo>
                  <a:pt x="4229" y="97469"/>
                  <a:pt x="6715" y="89240"/>
                  <a:pt x="10030" y="81239"/>
                </a:cubicBezTo>
                <a:cubicBezTo>
                  <a:pt x="13316" y="73266"/>
                  <a:pt x="17374" y="65665"/>
                  <a:pt x="22203" y="58493"/>
                </a:cubicBezTo>
                <a:cubicBezTo>
                  <a:pt x="27003" y="51321"/>
                  <a:pt x="32433" y="44663"/>
                  <a:pt x="38548" y="38548"/>
                </a:cubicBezTo>
                <a:cubicBezTo>
                  <a:pt x="44663" y="32461"/>
                  <a:pt x="51321" y="27003"/>
                  <a:pt x="58493" y="22203"/>
                </a:cubicBezTo>
                <a:cubicBezTo>
                  <a:pt x="65665" y="17402"/>
                  <a:pt x="73266" y="13316"/>
                  <a:pt x="81239" y="10030"/>
                </a:cubicBezTo>
                <a:cubicBezTo>
                  <a:pt x="89240" y="6715"/>
                  <a:pt x="97469" y="4229"/>
                  <a:pt x="105928" y="2543"/>
                </a:cubicBezTo>
                <a:cubicBezTo>
                  <a:pt x="114414" y="857"/>
                  <a:pt x="122987" y="0"/>
                  <a:pt x="131616" y="0"/>
                </a:cubicBezTo>
                <a:cubicBezTo>
                  <a:pt x="140246" y="0"/>
                  <a:pt x="148819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67" y="13316"/>
                  <a:pt x="197539" y="17402"/>
                  <a:pt x="204711" y="22203"/>
                </a:cubicBezTo>
                <a:cubicBezTo>
                  <a:pt x="211912" y="27003"/>
                  <a:pt x="218542" y="32461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203" y="81239"/>
                </a:cubicBezTo>
                <a:cubicBezTo>
                  <a:pt x="256518" y="89240"/>
                  <a:pt x="259004" y="97469"/>
                  <a:pt x="260690" y="105928"/>
                </a:cubicBezTo>
                <a:cubicBezTo>
                  <a:pt x="262376" y="114414"/>
                  <a:pt x="263204" y="122987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6522C-2CA5-4F0D-9E4A-B8442ED6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283" y="1525905"/>
            <a:ext cx="263204" cy="263233"/>
          </a:xfrm>
          <a:custGeom xmlns:a="http://schemas.openxmlformats.org/drawingml/2006/main">
            <a:pathLst>
              <a:path w="263204" h="263233" fill="none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800"/>
                  <a:pt x="211912" y="236230"/>
                  <a:pt x="204711" y="241030"/>
                </a:cubicBezTo>
                <a:cubicBezTo>
                  <a:pt x="197539" y="245859"/>
                  <a:pt x="189967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819" y="262376"/>
                  <a:pt x="140246" y="263233"/>
                  <a:pt x="131616" y="263233"/>
                </a:cubicBezTo>
                <a:cubicBezTo>
                  <a:pt x="122987" y="263233"/>
                  <a:pt x="114414" y="262376"/>
                  <a:pt x="105928" y="260690"/>
                </a:cubicBezTo>
                <a:cubicBezTo>
                  <a:pt x="97469" y="259004"/>
                  <a:pt x="89240" y="256518"/>
                  <a:pt x="81239" y="253203"/>
                </a:cubicBezTo>
                <a:cubicBezTo>
                  <a:pt x="73266" y="249888"/>
                  <a:pt x="65665" y="245859"/>
                  <a:pt x="58493" y="241030"/>
                </a:cubicBezTo>
                <a:cubicBezTo>
                  <a:pt x="51321" y="236230"/>
                  <a:pt x="44663" y="230800"/>
                  <a:pt x="38548" y="224657"/>
                </a:cubicBezTo>
                <a:cubicBezTo>
                  <a:pt x="32433" y="218570"/>
                  <a:pt x="27003" y="211912"/>
                  <a:pt x="22174" y="204740"/>
                </a:cubicBezTo>
                <a:cubicBezTo>
                  <a:pt x="17374" y="197539"/>
                  <a:pt x="13316" y="189967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87"/>
                  <a:pt x="857" y="114414"/>
                  <a:pt x="2543" y="105928"/>
                </a:cubicBezTo>
                <a:cubicBezTo>
                  <a:pt x="4229" y="97469"/>
                  <a:pt x="6715" y="89240"/>
                  <a:pt x="10030" y="81239"/>
                </a:cubicBezTo>
                <a:cubicBezTo>
                  <a:pt x="13316" y="73266"/>
                  <a:pt x="17374" y="65665"/>
                  <a:pt x="22203" y="58493"/>
                </a:cubicBezTo>
                <a:cubicBezTo>
                  <a:pt x="27003" y="51321"/>
                  <a:pt x="32433" y="44663"/>
                  <a:pt x="38548" y="38548"/>
                </a:cubicBezTo>
                <a:cubicBezTo>
                  <a:pt x="44663" y="32461"/>
                  <a:pt x="51321" y="27003"/>
                  <a:pt x="58493" y="22203"/>
                </a:cubicBezTo>
                <a:cubicBezTo>
                  <a:pt x="65665" y="17402"/>
                  <a:pt x="73266" y="13316"/>
                  <a:pt x="81239" y="10030"/>
                </a:cubicBezTo>
                <a:cubicBezTo>
                  <a:pt x="89240" y="6715"/>
                  <a:pt x="97469" y="4229"/>
                  <a:pt x="105928" y="2543"/>
                </a:cubicBezTo>
                <a:cubicBezTo>
                  <a:pt x="114414" y="857"/>
                  <a:pt x="122987" y="0"/>
                  <a:pt x="131616" y="0"/>
                </a:cubicBezTo>
                <a:cubicBezTo>
                  <a:pt x="140246" y="0"/>
                  <a:pt x="148819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67" y="13316"/>
                  <a:pt x="197539" y="17402"/>
                  <a:pt x="204711" y="22203"/>
                </a:cubicBezTo>
                <a:cubicBezTo>
                  <a:pt x="211912" y="27003"/>
                  <a:pt x="218542" y="32461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203" y="81239"/>
                </a:cubicBezTo>
                <a:cubicBezTo>
                  <a:pt x="256518" y="89240"/>
                  <a:pt x="259004" y="97469"/>
                  <a:pt x="260690" y="105928"/>
                </a:cubicBezTo>
                <a:cubicBezTo>
                  <a:pt x="262376" y="114414"/>
                  <a:pt x="263204" y="122987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223" name="Text 5">
            <a:extLst xmlns:a="http://schemas.openxmlformats.org/drawingml/2006/main">
              <a:ext uri="{FF2B5EF4-FFF2-40B4-BE49-F238E27FC236}">
                <a16:creationId xmlns:a16="http://schemas.microsoft.com/office/drawing/2014/main" id="{D60659CB-612C-43E5-A89B-B9772EEA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891" y="1581003"/>
            <a:ext cx="79592" cy="142039"/>
          </a:xfrm>
          <a:custGeom xmlns:a="http://schemas.openxmlformats.org/drawingml/2006/main">
            <a:pathLst>
              <a:path w="79592" h="142039">
                <a:moveTo>
                  <a:pt x="69114" y="16194"/>
                </a:moveTo>
                <a:cubicBezTo>
                  <a:pt x="61211" y="16829"/>
                  <a:pt x="54826" y="17146"/>
                  <a:pt x="49957" y="17146"/>
                </a:cubicBezTo>
                <a:cubicBezTo>
                  <a:pt x="46358" y="17146"/>
                  <a:pt x="42548" y="17040"/>
                  <a:pt x="38526" y="16829"/>
                </a:cubicBezTo>
                <a:cubicBezTo>
                  <a:pt x="36339" y="16688"/>
                  <a:pt x="35033" y="16617"/>
                  <a:pt x="34610" y="16617"/>
                </a:cubicBezTo>
                <a:cubicBezTo>
                  <a:pt x="26002" y="16617"/>
                  <a:pt x="21380" y="16793"/>
                  <a:pt x="20745" y="17146"/>
                </a:cubicBezTo>
                <a:cubicBezTo>
                  <a:pt x="20463" y="17303"/>
                  <a:pt x="20286" y="17656"/>
                  <a:pt x="20216" y="18205"/>
                </a:cubicBezTo>
                <a:cubicBezTo>
                  <a:pt x="20004" y="19331"/>
                  <a:pt x="19087" y="31903"/>
                  <a:pt x="17464" y="55920"/>
                </a:cubicBezTo>
                <a:cubicBezTo>
                  <a:pt x="20639" y="54284"/>
                  <a:pt x="23708" y="53129"/>
                  <a:pt x="26672" y="52454"/>
                </a:cubicBezTo>
                <a:cubicBezTo>
                  <a:pt x="29635" y="51777"/>
                  <a:pt x="33552" y="51439"/>
                  <a:pt x="38420" y="51439"/>
                </a:cubicBezTo>
                <a:cubicBezTo>
                  <a:pt x="41878" y="51439"/>
                  <a:pt x="44277" y="51650"/>
                  <a:pt x="45617" y="52074"/>
                </a:cubicBezTo>
                <a:cubicBezTo>
                  <a:pt x="52321" y="54268"/>
                  <a:pt x="57154" y="56249"/>
                  <a:pt x="60118" y="58017"/>
                </a:cubicBezTo>
                <a:cubicBezTo>
                  <a:pt x="64210" y="60562"/>
                  <a:pt x="67544" y="63462"/>
                  <a:pt x="70120" y="66716"/>
                </a:cubicBezTo>
                <a:cubicBezTo>
                  <a:pt x="72695" y="69969"/>
                  <a:pt x="75077" y="74742"/>
                  <a:pt x="77264" y="81038"/>
                </a:cubicBezTo>
                <a:cubicBezTo>
                  <a:pt x="78816" y="85565"/>
                  <a:pt x="79592" y="90303"/>
                  <a:pt x="79592" y="95254"/>
                </a:cubicBezTo>
                <a:cubicBezTo>
                  <a:pt x="79592" y="100629"/>
                  <a:pt x="78834" y="105634"/>
                  <a:pt x="77317" y="110266"/>
                </a:cubicBezTo>
                <a:cubicBezTo>
                  <a:pt x="75800" y="114897"/>
                  <a:pt x="73912" y="118769"/>
                  <a:pt x="71654" y="121882"/>
                </a:cubicBezTo>
                <a:cubicBezTo>
                  <a:pt x="69396" y="124994"/>
                  <a:pt x="66045" y="128230"/>
                  <a:pt x="61599" y="131590"/>
                </a:cubicBezTo>
                <a:cubicBezTo>
                  <a:pt x="57154" y="134948"/>
                  <a:pt x="51915" y="137512"/>
                  <a:pt x="45882" y="139280"/>
                </a:cubicBezTo>
                <a:cubicBezTo>
                  <a:pt x="39849" y="141048"/>
                  <a:pt x="35810" y="141968"/>
                  <a:pt x="33763" y="142039"/>
                </a:cubicBezTo>
                <a:lnTo>
                  <a:pt x="18416" y="140656"/>
                </a:lnTo>
                <a:cubicBezTo>
                  <a:pt x="14183" y="139946"/>
                  <a:pt x="10478" y="138793"/>
                  <a:pt x="7303" y="137196"/>
                </a:cubicBezTo>
                <a:cubicBezTo>
                  <a:pt x="4128" y="135600"/>
                  <a:pt x="2011" y="134056"/>
                  <a:pt x="953" y="132566"/>
                </a:cubicBezTo>
                <a:cubicBezTo>
                  <a:pt x="318" y="131644"/>
                  <a:pt x="0" y="130438"/>
                  <a:pt x="0" y="128947"/>
                </a:cubicBezTo>
                <a:cubicBezTo>
                  <a:pt x="0" y="127812"/>
                  <a:pt x="794" y="126570"/>
                  <a:pt x="2381" y="125223"/>
                </a:cubicBezTo>
                <a:cubicBezTo>
                  <a:pt x="3969" y="123874"/>
                  <a:pt x="5927" y="123199"/>
                  <a:pt x="8256" y="123199"/>
                </a:cubicBezTo>
                <a:cubicBezTo>
                  <a:pt x="9314" y="123199"/>
                  <a:pt x="10478" y="123516"/>
                  <a:pt x="11748" y="124151"/>
                </a:cubicBezTo>
                <a:lnTo>
                  <a:pt x="20110" y="129549"/>
                </a:lnTo>
                <a:cubicBezTo>
                  <a:pt x="22015" y="131243"/>
                  <a:pt x="24379" y="132830"/>
                  <a:pt x="27201" y="134312"/>
                </a:cubicBezTo>
                <a:cubicBezTo>
                  <a:pt x="27624" y="134524"/>
                  <a:pt x="28683" y="134771"/>
                  <a:pt x="30376" y="135053"/>
                </a:cubicBezTo>
                <a:cubicBezTo>
                  <a:pt x="34469" y="135618"/>
                  <a:pt x="36692" y="135900"/>
                  <a:pt x="37044" y="135900"/>
                </a:cubicBezTo>
                <a:cubicBezTo>
                  <a:pt x="38597" y="135900"/>
                  <a:pt x="41243" y="135265"/>
                  <a:pt x="44982" y="133995"/>
                </a:cubicBezTo>
                <a:cubicBezTo>
                  <a:pt x="48722" y="132725"/>
                  <a:pt x="52180" y="130555"/>
                  <a:pt x="55355" y="127485"/>
                </a:cubicBezTo>
                <a:cubicBezTo>
                  <a:pt x="58530" y="124416"/>
                  <a:pt x="61264" y="120535"/>
                  <a:pt x="63557" y="115843"/>
                </a:cubicBezTo>
                <a:cubicBezTo>
                  <a:pt x="65851" y="111151"/>
                  <a:pt x="66997" y="105947"/>
                  <a:pt x="66997" y="100231"/>
                </a:cubicBezTo>
                <a:cubicBezTo>
                  <a:pt x="66997" y="90000"/>
                  <a:pt x="63787" y="81568"/>
                  <a:pt x="57366" y="74935"/>
                </a:cubicBezTo>
                <a:cubicBezTo>
                  <a:pt x="50945" y="68303"/>
                  <a:pt x="43218" y="64986"/>
                  <a:pt x="34187" y="64986"/>
                </a:cubicBezTo>
                <a:cubicBezTo>
                  <a:pt x="30165" y="64986"/>
                  <a:pt x="26443" y="65657"/>
                  <a:pt x="23020" y="66997"/>
                </a:cubicBezTo>
                <a:cubicBezTo>
                  <a:pt x="19598" y="68338"/>
                  <a:pt x="17287" y="69820"/>
                  <a:pt x="16088" y="71443"/>
                </a:cubicBezTo>
                <a:lnTo>
                  <a:pt x="14500" y="72078"/>
                </a:lnTo>
                <a:cubicBezTo>
                  <a:pt x="13653" y="72430"/>
                  <a:pt x="13054" y="72607"/>
                  <a:pt x="12701" y="72607"/>
                </a:cubicBezTo>
                <a:lnTo>
                  <a:pt x="11325" y="72289"/>
                </a:lnTo>
                <a:cubicBezTo>
                  <a:pt x="11113" y="71019"/>
                  <a:pt x="11007" y="70067"/>
                  <a:pt x="11007" y="69432"/>
                </a:cubicBezTo>
                <a:cubicBezTo>
                  <a:pt x="11007" y="68865"/>
                  <a:pt x="11113" y="67875"/>
                  <a:pt x="11325" y="66461"/>
                </a:cubicBezTo>
                <a:cubicBezTo>
                  <a:pt x="11819" y="63004"/>
                  <a:pt x="12084" y="59424"/>
                  <a:pt x="12119" y="55722"/>
                </a:cubicBezTo>
                <a:cubicBezTo>
                  <a:pt x="12154" y="52018"/>
                  <a:pt x="12525" y="48684"/>
                  <a:pt x="13230" y="45720"/>
                </a:cubicBezTo>
                <a:lnTo>
                  <a:pt x="12913" y="40643"/>
                </a:lnTo>
                <a:cubicBezTo>
                  <a:pt x="13407" y="38030"/>
                  <a:pt x="13689" y="35524"/>
                  <a:pt x="13759" y="33125"/>
                </a:cubicBezTo>
                <a:cubicBezTo>
                  <a:pt x="13971" y="16836"/>
                  <a:pt x="14641" y="7488"/>
                  <a:pt x="15770" y="5080"/>
                </a:cubicBezTo>
                <a:cubicBezTo>
                  <a:pt x="16264" y="3951"/>
                  <a:pt x="17111" y="3387"/>
                  <a:pt x="18310" y="3387"/>
                </a:cubicBezTo>
                <a:cubicBezTo>
                  <a:pt x="18804" y="3387"/>
                  <a:pt x="19616" y="3457"/>
                  <a:pt x="20745" y="3599"/>
                </a:cubicBezTo>
                <a:lnTo>
                  <a:pt x="21380" y="3704"/>
                </a:lnTo>
                <a:lnTo>
                  <a:pt x="34822" y="3599"/>
                </a:lnTo>
                <a:cubicBezTo>
                  <a:pt x="40890" y="3951"/>
                  <a:pt x="45370" y="4128"/>
                  <a:pt x="48263" y="4128"/>
                </a:cubicBezTo>
                <a:cubicBezTo>
                  <a:pt x="54896" y="4128"/>
                  <a:pt x="60223" y="3669"/>
                  <a:pt x="64245" y="2752"/>
                </a:cubicBezTo>
                <a:cubicBezTo>
                  <a:pt x="66221" y="917"/>
                  <a:pt x="67738" y="0"/>
                  <a:pt x="68797" y="0"/>
                </a:cubicBezTo>
                <a:cubicBezTo>
                  <a:pt x="69220" y="0"/>
                  <a:pt x="69996" y="71"/>
                  <a:pt x="71125" y="212"/>
                </a:cubicBezTo>
                <a:lnTo>
                  <a:pt x="71443" y="1482"/>
                </a:lnTo>
                <a:lnTo>
                  <a:pt x="70596" y="5927"/>
                </a:lnTo>
                <a:lnTo>
                  <a:pt x="70067" y="13018"/>
                </a:lnTo>
                <a:cubicBezTo>
                  <a:pt x="69996" y="13512"/>
                  <a:pt x="69679" y="14571"/>
                  <a:pt x="69114" y="161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FAA94-9E22-4B79-80CC-14E8447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489" y="1456411"/>
            <a:ext cx="192138" cy="86697"/>
          </a:xfrm>
          <a:custGeom xmlns:a="http://schemas.openxmlformats.org/drawingml/2006/main">
            <a:pathLst>
              <a:path w="192138" h="86697" fill="none">
                <a:moveTo>
                  <a:pt x="192138" y="0"/>
                </a:moveTo>
                <a:lnTo>
                  <a:pt x="0" y="86697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CB69E-5DD7-49B1-8A32-68F49638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742" y="1517075"/>
            <a:ext cx="51864" cy="42291"/>
          </a:xfrm>
          <a:custGeom xmlns:a="http://schemas.openxmlformats.org/drawingml/2006/main">
            <a:pathLst>
              <a:path w="51864" h="42291">
                <a:moveTo>
                  <a:pt x="0" y="40262"/>
                </a:moveTo>
                <a:lnTo>
                  <a:pt x="32833" y="0"/>
                </a:lnTo>
                <a:lnTo>
                  <a:pt x="31747" y="26032"/>
                </a:lnTo>
                <a:lnTo>
                  <a:pt x="51864" y="42291"/>
                </a:lnTo>
                <a:lnTo>
                  <a:pt x="0" y="402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4A6A6-6C75-4878-BA14-971F01D9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742" y="1517075"/>
            <a:ext cx="51864" cy="42291"/>
          </a:xfrm>
          <a:custGeom xmlns:a="http://schemas.openxmlformats.org/drawingml/2006/main">
            <a:pathLst>
              <a:path w="51864" h="42291" fill="none">
                <a:moveTo>
                  <a:pt x="0" y="40262"/>
                </a:moveTo>
                <a:lnTo>
                  <a:pt x="32833" y="0"/>
                </a:lnTo>
                <a:lnTo>
                  <a:pt x="31747" y="26032"/>
                </a:lnTo>
                <a:lnTo>
                  <a:pt x="51864" y="42291"/>
                </a:lnTo>
                <a:lnTo>
                  <a:pt x="0" y="402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27CD8-C6B3-4415-8B04-36C374D6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711" y="1394317"/>
            <a:ext cx="41977" cy="187709"/>
          </a:xfrm>
          <a:custGeom xmlns:a="http://schemas.openxmlformats.org/drawingml/2006/main">
            <a:pathLst>
              <a:path w="41977" h="187709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48" y="187595"/>
                  <a:pt x="38233" y="187709"/>
                </a:cubicBezTo>
                <a:cubicBezTo>
                  <a:pt x="36976" y="187709"/>
                  <a:pt x="35919" y="187109"/>
                  <a:pt x="35033" y="185852"/>
                </a:cubicBezTo>
                <a:cubicBezTo>
                  <a:pt x="34661" y="184966"/>
                  <a:pt x="28775" y="169564"/>
                  <a:pt x="17402" y="139675"/>
                </a:cubicBezTo>
                <a:cubicBezTo>
                  <a:pt x="6001" y="109757"/>
                  <a:pt x="229" y="94498"/>
                  <a:pt x="114" y="93869"/>
                </a:cubicBezTo>
                <a:cubicBezTo>
                  <a:pt x="0" y="93240"/>
                  <a:pt x="5686" y="77953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57"/>
                  <a:pt x="36033" y="686"/>
                  <a:pt x="36919" y="171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62" y="0"/>
                  <a:pt x="41719" y="1114"/>
                  <a:pt x="41977" y="3372"/>
                </a:cubicBezTo>
                <a:cubicBezTo>
                  <a:pt x="41977" y="4001"/>
                  <a:pt x="36347" y="19202"/>
                  <a:pt x="25089" y="48978"/>
                </a:cubicBezTo>
                <a:cubicBezTo>
                  <a:pt x="13687" y="78638"/>
                  <a:pt x="8001" y="93612"/>
                  <a:pt x="8001" y="93869"/>
                </a:cubicBezTo>
                <a:cubicBezTo>
                  <a:pt x="8001" y="94097"/>
                  <a:pt x="13687" y="109071"/>
                  <a:pt x="25089" y="138732"/>
                </a:cubicBezTo>
                <a:cubicBezTo>
                  <a:pt x="36347" y="168507"/>
                  <a:pt x="41977" y="183709"/>
                  <a:pt x="41977" y="18433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35733-AF9D-4B4D-9153-15E4D757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711" y="1394317"/>
            <a:ext cx="41977" cy="187709"/>
          </a:xfrm>
          <a:custGeom xmlns:a="http://schemas.openxmlformats.org/drawingml/2006/main">
            <a:pathLst>
              <a:path w="41977" h="187709" fill="none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48" y="187595"/>
                  <a:pt x="38233" y="187709"/>
                </a:cubicBezTo>
                <a:cubicBezTo>
                  <a:pt x="36976" y="187709"/>
                  <a:pt x="35919" y="187109"/>
                  <a:pt x="35033" y="185852"/>
                </a:cubicBezTo>
                <a:cubicBezTo>
                  <a:pt x="34661" y="184966"/>
                  <a:pt x="28775" y="169564"/>
                  <a:pt x="17402" y="139675"/>
                </a:cubicBezTo>
                <a:cubicBezTo>
                  <a:pt x="6001" y="109757"/>
                  <a:pt x="229" y="94498"/>
                  <a:pt x="114" y="93869"/>
                </a:cubicBezTo>
                <a:cubicBezTo>
                  <a:pt x="0" y="93240"/>
                  <a:pt x="5686" y="77953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57"/>
                  <a:pt x="36033" y="686"/>
                  <a:pt x="36919" y="171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62" y="0"/>
                  <a:pt x="41719" y="1114"/>
                  <a:pt x="41977" y="3372"/>
                </a:cubicBezTo>
                <a:cubicBezTo>
                  <a:pt x="41977" y="4001"/>
                  <a:pt x="36347" y="19202"/>
                  <a:pt x="25089" y="48978"/>
                </a:cubicBezTo>
                <a:cubicBezTo>
                  <a:pt x="13687" y="78638"/>
                  <a:pt x="8001" y="93612"/>
                  <a:pt x="8001" y="93869"/>
                </a:cubicBezTo>
                <a:cubicBezTo>
                  <a:pt x="8001" y="94097"/>
                  <a:pt x="13687" y="109071"/>
                  <a:pt x="25089" y="138732"/>
                </a:cubicBezTo>
                <a:cubicBezTo>
                  <a:pt x="36347" y="168507"/>
                  <a:pt x="41977" y="183709"/>
                  <a:pt x="41977" y="184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88AC6-4A1A-414E-99A4-9397B3C3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46" y="1408005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72" y="45063"/>
                </a:moveTo>
                <a:cubicBezTo>
                  <a:pt x="1172" y="45063"/>
                  <a:pt x="0" y="44577"/>
                  <a:pt x="0" y="43548"/>
                </a:cubicBezTo>
                <a:cubicBezTo>
                  <a:pt x="0" y="42948"/>
                  <a:pt x="1000" y="39433"/>
                  <a:pt x="3000" y="33033"/>
                </a:cubicBezTo>
                <a:cubicBezTo>
                  <a:pt x="5001" y="26660"/>
                  <a:pt x="7144" y="20345"/>
                  <a:pt x="9401" y="14087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4" y="45063"/>
                  <a:pt x="115643" y="45063"/>
                </a:cubicBezTo>
                <a:cubicBezTo>
                  <a:pt x="115272" y="45063"/>
                  <a:pt x="114900" y="44748"/>
                  <a:pt x="114500" y="44120"/>
                </a:cubicBezTo>
                <a:lnTo>
                  <a:pt x="114157" y="43548"/>
                </a:lnTo>
                <a:cubicBezTo>
                  <a:pt x="114157" y="42805"/>
                  <a:pt x="114500" y="40005"/>
                  <a:pt x="115272" y="35119"/>
                </a:cubicBezTo>
                <a:cubicBezTo>
                  <a:pt x="116014" y="30232"/>
                  <a:pt x="116386" y="26403"/>
                  <a:pt x="116386" y="23660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30"/>
                </a:cubicBezTo>
                <a:cubicBezTo>
                  <a:pt x="103013" y="8887"/>
                  <a:pt x="99384" y="8773"/>
                  <a:pt x="92726" y="8658"/>
                </a:cubicBezTo>
                <a:cubicBezTo>
                  <a:pt x="86982" y="8658"/>
                  <a:pt x="83353" y="8715"/>
                  <a:pt x="81867" y="8830"/>
                </a:cubicBezTo>
                <a:cubicBezTo>
                  <a:pt x="80353" y="8944"/>
                  <a:pt x="79210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23" y="118472"/>
                  <a:pt x="75095" y="118529"/>
                  <a:pt x="76210" y="118672"/>
                </a:cubicBezTo>
                <a:cubicBezTo>
                  <a:pt x="77353" y="118786"/>
                  <a:pt x="77924" y="119329"/>
                  <a:pt x="77924" y="120358"/>
                </a:cubicBezTo>
                <a:cubicBezTo>
                  <a:pt x="77924" y="120958"/>
                  <a:pt x="77724" y="121844"/>
                  <a:pt x="77353" y="122958"/>
                </a:cubicBezTo>
                <a:cubicBezTo>
                  <a:pt x="76838" y="125216"/>
                  <a:pt x="76295" y="126530"/>
                  <a:pt x="75667" y="126930"/>
                </a:cubicBezTo>
                <a:lnTo>
                  <a:pt x="75267" y="127102"/>
                </a:lnTo>
                <a:cubicBezTo>
                  <a:pt x="74924" y="127102"/>
                  <a:pt x="74466" y="127102"/>
                  <a:pt x="73952" y="127102"/>
                </a:cubicBezTo>
                <a:cubicBezTo>
                  <a:pt x="73323" y="127102"/>
                  <a:pt x="70094" y="127044"/>
                  <a:pt x="64208" y="126930"/>
                </a:cubicBezTo>
                <a:cubicBezTo>
                  <a:pt x="58322" y="126787"/>
                  <a:pt x="49863" y="126730"/>
                  <a:pt x="38862" y="126730"/>
                </a:cubicBezTo>
                <a:cubicBezTo>
                  <a:pt x="22717" y="126730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58" y="123930"/>
                  <a:pt x="4515" y="122044"/>
                </a:cubicBezTo>
                <a:cubicBezTo>
                  <a:pt x="5001" y="120415"/>
                  <a:pt x="5629" y="119215"/>
                  <a:pt x="6401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776" y="112843"/>
                </a:cubicBezTo>
                <a:cubicBezTo>
                  <a:pt x="34404" y="110700"/>
                  <a:pt x="36919" y="100870"/>
                  <a:pt x="41291" y="83353"/>
                </a:cubicBezTo>
                <a:cubicBezTo>
                  <a:pt x="43434" y="74838"/>
                  <a:pt x="45177" y="67894"/>
                  <a:pt x="46549" y="62522"/>
                </a:cubicBezTo>
                <a:cubicBezTo>
                  <a:pt x="55321" y="28089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888" y="13773"/>
                  <a:pt x="18774" y="17659"/>
                </a:cubicBezTo>
                <a:cubicBezTo>
                  <a:pt x="15631" y="21546"/>
                  <a:pt x="12259" y="28804"/>
                  <a:pt x="8630" y="39433"/>
                </a:cubicBezTo>
                <a:cubicBezTo>
                  <a:pt x="7772" y="42177"/>
                  <a:pt x="7144" y="43805"/>
                  <a:pt x="6744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2748B-D670-45BF-BF40-63896C75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46" y="1408005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72" y="45063"/>
                </a:moveTo>
                <a:cubicBezTo>
                  <a:pt x="1172" y="45063"/>
                  <a:pt x="0" y="44577"/>
                  <a:pt x="0" y="43548"/>
                </a:cubicBezTo>
                <a:cubicBezTo>
                  <a:pt x="0" y="42948"/>
                  <a:pt x="1000" y="39433"/>
                  <a:pt x="3000" y="33033"/>
                </a:cubicBezTo>
                <a:cubicBezTo>
                  <a:pt x="5001" y="26660"/>
                  <a:pt x="7144" y="20345"/>
                  <a:pt x="9401" y="14087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4" y="45063"/>
                  <a:pt x="115643" y="45063"/>
                </a:cubicBezTo>
                <a:cubicBezTo>
                  <a:pt x="115272" y="45063"/>
                  <a:pt x="114900" y="44748"/>
                  <a:pt x="114500" y="44120"/>
                </a:cubicBezTo>
                <a:lnTo>
                  <a:pt x="114157" y="43548"/>
                </a:lnTo>
                <a:cubicBezTo>
                  <a:pt x="114157" y="42805"/>
                  <a:pt x="114500" y="40005"/>
                  <a:pt x="115272" y="35119"/>
                </a:cubicBezTo>
                <a:cubicBezTo>
                  <a:pt x="116014" y="30232"/>
                  <a:pt x="116386" y="26403"/>
                  <a:pt x="116386" y="23660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30"/>
                </a:cubicBezTo>
                <a:cubicBezTo>
                  <a:pt x="103013" y="8887"/>
                  <a:pt x="99384" y="8773"/>
                  <a:pt x="92726" y="8658"/>
                </a:cubicBezTo>
                <a:cubicBezTo>
                  <a:pt x="86982" y="8658"/>
                  <a:pt x="83353" y="8715"/>
                  <a:pt x="81867" y="8830"/>
                </a:cubicBezTo>
                <a:cubicBezTo>
                  <a:pt x="80353" y="8944"/>
                  <a:pt x="79210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23" y="118472"/>
                  <a:pt x="75095" y="118529"/>
                  <a:pt x="76210" y="118672"/>
                </a:cubicBezTo>
                <a:cubicBezTo>
                  <a:pt x="77353" y="118786"/>
                  <a:pt x="77924" y="119329"/>
                  <a:pt x="77924" y="120358"/>
                </a:cubicBezTo>
                <a:cubicBezTo>
                  <a:pt x="77924" y="120958"/>
                  <a:pt x="77724" y="121844"/>
                  <a:pt x="77353" y="122958"/>
                </a:cubicBezTo>
                <a:cubicBezTo>
                  <a:pt x="76838" y="125216"/>
                  <a:pt x="76295" y="126530"/>
                  <a:pt x="75667" y="126930"/>
                </a:cubicBezTo>
                <a:lnTo>
                  <a:pt x="75267" y="127102"/>
                </a:lnTo>
                <a:cubicBezTo>
                  <a:pt x="74924" y="127102"/>
                  <a:pt x="74466" y="127102"/>
                  <a:pt x="73952" y="127102"/>
                </a:cubicBezTo>
                <a:cubicBezTo>
                  <a:pt x="73323" y="127102"/>
                  <a:pt x="70094" y="127044"/>
                  <a:pt x="64208" y="126930"/>
                </a:cubicBezTo>
                <a:cubicBezTo>
                  <a:pt x="58322" y="126787"/>
                  <a:pt x="49863" y="126730"/>
                  <a:pt x="38862" y="126730"/>
                </a:cubicBezTo>
                <a:cubicBezTo>
                  <a:pt x="22717" y="126730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58" y="123930"/>
                  <a:pt x="4515" y="122044"/>
                </a:cubicBezTo>
                <a:cubicBezTo>
                  <a:pt x="5001" y="120415"/>
                  <a:pt x="5629" y="119215"/>
                  <a:pt x="6401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776" y="112843"/>
                </a:cubicBezTo>
                <a:cubicBezTo>
                  <a:pt x="34404" y="110700"/>
                  <a:pt x="36919" y="100870"/>
                  <a:pt x="41291" y="83353"/>
                </a:cubicBezTo>
                <a:cubicBezTo>
                  <a:pt x="43434" y="74838"/>
                  <a:pt x="45177" y="67894"/>
                  <a:pt x="46549" y="62522"/>
                </a:cubicBezTo>
                <a:cubicBezTo>
                  <a:pt x="55321" y="28089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888" y="13773"/>
                  <a:pt x="18774" y="17659"/>
                </a:cubicBezTo>
                <a:cubicBezTo>
                  <a:pt x="15631" y="21546"/>
                  <a:pt x="12259" y="28804"/>
                  <a:pt x="8630" y="39433"/>
                </a:cubicBezTo>
                <a:cubicBezTo>
                  <a:pt x="7772" y="42177"/>
                  <a:pt x="7144" y="43805"/>
                  <a:pt x="6744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3C76C-6106-420D-B58F-03BB8C37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418" y="1504731"/>
            <a:ext cx="62779" cy="59865"/>
          </a:xfrm>
          <a:custGeom xmlns:a="http://schemas.openxmlformats.org/drawingml/2006/main">
            <a:pathLst>
              <a:path w="62779" h="59865">
                <a:moveTo>
                  <a:pt x="0" y="37690"/>
                </a:moveTo>
                <a:cubicBezTo>
                  <a:pt x="0" y="28775"/>
                  <a:pt x="3343" y="20260"/>
                  <a:pt x="10087" y="12202"/>
                </a:cubicBezTo>
                <a:cubicBezTo>
                  <a:pt x="16802" y="4172"/>
                  <a:pt x="24374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49" y="3858"/>
                  <a:pt x="48177" y="2515"/>
                  <a:pt x="50835" y="2515"/>
                </a:cubicBezTo>
                <a:cubicBezTo>
                  <a:pt x="51978" y="2515"/>
                  <a:pt x="53007" y="2886"/>
                  <a:pt x="53892" y="3572"/>
                </a:cubicBezTo>
                <a:cubicBezTo>
                  <a:pt x="54778" y="4286"/>
                  <a:pt x="55207" y="5172"/>
                  <a:pt x="55207" y="6229"/>
                </a:cubicBezTo>
                <a:cubicBezTo>
                  <a:pt x="55207" y="7401"/>
                  <a:pt x="53578" y="14459"/>
                  <a:pt x="50292" y="27489"/>
                </a:cubicBezTo>
                <a:cubicBezTo>
                  <a:pt x="47034" y="40491"/>
                  <a:pt x="45349" y="47835"/>
                  <a:pt x="45263" y="49520"/>
                </a:cubicBezTo>
                <a:cubicBezTo>
                  <a:pt x="45263" y="51721"/>
                  <a:pt x="45577" y="53178"/>
                  <a:pt x="46177" y="53892"/>
                </a:cubicBezTo>
                <a:cubicBezTo>
                  <a:pt x="46806" y="54607"/>
                  <a:pt x="47749" y="55007"/>
                  <a:pt x="48978" y="55093"/>
                </a:cubicBezTo>
                <a:cubicBezTo>
                  <a:pt x="49778" y="55007"/>
                  <a:pt x="50663" y="54607"/>
                  <a:pt x="51635" y="53892"/>
                </a:cubicBezTo>
                <a:cubicBezTo>
                  <a:pt x="53492" y="52121"/>
                  <a:pt x="55293" y="47863"/>
                  <a:pt x="57064" y="41148"/>
                </a:cubicBezTo>
                <a:cubicBezTo>
                  <a:pt x="57607" y="39376"/>
                  <a:pt x="58036" y="38462"/>
                  <a:pt x="58407" y="38376"/>
                </a:cubicBezTo>
                <a:cubicBezTo>
                  <a:pt x="58579" y="38262"/>
                  <a:pt x="59007" y="38233"/>
                  <a:pt x="59722" y="38233"/>
                </a:cubicBezTo>
                <a:lnTo>
                  <a:pt x="60265" y="38233"/>
                </a:lnTo>
                <a:cubicBezTo>
                  <a:pt x="61922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122" y="43005"/>
                </a:cubicBezTo>
                <a:cubicBezTo>
                  <a:pt x="61665" y="44863"/>
                  <a:pt x="60779" y="47234"/>
                  <a:pt x="59465" y="50178"/>
                </a:cubicBezTo>
                <a:cubicBezTo>
                  <a:pt x="58122" y="53092"/>
                  <a:pt x="56721" y="55321"/>
                  <a:pt x="55207" y="56807"/>
                </a:cubicBezTo>
                <a:cubicBezTo>
                  <a:pt x="54064" y="57950"/>
                  <a:pt x="52635" y="58893"/>
                  <a:pt x="50949" y="59607"/>
                </a:cubicBezTo>
                <a:cubicBezTo>
                  <a:pt x="50263" y="59779"/>
                  <a:pt x="49206" y="59865"/>
                  <a:pt x="47777" y="59865"/>
                </a:cubicBezTo>
                <a:cubicBezTo>
                  <a:pt x="44777" y="59865"/>
                  <a:pt x="42234" y="59207"/>
                  <a:pt x="40205" y="57864"/>
                </a:cubicBezTo>
                <a:cubicBezTo>
                  <a:pt x="38176" y="56550"/>
                  <a:pt x="36862" y="55178"/>
                  <a:pt x="36233" y="53750"/>
                </a:cubicBezTo>
                <a:lnTo>
                  <a:pt x="35433" y="51778"/>
                </a:lnTo>
                <a:cubicBezTo>
                  <a:pt x="35347" y="51692"/>
                  <a:pt x="35176" y="51721"/>
                  <a:pt x="34890" y="51892"/>
                </a:cubicBezTo>
                <a:cubicBezTo>
                  <a:pt x="34719" y="52092"/>
                  <a:pt x="34547" y="52235"/>
                  <a:pt x="34376" y="52435"/>
                </a:cubicBezTo>
                <a:cubicBezTo>
                  <a:pt x="29146" y="57379"/>
                  <a:pt x="23860" y="59865"/>
                  <a:pt x="18459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57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48" y="12087"/>
                </a:cubicBezTo>
                <a:cubicBezTo>
                  <a:pt x="41091" y="10658"/>
                  <a:pt x="40091" y="9115"/>
                  <a:pt x="38491" y="7429"/>
                </a:cubicBezTo>
                <a:cubicBezTo>
                  <a:pt x="36890" y="5772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887"/>
                </a:cubicBezTo>
                <a:cubicBezTo>
                  <a:pt x="20660" y="11630"/>
                  <a:pt x="18459" y="15230"/>
                  <a:pt x="16859" y="19631"/>
                </a:cubicBezTo>
                <a:cubicBezTo>
                  <a:pt x="14288" y="26632"/>
                  <a:pt x="12487" y="33890"/>
                  <a:pt x="11401" y="41405"/>
                </a:cubicBezTo>
                <a:cubicBezTo>
                  <a:pt x="11401" y="41691"/>
                  <a:pt x="11401" y="42177"/>
                  <a:pt x="11401" y="42862"/>
                </a:cubicBezTo>
                <a:cubicBezTo>
                  <a:pt x="11401" y="43577"/>
                  <a:pt x="11373" y="44120"/>
                  <a:pt x="11287" y="44463"/>
                </a:cubicBezTo>
                <a:cubicBezTo>
                  <a:pt x="11287" y="48435"/>
                  <a:pt x="12059" y="51178"/>
                  <a:pt x="13659" y="52692"/>
                </a:cubicBezTo>
                <a:cubicBezTo>
                  <a:pt x="15259" y="54207"/>
                  <a:pt x="17174" y="55007"/>
                  <a:pt x="19374" y="55093"/>
                </a:cubicBezTo>
                <a:cubicBezTo>
                  <a:pt x="22746" y="55093"/>
                  <a:pt x="26060" y="53635"/>
                  <a:pt x="29318" y="50721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48" y="29747"/>
                </a:cubicBezTo>
                <a:cubicBezTo>
                  <a:pt x="40948" y="20603"/>
                  <a:pt x="42120" y="15716"/>
                  <a:pt x="42205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47CF3-1653-446B-8107-A42D3724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418" y="1504731"/>
            <a:ext cx="62779" cy="59865"/>
          </a:xfrm>
          <a:custGeom xmlns:a="http://schemas.openxmlformats.org/drawingml/2006/main">
            <a:pathLst>
              <a:path w="62779" h="59865" fill="none">
                <a:moveTo>
                  <a:pt x="0" y="37690"/>
                </a:moveTo>
                <a:cubicBezTo>
                  <a:pt x="0" y="28775"/>
                  <a:pt x="3343" y="20260"/>
                  <a:pt x="10087" y="12202"/>
                </a:cubicBezTo>
                <a:cubicBezTo>
                  <a:pt x="16802" y="4172"/>
                  <a:pt x="24374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49" y="3858"/>
                  <a:pt x="48177" y="2515"/>
                  <a:pt x="50835" y="2515"/>
                </a:cubicBezTo>
                <a:cubicBezTo>
                  <a:pt x="51978" y="2515"/>
                  <a:pt x="53007" y="2886"/>
                  <a:pt x="53892" y="3572"/>
                </a:cubicBezTo>
                <a:cubicBezTo>
                  <a:pt x="54778" y="4286"/>
                  <a:pt x="55207" y="5172"/>
                  <a:pt x="55207" y="6229"/>
                </a:cubicBezTo>
                <a:cubicBezTo>
                  <a:pt x="55207" y="7401"/>
                  <a:pt x="53578" y="14459"/>
                  <a:pt x="50292" y="27489"/>
                </a:cubicBezTo>
                <a:cubicBezTo>
                  <a:pt x="47034" y="40491"/>
                  <a:pt x="45349" y="47835"/>
                  <a:pt x="45263" y="49520"/>
                </a:cubicBezTo>
                <a:cubicBezTo>
                  <a:pt x="45263" y="51721"/>
                  <a:pt x="45577" y="53178"/>
                  <a:pt x="46177" y="53892"/>
                </a:cubicBezTo>
                <a:cubicBezTo>
                  <a:pt x="46806" y="54607"/>
                  <a:pt x="47749" y="55007"/>
                  <a:pt x="48978" y="55093"/>
                </a:cubicBezTo>
                <a:cubicBezTo>
                  <a:pt x="49778" y="55007"/>
                  <a:pt x="50663" y="54607"/>
                  <a:pt x="51635" y="53892"/>
                </a:cubicBezTo>
                <a:cubicBezTo>
                  <a:pt x="53492" y="52121"/>
                  <a:pt x="55293" y="47863"/>
                  <a:pt x="57064" y="41148"/>
                </a:cubicBezTo>
                <a:cubicBezTo>
                  <a:pt x="57607" y="39376"/>
                  <a:pt x="58036" y="38462"/>
                  <a:pt x="58407" y="38376"/>
                </a:cubicBezTo>
                <a:cubicBezTo>
                  <a:pt x="58579" y="38262"/>
                  <a:pt x="59007" y="38233"/>
                  <a:pt x="59722" y="38233"/>
                </a:cubicBezTo>
                <a:lnTo>
                  <a:pt x="60265" y="38233"/>
                </a:lnTo>
                <a:cubicBezTo>
                  <a:pt x="61922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122" y="43005"/>
                </a:cubicBezTo>
                <a:cubicBezTo>
                  <a:pt x="61665" y="44863"/>
                  <a:pt x="60779" y="47234"/>
                  <a:pt x="59465" y="50178"/>
                </a:cubicBezTo>
                <a:cubicBezTo>
                  <a:pt x="58122" y="53092"/>
                  <a:pt x="56721" y="55321"/>
                  <a:pt x="55207" y="56807"/>
                </a:cubicBezTo>
                <a:cubicBezTo>
                  <a:pt x="54064" y="57950"/>
                  <a:pt x="52635" y="58893"/>
                  <a:pt x="50949" y="59607"/>
                </a:cubicBezTo>
                <a:cubicBezTo>
                  <a:pt x="50263" y="59779"/>
                  <a:pt x="49206" y="59865"/>
                  <a:pt x="47777" y="59865"/>
                </a:cubicBezTo>
                <a:cubicBezTo>
                  <a:pt x="44777" y="59865"/>
                  <a:pt x="42234" y="59207"/>
                  <a:pt x="40205" y="57864"/>
                </a:cubicBezTo>
                <a:cubicBezTo>
                  <a:pt x="38176" y="56550"/>
                  <a:pt x="36862" y="55178"/>
                  <a:pt x="36233" y="53750"/>
                </a:cubicBezTo>
                <a:lnTo>
                  <a:pt x="35433" y="51778"/>
                </a:lnTo>
                <a:cubicBezTo>
                  <a:pt x="35347" y="51692"/>
                  <a:pt x="35176" y="51721"/>
                  <a:pt x="34890" y="51892"/>
                </a:cubicBezTo>
                <a:cubicBezTo>
                  <a:pt x="34719" y="52092"/>
                  <a:pt x="34547" y="52235"/>
                  <a:pt x="34376" y="52435"/>
                </a:cubicBezTo>
                <a:cubicBezTo>
                  <a:pt x="29146" y="57379"/>
                  <a:pt x="23860" y="59865"/>
                  <a:pt x="18459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57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48" y="12087"/>
                </a:cubicBezTo>
                <a:cubicBezTo>
                  <a:pt x="41091" y="10658"/>
                  <a:pt x="40091" y="9115"/>
                  <a:pt x="38491" y="7429"/>
                </a:cubicBezTo>
                <a:cubicBezTo>
                  <a:pt x="36890" y="5772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887"/>
                </a:cubicBezTo>
                <a:cubicBezTo>
                  <a:pt x="20660" y="11630"/>
                  <a:pt x="18459" y="15230"/>
                  <a:pt x="16859" y="19631"/>
                </a:cubicBezTo>
                <a:cubicBezTo>
                  <a:pt x="14288" y="26632"/>
                  <a:pt x="12487" y="33890"/>
                  <a:pt x="11401" y="41405"/>
                </a:cubicBezTo>
                <a:cubicBezTo>
                  <a:pt x="11401" y="41691"/>
                  <a:pt x="11401" y="42177"/>
                  <a:pt x="11401" y="42862"/>
                </a:cubicBezTo>
                <a:cubicBezTo>
                  <a:pt x="11401" y="43577"/>
                  <a:pt x="11373" y="44120"/>
                  <a:pt x="11287" y="44463"/>
                </a:cubicBezTo>
                <a:cubicBezTo>
                  <a:pt x="11287" y="48435"/>
                  <a:pt x="12059" y="51178"/>
                  <a:pt x="13659" y="52692"/>
                </a:cubicBezTo>
                <a:cubicBezTo>
                  <a:pt x="15259" y="54207"/>
                  <a:pt x="17174" y="55007"/>
                  <a:pt x="19374" y="55093"/>
                </a:cubicBezTo>
                <a:cubicBezTo>
                  <a:pt x="22746" y="55093"/>
                  <a:pt x="26060" y="53635"/>
                  <a:pt x="29318" y="50721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48" y="29747"/>
                </a:cubicBezTo>
                <a:cubicBezTo>
                  <a:pt x="40948" y="20603"/>
                  <a:pt x="42120" y="15716"/>
                  <a:pt x="42205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931A4-4C2B-45ED-B4A5-61C85095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286" y="1512389"/>
            <a:ext cx="24775" cy="59265"/>
          </a:xfrm>
          <a:custGeom xmlns:a="http://schemas.openxmlformats.org/drawingml/2006/main">
            <a:pathLst>
              <a:path w="24775" h="59265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29" y="3372"/>
                </a:cubicBezTo>
                <a:cubicBezTo>
                  <a:pt x="5029" y="1114"/>
                  <a:pt x="7715" y="0"/>
                  <a:pt x="11087" y="0"/>
                </a:cubicBezTo>
                <a:cubicBezTo>
                  <a:pt x="14602" y="0"/>
                  <a:pt x="17717" y="1572"/>
                  <a:pt x="20488" y="4686"/>
                </a:cubicBezTo>
                <a:cubicBezTo>
                  <a:pt x="23231" y="7830"/>
                  <a:pt x="24660" y="13345"/>
                  <a:pt x="24775" y="21231"/>
                </a:cubicBezTo>
                <a:cubicBezTo>
                  <a:pt x="24775" y="25603"/>
                  <a:pt x="24232" y="29861"/>
                  <a:pt x="23089" y="33976"/>
                </a:cubicBezTo>
                <a:cubicBezTo>
                  <a:pt x="21974" y="38119"/>
                  <a:pt x="20660" y="41691"/>
                  <a:pt x="19145" y="44691"/>
                </a:cubicBezTo>
                <a:cubicBezTo>
                  <a:pt x="17659" y="47692"/>
                  <a:pt x="16031" y="50263"/>
                  <a:pt x="14288" y="52378"/>
                </a:cubicBezTo>
                <a:cubicBezTo>
                  <a:pt x="12516" y="54493"/>
                  <a:pt x="11030" y="56207"/>
                  <a:pt x="9773" y="57436"/>
                </a:cubicBezTo>
                <a:cubicBezTo>
                  <a:pt x="8515" y="58693"/>
                  <a:pt x="7715" y="59265"/>
                  <a:pt x="7315" y="59122"/>
                </a:cubicBezTo>
                <a:cubicBezTo>
                  <a:pt x="6829" y="59122"/>
                  <a:pt x="6029" y="58579"/>
                  <a:pt x="4886" y="57436"/>
                </a:cubicBezTo>
                <a:cubicBezTo>
                  <a:pt x="3772" y="56321"/>
                  <a:pt x="3200" y="55521"/>
                  <a:pt x="3200" y="55007"/>
                </a:cubicBezTo>
                <a:cubicBezTo>
                  <a:pt x="3200" y="54493"/>
                  <a:pt x="3886" y="53521"/>
                  <a:pt x="5258" y="52006"/>
                </a:cubicBezTo>
                <a:cubicBezTo>
                  <a:pt x="6658" y="50521"/>
                  <a:pt x="8201" y="48635"/>
                  <a:pt x="9973" y="46377"/>
                </a:cubicBezTo>
                <a:cubicBezTo>
                  <a:pt x="11716" y="44120"/>
                  <a:pt x="13345" y="40977"/>
                  <a:pt x="14830" y="36976"/>
                </a:cubicBezTo>
                <a:cubicBezTo>
                  <a:pt x="16345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31"/>
                </a:lnTo>
                <a:cubicBezTo>
                  <a:pt x="17402" y="21346"/>
                  <a:pt x="17088" y="21460"/>
                  <a:pt x="16716" y="21603"/>
                </a:cubicBezTo>
                <a:cubicBezTo>
                  <a:pt x="16345" y="21717"/>
                  <a:pt x="15973" y="21917"/>
                  <a:pt x="15573" y="22146"/>
                </a:cubicBezTo>
                <a:cubicBezTo>
                  <a:pt x="15230" y="22403"/>
                  <a:pt x="14659" y="22546"/>
                  <a:pt x="13887" y="22546"/>
                </a:cubicBezTo>
                <a:cubicBezTo>
                  <a:pt x="13145" y="22546"/>
                  <a:pt x="12402" y="22603"/>
                  <a:pt x="11659" y="22717"/>
                </a:cubicBezTo>
                <a:cubicBezTo>
                  <a:pt x="8258" y="22717"/>
                  <a:pt x="5515" y="21660"/>
                  <a:pt x="3372" y="19545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FBF4F-A943-4475-969D-7EB1C289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286" y="1512389"/>
            <a:ext cx="24775" cy="59265"/>
          </a:xfrm>
          <a:custGeom xmlns:a="http://schemas.openxmlformats.org/drawingml/2006/main">
            <a:pathLst>
              <a:path w="24775" h="59265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29" y="3372"/>
                </a:cubicBezTo>
                <a:cubicBezTo>
                  <a:pt x="5029" y="1114"/>
                  <a:pt x="7715" y="0"/>
                  <a:pt x="11087" y="0"/>
                </a:cubicBezTo>
                <a:cubicBezTo>
                  <a:pt x="14602" y="0"/>
                  <a:pt x="17717" y="1572"/>
                  <a:pt x="20488" y="4686"/>
                </a:cubicBezTo>
                <a:cubicBezTo>
                  <a:pt x="23231" y="7830"/>
                  <a:pt x="24660" y="13345"/>
                  <a:pt x="24775" y="21231"/>
                </a:cubicBezTo>
                <a:cubicBezTo>
                  <a:pt x="24775" y="25603"/>
                  <a:pt x="24232" y="29861"/>
                  <a:pt x="23089" y="33976"/>
                </a:cubicBezTo>
                <a:cubicBezTo>
                  <a:pt x="21974" y="38119"/>
                  <a:pt x="20660" y="41691"/>
                  <a:pt x="19145" y="44691"/>
                </a:cubicBezTo>
                <a:cubicBezTo>
                  <a:pt x="17659" y="47692"/>
                  <a:pt x="16031" y="50263"/>
                  <a:pt x="14288" y="52378"/>
                </a:cubicBezTo>
                <a:cubicBezTo>
                  <a:pt x="12516" y="54493"/>
                  <a:pt x="11030" y="56207"/>
                  <a:pt x="9773" y="57436"/>
                </a:cubicBezTo>
                <a:cubicBezTo>
                  <a:pt x="8515" y="58693"/>
                  <a:pt x="7715" y="59265"/>
                  <a:pt x="7315" y="59122"/>
                </a:cubicBezTo>
                <a:cubicBezTo>
                  <a:pt x="6829" y="59122"/>
                  <a:pt x="6029" y="58579"/>
                  <a:pt x="4886" y="57436"/>
                </a:cubicBezTo>
                <a:cubicBezTo>
                  <a:pt x="3772" y="56321"/>
                  <a:pt x="3200" y="55521"/>
                  <a:pt x="3200" y="55007"/>
                </a:cubicBezTo>
                <a:cubicBezTo>
                  <a:pt x="3200" y="54493"/>
                  <a:pt x="3886" y="53521"/>
                  <a:pt x="5258" y="52006"/>
                </a:cubicBezTo>
                <a:cubicBezTo>
                  <a:pt x="6658" y="50521"/>
                  <a:pt x="8201" y="48635"/>
                  <a:pt x="9973" y="46377"/>
                </a:cubicBezTo>
                <a:cubicBezTo>
                  <a:pt x="11716" y="44120"/>
                  <a:pt x="13345" y="40977"/>
                  <a:pt x="14830" y="36976"/>
                </a:cubicBezTo>
                <a:cubicBezTo>
                  <a:pt x="16345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31"/>
                </a:lnTo>
                <a:cubicBezTo>
                  <a:pt x="17402" y="21346"/>
                  <a:pt x="17088" y="21460"/>
                  <a:pt x="16716" y="21603"/>
                </a:cubicBezTo>
                <a:cubicBezTo>
                  <a:pt x="16345" y="21717"/>
                  <a:pt x="15973" y="21917"/>
                  <a:pt x="15573" y="22146"/>
                </a:cubicBezTo>
                <a:cubicBezTo>
                  <a:pt x="15230" y="22403"/>
                  <a:pt x="14659" y="22546"/>
                  <a:pt x="13887" y="22546"/>
                </a:cubicBezTo>
                <a:cubicBezTo>
                  <a:pt x="13145" y="22546"/>
                  <a:pt x="12402" y="22603"/>
                  <a:pt x="11659" y="22717"/>
                </a:cubicBezTo>
                <a:cubicBezTo>
                  <a:pt x="8258" y="22717"/>
                  <a:pt x="5515" y="21660"/>
                  <a:pt x="3372" y="19545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0111C-E2F9-4723-8463-F399FCDD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496" y="1452124"/>
            <a:ext cx="74295" cy="85296"/>
          </a:xfrm>
          <a:custGeom xmlns:a="http://schemas.openxmlformats.org/drawingml/2006/main">
            <a:pathLst>
              <a:path w="74295" h="85296">
                <a:moveTo>
                  <a:pt x="0" y="53121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918" y="5458"/>
                  <a:pt x="38548" y="0"/>
                  <a:pt x="51064" y="0"/>
                </a:cubicBezTo>
                <a:cubicBezTo>
                  <a:pt x="58093" y="0"/>
                  <a:pt x="63579" y="1514"/>
                  <a:pt x="67580" y="4515"/>
                </a:cubicBezTo>
                <a:cubicBezTo>
                  <a:pt x="71580" y="7515"/>
                  <a:pt x="73666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37" y="29347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492" y="24489"/>
                  <a:pt x="53492" y="21974"/>
                </a:cubicBezTo>
                <a:cubicBezTo>
                  <a:pt x="53492" y="19460"/>
                  <a:pt x="54207" y="17345"/>
                  <a:pt x="55578" y="15602"/>
                </a:cubicBezTo>
                <a:cubicBezTo>
                  <a:pt x="56950" y="13830"/>
                  <a:pt x="58322" y="12516"/>
                  <a:pt x="59693" y="11630"/>
                </a:cubicBezTo>
                <a:cubicBezTo>
                  <a:pt x="61093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51" y="9887"/>
                  <a:pt x="61408" y="9401"/>
                </a:cubicBezTo>
                <a:cubicBezTo>
                  <a:pt x="60636" y="8887"/>
                  <a:pt x="59322" y="8401"/>
                  <a:pt x="57436" y="7887"/>
                </a:cubicBezTo>
                <a:cubicBezTo>
                  <a:pt x="55578" y="7401"/>
                  <a:pt x="53435" y="7144"/>
                  <a:pt x="51064" y="7144"/>
                </a:cubicBezTo>
                <a:cubicBezTo>
                  <a:pt x="47320" y="7144"/>
                  <a:pt x="43748" y="8001"/>
                  <a:pt x="40376" y="9773"/>
                </a:cubicBezTo>
                <a:cubicBezTo>
                  <a:pt x="37748" y="10887"/>
                  <a:pt x="35033" y="12830"/>
                  <a:pt x="32290" y="15602"/>
                </a:cubicBezTo>
                <a:cubicBezTo>
                  <a:pt x="26775" y="21088"/>
                  <a:pt x="22774" y="28861"/>
                  <a:pt x="20288" y="38862"/>
                </a:cubicBezTo>
                <a:cubicBezTo>
                  <a:pt x="17774" y="48892"/>
                  <a:pt x="16459" y="56121"/>
                  <a:pt x="16345" y="60636"/>
                </a:cubicBezTo>
                <a:cubicBezTo>
                  <a:pt x="16345" y="66408"/>
                  <a:pt x="17974" y="70723"/>
                  <a:pt x="21203" y="73609"/>
                </a:cubicBezTo>
                <a:cubicBezTo>
                  <a:pt x="23974" y="76610"/>
                  <a:pt x="27603" y="78095"/>
                  <a:pt x="32118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51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23" y="60265"/>
                  <a:pt x="71152" y="60836"/>
                  <a:pt x="72266" y="61951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95" y="65208"/>
                  <a:pt x="73724" y="66151"/>
                  <a:pt x="72466" y="67408"/>
                </a:cubicBezTo>
                <a:cubicBezTo>
                  <a:pt x="71209" y="68666"/>
                  <a:pt x="69409" y="70409"/>
                  <a:pt x="67008" y="72666"/>
                </a:cubicBezTo>
                <a:cubicBezTo>
                  <a:pt x="64637" y="74895"/>
                  <a:pt x="61836" y="76781"/>
                  <a:pt x="58579" y="78296"/>
                </a:cubicBezTo>
                <a:cubicBezTo>
                  <a:pt x="55321" y="79810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74" y="85039"/>
                  <a:pt x="14573" y="82039"/>
                  <a:pt x="8830" y="76038"/>
                </a:cubicBezTo>
                <a:cubicBezTo>
                  <a:pt x="3086" y="70037"/>
                  <a:pt x="114" y="62408"/>
                  <a:pt x="0" y="53121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CA0CB-9968-4805-8F31-881B3DB3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496" y="1452124"/>
            <a:ext cx="74295" cy="85296"/>
          </a:xfrm>
          <a:custGeom xmlns:a="http://schemas.openxmlformats.org/drawingml/2006/main">
            <a:pathLst>
              <a:path w="74295" h="85296" fill="none">
                <a:moveTo>
                  <a:pt x="0" y="53121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918" y="5458"/>
                  <a:pt x="38548" y="0"/>
                  <a:pt x="51064" y="0"/>
                </a:cubicBezTo>
                <a:cubicBezTo>
                  <a:pt x="58093" y="0"/>
                  <a:pt x="63579" y="1514"/>
                  <a:pt x="67580" y="4515"/>
                </a:cubicBezTo>
                <a:cubicBezTo>
                  <a:pt x="71580" y="7515"/>
                  <a:pt x="73666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37" y="29347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492" y="24489"/>
                  <a:pt x="53492" y="21974"/>
                </a:cubicBezTo>
                <a:cubicBezTo>
                  <a:pt x="53492" y="19460"/>
                  <a:pt x="54207" y="17345"/>
                  <a:pt x="55578" y="15602"/>
                </a:cubicBezTo>
                <a:cubicBezTo>
                  <a:pt x="56950" y="13830"/>
                  <a:pt x="58322" y="12516"/>
                  <a:pt x="59693" y="11630"/>
                </a:cubicBezTo>
                <a:cubicBezTo>
                  <a:pt x="61093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51" y="9887"/>
                  <a:pt x="61408" y="9401"/>
                </a:cubicBezTo>
                <a:cubicBezTo>
                  <a:pt x="60636" y="8887"/>
                  <a:pt x="59322" y="8401"/>
                  <a:pt x="57436" y="7887"/>
                </a:cubicBezTo>
                <a:cubicBezTo>
                  <a:pt x="55578" y="7401"/>
                  <a:pt x="53435" y="7144"/>
                  <a:pt x="51064" y="7144"/>
                </a:cubicBezTo>
                <a:cubicBezTo>
                  <a:pt x="47320" y="7144"/>
                  <a:pt x="43748" y="8001"/>
                  <a:pt x="40376" y="9773"/>
                </a:cubicBezTo>
                <a:cubicBezTo>
                  <a:pt x="37748" y="10887"/>
                  <a:pt x="35033" y="12830"/>
                  <a:pt x="32290" y="15602"/>
                </a:cubicBezTo>
                <a:cubicBezTo>
                  <a:pt x="26775" y="21088"/>
                  <a:pt x="22774" y="28861"/>
                  <a:pt x="20288" y="38862"/>
                </a:cubicBezTo>
                <a:cubicBezTo>
                  <a:pt x="17774" y="48892"/>
                  <a:pt x="16459" y="56121"/>
                  <a:pt x="16345" y="60636"/>
                </a:cubicBezTo>
                <a:cubicBezTo>
                  <a:pt x="16345" y="66408"/>
                  <a:pt x="17974" y="70723"/>
                  <a:pt x="21203" y="73609"/>
                </a:cubicBezTo>
                <a:cubicBezTo>
                  <a:pt x="23974" y="76610"/>
                  <a:pt x="27603" y="78095"/>
                  <a:pt x="32118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51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23" y="60265"/>
                  <a:pt x="71152" y="60836"/>
                  <a:pt x="72266" y="61951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95" y="65208"/>
                  <a:pt x="73724" y="66151"/>
                  <a:pt x="72466" y="67408"/>
                </a:cubicBezTo>
                <a:cubicBezTo>
                  <a:pt x="71209" y="68666"/>
                  <a:pt x="69409" y="70409"/>
                  <a:pt x="67008" y="72666"/>
                </a:cubicBezTo>
                <a:cubicBezTo>
                  <a:pt x="64637" y="74895"/>
                  <a:pt x="61836" y="76781"/>
                  <a:pt x="58579" y="78296"/>
                </a:cubicBezTo>
                <a:cubicBezTo>
                  <a:pt x="55321" y="79810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74" y="85039"/>
                  <a:pt x="14573" y="82039"/>
                  <a:pt x="8830" y="76038"/>
                </a:cubicBezTo>
                <a:cubicBezTo>
                  <a:pt x="3086" y="70037"/>
                  <a:pt x="114" y="62408"/>
                  <a:pt x="0" y="531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06C2D-F2F0-4556-BD9D-7A9DB4D0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764" y="1474870"/>
            <a:ext cx="55893" cy="91326"/>
          </a:xfrm>
          <a:custGeom xmlns:a="http://schemas.openxmlformats.org/drawingml/2006/main">
            <a:pathLst>
              <a:path w="55893" h="91326">
                <a:moveTo>
                  <a:pt x="7572" y="10744"/>
                </a:moveTo>
                <a:cubicBezTo>
                  <a:pt x="12544" y="3572"/>
                  <a:pt x="19317" y="0"/>
                  <a:pt x="27889" y="0"/>
                </a:cubicBezTo>
                <a:cubicBezTo>
                  <a:pt x="32147" y="0"/>
                  <a:pt x="36376" y="1143"/>
                  <a:pt x="40634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64" y="23003"/>
                  <a:pt x="55893" y="33090"/>
                  <a:pt x="55893" y="45920"/>
                </a:cubicBezTo>
                <a:cubicBezTo>
                  <a:pt x="55893" y="59636"/>
                  <a:pt x="53978" y="70123"/>
                  <a:pt x="50178" y="77381"/>
                </a:cubicBezTo>
                <a:cubicBezTo>
                  <a:pt x="48406" y="81096"/>
                  <a:pt x="45977" y="84068"/>
                  <a:pt x="42891" y="86268"/>
                </a:cubicBezTo>
                <a:cubicBezTo>
                  <a:pt x="39776" y="88497"/>
                  <a:pt x="37090" y="89868"/>
                  <a:pt x="34776" y="90383"/>
                </a:cubicBezTo>
                <a:cubicBezTo>
                  <a:pt x="32490" y="90926"/>
                  <a:pt x="30232" y="91240"/>
                  <a:pt x="28003" y="91326"/>
                </a:cubicBezTo>
                <a:cubicBezTo>
                  <a:pt x="25718" y="91326"/>
                  <a:pt x="23403" y="91040"/>
                  <a:pt x="21117" y="90526"/>
                </a:cubicBezTo>
                <a:cubicBezTo>
                  <a:pt x="18831" y="89983"/>
                  <a:pt x="16116" y="88583"/>
                  <a:pt x="13030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43" y="18802"/>
                  <a:pt x="7572" y="10744"/>
                </a:cubicBezTo>
                <a:close/>
                <a:moveTo>
                  <a:pt x="37433" y="9144"/>
                </a:moveTo>
                <a:cubicBezTo>
                  <a:pt x="34776" y="6344"/>
                  <a:pt x="31633" y="4915"/>
                  <a:pt x="28003" y="4915"/>
                </a:cubicBezTo>
                <a:cubicBezTo>
                  <a:pt x="24289" y="4915"/>
                  <a:pt x="21117" y="6344"/>
                  <a:pt x="18459" y="9144"/>
                </a:cubicBezTo>
                <a:cubicBezTo>
                  <a:pt x="16259" y="11459"/>
                  <a:pt x="14773" y="14659"/>
                  <a:pt x="14087" y="18717"/>
                </a:cubicBezTo>
                <a:cubicBezTo>
                  <a:pt x="13373" y="22774"/>
                  <a:pt x="13030" y="31290"/>
                  <a:pt x="13030" y="44206"/>
                </a:cubicBezTo>
                <a:cubicBezTo>
                  <a:pt x="13030" y="58179"/>
                  <a:pt x="13373" y="67380"/>
                  <a:pt x="14087" y="71809"/>
                </a:cubicBezTo>
                <a:cubicBezTo>
                  <a:pt x="14773" y="76238"/>
                  <a:pt x="16373" y="79724"/>
                  <a:pt x="18860" y="82296"/>
                </a:cubicBezTo>
                <a:cubicBezTo>
                  <a:pt x="21346" y="84953"/>
                  <a:pt x="24374" y="86268"/>
                  <a:pt x="28003" y="86268"/>
                </a:cubicBezTo>
                <a:cubicBezTo>
                  <a:pt x="31547" y="86268"/>
                  <a:pt x="34576" y="84953"/>
                  <a:pt x="37033" y="82296"/>
                </a:cubicBezTo>
                <a:cubicBezTo>
                  <a:pt x="39605" y="79639"/>
                  <a:pt x="41205" y="75924"/>
                  <a:pt x="41834" y="71152"/>
                </a:cubicBezTo>
                <a:cubicBezTo>
                  <a:pt x="42434" y="66351"/>
                  <a:pt x="42805" y="57379"/>
                  <a:pt x="42891" y="44206"/>
                </a:cubicBezTo>
                <a:cubicBezTo>
                  <a:pt x="42891" y="31375"/>
                  <a:pt x="42520" y="22917"/>
                  <a:pt x="41834" y="18831"/>
                </a:cubicBezTo>
                <a:cubicBezTo>
                  <a:pt x="41119" y="14773"/>
                  <a:pt x="39662" y="11544"/>
                  <a:pt x="37433" y="9144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4AB4A-8505-453B-B205-3ABC6CC4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764" y="1474870"/>
            <a:ext cx="55893" cy="91326"/>
          </a:xfrm>
          <a:custGeom xmlns:a="http://schemas.openxmlformats.org/drawingml/2006/main">
            <a:pathLst>
              <a:path w="55893" h="91326" fill="none">
                <a:moveTo>
                  <a:pt x="7572" y="10744"/>
                </a:moveTo>
                <a:cubicBezTo>
                  <a:pt x="12544" y="3572"/>
                  <a:pt x="19317" y="0"/>
                  <a:pt x="27889" y="0"/>
                </a:cubicBezTo>
                <a:cubicBezTo>
                  <a:pt x="32147" y="0"/>
                  <a:pt x="36376" y="1143"/>
                  <a:pt x="40634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64" y="23003"/>
                  <a:pt x="55893" y="33090"/>
                  <a:pt x="55893" y="45920"/>
                </a:cubicBezTo>
                <a:cubicBezTo>
                  <a:pt x="55893" y="59636"/>
                  <a:pt x="53978" y="70123"/>
                  <a:pt x="50178" y="77381"/>
                </a:cubicBezTo>
                <a:cubicBezTo>
                  <a:pt x="48406" y="81096"/>
                  <a:pt x="45977" y="84068"/>
                  <a:pt x="42891" y="86268"/>
                </a:cubicBezTo>
                <a:cubicBezTo>
                  <a:pt x="39776" y="88497"/>
                  <a:pt x="37090" y="89868"/>
                  <a:pt x="34776" y="90383"/>
                </a:cubicBezTo>
                <a:cubicBezTo>
                  <a:pt x="32490" y="90926"/>
                  <a:pt x="30232" y="91240"/>
                  <a:pt x="28003" y="91326"/>
                </a:cubicBezTo>
                <a:cubicBezTo>
                  <a:pt x="25718" y="91326"/>
                  <a:pt x="23403" y="91040"/>
                  <a:pt x="21117" y="90526"/>
                </a:cubicBezTo>
                <a:cubicBezTo>
                  <a:pt x="18831" y="89983"/>
                  <a:pt x="16116" y="88583"/>
                  <a:pt x="13030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43" y="18802"/>
                  <a:pt x="7572" y="10744"/>
                </a:cubicBezTo>
                <a:close/>
                <a:moveTo>
                  <a:pt x="37433" y="9144"/>
                </a:moveTo>
                <a:cubicBezTo>
                  <a:pt x="34776" y="6344"/>
                  <a:pt x="31633" y="4915"/>
                  <a:pt x="28003" y="4915"/>
                </a:cubicBezTo>
                <a:cubicBezTo>
                  <a:pt x="24289" y="4915"/>
                  <a:pt x="21117" y="6344"/>
                  <a:pt x="18459" y="9144"/>
                </a:cubicBezTo>
                <a:cubicBezTo>
                  <a:pt x="16259" y="11459"/>
                  <a:pt x="14773" y="14659"/>
                  <a:pt x="14087" y="18717"/>
                </a:cubicBezTo>
                <a:cubicBezTo>
                  <a:pt x="13373" y="22774"/>
                  <a:pt x="13030" y="31290"/>
                  <a:pt x="13030" y="44206"/>
                </a:cubicBezTo>
                <a:cubicBezTo>
                  <a:pt x="13030" y="58179"/>
                  <a:pt x="13373" y="67380"/>
                  <a:pt x="14087" y="71809"/>
                </a:cubicBezTo>
                <a:cubicBezTo>
                  <a:pt x="14773" y="76238"/>
                  <a:pt x="16373" y="79724"/>
                  <a:pt x="18860" y="82296"/>
                </a:cubicBezTo>
                <a:cubicBezTo>
                  <a:pt x="21346" y="84953"/>
                  <a:pt x="24374" y="86268"/>
                  <a:pt x="28003" y="86268"/>
                </a:cubicBezTo>
                <a:cubicBezTo>
                  <a:pt x="31547" y="86268"/>
                  <a:pt x="34576" y="84953"/>
                  <a:pt x="37033" y="82296"/>
                </a:cubicBezTo>
                <a:cubicBezTo>
                  <a:pt x="39605" y="79639"/>
                  <a:pt x="41205" y="75924"/>
                  <a:pt x="41834" y="71152"/>
                </a:cubicBezTo>
                <a:cubicBezTo>
                  <a:pt x="42434" y="66351"/>
                  <a:pt x="42805" y="57379"/>
                  <a:pt x="42891" y="44206"/>
                </a:cubicBezTo>
                <a:cubicBezTo>
                  <a:pt x="42891" y="31375"/>
                  <a:pt x="42520" y="22917"/>
                  <a:pt x="41834" y="18831"/>
                </a:cubicBezTo>
                <a:cubicBezTo>
                  <a:pt x="41119" y="14773"/>
                  <a:pt x="39662" y="11544"/>
                  <a:pt x="37433" y="9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B6FE2-240E-4036-827B-72D5E826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688" y="1394317"/>
            <a:ext cx="41977" cy="187709"/>
          </a:xfrm>
          <a:custGeom xmlns:a="http://schemas.openxmlformats.org/drawingml/2006/main">
            <a:pathLst>
              <a:path w="41977" h="187709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44" y="2743"/>
                  <a:pt x="13202" y="18145"/>
                  <a:pt x="24603" y="48063"/>
                </a:cubicBezTo>
                <a:cubicBezTo>
                  <a:pt x="35976" y="77953"/>
                  <a:pt x="41748" y="93240"/>
                  <a:pt x="41862" y="93869"/>
                </a:cubicBezTo>
                <a:cubicBezTo>
                  <a:pt x="41977" y="94498"/>
                  <a:pt x="36290" y="109757"/>
                  <a:pt x="24803" y="139675"/>
                </a:cubicBezTo>
                <a:cubicBezTo>
                  <a:pt x="13259" y="169564"/>
                  <a:pt x="7344" y="184966"/>
                  <a:pt x="6944" y="185852"/>
                </a:cubicBezTo>
                <a:cubicBezTo>
                  <a:pt x="6058" y="187109"/>
                  <a:pt x="5001" y="187709"/>
                  <a:pt x="3772" y="187709"/>
                </a:cubicBezTo>
                <a:cubicBezTo>
                  <a:pt x="2743" y="187709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097"/>
                  <a:pt x="33976" y="93869"/>
                </a:cubicBezTo>
                <a:cubicBezTo>
                  <a:pt x="33976" y="93612"/>
                  <a:pt x="28289" y="78638"/>
                  <a:pt x="16888" y="48978"/>
                </a:cubicBezTo>
                <a:cubicBezTo>
                  <a:pt x="5629" y="19202"/>
                  <a:pt x="0" y="4001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E07C8-8F91-45A1-9066-5D7FC68B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688" y="1394317"/>
            <a:ext cx="41977" cy="187709"/>
          </a:xfrm>
          <a:custGeom xmlns:a="http://schemas.openxmlformats.org/drawingml/2006/main">
            <a:pathLst>
              <a:path w="41977" h="187709" fill="none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44" y="2743"/>
                  <a:pt x="13202" y="18145"/>
                  <a:pt x="24603" y="48063"/>
                </a:cubicBezTo>
                <a:cubicBezTo>
                  <a:pt x="35976" y="77953"/>
                  <a:pt x="41748" y="93240"/>
                  <a:pt x="41862" y="93869"/>
                </a:cubicBezTo>
                <a:cubicBezTo>
                  <a:pt x="41977" y="94498"/>
                  <a:pt x="36290" y="109757"/>
                  <a:pt x="24803" y="139675"/>
                </a:cubicBezTo>
                <a:cubicBezTo>
                  <a:pt x="13259" y="169564"/>
                  <a:pt x="7344" y="184966"/>
                  <a:pt x="6944" y="185852"/>
                </a:cubicBezTo>
                <a:cubicBezTo>
                  <a:pt x="6058" y="187109"/>
                  <a:pt x="5001" y="187709"/>
                  <a:pt x="3772" y="187709"/>
                </a:cubicBezTo>
                <a:cubicBezTo>
                  <a:pt x="2743" y="187709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097"/>
                  <a:pt x="33976" y="93869"/>
                </a:cubicBezTo>
                <a:cubicBezTo>
                  <a:pt x="33976" y="93612"/>
                  <a:pt x="28289" y="78638"/>
                  <a:pt x="16888" y="48978"/>
                </a:cubicBezTo>
                <a:cubicBezTo>
                  <a:pt x="5629" y="19202"/>
                  <a:pt x="0" y="4001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575C2-5164-443B-9A44-398EB859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283" y="1897494"/>
            <a:ext cx="263204" cy="263233"/>
          </a:xfrm>
          <a:custGeom xmlns:a="http://schemas.openxmlformats.org/drawingml/2006/main">
            <a:pathLst>
              <a:path w="263204" h="263233">
                <a:moveTo>
                  <a:pt x="263204" y="131616"/>
                </a:moveTo>
                <a:cubicBezTo>
                  <a:pt x="263204" y="140246"/>
                  <a:pt x="262376" y="148819"/>
                  <a:pt x="260690" y="157305"/>
                </a:cubicBezTo>
                <a:cubicBezTo>
                  <a:pt x="259004" y="165764"/>
                  <a:pt x="256518" y="173993"/>
                  <a:pt x="253203" y="181994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67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819" y="262376"/>
                  <a:pt x="140246" y="263233"/>
                  <a:pt x="131616" y="263233"/>
                </a:cubicBezTo>
                <a:cubicBezTo>
                  <a:pt x="122987" y="263233"/>
                  <a:pt x="114414" y="262376"/>
                  <a:pt x="105928" y="260690"/>
                </a:cubicBezTo>
                <a:cubicBezTo>
                  <a:pt x="97469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321" y="236230"/>
                  <a:pt x="44663" y="230772"/>
                  <a:pt x="38548" y="224685"/>
                </a:cubicBezTo>
                <a:cubicBezTo>
                  <a:pt x="32433" y="218570"/>
                  <a:pt x="27003" y="211912"/>
                  <a:pt x="22174" y="204740"/>
                </a:cubicBezTo>
                <a:cubicBezTo>
                  <a:pt x="17374" y="197539"/>
                  <a:pt x="13316" y="189967"/>
                  <a:pt x="10030" y="181994"/>
                </a:cubicBezTo>
                <a:cubicBezTo>
                  <a:pt x="6715" y="173993"/>
                  <a:pt x="4229" y="165764"/>
                  <a:pt x="2543" y="157305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40"/>
                  <a:pt x="10030" y="81267"/>
                </a:cubicBezTo>
                <a:cubicBezTo>
                  <a:pt x="13316" y="73266"/>
                  <a:pt x="17374" y="65694"/>
                  <a:pt x="22203" y="58493"/>
                </a:cubicBezTo>
                <a:cubicBezTo>
                  <a:pt x="27003" y="51321"/>
                  <a:pt x="32433" y="44663"/>
                  <a:pt x="38548" y="38576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65" y="17374"/>
                  <a:pt x="73266" y="13345"/>
                  <a:pt x="81239" y="10030"/>
                </a:cubicBezTo>
                <a:cubicBezTo>
                  <a:pt x="89240" y="6715"/>
                  <a:pt x="97469" y="4229"/>
                  <a:pt x="105928" y="2543"/>
                </a:cubicBezTo>
                <a:cubicBezTo>
                  <a:pt x="114414" y="857"/>
                  <a:pt x="122987" y="0"/>
                  <a:pt x="131616" y="0"/>
                </a:cubicBezTo>
                <a:cubicBezTo>
                  <a:pt x="140246" y="0"/>
                  <a:pt x="148819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67" y="13345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76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88" y="73266"/>
                  <a:pt x="253203" y="81267"/>
                </a:cubicBezTo>
                <a:cubicBezTo>
                  <a:pt x="256518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D2AA3-B605-48DA-8145-DB62A0D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283" y="1897494"/>
            <a:ext cx="263204" cy="263233"/>
          </a:xfrm>
          <a:custGeom xmlns:a="http://schemas.openxmlformats.org/drawingml/2006/main">
            <a:pathLst>
              <a:path w="263204" h="263233" fill="none">
                <a:moveTo>
                  <a:pt x="263204" y="131616"/>
                </a:moveTo>
                <a:cubicBezTo>
                  <a:pt x="263204" y="140246"/>
                  <a:pt x="262376" y="148819"/>
                  <a:pt x="260690" y="157305"/>
                </a:cubicBezTo>
                <a:cubicBezTo>
                  <a:pt x="259004" y="165764"/>
                  <a:pt x="256518" y="173993"/>
                  <a:pt x="253203" y="181994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67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819" y="262376"/>
                  <a:pt x="140246" y="263233"/>
                  <a:pt x="131616" y="263233"/>
                </a:cubicBezTo>
                <a:cubicBezTo>
                  <a:pt x="122987" y="263233"/>
                  <a:pt x="114414" y="262376"/>
                  <a:pt x="105928" y="260690"/>
                </a:cubicBezTo>
                <a:cubicBezTo>
                  <a:pt x="97469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321" y="236230"/>
                  <a:pt x="44663" y="230772"/>
                  <a:pt x="38548" y="224685"/>
                </a:cubicBezTo>
                <a:cubicBezTo>
                  <a:pt x="32433" y="218570"/>
                  <a:pt x="27003" y="211912"/>
                  <a:pt x="22174" y="204740"/>
                </a:cubicBezTo>
                <a:cubicBezTo>
                  <a:pt x="17374" y="197539"/>
                  <a:pt x="13316" y="189967"/>
                  <a:pt x="10030" y="181994"/>
                </a:cubicBezTo>
                <a:cubicBezTo>
                  <a:pt x="6715" y="173993"/>
                  <a:pt x="4229" y="165764"/>
                  <a:pt x="2543" y="157305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40"/>
                  <a:pt x="10030" y="81267"/>
                </a:cubicBezTo>
                <a:cubicBezTo>
                  <a:pt x="13316" y="73266"/>
                  <a:pt x="17374" y="65694"/>
                  <a:pt x="22203" y="58493"/>
                </a:cubicBezTo>
                <a:cubicBezTo>
                  <a:pt x="27003" y="51321"/>
                  <a:pt x="32433" y="44663"/>
                  <a:pt x="38548" y="38576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65" y="17374"/>
                  <a:pt x="73266" y="13345"/>
                  <a:pt x="81239" y="10030"/>
                </a:cubicBezTo>
                <a:cubicBezTo>
                  <a:pt x="89240" y="6715"/>
                  <a:pt x="97469" y="4229"/>
                  <a:pt x="105928" y="2543"/>
                </a:cubicBezTo>
                <a:cubicBezTo>
                  <a:pt x="114414" y="857"/>
                  <a:pt x="122987" y="0"/>
                  <a:pt x="131616" y="0"/>
                </a:cubicBezTo>
                <a:cubicBezTo>
                  <a:pt x="140246" y="0"/>
                  <a:pt x="148819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67" y="13345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76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88" y="73266"/>
                  <a:pt x="253203" y="81267"/>
                </a:cubicBezTo>
                <a:cubicBezTo>
                  <a:pt x="256518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243" name="Text 6">
            <a:extLst xmlns:a="http://schemas.openxmlformats.org/drawingml/2006/main">
              <a:ext uri="{FF2B5EF4-FFF2-40B4-BE49-F238E27FC236}">
                <a16:creationId xmlns:a16="http://schemas.microsoft.com/office/drawing/2014/main" id="{29209D5D-8592-406E-AF8E-35DB4A2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362" y="1952381"/>
            <a:ext cx="82027" cy="141615"/>
          </a:xfrm>
          <a:custGeom xmlns:a="http://schemas.openxmlformats.org/drawingml/2006/main">
            <a:pathLst>
              <a:path w="82027" h="141615">
                <a:moveTo>
                  <a:pt x="72713" y="0"/>
                </a:moveTo>
                <a:cubicBezTo>
                  <a:pt x="73348" y="1058"/>
                  <a:pt x="73806" y="2223"/>
                  <a:pt x="74089" y="3493"/>
                </a:cubicBezTo>
                <a:cubicBezTo>
                  <a:pt x="73665" y="4269"/>
                  <a:pt x="72995" y="4798"/>
                  <a:pt x="72078" y="5080"/>
                </a:cubicBezTo>
                <a:cubicBezTo>
                  <a:pt x="69114" y="5854"/>
                  <a:pt x="64739" y="7896"/>
                  <a:pt x="58953" y="11206"/>
                </a:cubicBezTo>
                <a:cubicBezTo>
                  <a:pt x="57613" y="11909"/>
                  <a:pt x="53520" y="15182"/>
                  <a:pt x="46676" y="21023"/>
                </a:cubicBezTo>
                <a:cubicBezTo>
                  <a:pt x="43642" y="23135"/>
                  <a:pt x="39973" y="27078"/>
                  <a:pt x="35668" y="32850"/>
                </a:cubicBezTo>
                <a:cubicBezTo>
                  <a:pt x="29812" y="40592"/>
                  <a:pt x="25614" y="47508"/>
                  <a:pt x="23073" y="53599"/>
                </a:cubicBezTo>
                <a:cubicBezTo>
                  <a:pt x="20533" y="59687"/>
                  <a:pt x="18275" y="67658"/>
                  <a:pt x="16300" y="77512"/>
                </a:cubicBezTo>
                <a:cubicBezTo>
                  <a:pt x="15735" y="80328"/>
                  <a:pt x="15347" y="85290"/>
                  <a:pt x="15135" y="92399"/>
                </a:cubicBezTo>
                <a:lnTo>
                  <a:pt x="14818" y="96305"/>
                </a:lnTo>
                <a:cubicBezTo>
                  <a:pt x="14818" y="105317"/>
                  <a:pt x="17481" y="114310"/>
                  <a:pt x="22809" y="123285"/>
                </a:cubicBezTo>
                <a:cubicBezTo>
                  <a:pt x="28136" y="132259"/>
                  <a:pt x="34786" y="136746"/>
                  <a:pt x="42760" y="136746"/>
                </a:cubicBezTo>
                <a:cubicBezTo>
                  <a:pt x="46923" y="136746"/>
                  <a:pt x="50821" y="135479"/>
                  <a:pt x="54455" y="132943"/>
                </a:cubicBezTo>
                <a:cubicBezTo>
                  <a:pt x="58089" y="130405"/>
                  <a:pt x="60964" y="126106"/>
                  <a:pt x="63081" y="120047"/>
                </a:cubicBezTo>
                <a:cubicBezTo>
                  <a:pt x="65198" y="113987"/>
                  <a:pt x="66256" y="106660"/>
                  <a:pt x="66256" y="98065"/>
                </a:cubicBezTo>
                <a:cubicBezTo>
                  <a:pt x="66256" y="86370"/>
                  <a:pt x="64016" y="77721"/>
                  <a:pt x="59536" y="72121"/>
                </a:cubicBezTo>
                <a:cubicBezTo>
                  <a:pt x="55055" y="66518"/>
                  <a:pt x="49675" y="63716"/>
                  <a:pt x="43395" y="63716"/>
                </a:cubicBezTo>
                <a:cubicBezTo>
                  <a:pt x="41490" y="63716"/>
                  <a:pt x="39796" y="64055"/>
                  <a:pt x="38314" y="64732"/>
                </a:cubicBezTo>
                <a:lnTo>
                  <a:pt x="37468" y="64986"/>
                </a:lnTo>
                <a:cubicBezTo>
                  <a:pt x="36550" y="64986"/>
                  <a:pt x="35598" y="63893"/>
                  <a:pt x="34610" y="61705"/>
                </a:cubicBezTo>
                <a:cubicBezTo>
                  <a:pt x="36445" y="60506"/>
                  <a:pt x="38667" y="59518"/>
                  <a:pt x="41278" y="58742"/>
                </a:cubicBezTo>
                <a:cubicBezTo>
                  <a:pt x="43889" y="57966"/>
                  <a:pt x="45582" y="57577"/>
                  <a:pt x="46358" y="57577"/>
                </a:cubicBezTo>
                <a:cubicBezTo>
                  <a:pt x="46852" y="57577"/>
                  <a:pt x="50063" y="58108"/>
                  <a:pt x="55990" y="59168"/>
                </a:cubicBezTo>
                <a:lnTo>
                  <a:pt x="59059" y="60653"/>
                </a:lnTo>
                <a:cubicBezTo>
                  <a:pt x="62446" y="61716"/>
                  <a:pt x="65022" y="62954"/>
                  <a:pt x="66786" y="64368"/>
                </a:cubicBezTo>
                <a:cubicBezTo>
                  <a:pt x="70031" y="66985"/>
                  <a:pt x="72924" y="70275"/>
                  <a:pt x="75465" y="74237"/>
                </a:cubicBezTo>
                <a:cubicBezTo>
                  <a:pt x="76735" y="76288"/>
                  <a:pt x="78428" y="80461"/>
                  <a:pt x="80545" y="86756"/>
                </a:cubicBezTo>
                <a:cubicBezTo>
                  <a:pt x="80686" y="87182"/>
                  <a:pt x="81180" y="90294"/>
                  <a:pt x="82027" y="96094"/>
                </a:cubicBezTo>
                <a:lnTo>
                  <a:pt x="81498" y="106704"/>
                </a:lnTo>
                <a:cubicBezTo>
                  <a:pt x="80016" y="113072"/>
                  <a:pt x="78605" y="117530"/>
                  <a:pt x="77264" y="120077"/>
                </a:cubicBezTo>
                <a:cubicBezTo>
                  <a:pt x="75288" y="123966"/>
                  <a:pt x="71972" y="128210"/>
                  <a:pt x="67315" y="132807"/>
                </a:cubicBezTo>
                <a:cubicBezTo>
                  <a:pt x="64916" y="135142"/>
                  <a:pt x="61811" y="137053"/>
                  <a:pt x="58001" y="138539"/>
                </a:cubicBezTo>
                <a:cubicBezTo>
                  <a:pt x="52638" y="140590"/>
                  <a:pt x="46958" y="141615"/>
                  <a:pt x="40960" y="141615"/>
                </a:cubicBezTo>
                <a:cubicBezTo>
                  <a:pt x="29530" y="141615"/>
                  <a:pt x="19845" y="137046"/>
                  <a:pt x="11907" y="127909"/>
                </a:cubicBezTo>
                <a:cubicBezTo>
                  <a:pt x="3969" y="118771"/>
                  <a:pt x="0" y="105523"/>
                  <a:pt x="0" y="88166"/>
                </a:cubicBezTo>
                <a:cubicBezTo>
                  <a:pt x="0" y="78499"/>
                  <a:pt x="1482" y="69343"/>
                  <a:pt x="4445" y="60700"/>
                </a:cubicBezTo>
                <a:cubicBezTo>
                  <a:pt x="7409" y="52056"/>
                  <a:pt x="11607" y="44136"/>
                  <a:pt x="17040" y="36938"/>
                </a:cubicBezTo>
                <a:cubicBezTo>
                  <a:pt x="20710" y="32070"/>
                  <a:pt x="25702" y="26848"/>
                  <a:pt x="32017" y="21274"/>
                </a:cubicBezTo>
                <a:cubicBezTo>
                  <a:pt x="38332" y="15700"/>
                  <a:pt x="44312" y="11360"/>
                  <a:pt x="49957" y="8256"/>
                </a:cubicBezTo>
                <a:cubicBezTo>
                  <a:pt x="57648" y="4163"/>
                  <a:pt x="65233" y="1411"/>
                  <a:pt x="727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612E6-1355-465B-92B2-3B6C4DC5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76186"/>
            <a:ext cx="263233" cy="263233"/>
          </a:xfrm>
          <a:custGeom xmlns:a="http://schemas.openxmlformats.org/drawingml/2006/main">
            <a:pathLst>
              <a:path w="263233" h="263233">
                <a:moveTo>
                  <a:pt x="263233" y="131616"/>
                </a:moveTo>
                <a:cubicBezTo>
                  <a:pt x="263233" y="140275"/>
                  <a:pt x="262376" y="148819"/>
                  <a:pt x="260690" y="157305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67"/>
                  <a:pt x="245859" y="197539"/>
                  <a:pt x="241059" y="204740"/>
                </a:cubicBezTo>
                <a:cubicBezTo>
                  <a:pt x="236258" y="211912"/>
                  <a:pt x="230800" y="218570"/>
                  <a:pt x="224685" y="224685"/>
                </a:cubicBezTo>
                <a:cubicBezTo>
                  <a:pt x="218570" y="230800"/>
                  <a:pt x="211912" y="236258"/>
                  <a:pt x="204740" y="241059"/>
                </a:cubicBezTo>
                <a:cubicBezTo>
                  <a:pt x="197539" y="245859"/>
                  <a:pt x="189967" y="249888"/>
                  <a:pt x="181966" y="253203"/>
                </a:cubicBezTo>
                <a:cubicBezTo>
                  <a:pt x="173993" y="256518"/>
                  <a:pt x="165764" y="259004"/>
                  <a:pt x="157305" y="260690"/>
                </a:cubicBezTo>
                <a:cubicBezTo>
                  <a:pt x="148819" y="262376"/>
                  <a:pt x="140275" y="263233"/>
                  <a:pt x="131616" y="263233"/>
                </a:cubicBezTo>
                <a:cubicBezTo>
                  <a:pt x="122987" y="263233"/>
                  <a:pt x="114414" y="262376"/>
                  <a:pt x="105928" y="260690"/>
                </a:cubicBezTo>
                <a:cubicBezTo>
                  <a:pt x="97469" y="259004"/>
                  <a:pt x="89240" y="256518"/>
                  <a:pt x="81267" y="253203"/>
                </a:cubicBezTo>
                <a:cubicBezTo>
                  <a:pt x="73266" y="249888"/>
                  <a:pt x="65694" y="245859"/>
                  <a:pt x="58493" y="241059"/>
                </a:cubicBezTo>
                <a:cubicBezTo>
                  <a:pt x="51321" y="236258"/>
                  <a:pt x="44663" y="230800"/>
                  <a:pt x="38548" y="224685"/>
                </a:cubicBezTo>
                <a:cubicBezTo>
                  <a:pt x="32461" y="218570"/>
                  <a:pt x="27003" y="211912"/>
                  <a:pt x="22203" y="204740"/>
                </a:cubicBezTo>
                <a:cubicBezTo>
                  <a:pt x="17402" y="197539"/>
                  <a:pt x="13345" y="189967"/>
                  <a:pt x="10030" y="181966"/>
                </a:cubicBezTo>
                <a:cubicBezTo>
                  <a:pt x="6715" y="173993"/>
                  <a:pt x="4229" y="165764"/>
                  <a:pt x="2543" y="157305"/>
                </a:cubicBezTo>
                <a:cubicBezTo>
                  <a:pt x="857" y="148819"/>
                  <a:pt x="0" y="140275"/>
                  <a:pt x="0" y="131616"/>
                </a:cubicBezTo>
                <a:cubicBezTo>
                  <a:pt x="0" y="122987"/>
                  <a:pt x="857" y="114414"/>
                  <a:pt x="2543" y="105928"/>
                </a:cubicBezTo>
                <a:cubicBezTo>
                  <a:pt x="4229" y="97469"/>
                  <a:pt x="6715" y="89240"/>
                  <a:pt x="10030" y="81267"/>
                </a:cubicBezTo>
                <a:cubicBezTo>
                  <a:pt x="13345" y="73266"/>
                  <a:pt x="17402" y="65694"/>
                  <a:pt x="22203" y="58493"/>
                </a:cubicBezTo>
                <a:cubicBezTo>
                  <a:pt x="27003" y="51321"/>
                  <a:pt x="32461" y="44663"/>
                  <a:pt x="38548" y="38548"/>
                </a:cubicBezTo>
                <a:cubicBezTo>
                  <a:pt x="44663" y="32461"/>
                  <a:pt x="51321" y="27003"/>
                  <a:pt x="58493" y="22203"/>
                </a:cubicBezTo>
                <a:cubicBezTo>
                  <a:pt x="65694" y="17402"/>
                  <a:pt x="73266" y="13345"/>
                  <a:pt x="81267" y="10030"/>
                </a:cubicBezTo>
                <a:cubicBezTo>
                  <a:pt x="89240" y="6715"/>
                  <a:pt x="97469" y="4229"/>
                  <a:pt x="105928" y="2543"/>
                </a:cubicBezTo>
                <a:cubicBezTo>
                  <a:pt x="114414" y="857"/>
                  <a:pt x="122987" y="0"/>
                  <a:pt x="131616" y="0"/>
                </a:cubicBezTo>
                <a:cubicBezTo>
                  <a:pt x="140275" y="0"/>
                  <a:pt x="148819" y="857"/>
                  <a:pt x="157305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67" y="13345"/>
                  <a:pt x="197539" y="17402"/>
                  <a:pt x="204740" y="22203"/>
                </a:cubicBezTo>
                <a:cubicBezTo>
                  <a:pt x="211912" y="27003"/>
                  <a:pt x="218570" y="32461"/>
                  <a:pt x="224685" y="38548"/>
                </a:cubicBezTo>
                <a:cubicBezTo>
                  <a:pt x="230800" y="44663"/>
                  <a:pt x="236258" y="51321"/>
                  <a:pt x="241059" y="58493"/>
                </a:cubicBezTo>
                <a:cubicBezTo>
                  <a:pt x="245859" y="65694"/>
                  <a:pt x="249888" y="73266"/>
                  <a:pt x="253203" y="81267"/>
                </a:cubicBezTo>
                <a:cubicBezTo>
                  <a:pt x="256518" y="89240"/>
                  <a:pt x="259004" y="97469"/>
                  <a:pt x="260690" y="105928"/>
                </a:cubicBezTo>
                <a:cubicBezTo>
                  <a:pt x="262376" y="114414"/>
                  <a:pt x="263233" y="122987"/>
                  <a:pt x="263233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6095B-DFB6-4BCE-8189-E7ED818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76186"/>
            <a:ext cx="263233" cy="263233"/>
          </a:xfrm>
          <a:custGeom xmlns:a="http://schemas.openxmlformats.org/drawingml/2006/main">
            <a:pathLst>
              <a:path w="263233" h="263233" fill="none">
                <a:moveTo>
                  <a:pt x="263233" y="131616"/>
                </a:moveTo>
                <a:cubicBezTo>
                  <a:pt x="263233" y="140275"/>
                  <a:pt x="262376" y="148819"/>
                  <a:pt x="260690" y="157305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67"/>
                  <a:pt x="245859" y="197539"/>
                  <a:pt x="241059" y="204740"/>
                </a:cubicBezTo>
                <a:cubicBezTo>
                  <a:pt x="236258" y="211912"/>
                  <a:pt x="230800" y="218570"/>
                  <a:pt x="224685" y="224685"/>
                </a:cubicBezTo>
                <a:cubicBezTo>
                  <a:pt x="218570" y="230800"/>
                  <a:pt x="211912" y="236258"/>
                  <a:pt x="204740" y="241059"/>
                </a:cubicBezTo>
                <a:cubicBezTo>
                  <a:pt x="197539" y="245859"/>
                  <a:pt x="189967" y="249888"/>
                  <a:pt x="181966" y="253203"/>
                </a:cubicBezTo>
                <a:cubicBezTo>
                  <a:pt x="173993" y="256518"/>
                  <a:pt x="165764" y="259004"/>
                  <a:pt x="157305" y="260690"/>
                </a:cubicBezTo>
                <a:cubicBezTo>
                  <a:pt x="148819" y="262376"/>
                  <a:pt x="140275" y="263233"/>
                  <a:pt x="131616" y="263233"/>
                </a:cubicBezTo>
                <a:cubicBezTo>
                  <a:pt x="122987" y="263233"/>
                  <a:pt x="114414" y="262376"/>
                  <a:pt x="105928" y="260690"/>
                </a:cubicBezTo>
                <a:cubicBezTo>
                  <a:pt x="97469" y="259004"/>
                  <a:pt x="89240" y="256518"/>
                  <a:pt x="81267" y="253203"/>
                </a:cubicBezTo>
                <a:cubicBezTo>
                  <a:pt x="73266" y="249888"/>
                  <a:pt x="65694" y="245859"/>
                  <a:pt x="58493" y="241059"/>
                </a:cubicBezTo>
                <a:cubicBezTo>
                  <a:pt x="51321" y="236258"/>
                  <a:pt x="44663" y="230800"/>
                  <a:pt x="38548" y="224685"/>
                </a:cubicBezTo>
                <a:cubicBezTo>
                  <a:pt x="32461" y="218570"/>
                  <a:pt x="27003" y="211912"/>
                  <a:pt x="22203" y="204740"/>
                </a:cubicBezTo>
                <a:cubicBezTo>
                  <a:pt x="17402" y="197539"/>
                  <a:pt x="13345" y="189967"/>
                  <a:pt x="10030" y="181966"/>
                </a:cubicBezTo>
                <a:cubicBezTo>
                  <a:pt x="6715" y="173993"/>
                  <a:pt x="4229" y="165764"/>
                  <a:pt x="2543" y="157305"/>
                </a:cubicBezTo>
                <a:cubicBezTo>
                  <a:pt x="857" y="148819"/>
                  <a:pt x="0" y="140275"/>
                  <a:pt x="0" y="131616"/>
                </a:cubicBezTo>
                <a:cubicBezTo>
                  <a:pt x="0" y="122987"/>
                  <a:pt x="857" y="114414"/>
                  <a:pt x="2543" y="105928"/>
                </a:cubicBezTo>
                <a:cubicBezTo>
                  <a:pt x="4229" y="97469"/>
                  <a:pt x="6715" y="89240"/>
                  <a:pt x="10030" y="81267"/>
                </a:cubicBezTo>
                <a:cubicBezTo>
                  <a:pt x="13345" y="73266"/>
                  <a:pt x="17402" y="65694"/>
                  <a:pt x="22203" y="58493"/>
                </a:cubicBezTo>
                <a:cubicBezTo>
                  <a:pt x="27003" y="51321"/>
                  <a:pt x="32461" y="44663"/>
                  <a:pt x="38548" y="38548"/>
                </a:cubicBezTo>
                <a:cubicBezTo>
                  <a:pt x="44663" y="32461"/>
                  <a:pt x="51321" y="27003"/>
                  <a:pt x="58493" y="22203"/>
                </a:cubicBezTo>
                <a:cubicBezTo>
                  <a:pt x="65694" y="17402"/>
                  <a:pt x="73266" y="13345"/>
                  <a:pt x="81267" y="10030"/>
                </a:cubicBezTo>
                <a:cubicBezTo>
                  <a:pt x="89240" y="6715"/>
                  <a:pt x="97469" y="4229"/>
                  <a:pt x="105928" y="2543"/>
                </a:cubicBezTo>
                <a:cubicBezTo>
                  <a:pt x="114414" y="857"/>
                  <a:pt x="122987" y="0"/>
                  <a:pt x="131616" y="0"/>
                </a:cubicBezTo>
                <a:cubicBezTo>
                  <a:pt x="140275" y="0"/>
                  <a:pt x="148819" y="857"/>
                  <a:pt x="157305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67" y="13345"/>
                  <a:pt x="197539" y="17402"/>
                  <a:pt x="204740" y="22203"/>
                </a:cubicBezTo>
                <a:cubicBezTo>
                  <a:pt x="211912" y="27003"/>
                  <a:pt x="218570" y="32461"/>
                  <a:pt x="224685" y="38548"/>
                </a:cubicBezTo>
                <a:cubicBezTo>
                  <a:pt x="230800" y="44663"/>
                  <a:pt x="236258" y="51321"/>
                  <a:pt x="241059" y="58493"/>
                </a:cubicBezTo>
                <a:cubicBezTo>
                  <a:pt x="245859" y="65694"/>
                  <a:pt x="249888" y="73266"/>
                  <a:pt x="253203" y="81267"/>
                </a:cubicBezTo>
                <a:cubicBezTo>
                  <a:pt x="256518" y="89240"/>
                  <a:pt x="259004" y="97469"/>
                  <a:pt x="260690" y="105928"/>
                </a:cubicBezTo>
                <a:cubicBezTo>
                  <a:pt x="262376" y="114414"/>
                  <a:pt x="263233" y="122987"/>
                  <a:pt x="263233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246" name="Text 7">
            <a:extLst xmlns:a="http://schemas.openxmlformats.org/drawingml/2006/main">
              <a:ext uri="{FF2B5EF4-FFF2-40B4-BE49-F238E27FC236}">
                <a16:creationId xmlns:a16="http://schemas.microsoft.com/office/drawing/2014/main" id="{3B3D83ED-C765-4BE4-83DC-1F63ED11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162" y="2235306"/>
            <a:ext cx="83508" cy="137170"/>
          </a:xfrm>
          <a:custGeom xmlns:a="http://schemas.openxmlformats.org/drawingml/2006/main">
            <a:pathLst>
              <a:path w="83508" h="137170">
                <a:moveTo>
                  <a:pt x="1588" y="533"/>
                </a:moveTo>
                <a:cubicBezTo>
                  <a:pt x="10267" y="178"/>
                  <a:pt x="21980" y="0"/>
                  <a:pt x="36727" y="0"/>
                </a:cubicBezTo>
                <a:cubicBezTo>
                  <a:pt x="43430" y="0"/>
                  <a:pt x="51086" y="106"/>
                  <a:pt x="59694" y="318"/>
                </a:cubicBezTo>
                <a:cubicBezTo>
                  <a:pt x="64916" y="529"/>
                  <a:pt x="68338" y="635"/>
                  <a:pt x="69961" y="635"/>
                </a:cubicBezTo>
                <a:lnTo>
                  <a:pt x="80227" y="529"/>
                </a:lnTo>
                <a:lnTo>
                  <a:pt x="82662" y="529"/>
                </a:lnTo>
                <a:cubicBezTo>
                  <a:pt x="83226" y="1094"/>
                  <a:pt x="83508" y="1623"/>
                  <a:pt x="83508" y="2117"/>
                </a:cubicBezTo>
                <a:cubicBezTo>
                  <a:pt x="83508" y="2964"/>
                  <a:pt x="82697" y="5012"/>
                  <a:pt x="81074" y="8262"/>
                </a:cubicBezTo>
                <a:cubicBezTo>
                  <a:pt x="80298" y="9673"/>
                  <a:pt x="76876" y="17405"/>
                  <a:pt x="70808" y="31458"/>
                </a:cubicBezTo>
                <a:cubicBezTo>
                  <a:pt x="67844" y="38379"/>
                  <a:pt x="64210" y="47454"/>
                  <a:pt x="59906" y="58682"/>
                </a:cubicBezTo>
                <a:lnTo>
                  <a:pt x="46570" y="96285"/>
                </a:lnTo>
                <a:cubicBezTo>
                  <a:pt x="43395" y="104903"/>
                  <a:pt x="41349" y="110906"/>
                  <a:pt x="40431" y="114295"/>
                </a:cubicBezTo>
                <a:lnTo>
                  <a:pt x="37997" y="124145"/>
                </a:lnTo>
                <a:cubicBezTo>
                  <a:pt x="37009" y="127040"/>
                  <a:pt x="36515" y="129159"/>
                  <a:pt x="36515" y="130502"/>
                </a:cubicBezTo>
                <a:cubicBezTo>
                  <a:pt x="36515" y="131560"/>
                  <a:pt x="37115" y="133218"/>
                  <a:pt x="38314" y="135476"/>
                </a:cubicBezTo>
                <a:cubicBezTo>
                  <a:pt x="37468" y="136605"/>
                  <a:pt x="35563" y="137170"/>
                  <a:pt x="32599" y="137170"/>
                </a:cubicBezTo>
                <a:cubicBezTo>
                  <a:pt x="31258" y="137170"/>
                  <a:pt x="29988" y="136605"/>
                  <a:pt x="28789" y="135476"/>
                </a:cubicBezTo>
                <a:cubicBezTo>
                  <a:pt x="29212" y="131309"/>
                  <a:pt x="30553" y="125801"/>
                  <a:pt x="32811" y="118952"/>
                </a:cubicBezTo>
                <a:cubicBezTo>
                  <a:pt x="33657" y="116480"/>
                  <a:pt x="35104" y="111607"/>
                  <a:pt x="37150" y="104333"/>
                </a:cubicBezTo>
                <a:cubicBezTo>
                  <a:pt x="39196" y="97058"/>
                  <a:pt x="41207" y="90632"/>
                  <a:pt x="43183" y="85053"/>
                </a:cubicBezTo>
                <a:lnTo>
                  <a:pt x="55249" y="52213"/>
                </a:lnTo>
                <a:cubicBezTo>
                  <a:pt x="58706" y="42890"/>
                  <a:pt x="62058" y="34309"/>
                  <a:pt x="65304" y="26470"/>
                </a:cubicBezTo>
                <a:cubicBezTo>
                  <a:pt x="66433" y="23857"/>
                  <a:pt x="67280" y="22022"/>
                  <a:pt x="67844" y="20963"/>
                </a:cubicBezTo>
                <a:cubicBezTo>
                  <a:pt x="69326" y="18350"/>
                  <a:pt x="70067" y="16196"/>
                  <a:pt x="70067" y="14500"/>
                </a:cubicBezTo>
                <a:lnTo>
                  <a:pt x="68691" y="14606"/>
                </a:lnTo>
                <a:lnTo>
                  <a:pt x="67527" y="14606"/>
                </a:lnTo>
                <a:lnTo>
                  <a:pt x="53556" y="14183"/>
                </a:lnTo>
                <a:cubicBezTo>
                  <a:pt x="53132" y="14183"/>
                  <a:pt x="51650" y="14253"/>
                  <a:pt x="49110" y="14394"/>
                </a:cubicBezTo>
                <a:cubicBezTo>
                  <a:pt x="46570" y="14535"/>
                  <a:pt x="44665" y="14606"/>
                  <a:pt x="43395" y="14606"/>
                </a:cubicBezTo>
                <a:lnTo>
                  <a:pt x="26989" y="14500"/>
                </a:lnTo>
                <a:lnTo>
                  <a:pt x="22015" y="14500"/>
                </a:lnTo>
                <a:lnTo>
                  <a:pt x="15029" y="14289"/>
                </a:lnTo>
                <a:cubicBezTo>
                  <a:pt x="10937" y="14218"/>
                  <a:pt x="8379" y="14699"/>
                  <a:pt x="7356" y="15731"/>
                </a:cubicBezTo>
                <a:cubicBezTo>
                  <a:pt x="6333" y="16760"/>
                  <a:pt x="5751" y="19410"/>
                  <a:pt x="5610" y="23679"/>
                </a:cubicBezTo>
                <a:cubicBezTo>
                  <a:pt x="5539" y="24746"/>
                  <a:pt x="5257" y="25778"/>
                  <a:pt x="4763" y="26774"/>
                </a:cubicBezTo>
                <a:cubicBezTo>
                  <a:pt x="3987" y="26988"/>
                  <a:pt x="3422" y="27095"/>
                  <a:pt x="3069" y="27095"/>
                </a:cubicBezTo>
                <a:cubicBezTo>
                  <a:pt x="2293" y="27095"/>
                  <a:pt x="1270" y="26812"/>
                  <a:pt x="0" y="26245"/>
                </a:cubicBezTo>
                <a:cubicBezTo>
                  <a:pt x="71" y="24475"/>
                  <a:pt x="106" y="23164"/>
                  <a:pt x="106" y="22313"/>
                </a:cubicBezTo>
                <a:lnTo>
                  <a:pt x="318" y="19127"/>
                </a:lnTo>
                <a:lnTo>
                  <a:pt x="0" y="13283"/>
                </a:lnTo>
                <a:cubicBezTo>
                  <a:pt x="0" y="8183"/>
                  <a:pt x="141" y="4747"/>
                  <a:pt x="423" y="2977"/>
                </a:cubicBezTo>
                <a:cubicBezTo>
                  <a:pt x="564" y="2267"/>
                  <a:pt x="953" y="1452"/>
                  <a:pt x="1588" y="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537AA-0EE0-4245-88B2-FD5BF044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809" y="2122151"/>
            <a:ext cx="176022" cy="72638"/>
          </a:xfrm>
          <a:custGeom xmlns:a="http://schemas.openxmlformats.org/drawingml/2006/main">
            <a:pathLst>
              <a:path w="176022" h="72638" fill="none">
                <a:moveTo>
                  <a:pt x="176022" y="0"/>
                </a:moveTo>
                <a:lnTo>
                  <a:pt x="0" y="72638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89465-7323-4A30-8ECF-38DD8FE2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605" y="2168928"/>
            <a:ext cx="51864" cy="42891"/>
          </a:xfrm>
          <a:custGeom xmlns:a="http://schemas.openxmlformats.org/drawingml/2006/main">
            <a:pathLst>
              <a:path w="51864" h="42891">
                <a:moveTo>
                  <a:pt x="0" y="39176"/>
                </a:moveTo>
                <a:lnTo>
                  <a:pt x="34061" y="0"/>
                </a:lnTo>
                <a:lnTo>
                  <a:pt x="32204" y="25860"/>
                </a:lnTo>
                <a:lnTo>
                  <a:pt x="51864" y="42891"/>
                </a:lnTo>
                <a:lnTo>
                  <a:pt x="0" y="391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796ED-49FE-4BB8-852A-11719A10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605" y="2168928"/>
            <a:ext cx="51864" cy="42891"/>
          </a:xfrm>
          <a:custGeom xmlns:a="http://schemas.openxmlformats.org/drawingml/2006/main">
            <a:pathLst>
              <a:path w="51864" h="42891" fill="none">
                <a:moveTo>
                  <a:pt x="0" y="39176"/>
                </a:moveTo>
                <a:lnTo>
                  <a:pt x="34061" y="0"/>
                </a:lnTo>
                <a:lnTo>
                  <a:pt x="32204" y="25860"/>
                </a:lnTo>
                <a:lnTo>
                  <a:pt x="51864" y="42891"/>
                </a:lnTo>
                <a:lnTo>
                  <a:pt x="0" y="391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99611-2EAF-4CD2-818B-F045D0CD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693" y="2013652"/>
            <a:ext cx="42062" cy="187938"/>
          </a:xfrm>
          <a:custGeom xmlns:a="http://schemas.openxmlformats.org/drawingml/2006/main">
            <a:pathLst>
              <a:path w="42062" h="187938">
                <a:moveTo>
                  <a:pt x="42062" y="184566"/>
                </a:moveTo>
                <a:cubicBezTo>
                  <a:pt x="41920" y="185452"/>
                  <a:pt x="41548" y="186195"/>
                  <a:pt x="40919" y="186823"/>
                </a:cubicBezTo>
                <a:cubicBezTo>
                  <a:pt x="40291" y="187452"/>
                  <a:pt x="39433" y="187823"/>
                  <a:pt x="38290" y="187938"/>
                </a:cubicBezTo>
                <a:cubicBezTo>
                  <a:pt x="37033" y="187938"/>
                  <a:pt x="35976" y="187338"/>
                  <a:pt x="35090" y="186052"/>
                </a:cubicBezTo>
                <a:cubicBezTo>
                  <a:pt x="34719" y="185195"/>
                  <a:pt x="28832" y="169793"/>
                  <a:pt x="17431" y="139817"/>
                </a:cubicBezTo>
                <a:cubicBezTo>
                  <a:pt x="6029" y="109871"/>
                  <a:pt x="257" y="94583"/>
                  <a:pt x="143" y="93955"/>
                </a:cubicBezTo>
                <a:cubicBezTo>
                  <a:pt x="0" y="93355"/>
                  <a:pt x="5715" y="78038"/>
                  <a:pt x="17231" y="48092"/>
                </a:cubicBezTo>
                <a:cubicBezTo>
                  <a:pt x="28775" y="18145"/>
                  <a:pt x="34719" y="2743"/>
                  <a:pt x="35090" y="1857"/>
                </a:cubicBezTo>
                <a:cubicBezTo>
                  <a:pt x="35462" y="1229"/>
                  <a:pt x="36090" y="686"/>
                  <a:pt x="36976" y="171"/>
                </a:cubicBezTo>
                <a:lnTo>
                  <a:pt x="37548" y="0"/>
                </a:lnTo>
                <a:cubicBezTo>
                  <a:pt x="37919" y="0"/>
                  <a:pt x="38148" y="0"/>
                  <a:pt x="38290" y="0"/>
                </a:cubicBezTo>
                <a:cubicBezTo>
                  <a:pt x="40548" y="0"/>
                  <a:pt x="41805" y="1114"/>
                  <a:pt x="42062" y="3372"/>
                </a:cubicBezTo>
                <a:cubicBezTo>
                  <a:pt x="42062" y="4001"/>
                  <a:pt x="36405" y="19231"/>
                  <a:pt x="25146" y="49063"/>
                </a:cubicBezTo>
                <a:cubicBezTo>
                  <a:pt x="13716" y="78753"/>
                  <a:pt x="8030" y="93726"/>
                  <a:pt x="8030" y="93955"/>
                </a:cubicBezTo>
                <a:cubicBezTo>
                  <a:pt x="8030" y="94212"/>
                  <a:pt x="13716" y="109185"/>
                  <a:pt x="25146" y="138903"/>
                </a:cubicBezTo>
                <a:cubicBezTo>
                  <a:pt x="36405" y="168707"/>
                  <a:pt x="42062" y="183937"/>
                  <a:pt x="42062" y="184566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BA861-E2F7-4CB1-AB00-AC291AD0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693" y="2013652"/>
            <a:ext cx="42062" cy="187938"/>
          </a:xfrm>
          <a:custGeom xmlns:a="http://schemas.openxmlformats.org/drawingml/2006/main">
            <a:pathLst>
              <a:path w="42062" h="187938" fill="none">
                <a:moveTo>
                  <a:pt x="42062" y="184566"/>
                </a:moveTo>
                <a:cubicBezTo>
                  <a:pt x="41920" y="185452"/>
                  <a:pt x="41548" y="186195"/>
                  <a:pt x="40919" y="186823"/>
                </a:cubicBezTo>
                <a:cubicBezTo>
                  <a:pt x="40291" y="187452"/>
                  <a:pt x="39433" y="187823"/>
                  <a:pt x="38290" y="187938"/>
                </a:cubicBezTo>
                <a:cubicBezTo>
                  <a:pt x="37033" y="187938"/>
                  <a:pt x="35976" y="187338"/>
                  <a:pt x="35090" y="186052"/>
                </a:cubicBezTo>
                <a:cubicBezTo>
                  <a:pt x="34719" y="185195"/>
                  <a:pt x="28832" y="169793"/>
                  <a:pt x="17431" y="139817"/>
                </a:cubicBezTo>
                <a:cubicBezTo>
                  <a:pt x="6029" y="109871"/>
                  <a:pt x="257" y="94583"/>
                  <a:pt x="143" y="93955"/>
                </a:cubicBezTo>
                <a:cubicBezTo>
                  <a:pt x="0" y="93355"/>
                  <a:pt x="5715" y="78038"/>
                  <a:pt x="17231" y="48092"/>
                </a:cubicBezTo>
                <a:cubicBezTo>
                  <a:pt x="28775" y="18145"/>
                  <a:pt x="34719" y="2743"/>
                  <a:pt x="35090" y="1857"/>
                </a:cubicBezTo>
                <a:cubicBezTo>
                  <a:pt x="35462" y="1229"/>
                  <a:pt x="36090" y="686"/>
                  <a:pt x="36976" y="171"/>
                </a:cubicBezTo>
                <a:lnTo>
                  <a:pt x="37548" y="0"/>
                </a:lnTo>
                <a:cubicBezTo>
                  <a:pt x="37919" y="0"/>
                  <a:pt x="38148" y="0"/>
                  <a:pt x="38290" y="0"/>
                </a:cubicBezTo>
                <a:cubicBezTo>
                  <a:pt x="40548" y="0"/>
                  <a:pt x="41805" y="1114"/>
                  <a:pt x="42062" y="3372"/>
                </a:cubicBezTo>
                <a:cubicBezTo>
                  <a:pt x="42062" y="4001"/>
                  <a:pt x="36405" y="19231"/>
                  <a:pt x="25146" y="49063"/>
                </a:cubicBezTo>
                <a:cubicBezTo>
                  <a:pt x="13716" y="78753"/>
                  <a:pt x="8030" y="93726"/>
                  <a:pt x="8030" y="93955"/>
                </a:cubicBezTo>
                <a:cubicBezTo>
                  <a:pt x="8030" y="94212"/>
                  <a:pt x="13716" y="109185"/>
                  <a:pt x="25146" y="138903"/>
                </a:cubicBezTo>
                <a:cubicBezTo>
                  <a:pt x="36405" y="168707"/>
                  <a:pt x="42062" y="183937"/>
                  <a:pt x="42062" y="184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4FE54-ED4F-496D-8116-42615B9C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214" y="2027368"/>
            <a:ext cx="128387" cy="127244"/>
          </a:xfrm>
          <a:custGeom xmlns:a="http://schemas.openxmlformats.org/drawingml/2006/main">
            <a:pathLst>
              <a:path w="128387" h="127244">
                <a:moveTo>
                  <a:pt x="3572" y="45091"/>
                </a:moveTo>
                <a:cubicBezTo>
                  <a:pt x="1200" y="45091"/>
                  <a:pt x="0" y="44606"/>
                  <a:pt x="0" y="43605"/>
                </a:cubicBezTo>
                <a:cubicBezTo>
                  <a:pt x="0" y="42977"/>
                  <a:pt x="1000" y="39462"/>
                  <a:pt x="3029" y="33090"/>
                </a:cubicBezTo>
                <a:cubicBezTo>
                  <a:pt x="5001" y="26689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02" y="57"/>
                  <a:pt x="127073" y="171"/>
                </a:cubicBezTo>
                <a:cubicBezTo>
                  <a:pt x="127816" y="314"/>
                  <a:pt x="128245" y="886"/>
                  <a:pt x="128387" y="1857"/>
                </a:cubicBezTo>
                <a:cubicBezTo>
                  <a:pt x="128387" y="2629"/>
                  <a:pt x="127330" y="9773"/>
                  <a:pt x="125187" y="23289"/>
                </a:cubicBezTo>
                <a:cubicBezTo>
                  <a:pt x="123044" y="36833"/>
                  <a:pt x="121872" y="43663"/>
                  <a:pt x="121615" y="43777"/>
                </a:cubicBezTo>
                <a:cubicBezTo>
                  <a:pt x="121615" y="44663"/>
                  <a:pt x="120415" y="45091"/>
                  <a:pt x="118043" y="45091"/>
                </a:cubicBezTo>
                <a:cubicBezTo>
                  <a:pt x="116900" y="45091"/>
                  <a:pt x="116157" y="45091"/>
                  <a:pt x="115786" y="45091"/>
                </a:cubicBezTo>
                <a:cubicBezTo>
                  <a:pt x="115414" y="45091"/>
                  <a:pt x="115043" y="44777"/>
                  <a:pt x="114671" y="44177"/>
                </a:cubicBezTo>
                <a:lnTo>
                  <a:pt x="114271" y="43605"/>
                </a:lnTo>
                <a:cubicBezTo>
                  <a:pt x="114271" y="42834"/>
                  <a:pt x="114671" y="40034"/>
                  <a:pt x="115414" y="35147"/>
                </a:cubicBezTo>
                <a:cubicBezTo>
                  <a:pt x="116157" y="30261"/>
                  <a:pt x="116529" y="26432"/>
                  <a:pt x="116529" y="23689"/>
                </a:cubicBezTo>
                <a:cubicBezTo>
                  <a:pt x="116529" y="19288"/>
                  <a:pt x="115729" y="15973"/>
                  <a:pt x="114100" y="13716"/>
                </a:cubicBezTo>
                <a:cubicBezTo>
                  <a:pt x="112471" y="11459"/>
                  <a:pt x="109014" y="9887"/>
                  <a:pt x="103756" y="9001"/>
                </a:cubicBezTo>
                <a:cubicBezTo>
                  <a:pt x="103127" y="8887"/>
                  <a:pt x="99498" y="8773"/>
                  <a:pt x="92869" y="8658"/>
                </a:cubicBezTo>
                <a:cubicBezTo>
                  <a:pt x="87097" y="8658"/>
                  <a:pt x="83468" y="8715"/>
                  <a:pt x="81953" y="8830"/>
                </a:cubicBezTo>
                <a:cubicBezTo>
                  <a:pt x="80439" y="8944"/>
                  <a:pt x="79324" y="9458"/>
                  <a:pt x="78581" y="10344"/>
                </a:cubicBezTo>
                <a:cubicBezTo>
                  <a:pt x="78438" y="10458"/>
                  <a:pt x="74009" y="27946"/>
                  <a:pt x="65208" y="62779"/>
                </a:cubicBezTo>
                <a:cubicBezTo>
                  <a:pt x="56436" y="97612"/>
                  <a:pt x="52064" y="115329"/>
                  <a:pt x="52064" y="115957"/>
                </a:cubicBezTo>
                <a:cubicBezTo>
                  <a:pt x="52064" y="117472"/>
                  <a:pt x="57579" y="118358"/>
                  <a:pt x="68609" y="118586"/>
                </a:cubicBezTo>
                <a:cubicBezTo>
                  <a:pt x="72609" y="118586"/>
                  <a:pt x="75181" y="118672"/>
                  <a:pt x="76324" y="118786"/>
                </a:cubicBezTo>
                <a:cubicBezTo>
                  <a:pt x="77438" y="118901"/>
                  <a:pt x="78010" y="119472"/>
                  <a:pt x="78010" y="120472"/>
                </a:cubicBezTo>
                <a:cubicBezTo>
                  <a:pt x="78010" y="121101"/>
                  <a:pt x="77810" y="121987"/>
                  <a:pt x="77438" y="123101"/>
                </a:cubicBezTo>
                <a:cubicBezTo>
                  <a:pt x="76952" y="125359"/>
                  <a:pt x="76381" y="126673"/>
                  <a:pt x="75752" y="127044"/>
                </a:cubicBezTo>
                <a:lnTo>
                  <a:pt x="75381" y="127244"/>
                </a:lnTo>
                <a:cubicBezTo>
                  <a:pt x="75009" y="127244"/>
                  <a:pt x="74552" y="127244"/>
                  <a:pt x="74066" y="127244"/>
                </a:cubicBezTo>
                <a:cubicBezTo>
                  <a:pt x="73438" y="127244"/>
                  <a:pt x="70180" y="127187"/>
                  <a:pt x="64294" y="127044"/>
                </a:cubicBezTo>
                <a:cubicBezTo>
                  <a:pt x="58379" y="126930"/>
                  <a:pt x="49949" y="126873"/>
                  <a:pt x="38919" y="126873"/>
                </a:cubicBezTo>
                <a:cubicBezTo>
                  <a:pt x="22746" y="126873"/>
                  <a:pt x="12459" y="126987"/>
                  <a:pt x="8087" y="127244"/>
                </a:cubicBezTo>
                <a:lnTo>
                  <a:pt x="5258" y="127244"/>
                </a:lnTo>
                <a:cubicBezTo>
                  <a:pt x="4515" y="126502"/>
                  <a:pt x="4143" y="125930"/>
                  <a:pt x="4143" y="125559"/>
                </a:cubicBezTo>
                <a:cubicBezTo>
                  <a:pt x="4143" y="125187"/>
                  <a:pt x="4258" y="124044"/>
                  <a:pt x="4515" y="122158"/>
                </a:cubicBezTo>
                <a:cubicBezTo>
                  <a:pt x="5001" y="120529"/>
                  <a:pt x="5629" y="119358"/>
                  <a:pt x="6401" y="118586"/>
                </a:cubicBezTo>
                <a:lnTo>
                  <a:pt x="11659" y="118586"/>
                </a:lnTo>
                <a:lnTo>
                  <a:pt x="13716" y="118586"/>
                </a:lnTo>
                <a:cubicBezTo>
                  <a:pt x="23746" y="118586"/>
                  <a:pt x="29718" y="118043"/>
                  <a:pt x="31575" y="116900"/>
                </a:cubicBezTo>
                <a:cubicBezTo>
                  <a:pt x="31690" y="116786"/>
                  <a:pt x="31833" y="116729"/>
                  <a:pt x="31947" y="116729"/>
                </a:cubicBezTo>
                <a:cubicBezTo>
                  <a:pt x="32576" y="116329"/>
                  <a:pt x="33204" y="115100"/>
                  <a:pt x="33833" y="112957"/>
                </a:cubicBezTo>
                <a:cubicBezTo>
                  <a:pt x="34461" y="110814"/>
                  <a:pt x="36976" y="100984"/>
                  <a:pt x="41348" y="83439"/>
                </a:cubicBezTo>
                <a:cubicBezTo>
                  <a:pt x="43491" y="74924"/>
                  <a:pt x="45234" y="67980"/>
                  <a:pt x="46606" y="62579"/>
                </a:cubicBezTo>
                <a:cubicBezTo>
                  <a:pt x="55378" y="28118"/>
                  <a:pt x="59779" y="10516"/>
                  <a:pt x="59779" y="9773"/>
                </a:cubicBezTo>
                <a:cubicBezTo>
                  <a:pt x="59779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01"/>
                  <a:pt x="31947" y="9944"/>
                </a:cubicBezTo>
                <a:cubicBezTo>
                  <a:pt x="26318" y="11201"/>
                  <a:pt x="21946" y="13773"/>
                  <a:pt x="18802" y="17659"/>
                </a:cubicBezTo>
                <a:cubicBezTo>
                  <a:pt x="15659" y="21546"/>
                  <a:pt x="12287" y="28804"/>
                  <a:pt x="8658" y="39462"/>
                </a:cubicBezTo>
                <a:cubicBezTo>
                  <a:pt x="7772" y="42234"/>
                  <a:pt x="7144" y="43863"/>
                  <a:pt x="6772" y="44348"/>
                </a:cubicBezTo>
                <a:cubicBezTo>
                  <a:pt x="6401" y="44863"/>
                  <a:pt x="5515" y="45091"/>
                  <a:pt x="4143" y="45091"/>
                </a:cubicBezTo>
                <a:lnTo>
                  <a:pt x="3572" y="4509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85434-E2C1-4D87-B935-12947AB3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214" y="2027368"/>
            <a:ext cx="128387" cy="127244"/>
          </a:xfrm>
          <a:custGeom xmlns:a="http://schemas.openxmlformats.org/drawingml/2006/main">
            <a:pathLst>
              <a:path w="128387" h="127244" fill="none">
                <a:moveTo>
                  <a:pt x="3572" y="45091"/>
                </a:moveTo>
                <a:cubicBezTo>
                  <a:pt x="1200" y="45091"/>
                  <a:pt x="0" y="44606"/>
                  <a:pt x="0" y="43605"/>
                </a:cubicBezTo>
                <a:cubicBezTo>
                  <a:pt x="0" y="42977"/>
                  <a:pt x="1000" y="39462"/>
                  <a:pt x="3029" y="33090"/>
                </a:cubicBezTo>
                <a:cubicBezTo>
                  <a:pt x="5001" y="26689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02" y="57"/>
                  <a:pt x="127073" y="171"/>
                </a:cubicBezTo>
                <a:cubicBezTo>
                  <a:pt x="127816" y="314"/>
                  <a:pt x="128245" y="886"/>
                  <a:pt x="128387" y="1857"/>
                </a:cubicBezTo>
                <a:cubicBezTo>
                  <a:pt x="128387" y="2629"/>
                  <a:pt x="127330" y="9773"/>
                  <a:pt x="125187" y="23289"/>
                </a:cubicBezTo>
                <a:cubicBezTo>
                  <a:pt x="123044" y="36833"/>
                  <a:pt x="121872" y="43663"/>
                  <a:pt x="121615" y="43777"/>
                </a:cubicBezTo>
                <a:cubicBezTo>
                  <a:pt x="121615" y="44663"/>
                  <a:pt x="120415" y="45091"/>
                  <a:pt x="118043" y="45091"/>
                </a:cubicBezTo>
                <a:cubicBezTo>
                  <a:pt x="116900" y="45091"/>
                  <a:pt x="116157" y="45091"/>
                  <a:pt x="115786" y="45091"/>
                </a:cubicBezTo>
                <a:cubicBezTo>
                  <a:pt x="115414" y="45091"/>
                  <a:pt x="115043" y="44777"/>
                  <a:pt x="114671" y="44177"/>
                </a:cubicBezTo>
                <a:lnTo>
                  <a:pt x="114271" y="43605"/>
                </a:lnTo>
                <a:cubicBezTo>
                  <a:pt x="114271" y="42834"/>
                  <a:pt x="114671" y="40034"/>
                  <a:pt x="115414" y="35147"/>
                </a:cubicBezTo>
                <a:cubicBezTo>
                  <a:pt x="116157" y="30261"/>
                  <a:pt x="116529" y="26432"/>
                  <a:pt x="116529" y="23689"/>
                </a:cubicBezTo>
                <a:cubicBezTo>
                  <a:pt x="116529" y="19288"/>
                  <a:pt x="115729" y="15973"/>
                  <a:pt x="114100" y="13716"/>
                </a:cubicBezTo>
                <a:cubicBezTo>
                  <a:pt x="112471" y="11459"/>
                  <a:pt x="109014" y="9887"/>
                  <a:pt x="103756" y="9001"/>
                </a:cubicBezTo>
                <a:cubicBezTo>
                  <a:pt x="103127" y="8887"/>
                  <a:pt x="99498" y="8773"/>
                  <a:pt x="92869" y="8658"/>
                </a:cubicBezTo>
                <a:cubicBezTo>
                  <a:pt x="87097" y="8658"/>
                  <a:pt x="83468" y="8715"/>
                  <a:pt x="81953" y="8830"/>
                </a:cubicBezTo>
                <a:cubicBezTo>
                  <a:pt x="80439" y="8944"/>
                  <a:pt x="79324" y="9458"/>
                  <a:pt x="78581" y="10344"/>
                </a:cubicBezTo>
                <a:cubicBezTo>
                  <a:pt x="78438" y="10458"/>
                  <a:pt x="74009" y="27946"/>
                  <a:pt x="65208" y="62779"/>
                </a:cubicBezTo>
                <a:cubicBezTo>
                  <a:pt x="56436" y="97612"/>
                  <a:pt x="52064" y="115329"/>
                  <a:pt x="52064" y="115957"/>
                </a:cubicBezTo>
                <a:cubicBezTo>
                  <a:pt x="52064" y="117472"/>
                  <a:pt x="57579" y="118358"/>
                  <a:pt x="68609" y="118586"/>
                </a:cubicBezTo>
                <a:cubicBezTo>
                  <a:pt x="72609" y="118586"/>
                  <a:pt x="75181" y="118672"/>
                  <a:pt x="76324" y="118786"/>
                </a:cubicBezTo>
                <a:cubicBezTo>
                  <a:pt x="77438" y="118901"/>
                  <a:pt x="78010" y="119472"/>
                  <a:pt x="78010" y="120472"/>
                </a:cubicBezTo>
                <a:cubicBezTo>
                  <a:pt x="78010" y="121101"/>
                  <a:pt x="77810" y="121987"/>
                  <a:pt x="77438" y="123101"/>
                </a:cubicBezTo>
                <a:cubicBezTo>
                  <a:pt x="76952" y="125359"/>
                  <a:pt x="76381" y="126673"/>
                  <a:pt x="75752" y="127044"/>
                </a:cubicBezTo>
                <a:lnTo>
                  <a:pt x="75381" y="127244"/>
                </a:lnTo>
                <a:cubicBezTo>
                  <a:pt x="75009" y="127244"/>
                  <a:pt x="74552" y="127244"/>
                  <a:pt x="74066" y="127244"/>
                </a:cubicBezTo>
                <a:cubicBezTo>
                  <a:pt x="73438" y="127244"/>
                  <a:pt x="70180" y="127187"/>
                  <a:pt x="64294" y="127044"/>
                </a:cubicBezTo>
                <a:cubicBezTo>
                  <a:pt x="58379" y="126930"/>
                  <a:pt x="49949" y="126873"/>
                  <a:pt x="38919" y="126873"/>
                </a:cubicBezTo>
                <a:cubicBezTo>
                  <a:pt x="22746" y="126873"/>
                  <a:pt x="12459" y="126987"/>
                  <a:pt x="8087" y="127244"/>
                </a:cubicBezTo>
                <a:lnTo>
                  <a:pt x="5258" y="127244"/>
                </a:lnTo>
                <a:cubicBezTo>
                  <a:pt x="4515" y="126502"/>
                  <a:pt x="4143" y="125930"/>
                  <a:pt x="4143" y="125559"/>
                </a:cubicBezTo>
                <a:cubicBezTo>
                  <a:pt x="4143" y="125187"/>
                  <a:pt x="4258" y="124044"/>
                  <a:pt x="4515" y="122158"/>
                </a:cubicBezTo>
                <a:cubicBezTo>
                  <a:pt x="5001" y="120529"/>
                  <a:pt x="5629" y="119358"/>
                  <a:pt x="6401" y="118586"/>
                </a:cubicBezTo>
                <a:lnTo>
                  <a:pt x="11659" y="118586"/>
                </a:lnTo>
                <a:lnTo>
                  <a:pt x="13716" y="118586"/>
                </a:lnTo>
                <a:cubicBezTo>
                  <a:pt x="23746" y="118586"/>
                  <a:pt x="29718" y="118043"/>
                  <a:pt x="31575" y="116900"/>
                </a:cubicBezTo>
                <a:cubicBezTo>
                  <a:pt x="31690" y="116786"/>
                  <a:pt x="31833" y="116729"/>
                  <a:pt x="31947" y="116729"/>
                </a:cubicBezTo>
                <a:cubicBezTo>
                  <a:pt x="32576" y="116329"/>
                  <a:pt x="33204" y="115100"/>
                  <a:pt x="33833" y="112957"/>
                </a:cubicBezTo>
                <a:cubicBezTo>
                  <a:pt x="34461" y="110814"/>
                  <a:pt x="36976" y="100984"/>
                  <a:pt x="41348" y="83439"/>
                </a:cubicBezTo>
                <a:cubicBezTo>
                  <a:pt x="43491" y="74924"/>
                  <a:pt x="45234" y="67980"/>
                  <a:pt x="46606" y="62579"/>
                </a:cubicBezTo>
                <a:cubicBezTo>
                  <a:pt x="55378" y="28118"/>
                  <a:pt x="59779" y="10516"/>
                  <a:pt x="59779" y="9773"/>
                </a:cubicBezTo>
                <a:cubicBezTo>
                  <a:pt x="59779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01"/>
                  <a:pt x="31947" y="9944"/>
                </a:cubicBezTo>
                <a:cubicBezTo>
                  <a:pt x="26318" y="11201"/>
                  <a:pt x="21946" y="13773"/>
                  <a:pt x="18802" y="17659"/>
                </a:cubicBezTo>
                <a:cubicBezTo>
                  <a:pt x="15659" y="21546"/>
                  <a:pt x="12287" y="28804"/>
                  <a:pt x="8658" y="39462"/>
                </a:cubicBezTo>
                <a:cubicBezTo>
                  <a:pt x="7772" y="42234"/>
                  <a:pt x="7144" y="43863"/>
                  <a:pt x="6772" y="44348"/>
                </a:cubicBezTo>
                <a:cubicBezTo>
                  <a:pt x="6401" y="44863"/>
                  <a:pt x="5515" y="45091"/>
                  <a:pt x="4143" y="45091"/>
                </a:cubicBezTo>
                <a:lnTo>
                  <a:pt x="3572" y="450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7660F-6853-49BE-9587-791C6933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43" y="2089118"/>
            <a:ext cx="65780" cy="120929"/>
          </a:xfrm>
          <a:custGeom xmlns:a="http://schemas.openxmlformats.org/drawingml/2006/main">
            <a:pathLst>
              <a:path w="65780" h="120929">
                <a:moveTo>
                  <a:pt x="8372" y="115214"/>
                </a:moveTo>
                <a:cubicBezTo>
                  <a:pt x="8544" y="115214"/>
                  <a:pt x="8830" y="115300"/>
                  <a:pt x="9173" y="115472"/>
                </a:cubicBezTo>
                <a:cubicBezTo>
                  <a:pt x="9515" y="115643"/>
                  <a:pt x="10030" y="115786"/>
                  <a:pt x="10630" y="115872"/>
                </a:cubicBezTo>
                <a:cubicBezTo>
                  <a:pt x="11259" y="115957"/>
                  <a:pt x="11801" y="116014"/>
                  <a:pt x="12230" y="116014"/>
                </a:cubicBezTo>
                <a:cubicBezTo>
                  <a:pt x="13373" y="116014"/>
                  <a:pt x="14459" y="115443"/>
                  <a:pt x="15430" y="114271"/>
                </a:cubicBezTo>
                <a:cubicBezTo>
                  <a:pt x="16402" y="113128"/>
                  <a:pt x="17116" y="111843"/>
                  <a:pt x="17545" y="110442"/>
                </a:cubicBezTo>
                <a:cubicBezTo>
                  <a:pt x="18431" y="108042"/>
                  <a:pt x="19945" y="101270"/>
                  <a:pt x="22060" y="90097"/>
                </a:cubicBezTo>
                <a:cubicBezTo>
                  <a:pt x="24203" y="78924"/>
                  <a:pt x="26232" y="68294"/>
                  <a:pt x="28175" y="58207"/>
                </a:cubicBezTo>
                <a:cubicBezTo>
                  <a:pt x="30118" y="48092"/>
                  <a:pt x="31118" y="43005"/>
                  <a:pt x="31118" y="42920"/>
                </a:cubicBezTo>
                <a:lnTo>
                  <a:pt x="31118" y="42520"/>
                </a:lnTo>
                <a:lnTo>
                  <a:pt x="24860" y="42520"/>
                </a:lnTo>
                <a:cubicBezTo>
                  <a:pt x="20688" y="42520"/>
                  <a:pt x="18488" y="42434"/>
                  <a:pt x="18202" y="42262"/>
                </a:cubicBezTo>
                <a:cubicBezTo>
                  <a:pt x="17859" y="42005"/>
                  <a:pt x="17688" y="41548"/>
                  <a:pt x="17688" y="40919"/>
                </a:cubicBezTo>
                <a:lnTo>
                  <a:pt x="18602" y="37205"/>
                </a:lnTo>
                <a:cubicBezTo>
                  <a:pt x="18802" y="36747"/>
                  <a:pt x="19145" y="36547"/>
                  <a:pt x="19688" y="36547"/>
                </a:cubicBezTo>
                <a:cubicBezTo>
                  <a:pt x="20203" y="36547"/>
                  <a:pt x="22288" y="36490"/>
                  <a:pt x="25918" y="36405"/>
                </a:cubicBezTo>
                <a:cubicBezTo>
                  <a:pt x="30175" y="36405"/>
                  <a:pt x="32290" y="36376"/>
                  <a:pt x="32290" y="36290"/>
                </a:cubicBezTo>
                <a:cubicBezTo>
                  <a:pt x="32290" y="36090"/>
                  <a:pt x="32690" y="33890"/>
                  <a:pt x="33490" y="29632"/>
                </a:cubicBezTo>
                <a:cubicBezTo>
                  <a:pt x="34290" y="25375"/>
                  <a:pt x="34833" y="22803"/>
                  <a:pt x="35090" y="21917"/>
                </a:cubicBezTo>
                <a:cubicBezTo>
                  <a:pt x="38376" y="7315"/>
                  <a:pt x="44834" y="0"/>
                  <a:pt x="54493" y="0"/>
                </a:cubicBezTo>
                <a:cubicBezTo>
                  <a:pt x="57779" y="171"/>
                  <a:pt x="60465" y="1143"/>
                  <a:pt x="62579" y="2915"/>
                </a:cubicBezTo>
                <a:cubicBezTo>
                  <a:pt x="64722" y="4686"/>
                  <a:pt x="65780" y="7058"/>
                  <a:pt x="65780" y="9973"/>
                </a:cubicBezTo>
                <a:cubicBezTo>
                  <a:pt x="65780" y="13144"/>
                  <a:pt x="64865" y="15459"/>
                  <a:pt x="63008" y="16888"/>
                </a:cubicBezTo>
                <a:cubicBezTo>
                  <a:pt x="61122" y="18288"/>
                  <a:pt x="59265" y="19060"/>
                  <a:pt x="57407" y="19145"/>
                </a:cubicBezTo>
                <a:cubicBezTo>
                  <a:pt x="53521" y="19145"/>
                  <a:pt x="51578" y="17259"/>
                  <a:pt x="51578" y="13545"/>
                </a:cubicBezTo>
                <a:cubicBezTo>
                  <a:pt x="51578" y="11859"/>
                  <a:pt x="52064" y="10401"/>
                  <a:pt x="53035" y="9173"/>
                </a:cubicBezTo>
                <a:cubicBezTo>
                  <a:pt x="54007" y="7915"/>
                  <a:pt x="55064" y="7001"/>
                  <a:pt x="56207" y="6372"/>
                </a:cubicBezTo>
                <a:lnTo>
                  <a:pt x="57407" y="5715"/>
                </a:lnTo>
                <a:cubicBezTo>
                  <a:pt x="56007" y="5172"/>
                  <a:pt x="54664" y="4915"/>
                  <a:pt x="53435" y="4915"/>
                </a:cubicBezTo>
                <a:cubicBezTo>
                  <a:pt x="52378" y="4915"/>
                  <a:pt x="51349" y="5372"/>
                  <a:pt x="50378" y="6258"/>
                </a:cubicBezTo>
                <a:cubicBezTo>
                  <a:pt x="49406" y="7144"/>
                  <a:pt x="48720" y="8372"/>
                  <a:pt x="48377" y="9973"/>
                </a:cubicBezTo>
                <a:cubicBezTo>
                  <a:pt x="47749" y="12544"/>
                  <a:pt x="47034" y="16002"/>
                  <a:pt x="46263" y="20317"/>
                </a:cubicBezTo>
                <a:cubicBezTo>
                  <a:pt x="45434" y="24660"/>
                  <a:pt x="44748" y="28346"/>
                  <a:pt x="44120" y="31347"/>
                </a:cubicBezTo>
                <a:cubicBezTo>
                  <a:pt x="43491" y="34376"/>
                  <a:pt x="43205" y="35976"/>
                  <a:pt x="43205" y="36147"/>
                </a:cubicBezTo>
                <a:cubicBezTo>
                  <a:pt x="43205" y="36319"/>
                  <a:pt x="45634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36" y="36633"/>
                  <a:pt x="58522" y="36890"/>
                  <a:pt x="58864" y="37348"/>
                </a:cubicBezTo>
                <a:cubicBezTo>
                  <a:pt x="58979" y="37690"/>
                  <a:pt x="58864" y="38433"/>
                  <a:pt x="58607" y="39605"/>
                </a:cubicBezTo>
                <a:cubicBezTo>
                  <a:pt x="58350" y="40748"/>
                  <a:pt x="58122" y="41462"/>
                  <a:pt x="57950" y="41719"/>
                </a:cubicBezTo>
                <a:cubicBezTo>
                  <a:pt x="57779" y="42177"/>
                  <a:pt x="57379" y="42377"/>
                  <a:pt x="56750" y="42377"/>
                </a:cubicBezTo>
                <a:cubicBezTo>
                  <a:pt x="56121" y="42377"/>
                  <a:pt x="53750" y="42434"/>
                  <a:pt x="49578" y="42520"/>
                </a:cubicBezTo>
                <a:lnTo>
                  <a:pt x="42120" y="42520"/>
                </a:lnTo>
                <a:lnTo>
                  <a:pt x="39062" y="58750"/>
                </a:lnTo>
                <a:cubicBezTo>
                  <a:pt x="34833" y="80696"/>
                  <a:pt x="31861" y="94440"/>
                  <a:pt x="30175" y="99927"/>
                </a:cubicBezTo>
                <a:cubicBezTo>
                  <a:pt x="27775" y="107471"/>
                  <a:pt x="24689" y="113043"/>
                  <a:pt x="20860" y="116672"/>
                </a:cubicBezTo>
                <a:cubicBezTo>
                  <a:pt x="17574" y="119501"/>
                  <a:pt x="14373" y="120929"/>
                  <a:pt x="11173" y="120929"/>
                </a:cubicBezTo>
                <a:cubicBezTo>
                  <a:pt x="8344" y="120929"/>
                  <a:pt x="5772" y="120072"/>
                  <a:pt x="3458" y="118415"/>
                </a:cubicBezTo>
                <a:cubicBezTo>
                  <a:pt x="1143" y="116729"/>
                  <a:pt x="0" y="114329"/>
                  <a:pt x="0" y="111214"/>
                </a:cubicBezTo>
                <a:cubicBezTo>
                  <a:pt x="0" y="107956"/>
                  <a:pt x="943" y="105556"/>
                  <a:pt x="2800" y="104042"/>
                </a:cubicBezTo>
                <a:cubicBezTo>
                  <a:pt x="4658" y="102527"/>
                  <a:pt x="6515" y="101784"/>
                  <a:pt x="8372" y="101784"/>
                </a:cubicBezTo>
                <a:cubicBezTo>
                  <a:pt x="12287" y="101784"/>
                  <a:pt x="14230" y="103642"/>
                  <a:pt x="14230" y="107385"/>
                </a:cubicBezTo>
                <a:cubicBezTo>
                  <a:pt x="14230" y="109071"/>
                  <a:pt x="13745" y="110528"/>
                  <a:pt x="12773" y="111757"/>
                </a:cubicBezTo>
                <a:cubicBezTo>
                  <a:pt x="11801" y="112986"/>
                  <a:pt x="10716" y="113929"/>
                  <a:pt x="9573" y="114557"/>
                </a:cubicBezTo>
                <a:lnTo>
                  <a:pt x="8372" y="115214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D6954-656C-4B07-96E1-F38C3549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43" y="2089118"/>
            <a:ext cx="65780" cy="120929"/>
          </a:xfrm>
          <a:custGeom xmlns:a="http://schemas.openxmlformats.org/drawingml/2006/main">
            <a:pathLst>
              <a:path w="65780" h="120929" fill="none">
                <a:moveTo>
                  <a:pt x="8372" y="115214"/>
                </a:moveTo>
                <a:cubicBezTo>
                  <a:pt x="8544" y="115214"/>
                  <a:pt x="8830" y="115300"/>
                  <a:pt x="9173" y="115472"/>
                </a:cubicBezTo>
                <a:cubicBezTo>
                  <a:pt x="9515" y="115643"/>
                  <a:pt x="10030" y="115786"/>
                  <a:pt x="10630" y="115872"/>
                </a:cubicBezTo>
                <a:cubicBezTo>
                  <a:pt x="11259" y="115957"/>
                  <a:pt x="11801" y="116014"/>
                  <a:pt x="12230" y="116014"/>
                </a:cubicBezTo>
                <a:cubicBezTo>
                  <a:pt x="13373" y="116014"/>
                  <a:pt x="14459" y="115443"/>
                  <a:pt x="15430" y="114271"/>
                </a:cubicBezTo>
                <a:cubicBezTo>
                  <a:pt x="16402" y="113128"/>
                  <a:pt x="17116" y="111843"/>
                  <a:pt x="17545" y="110442"/>
                </a:cubicBezTo>
                <a:cubicBezTo>
                  <a:pt x="18431" y="108042"/>
                  <a:pt x="19945" y="101270"/>
                  <a:pt x="22060" y="90097"/>
                </a:cubicBezTo>
                <a:cubicBezTo>
                  <a:pt x="24203" y="78924"/>
                  <a:pt x="26232" y="68294"/>
                  <a:pt x="28175" y="58207"/>
                </a:cubicBezTo>
                <a:cubicBezTo>
                  <a:pt x="30118" y="48092"/>
                  <a:pt x="31118" y="43005"/>
                  <a:pt x="31118" y="42920"/>
                </a:cubicBezTo>
                <a:lnTo>
                  <a:pt x="31118" y="42520"/>
                </a:lnTo>
                <a:lnTo>
                  <a:pt x="24860" y="42520"/>
                </a:lnTo>
                <a:cubicBezTo>
                  <a:pt x="20688" y="42520"/>
                  <a:pt x="18488" y="42434"/>
                  <a:pt x="18202" y="42262"/>
                </a:cubicBezTo>
                <a:cubicBezTo>
                  <a:pt x="17859" y="42005"/>
                  <a:pt x="17688" y="41548"/>
                  <a:pt x="17688" y="40919"/>
                </a:cubicBezTo>
                <a:lnTo>
                  <a:pt x="18602" y="37205"/>
                </a:lnTo>
                <a:cubicBezTo>
                  <a:pt x="18802" y="36747"/>
                  <a:pt x="19145" y="36547"/>
                  <a:pt x="19688" y="36547"/>
                </a:cubicBezTo>
                <a:cubicBezTo>
                  <a:pt x="20203" y="36547"/>
                  <a:pt x="22288" y="36490"/>
                  <a:pt x="25918" y="36405"/>
                </a:cubicBezTo>
                <a:cubicBezTo>
                  <a:pt x="30175" y="36405"/>
                  <a:pt x="32290" y="36376"/>
                  <a:pt x="32290" y="36290"/>
                </a:cubicBezTo>
                <a:cubicBezTo>
                  <a:pt x="32290" y="36090"/>
                  <a:pt x="32690" y="33890"/>
                  <a:pt x="33490" y="29632"/>
                </a:cubicBezTo>
                <a:cubicBezTo>
                  <a:pt x="34290" y="25375"/>
                  <a:pt x="34833" y="22803"/>
                  <a:pt x="35090" y="21917"/>
                </a:cubicBezTo>
                <a:cubicBezTo>
                  <a:pt x="38376" y="7315"/>
                  <a:pt x="44834" y="0"/>
                  <a:pt x="54493" y="0"/>
                </a:cubicBezTo>
                <a:cubicBezTo>
                  <a:pt x="57779" y="171"/>
                  <a:pt x="60465" y="1143"/>
                  <a:pt x="62579" y="2915"/>
                </a:cubicBezTo>
                <a:cubicBezTo>
                  <a:pt x="64722" y="4686"/>
                  <a:pt x="65780" y="7058"/>
                  <a:pt x="65780" y="9973"/>
                </a:cubicBezTo>
                <a:cubicBezTo>
                  <a:pt x="65780" y="13144"/>
                  <a:pt x="64865" y="15459"/>
                  <a:pt x="63008" y="16888"/>
                </a:cubicBezTo>
                <a:cubicBezTo>
                  <a:pt x="61122" y="18288"/>
                  <a:pt x="59265" y="19060"/>
                  <a:pt x="57407" y="19145"/>
                </a:cubicBezTo>
                <a:cubicBezTo>
                  <a:pt x="53521" y="19145"/>
                  <a:pt x="51578" y="17259"/>
                  <a:pt x="51578" y="13545"/>
                </a:cubicBezTo>
                <a:cubicBezTo>
                  <a:pt x="51578" y="11859"/>
                  <a:pt x="52064" y="10401"/>
                  <a:pt x="53035" y="9173"/>
                </a:cubicBezTo>
                <a:cubicBezTo>
                  <a:pt x="54007" y="7915"/>
                  <a:pt x="55064" y="7001"/>
                  <a:pt x="56207" y="6372"/>
                </a:cubicBezTo>
                <a:lnTo>
                  <a:pt x="57407" y="5715"/>
                </a:lnTo>
                <a:cubicBezTo>
                  <a:pt x="56007" y="5172"/>
                  <a:pt x="54664" y="4915"/>
                  <a:pt x="53435" y="4915"/>
                </a:cubicBezTo>
                <a:cubicBezTo>
                  <a:pt x="52378" y="4915"/>
                  <a:pt x="51349" y="5372"/>
                  <a:pt x="50378" y="6258"/>
                </a:cubicBezTo>
                <a:cubicBezTo>
                  <a:pt x="49406" y="7144"/>
                  <a:pt x="48720" y="8372"/>
                  <a:pt x="48377" y="9973"/>
                </a:cubicBezTo>
                <a:cubicBezTo>
                  <a:pt x="47749" y="12544"/>
                  <a:pt x="47034" y="16002"/>
                  <a:pt x="46263" y="20317"/>
                </a:cubicBezTo>
                <a:cubicBezTo>
                  <a:pt x="45434" y="24660"/>
                  <a:pt x="44748" y="28346"/>
                  <a:pt x="44120" y="31347"/>
                </a:cubicBezTo>
                <a:cubicBezTo>
                  <a:pt x="43491" y="34376"/>
                  <a:pt x="43205" y="35976"/>
                  <a:pt x="43205" y="36147"/>
                </a:cubicBezTo>
                <a:cubicBezTo>
                  <a:pt x="43205" y="36319"/>
                  <a:pt x="45634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36" y="36633"/>
                  <a:pt x="58522" y="36890"/>
                  <a:pt x="58864" y="37348"/>
                </a:cubicBezTo>
                <a:cubicBezTo>
                  <a:pt x="58979" y="37690"/>
                  <a:pt x="58864" y="38433"/>
                  <a:pt x="58607" y="39605"/>
                </a:cubicBezTo>
                <a:cubicBezTo>
                  <a:pt x="58350" y="40748"/>
                  <a:pt x="58122" y="41462"/>
                  <a:pt x="57950" y="41719"/>
                </a:cubicBezTo>
                <a:cubicBezTo>
                  <a:pt x="57779" y="42177"/>
                  <a:pt x="57379" y="42377"/>
                  <a:pt x="56750" y="42377"/>
                </a:cubicBezTo>
                <a:cubicBezTo>
                  <a:pt x="56121" y="42377"/>
                  <a:pt x="53750" y="42434"/>
                  <a:pt x="49578" y="42520"/>
                </a:cubicBezTo>
                <a:lnTo>
                  <a:pt x="42120" y="42520"/>
                </a:lnTo>
                <a:lnTo>
                  <a:pt x="39062" y="58750"/>
                </a:lnTo>
                <a:cubicBezTo>
                  <a:pt x="34833" y="80696"/>
                  <a:pt x="31861" y="94440"/>
                  <a:pt x="30175" y="99927"/>
                </a:cubicBezTo>
                <a:cubicBezTo>
                  <a:pt x="27775" y="107471"/>
                  <a:pt x="24689" y="113043"/>
                  <a:pt x="20860" y="116672"/>
                </a:cubicBezTo>
                <a:cubicBezTo>
                  <a:pt x="17574" y="119501"/>
                  <a:pt x="14373" y="120929"/>
                  <a:pt x="11173" y="120929"/>
                </a:cubicBezTo>
                <a:cubicBezTo>
                  <a:pt x="8344" y="120929"/>
                  <a:pt x="5772" y="120072"/>
                  <a:pt x="3458" y="118415"/>
                </a:cubicBezTo>
                <a:cubicBezTo>
                  <a:pt x="1143" y="116729"/>
                  <a:pt x="0" y="114329"/>
                  <a:pt x="0" y="111214"/>
                </a:cubicBezTo>
                <a:cubicBezTo>
                  <a:pt x="0" y="107956"/>
                  <a:pt x="943" y="105556"/>
                  <a:pt x="2800" y="104042"/>
                </a:cubicBezTo>
                <a:cubicBezTo>
                  <a:pt x="4658" y="102527"/>
                  <a:pt x="6515" y="101784"/>
                  <a:pt x="8372" y="101784"/>
                </a:cubicBezTo>
                <a:cubicBezTo>
                  <a:pt x="12287" y="101784"/>
                  <a:pt x="14230" y="103642"/>
                  <a:pt x="14230" y="107385"/>
                </a:cubicBezTo>
                <a:cubicBezTo>
                  <a:pt x="14230" y="109071"/>
                  <a:pt x="13745" y="110528"/>
                  <a:pt x="12773" y="111757"/>
                </a:cubicBezTo>
                <a:cubicBezTo>
                  <a:pt x="11801" y="112986"/>
                  <a:pt x="10716" y="113929"/>
                  <a:pt x="9573" y="114557"/>
                </a:cubicBezTo>
                <a:lnTo>
                  <a:pt x="8372" y="1152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D132F-6E69-42B6-92C6-5DAE48E2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383" y="2131866"/>
            <a:ext cx="24832" cy="59322"/>
          </a:xfrm>
          <a:custGeom xmlns:a="http://schemas.openxmlformats.org/drawingml/2006/main">
            <a:pathLst>
              <a:path w="24832" h="59322">
                <a:moveTo>
                  <a:pt x="0" y="16173"/>
                </a:moveTo>
                <a:cubicBezTo>
                  <a:pt x="0" y="16173"/>
                  <a:pt x="0" y="14602"/>
                  <a:pt x="0" y="11459"/>
                </a:cubicBezTo>
                <a:cubicBezTo>
                  <a:pt x="0" y="8344"/>
                  <a:pt x="1029" y="5658"/>
                  <a:pt x="3029" y="3400"/>
                </a:cubicBezTo>
                <a:cubicBezTo>
                  <a:pt x="5029" y="1114"/>
                  <a:pt x="7715" y="0"/>
                  <a:pt x="11116" y="0"/>
                </a:cubicBezTo>
                <a:cubicBezTo>
                  <a:pt x="14602" y="0"/>
                  <a:pt x="17745" y="1572"/>
                  <a:pt x="20517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32"/>
                  <a:pt x="24260" y="29889"/>
                  <a:pt x="23117" y="34004"/>
                </a:cubicBezTo>
                <a:cubicBezTo>
                  <a:pt x="22003" y="38148"/>
                  <a:pt x="20688" y="41719"/>
                  <a:pt x="19174" y="44720"/>
                </a:cubicBezTo>
                <a:cubicBezTo>
                  <a:pt x="17688" y="47749"/>
                  <a:pt x="16059" y="50321"/>
                  <a:pt x="14288" y="52435"/>
                </a:cubicBezTo>
                <a:cubicBezTo>
                  <a:pt x="12544" y="54578"/>
                  <a:pt x="11030" y="56264"/>
                  <a:pt x="9801" y="57521"/>
                </a:cubicBezTo>
                <a:cubicBezTo>
                  <a:pt x="8544" y="58750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521"/>
                </a:cubicBezTo>
                <a:cubicBezTo>
                  <a:pt x="3772" y="56378"/>
                  <a:pt x="3200" y="55578"/>
                  <a:pt x="3200" y="55064"/>
                </a:cubicBezTo>
                <a:cubicBezTo>
                  <a:pt x="3200" y="54578"/>
                  <a:pt x="3886" y="53578"/>
                  <a:pt x="5286" y="52064"/>
                </a:cubicBezTo>
                <a:cubicBezTo>
                  <a:pt x="6658" y="50549"/>
                  <a:pt x="8230" y="48692"/>
                  <a:pt x="9973" y="46434"/>
                </a:cubicBezTo>
                <a:cubicBezTo>
                  <a:pt x="11744" y="44177"/>
                  <a:pt x="13373" y="41034"/>
                  <a:pt x="14859" y="37033"/>
                </a:cubicBezTo>
                <a:cubicBezTo>
                  <a:pt x="16373" y="33004"/>
                  <a:pt x="17374" y="28461"/>
                  <a:pt x="17859" y="23289"/>
                </a:cubicBezTo>
                <a:lnTo>
                  <a:pt x="17859" y="21060"/>
                </a:lnTo>
                <a:lnTo>
                  <a:pt x="17688" y="21231"/>
                </a:lnTo>
                <a:cubicBezTo>
                  <a:pt x="17431" y="21374"/>
                  <a:pt x="17116" y="21488"/>
                  <a:pt x="16745" y="21603"/>
                </a:cubicBezTo>
                <a:cubicBezTo>
                  <a:pt x="16373" y="21746"/>
                  <a:pt x="16002" y="21917"/>
                  <a:pt x="15602" y="22174"/>
                </a:cubicBezTo>
                <a:cubicBezTo>
                  <a:pt x="15230" y="22431"/>
                  <a:pt x="14688" y="22546"/>
                  <a:pt x="13916" y="22546"/>
                </a:cubicBezTo>
                <a:cubicBezTo>
                  <a:pt x="13173" y="22546"/>
                  <a:pt x="12430" y="22631"/>
                  <a:pt x="11659" y="22746"/>
                </a:cubicBezTo>
                <a:cubicBezTo>
                  <a:pt x="8287" y="22746"/>
                  <a:pt x="5515" y="21688"/>
                  <a:pt x="3400" y="19545"/>
                </a:cubicBezTo>
                <a:lnTo>
                  <a:pt x="0" y="1617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AC8FA-B3D0-48AC-AF5E-6098CB1B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383" y="2131866"/>
            <a:ext cx="24832" cy="59322"/>
          </a:xfrm>
          <a:custGeom xmlns:a="http://schemas.openxmlformats.org/drawingml/2006/main">
            <a:pathLst>
              <a:path w="24832" h="59322" fill="none">
                <a:moveTo>
                  <a:pt x="0" y="16173"/>
                </a:moveTo>
                <a:cubicBezTo>
                  <a:pt x="0" y="16173"/>
                  <a:pt x="0" y="14602"/>
                  <a:pt x="0" y="11459"/>
                </a:cubicBezTo>
                <a:cubicBezTo>
                  <a:pt x="0" y="8344"/>
                  <a:pt x="1029" y="5658"/>
                  <a:pt x="3029" y="3400"/>
                </a:cubicBezTo>
                <a:cubicBezTo>
                  <a:pt x="5029" y="1114"/>
                  <a:pt x="7715" y="0"/>
                  <a:pt x="11116" y="0"/>
                </a:cubicBezTo>
                <a:cubicBezTo>
                  <a:pt x="14602" y="0"/>
                  <a:pt x="17745" y="1572"/>
                  <a:pt x="20517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32"/>
                  <a:pt x="24260" y="29889"/>
                  <a:pt x="23117" y="34004"/>
                </a:cubicBezTo>
                <a:cubicBezTo>
                  <a:pt x="22003" y="38148"/>
                  <a:pt x="20688" y="41719"/>
                  <a:pt x="19174" y="44720"/>
                </a:cubicBezTo>
                <a:cubicBezTo>
                  <a:pt x="17688" y="47749"/>
                  <a:pt x="16059" y="50321"/>
                  <a:pt x="14288" y="52435"/>
                </a:cubicBezTo>
                <a:cubicBezTo>
                  <a:pt x="12544" y="54578"/>
                  <a:pt x="11030" y="56264"/>
                  <a:pt x="9801" y="57521"/>
                </a:cubicBezTo>
                <a:cubicBezTo>
                  <a:pt x="8544" y="58750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521"/>
                </a:cubicBezTo>
                <a:cubicBezTo>
                  <a:pt x="3772" y="56378"/>
                  <a:pt x="3200" y="55578"/>
                  <a:pt x="3200" y="55064"/>
                </a:cubicBezTo>
                <a:cubicBezTo>
                  <a:pt x="3200" y="54578"/>
                  <a:pt x="3886" y="53578"/>
                  <a:pt x="5286" y="52064"/>
                </a:cubicBezTo>
                <a:cubicBezTo>
                  <a:pt x="6658" y="50549"/>
                  <a:pt x="8230" y="48692"/>
                  <a:pt x="9973" y="46434"/>
                </a:cubicBezTo>
                <a:cubicBezTo>
                  <a:pt x="11744" y="44177"/>
                  <a:pt x="13373" y="41034"/>
                  <a:pt x="14859" y="37033"/>
                </a:cubicBezTo>
                <a:cubicBezTo>
                  <a:pt x="16373" y="33004"/>
                  <a:pt x="17374" y="28461"/>
                  <a:pt x="17859" y="23289"/>
                </a:cubicBezTo>
                <a:lnTo>
                  <a:pt x="17859" y="21060"/>
                </a:lnTo>
                <a:lnTo>
                  <a:pt x="17688" y="21231"/>
                </a:lnTo>
                <a:cubicBezTo>
                  <a:pt x="17431" y="21374"/>
                  <a:pt x="17116" y="21488"/>
                  <a:pt x="16745" y="21603"/>
                </a:cubicBezTo>
                <a:cubicBezTo>
                  <a:pt x="16373" y="21746"/>
                  <a:pt x="16002" y="21917"/>
                  <a:pt x="15602" y="22174"/>
                </a:cubicBezTo>
                <a:cubicBezTo>
                  <a:pt x="15230" y="22431"/>
                  <a:pt x="14688" y="22546"/>
                  <a:pt x="13916" y="22546"/>
                </a:cubicBezTo>
                <a:cubicBezTo>
                  <a:pt x="13173" y="22546"/>
                  <a:pt x="12430" y="22631"/>
                  <a:pt x="11659" y="22746"/>
                </a:cubicBezTo>
                <a:cubicBezTo>
                  <a:pt x="8287" y="22746"/>
                  <a:pt x="5515" y="21688"/>
                  <a:pt x="3400" y="19545"/>
                </a:cubicBezTo>
                <a:lnTo>
                  <a:pt x="0" y="16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4AEFE-7F3F-4FE2-A20C-067686E9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707" y="2071545"/>
            <a:ext cx="74381" cy="85382"/>
          </a:xfrm>
          <a:custGeom xmlns:a="http://schemas.openxmlformats.org/drawingml/2006/main">
            <a:pathLst>
              <a:path w="74381" h="85382">
                <a:moveTo>
                  <a:pt x="0" y="53178"/>
                </a:moveTo>
                <a:cubicBezTo>
                  <a:pt x="0" y="39519"/>
                  <a:pt x="5401" y="27232"/>
                  <a:pt x="16173" y="16345"/>
                </a:cubicBezTo>
                <a:cubicBezTo>
                  <a:pt x="26946" y="5429"/>
                  <a:pt x="38605" y="0"/>
                  <a:pt x="51121" y="0"/>
                </a:cubicBezTo>
                <a:cubicBezTo>
                  <a:pt x="58150" y="0"/>
                  <a:pt x="63665" y="1486"/>
                  <a:pt x="67666" y="4486"/>
                </a:cubicBezTo>
                <a:cubicBezTo>
                  <a:pt x="71695" y="7515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5" y="25546"/>
                </a:cubicBezTo>
                <a:cubicBezTo>
                  <a:pt x="67923" y="28061"/>
                  <a:pt x="64922" y="29375"/>
                  <a:pt x="61265" y="29489"/>
                </a:cubicBezTo>
                <a:cubicBezTo>
                  <a:pt x="58893" y="29489"/>
                  <a:pt x="57007" y="28861"/>
                  <a:pt x="55636" y="27603"/>
                </a:cubicBezTo>
                <a:cubicBezTo>
                  <a:pt x="54264" y="26375"/>
                  <a:pt x="53578" y="24489"/>
                  <a:pt x="53578" y="21974"/>
                </a:cubicBezTo>
                <a:cubicBezTo>
                  <a:pt x="53578" y="19488"/>
                  <a:pt x="54264" y="17345"/>
                  <a:pt x="55636" y="15602"/>
                </a:cubicBezTo>
                <a:cubicBezTo>
                  <a:pt x="57007" y="13830"/>
                  <a:pt x="58407" y="12516"/>
                  <a:pt x="59779" y="11630"/>
                </a:cubicBezTo>
                <a:cubicBezTo>
                  <a:pt x="61151" y="10773"/>
                  <a:pt x="62036" y="10401"/>
                  <a:pt x="62408" y="10516"/>
                </a:cubicBezTo>
                <a:lnTo>
                  <a:pt x="62608" y="10516"/>
                </a:lnTo>
                <a:cubicBezTo>
                  <a:pt x="62608" y="10258"/>
                  <a:pt x="62208" y="9887"/>
                  <a:pt x="61465" y="9373"/>
                </a:cubicBezTo>
                <a:cubicBezTo>
                  <a:pt x="60722" y="8887"/>
                  <a:pt x="59407" y="8372"/>
                  <a:pt x="57521" y="7887"/>
                </a:cubicBezTo>
                <a:cubicBezTo>
                  <a:pt x="55636" y="7372"/>
                  <a:pt x="53521" y="7144"/>
                  <a:pt x="51121" y="7144"/>
                </a:cubicBezTo>
                <a:cubicBezTo>
                  <a:pt x="47377" y="7144"/>
                  <a:pt x="43805" y="8001"/>
                  <a:pt x="40405" y="9773"/>
                </a:cubicBezTo>
                <a:cubicBezTo>
                  <a:pt x="37776" y="10887"/>
                  <a:pt x="35090" y="12830"/>
                  <a:pt x="32347" y="15602"/>
                </a:cubicBezTo>
                <a:cubicBezTo>
                  <a:pt x="26832" y="21117"/>
                  <a:pt x="22803" y="28861"/>
                  <a:pt x="20288" y="38891"/>
                </a:cubicBezTo>
                <a:cubicBezTo>
                  <a:pt x="17802" y="48920"/>
                  <a:pt x="16488" y="56178"/>
                  <a:pt x="16373" y="60693"/>
                </a:cubicBezTo>
                <a:cubicBezTo>
                  <a:pt x="16373" y="66465"/>
                  <a:pt x="18002" y="70780"/>
                  <a:pt x="21231" y="73666"/>
                </a:cubicBezTo>
                <a:cubicBezTo>
                  <a:pt x="24003" y="76667"/>
                  <a:pt x="27632" y="78181"/>
                  <a:pt x="32147" y="78181"/>
                </a:cubicBezTo>
                <a:lnTo>
                  <a:pt x="32890" y="78181"/>
                </a:lnTo>
                <a:cubicBezTo>
                  <a:pt x="46920" y="78181"/>
                  <a:pt x="58522" y="72866"/>
                  <a:pt x="67666" y="62208"/>
                </a:cubicBezTo>
                <a:cubicBezTo>
                  <a:pt x="68809" y="60950"/>
                  <a:pt x="69552" y="60322"/>
                  <a:pt x="69923" y="60322"/>
                </a:cubicBezTo>
                <a:cubicBezTo>
                  <a:pt x="70437" y="60322"/>
                  <a:pt x="71237" y="60893"/>
                  <a:pt x="72380" y="62008"/>
                </a:cubicBezTo>
                <a:cubicBezTo>
                  <a:pt x="73495" y="63151"/>
                  <a:pt x="74124" y="64037"/>
                  <a:pt x="74238" y="64637"/>
                </a:cubicBezTo>
                <a:cubicBezTo>
                  <a:pt x="74381" y="65265"/>
                  <a:pt x="73809" y="66208"/>
                  <a:pt x="72552" y="67466"/>
                </a:cubicBezTo>
                <a:cubicBezTo>
                  <a:pt x="71295" y="68723"/>
                  <a:pt x="69494" y="70466"/>
                  <a:pt x="67094" y="72723"/>
                </a:cubicBezTo>
                <a:cubicBezTo>
                  <a:pt x="64722" y="74981"/>
                  <a:pt x="61893" y="76867"/>
                  <a:pt x="58636" y="78353"/>
                </a:cubicBezTo>
                <a:cubicBezTo>
                  <a:pt x="55407" y="79867"/>
                  <a:pt x="51378" y="81439"/>
                  <a:pt x="46634" y="83068"/>
                </a:cubicBezTo>
                <a:cubicBezTo>
                  <a:pt x="41862" y="84696"/>
                  <a:pt x="36833" y="85382"/>
                  <a:pt x="31575" y="85125"/>
                </a:cubicBezTo>
                <a:cubicBezTo>
                  <a:pt x="22174" y="85125"/>
                  <a:pt x="14602" y="82125"/>
                  <a:pt x="8830" y="76124"/>
                </a:cubicBezTo>
                <a:cubicBezTo>
                  <a:pt x="3086" y="70094"/>
                  <a:pt x="143" y="62436"/>
                  <a:pt x="0" y="53178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7E65E-3B28-48F3-A8A0-C2A78052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707" y="2071545"/>
            <a:ext cx="74381" cy="85382"/>
          </a:xfrm>
          <a:custGeom xmlns:a="http://schemas.openxmlformats.org/drawingml/2006/main">
            <a:pathLst>
              <a:path w="74381" h="85382" fill="none">
                <a:moveTo>
                  <a:pt x="0" y="53178"/>
                </a:moveTo>
                <a:cubicBezTo>
                  <a:pt x="0" y="39519"/>
                  <a:pt x="5401" y="27232"/>
                  <a:pt x="16173" y="16345"/>
                </a:cubicBezTo>
                <a:cubicBezTo>
                  <a:pt x="26946" y="5429"/>
                  <a:pt x="38605" y="0"/>
                  <a:pt x="51121" y="0"/>
                </a:cubicBezTo>
                <a:cubicBezTo>
                  <a:pt x="58150" y="0"/>
                  <a:pt x="63665" y="1486"/>
                  <a:pt x="67666" y="4486"/>
                </a:cubicBezTo>
                <a:cubicBezTo>
                  <a:pt x="71695" y="7515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5" y="25546"/>
                </a:cubicBezTo>
                <a:cubicBezTo>
                  <a:pt x="67923" y="28061"/>
                  <a:pt x="64922" y="29375"/>
                  <a:pt x="61265" y="29489"/>
                </a:cubicBezTo>
                <a:cubicBezTo>
                  <a:pt x="58893" y="29489"/>
                  <a:pt x="57007" y="28861"/>
                  <a:pt x="55636" y="27603"/>
                </a:cubicBezTo>
                <a:cubicBezTo>
                  <a:pt x="54264" y="26375"/>
                  <a:pt x="53578" y="24489"/>
                  <a:pt x="53578" y="21974"/>
                </a:cubicBezTo>
                <a:cubicBezTo>
                  <a:pt x="53578" y="19488"/>
                  <a:pt x="54264" y="17345"/>
                  <a:pt x="55636" y="15602"/>
                </a:cubicBezTo>
                <a:cubicBezTo>
                  <a:pt x="57007" y="13830"/>
                  <a:pt x="58407" y="12516"/>
                  <a:pt x="59779" y="11630"/>
                </a:cubicBezTo>
                <a:cubicBezTo>
                  <a:pt x="61151" y="10773"/>
                  <a:pt x="62036" y="10401"/>
                  <a:pt x="62408" y="10516"/>
                </a:cubicBezTo>
                <a:lnTo>
                  <a:pt x="62608" y="10516"/>
                </a:lnTo>
                <a:cubicBezTo>
                  <a:pt x="62608" y="10258"/>
                  <a:pt x="62208" y="9887"/>
                  <a:pt x="61465" y="9373"/>
                </a:cubicBezTo>
                <a:cubicBezTo>
                  <a:pt x="60722" y="8887"/>
                  <a:pt x="59407" y="8372"/>
                  <a:pt x="57521" y="7887"/>
                </a:cubicBezTo>
                <a:cubicBezTo>
                  <a:pt x="55636" y="7372"/>
                  <a:pt x="53521" y="7144"/>
                  <a:pt x="51121" y="7144"/>
                </a:cubicBezTo>
                <a:cubicBezTo>
                  <a:pt x="47377" y="7144"/>
                  <a:pt x="43805" y="8001"/>
                  <a:pt x="40405" y="9773"/>
                </a:cubicBezTo>
                <a:cubicBezTo>
                  <a:pt x="37776" y="10887"/>
                  <a:pt x="35090" y="12830"/>
                  <a:pt x="32347" y="15602"/>
                </a:cubicBezTo>
                <a:cubicBezTo>
                  <a:pt x="26832" y="21117"/>
                  <a:pt x="22803" y="28861"/>
                  <a:pt x="20288" y="38891"/>
                </a:cubicBezTo>
                <a:cubicBezTo>
                  <a:pt x="17802" y="48920"/>
                  <a:pt x="16488" y="56178"/>
                  <a:pt x="16373" y="60693"/>
                </a:cubicBezTo>
                <a:cubicBezTo>
                  <a:pt x="16373" y="66465"/>
                  <a:pt x="18002" y="70780"/>
                  <a:pt x="21231" y="73666"/>
                </a:cubicBezTo>
                <a:cubicBezTo>
                  <a:pt x="24003" y="76667"/>
                  <a:pt x="27632" y="78181"/>
                  <a:pt x="32147" y="78181"/>
                </a:cubicBezTo>
                <a:lnTo>
                  <a:pt x="32890" y="78181"/>
                </a:lnTo>
                <a:cubicBezTo>
                  <a:pt x="46920" y="78181"/>
                  <a:pt x="58522" y="72866"/>
                  <a:pt x="67666" y="62208"/>
                </a:cubicBezTo>
                <a:cubicBezTo>
                  <a:pt x="68809" y="60950"/>
                  <a:pt x="69552" y="60322"/>
                  <a:pt x="69923" y="60322"/>
                </a:cubicBezTo>
                <a:cubicBezTo>
                  <a:pt x="70437" y="60322"/>
                  <a:pt x="71237" y="60893"/>
                  <a:pt x="72380" y="62008"/>
                </a:cubicBezTo>
                <a:cubicBezTo>
                  <a:pt x="73495" y="63151"/>
                  <a:pt x="74124" y="64037"/>
                  <a:pt x="74238" y="64637"/>
                </a:cubicBezTo>
                <a:cubicBezTo>
                  <a:pt x="74381" y="65265"/>
                  <a:pt x="73809" y="66208"/>
                  <a:pt x="72552" y="67466"/>
                </a:cubicBezTo>
                <a:cubicBezTo>
                  <a:pt x="71295" y="68723"/>
                  <a:pt x="69494" y="70466"/>
                  <a:pt x="67094" y="72723"/>
                </a:cubicBezTo>
                <a:cubicBezTo>
                  <a:pt x="64722" y="74981"/>
                  <a:pt x="61893" y="76867"/>
                  <a:pt x="58636" y="78353"/>
                </a:cubicBezTo>
                <a:cubicBezTo>
                  <a:pt x="55407" y="79867"/>
                  <a:pt x="51378" y="81439"/>
                  <a:pt x="46634" y="83068"/>
                </a:cubicBezTo>
                <a:cubicBezTo>
                  <a:pt x="41862" y="84696"/>
                  <a:pt x="36833" y="85382"/>
                  <a:pt x="31575" y="85125"/>
                </a:cubicBezTo>
                <a:cubicBezTo>
                  <a:pt x="22174" y="85125"/>
                  <a:pt x="14602" y="82125"/>
                  <a:pt x="8830" y="76124"/>
                </a:cubicBezTo>
                <a:cubicBezTo>
                  <a:pt x="3086" y="70094"/>
                  <a:pt x="143" y="62436"/>
                  <a:pt x="0" y="531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FF4E5-17BB-495C-A180-3AEA6008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089" y="2094290"/>
            <a:ext cx="55950" cy="91440"/>
          </a:xfrm>
          <a:custGeom xmlns:a="http://schemas.openxmlformats.org/drawingml/2006/main">
            <a:pathLst>
              <a:path w="55950" h="91440">
                <a:moveTo>
                  <a:pt x="7572" y="10773"/>
                </a:moveTo>
                <a:cubicBezTo>
                  <a:pt x="12544" y="3600"/>
                  <a:pt x="19317" y="0"/>
                  <a:pt x="27918" y="0"/>
                </a:cubicBezTo>
                <a:cubicBezTo>
                  <a:pt x="32147" y="0"/>
                  <a:pt x="36405" y="1172"/>
                  <a:pt x="40662" y="3458"/>
                </a:cubicBezTo>
                <a:cubicBezTo>
                  <a:pt x="44920" y="5772"/>
                  <a:pt x="48377" y="9858"/>
                  <a:pt x="51035" y="15688"/>
                </a:cubicBezTo>
                <a:cubicBezTo>
                  <a:pt x="54321" y="23060"/>
                  <a:pt x="55950" y="33147"/>
                  <a:pt x="55950" y="45977"/>
                </a:cubicBezTo>
                <a:cubicBezTo>
                  <a:pt x="55950" y="59722"/>
                  <a:pt x="54035" y="70209"/>
                  <a:pt x="50235" y="77495"/>
                </a:cubicBezTo>
                <a:cubicBezTo>
                  <a:pt x="48463" y="81210"/>
                  <a:pt x="46034" y="84182"/>
                  <a:pt x="42920" y="86382"/>
                </a:cubicBezTo>
                <a:cubicBezTo>
                  <a:pt x="39834" y="88611"/>
                  <a:pt x="37119" y="89983"/>
                  <a:pt x="34833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1" y="91183"/>
                  <a:pt x="21117" y="90640"/>
                </a:cubicBezTo>
                <a:cubicBezTo>
                  <a:pt x="18831" y="90126"/>
                  <a:pt x="16116" y="88697"/>
                  <a:pt x="13030" y="86382"/>
                </a:cubicBezTo>
                <a:cubicBezTo>
                  <a:pt x="9916" y="84096"/>
                  <a:pt x="7487" y="81124"/>
                  <a:pt x="5715" y="77495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43" y="18831"/>
                  <a:pt x="7572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15"/>
                  <a:pt x="28032" y="4915"/>
                </a:cubicBezTo>
                <a:cubicBezTo>
                  <a:pt x="24317" y="4915"/>
                  <a:pt x="21117" y="6344"/>
                  <a:pt x="18459" y="9173"/>
                </a:cubicBezTo>
                <a:cubicBezTo>
                  <a:pt x="16259" y="11487"/>
                  <a:pt x="14802" y="14659"/>
                  <a:pt x="14087" y="18745"/>
                </a:cubicBezTo>
                <a:cubicBezTo>
                  <a:pt x="13373" y="22831"/>
                  <a:pt x="13030" y="31318"/>
                  <a:pt x="13030" y="44263"/>
                </a:cubicBezTo>
                <a:cubicBezTo>
                  <a:pt x="13030" y="58264"/>
                  <a:pt x="13373" y="67466"/>
                  <a:pt x="14087" y="71895"/>
                </a:cubicBezTo>
                <a:cubicBezTo>
                  <a:pt x="14802" y="76324"/>
                  <a:pt x="16402" y="79839"/>
                  <a:pt x="18888" y="82410"/>
                </a:cubicBezTo>
                <a:cubicBezTo>
                  <a:pt x="21346" y="85068"/>
                  <a:pt x="24403" y="86382"/>
                  <a:pt x="28032" y="86382"/>
                </a:cubicBezTo>
                <a:cubicBezTo>
                  <a:pt x="31575" y="86382"/>
                  <a:pt x="34604" y="85068"/>
                  <a:pt x="37090" y="82410"/>
                </a:cubicBezTo>
                <a:cubicBezTo>
                  <a:pt x="39634" y="79753"/>
                  <a:pt x="41234" y="76038"/>
                  <a:pt x="41862" y="71237"/>
                </a:cubicBezTo>
                <a:cubicBezTo>
                  <a:pt x="42491" y="66465"/>
                  <a:pt x="42834" y="57464"/>
                  <a:pt x="42920" y="44263"/>
                </a:cubicBezTo>
                <a:cubicBezTo>
                  <a:pt x="42920" y="31433"/>
                  <a:pt x="42577" y="22974"/>
                  <a:pt x="41862" y="18888"/>
                </a:cubicBezTo>
                <a:cubicBezTo>
                  <a:pt x="41148" y="14802"/>
                  <a:pt x="39691" y="11573"/>
                  <a:pt x="37490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55598-60FE-4449-A8A1-B0D4A1F9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089" y="2094290"/>
            <a:ext cx="55950" cy="91440"/>
          </a:xfrm>
          <a:custGeom xmlns:a="http://schemas.openxmlformats.org/drawingml/2006/main">
            <a:pathLst>
              <a:path w="55950" h="91440" fill="none">
                <a:moveTo>
                  <a:pt x="7572" y="10773"/>
                </a:moveTo>
                <a:cubicBezTo>
                  <a:pt x="12544" y="3600"/>
                  <a:pt x="19317" y="0"/>
                  <a:pt x="27918" y="0"/>
                </a:cubicBezTo>
                <a:cubicBezTo>
                  <a:pt x="32147" y="0"/>
                  <a:pt x="36405" y="1172"/>
                  <a:pt x="40662" y="3458"/>
                </a:cubicBezTo>
                <a:cubicBezTo>
                  <a:pt x="44920" y="5772"/>
                  <a:pt x="48377" y="9858"/>
                  <a:pt x="51035" y="15688"/>
                </a:cubicBezTo>
                <a:cubicBezTo>
                  <a:pt x="54321" y="23060"/>
                  <a:pt x="55950" y="33147"/>
                  <a:pt x="55950" y="45977"/>
                </a:cubicBezTo>
                <a:cubicBezTo>
                  <a:pt x="55950" y="59722"/>
                  <a:pt x="54035" y="70209"/>
                  <a:pt x="50235" y="77495"/>
                </a:cubicBezTo>
                <a:cubicBezTo>
                  <a:pt x="48463" y="81210"/>
                  <a:pt x="46034" y="84182"/>
                  <a:pt x="42920" y="86382"/>
                </a:cubicBezTo>
                <a:cubicBezTo>
                  <a:pt x="39834" y="88611"/>
                  <a:pt x="37119" y="89983"/>
                  <a:pt x="34833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1" y="91183"/>
                  <a:pt x="21117" y="90640"/>
                </a:cubicBezTo>
                <a:cubicBezTo>
                  <a:pt x="18831" y="90126"/>
                  <a:pt x="16116" y="88697"/>
                  <a:pt x="13030" y="86382"/>
                </a:cubicBezTo>
                <a:cubicBezTo>
                  <a:pt x="9916" y="84096"/>
                  <a:pt x="7487" y="81124"/>
                  <a:pt x="5715" y="77495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43" y="18831"/>
                  <a:pt x="7572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15"/>
                  <a:pt x="28032" y="4915"/>
                </a:cubicBezTo>
                <a:cubicBezTo>
                  <a:pt x="24317" y="4915"/>
                  <a:pt x="21117" y="6344"/>
                  <a:pt x="18459" y="9173"/>
                </a:cubicBezTo>
                <a:cubicBezTo>
                  <a:pt x="16259" y="11487"/>
                  <a:pt x="14802" y="14659"/>
                  <a:pt x="14087" y="18745"/>
                </a:cubicBezTo>
                <a:cubicBezTo>
                  <a:pt x="13373" y="22831"/>
                  <a:pt x="13030" y="31318"/>
                  <a:pt x="13030" y="44263"/>
                </a:cubicBezTo>
                <a:cubicBezTo>
                  <a:pt x="13030" y="58264"/>
                  <a:pt x="13373" y="67466"/>
                  <a:pt x="14087" y="71895"/>
                </a:cubicBezTo>
                <a:cubicBezTo>
                  <a:pt x="14802" y="76324"/>
                  <a:pt x="16402" y="79839"/>
                  <a:pt x="18888" y="82410"/>
                </a:cubicBezTo>
                <a:cubicBezTo>
                  <a:pt x="21346" y="85068"/>
                  <a:pt x="24403" y="86382"/>
                  <a:pt x="28032" y="86382"/>
                </a:cubicBezTo>
                <a:cubicBezTo>
                  <a:pt x="31575" y="86382"/>
                  <a:pt x="34604" y="85068"/>
                  <a:pt x="37090" y="82410"/>
                </a:cubicBezTo>
                <a:cubicBezTo>
                  <a:pt x="39634" y="79753"/>
                  <a:pt x="41234" y="76038"/>
                  <a:pt x="41862" y="71237"/>
                </a:cubicBezTo>
                <a:cubicBezTo>
                  <a:pt x="42491" y="66465"/>
                  <a:pt x="42834" y="57464"/>
                  <a:pt x="42920" y="44263"/>
                </a:cubicBezTo>
                <a:cubicBezTo>
                  <a:pt x="42920" y="31433"/>
                  <a:pt x="42577" y="22974"/>
                  <a:pt x="41862" y="18888"/>
                </a:cubicBezTo>
                <a:cubicBezTo>
                  <a:pt x="41148" y="14802"/>
                  <a:pt x="39691" y="11573"/>
                  <a:pt x="37490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72B3E-6BB3-4B40-AACE-6742B837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876" y="2042198"/>
            <a:ext cx="104499" cy="116529"/>
          </a:xfrm>
          <a:custGeom xmlns:a="http://schemas.openxmlformats.org/drawingml/2006/main">
            <a:pathLst>
              <a:path w="104499" h="116529">
                <a:moveTo>
                  <a:pt x="49435" y="1314"/>
                </a:moveTo>
                <a:cubicBezTo>
                  <a:pt x="50292" y="457"/>
                  <a:pt x="51264" y="0"/>
                  <a:pt x="52235" y="0"/>
                </a:cubicBezTo>
                <a:cubicBezTo>
                  <a:pt x="53635" y="0"/>
                  <a:pt x="54578" y="457"/>
                  <a:pt x="55064" y="1314"/>
                </a:cubicBezTo>
                <a:cubicBezTo>
                  <a:pt x="55178" y="1457"/>
                  <a:pt x="59322" y="10601"/>
                  <a:pt x="67466" y="28775"/>
                </a:cubicBezTo>
                <a:cubicBezTo>
                  <a:pt x="75609" y="46949"/>
                  <a:pt x="83810" y="65351"/>
                  <a:pt x="92097" y="84039"/>
                </a:cubicBezTo>
                <a:cubicBezTo>
                  <a:pt x="100355" y="102699"/>
                  <a:pt x="104499" y="112414"/>
                  <a:pt x="104499" y="113157"/>
                </a:cubicBezTo>
                <a:cubicBezTo>
                  <a:pt x="104242" y="115414"/>
                  <a:pt x="103013" y="116529"/>
                  <a:pt x="100755" y="116529"/>
                </a:cubicBezTo>
                <a:cubicBezTo>
                  <a:pt x="100355" y="116529"/>
                  <a:pt x="100041" y="116500"/>
                  <a:pt x="99812" y="116357"/>
                </a:cubicBezTo>
                <a:cubicBezTo>
                  <a:pt x="99555" y="116243"/>
                  <a:pt x="99241" y="116186"/>
                  <a:pt x="98869" y="116186"/>
                </a:cubicBezTo>
                <a:cubicBezTo>
                  <a:pt x="98498" y="116186"/>
                  <a:pt x="98241" y="115986"/>
                  <a:pt x="98098" y="115614"/>
                </a:cubicBezTo>
                <a:cubicBezTo>
                  <a:pt x="97984" y="115243"/>
                  <a:pt x="97869" y="114986"/>
                  <a:pt x="97726" y="114843"/>
                </a:cubicBezTo>
                <a:cubicBezTo>
                  <a:pt x="97612" y="114729"/>
                  <a:pt x="97412" y="114471"/>
                  <a:pt x="97184" y="114100"/>
                </a:cubicBezTo>
                <a:cubicBezTo>
                  <a:pt x="96926" y="113729"/>
                  <a:pt x="96784" y="113414"/>
                  <a:pt x="96784" y="113157"/>
                </a:cubicBezTo>
                <a:lnTo>
                  <a:pt x="52235" y="13173"/>
                </a:lnTo>
                <a:lnTo>
                  <a:pt x="7687" y="113157"/>
                </a:lnTo>
                <a:cubicBezTo>
                  <a:pt x="6572" y="115157"/>
                  <a:pt x="5572" y="116243"/>
                  <a:pt x="4686" y="116357"/>
                </a:cubicBezTo>
                <a:cubicBezTo>
                  <a:pt x="4458" y="116500"/>
                  <a:pt x="4143" y="116529"/>
                  <a:pt x="3743" y="116529"/>
                </a:cubicBezTo>
                <a:cubicBezTo>
                  <a:pt x="1514" y="116529"/>
                  <a:pt x="257" y="115414"/>
                  <a:pt x="0" y="113157"/>
                </a:cubicBezTo>
                <a:cubicBezTo>
                  <a:pt x="0" y="112414"/>
                  <a:pt x="4058" y="102756"/>
                  <a:pt x="12230" y="84211"/>
                </a:cubicBezTo>
                <a:cubicBezTo>
                  <a:pt x="20345" y="65665"/>
                  <a:pt x="28575" y="47234"/>
                  <a:pt x="36833" y="28946"/>
                </a:cubicBezTo>
                <a:cubicBezTo>
                  <a:pt x="45091" y="10658"/>
                  <a:pt x="49320" y="1457"/>
                  <a:pt x="49435" y="1314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8CE9E-F2D6-475A-BD2E-FA1D14E6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876" y="2042198"/>
            <a:ext cx="104499" cy="116529"/>
          </a:xfrm>
          <a:custGeom xmlns:a="http://schemas.openxmlformats.org/drawingml/2006/main">
            <a:pathLst>
              <a:path w="104499" h="116529" fill="none">
                <a:moveTo>
                  <a:pt x="49435" y="1314"/>
                </a:moveTo>
                <a:cubicBezTo>
                  <a:pt x="50292" y="457"/>
                  <a:pt x="51264" y="0"/>
                  <a:pt x="52235" y="0"/>
                </a:cubicBezTo>
                <a:cubicBezTo>
                  <a:pt x="53635" y="0"/>
                  <a:pt x="54578" y="457"/>
                  <a:pt x="55064" y="1314"/>
                </a:cubicBezTo>
                <a:cubicBezTo>
                  <a:pt x="55178" y="1457"/>
                  <a:pt x="59322" y="10601"/>
                  <a:pt x="67466" y="28775"/>
                </a:cubicBezTo>
                <a:cubicBezTo>
                  <a:pt x="75609" y="46949"/>
                  <a:pt x="83810" y="65351"/>
                  <a:pt x="92097" y="84039"/>
                </a:cubicBezTo>
                <a:cubicBezTo>
                  <a:pt x="100355" y="102699"/>
                  <a:pt x="104499" y="112414"/>
                  <a:pt x="104499" y="113157"/>
                </a:cubicBezTo>
                <a:cubicBezTo>
                  <a:pt x="104242" y="115414"/>
                  <a:pt x="103013" y="116529"/>
                  <a:pt x="100755" y="116529"/>
                </a:cubicBezTo>
                <a:cubicBezTo>
                  <a:pt x="100355" y="116529"/>
                  <a:pt x="100041" y="116500"/>
                  <a:pt x="99812" y="116357"/>
                </a:cubicBezTo>
                <a:cubicBezTo>
                  <a:pt x="99555" y="116243"/>
                  <a:pt x="99241" y="116186"/>
                  <a:pt x="98869" y="116186"/>
                </a:cubicBezTo>
                <a:cubicBezTo>
                  <a:pt x="98498" y="116186"/>
                  <a:pt x="98241" y="115986"/>
                  <a:pt x="98098" y="115614"/>
                </a:cubicBezTo>
                <a:cubicBezTo>
                  <a:pt x="97984" y="115243"/>
                  <a:pt x="97869" y="114986"/>
                  <a:pt x="97726" y="114843"/>
                </a:cubicBezTo>
                <a:cubicBezTo>
                  <a:pt x="97612" y="114729"/>
                  <a:pt x="97412" y="114471"/>
                  <a:pt x="97184" y="114100"/>
                </a:cubicBezTo>
                <a:cubicBezTo>
                  <a:pt x="96926" y="113729"/>
                  <a:pt x="96784" y="113414"/>
                  <a:pt x="96784" y="113157"/>
                </a:cubicBezTo>
                <a:lnTo>
                  <a:pt x="52235" y="13173"/>
                </a:lnTo>
                <a:lnTo>
                  <a:pt x="7687" y="113157"/>
                </a:lnTo>
                <a:cubicBezTo>
                  <a:pt x="6572" y="115157"/>
                  <a:pt x="5572" y="116243"/>
                  <a:pt x="4686" y="116357"/>
                </a:cubicBezTo>
                <a:cubicBezTo>
                  <a:pt x="4458" y="116500"/>
                  <a:pt x="4143" y="116529"/>
                  <a:pt x="3743" y="116529"/>
                </a:cubicBezTo>
                <a:cubicBezTo>
                  <a:pt x="1514" y="116529"/>
                  <a:pt x="257" y="115414"/>
                  <a:pt x="0" y="113157"/>
                </a:cubicBezTo>
                <a:cubicBezTo>
                  <a:pt x="0" y="112414"/>
                  <a:pt x="4058" y="102756"/>
                  <a:pt x="12230" y="84211"/>
                </a:cubicBezTo>
                <a:cubicBezTo>
                  <a:pt x="20345" y="65665"/>
                  <a:pt x="28575" y="47234"/>
                  <a:pt x="36833" y="28946"/>
                </a:cubicBezTo>
                <a:cubicBezTo>
                  <a:pt x="45091" y="10658"/>
                  <a:pt x="49320" y="1457"/>
                  <a:pt x="49435" y="13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30742-CEAE-4F82-9C60-C3FF5CD7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68" y="2071545"/>
            <a:ext cx="74352" cy="85382"/>
          </a:xfrm>
          <a:custGeom xmlns:a="http://schemas.openxmlformats.org/drawingml/2006/main">
            <a:pathLst>
              <a:path w="74352" h="85382">
                <a:moveTo>
                  <a:pt x="0" y="53178"/>
                </a:moveTo>
                <a:cubicBezTo>
                  <a:pt x="0" y="39519"/>
                  <a:pt x="5372" y="27232"/>
                  <a:pt x="16145" y="16345"/>
                </a:cubicBezTo>
                <a:cubicBezTo>
                  <a:pt x="26918" y="5429"/>
                  <a:pt x="38576" y="0"/>
                  <a:pt x="51121" y="0"/>
                </a:cubicBezTo>
                <a:cubicBezTo>
                  <a:pt x="58150" y="0"/>
                  <a:pt x="63665" y="1486"/>
                  <a:pt x="67666" y="4486"/>
                </a:cubicBezTo>
                <a:cubicBezTo>
                  <a:pt x="71666" y="7515"/>
                  <a:pt x="73724" y="11459"/>
                  <a:pt x="73866" y="16345"/>
                </a:cubicBezTo>
                <a:cubicBezTo>
                  <a:pt x="73866" y="19974"/>
                  <a:pt x="72666" y="23060"/>
                  <a:pt x="70295" y="25546"/>
                </a:cubicBezTo>
                <a:cubicBezTo>
                  <a:pt x="67894" y="28061"/>
                  <a:pt x="64894" y="29375"/>
                  <a:pt x="61265" y="29489"/>
                </a:cubicBezTo>
                <a:cubicBezTo>
                  <a:pt x="58893" y="29489"/>
                  <a:pt x="57007" y="28861"/>
                  <a:pt x="55636" y="27603"/>
                </a:cubicBezTo>
                <a:cubicBezTo>
                  <a:pt x="54264" y="26375"/>
                  <a:pt x="53550" y="24489"/>
                  <a:pt x="53550" y="21974"/>
                </a:cubicBezTo>
                <a:cubicBezTo>
                  <a:pt x="53550" y="19488"/>
                  <a:pt x="54264" y="17345"/>
                  <a:pt x="55636" y="15602"/>
                </a:cubicBezTo>
                <a:cubicBezTo>
                  <a:pt x="57007" y="13830"/>
                  <a:pt x="58379" y="12516"/>
                  <a:pt x="59779" y="11630"/>
                </a:cubicBezTo>
                <a:cubicBezTo>
                  <a:pt x="61151" y="10773"/>
                  <a:pt x="62008" y="10401"/>
                  <a:pt x="62379" y="10516"/>
                </a:cubicBezTo>
                <a:lnTo>
                  <a:pt x="62579" y="10516"/>
                </a:lnTo>
                <a:cubicBezTo>
                  <a:pt x="62579" y="10258"/>
                  <a:pt x="62208" y="9887"/>
                  <a:pt x="61465" y="9373"/>
                </a:cubicBezTo>
                <a:cubicBezTo>
                  <a:pt x="60693" y="8887"/>
                  <a:pt x="59379" y="8372"/>
                  <a:pt x="57493" y="7887"/>
                </a:cubicBezTo>
                <a:cubicBezTo>
                  <a:pt x="55636" y="7372"/>
                  <a:pt x="53492" y="7144"/>
                  <a:pt x="51121" y="7144"/>
                </a:cubicBezTo>
                <a:cubicBezTo>
                  <a:pt x="47349" y="7144"/>
                  <a:pt x="43777" y="8001"/>
                  <a:pt x="40405" y="9773"/>
                </a:cubicBezTo>
                <a:cubicBezTo>
                  <a:pt x="37776" y="10887"/>
                  <a:pt x="35090" y="12830"/>
                  <a:pt x="32318" y="15602"/>
                </a:cubicBezTo>
                <a:cubicBezTo>
                  <a:pt x="26803" y="21117"/>
                  <a:pt x="22803" y="28861"/>
                  <a:pt x="20288" y="38891"/>
                </a:cubicBezTo>
                <a:cubicBezTo>
                  <a:pt x="17774" y="48920"/>
                  <a:pt x="16459" y="56178"/>
                  <a:pt x="16345" y="60693"/>
                </a:cubicBezTo>
                <a:cubicBezTo>
                  <a:pt x="16345" y="66465"/>
                  <a:pt x="17974" y="70780"/>
                  <a:pt x="21231" y="73666"/>
                </a:cubicBezTo>
                <a:cubicBezTo>
                  <a:pt x="24003" y="76667"/>
                  <a:pt x="27632" y="78181"/>
                  <a:pt x="32118" y="78181"/>
                </a:cubicBezTo>
                <a:lnTo>
                  <a:pt x="32890" y="78181"/>
                </a:lnTo>
                <a:cubicBezTo>
                  <a:pt x="46920" y="78181"/>
                  <a:pt x="58493" y="72866"/>
                  <a:pt x="67666" y="62208"/>
                </a:cubicBezTo>
                <a:cubicBezTo>
                  <a:pt x="68780" y="60950"/>
                  <a:pt x="69523" y="60322"/>
                  <a:pt x="69923" y="60322"/>
                </a:cubicBezTo>
                <a:cubicBezTo>
                  <a:pt x="70409" y="60322"/>
                  <a:pt x="71237" y="60893"/>
                  <a:pt x="72352" y="62008"/>
                </a:cubicBezTo>
                <a:cubicBezTo>
                  <a:pt x="73495" y="63151"/>
                  <a:pt x="74124" y="64037"/>
                  <a:pt x="74238" y="64637"/>
                </a:cubicBezTo>
                <a:cubicBezTo>
                  <a:pt x="74352" y="65265"/>
                  <a:pt x="73809" y="66208"/>
                  <a:pt x="72552" y="67466"/>
                </a:cubicBezTo>
                <a:cubicBezTo>
                  <a:pt x="71295" y="68723"/>
                  <a:pt x="69466" y="70466"/>
                  <a:pt x="67094" y="72723"/>
                </a:cubicBezTo>
                <a:cubicBezTo>
                  <a:pt x="64722" y="74981"/>
                  <a:pt x="61893" y="76867"/>
                  <a:pt x="58636" y="78353"/>
                </a:cubicBezTo>
                <a:cubicBezTo>
                  <a:pt x="55378" y="79867"/>
                  <a:pt x="51349" y="81439"/>
                  <a:pt x="46606" y="83068"/>
                </a:cubicBezTo>
                <a:cubicBezTo>
                  <a:pt x="41834" y="84696"/>
                  <a:pt x="36833" y="85382"/>
                  <a:pt x="31575" y="85125"/>
                </a:cubicBezTo>
                <a:cubicBezTo>
                  <a:pt x="22174" y="85125"/>
                  <a:pt x="14602" y="82125"/>
                  <a:pt x="8830" y="76124"/>
                </a:cubicBezTo>
                <a:cubicBezTo>
                  <a:pt x="3058" y="70094"/>
                  <a:pt x="114" y="62436"/>
                  <a:pt x="0" y="53178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9D279-2123-4F77-956F-F2B88C46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68" y="2071545"/>
            <a:ext cx="74352" cy="85382"/>
          </a:xfrm>
          <a:custGeom xmlns:a="http://schemas.openxmlformats.org/drawingml/2006/main">
            <a:pathLst>
              <a:path w="74352" h="85382" fill="none">
                <a:moveTo>
                  <a:pt x="0" y="53178"/>
                </a:moveTo>
                <a:cubicBezTo>
                  <a:pt x="0" y="39519"/>
                  <a:pt x="5372" y="27232"/>
                  <a:pt x="16145" y="16345"/>
                </a:cubicBezTo>
                <a:cubicBezTo>
                  <a:pt x="26918" y="5429"/>
                  <a:pt x="38576" y="0"/>
                  <a:pt x="51121" y="0"/>
                </a:cubicBezTo>
                <a:cubicBezTo>
                  <a:pt x="58150" y="0"/>
                  <a:pt x="63665" y="1486"/>
                  <a:pt x="67666" y="4486"/>
                </a:cubicBezTo>
                <a:cubicBezTo>
                  <a:pt x="71666" y="7515"/>
                  <a:pt x="73724" y="11459"/>
                  <a:pt x="73866" y="16345"/>
                </a:cubicBezTo>
                <a:cubicBezTo>
                  <a:pt x="73866" y="19974"/>
                  <a:pt x="72666" y="23060"/>
                  <a:pt x="70295" y="25546"/>
                </a:cubicBezTo>
                <a:cubicBezTo>
                  <a:pt x="67894" y="28061"/>
                  <a:pt x="64894" y="29375"/>
                  <a:pt x="61265" y="29489"/>
                </a:cubicBezTo>
                <a:cubicBezTo>
                  <a:pt x="58893" y="29489"/>
                  <a:pt x="57007" y="28861"/>
                  <a:pt x="55636" y="27603"/>
                </a:cubicBezTo>
                <a:cubicBezTo>
                  <a:pt x="54264" y="26375"/>
                  <a:pt x="53550" y="24489"/>
                  <a:pt x="53550" y="21974"/>
                </a:cubicBezTo>
                <a:cubicBezTo>
                  <a:pt x="53550" y="19488"/>
                  <a:pt x="54264" y="17345"/>
                  <a:pt x="55636" y="15602"/>
                </a:cubicBezTo>
                <a:cubicBezTo>
                  <a:pt x="57007" y="13830"/>
                  <a:pt x="58379" y="12516"/>
                  <a:pt x="59779" y="11630"/>
                </a:cubicBezTo>
                <a:cubicBezTo>
                  <a:pt x="61151" y="10773"/>
                  <a:pt x="62008" y="10401"/>
                  <a:pt x="62379" y="10516"/>
                </a:cubicBezTo>
                <a:lnTo>
                  <a:pt x="62579" y="10516"/>
                </a:lnTo>
                <a:cubicBezTo>
                  <a:pt x="62579" y="10258"/>
                  <a:pt x="62208" y="9887"/>
                  <a:pt x="61465" y="9373"/>
                </a:cubicBezTo>
                <a:cubicBezTo>
                  <a:pt x="60693" y="8887"/>
                  <a:pt x="59379" y="8372"/>
                  <a:pt x="57493" y="7887"/>
                </a:cubicBezTo>
                <a:cubicBezTo>
                  <a:pt x="55636" y="7372"/>
                  <a:pt x="53492" y="7144"/>
                  <a:pt x="51121" y="7144"/>
                </a:cubicBezTo>
                <a:cubicBezTo>
                  <a:pt x="47349" y="7144"/>
                  <a:pt x="43777" y="8001"/>
                  <a:pt x="40405" y="9773"/>
                </a:cubicBezTo>
                <a:cubicBezTo>
                  <a:pt x="37776" y="10887"/>
                  <a:pt x="35090" y="12830"/>
                  <a:pt x="32318" y="15602"/>
                </a:cubicBezTo>
                <a:cubicBezTo>
                  <a:pt x="26803" y="21117"/>
                  <a:pt x="22803" y="28861"/>
                  <a:pt x="20288" y="38891"/>
                </a:cubicBezTo>
                <a:cubicBezTo>
                  <a:pt x="17774" y="48920"/>
                  <a:pt x="16459" y="56178"/>
                  <a:pt x="16345" y="60693"/>
                </a:cubicBezTo>
                <a:cubicBezTo>
                  <a:pt x="16345" y="66465"/>
                  <a:pt x="17974" y="70780"/>
                  <a:pt x="21231" y="73666"/>
                </a:cubicBezTo>
                <a:cubicBezTo>
                  <a:pt x="24003" y="76667"/>
                  <a:pt x="27632" y="78181"/>
                  <a:pt x="32118" y="78181"/>
                </a:cubicBezTo>
                <a:lnTo>
                  <a:pt x="32890" y="78181"/>
                </a:lnTo>
                <a:cubicBezTo>
                  <a:pt x="46920" y="78181"/>
                  <a:pt x="58493" y="72866"/>
                  <a:pt x="67666" y="62208"/>
                </a:cubicBezTo>
                <a:cubicBezTo>
                  <a:pt x="68780" y="60950"/>
                  <a:pt x="69523" y="60322"/>
                  <a:pt x="69923" y="60322"/>
                </a:cubicBezTo>
                <a:cubicBezTo>
                  <a:pt x="70409" y="60322"/>
                  <a:pt x="71237" y="60893"/>
                  <a:pt x="72352" y="62008"/>
                </a:cubicBezTo>
                <a:cubicBezTo>
                  <a:pt x="73495" y="63151"/>
                  <a:pt x="74124" y="64037"/>
                  <a:pt x="74238" y="64637"/>
                </a:cubicBezTo>
                <a:cubicBezTo>
                  <a:pt x="74352" y="65265"/>
                  <a:pt x="73809" y="66208"/>
                  <a:pt x="72552" y="67466"/>
                </a:cubicBezTo>
                <a:cubicBezTo>
                  <a:pt x="71295" y="68723"/>
                  <a:pt x="69466" y="70466"/>
                  <a:pt x="67094" y="72723"/>
                </a:cubicBezTo>
                <a:cubicBezTo>
                  <a:pt x="64722" y="74981"/>
                  <a:pt x="61893" y="76867"/>
                  <a:pt x="58636" y="78353"/>
                </a:cubicBezTo>
                <a:cubicBezTo>
                  <a:pt x="55378" y="79867"/>
                  <a:pt x="51349" y="81439"/>
                  <a:pt x="46606" y="83068"/>
                </a:cubicBezTo>
                <a:cubicBezTo>
                  <a:pt x="41834" y="84696"/>
                  <a:pt x="36833" y="85382"/>
                  <a:pt x="31575" y="85125"/>
                </a:cubicBezTo>
                <a:cubicBezTo>
                  <a:pt x="22174" y="85125"/>
                  <a:pt x="14602" y="82125"/>
                  <a:pt x="8830" y="76124"/>
                </a:cubicBezTo>
                <a:cubicBezTo>
                  <a:pt x="3058" y="70094"/>
                  <a:pt x="114" y="62436"/>
                  <a:pt x="0" y="531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AA3AA-8D1E-4D55-8A3E-526A6FA9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279" y="2094290"/>
            <a:ext cx="45720" cy="88525"/>
          </a:xfrm>
          <a:custGeom xmlns:a="http://schemas.openxmlformats.org/drawingml/2006/main">
            <a:pathLst>
              <a:path w="45720" h="88525">
                <a:moveTo>
                  <a:pt x="17288" y="11716"/>
                </a:moveTo>
                <a:lnTo>
                  <a:pt x="15545" y="12373"/>
                </a:lnTo>
                <a:cubicBezTo>
                  <a:pt x="14316" y="12802"/>
                  <a:pt x="12544" y="13259"/>
                  <a:pt x="10230" y="13687"/>
                </a:cubicBezTo>
                <a:cubicBezTo>
                  <a:pt x="7944" y="14145"/>
                  <a:pt x="5372" y="14459"/>
                  <a:pt x="2543" y="14630"/>
                </a:cubicBezTo>
                <a:lnTo>
                  <a:pt x="0" y="14630"/>
                </a:lnTo>
                <a:lnTo>
                  <a:pt x="0" y="8515"/>
                </a:lnTo>
                <a:lnTo>
                  <a:pt x="2543" y="8515"/>
                </a:lnTo>
                <a:cubicBezTo>
                  <a:pt x="6687" y="8344"/>
                  <a:pt x="10544" y="7658"/>
                  <a:pt x="14087" y="6515"/>
                </a:cubicBezTo>
                <a:cubicBezTo>
                  <a:pt x="17631" y="5372"/>
                  <a:pt x="20117" y="4315"/>
                  <a:pt x="21546" y="3343"/>
                </a:cubicBezTo>
                <a:cubicBezTo>
                  <a:pt x="22946" y="2343"/>
                  <a:pt x="24203" y="1372"/>
                  <a:pt x="25260" y="400"/>
                </a:cubicBezTo>
                <a:cubicBezTo>
                  <a:pt x="25432" y="143"/>
                  <a:pt x="25975" y="0"/>
                  <a:pt x="26860" y="0"/>
                </a:cubicBezTo>
                <a:cubicBezTo>
                  <a:pt x="27661" y="0"/>
                  <a:pt x="28404" y="286"/>
                  <a:pt x="29118" y="800"/>
                </a:cubicBezTo>
                <a:lnTo>
                  <a:pt x="29118" y="40548"/>
                </a:lnTo>
                <a:lnTo>
                  <a:pt x="29232" y="80410"/>
                </a:lnTo>
                <a:cubicBezTo>
                  <a:pt x="29861" y="81039"/>
                  <a:pt x="30404" y="81439"/>
                  <a:pt x="30832" y="81610"/>
                </a:cubicBezTo>
                <a:cubicBezTo>
                  <a:pt x="31290" y="81782"/>
                  <a:pt x="32347" y="81953"/>
                  <a:pt x="34033" y="82125"/>
                </a:cubicBezTo>
                <a:cubicBezTo>
                  <a:pt x="35719" y="82296"/>
                  <a:pt x="38462" y="82410"/>
                  <a:pt x="42262" y="82410"/>
                </a:cubicBezTo>
                <a:lnTo>
                  <a:pt x="45720" y="82410"/>
                </a:lnTo>
                <a:lnTo>
                  <a:pt x="45720" y="88525"/>
                </a:lnTo>
                <a:lnTo>
                  <a:pt x="44263" y="88525"/>
                </a:lnTo>
                <a:cubicBezTo>
                  <a:pt x="42405" y="88240"/>
                  <a:pt x="35347" y="88125"/>
                  <a:pt x="23117" y="88125"/>
                </a:cubicBezTo>
                <a:cubicBezTo>
                  <a:pt x="11087" y="88125"/>
                  <a:pt x="4115" y="88240"/>
                  <a:pt x="2257" y="88525"/>
                </a:cubicBezTo>
                <a:lnTo>
                  <a:pt x="686" y="88525"/>
                </a:lnTo>
                <a:lnTo>
                  <a:pt x="686" y="82410"/>
                </a:lnTo>
                <a:lnTo>
                  <a:pt x="4115" y="82410"/>
                </a:lnTo>
                <a:cubicBezTo>
                  <a:pt x="6086" y="82410"/>
                  <a:pt x="7772" y="82410"/>
                  <a:pt x="9173" y="82410"/>
                </a:cubicBezTo>
                <a:cubicBezTo>
                  <a:pt x="10601" y="82410"/>
                  <a:pt x="11687" y="82353"/>
                  <a:pt x="12487" y="82267"/>
                </a:cubicBezTo>
                <a:cubicBezTo>
                  <a:pt x="13287" y="82182"/>
                  <a:pt x="14002" y="82039"/>
                  <a:pt x="14630" y="81867"/>
                </a:cubicBezTo>
                <a:cubicBezTo>
                  <a:pt x="15230" y="81696"/>
                  <a:pt x="15602" y="81610"/>
                  <a:pt x="15688" y="81610"/>
                </a:cubicBezTo>
                <a:cubicBezTo>
                  <a:pt x="15773" y="81610"/>
                  <a:pt x="16031" y="81382"/>
                  <a:pt x="16488" y="80924"/>
                </a:cubicBezTo>
                <a:cubicBezTo>
                  <a:pt x="16916" y="80496"/>
                  <a:pt x="17202" y="80324"/>
                  <a:pt x="17288" y="80410"/>
                </a:cubicBezTo>
                <a:lnTo>
                  <a:pt x="17288" y="11716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5C5E7-FE2F-4DDF-A2DC-1EAAACFE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279" y="2094290"/>
            <a:ext cx="45720" cy="88525"/>
          </a:xfrm>
          <a:custGeom xmlns:a="http://schemas.openxmlformats.org/drawingml/2006/main">
            <a:pathLst>
              <a:path w="45720" h="88525" fill="none">
                <a:moveTo>
                  <a:pt x="17288" y="11716"/>
                </a:moveTo>
                <a:lnTo>
                  <a:pt x="15545" y="12373"/>
                </a:lnTo>
                <a:cubicBezTo>
                  <a:pt x="14316" y="12802"/>
                  <a:pt x="12544" y="13259"/>
                  <a:pt x="10230" y="13687"/>
                </a:cubicBezTo>
                <a:cubicBezTo>
                  <a:pt x="7944" y="14145"/>
                  <a:pt x="5372" y="14459"/>
                  <a:pt x="2543" y="14630"/>
                </a:cubicBezTo>
                <a:lnTo>
                  <a:pt x="0" y="14630"/>
                </a:lnTo>
                <a:lnTo>
                  <a:pt x="0" y="8515"/>
                </a:lnTo>
                <a:lnTo>
                  <a:pt x="2543" y="8515"/>
                </a:lnTo>
                <a:cubicBezTo>
                  <a:pt x="6687" y="8344"/>
                  <a:pt x="10544" y="7658"/>
                  <a:pt x="14087" y="6515"/>
                </a:cubicBezTo>
                <a:cubicBezTo>
                  <a:pt x="17631" y="5372"/>
                  <a:pt x="20117" y="4315"/>
                  <a:pt x="21546" y="3343"/>
                </a:cubicBezTo>
                <a:cubicBezTo>
                  <a:pt x="22946" y="2343"/>
                  <a:pt x="24203" y="1372"/>
                  <a:pt x="25260" y="400"/>
                </a:cubicBezTo>
                <a:cubicBezTo>
                  <a:pt x="25432" y="143"/>
                  <a:pt x="25975" y="0"/>
                  <a:pt x="26860" y="0"/>
                </a:cubicBezTo>
                <a:cubicBezTo>
                  <a:pt x="27661" y="0"/>
                  <a:pt x="28404" y="286"/>
                  <a:pt x="29118" y="800"/>
                </a:cubicBezTo>
                <a:lnTo>
                  <a:pt x="29118" y="40548"/>
                </a:lnTo>
                <a:lnTo>
                  <a:pt x="29232" y="80410"/>
                </a:lnTo>
                <a:cubicBezTo>
                  <a:pt x="29861" y="81039"/>
                  <a:pt x="30404" y="81439"/>
                  <a:pt x="30832" y="81610"/>
                </a:cubicBezTo>
                <a:cubicBezTo>
                  <a:pt x="31290" y="81782"/>
                  <a:pt x="32347" y="81953"/>
                  <a:pt x="34033" y="82125"/>
                </a:cubicBezTo>
                <a:cubicBezTo>
                  <a:pt x="35719" y="82296"/>
                  <a:pt x="38462" y="82410"/>
                  <a:pt x="42262" y="82410"/>
                </a:cubicBezTo>
                <a:lnTo>
                  <a:pt x="45720" y="82410"/>
                </a:lnTo>
                <a:lnTo>
                  <a:pt x="45720" y="88525"/>
                </a:lnTo>
                <a:lnTo>
                  <a:pt x="44263" y="88525"/>
                </a:lnTo>
                <a:cubicBezTo>
                  <a:pt x="42405" y="88240"/>
                  <a:pt x="35347" y="88125"/>
                  <a:pt x="23117" y="88125"/>
                </a:cubicBezTo>
                <a:cubicBezTo>
                  <a:pt x="11087" y="88125"/>
                  <a:pt x="4115" y="88240"/>
                  <a:pt x="2257" y="88525"/>
                </a:cubicBezTo>
                <a:lnTo>
                  <a:pt x="686" y="88525"/>
                </a:lnTo>
                <a:lnTo>
                  <a:pt x="686" y="82410"/>
                </a:lnTo>
                <a:lnTo>
                  <a:pt x="4115" y="82410"/>
                </a:lnTo>
                <a:cubicBezTo>
                  <a:pt x="6086" y="82410"/>
                  <a:pt x="7772" y="82410"/>
                  <a:pt x="9173" y="82410"/>
                </a:cubicBezTo>
                <a:cubicBezTo>
                  <a:pt x="10601" y="82410"/>
                  <a:pt x="11687" y="82353"/>
                  <a:pt x="12487" y="82267"/>
                </a:cubicBezTo>
                <a:cubicBezTo>
                  <a:pt x="13287" y="82182"/>
                  <a:pt x="14002" y="82039"/>
                  <a:pt x="14630" y="81867"/>
                </a:cubicBezTo>
                <a:cubicBezTo>
                  <a:pt x="15230" y="81696"/>
                  <a:pt x="15602" y="81610"/>
                  <a:pt x="15688" y="81610"/>
                </a:cubicBezTo>
                <a:cubicBezTo>
                  <a:pt x="15773" y="81610"/>
                  <a:pt x="16031" y="81382"/>
                  <a:pt x="16488" y="80924"/>
                </a:cubicBezTo>
                <a:cubicBezTo>
                  <a:pt x="16916" y="80496"/>
                  <a:pt x="17202" y="80324"/>
                  <a:pt x="17288" y="80410"/>
                </a:cubicBezTo>
                <a:lnTo>
                  <a:pt x="17288" y="117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63165-038C-4328-AEE2-ED5BCB7B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431" y="2013652"/>
            <a:ext cx="42034" cy="187938"/>
          </a:xfrm>
          <a:custGeom xmlns:a="http://schemas.openxmlformats.org/drawingml/2006/main">
            <a:pathLst>
              <a:path w="42034" h="187938">
                <a:moveTo>
                  <a:pt x="0" y="3372"/>
                </a:moveTo>
                <a:cubicBezTo>
                  <a:pt x="114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29" y="0"/>
                  <a:pt x="6086" y="629"/>
                  <a:pt x="6972" y="1857"/>
                </a:cubicBezTo>
                <a:cubicBezTo>
                  <a:pt x="7344" y="2743"/>
                  <a:pt x="13230" y="18145"/>
                  <a:pt x="24632" y="48092"/>
                </a:cubicBezTo>
                <a:cubicBezTo>
                  <a:pt x="36033" y="78038"/>
                  <a:pt x="41805" y="93355"/>
                  <a:pt x="41920" y="93955"/>
                </a:cubicBezTo>
                <a:cubicBezTo>
                  <a:pt x="42034" y="94583"/>
                  <a:pt x="36347" y="109871"/>
                  <a:pt x="24832" y="139817"/>
                </a:cubicBezTo>
                <a:cubicBezTo>
                  <a:pt x="13287" y="169793"/>
                  <a:pt x="7344" y="185195"/>
                  <a:pt x="6972" y="186052"/>
                </a:cubicBezTo>
                <a:cubicBezTo>
                  <a:pt x="6086" y="187338"/>
                  <a:pt x="5029" y="187938"/>
                  <a:pt x="3772" y="187938"/>
                </a:cubicBezTo>
                <a:cubicBezTo>
                  <a:pt x="2772" y="187938"/>
                  <a:pt x="1943" y="187652"/>
                  <a:pt x="1314" y="186995"/>
                </a:cubicBezTo>
                <a:cubicBezTo>
                  <a:pt x="686" y="186366"/>
                  <a:pt x="257" y="185566"/>
                  <a:pt x="0" y="184566"/>
                </a:cubicBezTo>
                <a:cubicBezTo>
                  <a:pt x="0" y="183937"/>
                  <a:pt x="5629" y="168707"/>
                  <a:pt x="16916" y="138903"/>
                </a:cubicBezTo>
                <a:cubicBezTo>
                  <a:pt x="28318" y="109185"/>
                  <a:pt x="34033" y="94212"/>
                  <a:pt x="34033" y="93955"/>
                </a:cubicBezTo>
                <a:cubicBezTo>
                  <a:pt x="34033" y="93726"/>
                  <a:pt x="28318" y="78753"/>
                  <a:pt x="16916" y="49063"/>
                </a:cubicBezTo>
                <a:cubicBezTo>
                  <a:pt x="5629" y="19231"/>
                  <a:pt x="0" y="4001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C10FB-9D57-4198-9A20-902CCD03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431" y="2013652"/>
            <a:ext cx="42034" cy="187938"/>
          </a:xfrm>
          <a:custGeom xmlns:a="http://schemas.openxmlformats.org/drawingml/2006/main">
            <a:pathLst>
              <a:path w="42034" h="187938" fill="none">
                <a:moveTo>
                  <a:pt x="0" y="3372"/>
                </a:moveTo>
                <a:cubicBezTo>
                  <a:pt x="114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29" y="0"/>
                  <a:pt x="6086" y="629"/>
                  <a:pt x="6972" y="1857"/>
                </a:cubicBezTo>
                <a:cubicBezTo>
                  <a:pt x="7344" y="2743"/>
                  <a:pt x="13230" y="18145"/>
                  <a:pt x="24632" y="48092"/>
                </a:cubicBezTo>
                <a:cubicBezTo>
                  <a:pt x="36033" y="78038"/>
                  <a:pt x="41805" y="93355"/>
                  <a:pt x="41920" y="93955"/>
                </a:cubicBezTo>
                <a:cubicBezTo>
                  <a:pt x="42034" y="94583"/>
                  <a:pt x="36347" y="109871"/>
                  <a:pt x="24832" y="139817"/>
                </a:cubicBezTo>
                <a:cubicBezTo>
                  <a:pt x="13287" y="169793"/>
                  <a:pt x="7344" y="185195"/>
                  <a:pt x="6972" y="186052"/>
                </a:cubicBezTo>
                <a:cubicBezTo>
                  <a:pt x="6086" y="187338"/>
                  <a:pt x="5029" y="187938"/>
                  <a:pt x="3772" y="187938"/>
                </a:cubicBezTo>
                <a:cubicBezTo>
                  <a:pt x="2772" y="187938"/>
                  <a:pt x="1943" y="187652"/>
                  <a:pt x="1314" y="186995"/>
                </a:cubicBezTo>
                <a:cubicBezTo>
                  <a:pt x="686" y="186366"/>
                  <a:pt x="257" y="185566"/>
                  <a:pt x="0" y="184566"/>
                </a:cubicBezTo>
                <a:cubicBezTo>
                  <a:pt x="0" y="183937"/>
                  <a:pt x="5629" y="168707"/>
                  <a:pt x="16916" y="138903"/>
                </a:cubicBezTo>
                <a:cubicBezTo>
                  <a:pt x="28318" y="109185"/>
                  <a:pt x="34033" y="94212"/>
                  <a:pt x="34033" y="93955"/>
                </a:cubicBezTo>
                <a:cubicBezTo>
                  <a:pt x="34033" y="93726"/>
                  <a:pt x="28318" y="78753"/>
                  <a:pt x="16916" y="49063"/>
                </a:cubicBezTo>
                <a:cubicBezTo>
                  <a:pt x="5629" y="19231"/>
                  <a:pt x="0" y="4001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4C97B-CC43-4505-8D5B-BA0B7C0A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47" y="1541393"/>
            <a:ext cx="263204" cy="263233"/>
          </a:xfrm>
          <a:custGeom xmlns:a="http://schemas.openxmlformats.org/drawingml/2006/main">
            <a:pathLst>
              <a:path w="263204" h="263233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203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819" y="262376"/>
                  <a:pt x="140246" y="263233"/>
                  <a:pt x="131616" y="263233"/>
                </a:cubicBezTo>
                <a:cubicBezTo>
                  <a:pt x="122958" y="263233"/>
                  <a:pt x="114414" y="262376"/>
                  <a:pt x="105928" y="260690"/>
                </a:cubicBezTo>
                <a:cubicBezTo>
                  <a:pt x="97469" y="259004"/>
                  <a:pt x="89240" y="256489"/>
                  <a:pt x="81267" y="253203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45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11"/>
                  <a:pt x="10030" y="81239"/>
                </a:cubicBezTo>
                <a:cubicBezTo>
                  <a:pt x="13345" y="73266"/>
                  <a:pt x="17374" y="65694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45"/>
                  <a:pt x="81267" y="10030"/>
                </a:cubicBezTo>
                <a:cubicBezTo>
                  <a:pt x="89240" y="6715"/>
                  <a:pt x="97469" y="4201"/>
                  <a:pt x="105928" y="2515"/>
                </a:cubicBezTo>
                <a:cubicBezTo>
                  <a:pt x="114414" y="829"/>
                  <a:pt x="122958" y="0"/>
                  <a:pt x="131616" y="0"/>
                </a:cubicBezTo>
                <a:cubicBezTo>
                  <a:pt x="140246" y="0"/>
                  <a:pt x="148819" y="829"/>
                  <a:pt x="157277" y="2515"/>
                </a:cubicBezTo>
                <a:cubicBezTo>
                  <a:pt x="165764" y="4201"/>
                  <a:pt x="173993" y="6715"/>
                  <a:pt x="181994" y="10030"/>
                </a:cubicBezTo>
                <a:cubicBezTo>
                  <a:pt x="189967" y="13345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94"/>
                  <a:pt x="249888" y="73266"/>
                  <a:pt x="253203" y="81239"/>
                </a:cubicBezTo>
                <a:cubicBezTo>
                  <a:pt x="256518" y="89211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BA190-B87E-4222-8683-F9192C59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47" y="1541393"/>
            <a:ext cx="263204" cy="263233"/>
          </a:xfrm>
          <a:custGeom xmlns:a="http://schemas.openxmlformats.org/drawingml/2006/main">
            <a:pathLst>
              <a:path w="263204" h="263233" fill="none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203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819" y="262376"/>
                  <a:pt x="140246" y="263233"/>
                  <a:pt x="131616" y="263233"/>
                </a:cubicBezTo>
                <a:cubicBezTo>
                  <a:pt x="122958" y="263233"/>
                  <a:pt x="114414" y="262376"/>
                  <a:pt x="105928" y="260690"/>
                </a:cubicBezTo>
                <a:cubicBezTo>
                  <a:pt x="97469" y="259004"/>
                  <a:pt x="89240" y="256489"/>
                  <a:pt x="81267" y="253203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45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11"/>
                  <a:pt x="10030" y="81239"/>
                </a:cubicBezTo>
                <a:cubicBezTo>
                  <a:pt x="13345" y="73266"/>
                  <a:pt x="17374" y="65694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45"/>
                  <a:pt x="81267" y="10030"/>
                </a:cubicBezTo>
                <a:cubicBezTo>
                  <a:pt x="89240" y="6715"/>
                  <a:pt x="97469" y="4201"/>
                  <a:pt x="105928" y="2515"/>
                </a:cubicBezTo>
                <a:cubicBezTo>
                  <a:pt x="114414" y="829"/>
                  <a:pt x="122958" y="0"/>
                  <a:pt x="131616" y="0"/>
                </a:cubicBezTo>
                <a:cubicBezTo>
                  <a:pt x="140246" y="0"/>
                  <a:pt x="148819" y="829"/>
                  <a:pt x="157277" y="2515"/>
                </a:cubicBezTo>
                <a:cubicBezTo>
                  <a:pt x="165764" y="4201"/>
                  <a:pt x="173993" y="6715"/>
                  <a:pt x="181994" y="10030"/>
                </a:cubicBezTo>
                <a:cubicBezTo>
                  <a:pt x="189967" y="13345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94"/>
                  <a:pt x="249888" y="73266"/>
                  <a:pt x="253203" y="81239"/>
                </a:cubicBezTo>
                <a:cubicBezTo>
                  <a:pt x="256518" y="89211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272" name="Text 9">
            <a:extLst xmlns:a="http://schemas.openxmlformats.org/drawingml/2006/main">
              <a:ext uri="{FF2B5EF4-FFF2-40B4-BE49-F238E27FC236}">
                <a16:creationId xmlns:a16="http://schemas.microsoft.com/office/drawing/2014/main" id="{D8C4AACD-FE3C-42CF-8A6B-60719B10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867" y="1596492"/>
            <a:ext cx="81921" cy="141615"/>
          </a:xfrm>
          <a:custGeom xmlns:a="http://schemas.openxmlformats.org/drawingml/2006/main">
            <a:pathLst>
              <a:path w="81921" h="141615">
                <a:moveTo>
                  <a:pt x="66151" y="10167"/>
                </a:moveTo>
                <a:cubicBezTo>
                  <a:pt x="71372" y="15817"/>
                  <a:pt x="75112" y="21395"/>
                  <a:pt x="77370" y="26903"/>
                </a:cubicBezTo>
                <a:cubicBezTo>
                  <a:pt x="80404" y="34672"/>
                  <a:pt x="81921" y="43675"/>
                  <a:pt x="81921" y="53913"/>
                </a:cubicBezTo>
                <a:cubicBezTo>
                  <a:pt x="81921" y="65493"/>
                  <a:pt x="80227" y="75803"/>
                  <a:pt x="76841" y="84841"/>
                </a:cubicBezTo>
                <a:cubicBezTo>
                  <a:pt x="73454" y="93880"/>
                  <a:pt x="69343" y="101701"/>
                  <a:pt x="64510" y="108305"/>
                </a:cubicBezTo>
                <a:cubicBezTo>
                  <a:pt x="59677" y="114907"/>
                  <a:pt x="54614" y="120344"/>
                  <a:pt x="49322" y="124618"/>
                </a:cubicBezTo>
                <a:cubicBezTo>
                  <a:pt x="44030" y="128889"/>
                  <a:pt x="37503" y="132790"/>
                  <a:pt x="29741" y="136320"/>
                </a:cubicBezTo>
                <a:cubicBezTo>
                  <a:pt x="21980" y="139850"/>
                  <a:pt x="15488" y="141615"/>
                  <a:pt x="10267" y="141615"/>
                </a:cubicBezTo>
                <a:lnTo>
                  <a:pt x="9420" y="141615"/>
                </a:lnTo>
                <a:cubicBezTo>
                  <a:pt x="8573" y="140980"/>
                  <a:pt x="8150" y="140204"/>
                  <a:pt x="8150" y="139287"/>
                </a:cubicBezTo>
                <a:cubicBezTo>
                  <a:pt x="8150" y="138228"/>
                  <a:pt x="8326" y="137523"/>
                  <a:pt x="8679" y="137170"/>
                </a:cubicBezTo>
                <a:cubicBezTo>
                  <a:pt x="9032" y="136817"/>
                  <a:pt x="9949" y="136605"/>
                  <a:pt x="11431" y="136535"/>
                </a:cubicBezTo>
                <a:cubicBezTo>
                  <a:pt x="14042" y="136323"/>
                  <a:pt x="18452" y="134700"/>
                  <a:pt x="24661" y="131666"/>
                </a:cubicBezTo>
                <a:cubicBezTo>
                  <a:pt x="33128" y="127432"/>
                  <a:pt x="39585" y="122775"/>
                  <a:pt x="44030" y="117695"/>
                </a:cubicBezTo>
                <a:cubicBezTo>
                  <a:pt x="51580" y="109087"/>
                  <a:pt x="57207" y="99349"/>
                  <a:pt x="60911" y="88483"/>
                </a:cubicBezTo>
                <a:cubicBezTo>
                  <a:pt x="64616" y="77617"/>
                  <a:pt x="66468" y="65445"/>
                  <a:pt x="66468" y="51968"/>
                </a:cubicBezTo>
                <a:cubicBezTo>
                  <a:pt x="66468" y="40749"/>
                  <a:pt x="65198" y="31646"/>
                  <a:pt x="62658" y="24661"/>
                </a:cubicBezTo>
                <a:cubicBezTo>
                  <a:pt x="60118" y="17675"/>
                  <a:pt x="56519" y="12630"/>
                  <a:pt x="51862" y="9526"/>
                </a:cubicBezTo>
                <a:cubicBezTo>
                  <a:pt x="47205" y="6421"/>
                  <a:pt x="42724" y="4869"/>
                  <a:pt x="38420" y="4869"/>
                </a:cubicBezTo>
                <a:cubicBezTo>
                  <a:pt x="32775" y="4869"/>
                  <a:pt x="27977" y="7546"/>
                  <a:pt x="24026" y="12899"/>
                </a:cubicBezTo>
                <a:cubicBezTo>
                  <a:pt x="18593" y="20370"/>
                  <a:pt x="15876" y="31150"/>
                  <a:pt x="15876" y="45240"/>
                </a:cubicBezTo>
                <a:cubicBezTo>
                  <a:pt x="15876" y="56374"/>
                  <a:pt x="18416" y="65146"/>
                  <a:pt x="23497" y="71558"/>
                </a:cubicBezTo>
                <a:cubicBezTo>
                  <a:pt x="27095" y="76068"/>
                  <a:pt x="32035" y="78322"/>
                  <a:pt x="38314" y="78322"/>
                </a:cubicBezTo>
                <a:cubicBezTo>
                  <a:pt x="40572" y="78322"/>
                  <a:pt x="42195" y="78087"/>
                  <a:pt x="43183" y="77618"/>
                </a:cubicBezTo>
                <a:lnTo>
                  <a:pt x="44030" y="77264"/>
                </a:lnTo>
                <a:cubicBezTo>
                  <a:pt x="44735" y="77264"/>
                  <a:pt x="45370" y="77630"/>
                  <a:pt x="45935" y="78362"/>
                </a:cubicBezTo>
                <a:cubicBezTo>
                  <a:pt x="46782" y="79460"/>
                  <a:pt x="47205" y="80595"/>
                  <a:pt x="47205" y="81765"/>
                </a:cubicBezTo>
                <a:lnTo>
                  <a:pt x="46041" y="82735"/>
                </a:lnTo>
                <a:cubicBezTo>
                  <a:pt x="44488" y="83451"/>
                  <a:pt x="42707" y="83989"/>
                  <a:pt x="40696" y="84349"/>
                </a:cubicBezTo>
                <a:cubicBezTo>
                  <a:pt x="38685" y="84706"/>
                  <a:pt x="36445" y="84884"/>
                  <a:pt x="33975" y="84884"/>
                </a:cubicBezTo>
                <a:cubicBezTo>
                  <a:pt x="25296" y="84884"/>
                  <a:pt x="17464" y="80929"/>
                  <a:pt x="10478" y="73017"/>
                </a:cubicBezTo>
                <a:cubicBezTo>
                  <a:pt x="3493" y="65103"/>
                  <a:pt x="0" y="55141"/>
                  <a:pt x="0" y="43130"/>
                </a:cubicBezTo>
                <a:cubicBezTo>
                  <a:pt x="0" y="30837"/>
                  <a:pt x="3934" y="20576"/>
                  <a:pt x="11801" y="12347"/>
                </a:cubicBezTo>
                <a:cubicBezTo>
                  <a:pt x="19669" y="4116"/>
                  <a:pt x="29071" y="0"/>
                  <a:pt x="40008" y="0"/>
                </a:cubicBezTo>
                <a:cubicBezTo>
                  <a:pt x="44735" y="0"/>
                  <a:pt x="48899" y="671"/>
                  <a:pt x="52497" y="2014"/>
                </a:cubicBezTo>
                <a:cubicBezTo>
                  <a:pt x="56096" y="3355"/>
                  <a:pt x="60647" y="6073"/>
                  <a:pt x="66151" y="10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F6DD1-39AA-4A45-AE22-5B7C7132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283" y="2423932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588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67" y="249888"/>
                  <a:pt x="181966" y="253175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819" y="262376"/>
                  <a:pt x="140246" y="263204"/>
                  <a:pt x="131616" y="263204"/>
                </a:cubicBezTo>
                <a:cubicBezTo>
                  <a:pt x="122987" y="263204"/>
                  <a:pt x="114414" y="262376"/>
                  <a:pt x="105928" y="260690"/>
                </a:cubicBezTo>
                <a:cubicBezTo>
                  <a:pt x="97469" y="259004"/>
                  <a:pt x="89240" y="256489"/>
                  <a:pt x="81239" y="253175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321" y="236230"/>
                  <a:pt x="44663" y="230772"/>
                  <a:pt x="38548" y="224657"/>
                </a:cubicBezTo>
                <a:cubicBezTo>
                  <a:pt x="32433" y="218542"/>
                  <a:pt x="27003" y="211912"/>
                  <a:pt x="22174" y="204711"/>
                </a:cubicBezTo>
                <a:cubicBezTo>
                  <a:pt x="17374" y="197539"/>
                  <a:pt x="13316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790"/>
                  <a:pt x="0" y="140246"/>
                  <a:pt x="0" y="131588"/>
                </a:cubicBezTo>
                <a:cubicBezTo>
                  <a:pt x="0" y="122958"/>
                  <a:pt x="857" y="114386"/>
                  <a:pt x="2543" y="105928"/>
                </a:cubicBezTo>
                <a:cubicBezTo>
                  <a:pt x="4229" y="97441"/>
                  <a:pt x="6715" y="89211"/>
                  <a:pt x="10030" y="81239"/>
                </a:cubicBezTo>
                <a:cubicBezTo>
                  <a:pt x="13316" y="73266"/>
                  <a:pt x="17374" y="65665"/>
                  <a:pt x="22203" y="58493"/>
                </a:cubicBezTo>
                <a:cubicBezTo>
                  <a:pt x="27003" y="51292"/>
                  <a:pt x="32433" y="44663"/>
                  <a:pt x="38548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65" y="17374"/>
                  <a:pt x="73266" y="13316"/>
                  <a:pt x="81239" y="10001"/>
                </a:cubicBezTo>
                <a:cubicBezTo>
                  <a:pt x="89240" y="6715"/>
                  <a:pt x="97469" y="4201"/>
                  <a:pt x="105928" y="2515"/>
                </a:cubicBezTo>
                <a:cubicBezTo>
                  <a:pt x="114414" y="829"/>
                  <a:pt x="122987" y="0"/>
                  <a:pt x="131616" y="0"/>
                </a:cubicBezTo>
                <a:cubicBezTo>
                  <a:pt x="140246" y="0"/>
                  <a:pt x="148819" y="829"/>
                  <a:pt x="157277" y="2515"/>
                </a:cubicBezTo>
                <a:cubicBezTo>
                  <a:pt x="165764" y="4201"/>
                  <a:pt x="173993" y="6715"/>
                  <a:pt x="181966" y="10001"/>
                </a:cubicBezTo>
                <a:cubicBezTo>
                  <a:pt x="189967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203" y="81239"/>
                </a:cubicBezTo>
                <a:cubicBezTo>
                  <a:pt x="256518" y="89211"/>
                  <a:pt x="259004" y="97441"/>
                  <a:pt x="260690" y="105928"/>
                </a:cubicBezTo>
                <a:cubicBezTo>
                  <a:pt x="262376" y="114386"/>
                  <a:pt x="263204" y="122958"/>
                  <a:pt x="263204" y="13158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8877A-388D-4F37-B8D6-B8ED5F70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283" y="2423932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588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67" y="249888"/>
                  <a:pt x="181966" y="253175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819" y="262376"/>
                  <a:pt x="140246" y="263204"/>
                  <a:pt x="131616" y="263204"/>
                </a:cubicBezTo>
                <a:cubicBezTo>
                  <a:pt x="122987" y="263204"/>
                  <a:pt x="114414" y="262376"/>
                  <a:pt x="105928" y="260690"/>
                </a:cubicBezTo>
                <a:cubicBezTo>
                  <a:pt x="97469" y="259004"/>
                  <a:pt x="89240" y="256489"/>
                  <a:pt x="81239" y="253175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321" y="236230"/>
                  <a:pt x="44663" y="230772"/>
                  <a:pt x="38548" y="224657"/>
                </a:cubicBezTo>
                <a:cubicBezTo>
                  <a:pt x="32433" y="218542"/>
                  <a:pt x="27003" y="211912"/>
                  <a:pt x="22174" y="204711"/>
                </a:cubicBezTo>
                <a:cubicBezTo>
                  <a:pt x="17374" y="197539"/>
                  <a:pt x="13316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790"/>
                  <a:pt x="0" y="140246"/>
                  <a:pt x="0" y="131588"/>
                </a:cubicBezTo>
                <a:cubicBezTo>
                  <a:pt x="0" y="122958"/>
                  <a:pt x="857" y="114386"/>
                  <a:pt x="2543" y="105928"/>
                </a:cubicBezTo>
                <a:cubicBezTo>
                  <a:pt x="4229" y="97441"/>
                  <a:pt x="6715" y="89211"/>
                  <a:pt x="10030" y="81239"/>
                </a:cubicBezTo>
                <a:cubicBezTo>
                  <a:pt x="13316" y="73266"/>
                  <a:pt x="17374" y="65665"/>
                  <a:pt x="22203" y="58493"/>
                </a:cubicBezTo>
                <a:cubicBezTo>
                  <a:pt x="27003" y="51292"/>
                  <a:pt x="32433" y="44663"/>
                  <a:pt x="38548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65" y="17374"/>
                  <a:pt x="73266" y="13316"/>
                  <a:pt x="81239" y="10001"/>
                </a:cubicBezTo>
                <a:cubicBezTo>
                  <a:pt x="89240" y="6715"/>
                  <a:pt x="97469" y="4201"/>
                  <a:pt x="105928" y="2515"/>
                </a:cubicBezTo>
                <a:cubicBezTo>
                  <a:pt x="114414" y="829"/>
                  <a:pt x="122987" y="0"/>
                  <a:pt x="131616" y="0"/>
                </a:cubicBezTo>
                <a:cubicBezTo>
                  <a:pt x="140246" y="0"/>
                  <a:pt x="148819" y="829"/>
                  <a:pt x="157277" y="2515"/>
                </a:cubicBezTo>
                <a:cubicBezTo>
                  <a:pt x="165764" y="4201"/>
                  <a:pt x="173993" y="6715"/>
                  <a:pt x="181966" y="10001"/>
                </a:cubicBezTo>
                <a:cubicBezTo>
                  <a:pt x="189967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203" y="81239"/>
                </a:cubicBezTo>
                <a:cubicBezTo>
                  <a:pt x="256518" y="89211"/>
                  <a:pt x="259004" y="97441"/>
                  <a:pt x="260690" y="105928"/>
                </a:cubicBezTo>
                <a:cubicBezTo>
                  <a:pt x="262376" y="114386"/>
                  <a:pt x="263204" y="122958"/>
                  <a:pt x="263204" y="131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275" name="Text 8">
            <a:extLst xmlns:a="http://schemas.openxmlformats.org/drawingml/2006/main">
              <a:ext uri="{FF2B5EF4-FFF2-40B4-BE49-F238E27FC236}">
                <a16:creationId xmlns:a16="http://schemas.microsoft.com/office/drawing/2014/main" id="{A08A108C-04F9-473F-8430-1E71CE94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055" y="2480088"/>
            <a:ext cx="80757" cy="140345"/>
          </a:xfrm>
          <a:custGeom xmlns:a="http://schemas.openxmlformats.org/drawingml/2006/main">
            <a:pathLst>
              <a:path w="80757" h="140345">
                <a:moveTo>
                  <a:pt x="28577" y="69696"/>
                </a:moveTo>
                <a:cubicBezTo>
                  <a:pt x="21733" y="66025"/>
                  <a:pt x="17076" y="63094"/>
                  <a:pt x="14606" y="60905"/>
                </a:cubicBezTo>
                <a:cubicBezTo>
                  <a:pt x="11078" y="57869"/>
                  <a:pt x="8132" y="53950"/>
                  <a:pt x="5768" y="49150"/>
                </a:cubicBezTo>
                <a:cubicBezTo>
                  <a:pt x="3405" y="44347"/>
                  <a:pt x="2223" y="39439"/>
                  <a:pt x="2223" y="34425"/>
                </a:cubicBezTo>
                <a:cubicBezTo>
                  <a:pt x="2223" y="25669"/>
                  <a:pt x="5698" y="17743"/>
                  <a:pt x="12648" y="10647"/>
                </a:cubicBezTo>
                <a:cubicBezTo>
                  <a:pt x="19598" y="3549"/>
                  <a:pt x="28118" y="0"/>
                  <a:pt x="38209" y="0"/>
                </a:cubicBezTo>
                <a:cubicBezTo>
                  <a:pt x="49569" y="0"/>
                  <a:pt x="58565" y="3001"/>
                  <a:pt x="65198" y="9003"/>
                </a:cubicBezTo>
                <a:cubicBezTo>
                  <a:pt x="71831" y="15005"/>
                  <a:pt x="75147" y="22314"/>
                  <a:pt x="75147" y="30929"/>
                </a:cubicBezTo>
                <a:cubicBezTo>
                  <a:pt x="75147" y="35729"/>
                  <a:pt x="74159" y="40107"/>
                  <a:pt x="72184" y="44063"/>
                </a:cubicBezTo>
                <a:cubicBezTo>
                  <a:pt x="70208" y="48017"/>
                  <a:pt x="67280" y="51582"/>
                  <a:pt x="63399" y="54759"/>
                </a:cubicBezTo>
                <a:cubicBezTo>
                  <a:pt x="60788" y="56949"/>
                  <a:pt x="56307" y="59668"/>
                  <a:pt x="49957" y="62916"/>
                </a:cubicBezTo>
                <a:cubicBezTo>
                  <a:pt x="59624" y="68071"/>
                  <a:pt x="65374" y="71391"/>
                  <a:pt x="67209" y="72875"/>
                </a:cubicBezTo>
                <a:cubicBezTo>
                  <a:pt x="71019" y="75841"/>
                  <a:pt x="74230" y="79760"/>
                  <a:pt x="76841" y="84633"/>
                </a:cubicBezTo>
                <a:cubicBezTo>
                  <a:pt x="79451" y="89504"/>
                  <a:pt x="80757" y="94905"/>
                  <a:pt x="80757" y="100837"/>
                </a:cubicBezTo>
                <a:cubicBezTo>
                  <a:pt x="80757" y="111923"/>
                  <a:pt x="76929" y="121280"/>
                  <a:pt x="69273" y="128908"/>
                </a:cubicBezTo>
                <a:cubicBezTo>
                  <a:pt x="61617" y="136533"/>
                  <a:pt x="51862" y="140345"/>
                  <a:pt x="40008" y="140345"/>
                </a:cubicBezTo>
                <a:cubicBezTo>
                  <a:pt x="27801" y="140345"/>
                  <a:pt x="18081" y="137009"/>
                  <a:pt x="10849" y="130337"/>
                </a:cubicBezTo>
                <a:cubicBezTo>
                  <a:pt x="3616" y="123662"/>
                  <a:pt x="0" y="115417"/>
                  <a:pt x="0" y="105603"/>
                </a:cubicBezTo>
                <a:cubicBezTo>
                  <a:pt x="0" y="100024"/>
                  <a:pt x="953" y="94958"/>
                  <a:pt x="2858" y="90405"/>
                </a:cubicBezTo>
                <a:cubicBezTo>
                  <a:pt x="4763" y="85849"/>
                  <a:pt x="7726" y="81947"/>
                  <a:pt x="11748" y="78699"/>
                </a:cubicBezTo>
                <a:cubicBezTo>
                  <a:pt x="14853" y="76228"/>
                  <a:pt x="20463" y="73226"/>
                  <a:pt x="28577" y="69696"/>
                </a:cubicBezTo>
                <a:moveTo>
                  <a:pt x="45194" y="60481"/>
                </a:moveTo>
                <a:cubicBezTo>
                  <a:pt x="51121" y="57227"/>
                  <a:pt x="55249" y="53866"/>
                  <a:pt x="57577" y="50400"/>
                </a:cubicBezTo>
                <a:cubicBezTo>
                  <a:pt x="61388" y="44669"/>
                  <a:pt x="63293" y="38160"/>
                  <a:pt x="63293" y="30872"/>
                </a:cubicBezTo>
                <a:cubicBezTo>
                  <a:pt x="63293" y="25210"/>
                  <a:pt x="62164" y="20345"/>
                  <a:pt x="59906" y="16276"/>
                </a:cubicBezTo>
                <a:cubicBezTo>
                  <a:pt x="57648" y="12208"/>
                  <a:pt x="54632" y="9290"/>
                  <a:pt x="50857" y="7521"/>
                </a:cubicBezTo>
                <a:cubicBezTo>
                  <a:pt x="47082" y="5753"/>
                  <a:pt x="43007" y="4869"/>
                  <a:pt x="38632" y="4869"/>
                </a:cubicBezTo>
                <a:cubicBezTo>
                  <a:pt x="31646" y="4869"/>
                  <a:pt x="25896" y="7275"/>
                  <a:pt x="21380" y="12089"/>
                </a:cubicBezTo>
                <a:cubicBezTo>
                  <a:pt x="16864" y="16903"/>
                  <a:pt x="14606" y="22813"/>
                  <a:pt x="14606" y="29821"/>
                </a:cubicBezTo>
                <a:cubicBezTo>
                  <a:pt x="14606" y="33926"/>
                  <a:pt x="15206" y="37342"/>
                  <a:pt x="16405" y="40067"/>
                </a:cubicBezTo>
                <a:cubicBezTo>
                  <a:pt x="17605" y="42791"/>
                  <a:pt x="19510" y="45321"/>
                  <a:pt x="22121" y="47658"/>
                </a:cubicBezTo>
                <a:cubicBezTo>
                  <a:pt x="23814" y="49215"/>
                  <a:pt x="27766" y="52006"/>
                  <a:pt x="33975" y="56033"/>
                </a:cubicBezTo>
                <a:cubicBezTo>
                  <a:pt x="34892" y="56597"/>
                  <a:pt x="37115" y="57479"/>
                  <a:pt x="40643" y="58679"/>
                </a:cubicBezTo>
                <a:cubicBezTo>
                  <a:pt x="41701" y="59034"/>
                  <a:pt x="43218" y="59635"/>
                  <a:pt x="45194" y="60481"/>
                </a:cubicBezTo>
                <a:moveTo>
                  <a:pt x="33763" y="72025"/>
                </a:moveTo>
                <a:cubicBezTo>
                  <a:pt x="28683" y="74704"/>
                  <a:pt x="25120" y="77065"/>
                  <a:pt x="23073" y="79109"/>
                </a:cubicBezTo>
                <a:cubicBezTo>
                  <a:pt x="19969" y="82071"/>
                  <a:pt x="17534" y="85597"/>
                  <a:pt x="15770" y="89687"/>
                </a:cubicBezTo>
                <a:cubicBezTo>
                  <a:pt x="14006" y="93775"/>
                  <a:pt x="13124" y="99414"/>
                  <a:pt x="13124" y="106605"/>
                </a:cubicBezTo>
                <a:cubicBezTo>
                  <a:pt x="13124" y="114148"/>
                  <a:pt x="14782" y="120071"/>
                  <a:pt x="18099" y="124373"/>
                </a:cubicBezTo>
                <a:cubicBezTo>
                  <a:pt x="23603" y="131493"/>
                  <a:pt x="30800" y="135053"/>
                  <a:pt x="39690" y="135053"/>
                </a:cubicBezTo>
                <a:cubicBezTo>
                  <a:pt x="47805" y="135053"/>
                  <a:pt x="54455" y="132481"/>
                  <a:pt x="59641" y="127337"/>
                </a:cubicBezTo>
                <a:cubicBezTo>
                  <a:pt x="64828" y="122190"/>
                  <a:pt x="67421" y="115564"/>
                  <a:pt x="67421" y="107458"/>
                </a:cubicBezTo>
                <a:cubicBezTo>
                  <a:pt x="67421" y="98647"/>
                  <a:pt x="64792" y="91669"/>
                  <a:pt x="59536" y="86525"/>
                </a:cubicBezTo>
                <a:cubicBezTo>
                  <a:pt x="54279" y="81378"/>
                  <a:pt x="45688" y="76545"/>
                  <a:pt x="33763" y="72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9782D-28FD-4C98-9529-99ADA803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900" y="2160727"/>
            <a:ext cx="10" cy="211026"/>
          </a:xfrm>
          <a:custGeom xmlns:a="http://schemas.openxmlformats.org/drawingml/2006/main">
            <a:pathLst>
              <a:path w="1" h="211026" fill="none">
                <a:moveTo>
                  <a:pt x="0" y="0"/>
                </a:moveTo>
                <a:lnTo>
                  <a:pt x="0" y="211026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638F8-7145-4EE3-9341-4A7E618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668" y="2360152"/>
            <a:ext cx="46463" cy="46434"/>
          </a:xfrm>
          <a:custGeom xmlns:a="http://schemas.openxmlformats.org/drawingml/2006/main">
            <a:pathLst>
              <a:path w="46463" h="46434">
                <a:moveTo>
                  <a:pt x="23231" y="46434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75887-2710-444F-99BA-C6B743E4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668" y="2360152"/>
            <a:ext cx="46463" cy="46434"/>
          </a:xfrm>
          <a:custGeom xmlns:a="http://schemas.openxmlformats.org/drawingml/2006/main">
            <a:pathLst>
              <a:path w="46463" h="46434" fill="none">
                <a:moveTo>
                  <a:pt x="23231" y="46434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DCDE2-1B4A-45E4-B5B7-3AEF07C1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25" y="2199418"/>
            <a:ext cx="42034" cy="187995"/>
          </a:xfrm>
          <a:custGeom xmlns:a="http://schemas.openxmlformats.org/drawingml/2006/main">
            <a:pathLst>
              <a:path w="42034" h="187995">
                <a:moveTo>
                  <a:pt x="42034" y="184595"/>
                </a:moveTo>
                <a:cubicBezTo>
                  <a:pt x="41920" y="185480"/>
                  <a:pt x="41548" y="186223"/>
                  <a:pt x="40919" y="186852"/>
                </a:cubicBezTo>
                <a:cubicBezTo>
                  <a:pt x="40291" y="187481"/>
                  <a:pt x="39405" y="187881"/>
                  <a:pt x="38290" y="187995"/>
                </a:cubicBezTo>
                <a:cubicBezTo>
                  <a:pt x="37033" y="187995"/>
                  <a:pt x="35947" y="187366"/>
                  <a:pt x="35090" y="186109"/>
                </a:cubicBezTo>
                <a:cubicBezTo>
                  <a:pt x="34719" y="185223"/>
                  <a:pt x="28804" y="169821"/>
                  <a:pt x="17431" y="139875"/>
                </a:cubicBezTo>
                <a:cubicBezTo>
                  <a:pt x="6001" y="109899"/>
                  <a:pt x="257" y="94640"/>
                  <a:pt x="114" y="93983"/>
                </a:cubicBezTo>
                <a:cubicBezTo>
                  <a:pt x="0" y="93355"/>
                  <a:pt x="5686" y="78095"/>
                  <a:pt x="17231" y="48120"/>
                </a:cubicBezTo>
                <a:cubicBezTo>
                  <a:pt x="28775" y="18174"/>
                  <a:pt x="34719" y="2772"/>
                  <a:pt x="35090" y="1886"/>
                </a:cubicBezTo>
                <a:cubicBezTo>
                  <a:pt x="35462" y="1257"/>
                  <a:pt x="36090" y="714"/>
                  <a:pt x="36976" y="200"/>
                </a:cubicBezTo>
                <a:lnTo>
                  <a:pt x="37548" y="0"/>
                </a:lnTo>
                <a:cubicBezTo>
                  <a:pt x="37890" y="0"/>
                  <a:pt x="38148" y="0"/>
                  <a:pt x="38290" y="0"/>
                </a:cubicBezTo>
                <a:cubicBezTo>
                  <a:pt x="40548" y="0"/>
                  <a:pt x="41777" y="1143"/>
                  <a:pt x="42034" y="3400"/>
                </a:cubicBezTo>
                <a:cubicBezTo>
                  <a:pt x="42034" y="4029"/>
                  <a:pt x="36405" y="19231"/>
                  <a:pt x="25117" y="49063"/>
                </a:cubicBezTo>
                <a:cubicBezTo>
                  <a:pt x="13716" y="78781"/>
                  <a:pt x="8030" y="93755"/>
                  <a:pt x="8030" y="93983"/>
                </a:cubicBezTo>
                <a:cubicBezTo>
                  <a:pt x="8030" y="94240"/>
                  <a:pt x="13716" y="109242"/>
                  <a:pt x="25117" y="138932"/>
                </a:cubicBezTo>
                <a:cubicBezTo>
                  <a:pt x="36405" y="168764"/>
                  <a:pt x="42034" y="183994"/>
                  <a:pt x="42034" y="184595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963DC-0FB9-4DA2-BC4C-175EB3F2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25" y="2199418"/>
            <a:ext cx="42034" cy="187995"/>
          </a:xfrm>
          <a:custGeom xmlns:a="http://schemas.openxmlformats.org/drawingml/2006/main">
            <a:pathLst>
              <a:path w="42034" h="187995" fill="none">
                <a:moveTo>
                  <a:pt x="42034" y="184595"/>
                </a:moveTo>
                <a:cubicBezTo>
                  <a:pt x="41920" y="185480"/>
                  <a:pt x="41548" y="186223"/>
                  <a:pt x="40919" y="186852"/>
                </a:cubicBezTo>
                <a:cubicBezTo>
                  <a:pt x="40291" y="187481"/>
                  <a:pt x="39405" y="187881"/>
                  <a:pt x="38290" y="187995"/>
                </a:cubicBezTo>
                <a:cubicBezTo>
                  <a:pt x="37033" y="187995"/>
                  <a:pt x="35947" y="187366"/>
                  <a:pt x="35090" y="186109"/>
                </a:cubicBezTo>
                <a:cubicBezTo>
                  <a:pt x="34719" y="185223"/>
                  <a:pt x="28804" y="169821"/>
                  <a:pt x="17431" y="139875"/>
                </a:cubicBezTo>
                <a:cubicBezTo>
                  <a:pt x="6001" y="109899"/>
                  <a:pt x="257" y="94640"/>
                  <a:pt x="114" y="93983"/>
                </a:cubicBezTo>
                <a:cubicBezTo>
                  <a:pt x="0" y="93355"/>
                  <a:pt x="5686" y="78095"/>
                  <a:pt x="17231" y="48120"/>
                </a:cubicBezTo>
                <a:cubicBezTo>
                  <a:pt x="28775" y="18174"/>
                  <a:pt x="34719" y="2772"/>
                  <a:pt x="35090" y="1886"/>
                </a:cubicBezTo>
                <a:cubicBezTo>
                  <a:pt x="35462" y="1257"/>
                  <a:pt x="36090" y="714"/>
                  <a:pt x="36976" y="200"/>
                </a:cubicBezTo>
                <a:lnTo>
                  <a:pt x="37548" y="0"/>
                </a:lnTo>
                <a:cubicBezTo>
                  <a:pt x="37890" y="0"/>
                  <a:pt x="38148" y="0"/>
                  <a:pt x="38290" y="0"/>
                </a:cubicBezTo>
                <a:cubicBezTo>
                  <a:pt x="40548" y="0"/>
                  <a:pt x="41777" y="1143"/>
                  <a:pt x="42034" y="3400"/>
                </a:cubicBezTo>
                <a:cubicBezTo>
                  <a:pt x="42034" y="4029"/>
                  <a:pt x="36405" y="19231"/>
                  <a:pt x="25117" y="49063"/>
                </a:cubicBezTo>
                <a:cubicBezTo>
                  <a:pt x="13716" y="78781"/>
                  <a:pt x="8030" y="93755"/>
                  <a:pt x="8030" y="93983"/>
                </a:cubicBezTo>
                <a:cubicBezTo>
                  <a:pt x="8030" y="94240"/>
                  <a:pt x="13716" y="109242"/>
                  <a:pt x="25117" y="138932"/>
                </a:cubicBezTo>
                <a:cubicBezTo>
                  <a:pt x="36405" y="168764"/>
                  <a:pt x="42034" y="183994"/>
                  <a:pt x="42034" y="1845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F948E-2EC3-479E-950D-89CA3936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346" y="2213134"/>
            <a:ext cx="128387" cy="127273"/>
          </a:xfrm>
          <a:custGeom xmlns:a="http://schemas.openxmlformats.org/drawingml/2006/main">
            <a:pathLst>
              <a:path w="128387" h="127273">
                <a:moveTo>
                  <a:pt x="3572" y="45120"/>
                </a:moveTo>
                <a:cubicBezTo>
                  <a:pt x="1172" y="45120"/>
                  <a:pt x="0" y="44634"/>
                  <a:pt x="0" y="43634"/>
                </a:cubicBezTo>
                <a:cubicBezTo>
                  <a:pt x="0" y="43005"/>
                  <a:pt x="1000" y="39491"/>
                  <a:pt x="3000" y="33090"/>
                </a:cubicBezTo>
                <a:cubicBezTo>
                  <a:pt x="5001" y="26718"/>
                  <a:pt x="7144" y="20374"/>
                  <a:pt x="9401" y="14116"/>
                </a:cubicBezTo>
                <a:lnTo>
                  <a:pt x="12602" y="4886"/>
                </a:lnTo>
                <a:cubicBezTo>
                  <a:pt x="13202" y="2657"/>
                  <a:pt x="14030" y="1029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30" y="86"/>
                  <a:pt x="127073" y="200"/>
                </a:cubicBezTo>
                <a:cubicBezTo>
                  <a:pt x="127816" y="314"/>
                  <a:pt x="128273" y="886"/>
                  <a:pt x="128387" y="1886"/>
                </a:cubicBezTo>
                <a:cubicBezTo>
                  <a:pt x="128387" y="2657"/>
                  <a:pt x="127330" y="9801"/>
                  <a:pt x="125187" y="23317"/>
                </a:cubicBezTo>
                <a:cubicBezTo>
                  <a:pt x="123073" y="36862"/>
                  <a:pt x="121872" y="43691"/>
                  <a:pt x="121615" y="43805"/>
                </a:cubicBezTo>
                <a:cubicBezTo>
                  <a:pt x="121615" y="44691"/>
                  <a:pt x="120415" y="45120"/>
                  <a:pt x="118043" y="45120"/>
                </a:cubicBezTo>
                <a:cubicBezTo>
                  <a:pt x="116929" y="45120"/>
                  <a:pt x="116186" y="45120"/>
                  <a:pt x="115786" y="45120"/>
                </a:cubicBezTo>
                <a:cubicBezTo>
                  <a:pt x="115414" y="45120"/>
                  <a:pt x="115043" y="44806"/>
                  <a:pt x="114671" y="44177"/>
                </a:cubicBezTo>
                <a:lnTo>
                  <a:pt x="114300" y="43634"/>
                </a:lnTo>
                <a:cubicBezTo>
                  <a:pt x="114300" y="42862"/>
                  <a:pt x="114671" y="40062"/>
                  <a:pt x="115414" y="35176"/>
                </a:cubicBezTo>
                <a:cubicBezTo>
                  <a:pt x="116186" y="30290"/>
                  <a:pt x="116557" y="26460"/>
                  <a:pt x="116557" y="23689"/>
                </a:cubicBezTo>
                <a:cubicBezTo>
                  <a:pt x="116557" y="19317"/>
                  <a:pt x="115729" y="16002"/>
                  <a:pt x="114100" y="13745"/>
                </a:cubicBezTo>
                <a:cubicBezTo>
                  <a:pt x="112471" y="11487"/>
                  <a:pt x="109042" y="9916"/>
                  <a:pt x="103756" y="9030"/>
                </a:cubicBezTo>
                <a:cubicBezTo>
                  <a:pt x="103127" y="8915"/>
                  <a:pt x="99498" y="8773"/>
                  <a:pt x="92869" y="8658"/>
                </a:cubicBezTo>
                <a:cubicBezTo>
                  <a:pt x="87097" y="8658"/>
                  <a:pt x="83468" y="8715"/>
                  <a:pt x="81953" y="8858"/>
                </a:cubicBezTo>
                <a:cubicBezTo>
                  <a:pt x="80467" y="8973"/>
                  <a:pt x="79324" y="9487"/>
                  <a:pt x="78581" y="10344"/>
                </a:cubicBezTo>
                <a:cubicBezTo>
                  <a:pt x="78438" y="10487"/>
                  <a:pt x="74009" y="27975"/>
                  <a:pt x="65237" y="62808"/>
                </a:cubicBezTo>
                <a:cubicBezTo>
                  <a:pt x="56464" y="97641"/>
                  <a:pt x="52064" y="115357"/>
                  <a:pt x="52064" y="115986"/>
                </a:cubicBezTo>
                <a:cubicBezTo>
                  <a:pt x="52064" y="117500"/>
                  <a:pt x="57579" y="118386"/>
                  <a:pt x="68609" y="118643"/>
                </a:cubicBezTo>
                <a:cubicBezTo>
                  <a:pt x="72609" y="118643"/>
                  <a:pt x="75181" y="118701"/>
                  <a:pt x="76324" y="118815"/>
                </a:cubicBezTo>
                <a:cubicBezTo>
                  <a:pt x="77438" y="118929"/>
                  <a:pt x="78010" y="119501"/>
                  <a:pt x="78010" y="120501"/>
                </a:cubicBezTo>
                <a:cubicBezTo>
                  <a:pt x="78010" y="121129"/>
                  <a:pt x="77810" y="122015"/>
                  <a:pt x="77438" y="123130"/>
                </a:cubicBezTo>
                <a:cubicBezTo>
                  <a:pt x="76952" y="125387"/>
                  <a:pt x="76381" y="126702"/>
                  <a:pt x="75752" y="127102"/>
                </a:cubicBezTo>
                <a:lnTo>
                  <a:pt x="75381" y="127273"/>
                </a:lnTo>
                <a:cubicBezTo>
                  <a:pt x="75009" y="127273"/>
                  <a:pt x="74552" y="127273"/>
                  <a:pt x="74066" y="127273"/>
                </a:cubicBezTo>
                <a:cubicBezTo>
                  <a:pt x="73438" y="127273"/>
                  <a:pt x="70180" y="127216"/>
                  <a:pt x="64294" y="127102"/>
                </a:cubicBezTo>
                <a:cubicBezTo>
                  <a:pt x="58407" y="126959"/>
                  <a:pt x="49949" y="126902"/>
                  <a:pt x="38919" y="126902"/>
                </a:cubicBezTo>
                <a:cubicBezTo>
                  <a:pt x="22746" y="126902"/>
                  <a:pt x="12459" y="127016"/>
                  <a:pt x="8087" y="127273"/>
                </a:cubicBezTo>
                <a:lnTo>
                  <a:pt x="5258" y="127273"/>
                </a:lnTo>
                <a:cubicBezTo>
                  <a:pt x="4515" y="126530"/>
                  <a:pt x="4143" y="125959"/>
                  <a:pt x="4143" y="125587"/>
                </a:cubicBezTo>
                <a:cubicBezTo>
                  <a:pt x="4143" y="125216"/>
                  <a:pt x="4258" y="124073"/>
                  <a:pt x="4515" y="122215"/>
                </a:cubicBezTo>
                <a:cubicBezTo>
                  <a:pt x="5001" y="120587"/>
                  <a:pt x="5629" y="119386"/>
                  <a:pt x="6372" y="118643"/>
                </a:cubicBezTo>
                <a:lnTo>
                  <a:pt x="11659" y="118643"/>
                </a:lnTo>
                <a:lnTo>
                  <a:pt x="13716" y="118643"/>
                </a:lnTo>
                <a:cubicBezTo>
                  <a:pt x="23746" y="118643"/>
                  <a:pt x="29689" y="118072"/>
                  <a:pt x="31575" y="116929"/>
                </a:cubicBezTo>
                <a:cubicBezTo>
                  <a:pt x="31690" y="116815"/>
                  <a:pt x="31833" y="116757"/>
                  <a:pt x="31947" y="116757"/>
                </a:cubicBezTo>
                <a:cubicBezTo>
                  <a:pt x="32575" y="116386"/>
                  <a:pt x="33204" y="115129"/>
                  <a:pt x="33833" y="112986"/>
                </a:cubicBezTo>
                <a:cubicBezTo>
                  <a:pt x="34461" y="110871"/>
                  <a:pt x="36976" y="101041"/>
                  <a:pt x="41348" y="83468"/>
                </a:cubicBezTo>
                <a:cubicBezTo>
                  <a:pt x="43491" y="74952"/>
                  <a:pt x="45234" y="68009"/>
                  <a:pt x="46606" y="62608"/>
                </a:cubicBezTo>
                <a:cubicBezTo>
                  <a:pt x="55378" y="28146"/>
                  <a:pt x="59779" y="10544"/>
                  <a:pt x="59779" y="9801"/>
                </a:cubicBezTo>
                <a:cubicBezTo>
                  <a:pt x="59779" y="9173"/>
                  <a:pt x="57950" y="8858"/>
                  <a:pt x="54321" y="8858"/>
                </a:cubicBezTo>
                <a:lnTo>
                  <a:pt x="48492" y="8858"/>
                </a:lnTo>
                <a:cubicBezTo>
                  <a:pt x="40119" y="8858"/>
                  <a:pt x="34604" y="9230"/>
                  <a:pt x="31947" y="9973"/>
                </a:cubicBezTo>
                <a:cubicBezTo>
                  <a:pt x="26318" y="11230"/>
                  <a:pt x="21946" y="13802"/>
                  <a:pt x="18802" y="17688"/>
                </a:cubicBezTo>
                <a:cubicBezTo>
                  <a:pt x="15659" y="21574"/>
                  <a:pt x="12287" y="28832"/>
                  <a:pt x="8630" y="39491"/>
                </a:cubicBezTo>
                <a:cubicBezTo>
                  <a:pt x="7772" y="42262"/>
                  <a:pt x="7144" y="43891"/>
                  <a:pt x="6772" y="44377"/>
                </a:cubicBezTo>
                <a:cubicBezTo>
                  <a:pt x="6372" y="44891"/>
                  <a:pt x="5515" y="45120"/>
                  <a:pt x="4143" y="45120"/>
                </a:cubicBezTo>
                <a:lnTo>
                  <a:pt x="3572" y="45120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D027E-D574-4809-89C9-F83C6D79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346" y="2213134"/>
            <a:ext cx="128387" cy="127273"/>
          </a:xfrm>
          <a:custGeom xmlns:a="http://schemas.openxmlformats.org/drawingml/2006/main">
            <a:pathLst>
              <a:path w="128387" h="127273" fill="none">
                <a:moveTo>
                  <a:pt x="3572" y="45120"/>
                </a:moveTo>
                <a:cubicBezTo>
                  <a:pt x="1172" y="45120"/>
                  <a:pt x="0" y="44634"/>
                  <a:pt x="0" y="43634"/>
                </a:cubicBezTo>
                <a:cubicBezTo>
                  <a:pt x="0" y="43005"/>
                  <a:pt x="1000" y="39491"/>
                  <a:pt x="3000" y="33090"/>
                </a:cubicBezTo>
                <a:cubicBezTo>
                  <a:pt x="5001" y="26718"/>
                  <a:pt x="7144" y="20374"/>
                  <a:pt x="9401" y="14116"/>
                </a:cubicBezTo>
                <a:lnTo>
                  <a:pt x="12602" y="4886"/>
                </a:lnTo>
                <a:cubicBezTo>
                  <a:pt x="13202" y="2657"/>
                  <a:pt x="14030" y="1029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30" y="86"/>
                  <a:pt x="127073" y="200"/>
                </a:cubicBezTo>
                <a:cubicBezTo>
                  <a:pt x="127816" y="314"/>
                  <a:pt x="128273" y="886"/>
                  <a:pt x="128387" y="1886"/>
                </a:cubicBezTo>
                <a:cubicBezTo>
                  <a:pt x="128387" y="2657"/>
                  <a:pt x="127330" y="9801"/>
                  <a:pt x="125187" y="23317"/>
                </a:cubicBezTo>
                <a:cubicBezTo>
                  <a:pt x="123073" y="36862"/>
                  <a:pt x="121872" y="43691"/>
                  <a:pt x="121615" y="43805"/>
                </a:cubicBezTo>
                <a:cubicBezTo>
                  <a:pt x="121615" y="44691"/>
                  <a:pt x="120415" y="45120"/>
                  <a:pt x="118043" y="45120"/>
                </a:cubicBezTo>
                <a:cubicBezTo>
                  <a:pt x="116929" y="45120"/>
                  <a:pt x="116186" y="45120"/>
                  <a:pt x="115786" y="45120"/>
                </a:cubicBezTo>
                <a:cubicBezTo>
                  <a:pt x="115414" y="45120"/>
                  <a:pt x="115043" y="44806"/>
                  <a:pt x="114671" y="44177"/>
                </a:cubicBezTo>
                <a:lnTo>
                  <a:pt x="114300" y="43634"/>
                </a:lnTo>
                <a:cubicBezTo>
                  <a:pt x="114300" y="42862"/>
                  <a:pt x="114671" y="40062"/>
                  <a:pt x="115414" y="35176"/>
                </a:cubicBezTo>
                <a:cubicBezTo>
                  <a:pt x="116186" y="30290"/>
                  <a:pt x="116557" y="26460"/>
                  <a:pt x="116557" y="23689"/>
                </a:cubicBezTo>
                <a:cubicBezTo>
                  <a:pt x="116557" y="19317"/>
                  <a:pt x="115729" y="16002"/>
                  <a:pt x="114100" y="13745"/>
                </a:cubicBezTo>
                <a:cubicBezTo>
                  <a:pt x="112471" y="11487"/>
                  <a:pt x="109042" y="9916"/>
                  <a:pt x="103756" y="9030"/>
                </a:cubicBezTo>
                <a:cubicBezTo>
                  <a:pt x="103127" y="8915"/>
                  <a:pt x="99498" y="8773"/>
                  <a:pt x="92869" y="8658"/>
                </a:cubicBezTo>
                <a:cubicBezTo>
                  <a:pt x="87097" y="8658"/>
                  <a:pt x="83468" y="8715"/>
                  <a:pt x="81953" y="8858"/>
                </a:cubicBezTo>
                <a:cubicBezTo>
                  <a:pt x="80467" y="8973"/>
                  <a:pt x="79324" y="9487"/>
                  <a:pt x="78581" y="10344"/>
                </a:cubicBezTo>
                <a:cubicBezTo>
                  <a:pt x="78438" y="10487"/>
                  <a:pt x="74009" y="27975"/>
                  <a:pt x="65237" y="62808"/>
                </a:cubicBezTo>
                <a:cubicBezTo>
                  <a:pt x="56464" y="97641"/>
                  <a:pt x="52064" y="115357"/>
                  <a:pt x="52064" y="115986"/>
                </a:cubicBezTo>
                <a:cubicBezTo>
                  <a:pt x="52064" y="117500"/>
                  <a:pt x="57579" y="118386"/>
                  <a:pt x="68609" y="118643"/>
                </a:cubicBezTo>
                <a:cubicBezTo>
                  <a:pt x="72609" y="118643"/>
                  <a:pt x="75181" y="118701"/>
                  <a:pt x="76324" y="118815"/>
                </a:cubicBezTo>
                <a:cubicBezTo>
                  <a:pt x="77438" y="118929"/>
                  <a:pt x="78010" y="119501"/>
                  <a:pt x="78010" y="120501"/>
                </a:cubicBezTo>
                <a:cubicBezTo>
                  <a:pt x="78010" y="121129"/>
                  <a:pt x="77810" y="122015"/>
                  <a:pt x="77438" y="123130"/>
                </a:cubicBezTo>
                <a:cubicBezTo>
                  <a:pt x="76952" y="125387"/>
                  <a:pt x="76381" y="126702"/>
                  <a:pt x="75752" y="127102"/>
                </a:cubicBezTo>
                <a:lnTo>
                  <a:pt x="75381" y="127273"/>
                </a:lnTo>
                <a:cubicBezTo>
                  <a:pt x="75009" y="127273"/>
                  <a:pt x="74552" y="127273"/>
                  <a:pt x="74066" y="127273"/>
                </a:cubicBezTo>
                <a:cubicBezTo>
                  <a:pt x="73438" y="127273"/>
                  <a:pt x="70180" y="127216"/>
                  <a:pt x="64294" y="127102"/>
                </a:cubicBezTo>
                <a:cubicBezTo>
                  <a:pt x="58407" y="126959"/>
                  <a:pt x="49949" y="126902"/>
                  <a:pt x="38919" y="126902"/>
                </a:cubicBezTo>
                <a:cubicBezTo>
                  <a:pt x="22746" y="126902"/>
                  <a:pt x="12459" y="127016"/>
                  <a:pt x="8087" y="127273"/>
                </a:cubicBezTo>
                <a:lnTo>
                  <a:pt x="5258" y="127273"/>
                </a:lnTo>
                <a:cubicBezTo>
                  <a:pt x="4515" y="126530"/>
                  <a:pt x="4143" y="125959"/>
                  <a:pt x="4143" y="125587"/>
                </a:cubicBezTo>
                <a:cubicBezTo>
                  <a:pt x="4143" y="125216"/>
                  <a:pt x="4258" y="124073"/>
                  <a:pt x="4515" y="122215"/>
                </a:cubicBezTo>
                <a:cubicBezTo>
                  <a:pt x="5001" y="120587"/>
                  <a:pt x="5629" y="119386"/>
                  <a:pt x="6372" y="118643"/>
                </a:cubicBezTo>
                <a:lnTo>
                  <a:pt x="11659" y="118643"/>
                </a:lnTo>
                <a:lnTo>
                  <a:pt x="13716" y="118643"/>
                </a:lnTo>
                <a:cubicBezTo>
                  <a:pt x="23746" y="118643"/>
                  <a:pt x="29689" y="118072"/>
                  <a:pt x="31575" y="116929"/>
                </a:cubicBezTo>
                <a:cubicBezTo>
                  <a:pt x="31690" y="116815"/>
                  <a:pt x="31833" y="116757"/>
                  <a:pt x="31947" y="116757"/>
                </a:cubicBezTo>
                <a:cubicBezTo>
                  <a:pt x="32575" y="116386"/>
                  <a:pt x="33204" y="115129"/>
                  <a:pt x="33833" y="112986"/>
                </a:cubicBezTo>
                <a:cubicBezTo>
                  <a:pt x="34461" y="110871"/>
                  <a:pt x="36976" y="101041"/>
                  <a:pt x="41348" y="83468"/>
                </a:cubicBezTo>
                <a:cubicBezTo>
                  <a:pt x="43491" y="74952"/>
                  <a:pt x="45234" y="68009"/>
                  <a:pt x="46606" y="62608"/>
                </a:cubicBezTo>
                <a:cubicBezTo>
                  <a:pt x="55378" y="28146"/>
                  <a:pt x="59779" y="10544"/>
                  <a:pt x="59779" y="9801"/>
                </a:cubicBezTo>
                <a:cubicBezTo>
                  <a:pt x="59779" y="9173"/>
                  <a:pt x="57950" y="8858"/>
                  <a:pt x="54321" y="8858"/>
                </a:cubicBezTo>
                <a:lnTo>
                  <a:pt x="48492" y="8858"/>
                </a:lnTo>
                <a:cubicBezTo>
                  <a:pt x="40119" y="8858"/>
                  <a:pt x="34604" y="9230"/>
                  <a:pt x="31947" y="9973"/>
                </a:cubicBezTo>
                <a:cubicBezTo>
                  <a:pt x="26318" y="11230"/>
                  <a:pt x="21946" y="13802"/>
                  <a:pt x="18802" y="17688"/>
                </a:cubicBezTo>
                <a:cubicBezTo>
                  <a:pt x="15659" y="21574"/>
                  <a:pt x="12287" y="28832"/>
                  <a:pt x="8630" y="39491"/>
                </a:cubicBezTo>
                <a:cubicBezTo>
                  <a:pt x="7772" y="42262"/>
                  <a:pt x="7144" y="43891"/>
                  <a:pt x="6772" y="44377"/>
                </a:cubicBezTo>
                <a:cubicBezTo>
                  <a:pt x="6372" y="44891"/>
                  <a:pt x="5515" y="45120"/>
                  <a:pt x="4143" y="45120"/>
                </a:cubicBezTo>
                <a:lnTo>
                  <a:pt x="3572" y="451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7A202-E894-4DFA-9F61-484CEE20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704" y="2274913"/>
            <a:ext cx="65780" cy="120958"/>
          </a:xfrm>
          <a:custGeom xmlns:a="http://schemas.openxmlformats.org/drawingml/2006/main">
            <a:pathLst>
              <a:path w="65780" h="120958">
                <a:moveTo>
                  <a:pt x="8372" y="115243"/>
                </a:moveTo>
                <a:cubicBezTo>
                  <a:pt x="8544" y="115243"/>
                  <a:pt x="8801" y="115329"/>
                  <a:pt x="9144" y="115500"/>
                </a:cubicBezTo>
                <a:cubicBezTo>
                  <a:pt x="9515" y="115672"/>
                  <a:pt x="10001" y="115786"/>
                  <a:pt x="10601" y="115900"/>
                </a:cubicBezTo>
                <a:cubicBezTo>
                  <a:pt x="11230" y="115986"/>
                  <a:pt x="11773" y="116015"/>
                  <a:pt x="12202" y="116015"/>
                </a:cubicBezTo>
                <a:cubicBezTo>
                  <a:pt x="13373" y="116015"/>
                  <a:pt x="14430" y="115443"/>
                  <a:pt x="15402" y="114300"/>
                </a:cubicBezTo>
                <a:cubicBezTo>
                  <a:pt x="16373" y="113128"/>
                  <a:pt x="17088" y="111871"/>
                  <a:pt x="17545" y="110442"/>
                </a:cubicBezTo>
                <a:cubicBezTo>
                  <a:pt x="18402" y="108042"/>
                  <a:pt x="19917" y="101270"/>
                  <a:pt x="22031" y="90097"/>
                </a:cubicBezTo>
                <a:cubicBezTo>
                  <a:pt x="24174" y="78953"/>
                  <a:pt x="26203" y="68323"/>
                  <a:pt x="28146" y="58207"/>
                </a:cubicBezTo>
                <a:cubicBezTo>
                  <a:pt x="30118" y="48120"/>
                  <a:pt x="31090" y="43005"/>
                  <a:pt x="31090" y="42920"/>
                </a:cubicBezTo>
                <a:lnTo>
                  <a:pt x="31090" y="42520"/>
                </a:lnTo>
                <a:lnTo>
                  <a:pt x="24832" y="42520"/>
                </a:lnTo>
                <a:cubicBezTo>
                  <a:pt x="20660" y="42520"/>
                  <a:pt x="18459" y="42434"/>
                  <a:pt x="18202" y="42262"/>
                </a:cubicBezTo>
                <a:cubicBezTo>
                  <a:pt x="17831" y="42005"/>
                  <a:pt x="17659" y="41548"/>
                  <a:pt x="17659" y="40948"/>
                </a:cubicBezTo>
                <a:lnTo>
                  <a:pt x="18602" y="37205"/>
                </a:lnTo>
                <a:cubicBezTo>
                  <a:pt x="18774" y="36776"/>
                  <a:pt x="19117" y="36547"/>
                  <a:pt x="19660" y="36547"/>
                </a:cubicBezTo>
                <a:cubicBezTo>
                  <a:pt x="20203" y="36547"/>
                  <a:pt x="22260" y="36490"/>
                  <a:pt x="25918" y="36405"/>
                </a:cubicBezTo>
                <a:cubicBezTo>
                  <a:pt x="30147" y="36405"/>
                  <a:pt x="32290" y="36376"/>
                  <a:pt x="32290" y="36290"/>
                </a:cubicBezTo>
                <a:cubicBezTo>
                  <a:pt x="32290" y="36090"/>
                  <a:pt x="32690" y="33890"/>
                  <a:pt x="33461" y="29632"/>
                </a:cubicBezTo>
                <a:cubicBezTo>
                  <a:pt x="34290" y="25375"/>
                  <a:pt x="34804" y="22831"/>
                  <a:pt x="35062" y="21917"/>
                </a:cubicBezTo>
                <a:cubicBezTo>
                  <a:pt x="38348" y="7315"/>
                  <a:pt x="44806" y="0"/>
                  <a:pt x="54493" y="0"/>
                </a:cubicBezTo>
                <a:cubicBezTo>
                  <a:pt x="57750" y="171"/>
                  <a:pt x="60465" y="1143"/>
                  <a:pt x="62579" y="2915"/>
                </a:cubicBezTo>
                <a:cubicBezTo>
                  <a:pt x="64694" y="4686"/>
                  <a:pt x="65780" y="7058"/>
                  <a:pt x="65780" y="9973"/>
                </a:cubicBezTo>
                <a:cubicBezTo>
                  <a:pt x="65780" y="13145"/>
                  <a:pt x="64837" y="15459"/>
                  <a:pt x="62979" y="16888"/>
                </a:cubicBezTo>
                <a:cubicBezTo>
                  <a:pt x="61122" y="18288"/>
                  <a:pt x="59265" y="19060"/>
                  <a:pt x="57407" y="19145"/>
                </a:cubicBezTo>
                <a:cubicBezTo>
                  <a:pt x="53492" y="19145"/>
                  <a:pt x="51549" y="17288"/>
                  <a:pt x="51549" y="13545"/>
                </a:cubicBezTo>
                <a:cubicBezTo>
                  <a:pt x="51549" y="11859"/>
                  <a:pt x="52035" y="10401"/>
                  <a:pt x="53007" y="9173"/>
                </a:cubicBezTo>
                <a:cubicBezTo>
                  <a:pt x="53978" y="7915"/>
                  <a:pt x="55064" y="7001"/>
                  <a:pt x="56207" y="6372"/>
                </a:cubicBezTo>
                <a:lnTo>
                  <a:pt x="57407" y="5715"/>
                </a:lnTo>
                <a:cubicBezTo>
                  <a:pt x="55978" y="5172"/>
                  <a:pt x="54635" y="4915"/>
                  <a:pt x="53407" y="4915"/>
                </a:cubicBezTo>
                <a:cubicBezTo>
                  <a:pt x="52349" y="4915"/>
                  <a:pt x="51321" y="5372"/>
                  <a:pt x="50349" y="6229"/>
                </a:cubicBezTo>
                <a:cubicBezTo>
                  <a:pt x="49378" y="7144"/>
                  <a:pt x="48720" y="8372"/>
                  <a:pt x="48377" y="9973"/>
                </a:cubicBezTo>
                <a:cubicBezTo>
                  <a:pt x="47749" y="12544"/>
                  <a:pt x="47034" y="15973"/>
                  <a:pt x="46234" y="20317"/>
                </a:cubicBezTo>
                <a:cubicBezTo>
                  <a:pt x="45434" y="24660"/>
                  <a:pt x="44720" y="28346"/>
                  <a:pt x="44120" y="31375"/>
                </a:cubicBezTo>
                <a:cubicBezTo>
                  <a:pt x="43491" y="34376"/>
                  <a:pt x="43177" y="35976"/>
                  <a:pt x="43177" y="36147"/>
                </a:cubicBezTo>
                <a:cubicBezTo>
                  <a:pt x="43177" y="36319"/>
                  <a:pt x="45606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07" y="36633"/>
                  <a:pt x="58522" y="36919"/>
                  <a:pt x="58865" y="37348"/>
                </a:cubicBezTo>
                <a:cubicBezTo>
                  <a:pt x="58950" y="37690"/>
                  <a:pt x="58865" y="38462"/>
                  <a:pt x="58607" y="39605"/>
                </a:cubicBezTo>
                <a:cubicBezTo>
                  <a:pt x="58322" y="40748"/>
                  <a:pt x="58122" y="41462"/>
                  <a:pt x="57922" y="41720"/>
                </a:cubicBezTo>
                <a:cubicBezTo>
                  <a:pt x="57750" y="42177"/>
                  <a:pt x="57350" y="42405"/>
                  <a:pt x="56721" y="42405"/>
                </a:cubicBezTo>
                <a:cubicBezTo>
                  <a:pt x="56121" y="42405"/>
                  <a:pt x="53721" y="42434"/>
                  <a:pt x="49549" y="42520"/>
                </a:cubicBezTo>
                <a:lnTo>
                  <a:pt x="42120" y="42520"/>
                </a:lnTo>
                <a:lnTo>
                  <a:pt x="39062" y="58750"/>
                </a:lnTo>
                <a:cubicBezTo>
                  <a:pt x="34804" y="80724"/>
                  <a:pt x="31833" y="94440"/>
                  <a:pt x="30147" y="99927"/>
                </a:cubicBezTo>
                <a:cubicBezTo>
                  <a:pt x="27746" y="107471"/>
                  <a:pt x="24660" y="113043"/>
                  <a:pt x="20860" y="116700"/>
                </a:cubicBezTo>
                <a:cubicBezTo>
                  <a:pt x="17574" y="119529"/>
                  <a:pt x="14345" y="120958"/>
                  <a:pt x="11144" y="120958"/>
                </a:cubicBezTo>
                <a:cubicBezTo>
                  <a:pt x="8315" y="120958"/>
                  <a:pt x="5744" y="120101"/>
                  <a:pt x="3429" y="118415"/>
                </a:cubicBezTo>
                <a:cubicBezTo>
                  <a:pt x="1143" y="116729"/>
                  <a:pt x="0" y="114329"/>
                  <a:pt x="0" y="111242"/>
                </a:cubicBezTo>
                <a:cubicBezTo>
                  <a:pt x="0" y="107956"/>
                  <a:pt x="914" y="105556"/>
                  <a:pt x="2772" y="104070"/>
                </a:cubicBezTo>
                <a:cubicBezTo>
                  <a:pt x="4629" y="102556"/>
                  <a:pt x="6487" y="101813"/>
                  <a:pt x="8372" y="101813"/>
                </a:cubicBezTo>
                <a:cubicBezTo>
                  <a:pt x="12259" y="101813"/>
                  <a:pt x="14202" y="103670"/>
                  <a:pt x="14202" y="107385"/>
                </a:cubicBezTo>
                <a:cubicBezTo>
                  <a:pt x="14202" y="109071"/>
                  <a:pt x="13716" y="110528"/>
                  <a:pt x="12744" y="111757"/>
                </a:cubicBezTo>
                <a:cubicBezTo>
                  <a:pt x="11773" y="113014"/>
                  <a:pt x="10716" y="113957"/>
                  <a:pt x="9544" y="114557"/>
                </a:cubicBezTo>
                <a:lnTo>
                  <a:pt x="8372" y="11524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CF8BC-0CCF-4263-A90A-2BB0083B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704" y="2274913"/>
            <a:ext cx="65780" cy="120958"/>
          </a:xfrm>
          <a:custGeom xmlns:a="http://schemas.openxmlformats.org/drawingml/2006/main">
            <a:pathLst>
              <a:path w="65780" h="120958" fill="none">
                <a:moveTo>
                  <a:pt x="8372" y="115243"/>
                </a:moveTo>
                <a:cubicBezTo>
                  <a:pt x="8544" y="115243"/>
                  <a:pt x="8801" y="115329"/>
                  <a:pt x="9144" y="115500"/>
                </a:cubicBezTo>
                <a:cubicBezTo>
                  <a:pt x="9515" y="115672"/>
                  <a:pt x="10001" y="115786"/>
                  <a:pt x="10601" y="115900"/>
                </a:cubicBezTo>
                <a:cubicBezTo>
                  <a:pt x="11230" y="115986"/>
                  <a:pt x="11773" y="116015"/>
                  <a:pt x="12202" y="116015"/>
                </a:cubicBezTo>
                <a:cubicBezTo>
                  <a:pt x="13373" y="116015"/>
                  <a:pt x="14430" y="115443"/>
                  <a:pt x="15402" y="114300"/>
                </a:cubicBezTo>
                <a:cubicBezTo>
                  <a:pt x="16373" y="113128"/>
                  <a:pt x="17088" y="111871"/>
                  <a:pt x="17545" y="110442"/>
                </a:cubicBezTo>
                <a:cubicBezTo>
                  <a:pt x="18402" y="108042"/>
                  <a:pt x="19917" y="101270"/>
                  <a:pt x="22031" y="90097"/>
                </a:cubicBezTo>
                <a:cubicBezTo>
                  <a:pt x="24174" y="78953"/>
                  <a:pt x="26203" y="68323"/>
                  <a:pt x="28146" y="58207"/>
                </a:cubicBezTo>
                <a:cubicBezTo>
                  <a:pt x="30118" y="48120"/>
                  <a:pt x="31090" y="43005"/>
                  <a:pt x="31090" y="42920"/>
                </a:cubicBezTo>
                <a:lnTo>
                  <a:pt x="31090" y="42520"/>
                </a:lnTo>
                <a:lnTo>
                  <a:pt x="24832" y="42520"/>
                </a:lnTo>
                <a:cubicBezTo>
                  <a:pt x="20660" y="42520"/>
                  <a:pt x="18459" y="42434"/>
                  <a:pt x="18202" y="42262"/>
                </a:cubicBezTo>
                <a:cubicBezTo>
                  <a:pt x="17831" y="42005"/>
                  <a:pt x="17659" y="41548"/>
                  <a:pt x="17659" y="40948"/>
                </a:cubicBezTo>
                <a:lnTo>
                  <a:pt x="18602" y="37205"/>
                </a:lnTo>
                <a:cubicBezTo>
                  <a:pt x="18774" y="36776"/>
                  <a:pt x="19117" y="36547"/>
                  <a:pt x="19660" y="36547"/>
                </a:cubicBezTo>
                <a:cubicBezTo>
                  <a:pt x="20203" y="36547"/>
                  <a:pt x="22260" y="36490"/>
                  <a:pt x="25918" y="36405"/>
                </a:cubicBezTo>
                <a:cubicBezTo>
                  <a:pt x="30147" y="36405"/>
                  <a:pt x="32290" y="36376"/>
                  <a:pt x="32290" y="36290"/>
                </a:cubicBezTo>
                <a:cubicBezTo>
                  <a:pt x="32290" y="36090"/>
                  <a:pt x="32690" y="33890"/>
                  <a:pt x="33461" y="29632"/>
                </a:cubicBezTo>
                <a:cubicBezTo>
                  <a:pt x="34290" y="25375"/>
                  <a:pt x="34804" y="22831"/>
                  <a:pt x="35062" y="21917"/>
                </a:cubicBezTo>
                <a:cubicBezTo>
                  <a:pt x="38348" y="7315"/>
                  <a:pt x="44806" y="0"/>
                  <a:pt x="54493" y="0"/>
                </a:cubicBezTo>
                <a:cubicBezTo>
                  <a:pt x="57750" y="171"/>
                  <a:pt x="60465" y="1143"/>
                  <a:pt x="62579" y="2915"/>
                </a:cubicBezTo>
                <a:cubicBezTo>
                  <a:pt x="64694" y="4686"/>
                  <a:pt x="65780" y="7058"/>
                  <a:pt x="65780" y="9973"/>
                </a:cubicBezTo>
                <a:cubicBezTo>
                  <a:pt x="65780" y="13145"/>
                  <a:pt x="64837" y="15459"/>
                  <a:pt x="62979" y="16888"/>
                </a:cubicBezTo>
                <a:cubicBezTo>
                  <a:pt x="61122" y="18288"/>
                  <a:pt x="59265" y="19060"/>
                  <a:pt x="57407" y="19145"/>
                </a:cubicBezTo>
                <a:cubicBezTo>
                  <a:pt x="53492" y="19145"/>
                  <a:pt x="51549" y="17288"/>
                  <a:pt x="51549" y="13545"/>
                </a:cubicBezTo>
                <a:cubicBezTo>
                  <a:pt x="51549" y="11859"/>
                  <a:pt x="52035" y="10401"/>
                  <a:pt x="53007" y="9173"/>
                </a:cubicBezTo>
                <a:cubicBezTo>
                  <a:pt x="53978" y="7915"/>
                  <a:pt x="55064" y="7001"/>
                  <a:pt x="56207" y="6372"/>
                </a:cubicBezTo>
                <a:lnTo>
                  <a:pt x="57407" y="5715"/>
                </a:lnTo>
                <a:cubicBezTo>
                  <a:pt x="55978" y="5172"/>
                  <a:pt x="54635" y="4915"/>
                  <a:pt x="53407" y="4915"/>
                </a:cubicBezTo>
                <a:cubicBezTo>
                  <a:pt x="52349" y="4915"/>
                  <a:pt x="51321" y="5372"/>
                  <a:pt x="50349" y="6229"/>
                </a:cubicBezTo>
                <a:cubicBezTo>
                  <a:pt x="49378" y="7144"/>
                  <a:pt x="48720" y="8372"/>
                  <a:pt x="48377" y="9973"/>
                </a:cubicBezTo>
                <a:cubicBezTo>
                  <a:pt x="47749" y="12544"/>
                  <a:pt x="47034" y="15973"/>
                  <a:pt x="46234" y="20317"/>
                </a:cubicBezTo>
                <a:cubicBezTo>
                  <a:pt x="45434" y="24660"/>
                  <a:pt x="44720" y="28346"/>
                  <a:pt x="44120" y="31375"/>
                </a:cubicBezTo>
                <a:cubicBezTo>
                  <a:pt x="43491" y="34376"/>
                  <a:pt x="43177" y="35976"/>
                  <a:pt x="43177" y="36147"/>
                </a:cubicBezTo>
                <a:cubicBezTo>
                  <a:pt x="43177" y="36319"/>
                  <a:pt x="45606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07" y="36633"/>
                  <a:pt x="58522" y="36919"/>
                  <a:pt x="58865" y="37348"/>
                </a:cubicBezTo>
                <a:cubicBezTo>
                  <a:pt x="58950" y="37690"/>
                  <a:pt x="58865" y="38462"/>
                  <a:pt x="58607" y="39605"/>
                </a:cubicBezTo>
                <a:cubicBezTo>
                  <a:pt x="58322" y="40748"/>
                  <a:pt x="58122" y="41462"/>
                  <a:pt x="57922" y="41720"/>
                </a:cubicBezTo>
                <a:cubicBezTo>
                  <a:pt x="57750" y="42177"/>
                  <a:pt x="57350" y="42405"/>
                  <a:pt x="56721" y="42405"/>
                </a:cubicBezTo>
                <a:cubicBezTo>
                  <a:pt x="56121" y="42405"/>
                  <a:pt x="53721" y="42434"/>
                  <a:pt x="49549" y="42520"/>
                </a:cubicBezTo>
                <a:lnTo>
                  <a:pt x="42120" y="42520"/>
                </a:lnTo>
                <a:lnTo>
                  <a:pt x="39062" y="58750"/>
                </a:lnTo>
                <a:cubicBezTo>
                  <a:pt x="34804" y="80724"/>
                  <a:pt x="31833" y="94440"/>
                  <a:pt x="30147" y="99927"/>
                </a:cubicBezTo>
                <a:cubicBezTo>
                  <a:pt x="27746" y="107471"/>
                  <a:pt x="24660" y="113043"/>
                  <a:pt x="20860" y="116700"/>
                </a:cubicBezTo>
                <a:cubicBezTo>
                  <a:pt x="17574" y="119529"/>
                  <a:pt x="14345" y="120958"/>
                  <a:pt x="11144" y="120958"/>
                </a:cubicBezTo>
                <a:cubicBezTo>
                  <a:pt x="8315" y="120958"/>
                  <a:pt x="5744" y="120101"/>
                  <a:pt x="3429" y="118415"/>
                </a:cubicBezTo>
                <a:cubicBezTo>
                  <a:pt x="1143" y="116729"/>
                  <a:pt x="0" y="114329"/>
                  <a:pt x="0" y="111242"/>
                </a:cubicBezTo>
                <a:cubicBezTo>
                  <a:pt x="0" y="107956"/>
                  <a:pt x="914" y="105556"/>
                  <a:pt x="2772" y="104070"/>
                </a:cubicBezTo>
                <a:cubicBezTo>
                  <a:pt x="4629" y="102556"/>
                  <a:pt x="6487" y="101813"/>
                  <a:pt x="8372" y="101813"/>
                </a:cubicBezTo>
                <a:cubicBezTo>
                  <a:pt x="12259" y="101813"/>
                  <a:pt x="14202" y="103670"/>
                  <a:pt x="14202" y="107385"/>
                </a:cubicBezTo>
                <a:cubicBezTo>
                  <a:pt x="14202" y="109071"/>
                  <a:pt x="13716" y="110528"/>
                  <a:pt x="12744" y="111757"/>
                </a:cubicBezTo>
                <a:cubicBezTo>
                  <a:pt x="11773" y="113014"/>
                  <a:pt x="10716" y="113957"/>
                  <a:pt x="9544" y="114557"/>
                </a:cubicBezTo>
                <a:lnTo>
                  <a:pt x="8372" y="1152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7406C-4E39-4533-AB79-DEECDAB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544" y="2317661"/>
            <a:ext cx="24803" cy="59350"/>
          </a:xfrm>
          <a:custGeom xmlns:a="http://schemas.openxmlformats.org/drawingml/2006/main">
            <a:pathLst>
              <a:path w="24803" h="59350">
                <a:moveTo>
                  <a:pt x="0" y="16173"/>
                </a:moveTo>
                <a:cubicBezTo>
                  <a:pt x="0" y="16173"/>
                  <a:pt x="0" y="14602"/>
                  <a:pt x="0" y="11459"/>
                </a:cubicBezTo>
                <a:cubicBezTo>
                  <a:pt x="0" y="8344"/>
                  <a:pt x="1000" y="5629"/>
                  <a:pt x="3029" y="3400"/>
                </a:cubicBezTo>
                <a:cubicBezTo>
                  <a:pt x="5001" y="1143"/>
                  <a:pt x="7715" y="0"/>
                  <a:pt x="11087" y="0"/>
                </a:cubicBezTo>
                <a:cubicBezTo>
                  <a:pt x="14602" y="0"/>
                  <a:pt x="17745" y="1572"/>
                  <a:pt x="20488" y="4715"/>
                </a:cubicBezTo>
                <a:cubicBezTo>
                  <a:pt x="23260" y="7830"/>
                  <a:pt x="24689" y="13345"/>
                  <a:pt x="24803" y="21260"/>
                </a:cubicBezTo>
                <a:cubicBezTo>
                  <a:pt x="24803" y="25632"/>
                  <a:pt x="24260" y="29889"/>
                  <a:pt x="23117" y="34033"/>
                </a:cubicBezTo>
                <a:cubicBezTo>
                  <a:pt x="22003" y="38176"/>
                  <a:pt x="20688" y="41748"/>
                  <a:pt x="19174" y="44748"/>
                </a:cubicBezTo>
                <a:cubicBezTo>
                  <a:pt x="17659" y="47749"/>
                  <a:pt x="16031" y="50321"/>
                  <a:pt x="14288" y="52464"/>
                </a:cubicBezTo>
                <a:cubicBezTo>
                  <a:pt x="12544" y="54578"/>
                  <a:pt x="11030" y="56264"/>
                  <a:pt x="9773" y="57521"/>
                </a:cubicBezTo>
                <a:cubicBezTo>
                  <a:pt x="8544" y="58779"/>
                  <a:pt x="7715" y="59350"/>
                  <a:pt x="7344" y="59207"/>
                </a:cubicBezTo>
                <a:cubicBezTo>
                  <a:pt x="6829" y="59207"/>
                  <a:pt x="6029" y="58664"/>
                  <a:pt x="4886" y="57521"/>
                </a:cubicBezTo>
                <a:cubicBezTo>
                  <a:pt x="3772" y="56407"/>
                  <a:pt x="3200" y="55578"/>
                  <a:pt x="3200" y="55093"/>
                </a:cubicBezTo>
                <a:cubicBezTo>
                  <a:pt x="3200" y="54578"/>
                  <a:pt x="3886" y="53578"/>
                  <a:pt x="5258" y="52064"/>
                </a:cubicBezTo>
                <a:cubicBezTo>
                  <a:pt x="6658" y="50578"/>
                  <a:pt x="8230" y="48692"/>
                  <a:pt x="9973" y="46434"/>
                </a:cubicBezTo>
                <a:cubicBezTo>
                  <a:pt x="11716" y="44177"/>
                  <a:pt x="13345" y="41062"/>
                  <a:pt x="14859" y="37033"/>
                </a:cubicBezTo>
                <a:cubicBezTo>
                  <a:pt x="16345" y="33033"/>
                  <a:pt x="17374" y="28461"/>
                  <a:pt x="17859" y="23317"/>
                </a:cubicBezTo>
                <a:lnTo>
                  <a:pt x="17859" y="21060"/>
                </a:lnTo>
                <a:lnTo>
                  <a:pt x="17659" y="21260"/>
                </a:lnTo>
                <a:cubicBezTo>
                  <a:pt x="17431" y="21374"/>
                  <a:pt x="17116" y="21488"/>
                  <a:pt x="16745" y="21631"/>
                </a:cubicBezTo>
                <a:cubicBezTo>
                  <a:pt x="16345" y="21746"/>
                  <a:pt x="15973" y="21946"/>
                  <a:pt x="15602" y="22174"/>
                </a:cubicBezTo>
                <a:cubicBezTo>
                  <a:pt x="15230" y="22431"/>
                  <a:pt x="14659" y="22574"/>
                  <a:pt x="13916" y="22574"/>
                </a:cubicBezTo>
                <a:cubicBezTo>
                  <a:pt x="13173" y="22574"/>
                  <a:pt x="12402" y="22631"/>
                  <a:pt x="11659" y="22746"/>
                </a:cubicBezTo>
                <a:cubicBezTo>
                  <a:pt x="8287" y="22746"/>
                  <a:pt x="5515" y="21688"/>
                  <a:pt x="3372" y="19545"/>
                </a:cubicBezTo>
                <a:lnTo>
                  <a:pt x="0" y="1617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59FF6-14B9-4D28-85B8-4D5CEECF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544" y="2317661"/>
            <a:ext cx="24803" cy="59350"/>
          </a:xfrm>
          <a:custGeom xmlns:a="http://schemas.openxmlformats.org/drawingml/2006/main">
            <a:pathLst>
              <a:path w="24803" h="59350" fill="none">
                <a:moveTo>
                  <a:pt x="0" y="16173"/>
                </a:moveTo>
                <a:cubicBezTo>
                  <a:pt x="0" y="16173"/>
                  <a:pt x="0" y="14602"/>
                  <a:pt x="0" y="11459"/>
                </a:cubicBezTo>
                <a:cubicBezTo>
                  <a:pt x="0" y="8344"/>
                  <a:pt x="1000" y="5629"/>
                  <a:pt x="3029" y="3400"/>
                </a:cubicBezTo>
                <a:cubicBezTo>
                  <a:pt x="5001" y="1143"/>
                  <a:pt x="7715" y="0"/>
                  <a:pt x="11087" y="0"/>
                </a:cubicBezTo>
                <a:cubicBezTo>
                  <a:pt x="14602" y="0"/>
                  <a:pt x="17745" y="1572"/>
                  <a:pt x="20488" y="4715"/>
                </a:cubicBezTo>
                <a:cubicBezTo>
                  <a:pt x="23260" y="7830"/>
                  <a:pt x="24689" y="13345"/>
                  <a:pt x="24803" y="21260"/>
                </a:cubicBezTo>
                <a:cubicBezTo>
                  <a:pt x="24803" y="25632"/>
                  <a:pt x="24260" y="29889"/>
                  <a:pt x="23117" y="34033"/>
                </a:cubicBezTo>
                <a:cubicBezTo>
                  <a:pt x="22003" y="38176"/>
                  <a:pt x="20688" y="41748"/>
                  <a:pt x="19174" y="44748"/>
                </a:cubicBezTo>
                <a:cubicBezTo>
                  <a:pt x="17659" y="47749"/>
                  <a:pt x="16031" y="50321"/>
                  <a:pt x="14288" y="52464"/>
                </a:cubicBezTo>
                <a:cubicBezTo>
                  <a:pt x="12544" y="54578"/>
                  <a:pt x="11030" y="56264"/>
                  <a:pt x="9773" y="57521"/>
                </a:cubicBezTo>
                <a:cubicBezTo>
                  <a:pt x="8544" y="58779"/>
                  <a:pt x="7715" y="59350"/>
                  <a:pt x="7344" y="59207"/>
                </a:cubicBezTo>
                <a:cubicBezTo>
                  <a:pt x="6829" y="59207"/>
                  <a:pt x="6029" y="58664"/>
                  <a:pt x="4886" y="57521"/>
                </a:cubicBezTo>
                <a:cubicBezTo>
                  <a:pt x="3772" y="56407"/>
                  <a:pt x="3200" y="55578"/>
                  <a:pt x="3200" y="55093"/>
                </a:cubicBezTo>
                <a:cubicBezTo>
                  <a:pt x="3200" y="54578"/>
                  <a:pt x="3886" y="53578"/>
                  <a:pt x="5258" y="52064"/>
                </a:cubicBezTo>
                <a:cubicBezTo>
                  <a:pt x="6658" y="50578"/>
                  <a:pt x="8230" y="48692"/>
                  <a:pt x="9973" y="46434"/>
                </a:cubicBezTo>
                <a:cubicBezTo>
                  <a:pt x="11716" y="44177"/>
                  <a:pt x="13345" y="41062"/>
                  <a:pt x="14859" y="37033"/>
                </a:cubicBezTo>
                <a:cubicBezTo>
                  <a:pt x="16345" y="33033"/>
                  <a:pt x="17374" y="28461"/>
                  <a:pt x="17859" y="23317"/>
                </a:cubicBezTo>
                <a:lnTo>
                  <a:pt x="17859" y="21060"/>
                </a:lnTo>
                <a:lnTo>
                  <a:pt x="17659" y="21260"/>
                </a:lnTo>
                <a:cubicBezTo>
                  <a:pt x="17431" y="21374"/>
                  <a:pt x="17116" y="21488"/>
                  <a:pt x="16745" y="21631"/>
                </a:cubicBezTo>
                <a:cubicBezTo>
                  <a:pt x="16345" y="21746"/>
                  <a:pt x="15973" y="21946"/>
                  <a:pt x="15602" y="22174"/>
                </a:cubicBezTo>
                <a:cubicBezTo>
                  <a:pt x="15230" y="22431"/>
                  <a:pt x="14659" y="22574"/>
                  <a:pt x="13916" y="22574"/>
                </a:cubicBezTo>
                <a:cubicBezTo>
                  <a:pt x="13173" y="22574"/>
                  <a:pt x="12402" y="22631"/>
                  <a:pt x="11659" y="22746"/>
                </a:cubicBezTo>
                <a:cubicBezTo>
                  <a:pt x="8287" y="22746"/>
                  <a:pt x="5515" y="21688"/>
                  <a:pt x="3372" y="19545"/>
                </a:cubicBezTo>
                <a:lnTo>
                  <a:pt x="0" y="16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BD676-3F47-4577-9FF3-7E418D94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867" y="2257311"/>
            <a:ext cx="74381" cy="85411"/>
          </a:xfrm>
          <a:custGeom xmlns:a="http://schemas.openxmlformats.org/drawingml/2006/main">
            <a:pathLst>
              <a:path w="74381" h="85411">
                <a:moveTo>
                  <a:pt x="0" y="53207"/>
                </a:moveTo>
                <a:cubicBezTo>
                  <a:pt x="0" y="39548"/>
                  <a:pt x="5401" y="27261"/>
                  <a:pt x="16173" y="16373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514"/>
                  <a:pt x="67666" y="4515"/>
                </a:cubicBezTo>
                <a:cubicBezTo>
                  <a:pt x="71695" y="7544"/>
                  <a:pt x="73752" y="11487"/>
                  <a:pt x="73895" y="16373"/>
                </a:cubicBezTo>
                <a:cubicBezTo>
                  <a:pt x="73895" y="20003"/>
                  <a:pt x="72695" y="23089"/>
                  <a:pt x="70323" y="25575"/>
                </a:cubicBezTo>
                <a:cubicBezTo>
                  <a:pt x="67923" y="28089"/>
                  <a:pt x="64922" y="29404"/>
                  <a:pt x="61293" y="29518"/>
                </a:cubicBezTo>
                <a:cubicBezTo>
                  <a:pt x="58893" y="29518"/>
                  <a:pt x="57036" y="28889"/>
                  <a:pt x="55636" y="27661"/>
                </a:cubicBezTo>
                <a:cubicBezTo>
                  <a:pt x="54264" y="26403"/>
                  <a:pt x="53578" y="24517"/>
                  <a:pt x="53578" y="22003"/>
                </a:cubicBezTo>
                <a:cubicBezTo>
                  <a:pt x="53578" y="19517"/>
                  <a:pt x="54264" y="17374"/>
                  <a:pt x="55636" y="15631"/>
                </a:cubicBezTo>
                <a:cubicBezTo>
                  <a:pt x="57036" y="13859"/>
                  <a:pt x="58407" y="12544"/>
                  <a:pt x="59779" y="11659"/>
                </a:cubicBezTo>
                <a:cubicBezTo>
                  <a:pt x="61151" y="10773"/>
                  <a:pt x="62036" y="10430"/>
                  <a:pt x="62408" y="10544"/>
                </a:cubicBezTo>
                <a:lnTo>
                  <a:pt x="62608" y="10544"/>
                </a:lnTo>
                <a:cubicBezTo>
                  <a:pt x="62608" y="10287"/>
                  <a:pt x="62236" y="9916"/>
                  <a:pt x="61465" y="9401"/>
                </a:cubicBezTo>
                <a:cubicBezTo>
                  <a:pt x="60722" y="8915"/>
                  <a:pt x="59407" y="8401"/>
                  <a:pt x="57521" y="7915"/>
                </a:cubicBezTo>
                <a:cubicBezTo>
                  <a:pt x="55636" y="7401"/>
                  <a:pt x="53521" y="7144"/>
                  <a:pt x="51121" y="7144"/>
                </a:cubicBezTo>
                <a:cubicBezTo>
                  <a:pt x="47377" y="7144"/>
                  <a:pt x="43805" y="8030"/>
                  <a:pt x="40405" y="9801"/>
                </a:cubicBezTo>
                <a:cubicBezTo>
                  <a:pt x="37776" y="10916"/>
                  <a:pt x="35090" y="12859"/>
                  <a:pt x="32347" y="15631"/>
                </a:cubicBezTo>
                <a:cubicBezTo>
                  <a:pt x="26832" y="21146"/>
                  <a:pt x="22803" y="28889"/>
                  <a:pt x="20317" y="38919"/>
                </a:cubicBezTo>
                <a:cubicBezTo>
                  <a:pt x="17802" y="48949"/>
                  <a:pt x="16488" y="56207"/>
                  <a:pt x="16373" y="60722"/>
                </a:cubicBezTo>
                <a:cubicBezTo>
                  <a:pt x="16373" y="66494"/>
                  <a:pt x="18002" y="70809"/>
                  <a:pt x="21231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918" y="78210"/>
                </a:lnTo>
                <a:cubicBezTo>
                  <a:pt x="46949" y="78210"/>
                  <a:pt x="58522" y="72895"/>
                  <a:pt x="67666" y="62236"/>
                </a:cubicBezTo>
                <a:cubicBezTo>
                  <a:pt x="68809" y="60979"/>
                  <a:pt x="69552" y="60350"/>
                  <a:pt x="69923" y="60350"/>
                </a:cubicBezTo>
                <a:cubicBezTo>
                  <a:pt x="70437" y="60350"/>
                  <a:pt x="71237" y="60922"/>
                  <a:pt x="72380" y="62036"/>
                </a:cubicBezTo>
                <a:cubicBezTo>
                  <a:pt x="73495" y="63179"/>
                  <a:pt x="74124" y="64037"/>
                  <a:pt x="74266" y="64665"/>
                </a:cubicBezTo>
                <a:cubicBezTo>
                  <a:pt x="74381" y="65294"/>
                  <a:pt x="73809" y="66237"/>
                  <a:pt x="72552" y="67494"/>
                </a:cubicBezTo>
                <a:cubicBezTo>
                  <a:pt x="71323" y="68751"/>
                  <a:pt x="69494" y="70495"/>
                  <a:pt x="67123" y="72752"/>
                </a:cubicBezTo>
                <a:cubicBezTo>
                  <a:pt x="64722" y="75009"/>
                  <a:pt x="61922" y="76895"/>
                  <a:pt x="58664" y="78410"/>
                </a:cubicBezTo>
                <a:cubicBezTo>
                  <a:pt x="55407" y="79896"/>
                  <a:pt x="51378" y="81467"/>
                  <a:pt x="46634" y="83096"/>
                </a:cubicBezTo>
                <a:cubicBezTo>
                  <a:pt x="41862" y="84725"/>
                  <a:pt x="36833" y="85411"/>
                  <a:pt x="31575" y="85182"/>
                </a:cubicBezTo>
                <a:cubicBezTo>
                  <a:pt x="22203" y="85182"/>
                  <a:pt x="14602" y="82153"/>
                  <a:pt x="8830" y="76152"/>
                </a:cubicBezTo>
                <a:cubicBezTo>
                  <a:pt x="3058" y="70123"/>
                  <a:pt x="143" y="62494"/>
                  <a:pt x="0" y="5320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4C76D-5C65-4BC8-AF7A-D77623F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867" y="2257311"/>
            <a:ext cx="74381" cy="85411"/>
          </a:xfrm>
          <a:custGeom xmlns:a="http://schemas.openxmlformats.org/drawingml/2006/main">
            <a:pathLst>
              <a:path w="74381" h="85411" fill="none">
                <a:moveTo>
                  <a:pt x="0" y="53207"/>
                </a:moveTo>
                <a:cubicBezTo>
                  <a:pt x="0" y="39548"/>
                  <a:pt x="5401" y="27261"/>
                  <a:pt x="16173" y="16373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514"/>
                  <a:pt x="67666" y="4515"/>
                </a:cubicBezTo>
                <a:cubicBezTo>
                  <a:pt x="71695" y="7544"/>
                  <a:pt x="73752" y="11487"/>
                  <a:pt x="73895" y="16373"/>
                </a:cubicBezTo>
                <a:cubicBezTo>
                  <a:pt x="73895" y="20003"/>
                  <a:pt x="72695" y="23089"/>
                  <a:pt x="70323" y="25575"/>
                </a:cubicBezTo>
                <a:cubicBezTo>
                  <a:pt x="67923" y="28089"/>
                  <a:pt x="64922" y="29404"/>
                  <a:pt x="61293" y="29518"/>
                </a:cubicBezTo>
                <a:cubicBezTo>
                  <a:pt x="58893" y="29518"/>
                  <a:pt x="57036" y="28889"/>
                  <a:pt x="55636" y="27661"/>
                </a:cubicBezTo>
                <a:cubicBezTo>
                  <a:pt x="54264" y="26403"/>
                  <a:pt x="53578" y="24517"/>
                  <a:pt x="53578" y="22003"/>
                </a:cubicBezTo>
                <a:cubicBezTo>
                  <a:pt x="53578" y="19517"/>
                  <a:pt x="54264" y="17374"/>
                  <a:pt x="55636" y="15631"/>
                </a:cubicBezTo>
                <a:cubicBezTo>
                  <a:pt x="57036" y="13859"/>
                  <a:pt x="58407" y="12544"/>
                  <a:pt x="59779" y="11659"/>
                </a:cubicBezTo>
                <a:cubicBezTo>
                  <a:pt x="61151" y="10773"/>
                  <a:pt x="62036" y="10430"/>
                  <a:pt x="62408" y="10544"/>
                </a:cubicBezTo>
                <a:lnTo>
                  <a:pt x="62608" y="10544"/>
                </a:lnTo>
                <a:cubicBezTo>
                  <a:pt x="62608" y="10287"/>
                  <a:pt x="62236" y="9916"/>
                  <a:pt x="61465" y="9401"/>
                </a:cubicBezTo>
                <a:cubicBezTo>
                  <a:pt x="60722" y="8915"/>
                  <a:pt x="59407" y="8401"/>
                  <a:pt x="57521" y="7915"/>
                </a:cubicBezTo>
                <a:cubicBezTo>
                  <a:pt x="55636" y="7401"/>
                  <a:pt x="53521" y="7144"/>
                  <a:pt x="51121" y="7144"/>
                </a:cubicBezTo>
                <a:cubicBezTo>
                  <a:pt x="47377" y="7144"/>
                  <a:pt x="43805" y="8030"/>
                  <a:pt x="40405" y="9801"/>
                </a:cubicBezTo>
                <a:cubicBezTo>
                  <a:pt x="37776" y="10916"/>
                  <a:pt x="35090" y="12859"/>
                  <a:pt x="32347" y="15631"/>
                </a:cubicBezTo>
                <a:cubicBezTo>
                  <a:pt x="26832" y="21146"/>
                  <a:pt x="22803" y="28889"/>
                  <a:pt x="20317" y="38919"/>
                </a:cubicBezTo>
                <a:cubicBezTo>
                  <a:pt x="17802" y="48949"/>
                  <a:pt x="16488" y="56207"/>
                  <a:pt x="16373" y="60722"/>
                </a:cubicBezTo>
                <a:cubicBezTo>
                  <a:pt x="16373" y="66494"/>
                  <a:pt x="18002" y="70809"/>
                  <a:pt x="21231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918" y="78210"/>
                </a:lnTo>
                <a:cubicBezTo>
                  <a:pt x="46949" y="78210"/>
                  <a:pt x="58522" y="72895"/>
                  <a:pt x="67666" y="62236"/>
                </a:cubicBezTo>
                <a:cubicBezTo>
                  <a:pt x="68809" y="60979"/>
                  <a:pt x="69552" y="60350"/>
                  <a:pt x="69923" y="60350"/>
                </a:cubicBezTo>
                <a:cubicBezTo>
                  <a:pt x="70437" y="60350"/>
                  <a:pt x="71237" y="60922"/>
                  <a:pt x="72380" y="62036"/>
                </a:cubicBezTo>
                <a:cubicBezTo>
                  <a:pt x="73495" y="63179"/>
                  <a:pt x="74124" y="64037"/>
                  <a:pt x="74266" y="64665"/>
                </a:cubicBezTo>
                <a:cubicBezTo>
                  <a:pt x="74381" y="65294"/>
                  <a:pt x="73809" y="66237"/>
                  <a:pt x="72552" y="67494"/>
                </a:cubicBezTo>
                <a:cubicBezTo>
                  <a:pt x="71323" y="68751"/>
                  <a:pt x="69494" y="70495"/>
                  <a:pt x="67123" y="72752"/>
                </a:cubicBezTo>
                <a:cubicBezTo>
                  <a:pt x="64722" y="75009"/>
                  <a:pt x="61922" y="76895"/>
                  <a:pt x="58664" y="78410"/>
                </a:cubicBezTo>
                <a:cubicBezTo>
                  <a:pt x="55407" y="79896"/>
                  <a:pt x="51378" y="81467"/>
                  <a:pt x="46634" y="83096"/>
                </a:cubicBezTo>
                <a:cubicBezTo>
                  <a:pt x="41862" y="84725"/>
                  <a:pt x="36833" y="85411"/>
                  <a:pt x="31575" y="85182"/>
                </a:cubicBezTo>
                <a:cubicBezTo>
                  <a:pt x="22203" y="85182"/>
                  <a:pt x="14602" y="82153"/>
                  <a:pt x="8830" y="76152"/>
                </a:cubicBezTo>
                <a:cubicBezTo>
                  <a:pt x="3058" y="70123"/>
                  <a:pt x="143" y="62494"/>
                  <a:pt x="0" y="532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860DA-F861-4762-A018-4FE75C71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249" y="2280085"/>
            <a:ext cx="55978" cy="91440"/>
          </a:xfrm>
          <a:custGeom xmlns:a="http://schemas.openxmlformats.org/drawingml/2006/main">
            <a:pathLst>
              <a:path w="55978" h="91440">
                <a:moveTo>
                  <a:pt x="7601" y="10773"/>
                </a:moveTo>
                <a:cubicBezTo>
                  <a:pt x="12544" y="3600"/>
                  <a:pt x="19317" y="0"/>
                  <a:pt x="27918" y="0"/>
                </a:cubicBezTo>
                <a:cubicBezTo>
                  <a:pt x="32175" y="0"/>
                  <a:pt x="36433" y="1172"/>
                  <a:pt x="40691" y="3458"/>
                </a:cubicBezTo>
                <a:cubicBezTo>
                  <a:pt x="44920" y="5772"/>
                  <a:pt x="48377" y="9830"/>
                  <a:pt x="51035" y="15688"/>
                </a:cubicBezTo>
                <a:cubicBezTo>
                  <a:pt x="54321" y="23060"/>
                  <a:pt x="55978" y="33147"/>
                  <a:pt x="55978" y="46006"/>
                </a:cubicBezTo>
                <a:cubicBezTo>
                  <a:pt x="55978" y="59722"/>
                  <a:pt x="54064" y="70237"/>
                  <a:pt x="50263" y="77495"/>
                </a:cubicBezTo>
                <a:cubicBezTo>
                  <a:pt x="48492" y="81210"/>
                  <a:pt x="46034" y="84182"/>
                  <a:pt x="42948" y="86382"/>
                </a:cubicBezTo>
                <a:cubicBezTo>
                  <a:pt x="39834" y="88611"/>
                  <a:pt x="37148" y="89983"/>
                  <a:pt x="34833" y="90526"/>
                </a:cubicBezTo>
                <a:cubicBezTo>
                  <a:pt x="32518" y="91040"/>
                  <a:pt x="30261" y="91354"/>
                  <a:pt x="28061" y="91440"/>
                </a:cubicBezTo>
                <a:cubicBezTo>
                  <a:pt x="25746" y="91440"/>
                  <a:pt x="23460" y="91183"/>
                  <a:pt x="21146" y="90640"/>
                </a:cubicBezTo>
                <a:cubicBezTo>
                  <a:pt x="18831" y="90126"/>
                  <a:pt x="16145" y="88697"/>
                  <a:pt x="13030" y="86382"/>
                </a:cubicBezTo>
                <a:cubicBezTo>
                  <a:pt x="9944" y="84096"/>
                  <a:pt x="7515" y="81124"/>
                  <a:pt x="5715" y="77495"/>
                </a:cubicBezTo>
                <a:cubicBezTo>
                  <a:pt x="1915" y="70237"/>
                  <a:pt x="0" y="59722"/>
                  <a:pt x="0" y="46006"/>
                </a:cubicBezTo>
                <a:cubicBezTo>
                  <a:pt x="0" y="30575"/>
                  <a:pt x="2543" y="18831"/>
                  <a:pt x="7601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43"/>
                  <a:pt x="28061" y="4943"/>
                </a:cubicBezTo>
                <a:cubicBezTo>
                  <a:pt x="24346" y="4943"/>
                  <a:pt x="21146" y="6344"/>
                  <a:pt x="18488" y="9173"/>
                </a:cubicBezTo>
                <a:cubicBezTo>
                  <a:pt x="16288" y="11487"/>
                  <a:pt x="14802" y="14688"/>
                  <a:pt x="14087" y="18745"/>
                </a:cubicBezTo>
                <a:cubicBezTo>
                  <a:pt x="13402" y="22831"/>
                  <a:pt x="13030" y="31318"/>
                  <a:pt x="13030" y="44263"/>
                </a:cubicBezTo>
                <a:cubicBezTo>
                  <a:pt x="13030" y="58264"/>
                  <a:pt x="13402" y="67494"/>
                  <a:pt x="14087" y="71895"/>
                </a:cubicBezTo>
                <a:cubicBezTo>
                  <a:pt x="14802" y="76324"/>
                  <a:pt x="16402" y="79839"/>
                  <a:pt x="18888" y="82410"/>
                </a:cubicBezTo>
                <a:cubicBezTo>
                  <a:pt x="21374" y="85068"/>
                  <a:pt x="24432" y="86382"/>
                  <a:pt x="28061" y="86382"/>
                </a:cubicBezTo>
                <a:cubicBezTo>
                  <a:pt x="31604" y="86382"/>
                  <a:pt x="34604" y="85068"/>
                  <a:pt x="37090" y="82410"/>
                </a:cubicBezTo>
                <a:cubicBezTo>
                  <a:pt x="39662" y="79753"/>
                  <a:pt x="41262" y="76038"/>
                  <a:pt x="41891" y="71237"/>
                </a:cubicBezTo>
                <a:cubicBezTo>
                  <a:pt x="42491" y="66465"/>
                  <a:pt x="42862" y="57464"/>
                  <a:pt x="42948" y="44263"/>
                </a:cubicBezTo>
                <a:cubicBezTo>
                  <a:pt x="42948" y="31433"/>
                  <a:pt x="42577" y="22946"/>
                  <a:pt x="41891" y="18888"/>
                </a:cubicBezTo>
                <a:cubicBezTo>
                  <a:pt x="41177" y="14802"/>
                  <a:pt x="39719" y="11573"/>
                  <a:pt x="37490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C035B-1A3C-48E9-A69E-03986AE2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249" y="2280085"/>
            <a:ext cx="55978" cy="91440"/>
          </a:xfrm>
          <a:custGeom xmlns:a="http://schemas.openxmlformats.org/drawingml/2006/main">
            <a:pathLst>
              <a:path w="55978" h="91440" fill="none">
                <a:moveTo>
                  <a:pt x="7601" y="10773"/>
                </a:moveTo>
                <a:cubicBezTo>
                  <a:pt x="12544" y="3600"/>
                  <a:pt x="19317" y="0"/>
                  <a:pt x="27918" y="0"/>
                </a:cubicBezTo>
                <a:cubicBezTo>
                  <a:pt x="32175" y="0"/>
                  <a:pt x="36433" y="1172"/>
                  <a:pt x="40691" y="3458"/>
                </a:cubicBezTo>
                <a:cubicBezTo>
                  <a:pt x="44920" y="5772"/>
                  <a:pt x="48377" y="9830"/>
                  <a:pt x="51035" y="15688"/>
                </a:cubicBezTo>
                <a:cubicBezTo>
                  <a:pt x="54321" y="23060"/>
                  <a:pt x="55978" y="33147"/>
                  <a:pt x="55978" y="46006"/>
                </a:cubicBezTo>
                <a:cubicBezTo>
                  <a:pt x="55978" y="59722"/>
                  <a:pt x="54064" y="70237"/>
                  <a:pt x="50263" y="77495"/>
                </a:cubicBezTo>
                <a:cubicBezTo>
                  <a:pt x="48492" y="81210"/>
                  <a:pt x="46034" y="84182"/>
                  <a:pt x="42948" y="86382"/>
                </a:cubicBezTo>
                <a:cubicBezTo>
                  <a:pt x="39834" y="88611"/>
                  <a:pt x="37148" y="89983"/>
                  <a:pt x="34833" y="90526"/>
                </a:cubicBezTo>
                <a:cubicBezTo>
                  <a:pt x="32518" y="91040"/>
                  <a:pt x="30261" y="91354"/>
                  <a:pt x="28061" y="91440"/>
                </a:cubicBezTo>
                <a:cubicBezTo>
                  <a:pt x="25746" y="91440"/>
                  <a:pt x="23460" y="91183"/>
                  <a:pt x="21146" y="90640"/>
                </a:cubicBezTo>
                <a:cubicBezTo>
                  <a:pt x="18831" y="90126"/>
                  <a:pt x="16145" y="88697"/>
                  <a:pt x="13030" y="86382"/>
                </a:cubicBezTo>
                <a:cubicBezTo>
                  <a:pt x="9944" y="84096"/>
                  <a:pt x="7515" y="81124"/>
                  <a:pt x="5715" y="77495"/>
                </a:cubicBezTo>
                <a:cubicBezTo>
                  <a:pt x="1915" y="70237"/>
                  <a:pt x="0" y="59722"/>
                  <a:pt x="0" y="46006"/>
                </a:cubicBezTo>
                <a:cubicBezTo>
                  <a:pt x="0" y="30575"/>
                  <a:pt x="2543" y="18831"/>
                  <a:pt x="7601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43"/>
                  <a:pt x="28061" y="4943"/>
                </a:cubicBezTo>
                <a:cubicBezTo>
                  <a:pt x="24346" y="4943"/>
                  <a:pt x="21146" y="6344"/>
                  <a:pt x="18488" y="9173"/>
                </a:cubicBezTo>
                <a:cubicBezTo>
                  <a:pt x="16288" y="11487"/>
                  <a:pt x="14802" y="14688"/>
                  <a:pt x="14087" y="18745"/>
                </a:cubicBezTo>
                <a:cubicBezTo>
                  <a:pt x="13402" y="22831"/>
                  <a:pt x="13030" y="31318"/>
                  <a:pt x="13030" y="44263"/>
                </a:cubicBezTo>
                <a:cubicBezTo>
                  <a:pt x="13030" y="58264"/>
                  <a:pt x="13402" y="67494"/>
                  <a:pt x="14087" y="71895"/>
                </a:cubicBezTo>
                <a:cubicBezTo>
                  <a:pt x="14802" y="76324"/>
                  <a:pt x="16402" y="79839"/>
                  <a:pt x="18888" y="82410"/>
                </a:cubicBezTo>
                <a:cubicBezTo>
                  <a:pt x="21374" y="85068"/>
                  <a:pt x="24432" y="86382"/>
                  <a:pt x="28061" y="86382"/>
                </a:cubicBezTo>
                <a:cubicBezTo>
                  <a:pt x="31604" y="86382"/>
                  <a:pt x="34604" y="85068"/>
                  <a:pt x="37090" y="82410"/>
                </a:cubicBezTo>
                <a:cubicBezTo>
                  <a:pt x="39662" y="79753"/>
                  <a:pt x="41262" y="76038"/>
                  <a:pt x="41891" y="71237"/>
                </a:cubicBezTo>
                <a:cubicBezTo>
                  <a:pt x="42491" y="66465"/>
                  <a:pt x="42862" y="57464"/>
                  <a:pt x="42948" y="44263"/>
                </a:cubicBezTo>
                <a:cubicBezTo>
                  <a:pt x="42948" y="31433"/>
                  <a:pt x="42577" y="22946"/>
                  <a:pt x="41891" y="18888"/>
                </a:cubicBezTo>
                <a:cubicBezTo>
                  <a:pt x="41177" y="14802"/>
                  <a:pt x="39719" y="11573"/>
                  <a:pt x="37490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F67A9-E000-41EB-8A20-4FE7D360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065" y="2227993"/>
            <a:ext cx="104527" cy="116557"/>
          </a:xfrm>
          <a:custGeom xmlns:a="http://schemas.openxmlformats.org/drawingml/2006/main">
            <a:pathLst>
              <a:path w="104527" h="116557">
                <a:moveTo>
                  <a:pt x="49435" y="1314"/>
                </a:moveTo>
                <a:cubicBezTo>
                  <a:pt x="50321" y="457"/>
                  <a:pt x="51235" y="0"/>
                  <a:pt x="52264" y="0"/>
                </a:cubicBezTo>
                <a:cubicBezTo>
                  <a:pt x="53635" y="0"/>
                  <a:pt x="54578" y="457"/>
                  <a:pt x="55064" y="1314"/>
                </a:cubicBezTo>
                <a:cubicBezTo>
                  <a:pt x="55207" y="1457"/>
                  <a:pt x="59322" y="10601"/>
                  <a:pt x="67466" y="28775"/>
                </a:cubicBezTo>
                <a:cubicBezTo>
                  <a:pt x="75638" y="46920"/>
                  <a:pt x="83839" y="65351"/>
                  <a:pt x="92097" y="84039"/>
                </a:cubicBezTo>
                <a:cubicBezTo>
                  <a:pt x="100384" y="102699"/>
                  <a:pt x="104527" y="112414"/>
                  <a:pt x="104527" y="113157"/>
                </a:cubicBezTo>
                <a:cubicBezTo>
                  <a:pt x="104270" y="115414"/>
                  <a:pt x="103013" y="116557"/>
                  <a:pt x="100755" y="116557"/>
                </a:cubicBezTo>
                <a:cubicBezTo>
                  <a:pt x="100384" y="116557"/>
                  <a:pt x="100070" y="116500"/>
                  <a:pt x="99812" y="116357"/>
                </a:cubicBezTo>
                <a:cubicBezTo>
                  <a:pt x="99555" y="116243"/>
                  <a:pt x="99241" y="116186"/>
                  <a:pt x="98869" y="116186"/>
                </a:cubicBezTo>
                <a:cubicBezTo>
                  <a:pt x="98498" y="116186"/>
                  <a:pt x="98241" y="115986"/>
                  <a:pt x="98127" y="115614"/>
                </a:cubicBezTo>
                <a:cubicBezTo>
                  <a:pt x="97984" y="115243"/>
                  <a:pt x="97869" y="114986"/>
                  <a:pt x="97727" y="114871"/>
                </a:cubicBezTo>
                <a:cubicBezTo>
                  <a:pt x="97612" y="114729"/>
                  <a:pt x="97412" y="114500"/>
                  <a:pt x="97184" y="114100"/>
                </a:cubicBezTo>
                <a:cubicBezTo>
                  <a:pt x="96926" y="113729"/>
                  <a:pt x="96812" y="113414"/>
                  <a:pt x="96812" y="113157"/>
                </a:cubicBezTo>
                <a:lnTo>
                  <a:pt x="52264" y="13173"/>
                </a:lnTo>
                <a:lnTo>
                  <a:pt x="7715" y="113157"/>
                </a:lnTo>
                <a:cubicBezTo>
                  <a:pt x="6572" y="115186"/>
                  <a:pt x="5572" y="116243"/>
                  <a:pt x="4686" y="116357"/>
                </a:cubicBezTo>
                <a:cubicBezTo>
                  <a:pt x="4458" y="116500"/>
                  <a:pt x="4143" y="116557"/>
                  <a:pt x="3743" y="116557"/>
                </a:cubicBezTo>
                <a:cubicBezTo>
                  <a:pt x="1486" y="116557"/>
                  <a:pt x="229" y="115414"/>
                  <a:pt x="0" y="113157"/>
                </a:cubicBezTo>
                <a:cubicBezTo>
                  <a:pt x="0" y="112414"/>
                  <a:pt x="4058" y="102756"/>
                  <a:pt x="12202" y="84239"/>
                </a:cubicBezTo>
                <a:cubicBezTo>
                  <a:pt x="20345" y="65665"/>
                  <a:pt x="28575" y="47234"/>
                  <a:pt x="36833" y="28946"/>
                </a:cubicBezTo>
                <a:cubicBezTo>
                  <a:pt x="45120" y="10658"/>
                  <a:pt x="49320" y="1457"/>
                  <a:pt x="49435" y="1314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DEDC2-F52A-48F8-AF06-8DB2F306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065" y="2227993"/>
            <a:ext cx="104527" cy="116557"/>
          </a:xfrm>
          <a:custGeom xmlns:a="http://schemas.openxmlformats.org/drawingml/2006/main">
            <a:pathLst>
              <a:path w="104527" h="116557" fill="none">
                <a:moveTo>
                  <a:pt x="49435" y="1314"/>
                </a:moveTo>
                <a:cubicBezTo>
                  <a:pt x="50321" y="457"/>
                  <a:pt x="51235" y="0"/>
                  <a:pt x="52264" y="0"/>
                </a:cubicBezTo>
                <a:cubicBezTo>
                  <a:pt x="53635" y="0"/>
                  <a:pt x="54578" y="457"/>
                  <a:pt x="55064" y="1314"/>
                </a:cubicBezTo>
                <a:cubicBezTo>
                  <a:pt x="55207" y="1457"/>
                  <a:pt x="59322" y="10601"/>
                  <a:pt x="67466" y="28775"/>
                </a:cubicBezTo>
                <a:cubicBezTo>
                  <a:pt x="75638" y="46920"/>
                  <a:pt x="83839" y="65351"/>
                  <a:pt x="92097" y="84039"/>
                </a:cubicBezTo>
                <a:cubicBezTo>
                  <a:pt x="100384" y="102699"/>
                  <a:pt x="104527" y="112414"/>
                  <a:pt x="104527" y="113157"/>
                </a:cubicBezTo>
                <a:cubicBezTo>
                  <a:pt x="104270" y="115414"/>
                  <a:pt x="103013" y="116557"/>
                  <a:pt x="100755" y="116557"/>
                </a:cubicBezTo>
                <a:cubicBezTo>
                  <a:pt x="100384" y="116557"/>
                  <a:pt x="100070" y="116500"/>
                  <a:pt x="99812" y="116357"/>
                </a:cubicBezTo>
                <a:cubicBezTo>
                  <a:pt x="99555" y="116243"/>
                  <a:pt x="99241" y="116186"/>
                  <a:pt x="98869" y="116186"/>
                </a:cubicBezTo>
                <a:cubicBezTo>
                  <a:pt x="98498" y="116186"/>
                  <a:pt x="98241" y="115986"/>
                  <a:pt x="98127" y="115614"/>
                </a:cubicBezTo>
                <a:cubicBezTo>
                  <a:pt x="97984" y="115243"/>
                  <a:pt x="97869" y="114986"/>
                  <a:pt x="97727" y="114871"/>
                </a:cubicBezTo>
                <a:cubicBezTo>
                  <a:pt x="97612" y="114729"/>
                  <a:pt x="97412" y="114500"/>
                  <a:pt x="97184" y="114100"/>
                </a:cubicBezTo>
                <a:cubicBezTo>
                  <a:pt x="96926" y="113729"/>
                  <a:pt x="96812" y="113414"/>
                  <a:pt x="96812" y="113157"/>
                </a:cubicBezTo>
                <a:lnTo>
                  <a:pt x="52264" y="13173"/>
                </a:lnTo>
                <a:lnTo>
                  <a:pt x="7715" y="113157"/>
                </a:lnTo>
                <a:cubicBezTo>
                  <a:pt x="6572" y="115186"/>
                  <a:pt x="5572" y="116243"/>
                  <a:pt x="4686" y="116357"/>
                </a:cubicBezTo>
                <a:cubicBezTo>
                  <a:pt x="4458" y="116500"/>
                  <a:pt x="4143" y="116557"/>
                  <a:pt x="3743" y="116557"/>
                </a:cubicBezTo>
                <a:cubicBezTo>
                  <a:pt x="1486" y="116557"/>
                  <a:pt x="229" y="115414"/>
                  <a:pt x="0" y="113157"/>
                </a:cubicBezTo>
                <a:cubicBezTo>
                  <a:pt x="0" y="112414"/>
                  <a:pt x="4058" y="102756"/>
                  <a:pt x="12202" y="84239"/>
                </a:cubicBezTo>
                <a:cubicBezTo>
                  <a:pt x="20345" y="65665"/>
                  <a:pt x="28575" y="47234"/>
                  <a:pt x="36833" y="28946"/>
                </a:cubicBezTo>
                <a:cubicBezTo>
                  <a:pt x="45120" y="10658"/>
                  <a:pt x="49320" y="1457"/>
                  <a:pt x="49435" y="13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E4B44-1BAC-4C3A-81C4-252AB14B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00" y="2273484"/>
            <a:ext cx="104327" cy="50206"/>
          </a:xfrm>
          <a:custGeom xmlns:a="http://schemas.openxmlformats.org/drawingml/2006/main">
            <a:pathLst>
              <a:path w="104327" h="50206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86" y="886"/>
                  <a:pt x="2629" y="0"/>
                </a:cubicBezTo>
                <a:lnTo>
                  <a:pt x="101498" y="0"/>
                </a:lnTo>
                <a:cubicBezTo>
                  <a:pt x="102384" y="371"/>
                  <a:pt x="103327" y="1200"/>
                  <a:pt x="104327" y="2457"/>
                </a:cubicBezTo>
                <a:lnTo>
                  <a:pt x="104327" y="47749"/>
                </a:lnTo>
                <a:cubicBezTo>
                  <a:pt x="102699" y="49378"/>
                  <a:pt x="101441" y="50206"/>
                  <a:pt x="100584" y="50206"/>
                </a:cubicBezTo>
                <a:cubicBezTo>
                  <a:pt x="100070" y="50206"/>
                  <a:pt x="99641" y="50121"/>
                  <a:pt x="99241" y="50006"/>
                </a:cubicBezTo>
                <a:cubicBezTo>
                  <a:pt x="98870" y="49892"/>
                  <a:pt x="98555" y="49635"/>
                  <a:pt x="98327" y="49263"/>
                </a:cubicBezTo>
                <a:cubicBezTo>
                  <a:pt x="98069" y="48892"/>
                  <a:pt x="97812" y="48635"/>
                  <a:pt x="97555" y="48492"/>
                </a:cubicBezTo>
                <a:cubicBezTo>
                  <a:pt x="97298" y="48377"/>
                  <a:pt x="97126" y="48120"/>
                  <a:pt x="97012" y="47749"/>
                </a:cubicBezTo>
                <a:lnTo>
                  <a:pt x="96812" y="27632"/>
                </a:lnTo>
                <a:lnTo>
                  <a:pt x="96812" y="7515"/>
                </a:lnTo>
                <a:lnTo>
                  <a:pt x="2629" y="7515"/>
                </a:lnTo>
                <a:cubicBezTo>
                  <a:pt x="886" y="6658"/>
                  <a:pt x="0" y="5401"/>
                  <a:pt x="0" y="3772"/>
                </a:cubicBezTo>
                <a:lnTo>
                  <a:pt x="0" y="620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C219D-0C4D-4DBB-B982-3D710DC5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00" y="2273484"/>
            <a:ext cx="104327" cy="50206"/>
          </a:xfrm>
          <a:custGeom xmlns:a="http://schemas.openxmlformats.org/drawingml/2006/main">
            <a:pathLst>
              <a:path w="104327" h="50206" fill="none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86" y="886"/>
                  <a:pt x="2629" y="0"/>
                </a:cubicBezTo>
                <a:lnTo>
                  <a:pt x="101498" y="0"/>
                </a:lnTo>
                <a:cubicBezTo>
                  <a:pt x="102384" y="371"/>
                  <a:pt x="103327" y="1200"/>
                  <a:pt x="104327" y="2457"/>
                </a:cubicBezTo>
                <a:lnTo>
                  <a:pt x="104327" y="47749"/>
                </a:lnTo>
                <a:cubicBezTo>
                  <a:pt x="102699" y="49378"/>
                  <a:pt x="101441" y="50206"/>
                  <a:pt x="100584" y="50206"/>
                </a:cubicBezTo>
                <a:cubicBezTo>
                  <a:pt x="100070" y="50206"/>
                  <a:pt x="99641" y="50121"/>
                  <a:pt x="99241" y="50006"/>
                </a:cubicBezTo>
                <a:cubicBezTo>
                  <a:pt x="98870" y="49892"/>
                  <a:pt x="98555" y="49635"/>
                  <a:pt x="98327" y="49263"/>
                </a:cubicBezTo>
                <a:cubicBezTo>
                  <a:pt x="98069" y="48892"/>
                  <a:pt x="97812" y="48635"/>
                  <a:pt x="97555" y="48492"/>
                </a:cubicBezTo>
                <a:cubicBezTo>
                  <a:pt x="97298" y="48377"/>
                  <a:pt x="97126" y="48120"/>
                  <a:pt x="97012" y="47749"/>
                </a:cubicBezTo>
                <a:lnTo>
                  <a:pt x="96812" y="27632"/>
                </a:lnTo>
                <a:lnTo>
                  <a:pt x="96812" y="7515"/>
                </a:lnTo>
                <a:lnTo>
                  <a:pt x="2629" y="7515"/>
                </a:lnTo>
                <a:cubicBezTo>
                  <a:pt x="886" y="6658"/>
                  <a:pt x="0" y="5401"/>
                  <a:pt x="0" y="3772"/>
                </a:cubicBezTo>
                <a:lnTo>
                  <a:pt x="0" y="6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743B0-21C4-4E5D-BC07-FF7CCDC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644" y="2257311"/>
            <a:ext cx="74381" cy="85411"/>
          </a:xfrm>
          <a:custGeom xmlns:a="http://schemas.openxmlformats.org/drawingml/2006/main">
            <a:pathLst>
              <a:path w="74381" h="85411">
                <a:moveTo>
                  <a:pt x="0" y="53207"/>
                </a:moveTo>
                <a:cubicBezTo>
                  <a:pt x="0" y="39548"/>
                  <a:pt x="5401" y="27261"/>
                  <a:pt x="16173" y="16373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514"/>
                  <a:pt x="67666" y="4515"/>
                </a:cubicBezTo>
                <a:cubicBezTo>
                  <a:pt x="71695" y="7544"/>
                  <a:pt x="73752" y="11487"/>
                  <a:pt x="73866" y="16373"/>
                </a:cubicBezTo>
                <a:cubicBezTo>
                  <a:pt x="73866" y="20003"/>
                  <a:pt x="72695" y="23089"/>
                  <a:pt x="70294" y="25575"/>
                </a:cubicBezTo>
                <a:cubicBezTo>
                  <a:pt x="67923" y="28089"/>
                  <a:pt x="64922" y="29404"/>
                  <a:pt x="61293" y="29518"/>
                </a:cubicBezTo>
                <a:cubicBezTo>
                  <a:pt x="58893" y="29518"/>
                  <a:pt x="57036" y="28889"/>
                  <a:pt x="55636" y="27661"/>
                </a:cubicBezTo>
                <a:cubicBezTo>
                  <a:pt x="54264" y="26403"/>
                  <a:pt x="53578" y="24517"/>
                  <a:pt x="53578" y="22003"/>
                </a:cubicBezTo>
                <a:cubicBezTo>
                  <a:pt x="53578" y="19517"/>
                  <a:pt x="54264" y="17374"/>
                  <a:pt x="55636" y="15631"/>
                </a:cubicBezTo>
                <a:cubicBezTo>
                  <a:pt x="57036" y="13859"/>
                  <a:pt x="58407" y="12544"/>
                  <a:pt x="59779" y="11659"/>
                </a:cubicBezTo>
                <a:cubicBezTo>
                  <a:pt x="61150" y="10773"/>
                  <a:pt x="62036" y="10430"/>
                  <a:pt x="62408" y="10544"/>
                </a:cubicBezTo>
                <a:lnTo>
                  <a:pt x="62608" y="10544"/>
                </a:lnTo>
                <a:cubicBezTo>
                  <a:pt x="62608" y="10287"/>
                  <a:pt x="62236" y="9916"/>
                  <a:pt x="61465" y="9401"/>
                </a:cubicBezTo>
                <a:cubicBezTo>
                  <a:pt x="60722" y="8915"/>
                  <a:pt x="59407" y="8401"/>
                  <a:pt x="57521" y="7915"/>
                </a:cubicBezTo>
                <a:cubicBezTo>
                  <a:pt x="55636" y="7401"/>
                  <a:pt x="53521" y="7144"/>
                  <a:pt x="51121" y="7144"/>
                </a:cubicBezTo>
                <a:cubicBezTo>
                  <a:pt x="47377" y="7144"/>
                  <a:pt x="43805" y="8030"/>
                  <a:pt x="40405" y="9801"/>
                </a:cubicBezTo>
                <a:cubicBezTo>
                  <a:pt x="37776" y="10916"/>
                  <a:pt x="35090" y="12859"/>
                  <a:pt x="32347" y="15631"/>
                </a:cubicBezTo>
                <a:cubicBezTo>
                  <a:pt x="26832" y="21146"/>
                  <a:pt x="22803" y="28889"/>
                  <a:pt x="20288" y="38919"/>
                </a:cubicBezTo>
                <a:cubicBezTo>
                  <a:pt x="17802" y="48949"/>
                  <a:pt x="16488" y="56207"/>
                  <a:pt x="16373" y="60722"/>
                </a:cubicBezTo>
                <a:cubicBezTo>
                  <a:pt x="16373" y="66494"/>
                  <a:pt x="18002" y="70809"/>
                  <a:pt x="21231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918" y="78210"/>
                </a:lnTo>
                <a:cubicBezTo>
                  <a:pt x="46949" y="78210"/>
                  <a:pt x="58522" y="72895"/>
                  <a:pt x="67666" y="62236"/>
                </a:cubicBezTo>
                <a:cubicBezTo>
                  <a:pt x="68809" y="60979"/>
                  <a:pt x="69552" y="60350"/>
                  <a:pt x="69923" y="60350"/>
                </a:cubicBezTo>
                <a:cubicBezTo>
                  <a:pt x="70437" y="60350"/>
                  <a:pt x="71237" y="60922"/>
                  <a:pt x="72380" y="62036"/>
                </a:cubicBezTo>
                <a:cubicBezTo>
                  <a:pt x="73495" y="63179"/>
                  <a:pt x="74124" y="64037"/>
                  <a:pt x="74266" y="64665"/>
                </a:cubicBezTo>
                <a:cubicBezTo>
                  <a:pt x="74381" y="65294"/>
                  <a:pt x="73809" y="66237"/>
                  <a:pt x="72552" y="67494"/>
                </a:cubicBezTo>
                <a:cubicBezTo>
                  <a:pt x="71323" y="68751"/>
                  <a:pt x="69494" y="70495"/>
                  <a:pt x="67123" y="72752"/>
                </a:cubicBezTo>
                <a:cubicBezTo>
                  <a:pt x="64722" y="75009"/>
                  <a:pt x="61922" y="76895"/>
                  <a:pt x="58664" y="78410"/>
                </a:cubicBezTo>
                <a:cubicBezTo>
                  <a:pt x="55407" y="79896"/>
                  <a:pt x="51378" y="81467"/>
                  <a:pt x="46634" y="83096"/>
                </a:cubicBezTo>
                <a:cubicBezTo>
                  <a:pt x="41862" y="84725"/>
                  <a:pt x="36833" y="85411"/>
                  <a:pt x="31575" y="85182"/>
                </a:cubicBezTo>
                <a:cubicBezTo>
                  <a:pt x="22203" y="85182"/>
                  <a:pt x="14602" y="82153"/>
                  <a:pt x="8830" y="76152"/>
                </a:cubicBezTo>
                <a:cubicBezTo>
                  <a:pt x="3086" y="70123"/>
                  <a:pt x="143" y="62494"/>
                  <a:pt x="0" y="5320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2A509-A9CE-4649-9F16-E99FB649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644" y="2257311"/>
            <a:ext cx="74381" cy="85411"/>
          </a:xfrm>
          <a:custGeom xmlns:a="http://schemas.openxmlformats.org/drawingml/2006/main">
            <a:pathLst>
              <a:path w="74381" h="85411" fill="none">
                <a:moveTo>
                  <a:pt x="0" y="53207"/>
                </a:moveTo>
                <a:cubicBezTo>
                  <a:pt x="0" y="39548"/>
                  <a:pt x="5401" y="27261"/>
                  <a:pt x="16173" y="16373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514"/>
                  <a:pt x="67666" y="4515"/>
                </a:cubicBezTo>
                <a:cubicBezTo>
                  <a:pt x="71695" y="7544"/>
                  <a:pt x="73752" y="11487"/>
                  <a:pt x="73866" y="16373"/>
                </a:cubicBezTo>
                <a:cubicBezTo>
                  <a:pt x="73866" y="20003"/>
                  <a:pt x="72695" y="23089"/>
                  <a:pt x="70294" y="25575"/>
                </a:cubicBezTo>
                <a:cubicBezTo>
                  <a:pt x="67923" y="28089"/>
                  <a:pt x="64922" y="29404"/>
                  <a:pt x="61293" y="29518"/>
                </a:cubicBezTo>
                <a:cubicBezTo>
                  <a:pt x="58893" y="29518"/>
                  <a:pt x="57036" y="28889"/>
                  <a:pt x="55636" y="27661"/>
                </a:cubicBezTo>
                <a:cubicBezTo>
                  <a:pt x="54264" y="26403"/>
                  <a:pt x="53578" y="24517"/>
                  <a:pt x="53578" y="22003"/>
                </a:cubicBezTo>
                <a:cubicBezTo>
                  <a:pt x="53578" y="19517"/>
                  <a:pt x="54264" y="17374"/>
                  <a:pt x="55636" y="15631"/>
                </a:cubicBezTo>
                <a:cubicBezTo>
                  <a:pt x="57036" y="13859"/>
                  <a:pt x="58407" y="12544"/>
                  <a:pt x="59779" y="11659"/>
                </a:cubicBezTo>
                <a:cubicBezTo>
                  <a:pt x="61150" y="10773"/>
                  <a:pt x="62036" y="10430"/>
                  <a:pt x="62408" y="10544"/>
                </a:cubicBezTo>
                <a:lnTo>
                  <a:pt x="62608" y="10544"/>
                </a:lnTo>
                <a:cubicBezTo>
                  <a:pt x="62608" y="10287"/>
                  <a:pt x="62236" y="9916"/>
                  <a:pt x="61465" y="9401"/>
                </a:cubicBezTo>
                <a:cubicBezTo>
                  <a:pt x="60722" y="8915"/>
                  <a:pt x="59407" y="8401"/>
                  <a:pt x="57521" y="7915"/>
                </a:cubicBezTo>
                <a:cubicBezTo>
                  <a:pt x="55636" y="7401"/>
                  <a:pt x="53521" y="7144"/>
                  <a:pt x="51121" y="7144"/>
                </a:cubicBezTo>
                <a:cubicBezTo>
                  <a:pt x="47377" y="7144"/>
                  <a:pt x="43805" y="8030"/>
                  <a:pt x="40405" y="9801"/>
                </a:cubicBezTo>
                <a:cubicBezTo>
                  <a:pt x="37776" y="10916"/>
                  <a:pt x="35090" y="12859"/>
                  <a:pt x="32347" y="15631"/>
                </a:cubicBezTo>
                <a:cubicBezTo>
                  <a:pt x="26832" y="21146"/>
                  <a:pt x="22803" y="28889"/>
                  <a:pt x="20288" y="38919"/>
                </a:cubicBezTo>
                <a:cubicBezTo>
                  <a:pt x="17802" y="48949"/>
                  <a:pt x="16488" y="56207"/>
                  <a:pt x="16373" y="60722"/>
                </a:cubicBezTo>
                <a:cubicBezTo>
                  <a:pt x="16373" y="66494"/>
                  <a:pt x="18002" y="70809"/>
                  <a:pt x="21231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918" y="78210"/>
                </a:lnTo>
                <a:cubicBezTo>
                  <a:pt x="46949" y="78210"/>
                  <a:pt x="58522" y="72895"/>
                  <a:pt x="67666" y="62236"/>
                </a:cubicBezTo>
                <a:cubicBezTo>
                  <a:pt x="68809" y="60979"/>
                  <a:pt x="69552" y="60350"/>
                  <a:pt x="69923" y="60350"/>
                </a:cubicBezTo>
                <a:cubicBezTo>
                  <a:pt x="70437" y="60350"/>
                  <a:pt x="71237" y="60922"/>
                  <a:pt x="72380" y="62036"/>
                </a:cubicBezTo>
                <a:cubicBezTo>
                  <a:pt x="73495" y="63179"/>
                  <a:pt x="74124" y="64037"/>
                  <a:pt x="74266" y="64665"/>
                </a:cubicBezTo>
                <a:cubicBezTo>
                  <a:pt x="74381" y="65294"/>
                  <a:pt x="73809" y="66237"/>
                  <a:pt x="72552" y="67494"/>
                </a:cubicBezTo>
                <a:cubicBezTo>
                  <a:pt x="71323" y="68751"/>
                  <a:pt x="69494" y="70495"/>
                  <a:pt x="67123" y="72752"/>
                </a:cubicBezTo>
                <a:cubicBezTo>
                  <a:pt x="64722" y="75009"/>
                  <a:pt x="61922" y="76895"/>
                  <a:pt x="58664" y="78410"/>
                </a:cubicBezTo>
                <a:cubicBezTo>
                  <a:pt x="55407" y="79896"/>
                  <a:pt x="51378" y="81467"/>
                  <a:pt x="46634" y="83096"/>
                </a:cubicBezTo>
                <a:cubicBezTo>
                  <a:pt x="41862" y="84725"/>
                  <a:pt x="36833" y="85411"/>
                  <a:pt x="31575" y="85182"/>
                </a:cubicBezTo>
                <a:cubicBezTo>
                  <a:pt x="22203" y="85182"/>
                  <a:pt x="14602" y="82153"/>
                  <a:pt x="8830" y="76152"/>
                </a:cubicBezTo>
                <a:cubicBezTo>
                  <a:pt x="3086" y="70123"/>
                  <a:pt x="143" y="62494"/>
                  <a:pt x="0" y="532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88872-9383-4C0A-A642-2B4E205B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884" y="2280085"/>
            <a:ext cx="45720" cy="88525"/>
          </a:xfrm>
          <a:custGeom xmlns:a="http://schemas.openxmlformats.org/drawingml/2006/main">
            <a:pathLst>
              <a:path w="45720" h="88525">
                <a:moveTo>
                  <a:pt x="17288" y="11716"/>
                </a:moveTo>
                <a:lnTo>
                  <a:pt x="15545" y="12373"/>
                </a:lnTo>
                <a:cubicBezTo>
                  <a:pt x="14316" y="12802"/>
                  <a:pt x="12544" y="13259"/>
                  <a:pt x="10230" y="13687"/>
                </a:cubicBezTo>
                <a:cubicBezTo>
                  <a:pt x="7915" y="14145"/>
                  <a:pt x="5372" y="14459"/>
                  <a:pt x="2515" y="14630"/>
                </a:cubicBezTo>
                <a:lnTo>
                  <a:pt x="0" y="14630"/>
                </a:lnTo>
                <a:lnTo>
                  <a:pt x="0" y="8515"/>
                </a:lnTo>
                <a:lnTo>
                  <a:pt x="2515" y="8515"/>
                </a:lnTo>
                <a:cubicBezTo>
                  <a:pt x="6687" y="8344"/>
                  <a:pt x="10544" y="7687"/>
                  <a:pt x="14087" y="6515"/>
                </a:cubicBezTo>
                <a:cubicBezTo>
                  <a:pt x="17631" y="5372"/>
                  <a:pt x="20117" y="4315"/>
                  <a:pt x="21546" y="3343"/>
                </a:cubicBezTo>
                <a:cubicBezTo>
                  <a:pt x="22946" y="2343"/>
                  <a:pt x="24203" y="1372"/>
                  <a:pt x="25260" y="400"/>
                </a:cubicBezTo>
                <a:cubicBezTo>
                  <a:pt x="25432" y="143"/>
                  <a:pt x="25975" y="0"/>
                  <a:pt x="26860" y="0"/>
                </a:cubicBezTo>
                <a:cubicBezTo>
                  <a:pt x="27661" y="0"/>
                  <a:pt x="28404" y="286"/>
                  <a:pt x="29118" y="800"/>
                </a:cubicBezTo>
                <a:lnTo>
                  <a:pt x="29118" y="40548"/>
                </a:lnTo>
                <a:lnTo>
                  <a:pt x="29232" y="80410"/>
                </a:lnTo>
                <a:cubicBezTo>
                  <a:pt x="29861" y="81039"/>
                  <a:pt x="30404" y="81439"/>
                  <a:pt x="30832" y="81610"/>
                </a:cubicBezTo>
                <a:cubicBezTo>
                  <a:pt x="31290" y="81782"/>
                  <a:pt x="32347" y="81953"/>
                  <a:pt x="34033" y="82153"/>
                </a:cubicBezTo>
                <a:cubicBezTo>
                  <a:pt x="35719" y="82325"/>
                  <a:pt x="38462" y="82410"/>
                  <a:pt x="42262" y="82410"/>
                </a:cubicBezTo>
                <a:lnTo>
                  <a:pt x="45720" y="82410"/>
                </a:lnTo>
                <a:lnTo>
                  <a:pt x="45720" y="88525"/>
                </a:lnTo>
                <a:lnTo>
                  <a:pt x="44263" y="88525"/>
                </a:lnTo>
                <a:cubicBezTo>
                  <a:pt x="42405" y="88268"/>
                  <a:pt x="35347" y="88125"/>
                  <a:pt x="23117" y="88125"/>
                </a:cubicBezTo>
                <a:cubicBezTo>
                  <a:pt x="11087" y="88125"/>
                  <a:pt x="4115" y="88268"/>
                  <a:pt x="2257" y="88525"/>
                </a:cubicBezTo>
                <a:lnTo>
                  <a:pt x="686" y="88525"/>
                </a:lnTo>
                <a:lnTo>
                  <a:pt x="686" y="82410"/>
                </a:lnTo>
                <a:lnTo>
                  <a:pt x="4115" y="82410"/>
                </a:lnTo>
                <a:cubicBezTo>
                  <a:pt x="6086" y="82410"/>
                  <a:pt x="7772" y="82410"/>
                  <a:pt x="9173" y="82410"/>
                </a:cubicBezTo>
                <a:cubicBezTo>
                  <a:pt x="10601" y="82410"/>
                  <a:pt x="11687" y="82353"/>
                  <a:pt x="12487" y="82267"/>
                </a:cubicBezTo>
                <a:cubicBezTo>
                  <a:pt x="13287" y="82182"/>
                  <a:pt x="14002" y="82039"/>
                  <a:pt x="14630" y="81867"/>
                </a:cubicBezTo>
                <a:cubicBezTo>
                  <a:pt x="15230" y="81696"/>
                  <a:pt x="15602" y="81610"/>
                  <a:pt x="15688" y="81610"/>
                </a:cubicBezTo>
                <a:cubicBezTo>
                  <a:pt x="15773" y="81610"/>
                  <a:pt x="16031" y="81382"/>
                  <a:pt x="16488" y="80953"/>
                </a:cubicBezTo>
                <a:cubicBezTo>
                  <a:pt x="16916" y="80496"/>
                  <a:pt x="17202" y="80324"/>
                  <a:pt x="17288" y="80410"/>
                </a:cubicBezTo>
                <a:lnTo>
                  <a:pt x="17288" y="11716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915E4-55C5-4624-A9F3-8FFDA65B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884" y="2280085"/>
            <a:ext cx="45720" cy="88525"/>
          </a:xfrm>
          <a:custGeom xmlns:a="http://schemas.openxmlformats.org/drawingml/2006/main">
            <a:pathLst>
              <a:path w="45720" h="88525" fill="none">
                <a:moveTo>
                  <a:pt x="17288" y="11716"/>
                </a:moveTo>
                <a:lnTo>
                  <a:pt x="15545" y="12373"/>
                </a:lnTo>
                <a:cubicBezTo>
                  <a:pt x="14316" y="12802"/>
                  <a:pt x="12544" y="13259"/>
                  <a:pt x="10230" y="13687"/>
                </a:cubicBezTo>
                <a:cubicBezTo>
                  <a:pt x="7915" y="14145"/>
                  <a:pt x="5372" y="14459"/>
                  <a:pt x="2515" y="14630"/>
                </a:cubicBezTo>
                <a:lnTo>
                  <a:pt x="0" y="14630"/>
                </a:lnTo>
                <a:lnTo>
                  <a:pt x="0" y="8515"/>
                </a:lnTo>
                <a:lnTo>
                  <a:pt x="2515" y="8515"/>
                </a:lnTo>
                <a:cubicBezTo>
                  <a:pt x="6687" y="8344"/>
                  <a:pt x="10544" y="7687"/>
                  <a:pt x="14087" y="6515"/>
                </a:cubicBezTo>
                <a:cubicBezTo>
                  <a:pt x="17631" y="5372"/>
                  <a:pt x="20117" y="4315"/>
                  <a:pt x="21546" y="3343"/>
                </a:cubicBezTo>
                <a:cubicBezTo>
                  <a:pt x="22946" y="2343"/>
                  <a:pt x="24203" y="1372"/>
                  <a:pt x="25260" y="400"/>
                </a:cubicBezTo>
                <a:cubicBezTo>
                  <a:pt x="25432" y="143"/>
                  <a:pt x="25975" y="0"/>
                  <a:pt x="26860" y="0"/>
                </a:cubicBezTo>
                <a:cubicBezTo>
                  <a:pt x="27661" y="0"/>
                  <a:pt x="28404" y="286"/>
                  <a:pt x="29118" y="800"/>
                </a:cubicBezTo>
                <a:lnTo>
                  <a:pt x="29118" y="40548"/>
                </a:lnTo>
                <a:lnTo>
                  <a:pt x="29232" y="80410"/>
                </a:lnTo>
                <a:cubicBezTo>
                  <a:pt x="29861" y="81039"/>
                  <a:pt x="30404" y="81439"/>
                  <a:pt x="30832" y="81610"/>
                </a:cubicBezTo>
                <a:cubicBezTo>
                  <a:pt x="31290" y="81782"/>
                  <a:pt x="32347" y="81953"/>
                  <a:pt x="34033" y="82153"/>
                </a:cubicBezTo>
                <a:cubicBezTo>
                  <a:pt x="35719" y="82325"/>
                  <a:pt x="38462" y="82410"/>
                  <a:pt x="42262" y="82410"/>
                </a:cubicBezTo>
                <a:lnTo>
                  <a:pt x="45720" y="82410"/>
                </a:lnTo>
                <a:lnTo>
                  <a:pt x="45720" y="88525"/>
                </a:lnTo>
                <a:lnTo>
                  <a:pt x="44263" y="88525"/>
                </a:lnTo>
                <a:cubicBezTo>
                  <a:pt x="42405" y="88268"/>
                  <a:pt x="35347" y="88125"/>
                  <a:pt x="23117" y="88125"/>
                </a:cubicBezTo>
                <a:cubicBezTo>
                  <a:pt x="11087" y="88125"/>
                  <a:pt x="4115" y="88268"/>
                  <a:pt x="2257" y="88525"/>
                </a:cubicBezTo>
                <a:lnTo>
                  <a:pt x="686" y="88525"/>
                </a:lnTo>
                <a:lnTo>
                  <a:pt x="686" y="82410"/>
                </a:lnTo>
                <a:lnTo>
                  <a:pt x="4115" y="82410"/>
                </a:lnTo>
                <a:cubicBezTo>
                  <a:pt x="6086" y="82410"/>
                  <a:pt x="7772" y="82410"/>
                  <a:pt x="9173" y="82410"/>
                </a:cubicBezTo>
                <a:cubicBezTo>
                  <a:pt x="10601" y="82410"/>
                  <a:pt x="11687" y="82353"/>
                  <a:pt x="12487" y="82267"/>
                </a:cubicBezTo>
                <a:cubicBezTo>
                  <a:pt x="13287" y="82182"/>
                  <a:pt x="14002" y="82039"/>
                  <a:pt x="14630" y="81867"/>
                </a:cubicBezTo>
                <a:cubicBezTo>
                  <a:pt x="15230" y="81696"/>
                  <a:pt x="15602" y="81610"/>
                  <a:pt x="15688" y="81610"/>
                </a:cubicBezTo>
                <a:cubicBezTo>
                  <a:pt x="15773" y="81610"/>
                  <a:pt x="16031" y="81382"/>
                  <a:pt x="16488" y="80953"/>
                </a:cubicBezTo>
                <a:cubicBezTo>
                  <a:pt x="16916" y="80496"/>
                  <a:pt x="17202" y="80324"/>
                  <a:pt x="17288" y="80410"/>
                </a:cubicBezTo>
                <a:lnTo>
                  <a:pt x="17288" y="117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A66EA-FD19-42F1-AD65-70F3CBF6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036" y="2199418"/>
            <a:ext cx="42062" cy="187995"/>
          </a:xfrm>
          <a:custGeom xmlns:a="http://schemas.openxmlformats.org/drawingml/2006/main">
            <a:pathLst>
              <a:path w="42062" h="187995">
                <a:moveTo>
                  <a:pt x="0" y="3400"/>
                </a:moveTo>
                <a:cubicBezTo>
                  <a:pt x="143" y="2515"/>
                  <a:pt x="514" y="1772"/>
                  <a:pt x="1143" y="1143"/>
                </a:cubicBezTo>
                <a:cubicBezTo>
                  <a:pt x="1772" y="514"/>
                  <a:pt x="2629" y="143"/>
                  <a:pt x="3772" y="0"/>
                </a:cubicBezTo>
                <a:cubicBezTo>
                  <a:pt x="5029" y="0"/>
                  <a:pt x="6086" y="629"/>
                  <a:pt x="6972" y="1886"/>
                </a:cubicBezTo>
                <a:cubicBezTo>
                  <a:pt x="7344" y="2772"/>
                  <a:pt x="13230" y="18174"/>
                  <a:pt x="24632" y="48120"/>
                </a:cubicBezTo>
                <a:cubicBezTo>
                  <a:pt x="36033" y="78095"/>
                  <a:pt x="41805" y="93355"/>
                  <a:pt x="41920" y="93983"/>
                </a:cubicBezTo>
                <a:cubicBezTo>
                  <a:pt x="42062" y="94640"/>
                  <a:pt x="36347" y="109899"/>
                  <a:pt x="24832" y="139875"/>
                </a:cubicBezTo>
                <a:cubicBezTo>
                  <a:pt x="13287" y="169821"/>
                  <a:pt x="7344" y="185223"/>
                  <a:pt x="6972" y="186109"/>
                </a:cubicBezTo>
                <a:cubicBezTo>
                  <a:pt x="6086" y="187366"/>
                  <a:pt x="5029" y="187995"/>
                  <a:pt x="3772" y="187995"/>
                </a:cubicBezTo>
                <a:cubicBezTo>
                  <a:pt x="2772" y="187995"/>
                  <a:pt x="1943" y="187681"/>
                  <a:pt x="1314" y="187052"/>
                </a:cubicBezTo>
                <a:cubicBezTo>
                  <a:pt x="686" y="186423"/>
                  <a:pt x="257" y="185623"/>
                  <a:pt x="0" y="184595"/>
                </a:cubicBezTo>
                <a:cubicBezTo>
                  <a:pt x="0" y="183994"/>
                  <a:pt x="5658" y="168764"/>
                  <a:pt x="16916" y="138932"/>
                </a:cubicBezTo>
                <a:cubicBezTo>
                  <a:pt x="28346" y="109242"/>
                  <a:pt x="34033" y="94240"/>
                  <a:pt x="34033" y="93983"/>
                </a:cubicBezTo>
                <a:cubicBezTo>
                  <a:pt x="34033" y="93755"/>
                  <a:pt x="28346" y="78781"/>
                  <a:pt x="16916" y="49063"/>
                </a:cubicBezTo>
                <a:cubicBezTo>
                  <a:pt x="5658" y="19231"/>
                  <a:pt x="0" y="4029"/>
                  <a:pt x="0" y="340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92988-C1E4-48B6-A995-D2E0BA78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036" y="2199418"/>
            <a:ext cx="42062" cy="187995"/>
          </a:xfrm>
          <a:custGeom xmlns:a="http://schemas.openxmlformats.org/drawingml/2006/main">
            <a:pathLst>
              <a:path w="42062" h="187995" fill="none">
                <a:moveTo>
                  <a:pt x="0" y="3400"/>
                </a:moveTo>
                <a:cubicBezTo>
                  <a:pt x="143" y="2515"/>
                  <a:pt x="514" y="1772"/>
                  <a:pt x="1143" y="1143"/>
                </a:cubicBezTo>
                <a:cubicBezTo>
                  <a:pt x="1772" y="514"/>
                  <a:pt x="2629" y="143"/>
                  <a:pt x="3772" y="0"/>
                </a:cubicBezTo>
                <a:cubicBezTo>
                  <a:pt x="5029" y="0"/>
                  <a:pt x="6086" y="629"/>
                  <a:pt x="6972" y="1886"/>
                </a:cubicBezTo>
                <a:cubicBezTo>
                  <a:pt x="7344" y="2772"/>
                  <a:pt x="13230" y="18174"/>
                  <a:pt x="24632" y="48120"/>
                </a:cubicBezTo>
                <a:cubicBezTo>
                  <a:pt x="36033" y="78095"/>
                  <a:pt x="41805" y="93355"/>
                  <a:pt x="41920" y="93983"/>
                </a:cubicBezTo>
                <a:cubicBezTo>
                  <a:pt x="42062" y="94640"/>
                  <a:pt x="36347" y="109899"/>
                  <a:pt x="24832" y="139875"/>
                </a:cubicBezTo>
                <a:cubicBezTo>
                  <a:pt x="13287" y="169821"/>
                  <a:pt x="7344" y="185223"/>
                  <a:pt x="6972" y="186109"/>
                </a:cubicBezTo>
                <a:cubicBezTo>
                  <a:pt x="6086" y="187366"/>
                  <a:pt x="5029" y="187995"/>
                  <a:pt x="3772" y="187995"/>
                </a:cubicBezTo>
                <a:cubicBezTo>
                  <a:pt x="2772" y="187995"/>
                  <a:pt x="1943" y="187681"/>
                  <a:pt x="1314" y="187052"/>
                </a:cubicBezTo>
                <a:cubicBezTo>
                  <a:pt x="686" y="186423"/>
                  <a:pt x="257" y="185623"/>
                  <a:pt x="0" y="184595"/>
                </a:cubicBezTo>
                <a:cubicBezTo>
                  <a:pt x="0" y="183994"/>
                  <a:pt x="5658" y="168764"/>
                  <a:pt x="16916" y="138932"/>
                </a:cubicBezTo>
                <a:cubicBezTo>
                  <a:pt x="28346" y="109242"/>
                  <a:pt x="34033" y="94240"/>
                  <a:pt x="34033" y="93983"/>
                </a:cubicBezTo>
                <a:cubicBezTo>
                  <a:pt x="34033" y="93755"/>
                  <a:pt x="28346" y="78781"/>
                  <a:pt x="16916" y="49063"/>
                </a:cubicBezTo>
                <a:cubicBezTo>
                  <a:pt x="5658" y="19231"/>
                  <a:pt x="0" y="4029"/>
                  <a:pt x="0" y="3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68150-0425-4C71-8477-630F7BE3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60" y="2400871"/>
            <a:ext cx="173850" cy="47835"/>
          </a:xfrm>
          <a:custGeom xmlns:a="http://schemas.openxmlformats.org/drawingml/2006/main">
            <a:pathLst>
              <a:path w="173850" h="47835" fill="none">
                <a:moveTo>
                  <a:pt x="0" y="0"/>
                </a:moveTo>
                <a:lnTo>
                  <a:pt x="173850" y="47835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3CCBA-13CF-4C03-9379-ABE289C0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194" y="2423160"/>
            <a:ext cx="50921" cy="44748"/>
          </a:xfrm>
          <a:custGeom xmlns:a="http://schemas.openxmlformats.org/drawingml/2006/main">
            <a:pathLst>
              <a:path w="50921" h="44748">
                <a:moveTo>
                  <a:pt x="50921" y="34690"/>
                </a:moveTo>
                <a:lnTo>
                  <a:pt x="0" y="44748"/>
                </a:lnTo>
                <a:lnTo>
                  <a:pt x="17316" y="25546"/>
                </a:lnTo>
                <a:lnTo>
                  <a:pt x="12373" y="0"/>
                </a:lnTo>
                <a:lnTo>
                  <a:pt x="50921" y="346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B3F1E-C036-48CA-91C0-B23B9E14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194" y="2423160"/>
            <a:ext cx="50921" cy="44748"/>
          </a:xfrm>
          <a:custGeom xmlns:a="http://schemas.openxmlformats.org/drawingml/2006/main">
            <a:pathLst>
              <a:path w="50921" h="44748" fill="none">
                <a:moveTo>
                  <a:pt x="50921" y="34690"/>
                </a:moveTo>
                <a:lnTo>
                  <a:pt x="0" y="44748"/>
                </a:lnTo>
                <a:lnTo>
                  <a:pt x="17316" y="25546"/>
                </a:lnTo>
                <a:lnTo>
                  <a:pt x="12373" y="0"/>
                </a:lnTo>
                <a:lnTo>
                  <a:pt x="50921" y="346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48368-002C-4C1F-8C93-72FBFE89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234" y="2323290"/>
            <a:ext cx="42034" cy="187966"/>
          </a:xfrm>
          <a:custGeom xmlns:a="http://schemas.openxmlformats.org/drawingml/2006/main">
            <a:pathLst>
              <a:path w="42034" h="187966">
                <a:moveTo>
                  <a:pt x="42034" y="184595"/>
                </a:moveTo>
                <a:cubicBezTo>
                  <a:pt x="41891" y="185452"/>
                  <a:pt x="41519" y="186223"/>
                  <a:pt x="40891" y="186852"/>
                </a:cubicBezTo>
                <a:cubicBezTo>
                  <a:pt x="40262" y="187481"/>
                  <a:pt x="39405" y="187852"/>
                  <a:pt x="38262" y="187966"/>
                </a:cubicBezTo>
                <a:cubicBezTo>
                  <a:pt x="37005" y="187966"/>
                  <a:pt x="35947" y="187338"/>
                  <a:pt x="35062" y="186080"/>
                </a:cubicBezTo>
                <a:cubicBezTo>
                  <a:pt x="34690" y="185223"/>
                  <a:pt x="28804" y="169793"/>
                  <a:pt x="17402" y="139846"/>
                </a:cubicBezTo>
                <a:cubicBezTo>
                  <a:pt x="6001" y="109899"/>
                  <a:pt x="257" y="94612"/>
                  <a:pt x="114" y="93983"/>
                </a:cubicBezTo>
                <a:cubicBezTo>
                  <a:pt x="0" y="93355"/>
                  <a:pt x="5686" y="78067"/>
                  <a:pt x="17231" y="48120"/>
                </a:cubicBezTo>
                <a:cubicBezTo>
                  <a:pt x="28746" y="18174"/>
                  <a:pt x="34690" y="2772"/>
                  <a:pt x="35062" y="1886"/>
                </a:cubicBezTo>
                <a:cubicBezTo>
                  <a:pt x="35462" y="1257"/>
                  <a:pt x="36062" y="714"/>
                  <a:pt x="36947" y="200"/>
                </a:cubicBezTo>
                <a:lnTo>
                  <a:pt x="37519" y="0"/>
                </a:lnTo>
                <a:cubicBezTo>
                  <a:pt x="37890" y="0"/>
                  <a:pt x="38148" y="0"/>
                  <a:pt x="38262" y="0"/>
                </a:cubicBezTo>
                <a:cubicBezTo>
                  <a:pt x="40519" y="0"/>
                  <a:pt x="41777" y="1143"/>
                  <a:pt x="42034" y="3400"/>
                </a:cubicBezTo>
                <a:cubicBezTo>
                  <a:pt x="42034" y="4029"/>
                  <a:pt x="36376" y="19260"/>
                  <a:pt x="25117" y="49063"/>
                </a:cubicBezTo>
                <a:cubicBezTo>
                  <a:pt x="13716" y="78753"/>
                  <a:pt x="8001" y="93755"/>
                  <a:pt x="8001" y="93983"/>
                </a:cubicBezTo>
                <a:cubicBezTo>
                  <a:pt x="8001" y="94240"/>
                  <a:pt x="13716" y="109214"/>
                  <a:pt x="25117" y="138903"/>
                </a:cubicBezTo>
                <a:cubicBezTo>
                  <a:pt x="36376" y="168735"/>
                  <a:pt x="42034" y="183966"/>
                  <a:pt x="42034" y="184595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0D622-623A-4421-B9B5-2C218E4E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234" y="2323290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42034" y="184595"/>
                </a:moveTo>
                <a:cubicBezTo>
                  <a:pt x="41891" y="185452"/>
                  <a:pt x="41519" y="186223"/>
                  <a:pt x="40891" y="186852"/>
                </a:cubicBezTo>
                <a:cubicBezTo>
                  <a:pt x="40262" y="187481"/>
                  <a:pt x="39405" y="187852"/>
                  <a:pt x="38262" y="187966"/>
                </a:cubicBezTo>
                <a:cubicBezTo>
                  <a:pt x="37005" y="187966"/>
                  <a:pt x="35947" y="187338"/>
                  <a:pt x="35062" y="186080"/>
                </a:cubicBezTo>
                <a:cubicBezTo>
                  <a:pt x="34690" y="185223"/>
                  <a:pt x="28804" y="169793"/>
                  <a:pt x="17402" y="139846"/>
                </a:cubicBezTo>
                <a:cubicBezTo>
                  <a:pt x="6001" y="109899"/>
                  <a:pt x="257" y="94612"/>
                  <a:pt x="114" y="93983"/>
                </a:cubicBezTo>
                <a:cubicBezTo>
                  <a:pt x="0" y="93355"/>
                  <a:pt x="5686" y="78067"/>
                  <a:pt x="17231" y="48120"/>
                </a:cubicBezTo>
                <a:cubicBezTo>
                  <a:pt x="28746" y="18174"/>
                  <a:pt x="34690" y="2772"/>
                  <a:pt x="35062" y="1886"/>
                </a:cubicBezTo>
                <a:cubicBezTo>
                  <a:pt x="35462" y="1257"/>
                  <a:pt x="36062" y="714"/>
                  <a:pt x="36947" y="200"/>
                </a:cubicBezTo>
                <a:lnTo>
                  <a:pt x="37519" y="0"/>
                </a:lnTo>
                <a:cubicBezTo>
                  <a:pt x="37890" y="0"/>
                  <a:pt x="38148" y="0"/>
                  <a:pt x="38262" y="0"/>
                </a:cubicBezTo>
                <a:cubicBezTo>
                  <a:pt x="40519" y="0"/>
                  <a:pt x="41777" y="1143"/>
                  <a:pt x="42034" y="3400"/>
                </a:cubicBezTo>
                <a:cubicBezTo>
                  <a:pt x="42034" y="4029"/>
                  <a:pt x="36376" y="19260"/>
                  <a:pt x="25117" y="49063"/>
                </a:cubicBezTo>
                <a:cubicBezTo>
                  <a:pt x="13716" y="78753"/>
                  <a:pt x="8001" y="93755"/>
                  <a:pt x="8001" y="93983"/>
                </a:cubicBezTo>
                <a:cubicBezTo>
                  <a:pt x="8001" y="94240"/>
                  <a:pt x="13716" y="109214"/>
                  <a:pt x="25117" y="138903"/>
                </a:cubicBezTo>
                <a:cubicBezTo>
                  <a:pt x="36376" y="168735"/>
                  <a:pt x="42034" y="183966"/>
                  <a:pt x="42034" y="1845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1A42D-4CCB-4D10-B09A-A7217807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26" y="2337035"/>
            <a:ext cx="128387" cy="127244"/>
          </a:xfrm>
          <a:custGeom xmlns:a="http://schemas.openxmlformats.org/drawingml/2006/main">
            <a:pathLst>
              <a:path w="128387" h="127244">
                <a:moveTo>
                  <a:pt x="3572" y="45091"/>
                </a:moveTo>
                <a:cubicBezTo>
                  <a:pt x="1200" y="45091"/>
                  <a:pt x="0" y="44606"/>
                  <a:pt x="0" y="43605"/>
                </a:cubicBezTo>
                <a:cubicBezTo>
                  <a:pt x="0" y="42977"/>
                  <a:pt x="1000" y="39462"/>
                  <a:pt x="3000" y="33061"/>
                </a:cubicBezTo>
                <a:cubicBezTo>
                  <a:pt x="5029" y="26689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30" y="57"/>
                  <a:pt x="127073" y="171"/>
                </a:cubicBezTo>
                <a:cubicBezTo>
                  <a:pt x="127816" y="286"/>
                  <a:pt x="128273" y="857"/>
                  <a:pt x="128387" y="1857"/>
                </a:cubicBezTo>
                <a:cubicBezTo>
                  <a:pt x="128387" y="2629"/>
                  <a:pt x="127330" y="9773"/>
                  <a:pt x="125187" y="23289"/>
                </a:cubicBezTo>
                <a:cubicBezTo>
                  <a:pt x="123073" y="36833"/>
                  <a:pt x="121872" y="43663"/>
                  <a:pt x="121615" y="43777"/>
                </a:cubicBezTo>
                <a:cubicBezTo>
                  <a:pt x="121615" y="44663"/>
                  <a:pt x="120415" y="45091"/>
                  <a:pt x="118043" y="45091"/>
                </a:cubicBezTo>
                <a:cubicBezTo>
                  <a:pt x="116929" y="45091"/>
                  <a:pt x="116157" y="45091"/>
                  <a:pt x="115786" y="45091"/>
                </a:cubicBezTo>
                <a:cubicBezTo>
                  <a:pt x="115414" y="45091"/>
                  <a:pt x="115043" y="44777"/>
                  <a:pt x="114671" y="44148"/>
                </a:cubicBezTo>
                <a:lnTo>
                  <a:pt x="114271" y="43605"/>
                </a:lnTo>
                <a:cubicBezTo>
                  <a:pt x="114271" y="42834"/>
                  <a:pt x="114671" y="40034"/>
                  <a:pt x="115414" y="35147"/>
                </a:cubicBezTo>
                <a:cubicBezTo>
                  <a:pt x="116157" y="30261"/>
                  <a:pt x="116529" y="26432"/>
                  <a:pt x="116529" y="23660"/>
                </a:cubicBezTo>
                <a:cubicBezTo>
                  <a:pt x="116529" y="19288"/>
                  <a:pt x="115729" y="15973"/>
                  <a:pt x="114100" y="13716"/>
                </a:cubicBezTo>
                <a:cubicBezTo>
                  <a:pt x="112471" y="11459"/>
                  <a:pt x="109014" y="9887"/>
                  <a:pt x="103756" y="9001"/>
                </a:cubicBezTo>
                <a:cubicBezTo>
                  <a:pt x="103127" y="8887"/>
                  <a:pt x="99498" y="8773"/>
                  <a:pt x="92840" y="8630"/>
                </a:cubicBezTo>
                <a:cubicBezTo>
                  <a:pt x="87097" y="8630"/>
                  <a:pt x="83468" y="8687"/>
                  <a:pt x="81953" y="8830"/>
                </a:cubicBezTo>
                <a:cubicBezTo>
                  <a:pt x="80439" y="8944"/>
                  <a:pt x="79324" y="9458"/>
                  <a:pt x="78581" y="10316"/>
                </a:cubicBezTo>
                <a:cubicBezTo>
                  <a:pt x="78438" y="10458"/>
                  <a:pt x="74009" y="27918"/>
                  <a:pt x="65237" y="62751"/>
                </a:cubicBezTo>
                <a:cubicBezTo>
                  <a:pt x="56464" y="97612"/>
                  <a:pt x="52064" y="115329"/>
                  <a:pt x="52064" y="115957"/>
                </a:cubicBezTo>
                <a:cubicBezTo>
                  <a:pt x="52064" y="117443"/>
                  <a:pt x="57579" y="118329"/>
                  <a:pt x="68609" y="118586"/>
                </a:cubicBezTo>
                <a:cubicBezTo>
                  <a:pt x="72609" y="118586"/>
                  <a:pt x="75209" y="118643"/>
                  <a:pt x="76324" y="118786"/>
                </a:cubicBezTo>
                <a:cubicBezTo>
                  <a:pt x="77438" y="118901"/>
                  <a:pt x="78010" y="119472"/>
                  <a:pt x="78010" y="120472"/>
                </a:cubicBezTo>
                <a:cubicBezTo>
                  <a:pt x="78010" y="121101"/>
                  <a:pt x="77810" y="121987"/>
                  <a:pt x="77438" y="123101"/>
                </a:cubicBezTo>
                <a:cubicBezTo>
                  <a:pt x="76952" y="125359"/>
                  <a:pt x="76381" y="126673"/>
                  <a:pt x="75752" y="127044"/>
                </a:cubicBezTo>
                <a:lnTo>
                  <a:pt x="75381" y="127244"/>
                </a:lnTo>
                <a:cubicBezTo>
                  <a:pt x="75009" y="127244"/>
                  <a:pt x="74552" y="127244"/>
                  <a:pt x="74066" y="127244"/>
                </a:cubicBezTo>
                <a:cubicBezTo>
                  <a:pt x="73438" y="127244"/>
                  <a:pt x="70180" y="127159"/>
                  <a:pt x="64294" y="127044"/>
                </a:cubicBezTo>
                <a:cubicBezTo>
                  <a:pt x="58407" y="126930"/>
                  <a:pt x="49949" y="126844"/>
                  <a:pt x="38919" y="126844"/>
                </a:cubicBezTo>
                <a:cubicBezTo>
                  <a:pt x="22746" y="126844"/>
                  <a:pt x="12487" y="126987"/>
                  <a:pt x="8087" y="127244"/>
                </a:cubicBezTo>
                <a:lnTo>
                  <a:pt x="5286" y="127244"/>
                </a:lnTo>
                <a:cubicBezTo>
                  <a:pt x="4515" y="126473"/>
                  <a:pt x="4143" y="125930"/>
                  <a:pt x="4143" y="125559"/>
                </a:cubicBezTo>
                <a:cubicBezTo>
                  <a:pt x="4143" y="125158"/>
                  <a:pt x="4258" y="124044"/>
                  <a:pt x="4515" y="122158"/>
                </a:cubicBezTo>
                <a:cubicBezTo>
                  <a:pt x="5029" y="120529"/>
                  <a:pt x="5658" y="119329"/>
                  <a:pt x="6401" y="118586"/>
                </a:cubicBezTo>
                <a:lnTo>
                  <a:pt x="11659" y="118586"/>
                </a:lnTo>
                <a:lnTo>
                  <a:pt x="13716" y="118586"/>
                </a:lnTo>
                <a:cubicBezTo>
                  <a:pt x="23746" y="118586"/>
                  <a:pt x="29718" y="118015"/>
                  <a:pt x="31575" y="116900"/>
                </a:cubicBezTo>
                <a:cubicBezTo>
                  <a:pt x="31718" y="116786"/>
                  <a:pt x="31833" y="116700"/>
                  <a:pt x="31975" y="116700"/>
                </a:cubicBezTo>
                <a:cubicBezTo>
                  <a:pt x="32576" y="116329"/>
                  <a:pt x="33204" y="115072"/>
                  <a:pt x="33833" y="112957"/>
                </a:cubicBezTo>
                <a:cubicBezTo>
                  <a:pt x="34461" y="110814"/>
                  <a:pt x="36976" y="100984"/>
                  <a:pt x="41377" y="83439"/>
                </a:cubicBezTo>
                <a:cubicBezTo>
                  <a:pt x="43491" y="74924"/>
                  <a:pt x="45234" y="67951"/>
                  <a:pt x="46634" y="62579"/>
                </a:cubicBezTo>
                <a:cubicBezTo>
                  <a:pt x="55407" y="28118"/>
                  <a:pt x="59779" y="10516"/>
                  <a:pt x="59779" y="9773"/>
                </a:cubicBezTo>
                <a:cubicBezTo>
                  <a:pt x="59779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01"/>
                  <a:pt x="31975" y="9944"/>
                </a:cubicBezTo>
                <a:cubicBezTo>
                  <a:pt x="26318" y="11201"/>
                  <a:pt x="21946" y="13773"/>
                  <a:pt x="18802" y="17659"/>
                </a:cubicBezTo>
                <a:cubicBezTo>
                  <a:pt x="15659" y="21546"/>
                  <a:pt x="12287" y="28804"/>
                  <a:pt x="8658" y="39462"/>
                </a:cubicBezTo>
                <a:cubicBezTo>
                  <a:pt x="7772" y="42205"/>
                  <a:pt x="7144" y="43834"/>
                  <a:pt x="6772" y="44348"/>
                </a:cubicBezTo>
                <a:cubicBezTo>
                  <a:pt x="6401" y="44834"/>
                  <a:pt x="5515" y="45091"/>
                  <a:pt x="4143" y="45091"/>
                </a:cubicBezTo>
                <a:lnTo>
                  <a:pt x="3572" y="4509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EFE67-7FF6-4B4D-AB8B-8AF387F9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26" y="2337035"/>
            <a:ext cx="128387" cy="127244"/>
          </a:xfrm>
          <a:custGeom xmlns:a="http://schemas.openxmlformats.org/drawingml/2006/main">
            <a:pathLst>
              <a:path w="128387" h="127244" fill="none">
                <a:moveTo>
                  <a:pt x="3572" y="45091"/>
                </a:moveTo>
                <a:cubicBezTo>
                  <a:pt x="1200" y="45091"/>
                  <a:pt x="0" y="44606"/>
                  <a:pt x="0" y="43605"/>
                </a:cubicBezTo>
                <a:cubicBezTo>
                  <a:pt x="0" y="42977"/>
                  <a:pt x="1000" y="39462"/>
                  <a:pt x="3000" y="33061"/>
                </a:cubicBezTo>
                <a:cubicBezTo>
                  <a:pt x="5029" y="26689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30" y="57"/>
                  <a:pt x="127073" y="171"/>
                </a:cubicBezTo>
                <a:cubicBezTo>
                  <a:pt x="127816" y="286"/>
                  <a:pt x="128273" y="857"/>
                  <a:pt x="128387" y="1857"/>
                </a:cubicBezTo>
                <a:cubicBezTo>
                  <a:pt x="128387" y="2629"/>
                  <a:pt x="127330" y="9773"/>
                  <a:pt x="125187" y="23289"/>
                </a:cubicBezTo>
                <a:cubicBezTo>
                  <a:pt x="123073" y="36833"/>
                  <a:pt x="121872" y="43663"/>
                  <a:pt x="121615" y="43777"/>
                </a:cubicBezTo>
                <a:cubicBezTo>
                  <a:pt x="121615" y="44663"/>
                  <a:pt x="120415" y="45091"/>
                  <a:pt x="118043" y="45091"/>
                </a:cubicBezTo>
                <a:cubicBezTo>
                  <a:pt x="116929" y="45091"/>
                  <a:pt x="116157" y="45091"/>
                  <a:pt x="115786" y="45091"/>
                </a:cubicBezTo>
                <a:cubicBezTo>
                  <a:pt x="115414" y="45091"/>
                  <a:pt x="115043" y="44777"/>
                  <a:pt x="114671" y="44148"/>
                </a:cubicBezTo>
                <a:lnTo>
                  <a:pt x="114271" y="43605"/>
                </a:lnTo>
                <a:cubicBezTo>
                  <a:pt x="114271" y="42834"/>
                  <a:pt x="114671" y="40034"/>
                  <a:pt x="115414" y="35147"/>
                </a:cubicBezTo>
                <a:cubicBezTo>
                  <a:pt x="116157" y="30261"/>
                  <a:pt x="116529" y="26432"/>
                  <a:pt x="116529" y="23660"/>
                </a:cubicBezTo>
                <a:cubicBezTo>
                  <a:pt x="116529" y="19288"/>
                  <a:pt x="115729" y="15973"/>
                  <a:pt x="114100" y="13716"/>
                </a:cubicBezTo>
                <a:cubicBezTo>
                  <a:pt x="112471" y="11459"/>
                  <a:pt x="109014" y="9887"/>
                  <a:pt x="103756" y="9001"/>
                </a:cubicBezTo>
                <a:cubicBezTo>
                  <a:pt x="103127" y="8887"/>
                  <a:pt x="99498" y="8773"/>
                  <a:pt x="92840" y="8630"/>
                </a:cubicBezTo>
                <a:cubicBezTo>
                  <a:pt x="87097" y="8630"/>
                  <a:pt x="83468" y="8687"/>
                  <a:pt x="81953" y="8830"/>
                </a:cubicBezTo>
                <a:cubicBezTo>
                  <a:pt x="80439" y="8944"/>
                  <a:pt x="79324" y="9458"/>
                  <a:pt x="78581" y="10316"/>
                </a:cubicBezTo>
                <a:cubicBezTo>
                  <a:pt x="78438" y="10458"/>
                  <a:pt x="74009" y="27918"/>
                  <a:pt x="65237" y="62751"/>
                </a:cubicBezTo>
                <a:cubicBezTo>
                  <a:pt x="56464" y="97612"/>
                  <a:pt x="52064" y="115329"/>
                  <a:pt x="52064" y="115957"/>
                </a:cubicBezTo>
                <a:cubicBezTo>
                  <a:pt x="52064" y="117443"/>
                  <a:pt x="57579" y="118329"/>
                  <a:pt x="68609" y="118586"/>
                </a:cubicBezTo>
                <a:cubicBezTo>
                  <a:pt x="72609" y="118586"/>
                  <a:pt x="75209" y="118643"/>
                  <a:pt x="76324" y="118786"/>
                </a:cubicBezTo>
                <a:cubicBezTo>
                  <a:pt x="77438" y="118901"/>
                  <a:pt x="78010" y="119472"/>
                  <a:pt x="78010" y="120472"/>
                </a:cubicBezTo>
                <a:cubicBezTo>
                  <a:pt x="78010" y="121101"/>
                  <a:pt x="77810" y="121987"/>
                  <a:pt x="77438" y="123101"/>
                </a:cubicBezTo>
                <a:cubicBezTo>
                  <a:pt x="76952" y="125359"/>
                  <a:pt x="76381" y="126673"/>
                  <a:pt x="75752" y="127044"/>
                </a:cubicBezTo>
                <a:lnTo>
                  <a:pt x="75381" y="127244"/>
                </a:lnTo>
                <a:cubicBezTo>
                  <a:pt x="75009" y="127244"/>
                  <a:pt x="74552" y="127244"/>
                  <a:pt x="74066" y="127244"/>
                </a:cubicBezTo>
                <a:cubicBezTo>
                  <a:pt x="73438" y="127244"/>
                  <a:pt x="70180" y="127159"/>
                  <a:pt x="64294" y="127044"/>
                </a:cubicBezTo>
                <a:cubicBezTo>
                  <a:pt x="58407" y="126930"/>
                  <a:pt x="49949" y="126844"/>
                  <a:pt x="38919" y="126844"/>
                </a:cubicBezTo>
                <a:cubicBezTo>
                  <a:pt x="22746" y="126844"/>
                  <a:pt x="12487" y="126987"/>
                  <a:pt x="8087" y="127244"/>
                </a:cubicBezTo>
                <a:lnTo>
                  <a:pt x="5286" y="127244"/>
                </a:lnTo>
                <a:cubicBezTo>
                  <a:pt x="4515" y="126473"/>
                  <a:pt x="4143" y="125930"/>
                  <a:pt x="4143" y="125559"/>
                </a:cubicBezTo>
                <a:cubicBezTo>
                  <a:pt x="4143" y="125158"/>
                  <a:pt x="4258" y="124044"/>
                  <a:pt x="4515" y="122158"/>
                </a:cubicBezTo>
                <a:cubicBezTo>
                  <a:pt x="5029" y="120529"/>
                  <a:pt x="5658" y="119329"/>
                  <a:pt x="6401" y="118586"/>
                </a:cubicBezTo>
                <a:lnTo>
                  <a:pt x="11659" y="118586"/>
                </a:lnTo>
                <a:lnTo>
                  <a:pt x="13716" y="118586"/>
                </a:lnTo>
                <a:cubicBezTo>
                  <a:pt x="23746" y="118586"/>
                  <a:pt x="29718" y="118015"/>
                  <a:pt x="31575" y="116900"/>
                </a:cubicBezTo>
                <a:cubicBezTo>
                  <a:pt x="31718" y="116786"/>
                  <a:pt x="31833" y="116700"/>
                  <a:pt x="31975" y="116700"/>
                </a:cubicBezTo>
                <a:cubicBezTo>
                  <a:pt x="32576" y="116329"/>
                  <a:pt x="33204" y="115072"/>
                  <a:pt x="33833" y="112957"/>
                </a:cubicBezTo>
                <a:cubicBezTo>
                  <a:pt x="34461" y="110814"/>
                  <a:pt x="36976" y="100984"/>
                  <a:pt x="41377" y="83439"/>
                </a:cubicBezTo>
                <a:cubicBezTo>
                  <a:pt x="43491" y="74924"/>
                  <a:pt x="45234" y="67951"/>
                  <a:pt x="46634" y="62579"/>
                </a:cubicBezTo>
                <a:cubicBezTo>
                  <a:pt x="55407" y="28118"/>
                  <a:pt x="59779" y="10516"/>
                  <a:pt x="59779" y="9773"/>
                </a:cubicBezTo>
                <a:cubicBezTo>
                  <a:pt x="59779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01"/>
                  <a:pt x="31975" y="9944"/>
                </a:cubicBezTo>
                <a:cubicBezTo>
                  <a:pt x="26318" y="11201"/>
                  <a:pt x="21946" y="13773"/>
                  <a:pt x="18802" y="17659"/>
                </a:cubicBezTo>
                <a:cubicBezTo>
                  <a:pt x="15659" y="21546"/>
                  <a:pt x="12287" y="28804"/>
                  <a:pt x="8658" y="39462"/>
                </a:cubicBezTo>
                <a:cubicBezTo>
                  <a:pt x="7772" y="42205"/>
                  <a:pt x="7144" y="43834"/>
                  <a:pt x="6772" y="44348"/>
                </a:cubicBezTo>
                <a:cubicBezTo>
                  <a:pt x="6401" y="44834"/>
                  <a:pt x="5515" y="45091"/>
                  <a:pt x="4143" y="45091"/>
                </a:cubicBezTo>
                <a:lnTo>
                  <a:pt x="3572" y="450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E8259-9509-4DF3-9792-43C51E19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56" y="2398786"/>
            <a:ext cx="65780" cy="120929"/>
          </a:xfrm>
          <a:custGeom xmlns:a="http://schemas.openxmlformats.org/drawingml/2006/main">
            <a:pathLst>
              <a:path w="65780" h="120929">
                <a:moveTo>
                  <a:pt x="8372" y="115214"/>
                </a:moveTo>
                <a:cubicBezTo>
                  <a:pt x="8573" y="115214"/>
                  <a:pt x="8830" y="115300"/>
                  <a:pt x="9173" y="115472"/>
                </a:cubicBezTo>
                <a:cubicBezTo>
                  <a:pt x="9544" y="115643"/>
                  <a:pt x="10030" y="115786"/>
                  <a:pt x="10630" y="115872"/>
                </a:cubicBezTo>
                <a:cubicBezTo>
                  <a:pt x="11259" y="115957"/>
                  <a:pt x="11801" y="116014"/>
                  <a:pt x="12230" y="116014"/>
                </a:cubicBezTo>
                <a:cubicBezTo>
                  <a:pt x="13373" y="116014"/>
                  <a:pt x="14459" y="115414"/>
                  <a:pt x="15431" y="114271"/>
                </a:cubicBezTo>
                <a:cubicBezTo>
                  <a:pt x="16402" y="113128"/>
                  <a:pt x="17116" y="111843"/>
                  <a:pt x="17545" y="110414"/>
                </a:cubicBezTo>
                <a:cubicBezTo>
                  <a:pt x="18431" y="108042"/>
                  <a:pt x="19945" y="101270"/>
                  <a:pt x="22060" y="90097"/>
                </a:cubicBezTo>
                <a:cubicBezTo>
                  <a:pt x="24203" y="78924"/>
                  <a:pt x="26232" y="68294"/>
                  <a:pt x="28175" y="58207"/>
                </a:cubicBezTo>
                <a:cubicBezTo>
                  <a:pt x="30118" y="48092"/>
                  <a:pt x="31118" y="43005"/>
                  <a:pt x="31118" y="42920"/>
                </a:cubicBezTo>
                <a:lnTo>
                  <a:pt x="31118" y="42520"/>
                </a:lnTo>
                <a:lnTo>
                  <a:pt x="24860" y="42520"/>
                </a:lnTo>
                <a:cubicBezTo>
                  <a:pt x="20688" y="42520"/>
                  <a:pt x="18488" y="42434"/>
                  <a:pt x="18231" y="42262"/>
                </a:cubicBezTo>
                <a:cubicBezTo>
                  <a:pt x="17859" y="41977"/>
                  <a:pt x="17688" y="41548"/>
                  <a:pt x="17688" y="40919"/>
                </a:cubicBezTo>
                <a:lnTo>
                  <a:pt x="18631" y="37205"/>
                </a:lnTo>
                <a:cubicBezTo>
                  <a:pt x="18774" y="36776"/>
                  <a:pt x="19145" y="36547"/>
                  <a:pt x="19688" y="36547"/>
                </a:cubicBezTo>
                <a:cubicBezTo>
                  <a:pt x="20203" y="36547"/>
                  <a:pt x="22289" y="36490"/>
                  <a:pt x="25918" y="36405"/>
                </a:cubicBezTo>
                <a:cubicBezTo>
                  <a:pt x="30175" y="36405"/>
                  <a:pt x="32318" y="36376"/>
                  <a:pt x="32318" y="36262"/>
                </a:cubicBezTo>
                <a:cubicBezTo>
                  <a:pt x="32318" y="36090"/>
                  <a:pt x="32718" y="33890"/>
                  <a:pt x="33490" y="29632"/>
                </a:cubicBezTo>
                <a:cubicBezTo>
                  <a:pt x="34290" y="25375"/>
                  <a:pt x="34833" y="22803"/>
                  <a:pt x="35090" y="21917"/>
                </a:cubicBezTo>
                <a:cubicBezTo>
                  <a:pt x="38376" y="7315"/>
                  <a:pt x="44834" y="0"/>
                  <a:pt x="54493" y="0"/>
                </a:cubicBezTo>
                <a:cubicBezTo>
                  <a:pt x="57779" y="171"/>
                  <a:pt x="60465" y="1143"/>
                  <a:pt x="62608" y="2915"/>
                </a:cubicBezTo>
                <a:cubicBezTo>
                  <a:pt x="64722" y="4686"/>
                  <a:pt x="65780" y="7029"/>
                  <a:pt x="65780" y="9973"/>
                </a:cubicBezTo>
                <a:cubicBezTo>
                  <a:pt x="65780" y="13144"/>
                  <a:pt x="64865" y="15459"/>
                  <a:pt x="63008" y="16859"/>
                </a:cubicBezTo>
                <a:cubicBezTo>
                  <a:pt x="61122" y="18288"/>
                  <a:pt x="59293" y="19031"/>
                  <a:pt x="57407" y="19117"/>
                </a:cubicBezTo>
                <a:cubicBezTo>
                  <a:pt x="53521" y="19117"/>
                  <a:pt x="51578" y="17259"/>
                  <a:pt x="51578" y="13545"/>
                </a:cubicBezTo>
                <a:cubicBezTo>
                  <a:pt x="51578" y="11859"/>
                  <a:pt x="52064" y="10401"/>
                  <a:pt x="53035" y="9173"/>
                </a:cubicBezTo>
                <a:cubicBezTo>
                  <a:pt x="54007" y="7915"/>
                  <a:pt x="55064" y="7001"/>
                  <a:pt x="56236" y="6372"/>
                </a:cubicBezTo>
                <a:lnTo>
                  <a:pt x="57407" y="5715"/>
                </a:lnTo>
                <a:cubicBezTo>
                  <a:pt x="56007" y="5172"/>
                  <a:pt x="54664" y="4915"/>
                  <a:pt x="53435" y="4915"/>
                </a:cubicBezTo>
                <a:cubicBezTo>
                  <a:pt x="52349" y="4915"/>
                  <a:pt x="51349" y="5344"/>
                  <a:pt x="50378" y="6229"/>
                </a:cubicBezTo>
                <a:cubicBezTo>
                  <a:pt x="49406" y="7115"/>
                  <a:pt x="48749" y="8372"/>
                  <a:pt x="48377" y="9973"/>
                </a:cubicBezTo>
                <a:cubicBezTo>
                  <a:pt x="47777" y="12544"/>
                  <a:pt x="47063" y="15973"/>
                  <a:pt x="46263" y="20317"/>
                </a:cubicBezTo>
                <a:cubicBezTo>
                  <a:pt x="45463" y="24660"/>
                  <a:pt x="44748" y="28346"/>
                  <a:pt x="44120" y="31347"/>
                </a:cubicBezTo>
                <a:cubicBezTo>
                  <a:pt x="43520" y="34376"/>
                  <a:pt x="43205" y="35947"/>
                  <a:pt x="43205" y="36147"/>
                </a:cubicBezTo>
                <a:cubicBezTo>
                  <a:pt x="43205" y="36319"/>
                  <a:pt x="45634" y="36405"/>
                  <a:pt x="50521" y="36405"/>
                </a:cubicBezTo>
                <a:cubicBezTo>
                  <a:pt x="54493" y="36405"/>
                  <a:pt x="56807" y="36462"/>
                  <a:pt x="57407" y="36547"/>
                </a:cubicBezTo>
                <a:cubicBezTo>
                  <a:pt x="58036" y="36633"/>
                  <a:pt x="58522" y="36890"/>
                  <a:pt x="58893" y="37348"/>
                </a:cubicBezTo>
                <a:cubicBezTo>
                  <a:pt x="58979" y="37690"/>
                  <a:pt x="58893" y="38433"/>
                  <a:pt x="58607" y="39605"/>
                </a:cubicBezTo>
                <a:cubicBezTo>
                  <a:pt x="58350" y="40748"/>
                  <a:pt x="58122" y="41462"/>
                  <a:pt x="57950" y="41719"/>
                </a:cubicBezTo>
                <a:cubicBezTo>
                  <a:pt x="57779" y="42177"/>
                  <a:pt x="57379" y="42377"/>
                  <a:pt x="56750" y="42377"/>
                </a:cubicBezTo>
                <a:cubicBezTo>
                  <a:pt x="56121" y="42377"/>
                  <a:pt x="53750" y="42434"/>
                  <a:pt x="49578" y="42520"/>
                </a:cubicBezTo>
                <a:lnTo>
                  <a:pt x="42148" y="42520"/>
                </a:lnTo>
                <a:lnTo>
                  <a:pt x="39091" y="58722"/>
                </a:lnTo>
                <a:cubicBezTo>
                  <a:pt x="34833" y="80696"/>
                  <a:pt x="31861" y="94440"/>
                  <a:pt x="30175" y="99927"/>
                </a:cubicBezTo>
                <a:cubicBezTo>
                  <a:pt x="27775" y="107442"/>
                  <a:pt x="24689" y="113043"/>
                  <a:pt x="20888" y="116672"/>
                </a:cubicBezTo>
                <a:cubicBezTo>
                  <a:pt x="17602" y="119501"/>
                  <a:pt x="14373" y="120929"/>
                  <a:pt x="11173" y="120929"/>
                </a:cubicBezTo>
                <a:cubicBezTo>
                  <a:pt x="8344" y="120929"/>
                  <a:pt x="5772" y="120072"/>
                  <a:pt x="3458" y="118386"/>
                </a:cubicBezTo>
                <a:cubicBezTo>
                  <a:pt x="1172" y="116729"/>
                  <a:pt x="0" y="114329"/>
                  <a:pt x="0" y="111214"/>
                </a:cubicBezTo>
                <a:cubicBezTo>
                  <a:pt x="0" y="107956"/>
                  <a:pt x="943" y="105556"/>
                  <a:pt x="2800" y="104042"/>
                </a:cubicBezTo>
                <a:cubicBezTo>
                  <a:pt x="4658" y="102556"/>
                  <a:pt x="6515" y="101784"/>
                  <a:pt x="8372" y="101784"/>
                </a:cubicBezTo>
                <a:cubicBezTo>
                  <a:pt x="12287" y="101784"/>
                  <a:pt x="14230" y="103642"/>
                  <a:pt x="14230" y="107356"/>
                </a:cubicBezTo>
                <a:cubicBezTo>
                  <a:pt x="14230" y="109042"/>
                  <a:pt x="13745" y="110500"/>
                  <a:pt x="12773" y="111757"/>
                </a:cubicBezTo>
                <a:cubicBezTo>
                  <a:pt x="11801" y="112986"/>
                  <a:pt x="10716" y="113929"/>
                  <a:pt x="9573" y="114529"/>
                </a:cubicBezTo>
                <a:lnTo>
                  <a:pt x="8372" y="115214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69B7B-38A0-4EB8-AF28-FC5190E7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56" y="2398786"/>
            <a:ext cx="65780" cy="120929"/>
          </a:xfrm>
          <a:custGeom xmlns:a="http://schemas.openxmlformats.org/drawingml/2006/main">
            <a:pathLst>
              <a:path w="65780" h="120929" fill="none">
                <a:moveTo>
                  <a:pt x="8372" y="115214"/>
                </a:moveTo>
                <a:cubicBezTo>
                  <a:pt x="8573" y="115214"/>
                  <a:pt x="8830" y="115300"/>
                  <a:pt x="9173" y="115472"/>
                </a:cubicBezTo>
                <a:cubicBezTo>
                  <a:pt x="9544" y="115643"/>
                  <a:pt x="10030" y="115786"/>
                  <a:pt x="10630" y="115872"/>
                </a:cubicBezTo>
                <a:cubicBezTo>
                  <a:pt x="11259" y="115957"/>
                  <a:pt x="11801" y="116014"/>
                  <a:pt x="12230" y="116014"/>
                </a:cubicBezTo>
                <a:cubicBezTo>
                  <a:pt x="13373" y="116014"/>
                  <a:pt x="14459" y="115414"/>
                  <a:pt x="15431" y="114271"/>
                </a:cubicBezTo>
                <a:cubicBezTo>
                  <a:pt x="16402" y="113128"/>
                  <a:pt x="17116" y="111843"/>
                  <a:pt x="17545" y="110414"/>
                </a:cubicBezTo>
                <a:cubicBezTo>
                  <a:pt x="18431" y="108042"/>
                  <a:pt x="19945" y="101270"/>
                  <a:pt x="22060" y="90097"/>
                </a:cubicBezTo>
                <a:cubicBezTo>
                  <a:pt x="24203" y="78924"/>
                  <a:pt x="26232" y="68294"/>
                  <a:pt x="28175" y="58207"/>
                </a:cubicBezTo>
                <a:cubicBezTo>
                  <a:pt x="30118" y="48092"/>
                  <a:pt x="31118" y="43005"/>
                  <a:pt x="31118" y="42920"/>
                </a:cubicBezTo>
                <a:lnTo>
                  <a:pt x="31118" y="42520"/>
                </a:lnTo>
                <a:lnTo>
                  <a:pt x="24860" y="42520"/>
                </a:lnTo>
                <a:cubicBezTo>
                  <a:pt x="20688" y="42520"/>
                  <a:pt x="18488" y="42434"/>
                  <a:pt x="18231" y="42262"/>
                </a:cubicBezTo>
                <a:cubicBezTo>
                  <a:pt x="17859" y="41977"/>
                  <a:pt x="17688" y="41548"/>
                  <a:pt x="17688" y="40919"/>
                </a:cubicBezTo>
                <a:lnTo>
                  <a:pt x="18631" y="37205"/>
                </a:lnTo>
                <a:cubicBezTo>
                  <a:pt x="18774" y="36776"/>
                  <a:pt x="19145" y="36547"/>
                  <a:pt x="19688" y="36547"/>
                </a:cubicBezTo>
                <a:cubicBezTo>
                  <a:pt x="20203" y="36547"/>
                  <a:pt x="22289" y="36490"/>
                  <a:pt x="25918" y="36405"/>
                </a:cubicBezTo>
                <a:cubicBezTo>
                  <a:pt x="30175" y="36405"/>
                  <a:pt x="32318" y="36376"/>
                  <a:pt x="32318" y="36262"/>
                </a:cubicBezTo>
                <a:cubicBezTo>
                  <a:pt x="32318" y="36090"/>
                  <a:pt x="32718" y="33890"/>
                  <a:pt x="33490" y="29632"/>
                </a:cubicBezTo>
                <a:cubicBezTo>
                  <a:pt x="34290" y="25375"/>
                  <a:pt x="34833" y="22803"/>
                  <a:pt x="35090" y="21917"/>
                </a:cubicBezTo>
                <a:cubicBezTo>
                  <a:pt x="38376" y="7315"/>
                  <a:pt x="44834" y="0"/>
                  <a:pt x="54493" y="0"/>
                </a:cubicBezTo>
                <a:cubicBezTo>
                  <a:pt x="57779" y="171"/>
                  <a:pt x="60465" y="1143"/>
                  <a:pt x="62608" y="2915"/>
                </a:cubicBezTo>
                <a:cubicBezTo>
                  <a:pt x="64722" y="4686"/>
                  <a:pt x="65780" y="7029"/>
                  <a:pt x="65780" y="9973"/>
                </a:cubicBezTo>
                <a:cubicBezTo>
                  <a:pt x="65780" y="13144"/>
                  <a:pt x="64865" y="15459"/>
                  <a:pt x="63008" y="16859"/>
                </a:cubicBezTo>
                <a:cubicBezTo>
                  <a:pt x="61122" y="18288"/>
                  <a:pt x="59293" y="19031"/>
                  <a:pt x="57407" y="19117"/>
                </a:cubicBezTo>
                <a:cubicBezTo>
                  <a:pt x="53521" y="19117"/>
                  <a:pt x="51578" y="17259"/>
                  <a:pt x="51578" y="13545"/>
                </a:cubicBezTo>
                <a:cubicBezTo>
                  <a:pt x="51578" y="11859"/>
                  <a:pt x="52064" y="10401"/>
                  <a:pt x="53035" y="9173"/>
                </a:cubicBezTo>
                <a:cubicBezTo>
                  <a:pt x="54007" y="7915"/>
                  <a:pt x="55064" y="7001"/>
                  <a:pt x="56236" y="6372"/>
                </a:cubicBezTo>
                <a:lnTo>
                  <a:pt x="57407" y="5715"/>
                </a:lnTo>
                <a:cubicBezTo>
                  <a:pt x="56007" y="5172"/>
                  <a:pt x="54664" y="4915"/>
                  <a:pt x="53435" y="4915"/>
                </a:cubicBezTo>
                <a:cubicBezTo>
                  <a:pt x="52349" y="4915"/>
                  <a:pt x="51349" y="5344"/>
                  <a:pt x="50378" y="6229"/>
                </a:cubicBezTo>
                <a:cubicBezTo>
                  <a:pt x="49406" y="7115"/>
                  <a:pt x="48749" y="8372"/>
                  <a:pt x="48377" y="9973"/>
                </a:cubicBezTo>
                <a:cubicBezTo>
                  <a:pt x="47777" y="12544"/>
                  <a:pt x="47063" y="15973"/>
                  <a:pt x="46263" y="20317"/>
                </a:cubicBezTo>
                <a:cubicBezTo>
                  <a:pt x="45463" y="24660"/>
                  <a:pt x="44748" y="28346"/>
                  <a:pt x="44120" y="31347"/>
                </a:cubicBezTo>
                <a:cubicBezTo>
                  <a:pt x="43520" y="34376"/>
                  <a:pt x="43205" y="35947"/>
                  <a:pt x="43205" y="36147"/>
                </a:cubicBezTo>
                <a:cubicBezTo>
                  <a:pt x="43205" y="36319"/>
                  <a:pt x="45634" y="36405"/>
                  <a:pt x="50521" y="36405"/>
                </a:cubicBezTo>
                <a:cubicBezTo>
                  <a:pt x="54493" y="36405"/>
                  <a:pt x="56807" y="36462"/>
                  <a:pt x="57407" y="36547"/>
                </a:cubicBezTo>
                <a:cubicBezTo>
                  <a:pt x="58036" y="36633"/>
                  <a:pt x="58522" y="36890"/>
                  <a:pt x="58893" y="37348"/>
                </a:cubicBezTo>
                <a:cubicBezTo>
                  <a:pt x="58979" y="37690"/>
                  <a:pt x="58893" y="38433"/>
                  <a:pt x="58607" y="39605"/>
                </a:cubicBezTo>
                <a:cubicBezTo>
                  <a:pt x="58350" y="40748"/>
                  <a:pt x="58122" y="41462"/>
                  <a:pt x="57950" y="41719"/>
                </a:cubicBezTo>
                <a:cubicBezTo>
                  <a:pt x="57779" y="42177"/>
                  <a:pt x="57379" y="42377"/>
                  <a:pt x="56750" y="42377"/>
                </a:cubicBezTo>
                <a:cubicBezTo>
                  <a:pt x="56121" y="42377"/>
                  <a:pt x="53750" y="42434"/>
                  <a:pt x="49578" y="42520"/>
                </a:cubicBezTo>
                <a:lnTo>
                  <a:pt x="42148" y="42520"/>
                </a:lnTo>
                <a:lnTo>
                  <a:pt x="39091" y="58722"/>
                </a:lnTo>
                <a:cubicBezTo>
                  <a:pt x="34833" y="80696"/>
                  <a:pt x="31861" y="94440"/>
                  <a:pt x="30175" y="99927"/>
                </a:cubicBezTo>
                <a:cubicBezTo>
                  <a:pt x="27775" y="107442"/>
                  <a:pt x="24689" y="113043"/>
                  <a:pt x="20888" y="116672"/>
                </a:cubicBezTo>
                <a:cubicBezTo>
                  <a:pt x="17602" y="119501"/>
                  <a:pt x="14373" y="120929"/>
                  <a:pt x="11173" y="120929"/>
                </a:cubicBezTo>
                <a:cubicBezTo>
                  <a:pt x="8344" y="120929"/>
                  <a:pt x="5772" y="120072"/>
                  <a:pt x="3458" y="118386"/>
                </a:cubicBezTo>
                <a:cubicBezTo>
                  <a:pt x="1172" y="116729"/>
                  <a:pt x="0" y="114329"/>
                  <a:pt x="0" y="111214"/>
                </a:cubicBezTo>
                <a:cubicBezTo>
                  <a:pt x="0" y="107956"/>
                  <a:pt x="943" y="105556"/>
                  <a:pt x="2800" y="104042"/>
                </a:cubicBezTo>
                <a:cubicBezTo>
                  <a:pt x="4658" y="102556"/>
                  <a:pt x="6515" y="101784"/>
                  <a:pt x="8372" y="101784"/>
                </a:cubicBezTo>
                <a:cubicBezTo>
                  <a:pt x="12287" y="101784"/>
                  <a:pt x="14230" y="103642"/>
                  <a:pt x="14230" y="107356"/>
                </a:cubicBezTo>
                <a:cubicBezTo>
                  <a:pt x="14230" y="109042"/>
                  <a:pt x="13745" y="110500"/>
                  <a:pt x="12773" y="111757"/>
                </a:cubicBezTo>
                <a:cubicBezTo>
                  <a:pt x="11801" y="112986"/>
                  <a:pt x="10716" y="113929"/>
                  <a:pt x="9573" y="114529"/>
                </a:cubicBezTo>
                <a:lnTo>
                  <a:pt x="8372" y="1152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C457F-1235-486F-8960-FC3FB7D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924" y="2441534"/>
            <a:ext cx="24803" cy="59322"/>
          </a:xfrm>
          <a:custGeom xmlns:a="http://schemas.openxmlformats.org/drawingml/2006/main">
            <a:pathLst>
              <a:path w="24803" h="59322">
                <a:moveTo>
                  <a:pt x="0" y="16173"/>
                </a:moveTo>
                <a:cubicBezTo>
                  <a:pt x="0" y="16173"/>
                  <a:pt x="0" y="14602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602" y="0"/>
                  <a:pt x="17717" y="1572"/>
                  <a:pt x="20488" y="4686"/>
                </a:cubicBezTo>
                <a:cubicBezTo>
                  <a:pt x="23231" y="7830"/>
                  <a:pt x="24689" y="13345"/>
                  <a:pt x="24803" y="21231"/>
                </a:cubicBezTo>
                <a:cubicBezTo>
                  <a:pt x="24803" y="25603"/>
                  <a:pt x="24232" y="29889"/>
                  <a:pt x="23117" y="34004"/>
                </a:cubicBezTo>
                <a:cubicBezTo>
                  <a:pt x="21974" y="38148"/>
                  <a:pt x="20660" y="41719"/>
                  <a:pt x="19174" y="44720"/>
                </a:cubicBezTo>
                <a:cubicBezTo>
                  <a:pt x="17659" y="47749"/>
                  <a:pt x="16031" y="50321"/>
                  <a:pt x="14288" y="52435"/>
                </a:cubicBezTo>
                <a:cubicBezTo>
                  <a:pt x="12516" y="54550"/>
                  <a:pt x="11030" y="56264"/>
                  <a:pt x="9773" y="57493"/>
                </a:cubicBezTo>
                <a:cubicBezTo>
                  <a:pt x="8515" y="58779"/>
                  <a:pt x="7687" y="59322"/>
                  <a:pt x="7315" y="59207"/>
                </a:cubicBezTo>
                <a:cubicBezTo>
                  <a:pt x="6829" y="59207"/>
                  <a:pt x="6001" y="58636"/>
                  <a:pt x="4886" y="57493"/>
                </a:cubicBezTo>
                <a:cubicBezTo>
                  <a:pt x="3743" y="56378"/>
                  <a:pt x="3172" y="55550"/>
                  <a:pt x="3172" y="55064"/>
                </a:cubicBezTo>
                <a:cubicBezTo>
                  <a:pt x="3172" y="54550"/>
                  <a:pt x="3886" y="53578"/>
                  <a:pt x="5258" y="52064"/>
                </a:cubicBezTo>
                <a:cubicBezTo>
                  <a:pt x="6629" y="50549"/>
                  <a:pt x="8201" y="48663"/>
                  <a:pt x="9944" y="46434"/>
                </a:cubicBezTo>
                <a:cubicBezTo>
                  <a:pt x="11716" y="44177"/>
                  <a:pt x="13345" y="41034"/>
                  <a:pt x="14830" y="37033"/>
                </a:cubicBezTo>
                <a:cubicBezTo>
                  <a:pt x="16345" y="33004"/>
                  <a:pt x="17345" y="28432"/>
                  <a:pt x="17859" y="23317"/>
                </a:cubicBezTo>
                <a:lnTo>
                  <a:pt x="17859" y="21060"/>
                </a:lnTo>
                <a:lnTo>
                  <a:pt x="17659" y="21231"/>
                </a:lnTo>
                <a:cubicBezTo>
                  <a:pt x="17402" y="21374"/>
                  <a:pt x="17088" y="21488"/>
                  <a:pt x="16716" y="21603"/>
                </a:cubicBezTo>
                <a:cubicBezTo>
                  <a:pt x="16345" y="21746"/>
                  <a:pt x="15973" y="21917"/>
                  <a:pt x="15602" y="22174"/>
                </a:cubicBezTo>
                <a:cubicBezTo>
                  <a:pt x="15202" y="22431"/>
                  <a:pt x="14659" y="22546"/>
                  <a:pt x="13887" y="22546"/>
                </a:cubicBezTo>
                <a:cubicBezTo>
                  <a:pt x="13145" y="22546"/>
                  <a:pt x="12402" y="22603"/>
                  <a:pt x="11630" y="22746"/>
                </a:cubicBezTo>
                <a:cubicBezTo>
                  <a:pt x="8258" y="22746"/>
                  <a:pt x="5515" y="21688"/>
                  <a:pt x="3372" y="19545"/>
                </a:cubicBezTo>
                <a:lnTo>
                  <a:pt x="0" y="1617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534BB-900A-4D77-BAC7-6B15C7DB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924" y="2441534"/>
            <a:ext cx="24803" cy="59322"/>
          </a:xfrm>
          <a:custGeom xmlns:a="http://schemas.openxmlformats.org/drawingml/2006/main">
            <a:pathLst>
              <a:path w="24803" h="59322" fill="none">
                <a:moveTo>
                  <a:pt x="0" y="16173"/>
                </a:moveTo>
                <a:cubicBezTo>
                  <a:pt x="0" y="16173"/>
                  <a:pt x="0" y="14602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602" y="0"/>
                  <a:pt x="17717" y="1572"/>
                  <a:pt x="20488" y="4686"/>
                </a:cubicBezTo>
                <a:cubicBezTo>
                  <a:pt x="23231" y="7830"/>
                  <a:pt x="24689" y="13345"/>
                  <a:pt x="24803" y="21231"/>
                </a:cubicBezTo>
                <a:cubicBezTo>
                  <a:pt x="24803" y="25603"/>
                  <a:pt x="24232" y="29889"/>
                  <a:pt x="23117" y="34004"/>
                </a:cubicBezTo>
                <a:cubicBezTo>
                  <a:pt x="21974" y="38148"/>
                  <a:pt x="20660" y="41719"/>
                  <a:pt x="19174" y="44720"/>
                </a:cubicBezTo>
                <a:cubicBezTo>
                  <a:pt x="17659" y="47749"/>
                  <a:pt x="16031" y="50321"/>
                  <a:pt x="14288" y="52435"/>
                </a:cubicBezTo>
                <a:cubicBezTo>
                  <a:pt x="12516" y="54550"/>
                  <a:pt x="11030" y="56264"/>
                  <a:pt x="9773" y="57493"/>
                </a:cubicBezTo>
                <a:cubicBezTo>
                  <a:pt x="8515" y="58779"/>
                  <a:pt x="7687" y="59322"/>
                  <a:pt x="7315" y="59207"/>
                </a:cubicBezTo>
                <a:cubicBezTo>
                  <a:pt x="6829" y="59207"/>
                  <a:pt x="6001" y="58636"/>
                  <a:pt x="4886" y="57493"/>
                </a:cubicBezTo>
                <a:cubicBezTo>
                  <a:pt x="3743" y="56378"/>
                  <a:pt x="3172" y="55550"/>
                  <a:pt x="3172" y="55064"/>
                </a:cubicBezTo>
                <a:cubicBezTo>
                  <a:pt x="3172" y="54550"/>
                  <a:pt x="3886" y="53578"/>
                  <a:pt x="5258" y="52064"/>
                </a:cubicBezTo>
                <a:cubicBezTo>
                  <a:pt x="6629" y="50549"/>
                  <a:pt x="8201" y="48663"/>
                  <a:pt x="9944" y="46434"/>
                </a:cubicBezTo>
                <a:cubicBezTo>
                  <a:pt x="11716" y="44177"/>
                  <a:pt x="13345" y="41034"/>
                  <a:pt x="14830" y="37033"/>
                </a:cubicBezTo>
                <a:cubicBezTo>
                  <a:pt x="16345" y="33004"/>
                  <a:pt x="17345" y="28432"/>
                  <a:pt x="17859" y="23317"/>
                </a:cubicBezTo>
                <a:lnTo>
                  <a:pt x="17859" y="21060"/>
                </a:lnTo>
                <a:lnTo>
                  <a:pt x="17659" y="21231"/>
                </a:lnTo>
                <a:cubicBezTo>
                  <a:pt x="17402" y="21374"/>
                  <a:pt x="17088" y="21488"/>
                  <a:pt x="16716" y="21603"/>
                </a:cubicBezTo>
                <a:cubicBezTo>
                  <a:pt x="16345" y="21746"/>
                  <a:pt x="15973" y="21917"/>
                  <a:pt x="15602" y="22174"/>
                </a:cubicBezTo>
                <a:cubicBezTo>
                  <a:pt x="15202" y="22431"/>
                  <a:pt x="14659" y="22546"/>
                  <a:pt x="13887" y="22546"/>
                </a:cubicBezTo>
                <a:cubicBezTo>
                  <a:pt x="13145" y="22546"/>
                  <a:pt x="12402" y="22603"/>
                  <a:pt x="11630" y="22746"/>
                </a:cubicBezTo>
                <a:cubicBezTo>
                  <a:pt x="8258" y="22746"/>
                  <a:pt x="5515" y="21688"/>
                  <a:pt x="3372" y="19545"/>
                </a:cubicBezTo>
                <a:lnTo>
                  <a:pt x="0" y="16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D9EF4-DB3D-48F0-B6A6-45265DD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248" y="2381183"/>
            <a:ext cx="74352" cy="85411"/>
          </a:xfrm>
          <a:custGeom xmlns:a="http://schemas.openxmlformats.org/drawingml/2006/main">
            <a:pathLst>
              <a:path w="74352" h="85411">
                <a:moveTo>
                  <a:pt x="0" y="53207"/>
                </a:moveTo>
                <a:cubicBezTo>
                  <a:pt x="0" y="39548"/>
                  <a:pt x="5372" y="27261"/>
                  <a:pt x="16145" y="16373"/>
                </a:cubicBezTo>
                <a:cubicBezTo>
                  <a:pt x="26918" y="5458"/>
                  <a:pt x="38576" y="0"/>
                  <a:pt x="51121" y="0"/>
                </a:cubicBezTo>
                <a:cubicBezTo>
                  <a:pt x="58122" y="0"/>
                  <a:pt x="63637" y="1514"/>
                  <a:pt x="67637" y="4515"/>
                </a:cubicBezTo>
                <a:cubicBezTo>
                  <a:pt x="71666" y="7544"/>
                  <a:pt x="73723" y="11459"/>
                  <a:pt x="73838" y="16373"/>
                </a:cubicBezTo>
                <a:cubicBezTo>
                  <a:pt x="73838" y="20003"/>
                  <a:pt x="72666" y="23060"/>
                  <a:pt x="70266" y="25575"/>
                </a:cubicBezTo>
                <a:cubicBezTo>
                  <a:pt x="67894" y="28089"/>
                  <a:pt x="64894" y="29404"/>
                  <a:pt x="61265" y="29518"/>
                </a:cubicBezTo>
                <a:cubicBezTo>
                  <a:pt x="58864" y="29518"/>
                  <a:pt x="56979" y="28889"/>
                  <a:pt x="55607" y="27632"/>
                </a:cubicBezTo>
                <a:cubicBezTo>
                  <a:pt x="54235" y="26375"/>
                  <a:pt x="53550" y="24517"/>
                  <a:pt x="53550" y="22003"/>
                </a:cubicBezTo>
                <a:cubicBezTo>
                  <a:pt x="53550" y="19488"/>
                  <a:pt x="54235" y="17374"/>
                  <a:pt x="55607" y="15602"/>
                </a:cubicBezTo>
                <a:cubicBezTo>
                  <a:pt x="56979" y="13859"/>
                  <a:pt x="58379" y="12544"/>
                  <a:pt x="59750" y="11659"/>
                </a:cubicBezTo>
                <a:cubicBezTo>
                  <a:pt x="61122" y="10801"/>
                  <a:pt x="62008" y="10401"/>
                  <a:pt x="62379" y="10544"/>
                </a:cubicBezTo>
                <a:lnTo>
                  <a:pt x="62579" y="10544"/>
                </a:lnTo>
                <a:cubicBezTo>
                  <a:pt x="62579" y="10287"/>
                  <a:pt x="62179" y="9916"/>
                  <a:pt x="61436" y="9401"/>
                </a:cubicBezTo>
                <a:cubicBezTo>
                  <a:pt x="60693" y="8915"/>
                  <a:pt x="59379" y="8401"/>
                  <a:pt x="57493" y="7887"/>
                </a:cubicBezTo>
                <a:cubicBezTo>
                  <a:pt x="55607" y="7401"/>
                  <a:pt x="53492" y="7144"/>
                  <a:pt x="51121" y="7144"/>
                </a:cubicBezTo>
                <a:cubicBezTo>
                  <a:pt x="47349" y="7144"/>
                  <a:pt x="43777" y="8030"/>
                  <a:pt x="40405" y="9773"/>
                </a:cubicBezTo>
                <a:cubicBezTo>
                  <a:pt x="37748" y="10916"/>
                  <a:pt x="35062" y="12859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774" y="48949"/>
                  <a:pt x="16459" y="56207"/>
                  <a:pt x="16345" y="60722"/>
                </a:cubicBezTo>
                <a:cubicBezTo>
                  <a:pt x="16345" y="66494"/>
                  <a:pt x="17945" y="70809"/>
                  <a:pt x="21203" y="73695"/>
                </a:cubicBezTo>
                <a:cubicBezTo>
                  <a:pt x="23974" y="76695"/>
                  <a:pt x="27603" y="78210"/>
                  <a:pt x="32118" y="78210"/>
                </a:cubicBezTo>
                <a:lnTo>
                  <a:pt x="32861" y="78210"/>
                </a:lnTo>
                <a:cubicBezTo>
                  <a:pt x="46920" y="78210"/>
                  <a:pt x="58493" y="72866"/>
                  <a:pt x="67637" y="62236"/>
                </a:cubicBezTo>
                <a:cubicBezTo>
                  <a:pt x="68780" y="60979"/>
                  <a:pt x="69523" y="60350"/>
                  <a:pt x="69894" y="60350"/>
                </a:cubicBezTo>
                <a:cubicBezTo>
                  <a:pt x="70409" y="60350"/>
                  <a:pt x="71209" y="60893"/>
                  <a:pt x="72352" y="62036"/>
                </a:cubicBezTo>
                <a:cubicBezTo>
                  <a:pt x="73466" y="63151"/>
                  <a:pt x="74095" y="64037"/>
                  <a:pt x="74238" y="64665"/>
                </a:cubicBezTo>
                <a:cubicBezTo>
                  <a:pt x="74352" y="65294"/>
                  <a:pt x="73781" y="66237"/>
                  <a:pt x="72523" y="67494"/>
                </a:cubicBezTo>
                <a:cubicBezTo>
                  <a:pt x="71266" y="68751"/>
                  <a:pt x="69466" y="70495"/>
                  <a:pt x="67094" y="72752"/>
                </a:cubicBezTo>
                <a:cubicBezTo>
                  <a:pt x="64694" y="75009"/>
                  <a:pt x="61893" y="76867"/>
                  <a:pt x="58607" y="78381"/>
                </a:cubicBezTo>
                <a:cubicBezTo>
                  <a:pt x="55350" y="79896"/>
                  <a:pt x="51349" y="81467"/>
                  <a:pt x="46606" y="83096"/>
                </a:cubicBezTo>
                <a:cubicBezTo>
                  <a:pt x="41834" y="84725"/>
                  <a:pt x="36833" y="85411"/>
                  <a:pt x="31547" y="85153"/>
                </a:cubicBezTo>
                <a:cubicBezTo>
                  <a:pt x="22174" y="85153"/>
                  <a:pt x="14573" y="82153"/>
                  <a:pt x="8801" y="76124"/>
                </a:cubicBezTo>
                <a:cubicBezTo>
                  <a:pt x="3058" y="70123"/>
                  <a:pt x="114" y="62465"/>
                  <a:pt x="0" y="5320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B1282-B104-422D-AF89-EC86076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248" y="2381183"/>
            <a:ext cx="74352" cy="85411"/>
          </a:xfrm>
          <a:custGeom xmlns:a="http://schemas.openxmlformats.org/drawingml/2006/main">
            <a:pathLst>
              <a:path w="74352" h="85411" fill="none">
                <a:moveTo>
                  <a:pt x="0" y="53207"/>
                </a:moveTo>
                <a:cubicBezTo>
                  <a:pt x="0" y="39548"/>
                  <a:pt x="5372" y="27261"/>
                  <a:pt x="16145" y="16373"/>
                </a:cubicBezTo>
                <a:cubicBezTo>
                  <a:pt x="26918" y="5458"/>
                  <a:pt x="38576" y="0"/>
                  <a:pt x="51121" y="0"/>
                </a:cubicBezTo>
                <a:cubicBezTo>
                  <a:pt x="58122" y="0"/>
                  <a:pt x="63637" y="1514"/>
                  <a:pt x="67637" y="4515"/>
                </a:cubicBezTo>
                <a:cubicBezTo>
                  <a:pt x="71666" y="7544"/>
                  <a:pt x="73723" y="11459"/>
                  <a:pt x="73838" y="16373"/>
                </a:cubicBezTo>
                <a:cubicBezTo>
                  <a:pt x="73838" y="20003"/>
                  <a:pt x="72666" y="23060"/>
                  <a:pt x="70266" y="25575"/>
                </a:cubicBezTo>
                <a:cubicBezTo>
                  <a:pt x="67894" y="28089"/>
                  <a:pt x="64894" y="29404"/>
                  <a:pt x="61265" y="29518"/>
                </a:cubicBezTo>
                <a:cubicBezTo>
                  <a:pt x="58864" y="29518"/>
                  <a:pt x="56979" y="28889"/>
                  <a:pt x="55607" y="27632"/>
                </a:cubicBezTo>
                <a:cubicBezTo>
                  <a:pt x="54235" y="26375"/>
                  <a:pt x="53550" y="24517"/>
                  <a:pt x="53550" y="22003"/>
                </a:cubicBezTo>
                <a:cubicBezTo>
                  <a:pt x="53550" y="19488"/>
                  <a:pt x="54235" y="17374"/>
                  <a:pt x="55607" y="15602"/>
                </a:cubicBezTo>
                <a:cubicBezTo>
                  <a:pt x="56979" y="13859"/>
                  <a:pt x="58379" y="12544"/>
                  <a:pt x="59750" y="11659"/>
                </a:cubicBezTo>
                <a:cubicBezTo>
                  <a:pt x="61122" y="10801"/>
                  <a:pt x="62008" y="10401"/>
                  <a:pt x="62379" y="10544"/>
                </a:cubicBezTo>
                <a:lnTo>
                  <a:pt x="62579" y="10544"/>
                </a:lnTo>
                <a:cubicBezTo>
                  <a:pt x="62579" y="10287"/>
                  <a:pt x="62179" y="9916"/>
                  <a:pt x="61436" y="9401"/>
                </a:cubicBezTo>
                <a:cubicBezTo>
                  <a:pt x="60693" y="8915"/>
                  <a:pt x="59379" y="8401"/>
                  <a:pt x="57493" y="7887"/>
                </a:cubicBezTo>
                <a:cubicBezTo>
                  <a:pt x="55607" y="7401"/>
                  <a:pt x="53492" y="7144"/>
                  <a:pt x="51121" y="7144"/>
                </a:cubicBezTo>
                <a:cubicBezTo>
                  <a:pt x="47349" y="7144"/>
                  <a:pt x="43777" y="8030"/>
                  <a:pt x="40405" y="9773"/>
                </a:cubicBezTo>
                <a:cubicBezTo>
                  <a:pt x="37748" y="10916"/>
                  <a:pt x="35062" y="12859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774" y="48949"/>
                  <a:pt x="16459" y="56207"/>
                  <a:pt x="16345" y="60722"/>
                </a:cubicBezTo>
                <a:cubicBezTo>
                  <a:pt x="16345" y="66494"/>
                  <a:pt x="17945" y="70809"/>
                  <a:pt x="21203" y="73695"/>
                </a:cubicBezTo>
                <a:cubicBezTo>
                  <a:pt x="23974" y="76695"/>
                  <a:pt x="27603" y="78210"/>
                  <a:pt x="32118" y="78210"/>
                </a:cubicBezTo>
                <a:lnTo>
                  <a:pt x="32861" y="78210"/>
                </a:lnTo>
                <a:cubicBezTo>
                  <a:pt x="46920" y="78210"/>
                  <a:pt x="58493" y="72866"/>
                  <a:pt x="67637" y="62236"/>
                </a:cubicBezTo>
                <a:cubicBezTo>
                  <a:pt x="68780" y="60979"/>
                  <a:pt x="69523" y="60350"/>
                  <a:pt x="69894" y="60350"/>
                </a:cubicBezTo>
                <a:cubicBezTo>
                  <a:pt x="70409" y="60350"/>
                  <a:pt x="71209" y="60893"/>
                  <a:pt x="72352" y="62036"/>
                </a:cubicBezTo>
                <a:cubicBezTo>
                  <a:pt x="73466" y="63151"/>
                  <a:pt x="74095" y="64037"/>
                  <a:pt x="74238" y="64665"/>
                </a:cubicBezTo>
                <a:cubicBezTo>
                  <a:pt x="74352" y="65294"/>
                  <a:pt x="73781" y="66237"/>
                  <a:pt x="72523" y="67494"/>
                </a:cubicBezTo>
                <a:cubicBezTo>
                  <a:pt x="71266" y="68751"/>
                  <a:pt x="69466" y="70495"/>
                  <a:pt x="67094" y="72752"/>
                </a:cubicBezTo>
                <a:cubicBezTo>
                  <a:pt x="64694" y="75009"/>
                  <a:pt x="61893" y="76867"/>
                  <a:pt x="58607" y="78381"/>
                </a:cubicBezTo>
                <a:cubicBezTo>
                  <a:pt x="55350" y="79896"/>
                  <a:pt x="51349" y="81467"/>
                  <a:pt x="46606" y="83096"/>
                </a:cubicBezTo>
                <a:cubicBezTo>
                  <a:pt x="41834" y="84725"/>
                  <a:pt x="36833" y="85411"/>
                  <a:pt x="31547" y="85153"/>
                </a:cubicBezTo>
                <a:cubicBezTo>
                  <a:pt x="22174" y="85153"/>
                  <a:pt x="14573" y="82153"/>
                  <a:pt x="8801" y="76124"/>
                </a:cubicBezTo>
                <a:cubicBezTo>
                  <a:pt x="3058" y="70123"/>
                  <a:pt x="114" y="62465"/>
                  <a:pt x="0" y="532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29D09-327F-4A8F-A46D-F6917567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601" y="2403958"/>
            <a:ext cx="55950" cy="91440"/>
          </a:xfrm>
          <a:custGeom xmlns:a="http://schemas.openxmlformats.org/drawingml/2006/main">
            <a:pathLst>
              <a:path w="55950" h="91440">
                <a:moveTo>
                  <a:pt x="7572" y="10773"/>
                </a:moveTo>
                <a:cubicBezTo>
                  <a:pt x="12544" y="3600"/>
                  <a:pt x="19317" y="0"/>
                  <a:pt x="27918" y="0"/>
                </a:cubicBezTo>
                <a:cubicBezTo>
                  <a:pt x="32175" y="0"/>
                  <a:pt x="36405" y="1143"/>
                  <a:pt x="40662" y="3458"/>
                </a:cubicBezTo>
                <a:cubicBezTo>
                  <a:pt x="44920" y="5772"/>
                  <a:pt x="48377" y="9830"/>
                  <a:pt x="51035" y="15688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722"/>
                  <a:pt x="54064" y="70209"/>
                  <a:pt x="50235" y="77467"/>
                </a:cubicBezTo>
                <a:cubicBezTo>
                  <a:pt x="48463" y="81210"/>
                  <a:pt x="46034" y="84153"/>
                  <a:pt x="42948" y="86382"/>
                </a:cubicBezTo>
                <a:cubicBezTo>
                  <a:pt x="39834" y="88611"/>
                  <a:pt x="37119" y="89983"/>
                  <a:pt x="34833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2" y="91154"/>
                  <a:pt x="21146" y="90640"/>
                </a:cubicBezTo>
                <a:cubicBezTo>
                  <a:pt x="18831" y="90097"/>
                  <a:pt x="16145" y="88697"/>
                  <a:pt x="13030" y="86382"/>
                </a:cubicBezTo>
                <a:cubicBezTo>
                  <a:pt x="9916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15" y="18831"/>
                  <a:pt x="7572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15"/>
                  <a:pt x="28032" y="4915"/>
                </a:cubicBezTo>
                <a:cubicBezTo>
                  <a:pt x="24317" y="4915"/>
                  <a:pt x="21146" y="6344"/>
                  <a:pt x="18488" y="9173"/>
                </a:cubicBezTo>
                <a:cubicBezTo>
                  <a:pt x="16259" y="11487"/>
                  <a:pt x="14802" y="14659"/>
                  <a:pt x="14087" y="18745"/>
                </a:cubicBezTo>
                <a:cubicBezTo>
                  <a:pt x="13402" y="22831"/>
                  <a:pt x="13030" y="31318"/>
                  <a:pt x="13030" y="44263"/>
                </a:cubicBezTo>
                <a:cubicBezTo>
                  <a:pt x="13030" y="58264"/>
                  <a:pt x="13402" y="67466"/>
                  <a:pt x="14087" y="71895"/>
                </a:cubicBezTo>
                <a:cubicBezTo>
                  <a:pt x="14802" y="76324"/>
                  <a:pt x="16402" y="79810"/>
                  <a:pt x="18888" y="82382"/>
                </a:cubicBezTo>
                <a:cubicBezTo>
                  <a:pt x="21346" y="85039"/>
                  <a:pt x="24403" y="86382"/>
                  <a:pt x="28032" y="86382"/>
                </a:cubicBezTo>
                <a:cubicBezTo>
                  <a:pt x="31604" y="86382"/>
                  <a:pt x="34604" y="85039"/>
                  <a:pt x="37090" y="82382"/>
                </a:cubicBezTo>
                <a:cubicBezTo>
                  <a:pt x="39662" y="79724"/>
                  <a:pt x="41262" y="76010"/>
                  <a:pt x="41862" y="71237"/>
                </a:cubicBezTo>
                <a:cubicBezTo>
                  <a:pt x="42491" y="66465"/>
                  <a:pt x="42834" y="57464"/>
                  <a:pt x="42948" y="44263"/>
                </a:cubicBezTo>
                <a:cubicBezTo>
                  <a:pt x="42948" y="31404"/>
                  <a:pt x="42577" y="22946"/>
                  <a:pt x="41862" y="18888"/>
                </a:cubicBezTo>
                <a:cubicBezTo>
                  <a:pt x="41148" y="14802"/>
                  <a:pt x="39691" y="11573"/>
                  <a:pt x="37490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A2E81-0667-45B8-9F45-03AF707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601" y="2403958"/>
            <a:ext cx="55950" cy="91440"/>
          </a:xfrm>
          <a:custGeom xmlns:a="http://schemas.openxmlformats.org/drawingml/2006/main">
            <a:pathLst>
              <a:path w="55950" h="91440" fill="none">
                <a:moveTo>
                  <a:pt x="7572" y="10773"/>
                </a:moveTo>
                <a:cubicBezTo>
                  <a:pt x="12544" y="3600"/>
                  <a:pt x="19317" y="0"/>
                  <a:pt x="27918" y="0"/>
                </a:cubicBezTo>
                <a:cubicBezTo>
                  <a:pt x="32175" y="0"/>
                  <a:pt x="36405" y="1143"/>
                  <a:pt x="40662" y="3458"/>
                </a:cubicBezTo>
                <a:cubicBezTo>
                  <a:pt x="44920" y="5772"/>
                  <a:pt x="48377" y="9830"/>
                  <a:pt x="51035" y="15688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722"/>
                  <a:pt x="54064" y="70209"/>
                  <a:pt x="50235" y="77467"/>
                </a:cubicBezTo>
                <a:cubicBezTo>
                  <a:pt x="48463" y="81210"/>
                  <a:pt x="46034" y="84153"/>
                  <a:pt x="42948" y="86382"/>
                </a:cubicBezTo>
                <a:cubicBezTo>
                  <a:pt x="39834" y="88611"/>
                  <a:pt x="37119" y="89983"/>
                  <a:pt x="34833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2" y="91154"/>
                  <a:pt x="21146" y="90640"/>
                </a:cubicBezTo>
                <a:cubicBezTo>
                  <a:pt x="18831" y="90097"/>
                  <a:pt x="16145" y="88697"/>
                  <a:pt x="13030" y="86382"/>
                </a:cubicBezTo>
                <a:cubicBezTo>
                  <a:pt x="9916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15" y="18831"/>
                  <a:pt x="7572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15"/>
                  <a:pt x="28032" y="4915"/>
                </a:cubicBezTo>
                <a:cubicBezTo>
                  <a:pt x="24317" y="4915"/>
                  <a:pt x="21146" y="6344"/>
                  <a:pt x="18488" y="9173"/>
                </a:cubicBezTo>
                <a:cubicBezTo>
                  <a:pt x="16259" y="11487"/>
                  <a:pt x="14802" y="14659"/>
                  <a:pt x="14087" y="18745"/>
                </a:cubicBezTo>
                <a:cubicBezTo>
                  <a:pt x="13402" y="22831"/>
                  <a:pt x="13030" y="31318"/>
                  <a:pt x="13030" y="44263"/>
                </a:cubicBezTo>
                <a:cubicBezTo>
                  <a:pt x="13030" y="58264"/>
                  <a:pt x="13402" y="67466"/>
                  <a:pt x="14087" y="71895"/>
                </a:cubicBezTo>
                <a:cubicBezTo>
                  <a:pt x="14802" y="76324"/>
                  <a:pt x="16402" y="79810"/>
                  <a:pt x="18888" y="82382"/>
                </a:cubicBezTo>
                <a:cubicBezTo>
                  <a:pt x="21346" y="85039"/>
                  <a:pt x="24403" y="86382"/>
                  <a:pt x="28032" y="86382"/>
                </a:cubicBezTo>
                <a:cubicBezTo>
                  <a:pt x="31604" y="86382"/>
                  <a:pt x="34604" y="85039"/>
                  <a:pt x="37090" y="82382"/>
                </a:cubicBezTo>
                <a:cubicBezTo>
                  <a:pt x="39662" y="79724"/>
                  <a:pt x="41262" y="76010"/>
                  <a:pt x="41862" y="71237"/>
                </a:cubicBezTo>
                <a:cubicBezTo>
                  <a:pt x="42491" y="66465"/>
                  <a:pt x="42834" y="57464"/>
                  <a:pt x="42948" y="44263"/>
                </a:cubicBezTo>
                <a:cubicBezTo>
                  <a:pt x="42948" y="31404"/>
                  <a:pt x="42577" y="22946"/>
                  <a:pt x="41862" y="18888"/>
                </a:cubicBezTo>
                <a:cubicBezTo>
                  <a:pt x="41148" y="14802"/>
                  <a:pt x="39691" y="11573"/>
                  <a:pt x="37490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9BB83-9D71-4F80-92F2-178A2842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388" y="2351865"/>
            <a:ext cx="104499" cy="116557"/>
          </a:xfrm>
          <a:custGeom xmlns:a="http://schemas.openxmlformats.org/drawingml/2006/main">
            <a:pathLst>
              <a:path w="104499" h="116557">
                <a:moveTo>
                  <a:pt x="49435" y="1314"/>
                </a:moveTo>
                <a:cubicBezTo>
                  <a:pt x="50321" y="457"/>
                  <a:pt x="51235" y="0"/>
                  <a:pt x="52264" y="0"/>
                </a:cubicBezTo>
                <a:cubicBezTo>
                  <a:pt x="53635" y="0"/>
                  <a:pt x="54578" y="457"/>
                  <a:pt x="55064" y="1314"/>
                </a:cubicBezTo>
                <a:cubicBezTo>
                  <a:pt x="55207" y="1429"/>
                  <a:pt x="59322" y="10601"/>
                  <a:pt x="67466" y="28775"/>
                </a:cubicBezTo>
                <a:cubicBezTo>
                  <a:pt x="75638" y="46920"/>
                  <a:pt x="83839" y="65351"/>
                  <a:pt x="92097" y="84011"/>
                </a:cubicBezTo>
                <a:cubicBezTo>
                  <a:pt x="100384" y="102699"/>
                  <a:pt x="104499" y="112414"/>
                  <a:pt x="104499" y="113157"/>
                </a:cubicBezTo>
                <a:cubicBezTo>
                  <a:pt x="104242" y="115414"/>
                  <a:pt x="103013" y="116557"/>
                  <a:pt x="100755" y="116557"/>
                </a:cubicBezTo>
                <a:cubicBezTo>
                  <a:pt x="100384" y="116557"/>
                  <a:pt x="100070" y="116472"/>
                  <a:pt x="99812" y="116357"/>
                </a:cubicBezTo>
                <a:cubicBezTo>
                  <a:pt x="99555" y="116215"/>
                  <a:pt x="99241" y="116157"/>
                  <a:pt x="98870" y="116157"/>
                </a:cubicBezTo>
                <a:cubicBezTo>
                  <a:pt x="98498" y="116157"/>
                  <a:pt x="98241" y="115986"/>
                  <a:pt x="98127" y="115586"/>
                </a:cubicBezTo>
                <a:cubicBezTo>
                  <a:pt x="97984" y="115214"/>
                  <a:pt x="97869" y="114986"/>
                  <a:pt x="97726" y="114843"/>
                </a:cubicBezTo>
                <a:cubicBezTo>
                  <a:pt x="97612" y="114729"/>
                  <a:pt x="97412" y="114471"/>
                  <a:pt x="97184" y="114100"/>
                </a:cubicBezTo>
                <a:cubicBezTo>
                  <a:pt x="96926" y="113729"/>
                  <a:pt x="96812" y="113414"/>
                  <a:pt x="96812" y="113157"/>
                </a:cubicBezTo>
                <a:lnTo>
                  <a:pt x="52264" y="13173"/>
                </a:lnTo>
                <a:lnTo>
                  <a:pt x="7715" y="113157"/>
                </a:lnTo>
                <a:cubicBezTo>
                  <a:pt x="6572" y="115157"/>
                  <a:pt x="5572" y="116215"/>
                  <a:pt x="4686" y="116357"/>
                </a:cubicBezTo>
                <a:cubicBezTo>
                  <a:pt x="4458" y="116472"/>
                  <a:pt x="4143" y="116557"/>
                  <a:pt x="3772" y="116557"/>
                </a:cubicBezTo>
                <a:cubicBezTo>
                  <a:pt x="1514" y="116557"/>
                  <a:pt x="257" y="115414"/>
                  <a:pt x="0" y="113157"/>
                </a:cubicBezTo>
                <a:cubicBezTo>
                  <a:pt x="0" y="112414"/>
                  <a:pt x="4086" y="102756"/>
                  <a:pt x="12230" y="84211"/>
                </a:cubicBezTo>
                <a:cubicBezTo>
                  <a:pt x="20374" y="65665"/>
                  <a:pt x="28575" y="47263"/>
                  <a:pt x="36833" y="28946"/>
                </a:cubicBezTo>
                <a:cubicBezTo>
                  <a:pt x="45120" y="10658"/>
                  <a:pt x="49292" y="1429"/>
                  <a:pt x="49435" y="1314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93237-6462-46ED-A6B7-47F0858B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388" y="2351865"/>
            <a:ext cx="104499" cy="116557"/>
          </a:xfrm>
          <a:custGeom xmlns:a="http://schemas.openxmlformats.org/drawingml/2006/main">
            <a:pathLst>
              <a:path w="104499" h="116557" fill="none">
                <a:moveTo>
                  <a:pt x="49435" y="1314"/>
                </a:moveTo>
                <a:cubicBezTo>
                  <a:pt x="50321" y="457"/>
                  <a:pt x="51235" y="0"/>
                  <a:pt x="52264" y="0"/>
                </a:cubicBezTo>
                <a:cubicBezTo>
                  <a:pt x="53635" y="0"/>
                  <a:pt x="54578" y="457"/>
                  <a:pt x="55064" y="1314"/>
                </a:cubicBezTo>
                <a:cubicBezTo>
                  <a:pt x="55207" y="1429"/>
                  <a:pt x="59322" y="10601"/>
                  <a:pt x="67466" y="28775"/>
                </a:cubicBezTo>
                <a:cubicBezTo>
                  <a:pt x="75638" y="46920"/>
                  <a:pt x="83839" y="65351"/>
                  <a:pt x="92097" y="84011"/>
                </a:cubicBezTo>
                <a:cubicBezTo>
                  <a:pt x="100384" y="102699"/>
                  <a:pt x="104499" y="112414"/>
                  <a:pt x="104499" y="113157"/>
                </a:cubicBezTo>
                <a:cubicBezTo>
                  <a:pt x="104242" y="115414"/>
                  <a:pt x="103013" y="116557"/>
                  <a:pt x="100755" y="116557"/>
                </a:cubicBezTo>
                <a:cubicBezTo>
                  <a:pt x="100384" y="116557"/>
                  <a:pt x="100070" y="116472"/>
                  <a:pt x="99812" y="116357"/>
                </a:cubicBezTo>
                <a:cubicBezTo>
                  <a:pt x="99555" y="116215"/>
                  <a:pt x="99241" y="116157"/>
                  <a:pt x="98870" y="116157"/>
                </a:cubicBezTo>
                <a:cubicBezTo>
                  <a:pt x="98498" y="116157"/>
                  <a:pt x="98241" y="115986"/>
                  <a:pt x="98127" y="115586"/>
                </a:cubicBezTo>
                <a:cubicBezTo>
                  <a:pt x="97984" y="115214"/>
                  <a:pt x="97869" y="114986"/>
                  <a:pt x="97726" y="114843"/>
                </a:cubicBezTo>
                <a:cubicBezTo>
                  <a:pt x="97612" y="114729"/>
                  <a:pt x="97412" y="114471"/>
                  <a:pt x="97184" y="114100"/>
                </a:cubicBezTo>
                <a:cubicBezTo>
                  <a:pt x="96926" y="113729"/>
                  <a:pt x="96812" y="113414"/>
                  <a:pt x="96812" y="113157"/>
                </a:cubicBezTo>
                <a:lnTo>
                  <a:pt x="52264" y="13173"/>
                </a:lnTo>
                <a:lnTo>
                  <a:pt x="7715" y="113157"/>
                </a:lnTo>
                <a:cubicBezTo>
                  <a:pt x="6572" y="115157"/>
                  <a:pt x="5572" y="116215"/>
                  <a:pt x="4686" y="116357"/>
                </a:cubicBezTo>
                <a:cubicBezTo>
                  <a:pt x="4458" y="116472"/>
                  <a:pt x="4143" y="116557"/>
                  <a:pt x="3772" y="116557"/>
                </a:cubicBezTo>
                <a:cubicBezTo>
                  <a:pt x="1514" y="116557"/>
                  <a:pt x="257" y="115414"/>
                  <a:pt x="0" y="113157"/>
                </a:cubicBezTo>
                <a:cubicBezTo>
                  <a:pt x="0" y="112414"/>
                  <a:pt x="4086" y="102756"/>
                  <a:pt x="12230" y="84211"/>
                </a:cubicBezTo>
                <a:cubicBezTo>
                  <a:pt x="20374" y="65665"/>
                  <a:pt x="28575" y="47263"/>
                  <a:pt x="36833" y="28946"/>
                </a:cubicBezTo>
                <a:cubicBezTo>
                  <a:pt x="45120" y="10658"/>
                  <a:pt x="49292" y="1429"/>
                  <a:pt x="49435" y="13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C47DA-A64D-475D-BDCF-A50211D0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580" y="2381183"/>
            <a:ext cx="74352" cy="85411"/>
          </a:xfrm>
          <a:custGeom xmlns:a="http://schemas.openxmlformats.org/drawingml/2006/main">
            <a:pathLst>
              <a:path w="74352" h="85411">
                <a:moveTo>
                  <a:pt x="0" y="53207"/>
                </a:moveTo>
                <a:cubicBezTo>
                  <a:pt x="0" y="39548"/>
                  <a:pt x="5372" y="27261"/>
                  <a:pt x="16173" y="16373"/>
                </a:cubicBezTo>
                <a:cubicBezTo>
                  <a:pt x="26946" y="5458"/>
                  <a:pt x="38576" y="0"/>
                  <a:pt x="51121" y="0"/>
                </a:cubicBezTo>
                <a:cubicBezTo>
                  <a:pt x="58122" y="0"/>
                  <a:pt x="63637" y="1514"/>
                  <a:pt x="67666" y="4515"/>
                </a:cubicBezTo>
                <a:cubicBezTo>
                  <a:pt x="71666" y="7544"/>
                  <a:pt x="73723" y="11459"/>
                  <a:pt x="73866" y="16373"/>
                </a:cubicBezTo>
                <a:cubicBezTo>
                  <a:pt x="73866" y="20003"/>
                  <a:pt x="72666" y="23060"/>
                  <a:pt x="70294" y="25575"/>
                </a:cubicBezTo>
                <a:cubicBezTo>
                  <a:pt x="67923" y="28089"/>
                  <a:pt x="64894" y="29404"/>
                  <a:pt x="61265" y="29518"/>
                </a:cubicBezTo>
                <a:cubicBezTo>
                  <a:pt x="58893" y="29518"/>
                  <a:pt x="57007" y="28889"/>
                  <a:pt x="55636" y="27632"/>
                </a:cubicBezTo>
                <a:cubicBezTo>
                  <a:pt x="54235" y="26375"/>
                  <a:pt x="53578" y="24517"/>
                  <a:pt x="53578" y="22003"/>
                </a:cubicBezTo>
                <a:cubicBezTo>
                  <a:pt x="53578" y="19488"/>
                  <a:pt x="54235" y="17374"/>
                  <a:pt x="55636" y="15602"/>
                </a:cubicBezTo>
                <a:cubicBezTo>
                  <a:pt x="57007" y="13859"/>
                  <a:pt x="58379" y="12544"/>
                  <a:pt x="59750" y="11659"/>
                </a:cubicBezTo>
                <a:cubicBezTo>
                  <a:pt x="61150" y="10801"/>
                  <a:pt x="62008" y="10401"/>
                  <a:pt x="62408" y="10544"/>
                </a:cubicBezTo>
                <a:lnTo>
                  <a:pt x="62579" y="10544"/>
                </a:lnTo>
                <a:cubicBezTo>
                  <a:pt x="62579" y="10287"/>
                  <a:pt x="62208" y="9916"/>
                  <a:pt x="61465" y="9401"/>
                </a:cubicBezTo>
                <a:cubicBezTo>
                  <a:pt x="60722" y="8915"/>
                  <a:pt x="59379" y="8401"/>
                  <a:pt x="57493" y="7887"/>
                </a:cubicBezTo>
                <a:cubicBezTo>
                  <a:pt x="55636" y="7401"/>
                  <a:pt x="53492" y="7144"/>
                  <a:pt x="51121" y="7144"/>
                </a:cubicBezTo>
                <a:cubicBezTo>
                  <a:pt x="47349" y="7144"/>
                  <a:pt x="43777" y="8030"/>
                  <a:pt x="40405" y="9773"/>
                </a:cubicBezTo>
                <a:cubicBezTo>
                  <a:pt x="37776" y="10916"/>
                  <a:pt x="35090" y="12859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802" y="48949"/>
                  <a:pt x="16488" y="56207"/>
                  <a:pt x="16345" y="60722"/>
                </a:cubicBezTo>
                <a:cubicBezTo>
                  <a:pt x="16345" y="66494"/>
                  <a:pt x="17974" y="70809"/>
                  <a:pt x="21231" y="73695"/>
                </a:cubicBezTo>
                <a:cubicBezTo>
                  <a:pt x="23974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20" y="78210"/>
                  <a:pt x="58522" y="72866"/>
                  <a:pt x="67666" y="62236"/>
                </a:cubicBezTo>
                <a:cubicBezTo>
                  <a:pt x="68780" y="60979"/>
                  <a:pt x="69552" y="60350"/>
                  <a:pt x="69923" y="60350"/>
                </a:cubicBezTo>
                <a:cubicBezTo>
                  <a:pt x="70409" y="60350"/>
                  <a:pt x="71237" y="60893"/>
                  <a:pt x="72352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52" y="65294"/>
                  <a:pt x="73809" y="66237"/>
                  <a:pt x="72552" y="67494"/>
                </a:cubicBezTo>
                <a:cubicBezTo>
                  <a:pt x="71295" y="68751"/>
                  <a:pt x="69466" y="70495"/>
                  <a:pt x="67094" y="72752"/>
                </a:cubicBezTo>
                <a:cubicBezTo>
                  <a:pt x="64722" y="75009"/>
                  <a:pt x="61893" y="76867"/>
                  <a:pt x="58636" y="78381"/>
                </a:cubicBezTo>
                <a:cubicBezTo>
                  <a:pt x="55378" y="79896"/>
                  <a:pt x="51378" y="81467"/>
                  <a:pt x="46606" y="83096"/>
                </a:cubicBezTo>
                <a:cubicBezTo>
                  <a:pt x="41834" y="84725"/>
                  <a:pt x="36833" y="85411"/>
                  <a:pt x="31575" y="85153"/>
                </a:cubicBezTo>
                <a:cubicBezTo>
                  <a:pt x="22174" y="85153"/>
                  <a:pt x="14602" y="82153"/>
                  <a:pt x="8830" y="76124"/>
                </a:cubicBezTo>
                <a:cubicBezTo>
                  <a:pt x="3058" y="70123"/>
                  <a:pt x="114" y="62465"/>
                  <a:pt x="0" y="5320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CD6F1-CBCE-4AC6-A97E-D32B844B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580" y="2381183"/>
            <a:ext cx="74352" cy="85411"/>
          </a:xfrm>
          <a:custGeom xmlns:a="http://schemas.openxmlformats.org/drawingml/2006/main">
            <a:pathLst>
              <a:path w="74352" h="85411" fill="none">
                <a:moveTo>
                  <a:pt x="0" y="53207"/>
                </a:moveTo>
                <a:cubicBezTo>
                  <a:pt x="0" y="39548"/>
                  <a:pt x="5372" y="27261"/>
                  <a:pt x="16173" y="16373"/>
                </a:cubicBezTo>
                <a:cubicBezTo>
                  <a:pt x="26946" y="5458"/>
                  <a:pt x="38576" y="0"/>
                  <a:pt x="51121" y="0"/>
                </a:cubicBezTo>
                <a:cubicBezTo>
                  <a:pt x="58122" y="0"/>
                  <a:pt x="63637" y="1514"/>
                  <a:pt x="67666" y="4515"/>
                </a:cubicBezTo>
                <a:cubicBezTo>
                  <a:pt x="71666" y="7544"/>
                  <a:pt x="73723" y="11459"/>
                  <a:pt x="73866" y="16373"/>
                </a:cubicBezTo>
                <a:cubicBezTo>
                  <a:pt x="73866" y="20003"/>
                  <a:pt x="72666" y="23060"/>
                  <a:pt x="70294" y="25575"/>
                </a:cubicBezTo>
                <a:cubicBezTo>
                  <a:pt x="67923" y="28089"/>
                  <a:pt x="64894" y="29404"/>
                  <a:pt x="61265" y="29518"/>
                </a:cubicBezTo>
                <a:cubicBezTo>
                  <a:pt x="58893" y="29518"/>
                  <a:pt x="57007" y="28889"/>
                  <a:pt x="55636" y="27632"/>
                </a:cubicBezTo>
                <a:cubicBezTo>
                  <a:pt x="54235" y="26375"/>
                  <a:pt x="53578" y="24517"/>
                  <a:pt x="53578" y="22003"/>
                </a:cubicBezTo>
                <a:cubicBezTo>
                  <a:pt x="53578" y="19488"/>
                  <a:pt x="54235" y="17374"/>
                  <a:pt x="55636" y="15602"/>
                </a:cubicBezTo>
                <a:cubicBezTo>
                  <a:pt x="57007" y="13859"/>
                  <a:pt x="58379" y="12544"/>
                  <a:pt x="59750" y="11659"/>
                </a:cubicBezTo>
                <a:cubicBezTo>
                  <a:pt x="61150" y="10801"/>
                  <a:pt x="62008" y="10401"/>
                  <a:pt x="62408" y="10544"/>
                </a:cubicBezTo>
                <a:lnTo>
                  <a:pt x="62579" y="10544"/>
                </a:lnTo>
                <a:cubicBezTo>
                  <a:pt x="62579" y="10287"/>
                  <a:pt x="62208" y="9916"/>
                  <a:pt x="61465" y="9401"/>
                </a:cubicBezTo>
                <a:cubicBezTo>
                  <a:pt x="60722" y="8915"/>
                  <a:pt x="59379" y="8401"/>
                  <a:pt x="57493" y="7887"/>
                </a:cubicBezTo>
                <a:cubicBezTo>
                  <a:pt x="55636" y="7401"/>
                  <a:pt x="53492" y="7144"/>
                  <a:pt x="51121" y="7144"/>
                </a:cubicBezTo>
                <a:cubicBezTo>
                  <a:pt x="47349" y="7144"/>
                  <a:pt x="43777" y="8030"/>
                  <a:pt x="40405" y="9773"/>
                </a:cubicBezTo>
                <a:cubicBezTo>
                  <a:pt x="37776" y="10916"/>
                  <a:pt x="35090" y="12859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802" y="48949"/>
                  <a:pt x="16488" y="56207"/>
                  <a:pt x="16345" y="60722"/>
                </a:cubicBezTo>
                <a:cubicBezTo>
                  <a:pt x="16345" y="66494"/>
                  <a:pt x="17974" y="70809"/>
                  <a:pt x="21231" y="73695"/>
                </a:cubicBezTo>
                <a:cubicBezTo>
                  <a:pt x="23974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20" y="78210"/>
                  <a:pt x="58522" y="72866"/>
                  <a:pt x="67666" y="62236"/>
                </a:cubicBezTo>
                <a:cubicBezTo>
                  <a:pt x="68780" y="60979"/>
                  <a:pt x="69552" y="60350"/>
                  <a:pt x="69923" y="60350"/>
                </a:cubicBezTo>
                <a:cubicBezTo>
                  <a:pt x="70409" y="60350"/>
                  <a:pt x="71237" y="60893"/>
                  <a:pt x="72352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52" y="65294"/>
                  <a:pt x="73809" y="66237"/>
                  <a:pt x="72552" y="67494"/>
                </a:cubicBezTo>
                <a:cubicBezTo>
                  <a:pt x="71295" y="68751"/>
                  <a:pt x="69466" y="70495"/>
                  <a:pt x="67094" y="72752"/>
                </a:cubicBezTo>
                <a:cubicBezTo>
                  <a:pt x="64722" y="75009"/>
                  <a:pt x="61893" y="76867"/>
                  <a:pt x="58636" y="78381"/>
                </a:cubicBezTo>
                <a:cubicBezTo>
                  <a:pt x="55378" y="79896"/>
                  <a:pt x="51378" y="81467"/>
                  <a:pt x="46606" y="83096"/>
                </a:cubicBezTo>
                <a:cubicBezTo>
                  <a:pt x="41834" y="84725"/>
                  <a:pt x="36833" y="85411"/>
                  <a:pt x="31575" y="85153"/>
                </a:cubicBezTo>
                <a:cubicBezTo>
                  <a:pt x="22174" y="85153"/>
                  <a:pt x="14602" y="82153"/>
                  <a:pt x="8830" y="76124"/>
                </a:cubicBezTo>
                <a:cubicBezTo>
                  <a:pt x="3058" y="70123"/>
                  <a:pt x="114" y="62465"/>
                  <a:pt x="0" y="532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99F76-7AE0-4170-9750-2A07F56E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792" y="2403958"/>
            <a:ext cx="45720" cy="88497"/>
          </a:xfrm>
          <a:custGeom xmlns:a="http://schemas.openxmlformats.org/drawingml/2006/main">
            <a:pathLst>
              <a:path w="45720" h="88497">
                <a:moveTo>
                  <a:pt x="17288" y="11687"/>
                </a:moveTo>
                <a:lnTo>
                  <a:pt x="15545" y="12373"/>
                </a:lnTo>
                <a:cubicBezTo>
                  <a:pt x="14316" y="12802"/>
                  <a:pt x="12544" y="13259"/>
                  <a:pt x="10258" y="13687"/>
                </a:cubicBezTo>
                <a:cubicBezTo>
                  <a:pt x="7944" y="14145"/>
                  <a:pt x="5372" y="14459"/>
                  <a:pt x="2543" y="14630"/>
                </a:cubicBezTo>
                <a:lnTo>
                  <a:pt x="0" y="14630"/>
                </a:lnTo>
                <a:lnTo>
                  <a:pt x="0" y="8515"/>
                </a:lnTo>
                <a:lnTo>
                  <a:pt x="2543" y="8515"/>
                </a:lnTo>
                <a:cubicBezTo>
                  <a:pt x="6687" y="8344"/>
                  <a:pt x="10544" y="7658"/>
                  <a:pt x="14087" y="6515"/>
                </a:cubicBezTo>
                <a:cubicBezTo>
                  <a:pt x="17659" y="5372"/>
                  <a:pt x="20117" y="4315"/>
                  <a:pt x="21546" y="3343"/>
                </a:cubicBezTo>
                <a:cubicBezTo>
                  <a:pt x="22946" y="2343"/>
                  <a:pt x="24203" y="1372"/>
                  <a:pt x="25260" y="400"/>
                </a:cubicBezTo>
                <a:cubicBezTo>
                  <a:pt x="25432" y="143"/>
                  <a:pt x="25975" y="0"/>
                  <a:pt x="26860" y="0"/>
                </a:cubicBezTo>
                <a:cubicBezTo>
                  <a:pt x="27661" y="0"/>
                  <a:pt x="28404" y="257"/>
                  <a:pt x="29118" y="800"/>
                </a:cubicBezTo>
                <a:lnTo>
                  <a:pt x="29118" y="40519"/>
                </a:lnTo>
                <a:lnTo>
                  <a:pt x="29232" y="80410"/>
                </a:lnTo>
                <a:cubicBezTo>
                  <a:pt x="29861" y="81010"/>
                  <a:pt x="30404" y="81410"/>
                  <a:pt x="30832" y="81610"/>
                </a:cubicBezTo>
                <a:cubicBezTo>
                  <a:pt x="31290" y="81782"/>
                  <a:pt x="32347" y="81953"/>
                  <a:pt x="34033" y="82125"/>
                </a:cubicBezTo>
                <a:cubicBezTo>
                  <a:pt x="35719" y="82296"/>
                  <a:pt x="38462" y="82382"/>
                  <a:pt x="42262" y="82382"/>
                </a:cubicBezTo>
                <a:lnTo>
                  <a:pt x="45720" y="82382"/>
                </a:lnTo>
                <a:lnTo>
                  <a:pt x="45720" y="88497"/>
                </a:lnTo>
                <a:lnTo>
                  <a:pt x="44263" y="88497"/>
                </a:lnTo>
                <a:cubicBezTo>
                  <a:pt x="42405" y="88240"/>
                  <a:pt x="35347" y="88097"/>
                  <a:pt x="23146" y="88097"/>
                </a:cubicBezTo>
                <a:cubicBezTo>
                  <a:pt x="11087" y="88097"/>
                  <a:pt x="4115" y="88240"/>
                  <a:pt x="2286" y="88497"/>
                </a:cubicBezTo>
                <a:lnTo>
                  <a:pt x="686" y="88497"/>
                </a:lnTo>
                <a:lnTo>
                  <a:pt x="686" y="82382"/>
                </a:lnTo>
                <a:lnTo>
                  <a:pt x="4115" y="82382"/>
                </a:lnTo>
                <a:cubicBezTo>
                  <a:pt x="6086" y="82382"/>
                  <a:pt x="7772" y="82382"/>
                  <a:pt x="9173" y="82382"/>
                </a:cubicBezTo>
                <a:cubicBezTo>
                  <a:pt x="10601" y="82382"/>
                  <a:pt x="11716" y="82353"/>
                  <a:pt x="12487" y="82267"/>
                </a:cubicBezTo>
                <a:cubicBezTo>
                  <a:pt x="13316" y="82182"/>
                  <a:pt x="14002" y="82039"/>
                  <a:pt x="14630" y="81867"/>
                </a:cubicBezTo>
                <a:cubicBezTo>
                  <a:pt x="15259" y="81696"/>
                  <a:pt x="15602" y="81610"/>
                  <a:pt x="15688" y="81610"/>
                </a:cubicBezTo>
                <a:cubicBezTo>
                  <a:pt x="15773" y="81610"/>
                  <a:pt x="16059" y="81382"/>
                  <a:pt x="16488" y="80924"/>
                </a:cubicBezTo>
                <a:cubicBezTo>
                  <a:pt x="16945" y="80496"/>
                  <a:pt x="17202" y="80324"/>
                  <a:pt x="17288" y="80410"/>
                </a:cubicBezTo>
                <a:lnTo>
                  <a:pt x="17288" y="11687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80C78-526A-4225-9BD6-AF72E1B5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792" y="2403958"/>
            <a:ext cx="45720" cy="88497"/>
          </a:xfrm>
          <a:custGeom xmlns:a="http://schemas.openxmlformats.org/drawingml/2006/main">
            <a:pathLst>
              <a:path w="45720" h="88497" fill="none">
                <a:moveTo>
                  <a:pt x="17288" y="11687"/>
                </a:moveTo>
                <a:lnTo>
                  <a:pt x="15545" y="12373"/>
                </a:lnTo>
                <a:cubicBezTo>
                  <a:pt x="14316" y="12802"/>
                  <a:pt x="12544" y="13259"/>
                  <a:pt x="10258" y="13687"/>
                </a:cubicBezTo>
                <a:cubicBezTo>
                  <a:pt x="7944" y="14145"/>
                  <a:pt x="5372" y="14459"/>
                  <a:pt x="2543" y="14630"/>
                </a:cubicBezTo>
                <a:lnTo>
                  <a:pt x="0" y="14630"/>
                </a:lnTo>
                <a:lnTo>
                  <a:pt x="0" y="8515"/>
                </a:lnTo>
                <a:lnTo>
                  <a:pt x="2543" y="8515"/>
                </a:lnTo>
                <a:cubicBezTo>
                  <a:pt x="6687" y="8344"/>
                  <a:pt x="10544" y="7658"/>
                  <a:pt x="14087" y="6515"/>
                </a:cubicBezTo>
                <a:cubicBezTo>
                  <a:pt x="17659" y="5372"/>
                  <a:pt x="20117" y="4315"/>
                  <a:pt x="21546" y="3343"/>
                </a:cubicBezTo>
                <a:cubicBezTo>
                  <a:pt x="22946" y="2343"/>
                  <a:pt x="24203" y="1372"/>
                  <a:pt x="25260" y="400"/>
                </a:cubicBezTo>
                <a:cubicBezTo>
                  <a:pt x="25432" y="143"/>
                  <a:pt x="25975" y="0"/>
                  <a:pt x="26860" y="0"/>
                </a:cubicBezTo>
                <a:cubicBezTo>
                  <a:pt x="27661" y="0"/>
                  <a:pt x="28404" y="257"/>
                  <a:pt x="29118" y="800"/>
                </a:cubicBezTo>
                <a:lnTo>
                  <a:pt x="29118" y="40519"/>
                </a:lnTo>
                <a:lnTo>
                  <a:pt x="29232" y="80410"/>
                </a:lnTo>
                <a:cubicBezTo>
                  <a:pt x="29861" y="81010"/>
                  <a:pt x="30404" y="81410"/>
                  <a:pt x="30832" y="81610"/>
                </a:cubicBezTo>
                <a:cubicBezTo>
                  <a:pt x="31290" y="81782"/>
                  <a:pt x="32347" y="81953"/>
                  <a:pt x="34033" y="82125"/>
                </a:cubicBezTo>
                <a:cubicBezTo>
                  <a:pt x="35719" y="82296"/>
                  <a:pt x="38462" y="82382"/>
                  <a:pt x="42262" y="82382"/>
                </a:cubicBezTo>
                <a:lnTo>
                  <a:pt x="45720" y="82382"/>
                </a:lnTo>
                <a:lnTo>
                  <a:pt x="45720" y="88497"/>
                </a:lnTo>
                <a:lnTo>
                  <a:pt x="44263" y="88497"/>
                </a:lnTo>
                <a:cubicBezTo>
                  <a:pt x="42405" y="88240"/>
                  <a:pt x="35347" y="88097"/>
                  <a:pt x="23146" y="88097"/>
                </a:cubicBezTo>
                <a:cubicBezTo>
                  <a:pt x="11087" y="88097"/>
                  <a:pt x="4115" y="88240"/>
                  <a:pt x="2286" y="88497"/>
                </a:cubicBezTo>
                <a:lnTo>
                  <a:pt x="686" y="88497"/>
                </a:lnTo>
                <a:lnTo>
                  <a:pt x="686" y="82382"/>
                </a:lnTo>
                <a:lnTo>
                  <a:pt x="4115" y="82382"/>
                </a:lnTo>
                <a:cubicBezTo>
                  <a:pt x="6086" y="82382"/>
                  <a:pt x="7772" y="82382"/>
                  <a:pt x="9173" y="82382"/>
                </a:cubicBezTo>
                <a:cubicBezTo>
                  <a:pt x="10601" y="82382"/>
                  <a:pt x="11716" y="82353"/>
                  <a:pt x="12487" y="82267"/>
                </a:cubicBezTo>
                <a:cubicBezTo>
                  <a:pt x="13316" y="82182"/>
                  <a:pt x="14002" y="82039"/>
                  <a:pt x="14630" y="81867"/>
                </a:cubicBezTo>
                <a:cubicBezTo>
                  <a:pt x="15259" y="81696"/>
                  <a:pt x="15602" y="81610"/>
                  <a:pt x="15688" y="81610"/>
                </a:cubicBezTo>
                <a:cubicBezTo>
                  <a:pt x="15773" y="81610"/>
                  <a:pt x="16059" y="81382"/>
                  <a:pt x="16488" y="80924"/>
                </a:cubicBezTo>
                <a:cubicBezTo>
                  <a:pt x="16945" y="80496"/>
                  <a:pt x="17202" y="80324"/>
                  <a:pt x="17288" y="80410"/>
                </a:cubicBezTo>
                <a:lnTo>
                  <a:pt x="17288" y="116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01026-4567-47D0-A6DB-29494AE4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944" y="2323290"/>
            <a:ext cx="42034" cy="187966"/>
          </a:xfrm>
          <a:custGeom xmlns:a="http://schemas.openxmlformats.org/drawingml/2006/main">
            <a:pathLst>
              <a:path w="42034" h="187966">
                <a:moveTo>
                  <a:pt x="0" y="3400"/>
                </a:moveTo>
                <a:cubicBezTo>
                  <a:pt x="143" y="2515"/>
                  <a:pt x="514" y="1772"/>
                  <a:pt x="1143" y="1143"/>
                </a:cubicBezTo>
                <a:cubicBezTo>
                  <a:pt x="1772" y="514"/>
                  <a:pt x="2657" y="143"/>
                  <a:pt x="3772" y="0"/>
                </a:cubicBezTo>
                <a:cubicBezTo>
                  <a:pt x="5029" y="0"/>
                  <a:pt x="6086" y="629"/>
                  <a:pt x="6972" y="1886"/>
                </a:cubicBezTo>
                <a:cubicBezTo>
                  <a:pt x="7344" y="2772"/>
                  <a:pt x="13230" y="18174"/>
                  <a:pt x="24632" y="48120"/>
                </a:cubicBezTo>
                <a:cubicBezTo>
                  <a:pt x="36033" y="78067"/>
                  <a:pt x="41805" y="93355"/>
                  <a:pt x="41920" y="93983"/>
                </a:cubicBezTo>
                <a:cubicBezTo>
                  <a:pt x="42034" y="94612"/>
                  <a:pt x="36347" y="109899"/>
                  <a:pt x="24832" y="139846"/>
                </a:cubicBezTo>
                <a:cubicBezTo>
                  <a:pt x="13287" y="169793"/>
                  <a:pt x="7344" y="185223"/>
                  <a:pt x="6972" y="186080"/>
                </a:cubicBezTo>
                <a:cubicBezTo>
                  <a:pt x="6086" y="187338"/>
                  <a:pt x="5029" y="187966"/>
                  <a:pt x="3772" y="187966"/>
                </a:cubicBezTo>
                <a:cubicBezTo>
                  <a:pt x="2772" y="187966"/>
                  <a:pt x="1943" y="187652"/>
                  <a:pt x="1314" y="187023"/>
                </a:cubicBezTo>
                <a:cubicBezTo>
                  <a:pt x="714" y="186395"/>
                  <a:pt x="257" y="185595"/>
                  <a:pt x="0" y="184595"/>
                </a:cubicBezTo>
                <a:cubicBezTo>
                  <a:pt x="0" y="183966"/>
                  <a:pt x="5658" y="168735"/>
                  <a:pt x="16916" y="138903"/>
                </a:cubicBezTo>
                <a:cubicBezTo>
                  <a:pt x="28318" y="109214"/>
                  <a:pt x="34033" y="94240"/>
                  <a:pt x="34033" y="93983"/>
                </a:cubicBezTo>
                <a:cubicBezTo>
                  <a:pt x="34033" y="93755"/>
                  <a:pt x="28318" y="78753"/>
                  <a:pt x="16916" y="49063"/>
                </a:cubicBezTo>
                <a:cubicBezTo>
                  <a:pt x="5658" y="19260"/>
                  <a:pt x="0" y="4029"/>
                  <a:pt x="0" y="340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20056-9B34-417A-A5CE-141DEF5A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944" y="2323290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0" y="3400"/>
                </a:moveTo>
                <a:cubicBezTo>
                  <a:pt x="143" y="2515"/>
                  <a:pt x="514" y="1772"/>
                  <a:pt x="1143" y="1143"/>
                </a:cubicBezTo>
                <a:cubicBezTo>
                  <a:pt x="1772" y="514"/>
                  <a:pt x="2657" y="143"/>
                  <a:pt x="3772" y="0"/>
                </a:cubicBezTo>
                <a:cubicBezTo>
                  <a:pt x="5029" y="0"/>
                  <a:pt x="6086" y="629"/>
                  <a:pt x="6972" y="1886"/>
                </a:cubicBezTo>
                <a:cubicBezTo>
                  <a:pt x="7344" y="2772"/>
                  <a:pt x="13230" y="18174"/>
                  <a:pt x="24632" y="48120"/>
                </a:cubicBezTo>
                <a:cubicBezTo>
                  <a:pt x="36033" y="78067"/>
                  <a:pt x="41805" y="93355"/>
                  <a:pt x="41920" y="93983"/>
                </a:cubicBezTo>
                <a:cubicBezTo>
                  <a:pt x="42034" y="94612"/>
                  <a:pt x="36347" y="109899"/>
                  <a:pt x="24832" y="139846"/>
                </a:cubicBezTo>
                <a:cubicBezTo>
                  <a:pt x="13287" y="169793"/>
                  <a:pt x="7344" y="185223"/>
                  <a:pt x="6972" y="186080"/>
                </a:cubicBezTo>
                <a:cubicBezTo>
                  <a:pt x="6086" y="187338"/>
                  <a:pt x="5029" y="187966"/>
                  <a:pt x="3772" y="187966"/>
                </a:cubicBezTo>
                <a:cubicBezTo>
                  <a:pt x="2772" y="187966"/>
                  <a:pt x="1943" y="187652"/>
                  <a:pt x="1314" y="187023"/>
                </a:cubicBezTo>
                <a:cubicBezTo>
                  <a:pt x="714" y="186395"/>
                  <a:pt x="257" y="185595"/>
                  <a:pt x="0" y="184595"/>
                </a:cubicBezTo>
                <a:cubicBezTo>
                  <a:pt x="0" y="183966"/>
                  <a:pt x="5658" y="168735"/>
                  <a:pt x="16916" y="138903"/>
                </a:cubicBezTo>
                <a:cubicBezTo>
                  <a:pt x="28318" y="109214"/>
                  <a:pt x="34033" y="94240"/>
                  <a:pt x="34033" y="93983"/>
                </a:cubicBezTo>
                <a:cubicBezTo>
                  <a:pt x="34033" y="93755"/>
                  <a:pt x="28318" y="78753"/>
                  <a:pt x="16916" y="49063"/>
                </a:cubicBezTo>
                <a:cubicBezTo>
                  <a:pt x="5658" y="19260"/>
                  <a:pt x="0" y="4029"/>
                  <a:pt x="0" y="3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F9BE9-E884-4CB2-95A7-569A2A13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2702624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47" y="148790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489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38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11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01"/>
                </a:cubicBezTo>
                <a:cubicBezTo>
                  <a:pt x="89211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64" y="4201"/>
                  <a:pt x="173965" y="6715"/>
                  <a:pt x="181966" y="10001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11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794D7-E2F3-417A-B657-29E11F3B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2702624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47" y="148790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489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16" y="189938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11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01"/>
                </a:cubicBezTo>
                <a:cubicBezTo>
                  <a:pt x="89211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64" y="4201"/>
                  <a:pt x="173965" y="6715"/>
                  <a:pt x="181966" y="10001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11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326" name="Text 11">
            <a:extLst xmlns:a="http://schemas.openxmlformats.org/drawingml/2006/main">
              <a:ext uri="{FF2B5EF4-FFF2-40B4-BE49-F238E27FC236}">
                <a16:creationId xmlns:a16="http://schemas.microsoft.com/office/drawing/2014/main" id="{29F3C4DA-3E00-45E7-A9E7-F3E1C1BD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782" y="2758781"/>
            <a:ext cx="162308" cy="137382"/>
          </a:xfrm>
          <a:custGeom xmlns:a="http://schemas.openxmlformats.org/drawingml/2006/main">
            <a:pathLst>
              <a:path w="162308" h="137382">
                <a:moveTo>
                  <a:pt x="60541" y="137382"/>
                </a:moveTo>
                <a:lnTo>
                  <a:pt x="12066" y="137382"/>
                </a:lnTo>
                <a:cubicBezTo>
                  <a:pt x="11995" y="136733"/>
                  <a:pt x="11960" y="136192"/>
                  <a:pt x="11960" y="135758"/>
                </a:cubicBezTo>
                <a:cubicBezTo>
                  <a:pt x="11960" y="134532"/>
                  <a:pt x="12207" y="133685"/>
                  <a:pt x="12701" y="133217"/>
                </a:cubicBezTo>
                <a:cubicBezTo>
                  <a:pt x="13195" y="132748"/>
                  <a:pt x="14747" y="132266"/>
                  <a:pt x="17358" y="131772"/>
                </a:cubicBezTo>
                <a:cubicBezTo>
                  <a:pt x="21450" y="130923"/>
                  <a:pt x="24767" y="129899"/>
                  <a:pt x="27307" y="128699"/>
                </a:cubicBezTo>
                <a:cubicBezTo>
                  <a:pt x="28013" y="127145"/>
                  <a:pt x="28365" y="125697"/>
                  <a:pt x="28365" y="124356"/>
                </a:cubicBezTo>
                <a:lnTo>
                  <a:pt x="28365" y="117788"/>
                </a:lnTo>
                <a:cubicBezTo>
                  <a:pt x="28365" y="117012"/>
                  <a:pt x="28471" y="113445"/>
                  <a:pt x="28683" y="107088"/>
                </a:cubicBezTo>
                <a:cubicBezTo>
                  <a:pt x="28753" y="104687"/>
                  <a:pt x="28824" y="94304"/>
                  <a:pt x="28895" y="75941"/>
                </a:cubicBezTo>
                <a:lnTo>
                  <a:pt x="29106" y="51048"/>
                </a:lnTo>
                <a:lnTo>
                  <a:pt x="28895" y="36535"/>
                </a:lnTo>
                <a:cubicBezTo>
                  <a:pt x="28895" y="34416"/>
                  <a:pt x="28965" y="27741"/>
                  <a:pt x="29106" y="16511"/>
                </a:cubicBezTo>
                <a:cubicBezTo>
                  <a:pt x="13089" y="27942"/>
                  <a:pt x="4304" y="33657"/>
                  <a:pt x="2752" y="33657"/>
                </a:cubicBezTo>
                <a:cubicBezTo>
                  <a:pt x="2187" y="33657"/>
                  <a:pt x="1588" y="33358"/>
                  <a:pt x="953" y="32758"/>
                </a:cubicBezTo>
                <a:cubicBezTo>
                  <a:pt x="318" y="32158"/>
                  <a:pt x="0" y="31576"/>
                  <a:pt x="0" y="31011"/>
                </a:cubicBezTo>
                <a:cubicBezTo>
                  <a:pt x="0" y="30306"/>
                  <a:pt x="247" y="29741"/>
                  <a:pt x="741" y="29318"/>
                </a:cubicBezTo>
                <a:cubicBezTo>
                  <a:pt x="1729" y="28401"/>
                  <a:pt x="4093" y="26884"/>
                  <a:pt x="7832" y="24767"/>
                </a:cubicBezTo>
                <a:cubicBezTo>
                  <a:pt x="8397" y="24485"/>
                  <a:pt x="10831" y="22579"/>
                  <a:pt x="15135" y="19051"/>
                </a:cubicBezTo>
                <a:cubicBezTo>
                  <a:pt x="21980" y="13336"/>
                  <a:pt x="26989" y="8855"/>
                  <a:pt x="30165" y="5610"/>
                </a:cubicBezTo>
                <a:cubicBezTo>
                  <a:pt x="33340" y="2364"/>
                  <a:pt x="35280" y="529"/>
                  <a:pt x="35986" y="106"/>
                </a:cubicBezTo>
                <a:cubicBezTo>
                  <a:pt x="37397" y="35"/>
                  <a:pt x="38491" y="0"/>
                  <a:pt x="39267" y="0"/>
                </a:cubicBezTo>
                <a:cubicBezTo>
                  <a:pt x="41102" y="0"/>
                  <a:pt x="42248" y="301"/>
                  <a:pt x="42707" y="903"/>
                </a:cubicBezTo>
                <a:cubicBezTo>
                  <a:pt x="43165" y="1503"/>
                  <a:pt x="43395" y="3677"/>
                  <a:pt x="43395" y="7425"/>
                </a:cubicBezTo>
                <a:lnTo>
                  <a:pt x="42654" y="101958"/>
                </a:lnTo>
                <a:lnTo>
                  <a:pt x="42654" y="111292"/>
                </a:lnTo>
                <a:cubicBezTo>
                  <a:pt x="42654" y="113556"/>
                  <a:pt x="42619" y="115838"/>
                  <a:pt x="42548" y="118138"/>
                </a:cubicBezTo>
                <a:cubicBezTo>
                  <a:pt x="42477" y="120436"/>
                  <a:pt x="42442" y="122115"/>
                  <a:pt x="42442" y="123176"/>
                </a:cubicBezTo>
                <a:cubicBezTo>
                  <a:pt x="42442" y="125722"/>
                  <a:pt x="42760" y="127384"/>
                  <a:pt x="43395" y="128160"/>
                </a:cubicBezTo>
                <a:cubicBezTo>
                  <a:pt x="43818" y="128656"/>
                  <a:pt x="45124" y="129294"/>
                  <a:pt x="47311" y="130072"/>
                </a:cubicBezTo>
                <a:lnTo>
                  <a:pt x="54508" y="131557"/>
                </a:lnTo>
                <a:cubicBezTo>
                  <a:pt x="57613" y="132335"/>
                  <a:pt x="59306" y="132866"/>
                  <a:pt x="59588" y="133148"/>
                </a:cubicBezTo>
                <a:cubicBezTo>
                  <a:pt x="60294" y="133768"/>
                  <a:pt x="60647" y="134731"/>
                  <a:pt x="60647" y="136039"/>
                </a:cubicBezTo>
                <a:lnTo>
                  <a:pt x="60541" y="137382"/>
                </a:lnTo>
                <a:close/>
                <a:moveTo>
                  <a:pt x="162202" y="137382"/>
                </a:moveTo>
                <a:lnTo>
                  <a:pt x="113727" y="137382"/>
                </a:lnTo>
                <a:cubicBezTo>
                  <a:pt x="113657" y="136733"/>
                  <a:pt x="113621" y="136192"/>
                  <a:pt x="113621" y="135758"/>
                </a:cubicBezTo>
                <a:cubicBezTo>
                  <a:pt x="113621" y="134532"/>
                  <a:pt x="113868" y="133685"/>
                  <a:pt x="114362" y="133217"/>
                </a:cubicBezTo>
                <a:cubicBezTo>
                  <a:pt x="114856" y="132748"/>
                  <a:pt x="116408" y="132266"/>
                  <a:pt x="119019" y="131772"/>
                </a:cubicBezTo>
                <a:cubicBezTo>
                  <a:pt x="123112" y="130923"/>
                  <a:pt x="126428" y="129899"/>
                  <a:pt x="128968" y="128699"/>
                </a:cubicBezTo>
                <a:cubicBezTo>
                  <a:pt x="129674" y="127145"/>
                  <a:pt x="130027" y="125697"/>
                  <a:pt x="130027" y="124356"/>
                </a:cubicBezTo>
                <a:lnTo>
                  <a:pt x="130027" y="117788"/>
                </a:lnTo>
                <a:cubicBezTo>
                  <a:pt x="130027" y="117012"/>
                  <a:pt x="130132" y="113445"/>
                  <a:pt x="130344" y="107088"/>
                </a:cubicBezTo>
                <a:cubicBezTo>
                  <a:pt x="130415" y="104687"/>
                  <a:pt x="130485" y="94304"/>
                  <a:pt x="130556" y="75941"/>
                </a:cubicBezTo>
                <a:lnTo>
                  <a:pt x="130768" y="51048"/>
                </a:lnTo>
                <a:lnTo>
                  <a:pt x="130556" y="36535"/>
                </a:lnTo>
                <a:cubicBezTo>
                  <a:pt x="130556" y="34416"/>
                  <a:pt x="130626" y="27741"/>
                  <a:pt x="130768" y="16511"/>
                </a:cubicBezTo>
                <a:cubicBezTo>
                  <a:pt x="114750" y="27942"/>
                  <a:pt x="105965" y="33657"/>
                  <a:pt x="104413" y="33657"/>
                </a:cubicBezTo>
                <a:cubicBezTo>
                  <a:pt x="103849" y="33657"/>
                  <a:pt x="103249" y="33358"/>
                  <a:pt x="102614" y="32758"/>
                </a:cubicBezTo>
                <a:cubicBezTo>
                  <a:pt x="101979" y="32158"/>
                  <a:pt x="101661" y="31576"/>
                  <a:pt x="101661" y="31011"/>
                </a:cubicBezTo>
                <a:cubicBezTo>
                  <a:pt x="101661" y="30306"/>
                  <a:pt x="101908" y="29741"/>
                  <a:pt x="102402" y="29318"/>
                </a:cubicBezTo>
                <a:cubicBezTo>
                  <a:pt x="103390" y="28401"/>
                  <a:pt x="105754" y="26884"/>
                  <a:pt x="109494" y="24767"/>
                </a:cubicBezTo>
                <a:cubicBezTo>
                  <a:pt x="110058" y="24485"/>
                  <a:pt x="112492" y="22579"/>
                  <a:pt x="116797" y="19051"/>
                </a:cubicBezTo>
                <a:cubicBezTo>
                  <a:pt x="123641" y="13336"/>
                  <a:pt x="128651" y="8855"/>
                  <a:pt x="131826" y="5610"/>
                </a:cubicBezTo>
                <a:cubicBezTo>
                  <a:pt x="135001" y="2364"/>
                  <a:pt x="136942" y="529"/>
                  <a:pt x="137647" y="106"/>
                </a:cubicBezTo>
                <a:cubicBezTo>
                  <a:pt x="139058" y="35"/>
                  <a:pt x="140152" y="0"/>
                  <a:pt x="140928" y="0"/>
                </a:cubicBezTo>
                <a:cubicBezTo>
                  <a:pt x="142763" y="0"/>
                  <a:pt x="143909" y="301"/>
                  <a:pt x="144368" y="903"/>
                </a:cubicBezTo>
                <a:cubicBezTo>
                  <a:pt x="144827" y="1503"/>
                  <a:pt x="145056" y="3677"/>
                  <a:pt x="145056" y="7425"/>
                </a:cubicBezTo>
                <a:lnTo>
                  <a:pt x="144315" y="101958"/>
                </a:lnTo>
                <a:lnTo>
                  <a:pt x="144315" y="111292"/>
                </a:lnTo>
                <a:cubicBezTo>
                  <a:pt x="144315" y="113556"/>
                  <a:pt x="144280" y="115838"/>
                  <a:pt x="144209" y="118138"/>
                </a:cubicBezTo>
                <a:cubicBezTo>
                  <a:pt x="144139" y="120436"/>
                  <a:pt x="144103" y="122115"/>
                  <a:pt x="144103" y="123176"/>
                </a:cubicBezTo>
                <a:cubicBezTo>
                  <a:pt x="144103" y="125722"/>
                  <a:pt x="144421" y="127384"/>
                  <a:pt x="145056" y="128160"/>
                </a:cubicBezTo>
                <a:cubicBezTo>
                  <a:pt x="145479" y="128656"/>
                  <a:pt x="146785" y="129294"/>
                  <a:pt x="148972" y="130072"/>
                </a:cubicBezTo>
                <a:lnTo>
                  <a:pt x="156169" y="131557"/>
                </a:lnTo>
                <a:cubicBezTo>
                  <a:pt x="159274" y="132335"/>
                  <a:pt x="160967" y="132866"/>
                  <a:pt x="161250" y="133148"/>
                </a:cubicBezTo>
                <a:cubicBezTo>
                  <a:pt x="161955" y="133768"/>
                  <a:pt x="162308" y="134731"/>
                  <a:pt x="162308" y="136039"/>
                </a:cubicBezTo>
                <a:lnTo>
                  <a:pt x="162202" y="1373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73568-00B0-4E0B-985C-D26BC89E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256" y="2633101"/>
            <a:ext cx="192138" cy="86697"/>
          </a:xfrm>
          <a:custGeom xmlns:a="http://schemas.openxmlformats.org/drawingml/2006/main">
            <a:pathLst>
              <a:path w="192138" h="86697" fill="none">
                <a:moveTo>
                  <a:pt x="192138" y="0"/>
                </a:moveTo>
                <a:lnTo>
                  <a:pt x="0" y="86697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E20F6-C35D-439F-8711-C20755BA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538" y="2693794"/>
            <a:ext cx="51835" cy="42262"/>
          </a:xfrm>
          <a:custGeom xmlns:a="http://schemas.openxmlformats.org/drawingml/2006/main">
            <a:pathLst>
              <a:path w="51835" h="42262">
                <a:moveTo>
                  <a:pt x="0" y="40262"/>
                </a:moveTo>
                <a:lnTo>
                  <a:pt x="32804" y="0"/>
                </a:lnTo>
                <a:lnTo>
                  <a:pt x="31718" y="26003"/>
                </a:lnTo>
                <a:lnTo>
                  <a:pt x="51835" y="42262"/>
                </a:lnTo>
                <a:lnTo>
                  <a:pt x="0" y="402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E6EC6-9944-43C9-A4CA-E3A401EB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538" y="2693794"/>
            <a:ext cx="51835" cy="42262"/>
          </a:xfrm>
          <a:custGeom xmlns:a="http://schemas.openxmlformats.org/drawingml/2006/main">
            <a:pathLst>
              <a:path w="51835" h="42262" fill="none">
                <a:moveTo>
                  <a:pt x="0" y="40262"/>
                </a:moveTo>
                <a:lnTo>
                  <a:pt x="32804" y="0"/>
                </a:lnTo>
                <a:lnTo>
                  <a:pt x="31718" y="26003"/>
                </a:lnTo>
                <a:lnTo>
                  <a:pt x="51835" y="42262"/>
                </a:lnTo>
                <a:lnTo>
                  <a:pt x="0" y="402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D0FEA-6FCB-4FD1-9E75-95488A6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253" y="2601982"/>
            <a:ext cx="41977" cy="187738"/>
          </a:xfrm>
          <a:custGeom xmlns:a="http://schemas.openxmlformats.org/drawingml/2006/main">
            <a:pathLst>
              <a:path w="41977" h="187738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48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95"/>
                  <a:pt x="28775" y="169593"/>
                  <a:pt x="17402" y="139675"/>
                </a:cubicBezTo>
                <a:cubicBezTo>
                  <a:pt x="6001" y="109757"/>
                  <a:pt x="257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57"/>
                  <a:pt x="36033" y="686"/>
                  <a:pt x="36919" y="171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48" y="1114"/>
                  <a:pt x="41977" y="3372"/>
                </a:cubicBezTo>
                <a:cubicBezTo>
                  <a:pt x="41977" y="4000"/>
                  <a:pt x="36347" y="19202"/>
                  <a:pt x="25089" y="49006"/>
                </a:cubicBezTo>
                <a:cubicBezTo>
                  <a:pt x="13687" y="78667"/>
                  <a:pt x="8001" y="93612"/>
                  <a:pt x="8001" y="93869"/>
                </a:cubicBezTo>
                <a:cubicBezTo>
                  <a:pt x="8001" y="94126"/>
                  <a:pt x="13687" y="109071"/>
                  <a:pt x="25089" y="138732"/>
                </a:cubicBezTo>
                <a:cubicBezTo>
                  <a:pt x="36347" y="168507"/>
                  <a:pt x="41977" y="183709"/>
                  <a:pt x="41977" y="18433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40536-1C2B-4663-8232-F5671C9E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253" y="2601982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48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95"/>
                  <a:pt x="28775" y="169593"/>
                  <a:pt x="17402" y="139675"/>
                </a:cubicBezTo>
                <a:cubicBezTo>
                  <a:pt x="6001" y="109757"/>
                  <a:pt x="257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57"/>
                  <a:pt x="36033" y="686"/>
                  <a:pt x="36919" y="171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48" y="1114"/>
                  <a:pt x="41977" y="3372"/>
                </a:cubicBezTo>
                <a:cubicBezTo>
                  <a:pt x="41977" y="4000"/>
                  <a:pt x="36347" y="19202"/>
                  <a:pt x="25089" y="49006"/>
                </a:cubicBezTo>
                <a:cubicBezTo>
                  <a:pt x="13687" y="78667"/>
                  <a:pt x="8001" y="93612"/>
                  <a:pt x="8001" y="93869"/>
                </a:cubicBezTo>
                <a:cubicBezTo>
                  <a:pt x="8001" y="94126"/>
                  <a:pt x="13687" y="109071"/>
                  <a:pt x="25089" y="138732"/>
                </a:cubicBezTo>
                <a:cubicBezTo>
                  <a:pt x="36347" y="168507"/>
                  <a:pt x="41977" y="183709"/>
                  <a:pt x="41977" y="184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EFB20-4469-46A5-969F-84455BAC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689" y="2615670"/>
            <a:ext cx="128216" cy="127130"/>
          </a:xfrm>
          <a:custGeom xmlns:a="http://schemas.openxmlformats.org/drawingml/2006/main">
            <a:pathLst>
              <a:path w="128216" h="127130">
                <a:moveTo>
                  <a:pt x="3572" y="45063"/>
                </a:moveTo>
                <a:cubicBezTo>
                  <a:pt x="1200" y="45063"/>
                  <a:pt x="0" y="44577"/>
                  <a:pt x="0" y="43577"/>
                </a:cubicBezTo>
                <a:cubicBezTo>
                  <a:pt x="0" y="42948"/>
                  <a:pt x="1000" y="39434"/>
                  <a:pt x="3000" y="33061"/>
                </a:cubicBezTo>
                <a:cubicBezTo>
                  <a:pt x="5001" y="26689"/>
                  <a:pt x="7144" y="20345"/>
                  <a:pt x="9401" y="14087"/>
                </a:cubicBezTo>
                <a:lnTo>
                  <a:pt x="12573" y="4915"/>
                </a:lnTo>
                <a:cubicBezTo>
                  <a:pt x="13202" y="2657"/>
                  <a:pt x="14030" y="1029"/>
                  <a:pt x="15002" y="0"/>
                </a:cubicBezTo>
                <a:lnTo>
                  <a:pt x="102870" y="0"/>
                </a:lnTo>
                <a:lnTo>
                  <a:pt x="119786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915"/>
                </a:cubicBezTo>
                <a:cubicBezTo>
                  <a:pt x="128216" y="2657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4" y="45063"/>
                  <a:pt x="115643" y="45063"/>
                </a:cubicBezTo>
                <a:cubicBezTo>
                  <a:pt x="115272" y="45063"/>
                  <a:pt x="114900" y="44777"/>
                  <a:pt x="114529" y="44148"/>
                </a:cubicBezTo>
                <a:lnTo>
                  <a:pt x="114157" y="43577"/>
                </a:lnTo>
                <a:cubicBezTo>
                  <a:pt x="114157" y="42834"/>
                  <a:pt x="114529" y="40005"/>
                  <a:pt x="115272" y="35119"/>
                </a:cubicBezTo>
                <a:cubicBezTo>
                  <a:pt x="116014" y="30232"/>
                  <a:pt x="116415" y="26432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916"/>
                  <a:pt x="103642" y="9030"/>
                </a:cubicBezTo>
                <a:cubicBezTo>
                  <a:pt x="103013" y="8887"/>
                  <a:pt x="99384" y="8773"/>
                  <a:pt x="92726" y="8658"/>
                </a:cubicBezTo>
                <a:cubicBezTo>
                  <a:pt x="86982" y="8658"/>
                  <a:pt x="83353" y="8715"/>
                  <a:pt x="81867" y="8830"/>
                </a:cubicBezTo>
                <a:cubicBezTo>
                  <a:pt x="80353" y="8973"/>
                  <a:pt x="79210" y="9458"/>
                  <a:pt x="78467" y="10344"/>
                </a:cubicBezTo>
                <a:cubicBezTo>
                  <a:pt x="78353" y="10487"/>
                  <a:pt x="73895" y="27918"/>
                  <a:pt x="65151" y="62722"/>
                </a:cubicBezTo>
                <a:cubicBezTo>
                  <a:pt x="56378" y="97526"/>
                  <a:pt x="52006" y="115214"/>
                  <a:pt x="52006" y="115843"/>
                </a:cubicBezTo>
                <a:cubicBezTo>
                  <a:pt x="52006" y="117358"/>
                  <a:pt x="57521" y="118215"/>
                  <a:pt x="68523" y="118472"/>
                </a:cubicBezTo>
                <a:cubicBezTo>
                  <a:pt x="72523" y="118472"/>
                  <a:pt x="75095" y="118558"/>
                  <a:pt x="76210" y="118672"/>
                </a:cubicBezTo>
                <a:cubicBezTo>
                  <a:pt x="77353" y="118786"/>
                  <a:pt x="77924" y="119358"/>
                  <a:pt x="77924" y="120358"/>
                </a:cubicBezTo>
                <a:cubicBezTo>
                  <a:pt x="77924" y="120987"/>
                  <a:pt x="77724" y="121872"/>
                  <a:pt x="77353" y="122987"/>
                </a:cubicBezTo>
                <a:cubicBezTo>
                  <a:pt x="76838" y="125244"/>
                  <a:pt x="76295" y="126559"/>
                  <a:pt x="75667" y="126930"/>
                </a:cubicBezTo>
                <a:lnTo>
                  <a:pt x="75267" y="127130"/>
                </a:lnTo>
                <a:cubicBezTo>
                  <a:pt x="74924" y="127130"/>
                  <a:pt x="74466" y="127130"/>
                  <a:pt x="73981" y="127130"/>
                </a:cubicBezTo>
                <a:cubicBezTo>
                  <a:pt x="73352" y="127130"/>
                  <a:pt x="70094" y="127044"/>
                  <a:pt x="64208" y="126930"/>
                </a:cubicBezTo>
                <a:cubicBezTo>
                  <a:pt x="58322" y="126816"/>
                  <a:pt x="49863" y="126730"/>
                  <a:pt x="38862" y="126730"/>
                </a:cubicBezTo>
                <a:cubicBezTo>
                  <a:pt x="22717" y="126730"/>
                  <a:pt x="12459" y="126873"/>
                  <a:pt x="8087" y="127130"/>
                </a:cubicBezTo>
                <a:lnTo>
                  <a:pt x="5258" y="127130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58" y="123930"/>
                  <a:pt x="4515" y="122044"/>
                </a:cubicBezTo>
                <a:cubicBezTo>
                  <a:pt x="5001" y="120415"/>
                  <a:pt x="5629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72"/>
                  <a:pt x="31804" y="116615"/>
                  <a:pt x="31918" y="116615"/>
                </a:cubicBezTo>
                <a:cubicBezTo>
                  <a:pt x="32547" y="116215"/>
                  <a:pt x="33176" y="114986"/>
                  <a:pt x="33804" y="112843"/>
                </a:cubicBezTo>
                <a:cubicBezTo>
                  <a:pt x="34404" y="110728"/>
                  <a:pt x="36919" y="100898"/>
                  <a:pt x="41291" y="83382"/>
                </a:cubicBezTo>
                <a:cubicBezTo>
                  <a:pt x="43434" y="74867"/>
                  <a:pt x="45177" y="67923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30"/>
                  <a:pt x="21917" y="13802"/>
                  <a:pt x="18774" y="17659"/>
                </a:cubicBezTo>
                <a:cubicBezTo>
                  <a:pt x="15659" y="21546"/>
                  <a:pt x="12259" y="28804"/>
                  <a:pt x="8630" y="39434"/>
                </a:cubicBezTo>
                <a:cubicBezTo>
                  <a:pt x="7772" y="42205"/>
                  <a:pt x="7144" y="43834"/>
                  <a:pt x="6744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61AF7-DE88-4E59-B3DD-DB86E5F5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689" y="2615670"/>
            <a:ext cx="128216" cy="127130"/>
          </a:xfrm>
          <a:custGeom xmlns:a="http://schemas.openxmlformats.org/drawingml/2006/main">
            <a:pathLst>
              <a:path w="128216" h="127130" fill="none">
                <a:moveTo>
                  <a:pt x="3572" y="45063"/>
                </a:moveTo>
                <a:cubicBezTo>
                  <a:pt x="1200" y="45063"/>
                  <a:pt x="0" y="44577"/>
                  <a:pt x="0" y="43577"/>
                </a:cubicBezTo>
                <a:cubicBezTo>
                  <a:pt x="0" y="42948"/>
                  <a:pt x="1000" y="39434"/>
                  <a:pt x="3000" y="33061"/>
                </a:cubicBezTo>
                <a:cubicBezTo>
                  <a:pt x="5001" y="26689"/>
                  <a:pt x="7144" y="20345"/>
                  <a:pt x="9401" y="14087"/>
                </a:cubicBezTo>
                <a:lnTo>
                  <a:pt x="12573" y="4915"/>
                </a:lnTo>
                <a:cubicBezTo>
                  <a:pt x="13202" y="2657"/>
                  <a:pt x="14030" y="1029"/>
                  <a:pt x="15002" y="0"/>
                </a:cubicBezTo>
                <a:lnTo>
                  <a:pt x="102870" y="0"/>
                </a:lnTo>
                <a:lnTo>
                  <a:pt x="119786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915"/>
                </a:cubicBezTo>
                <a:cubicBezTo>
                  <a:pt x="128216" y="2657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4" y="45063"/>
                  <a:pt x="115643" y="45063"/>
                </a:cubicBezTo>
                <a:cubicBezTo>
                  <a:pt x="115272" y="45063"/>
                  <a:pt x="114900" y="44777"/>
                  <a:pt x="114529" y="44148"/>
                </a:cubicBezTo>
                <a:lnTo>
                  <a:pt x="114157" y="43577"/>
                </a:lnTo>
                <a:cubicBezTo>
                  <a:pt x="114157" y="42834"/>
                  <a:pt x="114529" y="40005"/>
                  <a:pt x="115272" y="35119"/>
                </a:cubicBezTo>
                <a:cubicBezTo>
                  <a:pt x="116014" y="30232"/>
                  <a:pt x="116415" y="26432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916"/>
                  <a:pt x="103642" y="9030"/>
                </a:cubicBezTo>
                <a:cubicBezTo>
                  <a:pt x="103013" y="8887"/>
                  <a:pt x="99384" y="8773"/>
                  <a:pt x="92726" y="8658"/>
                </a:cubicBezTo>
                <a:cubicBezTo>
                  <a:pt x="86982" y="8658"/>
                  <a:pt x="83353" y="8715"/>
                  <a:pt x="81867" y="8830"/>
                </a:cubicBezTo>
                <a:cubicBezTo>
                  <a:pt x="80353" y="8973"/>
                  <a:pt x="79210" y="9458"/>
                  <a:pt x="78467" y="10344"/>
                </a:cubicBezTo>
                <a:cubicBezTo>
                  <a:pt x="78353" y="10487"/>
                  <a:pt x="73895" y="27918"/>
                  <a:pt x="65151" y="62722"/>
                </a:cubicBezTo>
                <a:cubicBezTo>
                  <a:pt x="56378" y="97526"/>
                  <a:pt x="52006" y="115214"/>
                  <a:pt x="52006" y="115843"/>
                </a:cubicBezTo>
                <a:cubicBezTo>
                  <a:pt x="52006" y="117358"/>
                  <a:pt x="57521" y="118215"/>
                  <a:pt x="68523" y="118472"/>
                </a:cubicBezTo>
                <a:cubicBezTo>
                  <a:pt x="72523" y="118472"/>
                  <a:pt x="75095" y="118558"/>
                  <a:pt x="76210" y="118672"/>
                </a:cubicBezTo>
                <a:cubicBezTo>
                  <a:pt x="77353" y="118786"/>
                  <a:pt x="77924" y="119358"/>
                  <a:pt x="77924" y="120358"/>
                </a:cubicBezTo>
                <a:cubicBezTo>
                  <a:pt x="77924" y="120987"/>
                  <a:pt x="77724" y="121872"/>
                  <a:pt x="77353" y="122987"/>
                </a:cubicBezTo>
                <a:cubicBezTo>
                  <a:pt x="76838" y="125244"/>
                  <a:pt x="76295" y="126559"/>
                  <a:pt x="75667" y="126930"/>
                </a:cubicBezTo>
                <a:lnTo>
                  <a:pt x="75267" y="127130"/>
                </a:lnTo>
                <a:cubicBezTo>
                  <a:pt x="74924" y="127130"/>
                  <a:pt x="74466" y="127130"/>
                  <a:pt x="73981" y="127130"/>
                </a:cubicBezTo>
                <a:cubicBezTo>
                  <a:pt x="73352" y="127130"/>
                  <a:pt x="70094" y="127044"/>
                  <a:pt x="64208" y="126930"/>
                </a:cubicBezTo>
                <a:cubicBezTo>
                  <a:pt x="58322" y="126816"/>
                  <a:pt x="49863" y="126730"/>
                  <a:pt x="38862" y="126730"/>
                </a:cubicBezTo>
                <a:cubicBezTo>
                  <a:pt x="22717" y="126730"/>
                  <a:pt x="12459" y="126873"/>
                  <a:pt x="8087" y="127130"/>
                </a:cubicBezTo>
                <a:lnTo>
                  <a:pt x="5258" y="127130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58" y="123930"/>
                  <a:pt x="4515" y="122044"/>
                </a:cubicBezTo>
                <a:cubicBezTo>
                  <a:pt x="5001" y="120415"/>
                  <a:pt x="5629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72"/>
                  <a:pt x="31804" y="116615"/>
                  <a:pt x="31918" y="116615"/>
                </a:cubicBezTo>
                <a:cubicBezTo>
                  <a:pt x="32547" y="116215"/>
                  <a:pt x="33176" y="114986"/>
                  <a:pt x="33804" y="112843"/>
                </a:cubicBezTo>
                <a:cubicBezTo>
                  <a:pt x="34404" y="110728"/>
                  <a:pt x="36919" y="100898"/>
                  <a:pt x="41291" y="83382"/>
                </a:cubicBezTo>
                <a:cubicBezTo>
                  <a:pt x="43434" y="74867"/>
                  <a:pt x="45177" y="67923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30"/>
                  <a:pt x="21917" y="13802"/>
                  <a:pt x="18774" y="17659"/>
                </a:cubicBezTo>
                <a:cubicBezTo>
                  <a:pt x="15659" y="21546"/>
                  <a:pt x="12259" y="28804"/>
                  <a:pt x="8630" y="39434"/>
                </a:cubicBezTo>
                <a:cubicBezTo>
                  <a:pt x="7772" y="42205"/>
                  <a:pt x="7144" y="43834"/>
                  <a:pt x="6744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91F50-2D2A-4B24-8C93-D4BD796B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960" y="2712425"/>
            <a:ext cx="62779" cy="59836"/>
          </a:xfrm>
          <a:custGeom xmlns:a="http://schemas.openxmlformats.org/drawingml/2006/main">
            <a:pathLst>
              <a:path w="62779" h="59836">
                <a:moveTo>
                  <a:pt x="0" y="37690"/>
                </a:moveTo>
                <a:cubicBezTo>
                  <a:pt x="0" y="28746"/>
                  <a:pt x="3372" y="20260"/>
                  <a:pt x="10087" y="12202"/>
                </a:cubicBezTo>
                <a:cubicBezTo>
                  <a:pt x="16802" y="4143"/>
                  <a:pt x="24374" y="86"/>
                  <a:pt x="32776" y="0"/>
                </a:cubicBezTo>
                <a:cubicBezTo>
                  <a:pt x="37290" y="0"/>
                  <a:pt x="41262" y="2143"/>
                  <a:pt x="44720" y="6487"/>
                </a:cubicBezTo>
                <a:cubicBezTo>
                  <a:pt x="46149" y="3829"/>
                  <a:pt x="48177" y="2515"/>
                  <a:pt x="50835" y="2515"/>
                </a:cubicBezTo>
                <a:cubicBezTo>
                  <a:pt x="51978" y="2515"/>
                  <a:pt x="53007" y="2858"/>
                  <a:pt x="53892" y="3572"/>
                </a:cubicBezTo>
                <a:cubicBezTo>
                  <a:pt x="54778" y="4286"/>
                  <a:pt x="55207" y="5172"/>
                  <a:pt x="55207" y="6229"/>
                </a:cubicBezTo>
                <a:cubicBezTo>
                  <a:pt x="55207" y="7372"/>
                  <a:pt x="53578" y="14459"/>
                  <a:pt x="50292" y="27461"/>
                </a:cubicBezTo>
                <a:cubicBezTo>
                  <a:pt x="47034" y="40462"/>
                  <a:pt x="45349" y="47806"/>
                  <a:pt x="45263" y="49492"/>
                </a:cubicBezTo>
                <a:cubicBezTo>
                  <a:pt x="45263" y="51692"/>
                  <a:pt x="45577" y="53178"/>
                  <a:pt x="46177" y="53864"/>
                </a:cubicBezTo>
                <a:cubicBezTo>
                  <a:pt x="46806" y="54578"/>
                  <a:pt x="47749" y="54978"/>
                  <a:pt x="48978" y="55064"/>
                </a:cubicBezTo>
                <a:cubicBezTo>
                  <a:pt x="49778" y="54978"/>
                  <a:pt x="50663" y="54578"/>
                  <a:pt x="51635" y="53864"/>
                </a:cubicBezTo>
                <a:cubicBezTo>
                  <a:pt x="53492" y="52092"/>
                  <a:pt x="55293" y="47863"/>
                  <a:pt x="57064" y="41119"/>
                </a:cubicBezTo>
                <a:cubicBezTo>
                  <a:pt x="57607" y="39348"/>
                  <a:pt x="58036" y="38433"/>
                  <a:pt x="58407" y="38348"/>
                </a:cubicBezTo>
                <a:cubicBezTo>
                  <a:pt x="58579" y="38262"/>
                  <a:pt x="59007" y="38205"/>
                  <a:pt x="59722" y="38205"/>
                </a:cubicBezTo>
                <a:lnTo>
                  <a:pt x="60265" y="38205"/>
                </a:lnTo>
                <a:cubicBezTo>
                  <a:pt x="61922" y="38205"/>
                  <a:pt x="62779" y="38605"/>
                  <a:pt x="62779" y="39405"/>
                </a:cubicBezTo>
                <a:cubicBezTo>
                  <a:pt x="62779" y="39948"/>
                  <a:pt x="62551" y="41119"/>
                  <a:pt x="62122" y="42977"/>
                </a:cubicBezTo>
                <a:cubicBezTo>
                  <a:pt x="61665" y="44863"/>
                  <a:pt x="60779" y="47234"/>
                  <a:pt x="59465" y="50149"/>
                </a:cubicBezTo>
                <a:cubicBezTo>
                  <a:pt x="58122" y="53064"/>
                  <a:pt x="56721" y="55293"/>
                  <a:pt x="55207" y="56807"/>
                </a:cubicBezTo>
                <a:cubicBezTo>
                  <a:pt x="54064" y="57950"/>
                  <a:pt x="52635" y="58865"/>
                  <a:pt x="50949" y="59579"/>
                </a:cubicBezTo>
                <a:cubicBezTo>
                  <a:pt x="50263" y="59750"/>
                  <a:pt x="49206" y="59836"/>
                  <a:pt x="47777" y="59836"/>
                </a:cubicBezTo>
                <a:cubicBezTo>
                  <a:pt x="44777" y="59836"/>
                  <a:pt x="42262" y="59179"/>
                  <a:pt x="40205" y="57864"/>
                </a:cubicBezTo>
                <a:cubicBezTo>
                  <a:pt x="38176" y="56521"/>
                  <a:pt x="36862" y="55150"/>
                  <a:pt x="36233" y="53750"/>
                </a:cubicBezTo>
                <a:lnTo>
                  <a:pt x="35433" y="51749"/>
                </a:lnTo>
                <a:cubicBezTo>
                  <a:pt x="35347" y="51664"/>
                  <a:pt x="35176" y="51692"/>
                  <a:pt x="34919" y="51892"/>
                </a:cubicBezTo>
                <a:cubicBezTo>
                  <a:pt x="34719" y="52064"/>
                  <a:pt x="34547" y="52235"/>
                  <a:pt x="34376" y="52407"/>
                </a:cubicBezTo>
                <a:cubicBezTo>
                  <a:pt x="29146" y="57350"/>
                  <a:pt x="23860" y="59836"/>
                  <a:pt x="18459" y="59836"/>
                </a:cubicBezTo>
                <a:cubicBezTo>
                  <a:pt x="13573" y="59836"/>
                  <a:pt x="9287" y="58064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4973"/>
                </a:moveTo>
                <a:cubicBezTo>
                  <a:pt x="42205" y="14459"/>
                  <a:pt x="41977" y="13487"/>
                  <a:pt x="41548" y="12059"/>
                </a:cubicBezTo>
                <a:cubicBezTo>
                  <a:pt x="41091" y="10658"/>
                  <a:pt x="40091" y="9087"/>
                  <a:pt x="38491" y="7401"/>
                </a:cubicBezTo>
                <a:cubicBezTo>
                  <a:pt x="36890" y="5744"/>
                  <a:pt x="34862" y="4858"/>
                  <a:pt x="32375" y="4772"/>
                </a:cubicBezTo>
                <a:cubicBezTo>
                  <a:pt x="29289" y="4772"/>
                  <a:pt x="26318" y="6144"/>
                  <a:pt x="23489" y="8887"/>
                </a:cubicBezTo>
                <a:cubicBezTo>
                  <a:pt x="20660" y="11630"/>
                  <a:pt x="18459" y="15202"/>
                  <a:pt x="16859" y="19631"/>
                </a:cubicBezTo>
                <a:cubicBezTo>
                  <a:pt x="14288" y="26632"/>
                  <a:pt x="12487" y="33890"/>
                  <a:pt x="11401" y="41405"/>
                </a:cubicBezTo>
                <a:cubicBezTo>
                  <a:pt x="11401" y="41662"/>
                  <a:pt x="11401" y="42148"/>
                  <a:pt x="11401" y="42862"/>
                </a:cubicBezTo>
                <a:cubicBezTo>
                  <a:pt x="11401" y="43577"/>
                  <a:pt x="11373" y="44091"/>
                  <a:pt x="11287" y="44463"/>
                </a:cubicBezTo>
                <a:cubicBezTo>
                  <a:pt x="11287" y="48435"/>
                  <a:pt x="12087" y="51178"/>
                  <a:pt x="13659" y="52664"/>
                </a:cubicBezTo>
                <a:cubicBezTo>
                  <a:pt x="15259" y="54178"/>
                  <a:pt x="17174" y="54978"/>
                  <a:pt x="19374" y="55064"/>
                </a:cubicBezTo>
                <a:cubicBezTo>
                  <a:pt x="22746" y="55064"/>
                  <a:pt x="26060" y="53607"/>
                  <a:pt x="29318" y="50692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48" y="29718"/>
                </a:cubicBezTo>
                <a:cubicBezTo>
                  <a:pt x="40977" y="20603"/>
                  <a:pt x="42120" y="15688"/>
                  <a:pt x="42205" y="149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F736C-4AFF-423F-9652-7178FD0B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960" y="2712425"/>
            <a:ext cx="62779" cy="59836"/>
          </a:xfrm>
          <a:custGeom xmlns:a="http://schemas.openxmlformats.org/drawingml/2006/main">
            <a:pathLst>
              <a:path w="62779" h="59836" fill="none">
                <a:moveTo>
                  <a:pt x="0" y="37690"/>
                </a:moveTo>
                <a:cubicBezTo>
                  <a:pt x="0" y="28746"/>
                  <a:pt x="3372" y="20260"/>
                  <a:pt x="10087" y="12202"/>
                </a:cubicBezTo>
                <a:cubicBezTo>
                  <a:pt x="16802" y="4143"/>
                  <a:pt x="24374" y="86"/>
                  <a:pt x="32776" y="0"/>
                </a:cubicBezTo>
                <a:cubicBezTo>
                  <a:pt x="37290" y="0"/>
                  <a:pt x="41262" y="2143"/>
                  <a:pt x="44720" y="6487"/>
                </a:cubicBezTo>
                <a:cubicBezTo>
                  <a:pt x="46149" y="3829"/>
                  <a:pt x="48177" y="2515"/>
                  <a:pt x="50835" y="2515"/>
                </a:cubicBezTo>
                <a:cubicBezTo>
                  <a:pt x="51978" y="2515"/>
                  <a:pt x="53007" y="2858"/>
                  <a:pt x="53892" y="3572"/>
                </a:cubicBezTo>
                <a:cubicBezTo>
                  <a:pt x="54778" y="4286"/>
                  <a:pt x="55207" y="5172"/>
                  <a:pt x="55207" y="6229"/>
                </a:cubicBezTo>
                <a:cubicBezTo>
                  <a:pt x="55207" y="7372"/>
                  <a:pt x="53578" y="14459"/>
                  <a:pt x="50292" y="27461"/>
                </a:cubicBezTo>
                <a:cubicBezTo>
                  <a:pt x="47034" y="40462"/>
                  <a:pt x="45349" y="47806"/>
                  <a:pt x="45263" y="49492"/>
                </a:cubicBezTo>
                <a:cubicBezTo>
                  <a:pt x="45263" y="51692"/>
                  <a:pt x="45577" y="53178"/>
                  <a:pt x="46177" y="53864"/>
                </a:cubicBezTo>
                <a:cubicBezTo>
                  <a:pt x="46806" y="54578"/>
                  <a:pt x="47749" y="54978"/>
                  <a:pt x="48978" y="55064"/>
                </a:cubicBezTo>
                <a:cubicBezTo>
                  <a:pt x="49778" y="54978"/>
                  <a:pt x="50663" y="54578"/>
                  <a:pt x="51635" y="53864"/>
                </a:cubicBezTo>
                <a:cubicBezTo>
                  <a:pt x="53492" y="52092"/>
                  <a:pt x="55293" y="47863"/>
                  <a:pt x="57064" y="41119"/>
                </a:cubicBezTo>
                <a:cubicBezTo>
                  <a:pt x="57607" y="39348"/>
                  <a:pt x="58036" y="38433"/>
                  <a:pt x="58407" y="38348"/>
                </a:cubicBezTo>
                <a:cubicBezTo>
                  <a:pt x="58579" y="38262"/>
                  <a:pt x="59007" y="38205"/>
                  <a:pt x="59722" y="38205"/>
                </a:cubicBezTo>
                <a:lnTo>
                  <a:pt x="60265" y="38205"/>
                </a:lnTo>
                <a:cubicBezTo>
                  <a:pt x="61922" y="38205"/>
                  <a:pt x="62779" y="38605"/>
                  <a:pt x="62779" y="39405"/>
                </a:cubicBezTo>
                <a:cubicBezTo>
                  <a:pt x="62779" y="39948"/>
                  <a:pt x="62551" y="41119"/>
                  <a:pt x="62122" y="42977"/>
                </a:cubicBezTo>
                <a:cubicBezTo>
                  <a:pt x="61665" y="44863"/>
                  <a:pt x="60779" y="47234"/>
                  <a:pt x="59465" y="50149"/>
                </a:cubicBezTo>
                <a:cubicBezTo>
                  <a:pt x="58122" y="53064"/>
                  <a:pt x="56721" y="55293"/>
                  <a:pt x="55207" y="56807"/>
                </a:cubicBezTo>
                <a:cubicBezTo>
                  <a:pt x="54064" y="57950"/>
                  <a:pt x="52635" y="58865"/>
                  <a:pt x="50949" y="59579"/>
                </a:cubicBezTo>
                <a:cubicBezTo>
                  <a:pt x="50263" y="59750"/>
                  <a:pt x="49206" y="59836"/>
                  <a:pt x="47777" y="59836"/>
                </a:cubicBezTo>
                <a:cubicBezTo>
                  <a:pt x="44777" y="59836"/>
                  <a:pt x="42262" y="59179"/>
                  <a:pt x="40205" y="57864"/>
                </a:cubicBezTo>
                <a:cubicBezTo>
                  <a:pt x="38176" y="56521"/>
                  <a:pt x="36862" y="55150"/>
                  <a:pt x="36233" y="53750"/>
                </a:cubicBezTo>
                <a:lnTo>
                  <a:pt x="35433" y="51749"/>
                </a:lnTo>
                <a:cubicBezTo>
                  <a:pt x="35347" y="51664"/>
                  <a:pt x="35176" y="51692"/>
                  <a:pt x="34919" y="51892"/>
                </a:cubicBezTo>
                <a:cubicBezTo>
                  <a:pt x="34719" y="52064"/>
                  <a:pt x="34547" y="52235"/>
                  <a:pt x="34376" y="52407"/>
                </a:cubicBezTo>
                <a:cubicBezTo>
                  <a:pt x="29146" y="57350"/>
                  <a:pt x="23860" y="59836"/>
                  <a:pt x="18459" y="59836"/>
                </a:cubicBezTo>
                <a:cubicBezTo>
                  <a:pt x="13573" y="59836"/>
                  <a:pt x="9287" y="58064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4973"/>
                </a:moveTo>
                <a:cubicBezTo>
                  <a:pt x="42205" y="14459"/>
                  <a:pt x="41977" y="13487"/>
                  <a:pt x="41548" y="12059"/>
                </a:cubicBezTo>
                <a:cubicBezTo>
                  <a:pt x="41091" y="10658"/>
                  <a:pt x="40091" y="9087"/>
                  <a:pt x="38491" y="7401"/>
                </a:cubicBezTo>
                <a:cubicBezTo>
                  <a:pt x="36890" y="5744"/>
                  <a:pt x="34862" y="4858"/>
                  <a:pt x="32375" y="4772"/>
                </a:cubicBezTo>
                <a:cubicBezTo>
                  <a:pt x="29289" y="4772"/>
                  <a:pt x="26318" y="6144"/>
                  <a:pt x="23489" y="8887"/>
                </a:cubicBezTo>
                <a:cubicBezTo>
                  <a:pt x="20660" y="11630"/>
                  <a:pt x="18459" y="15202"/>
                  <a:pt x="16859" y="19631"/>
                </a:cubicBezTo>
                <a:cubicBezTo>
                  <a:pt x="14288" y="26632"/>
                  <a:pt x="12487" y="33890"/>
                  <a:pt x="11401" y="41405"/>
                </a:cubicBezTo>
                <a:cubicBezTo>
                  <a:pt x="11401" y="41662"/>
                  <a:pt x="11401" y="42148"/>
                  <a:pt x="11401" y="42862"/>
                </a:cubicBezTo>
                <a:cubicBezTo>
                  <a:pt x="11401" y="43577"/>
                  <a:pt x="11373" y="44091"/>
                  <a:pt x="11287" y="44463"/>
                </a:cubicBezTo>
                <a:cubicBezTo>
                  <a:pt x="11287" y="48435"/>
                  <a:pt x="12087" y="51178"/>
                  <a:pt x="13659" y="52664"/>
                </a:cubicBezTo>
                <a:cubicBezTo>
                  <a:pt x="15259" y="54178"/>
                  <a:pt x="17174" y="54978"/>
                  <a:pt x="19374" y="55064"/>
                </a:cubicBezTo>
                <a:cubicBezTo>
                  <a:pt x="22746" y="55064"/>
                  <a:pt x="26060" y="53607"/>
                  <a:pt x="29318" y="50692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48" y="29718"/>
                </a:cubicBezTo>
                <a:cubicBezTo>
                  <a:pt x="40977" y="20603"/>
                  <a:pt x="42120" y="15688"/>
                  <a:pt x="42205" y="149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B5C53-D2B8-49D2-B08D-05CE2AC0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857" y="2720083"/>
            <a:ext cx="24775" cy="59236"/>
          </a:xfrm>
          <a:custGeom xmlns:a="http://schemas.openxmlformats.org/drawingml/2006/main">
            <a:pathLst>
              <a:path w="24775" h="59236">
                <a:moveTo>
                  <a:pt x="0" y="16116"/>
                </a:moveTo>
                <a:cubicBezTo>
                  <a:pt x="0" y="16116"/>
                  <a:pt x="0" y="14573"/>
                  <a:pt x="0" y="11430"/>
                </a:cubicBezTo>
                <a:cubicBezTo>
                  <a:pt x="0" y="8315"/>
                  <a:pt x="972" y="5601"/>
                  <a:pt x="3000" y="3372"/>
                </a:cubicBezTo>
                <a:cubicBezTo>
                  <a:pt x="5001" y="1114"/>
                  <a:pt x="7687" y="0"/>
                  <a:pt x="11059" y="0"/>
                </a:cubicBezTo>
                <a:cubicBezTo>
                  <a:pt x="14573" y="0"/>
                  <a:pt x="17688" y="1543"/>
                  <a:pt x="20460" y="4686"/>
                </a:cubicBezTo>
                <a:cubicBezTo>
                  <a:pt x="23203" y="7801"/>
                  <a:pt x="24632" y="13316"/>
                  <a:pt x="24775" y="21203"/>
                </a:cubicBezTo>
                <a:cubicBezTo>
                  <a:pt x="24775" y="25575"/>
                  <a:pt x="24203" y="29832"/>
                  <a:pt x="23060" y="33976"/>
                </a:cubicBezTo>
                <a:cubicBezTo>
                  <a:pt x="21946" y="38090"/>
                  <a:pt x="20631" y="41662"/>
                  <a:pt x="19117" y="44663"/>
                </a:cubicBezTo>
                <a:cubicBezTo>
                  <a:pt x="17631" y="47663"/>
                  <a:pt x="16002" y="50235"/>
                  <a:pt x="14259" y="52349"/>
                </a:cubicBezTo>
                <a:cubicBezTo>
                  <a:pt x="12487" y="54493"/>
                  <a:pt x="11001" y="56178"/>
                  <a:pt x="9744" y="57436"/>
                </a:cubicBezTo>
                <a:cubicBezTo>
                  <a:pt x="8487" y="58693"/>
                  <a:pt x="7687" y="59236"/>
                  <a:pt x="7287" y="59122"/>
                </a:cubicBezTo>
                <a:cubicBezTo>
                  <a:pt x="6801" y="59122"/>
                  <a:pt x="6001" y="58550"/>
                  <a:pt x="4858" y="57436"/>
                </a:cubicBezTo>
                <a:cubicBezTo>
                  <a:pt x="3743" y="56293"/>
                  <a:pt x="3172" y="55493"/>
                  <a:pt x="3172" y="54978"/>
                </a:cubicBezTo>
                <a:cubicBezTo>
                  <a:pt x="3172" y="54493"/>
                  <a:pt x="3858" y="53492"/>
                  <a:pt x="5229" y="51978"/>
                </a:cubicBezTo>
                <a:cubicBezTo>
                  <a:pt x="6629" y="50492"/>
                  <a:pt x="8172" y="48606"/>
                  <a:pt x="9944" y="46349"/>
                </a:cubicBezTo>
                <a:cubicBezTo>
                  <a:pt x="11687" y="44091"/>
                  <a:pt x="13316" y="40977"/>
                  <a:pt x="14802" y="36976"/>
                </a:cubicBezTo>
                <a:cubicBezTo>
                  <a:pt x="16316" y="32976"/>
                  <a:pt x="17316" y="28404"/>
                  <a:pt x="17802" y="23260"/>
                </a:cubicBezTo>
                <a:lnTo>
                  <a:pt x="17802" y="21003"/>
                </a:lnTo>
                <a:lnTo>
                  <a:pt x="17631" y="21203"/>
                </a:lnTo>
                <a:cubicBezTo>
                  <a:pt x="17374" y="21317"/>
                  <a:pt x="17059" y="21431"/>
                  <a:pt x="16688" y="21574"/>
                </a:cubicBezTo>
                <a:cubicBezTo>
                  <a:pt x="16316" y="21688"/>
                  <a:pt x="15945" y="21888"/>
                  <a:pt x="15545" y="22146"/>
                </a:cubicBezTo>
                <a:cubicBezTo>
                  <a:pt x="15202" y="22403"/>
                  <a:pt x="14630" y="22517"/>
                  <a:pt x="13859" y="22517"/>
                </a:cubicBezTo>
                <a:cubicBezTo>
                  <a:pt x="13116" y="22517"/>
                  <a:pt x="12373" y="22574"/>
                  <a:pt x="11630" y="22717"/>
                </a:cubicBezTo>
                <a:cubicBezTo>
                  <a:pt x="8258" y="22717"/>
                  <a:pt x="5486" y="21631"/>
                  <a:pt x="3372" y="19517"/>
                </a:cubicBezTo>
                <a:lnTo>
                  <a:pt x="0" y="16116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1520E-D293-4572-ABD0-C99C832A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857" y="2720083"/>
            <a:ext cx="24775" cy="59236"/>
          </a:xfrm>
          <a:custGeom xmlns:a="http://schemas.openxmlformats.org/drawingml/2006/main">
            <a:pathLst>
              <a:path w="24775" h="59236" fill="none">
                <a:moveTo>
                  <a:pt x="0" y="16116"/>
                </a:moveTo>
                <a:cubicBezTo>
                  <a:pt x="0" y="16116"/>
                  <a:pt x="0" y="14573"/>
                  <a:pt x="0" y="11430"/>
                </a:cubicBezTo>
                <a:cubicBezTo>
                  <a:pt x="0" y="8315"/>
                  <a:pt x="972" y="5601"/>
                  <a:pt x="3000" y="3372"/>
                </a:cubicBezTo>
                <a:cubicBezTo>
                  <a:pt x="5001" y="1114"/>
                  <a:pt x="7687" y="0"/>
                  <a:pt x="11059" y="0"/>
                </a:cubicBezTo>
                <a:cubicBezTo>
                  <a:pt x="14573" y="0"/>
                  <a:pt x="17688" y="1543"/>
                  <a:pt x="20460" y="4686"/>
                </a:cubicBezTo>
                <a:cubicBezTo>
                  <a:pt x="23203" y="7801"/>
                  <a:pt x="24632" y="13316"/>
                  <a:pt x="24775" y="21203"/>
                </a:cubicBezTo>
                <a:cubicBezTo>
                  <a:pt x="24775" y="25575"/>
                  <a:pt x="24203" y="29832"/>
                  <a:pt x="23060" y="33976"/>
                </a:cubicBezTo>
                <a:cubicBezTo>
                  <a:pt x="21946" y="38090"/>
                  <a:pt x="20631" y="41662"/>
                  <a:pt x="19117" y="44663"/>
                </a:cubicBezTo>
                <a:cubicBezTo>
                  <a:pt x="17631" y="47663"/>
                  <a:pt x="16002" y="50235"/>
                  <a:pt x="14259" y="52349"/>
                </a:cubicBezTo>
                <a:cubicBezTo>
                  <a:pt x="12487" y="54493"/>
                  <a:pt x="11001" y="56178"/>
                  <a:pt x="9744" y="57436"/>
                </a:cubicBezTo>
                <a:cubicBezTo>
                  <a:pt x="8487" y="58693"/>
                  <a:pt x="7687" y="59236"/>
                  <a:pt x="7287" y="59122"/>
                </a:cubicBezTo>
                <a:cubicBezTo>
                  <a:pt x="6801" y="59122"/>
                  <a:pt x="6001" y="58550"/>
                  <a:pt x="4858" y="57436"/>
                </a:cubicBezTo>
                <a:cubicBezTo>
                  <a:pt x="3743" y="56293"/>
                  <a:pt x="3172" y="55493"/>
                  <a:pt x="3172" y="54978"/>
                </a:cubicBezTo>
                <a:cubicBezTo>
                  <a:pt x="3172" y="54493"/>
                  <a:pt x="3858" y="53492"/>
                  <a:pt x="5229" y="51978"/>
                </a:cubicBezTo>
                <a:cubicBezTo>
                  <a:pt x="6629" y="50492"/>
                  <a:pt x="8172" y="48606"/>
                  <a:pt x="9944" y="46349"/>
                </a:cubicBezTo>
                <a:cubicBezTo>
                  <a:pt x="11687" y="44091"/>
                  <a:pt x="13316" y="40977"/>
                  <a:pt x="14802" y="36976"/>
                </a:cubicBezTo>
                <a:cubicBezTo>
                  <a:pt x="16316" y="32976"/>
                  <a:pt x="17316" y="28404"/>
                  <a:pt x="17802" y="23260"/>
                </a:cubicBezTo>
                <a:lnTo>
                  <a:pt x="17802" y="21003"/>
                </a:lnTo>
                <a:lnTo>
                  <a:pt x="17631" y="21203"/>
                </a:lnTo>
                <a:cubicBezTo>
                  <a:pt x="17374" y="21317"/>
                  <a:pt x="17059" y="21431"/>
                  <a:pt x="16688" y="21574"/>
                </a:cubicBezTo>
                <a:cubicBezTo>
                  <a:pt x="16316" y="21688"/>
                  <a:pt x="15945" y="21888"/>
                  <a:pt x="15545" y="22146"/>
                </a:cubicBezTo>
                <a:cubicBezTo>
                  <a:pt x="15202" y="22403"/>
                  <a:pt x="14630" y="22517"/>
                  <a:pt x="13859" y="22517"/>
                </a:cubicBezTo>
                <a:cubicBezTo>
                  <a:pt x="13116" y="22517"/>
                  <a:pt x="12373" y="22574"/>
                  <a:pt x="11630" y="22717"/>
                </a:cubicBezTo>
                <a:cubicBezTo>
                  <a:pt x="8258" y="22717"/>
                  <a:pt x="5486" y="21631"/>
                  <a:pt x="3372" y="19517"/>
                </a:cubicBezTo>
                <a:lnTo>
                  <a:pt x="0" y="161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0DA2F-81E8-4419-A954-618DCEA9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182" y="2675934"/>
            <a:ext cx="104184" cy="50149"/>
          </a:xfrm>
          <a:custGeom xmlns:a="http://schemas.openxmlformats.org/drawingml/2006/main">
            <a:pathLst>
              <a:path w="104184" h="50149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86" y="886"/>
                  <a:pt x="2629" y="0"/>
                </a:cubicBezTo>
                <a:lnTo>
                  <a:pt x="101356" y="0"/>
                </a:lnTo>
                <a:cubicBezTo>
                  <a:pt x="102241" y="400"/>
                  <a:pt x="103184" y="1200"/>
                  <a:pt x="104184" y="2457"/>
                </a:cubicBezTo>
                <a:lnTo>
                  <a:pt x="104184" y="47692"/>
                </a:lnTo>
                <a:cubicBezTo>
                  <a:pt x="102556" y="49320"/>
                  <a:pt x="101298" y="50149"/>
                  <a:pt x="100441" y="50149"/>
                </a:cubicBezTo>
                <a:cubicBezTo>
                  <a:pt x="99927" y="50149"/>
                  <a:pt x="99498" y="50063"/>
                  <a:pt x="99098" y="49949"/>
                </a:cubicBezTo>
                <a:cubicBezTo>
                  <a:pt x="98755" y="49835"/>
                  <a:pt x="98441" y="49578"/>
                  <a:pt x="98184" y="49206"/>
                </a:cubicBezTo>
                <a:cubicBezTo>
                  <a:pt x="97927" y="48835"/>
                  <a:pt x="97669" y="48578"/>
                  <a:pt x="97412" y="48435"/>
                </a:cubicBezTo>
                <a:cubicBezTo>
                  <a:pt x="97184" y="48320"/>
                  <a:pt x="96984" y="48092"/>
                  <a:pt x="96869" y="47692"/>
                </a:cubicBezTo>
                <a:lnTo>
                  <a:pt x="96669" y="27603"/>
                </a:lnTo>
                <a:lnTo>
                  <a:pt x="96669" y="7515"/>
                </a:lnTo>
                <a:lnTo>
                  <a:pt x="2629" y="7515"/>
                </a:lnTo>
                <a:cubicBezTo>
                  <a:pt x="886" y="6658"/>
                  <a:pt x="0" y="5401"/>
                  <a:pt x="0" y="3772"/>
                </a:cubicBezTo>
                <a:lnTo>
                  <a:pt x="0" y="620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3EB75-A3A8-401D-BD18-1BF5651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182" y="2675934"/>
            <a:ext cx="104184" cy="50149"/>
          </a:xfrm>
          <a:custGeom xmlns:a="http://schemas.openxmlformats.org/drawingml/2006/main">
            <a:pathLst>
              <a:path w="104184" h="50149" fill="none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86" y="886"/>
                  <a:pt x="2629" y="0"/>
                </a:cubicBezTo>
                <a:lnTo>
                  <a:pt x="101356" y="0"/>
                </a:lnTo>
                <a:cubicBezTo>
                  <a:pt x="102241" y="400"/>
                  <a:pt x="103184" y="1200"/>
                  <a:pt x="104184" y="2457"/>
                </a:cubicBezTo>
                <a:lnTo>
                  <a:pt x="104184" y="47692"/>
                </a:lnTo>
                <a:cubicBezTo>
                  <a:pt x="102556" y="49320"/>
                  <a:pt x="101298" y="50149"/>
                  <a:pt x="100441" y="50149"/>
                </a:cubicBezTo>
                <a:cubicBezTo>
                  <a:pt x="99927" y="50149"/>
                  <a:pt x="99498" y="50063"/>
                  <a:pt x="99098" y="49949"/>
                </a:cubicBezTo>
                <a:cubicBezTo>
                  <a:pt x="98755" y="49835"/>
                  <a:pt x="98441" y="49578"/>
                  <a:pt x="98184" y="49206"/>
                </a:cubicBezTo>
                <a:cubicBezTo>
                  <a:pt x="97927" y="48835"/>
                  <a:pt x="97669" y="48578"/>
                  <a:pt x="97412" y="48435"/>
                </a:cubicBezTo>
                <a:cubicBezTo>
                  <a:pt x="97184" y="48320"/>
                  <a:pt x="96984" y="48092"/>
                  <a:pt x="96869" y="47692"/>
                </a:cubicBezTo>
                <a:lnTo>
                  <a:pt x="96669" y="27603"/>
                </a:lnTo>
                <a:lnTo>
                  <a:pt x="96669" y="7515"/>
                </a:lnTo>
                <a:lnTo>
                  <a:pt x="2629" y="7515"/>
                </a:lnTo>
                <a:cubicBezTo>
                  <a:pt x="886" y="6658"/>
                  <a:pt x="0" y="5401"/>
                  <a:pt x="0" y="3772"/>
                </a:cubicBezTo>
                <a:lnTo>
                  <a:pt x="0" y="6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40606-F84C-45DC-B5E2-86F92772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254" y="2659818"/>
            <a:ext cx="74295" cy="85268"/>
          </a:xfrm>
          <a:custGeom xmlns:a="http://schemas.openxmlformats.org/drawingml/2006/main">
            <a:pathLst>
              <a:path w="74295" h="85268">
                <a:moveTo>
                  <a:pt x="0" y="53121"/>
                </a:moveTo>
                <a:cubicBezTo>
                  <a:pt x="0" y="39462"/>
                  <a:pt x="5401" y="27203"/>
                  <a:pt x="16145" y="16316"/>
                </a:cubicBezTo>
                <a:cubicBezTo>
                  <a:pt x="26918" y="5429"/>
                  <a:pt x="38548" y="0"/>
                  <a:pt x="51064" y="0"/>
                </a:cubicBezTo>
                <a:cubicBezTo>
                  <a:pt x="58093" y="0"/>
                  <a:pt x="63579" y="1486"/>
                  <a:pt x="67580" y="4486"/>
                </a:cubicBezTo>
                <a:cubicBezTo>
                  <a:pt x="71609" y="7487"/>
                  <a:pt x="73666" y="11430"/>
                  <a:pt x="73781" y="16316"/>
                </a:cubicBezTo>
                <a:cubicBezTo>
                  <a:pt x="73781" y="19945"/>
                  <a:pt x="72581" y="23003"/>
                  <a:pt x="70209" y="25517"/>
                </a:cubicBezTo>
                <a:cubicBezTo>
                  <a:pt x="67837" y="28004"/>
                  <a:pt x="64837" y="29347"/>
                  <a:pt x="61208" y="29461"/>
                </a:cubicBezTo>
                <a:cubicBezTo>
                  <a:pt x="58836" y="29461"/>
                  <a:pt x="56950" y="28832"/>
                  <a:pt x="55578" y="27575"/>
                </a:cubicBezTo>
                <a:cubicBezTo>
                  <a:pt x="54207" y="26346"/>
                  <a:pt x="53492" y="24460"/>
                  <a:pt x="53492" y="21946"/>
                </a:cubicBezTo>
                <a:cubicBezTo>
                  <a:pt x="53492" y="19431"/>
                  <a:pt x="54207" y="17316"/>
                  <a:pt x="55578" y="15573"/>
                </a:cubicBezTo>
                <a:cubicBezTo>
                  <a:pt x="56950" y="13830"/>
                  <a:pt x="58322" y="12516"/>
                  <a:pt x="59693" y="11630"/>
                </a:cubicBezTo>
                <a:cubicBezTo>
                  <a:pt x="61093" y="10744"/>
                  <a:pt x="61951" y="10373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51" y="9858"/>
                  <a:pt x="61408" y="9373"/>
                </a:cubicBezTo>
                <a:cubicBezTo>
                  <a:pt x="60636" y="8887"/>
                  <a:pt x="59322" y="8372"/>
                  <a:pt x="57464" y="7858"/>
                </a:cubicBezTo>
                <a:cubicBezTo>
                  <a:pt x="55578" y="7372"/>
                  <a:pt x="53464" y="7115"/>
                  <a:pt x="51064" y="7115"/>
                </a:cubicBezTo>
                <a:cubicBezTo>
                  <a:pt x="47320" y="7115"/>
                  <a:pt x="43748" y="8001"/>
                  <a:pt x="40376" y="9744"/>
                </a:cubicBezTo>
                <a:cubicBezTo>
                  <a:pt x="37748" y="10858"/>
                  <a:pt x="35062" y="12802"/>
                  <a:pt x="32290" y="15573"/>
                </a:cubicBezTo>
                <a:cubicBezTo>
                  <a:pt x="26803" y="21088"/>
                  <a:pt x="22774" y="28832"/>
                  <a:pt x="20288" y="38833"/>
                </a:cubicBezTo>
                <a:cubicBezTo>
                  <a:pt x="17774" y="48863"/>
                  <a:pt x="16459" y="56121"/>
                  <a:pt x="16345" y="60636"/>
                </a:cubicBezTo>
                <a:cubicBezTo>
                  <a:pt x="16345" y="66380"/>
                  <a:pt x="17974" y="70695"/>
                  <a:pt x="21231" y="73581"/>
                </a:cubicBezTo>
                <a:cubicBezTo>
                  <a:pt x="23974" y="76581"/>
                  <a:pt x="27603" y="78067"/>
                  <a:pt x="32118" y="78067"/>
                </a:cubicBezTo>
                <a:lnTo>
                  <a:pt x="32861" y="78067"/>
                </a:lnTo>
                <a:cubicBezTo>
                  <a:pt x="46863" y="78067"/>
                  <a:pt x="58464" y="72781"/>
                  <a:pt x="67580" y="62122"/>
                </a:cubicBezTo>
                <a:cubicBezTo>
                  <a:pt x="68723" y="60865"/>
                  <a:pt x="69466" y="60265"/>
                  <a:pt x="69837" y="60265"/>
                </a:cubicBezTo>
                <a:cubicBezTo>
                  <a:pt x="70352" y="60265"/>
                  <a:pt x="71152" y="60808"/>
                  <a:pt x="72295" y="61951"/>
                </a:cubicBezTo>
                <a:cubicBezTo>
                  <a:pt x="73409" y="63065"/>
                  <a:pt x="74038" y="63951"/>
                  <a:pt x="74152" y="64551"/>
                </a:cubicBezTo>
                <a:cubicBezTo>
                  <a:pt x="74295" y="65180"/>
                  <a:pt x="73724" y="66123"/>
                  <a:pt x="72466" y="67380"/>
                </a:cubicBezTo>
                <a:cubicBezTo>
                  <a:pt x="71209" y="68637"/>
                  <a:pt x="69409" y="70380"/>
                  <a:pt x="67037" y="72638"/>
                </a:cubicBezTo>
                <a:cubicBezTo>
                  <a:pt x="64637" y="74895"/>
                  <a:pt x="61836" y="76781"/>
                  <a:pt x="58579" y="78267"/>
                </a:cubicBezTo>
                <a:cubicBezTo>
                  <a:pt x="55321" y="79781"/>
                  <a:pt x="51321" y="81353"/>
                  <a:pt x="46577" y="82982"/>
                </a:cubicBezTo>
                <a:cubicBezTo>
                  <a:pt x="41805" y="84582"/>
                  <a:pt x="36805" y="85268"/>
                  <a:pt x="31547" y="85039"/>
                </a:cubicBezTo>
                <a:cubicBezTo>
                  <a:pt x="22174" y="85039"/>
                  <a:pt x="14573" y="82010"/>
                  <a:pt x="8830" y="76009"/>
                </a:cubicBezTo>
                <a:cubicBezTo>
                  <a:pt x="3086" y="70009"/>
                  <a:pt x="143" y="62379"/>
                  <a:pt x="0" y="53121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A0F73-D149-42AB-BA39-B7870E7A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254" y="2659818"/>
            <a:ext cx="74295" cy="85268"/>
          </a:xfrm>
          <a:custGeom xmlns:a="http://schemas.openxmlformats.org/drawingml/2006/main">
            <a:pathLst>
              <a:path w="74295" h="85268" fill="none">
                <a:moveTo>
                  <a:pt x="0" y="53121"/>
                </a:moveTo>
                <a:cubicBezTo>
                  <a:pt x="0" y="39462"/>
                  <a:pt x="5401" y="27203"/>
                  <a:pt x="16145" y="16316"/>
                </a:cubicBezTo>
                <a:cubicBezTo>
                  <a:pt x="26918" y="5429"/>
                  <a:pt x="38548" y="0"/>
                  <a:pt x="51064" y="0"/>
                </a:cubicBezTo>
                <a:cubicBezTo>
                  <a:pt x="58093" y="0"/>
                  <a:pt x="63579" y="1486"/>
                  <a:pt x="67580" y="4486"/>
                </a:cubicBezTo>
                <a:cubicBezTo>
                  <a:pt x="71609" y="7487"/>
                  <a:pt x="73666" y="11430"/>
                  <a:pt x="73781" y="16316"/>
                </a:cubicBezTo>
                <a:cubicBezTo>
                  <a:pt x="73781" y="19945"/>
                  <a:pt x="72581" y="23003"/>
                  <a:pt x="70209" y="25517"/>
                </a:cubicBezTo>
                <a:cubicBezTo>
                  <a:pt x="67837" y="28004"/>
                  <a:pt x="64837" y="29347"/>
                  <a:pt x="61208" y="29461"/>
                </a:cubicBezTo>
                <a:cubicBezTo>
                  <a:pt x="58836" y="29461"/>
                  <a:pt x="56950" y="28832"/>
                  <a:pt x="55578" y="27575"/>
                </a:cubicBezTo>
                <a:cubicBezTo>
                  <a:pt x="54207" y="26346"/>
                  <a:pt x="53492" y="24460"/>
                  <a:pt x="53492" y="21946"/>
                </a:cubicBezTo>
                <a:cubicBezTo>
                  <a:pt x="53492" y="19431"/>
                  <a:pt x="54207" y="17316"/>
                  <a:pt x="55578" y="15573"/>
                </a:cubicBezTo>
                <a:cubicBezTo>
                  <a:pt x="56950" y="13830"/>
                  <a:pt x="58322" y="12516"/>
                  <a:pt x="59693" y="11630"/>
                </a:cubicBezTo>
                <a:cubicBezTo>
                  <a:pt x="61093" y="10744"/>
                  <a:pt x="61951" y="10373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51" y="9858"/>
                  <a:pt x="61408" y="9373"/>
                </a:cubicBezTo>
                <a:cubicBezTo>
                  <a:pt x="60636" y="8887"/>
                  <a:pt x="59322" y="8372"/>
                  <a:pt x="57464" y="7858"/>
                </a:cubicBezTo>
                <a:cubicBezTo>
                  <a:pt x="55578" y="7372"/>
                  <a:pt x="53464" y="7115"/>
                  <a:pt x="51064" y="7115"/>
                </a:cubicBezTo>
                <a:cubicBezTo>
                  <a:pt x="47320" y="7115"/>
                  <a:pt x="43748" y="8001"/>
                  <a:pt x="40376" y="9744"/>
                </a:cubicBezTo>
                <a:cubicBezTo>
                  <a:pt x="37748" y="10858"/>
                  <a:pt x="35062" y="12802"/>
                  <a:pt x="32290" y="15573"/>
                </a:cubicBezTo>
                <a:cubicBezTo>
                  <a:pt x="26803" y="21088"/>
                  <a:pt x="22774" y="28832"/>
                  <a:pt x="20288" y="38833"/>
                </a:cubicBezTo>
                <a:cubicBezTo>
                  <a:pt x="17774" y="48863"/>
                  <a:pt x="16459" y="56121"/>
                  <a:pt x="16345" y="60636"/>
                </a:cubicBezTo>
                <a:cubicBezTo>
                  <a:pt x="16345" y="66380"/>
                  <a:pt x="17974" y="70695"/>
                  <a:pt x="21231" y="73581"/>
                </a:cubicBezTo>
                <a:cubicBezTo>
                  <a:pt x="23974" y="76581"/>
                  <a:pt x="27603" y="78067"/>
                  <a:pt x="32118" y="78067"/>
                </a:cubicBezTo>
                <a:lnTo>
                  <a:pt x="32861" y="78067"/>
                </a:lnTo>
                <a:cubicBezTo>
                  <a:pt x="46863" y="78067"/>
                  <a:pt x="58464" y="72781"/>
                  <a:pt x="67580" y="62122"/>
                </a:cubicBezTo>
                <a:cubicBezTo>
                  <a:pt x="68723" y="60865"/>
                  <a:pt x="69466" y="60265"/>
                  <a:pt x="69837" y="60265"/>
                </a:cubicBezTo>
                <a:cubicBezTo>
                  <a:pt x="70352" y="60265"/>
                  <a:pt x="71152" y="60808"/>
                  <a:pt x="72295" y="61951"/>
                </a:cubicBezTo>
                <a:cubicBezTo>
                  <a:pt x="73409" y="63065"/>
                  <a:pt x="74038" y="63951"/>
                  <a:pt x="74152" y="64551"/>
                </a:cubicBezTo>
                <a:cubicBezTo>
                  <a:pt x="74295" y="65180"/>
                  <a:pt x="73724" y="66123"/>
                  <a:pt x="72466" y="67380"/>
                </a:cubicBezTo>
                <a:cubicBezTo>
                  <a:pt x="71209" y="68637"/>
                  <a:pt x="69409" y="70380"/>
                  <a:pt x="67037" y="72638"/>
                </a:cubicBezTo>
                <a:cubicBezTo>
                  <a:pt x="64637" y="74895"/>
                  <a:pt x="61836" y="76781"/>
                  <a:pt x="58579" y="78267"/>
                </a:cubicBezTo>
                <a:cubicBezTo>
                  <a:pt x="55321" y="79781"/>
                  <a:pt x="51321" y="81353"/>
                  <a:pt x="46577" y="82982"/>
                </a:cubicBezTo>
                <a:cubicBezTo>
                  <a:pt x="41805" y="84582"/>
                  <a:pt x="36805" y="85268"/>
                  <a:pt x="31547" y="85039"/>
                </a:cubicBezTo>
                <a:cubicBezTo>
                  <a:pt x="22174" y="85039"/>
                  <a:pt x="14573" y="82010"/>
                  <a:pt x="8830" y="76009"/>
                </a:cubicBezTo>
                <a:cubicBezTo>
                  <a:pt x="3086" y="70009"/>
                  <a:pt x="143" y="62379"/>
                  <a:pt x="0" y="531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E0273C-F695-47B8-B132-5C837EAC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550" y="2682535"/>
            <a:ext cx="55864" cy="91326"/>
          </a:xfrm>
          <a:custGeom xmlns:a="http://schemas.openxmlformats.org/drawingml/2006/main">
            <a:pathLst>
              <a:path w="55864" h="91326">
                <a:moveTo>
                  <a:pt x="7544" y="10773"/>
                </a:moveTo>
                <a:cubicBezTo>
                  <a:pt x="12516" y="3600"/>
                  <a:pt x="19288" y="0"/>
                  <a:pt x="27861" y="0"/>
                </a:cubicBezTo>
                <a:cubicBezTo>
                  <a:pt x="32118" y="0"/>
                  <a:pt x="36347" y="1172"/>
                  <a:pt x="40605" y="3458"/>
                </a:cubicBezTo>
                <a:cubicBezTo>
                  <a:pt x="44863" y="5772"/>
                  <a:pt x="48292" y="9830"/>
                  <a:pt x="50949" y="15659"/>
                </a:cubicBezTo>
                <a:cubicBezTo>
                  <a:pt x="54235" y="23003"/>
                  <a:pt x="55864" y="33118"/>
                  <a:pt x="55864" y="45920"/>
                </a:cubicBezTo>
                <a:cubicBezTo>
                  <a:pt x="55864" y="59636"/>
                  <a:pt x="53950" y="70123"/>
                  <a:pt x="50149" y="77410"/>
                </a:cubicBezTo>
                <a:cubicBezTo>
                  <a:pt x="48406" y="81096"/>
                  <a:pt x="45949" y="84068"/>
                  <a:pt x="42862" y="86268"/>
                </a:cubicBezTo>
                <a:cubicBezTo>
                  <a:pt x="39776" y="88497"/>
                  <a:pt x="37062" y="89868"/>
                  <a:pt x="34776" y="90411"/>
                </a:cubicBezTo>
                <a:cubicBezTo>
                  <a:pt x="32461" y="90926"/>
                  <a:pt x="30204" y="91240"/>
                  <a:pt x="27975" y="91326"/>
                </a:cubicBezTo>
                <a:cubicBezTo>
                  <a:pt x="25689" y="91326"/>
                  <a:pt x="23403" y="91069"/>
                  <a:pt x="21088" y="90526"/>
                </a:cubicBezTo>
                <a:cubicBezTo>
                  <a:pt x="18802" y="90011"/>
                  <a:pt x="16088" y="88582"/>
                  <a:pt x="13002" y="86268"/>
                </a:cubicBezTo>
                <a:cubicBezTo>
                  <a:pt x="9887" y="83982"/>
                  <a:pt x="7458" y="81010"/>
                  <a:pt x="5686" y="77410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47"/>
                  <a:pt x="2515" y="18831"/>
                  <a:pt x="7544" y="10773"/>
                </a:cubicBezTo>
                <a:close/>
                <a:moveTo>
                  <a:pt x="37433" y="9173"/>
                </a:moveTo>
                <a:cubicBezTo>
                  <a:pt x="34776" y="6344"/>
                  <a:pt x="31604" y="4915"/>
                  <a:pt x="27975" y="4915"/>
                </a:cubicBezTo>
                <a:cubicBezTo>
                  <a:pt x="24289" y="4915"/>
                  <a:pt x="21088" y="6344"/>
                  <a:pt x="18431" y="9173"/>
                </a:cubicBezTo>
                <a:cubicBezTo>
                  <a:pt x="16231" y="11487"/>
                  <a:pt x="14773" y="14659"/>
                  <a:pt x="14059" y="18717"/>
                </a:cubicBezTo>
                <a:cubicBezTo>
                  <a:pt x="13345" y="22803"/>
                  <a:pt x="13002" y="31290"/>
                  <a:pt x="13002" y="44206"/>
                </a:cubicBezTo>
                <a:cubicBezTo>
                  <a:pt x="13002" y="58179"/>
                  <a:pt x="13345" y="67408"/>
                  <a:pt x="14059" y="71809"/>
                </a:cubicBezTo>
                <a:cubicBezTo>
                  <a:pt x="14773" y="76238"/>
                  <a:pt x="16345" y="79753"/>
                  <a:pt x="18831" y="82296"/>
                </a:cubicBezTo>
                <a:cubicBezTo>
                  <a:pt x="21317" y="84953"/>
                  <a:pt x="24346" y="86268"/>
                  <a:pt x="27975" y="86268"/>
                </a:cubicBezTo>
                <a:cubicBezTo>
                  <a:pt x="31547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805" y="71152"/>
                </a:cubicBezTo>
                <a:cubicBezTo>
                  <a:pt x="42434" y="66380"/>
                  <a:pt x="42777" y="57407"/>
                  <a:pt x="42862" y="44206"/>
                </a:cubicBezTo>
                <a:cubicBezTo>
                  <a:pt x="42862" y="31375"/>
                  <a:pt x="42520" y="22917"/>
                  <a:pt x="41805" y="18859"/>
                </a:cubicBezTo>
                <a:cubicBezTo>
                  <a:pt x="41091" y="14802"/>
                  <a:pt x="39634" y="11573"/>
                  <a:pt x="37433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4EA3A-3E41-402D-88A5-B6C2CC62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550" y="2682535"/>
            <a:ext cx="55864" cy="91326"/>
          </a:xfrm>
          <a:custGeom xmlns:a="http://schemas.openxmlformats.org/drawingml/2006/main">
            <a:pathLst>
              <a:path w="55864" h="91326" fill="none">
                <a:moveTo>
                  <a:pt x="7544" y="10773"/>
                </a:moveTo>
                <a:cubicBezTo>
                  <a:pt x="12516" y="3600"/>
                  <a:pt x="19288" y="0"/>
                  <a:pt x="27861" y="0"/>
                </a:cubicBezTo>
                <a:cubicBezTo>
                  <a:pt x="32118" y="0"/>
                  <a:pt x="36347" y="1172"/>
                  <a:pt x="40605" y="3458"/>
                </a:cubicBezTo>
                <a:cubicBezTo>
                  <a:pt x="44863" y="5772"/>
                  <a:pt x="48292" y="9830"/>
                  <a:pt x="50949" y="15659"/>
                </a:cubicBezTo>
                <a:cubicBezTo>
                  <a:pt x="54235" y="23003"/>
                  <a:pt x="55864" y="33118"/>
                  <a:pt x="55864" y="45920"/>
                </a:cubicBezTo>
                <a:cubicBezTo>
                  <a:pt x="55864" y="59636"/>
                  <a:pt x="53950" y="70123"/>
                  <a:pt x="50149" y="77410"/>
                </a:cubicBezTo>
                <a:cubicBezTo>
                  <a:pt x="48406" y="81096"/>
                  <a:pt x="45949" y="84068"/>
                  <a:pt x="42862" y="86268"/>
                </a:cubicBezTo>
                <a:cubicBezTo>
                  <a:pt x="39776" y="88497"/>
                  <a:pt x="37062" y="89868"/>
                  <a:pt x="34776" y="90411"/>
                </a:cubicBezTo>
                <a:cubicBezTo>
                  <a:pt x="32461" y="90926"/>
                  <a:pt x="30204" y="91240"/>
                  <a:pt x="27975" y="91326"/>
                </a:cubicBezTo>
                <a:cubicBezTo>
                  <a:pt x="25689" y="91326"/>
                  <a:pt x="23403" y="91069"/>
                  <a:pt x="21088" y="90526"/>
                </a:cubicBezTo>
                <a:cubicBezTo>
                  <a:pt x="18802" y="90011"/>
                  <a:pt x="16088" y="88582"/>
                  <a:pt x="13002" y="86268"/>
                </a:cubicBezTo>
                <a:cubicBezTo>
                  <a:pt x="9887" y="83982"/>
                  <a:pt x="7458" y="81010"/>
                  <a:pt x="5686" y="77410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47"/>
                  <a:pt x="2515" y="18831"/>
                  <a:pt x="7544" y="10773"/>
                </a:cubicBezTo>
                <a:close/>
                <a:moveTo>
                  <a:pt x="37433" y="9173"/>
                </a:moveTo>
                <a:cubicBezTo>
                  <a:pt x="34776" y="6344"/>
                  <a:pt x="31604" y="4915"/>
                  <a:pt x="27975" y="4915"/>
                </a:cubicBezTo>
                <a:cubicBezTo>
                  <a:pt x="24289" y="4915"/>
                  <a:pt x="21088" y="6344"/>
                  <a:pt x="18431" y="9173"/>
                </a:cubicBezTo>
                <a:cubicBezTo>
                  <a:pt x="16231" y="11487"/>
                  <a:pt x="14773" y="14659"/>
                  <a:pt x="14059" y="18717"/>
                </a:cubicBezTo>
                <a:cubicBezTo>
                  <a:pt x="13345" y="22803"/>
                  <a:pt x="13002" y="31290"/>
                  <a:pt x="13002" y="44206"/>
                </a:cubicBezTo>
                <a:cubicBezTo>
                  <a:pt x="13002" y="58179"/>
                  <a:pt x="13345" y="67408"/>
                  <a:pt x="14059" y="71809"/>
                </a:cubicBezTo>
                <a:cubicBezTo>
                  <a:pt x="14773" y="76238"/>
                  <a:pt x="16345" y="79753"/>
                  <a:pt x="18831" y="82296"/>
                </a:cubicBezTo>
                <a:cubicBezTo>
                  <a:pt x="21317" y="84953"/>
                  <a:pt x="24346" y="86268"/>
                  <a:pt x="27975" y="86268"/>
                </a:cubicBezTo>
                <a:cubicBezTo>
                  <a:pt x="31547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805" y="71152"/>
                </a:cubicBezTo>
                <a:cubicBezTo>
                  <a:pt x="42434" y="66380"/>
                  <a:pt x="42777" y="57407"/>
                  <a:pt x="42862" y="44206"/>
                </a:cubicBezTo>
                <a:cubicBezTo>
                  <a:pt x="42862" y="31375"/>
                  <a:pt x="42520" y="22917"/>
                  <a:pt x="41805" y="18859"/>
                </a:cubicBezTo>
                <a:cubicBezTo>
                  <a:pt x="41091" y="14802"/>
                  <a:pt x="39634" y="11573"/>
                  <a:pt x="37433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C8632-1155-40B1-9A2A-2120709F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2601982"/>
            <a:ext cx="42005" cy="187738"/>
          </a:xfrm>
          <a:custGeom xmlns:a="http://schemas.openxmlformats.org/drawingml/2006/main">
            <a:pathLst>
              <a:path w="42005" h="187738">
                <a:moveTo>
                  <a:pt x="0" y="3372"/>
                </a:moveTo>
                <a:cubicBezTo>
                  <a:pt x="143" y="2515"/>
                  <a:pt x="514" y="1772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44" y="2743"/>
                  <a:pt x="13230" y="18145"/>
                  <a:pt x="24603" y="48063"/>
                </a:cubicBezTo>
                <a:cubicBezTo>
                  <a:pt x="35976" y="77981"/>
                  <a:pt x="41748" y="93240"/>
                  <a:pt x="41862" y="93869"/>
                </a:cubicBezTo>
                <a:cubicBezTo>
                  <a:pt x="42005" y="94498"/>
                  <a:pt x="36290" y="109757"/>
                  <a:pt x="24803" y="139675"/>
                </a:cubicBezTo>
                <a:cubicBezTo>
                  <a:pt x="13259" y="169593"/>
                  <a:pt x="7344" y="184995"/>
                  <a:pt x="6944" y="185852"/>
                </a:cubicBezTo>
                <a:cubicBezTo>
                  <a:pt x="6086" y="187109"/>
                  <a:pt x="5001" y="187738"/>
                  <a:pt x="3772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66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02"/>
                  <a:pt x="0" y="4000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A5878-7B30-4C3C-9279-6B633A6B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2601982"/>
            <a:ext cx="42005" cy="187738"/>
          </a:xfrm>
          <a:custGeom xmlns:a="http://schemas.openxmlformats.org/drawingml/2006/main">
            <a:pathLst>
              <a:path w="42005" h="187738" fill="none">
                <a:moveTo>
                  <a:pt x="0" y="3372"/>
                </a:moveTo>
                <a:cubicBezTo>
                  <a:pt x="143" y="2515"/>
                  <a:pt x="514" y="1772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44" y="2743"/>
                  <a:pt x="13230" y="18145"/>
                  <a:pt x="24603" y="48063"/>
                </a:cubicBezTo>
                <a:cubicBezTo>
                  <a:pt x="35976" y="77981"/>
                  <a:pt x="41748" y="93240"/>
                  <a:pt x="41862" y="93869"/>
                </a:cubicBezTo>
                <a:cubicBezTo>
                  <a:pt x="42005" y="94498"/>
                  <a:pt x="36290" y="109757"/>
                  <a:pt x="24803" y="139675"/>
                </a:cubicBezTo>
                <a:cubicBezTo>
                  <a:pt x="13259" y="169593"/>
                  <a:pt x="7344" y="184995"/>
                  <a:pt x="6944" y="185852"/>
                </a:cubicBezTo>
                <a:cubicBezTo>
                  <a:pt x="6086" y="187109"/>
                  <a:pt x="5001" y="187738"/>
                  <a:pt x="3772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66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02"/>
                  <a:pt x="0" y="4000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779BB-AA01-458D-A73A-8E9C397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940" y="2648588"/>
            <a:ext cx="191052" cy="73838"/>
          </a:xfrm>
          <a:custGeom xmlns:a="http://schemas.openxmlformats.org/drawingml/2006/main">
            <a:pathLst>
              <a:path w="191052" h="73838" fill="none">
                <a:moveTo>
                  <a:pt x="0" y="0"/>
                </a:moveTo>
                <a:lnTo>
                  <a:pt x="191052" y="73838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D0A1A-B712-49FD-AEA1-97F8BD6B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819" y="2696594"/>
            <a:ext cx="51692" cy="43348"/>
          </a:xfrm>
          <a:custGeom xmlns:a="http://schemas.openxmlformats.org/drawingml/2006/main">
            <a:pathLst>
              <a:path w="51692" h="43348">
                <a:moveTo>
                  <a:pt x="51692" y="38376"/>
                </a:moveTo>
                <a:lnTo>
                  <a:pt x="0" y="43348"/>
                </a:lnTo>
                <a:lnTo>
                  <a:pt x="19174" y="25832"/>
                </a:lnTo>
                <a:lnTo>
                  <a:pt x="16716" y="0"/>
                </a:lnTo>
                <a:lnTo>
                  <a:pt x="51692" y="383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E95EE-A729-47B9-B2E3-61E0AF25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819" y="2696594"/>
            <a:ext cx="51692" cy="43348"/>
          </a:xfrm>
          <a:custGeom xmlns:a="http://schemas.openxmlformats.org/drawingml/2006/main">
            <a:pathLst>
              <a:path w="51692" h="43348" fill="none">
                <a:moveTo>
                  <a:pt x="51692" y="38376"/>
                </a:moveTo>
                <a:lnTo>
                  <a:pt x="0" y="43348"/>
                </a:lnTo>
                <a:lnTo>
                  <a:pt x="19174" y="25832"/>
                </a:lnTo>
                <a:lnTo>
                  <a:pt x="16716" y="0"/>
                </a:lnTo>
                <a:lnTo>
                  <a:pt x="51692" y="383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F5710-BA49-4D36-9D0A-AED7C7A3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823" y="2617470"/>
            <a:ext cx="42034" cy="187966"/>
          </a:xfrm>
          <a:custGeom xmlns:a="http://schemas.openxmlformats.org/drawingml/2006/main">
            <a:pathLst>
              <a:path w="42034" h="187966">
                <a:moveTo>
                  <a:pt x="42034" y="184595"/>
                </a:moveTo>
                <a:cubicBezTo>
                  <a:pt x="41920" y="185480"/>
                  <a:pt x="41519" y="186223"/>
                  <a:pt x="40891" y="186852"/>
                </a:cubicBezTo>
                <a:cubicBezTo>
                  <a:pt x="40291" y="187481"/>
                  <a:pt x="39405" y="187852"/>
                  <a:pt x="38262" y="187966"/>
                </a:cubicBezTo>
                <a:cubicBezTo>
                  <a:pt x="37033" y="187966"/>
                  <a:pt x="35947" y="187338"/>
                  <a:pt x="35090" y="186080"/>
                </a:cubicBezTo>
                <a:cubicBezTo>
                  <a:pt x="34690" y="185223"/>
                  <a:pt x="28804" y="169793"/>
                  <a:pt x="17402" y="139846"/>
                </a:cubicBezTo>
                <a:cubicBezTo>
                  <a:pt x="6001" y="109899"/>
                  <a:pt x="229" y="94612"/>
                  <a:pt x="114" y="93983"/>
                </a:cubicBezTo>
                <a:cubicBezTo>
                  <a:pt x="0" y="93355"/>
                  <a:pt x="5686" y="78067"/>
                  <a:pt x="17231" y="48120"/>
                </a:cubicBezTo>
                <a:cubicBezTo>
                  <a:pt x="28746" y="18174"/>
                  <a:pt x="34690" y="2743"/>
                  <a:pt x="35090" y="1886"/>
                </a:cubicBezTo>
                <a:cubicBezTo>
                  <a:pt x="35462" y="1257"/>
                  <a:pt x="36090" y="686"/>
                  <a:pt x="36976" y="200"/>
                </a:cubicBezTo>
                <a:lnTo>
                  <a:pt x="37519" y="0"/>
                </a:lnTo>
                <a:cubicBezTo>
                  <a:pt x="37890" y="0"/>
                  <a:pt x="38148" y="0"/>
                  <a:pt x="38262" y="0"/>
                </a:cubicBezTo>
                <a:cubicBezTo>
                  <a:pt x="40519" y="0"/>
                  <a:pt x="41777" y="1114"/>
                  <a:pt x="42034" y="3372"/>
                </a:cubicBezTo>
                <a:cubicBezTo>
                  <a:pt x="42034" y="4029"/>
                  <a:pt x="36405" y="19231"/>
                  <a:pt x="25117" y="49063"/>
                </a:cubicBezTo>
                <a:cubicBezTo>
                  <a:pt x="13716" y="78753"/>
                  <a:pt x="8001" y="93726"/>
                  <a:pt x="8001" y="93983"/>
                </a:cubicBezTo>
                <a:cubicBezTo>
                  <a:pt x="8001" y="94240"/>
                  <a:pt x="13716" y="109214"/>
                  <a:pt x="25117" y="138903"/>
                </a:cubicBezTo>
                <a:cubicBezTo>
                  <a:pt x="36405" y="168735"/>
                  <a:pt x="42034" y="183966"/>
                  <a:pt x="42034" y="184595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ED10D-F8D2-4EA2-8005-4358B1AE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823" y="2617470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42034" y="184595"/>
                </a:moveTo>
                <a:cubicBezTo>
                  <a:pt x="41920" y="185480"/>
                  <a:pt x="41519" y="186223"/>
                  <a:pt x="40891" y="186852"/>
                </a:cubicBezTo>
                <a:cubicBezTo>
                  <a:pt x="40291" y="187481"/>
                  <a:pt x="39405" y="187852"/>
                  <a:pt x="38262" y="187966"/>
                </a:cubicBezTo>
                <a:cubicBezTo>
                  <a:pt x="37033" y="187966"/>
                  <a:pt x="35947" y="187338"/>
                  <a:pt x="35090" y="186080"/>
                </a:cubicBezTo>
                <a:cubicBezTo>
                  <a:pt x="34690" y="185223"/>
                  <a:pt x="28804" y="169793"/>
                  <a:pt x="17402" y="139846"/>
                </a:cubicBezTo>
                <a:cubicBezTo>
                  <a:pt x="6001" y="109899"/>
                  <a:pt x="229" y="94612"/>
                  <a:pt x="114" y="93983"/>
                </a:cubicBezTo>
                <a:cubicBezTo>
                  <a:pt x="0" y="93355"/>
                  <a:pt x="5686" y="78067"/>
                  <a:pt x="17231" y="48120"/>
                </a:cubicBezTo>
                <a:cubicBezTo>
                  <a:pt x="28746" y="18174"/>
                  <a:pt x="34690" y="2743"/>
                  <a:pt x="35090" y="1886"/>
                </a:cubicBezTo>
                <a:cubicBezTo>
                  <a:pt x="35462" y="1257"/>
                  <a:pt x="36090" y="686"/>
                  <a:pt x="36976" y="200"/>
                </a:cubicBezTo>
                <a:lnTo>
                  <a:pt x="37519" y="0"/>
                </a:lnTo>
                <a:cubicBezTo>
                  <a:pt x="37890" y="0"/>
                  <a:pt x="38148" y="0"/>
                  <a:pt x="38262" y="0"/>
                </a:cubicBezTo>
                <a:cubicBezTo>
                  <a:pt x="40519" y="0"/>
                  <a:pt x="41777" y="1114"/>
                  <a:pt x="42034" y="3372"/>
                </a:cubicBezTo>
                <a:cubicBezTo>
                  <a:pt x="42034" y="4029"/>
                  <a:pt x="36405" y="19231"/>
                  <a:pt x="25117" y="49063"/>
                </a:cubicBezTo>
                <a:cubicBezTo>
                  <a:pt x="13716" y="78753"/>
                  <a:pt x="8001" y="93726"/>
                  <a:pt x="8001" y="93983"/>
                </a:cubicBezTo>
                <a:cubicBezTo>
                  <a:pt x="8001" y="94240"/>
                  <a:pt x="13716" y="109214"/>
                  <a:pt x="25117" y="138903"/>
                </a:cubicBezTo>
                <a:cubicBezTo>
                  <a:pt x="36405" y="168735"/>
                  <a:pt x="42034" y="183966"/>
                  <a:pt x="42034" y="1845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A4274-4743-4273-8CD1-847089C4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344" y="2631186"/>
            <a:ext cx="128359" cy="127273"/>
          </a:xfrm>
          <a:custGeom xmlns:a="http://schemas.openxmlformats.org/drawingml/2006/main">
            <a:pathLst>
              <a:path w="128359" h="127273">
                <a:moveTo>
                  <a:pt x="3572" y="45120"/>
                </a:moveTo>
                <a:cubicBezTo>
                  <a:pt x="1172" y="45120"/>
                  <a:pt x="0" y="44606"/>
                  <a:pt x="0" y="43605"/>
                </a:cubicBezTo>
                <a:cubicBezTo>
                  <a:pt x="0" y="42977"/>
                  <a:pt x="1000" y="39491"/>
                  <a:pt x="3000" y="33090"/>
                </a:cubicBezTo>
                <a:cubicBezTo>
                  <a:pt x="5001" y="26689"/>
                  <a:pt x="7144" y="20374"/>
                  <a:pt x="9373" y="14116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984" y="0"/>
                </a:lnTo>
                <a:lnTo>
                  <a:pt x="119901" y="0"/>
                </a:lnTo>
                <a:cubicBezTo>
                  <a:pt x="123930" y="0"/>
                  <a:pt x="126302" y="57"/>
                  <a:pt x="127044" y="200"/>
                </a:cubicBezTo>
                <a:cubicBezTo>
                  <a:pt x="127816" y="314"/>
                  <a:pt x="128245" y="886"/>
                  <a:pt x="128359" y="1886"/>
                </a:cubicBezTo>
                <a:cubicBezTo>
                  <a:pt x="128359" y="2629"/>
                  <a:pt x="127302" y="9773"/>
                  <a:pt x="125159" y="23317"/>
                </a:cubicBezTo>
                <a:cubicBezTo>
                  <a:pt x="123044" y="36862"/>
                  <a:pt x="121844" y="43691"/>
                  <a:pt x="121587" y="43805"/>
                </a:cubicBezTo>
                <a:cubicBezTo>
                  <a:pt x="121587" y="44691"/>
                  <a:pt x="120415" y="45120"/>
                  <a:pt x="118015" y="45120"/>
                </a:cubicBezTo>
                <a:cubicBezTo>
                  <a:pt x="116900" y="45120"/>
                  <a:pt x="116157" y="45120"/>
                  <a:pt x="115786" y="45120"/>
                </a:cubicBezTo>
                <a:cubicBezTo>
                  <a:pt x="115414" y="45120"/>
                  <a:pt x="115014" y="44806"/>
                  <a:pt x="114643" y="44177"/>
                </a:cubicBezTo>
                <a:lnTo>
                  <a:pt x="114271" y="43605"/>
                </a:lnTo>
                <a:cubicBezTo>
                  <a:pt x="114271" y="42862"/>
                  <a:pt x="114643" y="40062"/>
                  <a:pt x="115414" y="35176"/>
                </a:cubicBezTo>
                <a:cubicBezTo>
                  <a:pt x="116157" y="30261"/>
                  <a:pt x="116529" y="26432"/>
                  <a:pt x="116529" y="23689"/>
                </a:cubicBezTo>
                <a:cubicBezTo>
                  <a:pt x="116529" y="19317"/>
                  <a:pt x="115729" y="15973"/>
                  <a:pt x="114100" y="13745"/>
                </a:cubicBezTo>
                <a:cubicBezTo>
                  <a:pt x="112443" y="11487"/>
                  <a:pt x="109014" y="9916"/>
                  <a:pt x="103727" y="9030"/>
                </a:cubicBezTo>
                <a:cubicBezTo>
                  <a:pt x="103127" y="8915"/>
                  <a:pt x="99498" y="8773"/>
                  <a:pt x="92840" y="8658"/>
                </a:cubicBezTo>
                <a:cubicBezTo>
                  <a:pt x="87068" y="8658"/>
                  <a:pt x="83439" y="8715"/>
                  <a:pt x="81953" y="8830"/>
                </a:cubicBezTo>
                <a:cubicBezTo>
                  <a:pt x="80439" y="8973"/>
                  <a:pt x="79296" y="9458"/>
                  <a:pt x="78553" y="10344"/>
                </a:cubicBezTo>
                <a:cubicBezTo>
                  <a:pt x="78438" y="10458"/>
                  <a:pt x="73981" y="27946"/>
                  <a:pt x="65208" y="62779"/>
                </a:cubicBezTo>
                <a:cubicBezTo>
                  <a:pt x="56436" y="97612"/>
                  <a:pt x="52064" y="115357"/>
                  <a:pt x="52064" y="115986"/>
                </a:cubicBezTo>
                <a:cubicBezTo>
                  <a:pt x="52064" y="117500"/>
                  <a:pt x="57550" y="118358"/>
                  <a:pt x="68580" y="118615"/>
                </a:cubicBezTo>
                <a:cubicBezTo>
                  <a:pt x="72609" y="118615"/>
                  <a:pt x="75181" y="118672"/>
                  <a:pt x="76295" y="118786"/>
                </a:cubicBezTo>
                <a:cubicBezTo>
                  <a:pt x="77438" y="118929"/>
                  <a:pt x="77981" y="119501"/>
                  <a:pt x="77981" y="120501"/>
                </a:cubicBezTo>
                <a:cubicBezTo>
                  <a:pt x="77981" y="121129"/>
                  <a:pt x="77810" y="122015"/>
                  <a:pt x="77438" y="123130"/>
                </a:cubicBezTo>
                <a:cubicBezTo>
                  <a:pt x="76924" y="125387"/>
                  <a:pt x="76352" y="126702"/>
                  <a:pt x="75724" y="127073"/>
                </a:cubicBezTo>
                <a:lnTo>
                  <a:pt x="75352" y="127273"/>
                </a:lnTo>
                <a:cubicBezTo>
                  <a:pt x="74981" y="127273"/>
                  <a:pt x="74552" y="127273"/>
                  <a:pt x="74038" y="127273"/>
                </a:cubicBezTo>
                <a:cubicBezTo>
                  <a:pt x="73409" y="127273"/>
                  <a:pt x="70152" y="127216"/>
                  <a:pt x="64265" y="127073"/>
                </a:cubicBezTo>
                <a:cubicBezTo>
                  <a:pt x="58379" y="126959"/>
                  <a:pt x="49921" y="126902"/>
                  <a:pt x="38891" y="126902"/>
                </a:cubicBezTo>
                <a:cubicBezTo>
                  <a:pt x="22717" y="126902"/>
                  <a:pt x="12459" y="127016"/>
                  <a:pt x="8058" y="127273"/>
                </a:cubicBezTo>
                <a:lnTo>
                  <a:pt x="5258" y="127273"/>
                </a:lnTo>
                <a:cubicBezTo>
                  <a:pt x="4486" y="126502"/>
                  <a:pt x="4115" y="125930"/>
                  <a:pt x="4115" y="125587"/>
                </a:cubicBezTo>
                <a:cubicBezTo>
                  <a:pt x="4115" y="125187"/>
                  <a:pt x="4258" y="124073"/>
                  <a:pt x="4486" y="122187"/>
                </a:cubicBezTo>
                <a:cubicBezTo>
                  <a:pt x="5001" y="120558"/>
                  <a:pt x="5629" y="119358"/>
                  <a:pt x="6372" y="118615"/>
                </a:cubicBezTo>
                <a:lnTo>
                  <a:pt x="11630" y="118615"/>
                </a:lnTo>
                <a:lnTo>
                  <a:pt x="13716" y="118615"/>
                </a:lnTo>
                <a:cubicBezTo>
                  <a:pt x="23717" y="118615"/>
                  <a:pt x="29689" y="118043"/>
                  <a:pt x="31575" y="116929"/>
                </a:cubicBezTo>
                <a:cubicBezTo>
                  <a:pt x="31690" y="116815"/>
                  <a:pt x="31804" y="116729"/>
                  <a:pt x="31947" y="116729"/>
                </a:cubicBezTo>
                <a:cubicBezTo>
                  <a:pt x="32576" y="116357"/>
                  <a:pt x="33204" y="115100"/>
                  <a:pt x="33833" y="112986"/>
                </a:cubicBezTo>
                <a:cubicBezTo>
                  <a:pt x="34433" y="110842"/>
                  <a:pt x="36947" y="101013"/>
                  <a:pt x="41348" y="83468"/>
                </a:cubicBezTo>
                <a:cubicBezTo>
                  <a:pt x="43463" y="74952"/>
                  <a:pt x="45234" y="67980"/>
                  <a:pt x="46606" y="62608"/>
                </a:cubicBezTo>
                <a:cubicBezTo>
                  <a:pt x="55378" y="28146"/>
                  <a:pt x="59750" y="10544"/>
                  <a:pt x="59750" y="9773"/>
                </a:cubicBezTo>
                <a:cubicBezTo>
                  <a:pt x="59750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30"/>
                  <a:pt x="31947" y="9973"/>
                </a:cubicBezTo>
                <a:cubicBezTo>
                  <a:pt x="26289" y="11230"/>
                  <a:pt x="21917" y="13802"/>
                  <a:pt x="18774" y="17688"/>
                </a:cubicBezTo>
                <a:cubicBezTo>
                  <a:pt x="15659" y="21574"/>
                  <a:pt x="12259" y="28832"/>
                  <a:pt x="8630" y="39491"/>
                </a:cubicBezTo>
                <a:cubicBezTo>
                  <a:pt x="7744" y="42234"/>
                  <a:pt x="7144" y="43863"/>
                  <a:pt x="6744" y="44377"/>
                </a:cubicBezTo>
                <a:cubicBezTo>
                  <a:pt x="6372" y="44863"/>
                  <a:pt x="5515" y="45120"/>
                  <a:pt x="4115" y="45120"/>
                </a:cubicBezTo>
                <a:lnTo>
                  <a:pt x="3572" y="45120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5DAB2-80BD-45D5-AA19-D0FDB7CC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344" y="2631186"/>
            <a:ext cx="128359" cy="127273"/>
          </a:xfrm>
          <a:custGeom xmlns:a="http://schemas.openxmlformats.org/drawingml/2006/main">
            <a:pathLst>
              <a:path w="128359" h="127273" fill="none">
                <a:moveTo>
                  <a:pt x="3572" y="45120"/>
                </a:moveTo>
                <a:cubicBezTo>
                  <a:pt x="1172" y="45120"/>
                  <a:pt x="0" y="44606"/>
                  <a:pt x="0" y="43605"/>
                </a:cubicBezTo>
                <a:cubicBezTo>
                  <a:pt x="0" y="42977"/>
                  <a:pt x="1000" y="39491"/>
                  <a:pt x="3000" y="33090"/>
                </a:cubicBezTo>
                <a:cubicBezTo>
                  <a:pt x="5001" y="26689"/>
                  <a:pt x="7144" y="20374"/>
                  <a:pt x="9373" y="14116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984" y="0"/>
                </a:lnTo>
                <a:lnTo>
                  <a:pt x="119901" y="0"/>
                </a:lnTo>
                <a:cubicBezTo>
                  <a:pt x="123930" y="0"/>
                  <a:pt x="126302" y="57"/>
                  <a:pt x="127044" y="200"/>
                </a:cubicBezTo>
                <a:cubicBezTo>
                  <a:pt x="127816" y="314"/>
                  <a:pt x="128245" y="886"/>
                  <a:pt x="128359" y="1886"/>
                </a:cubicBezTo>
                <a:cubicBezTo>
                  <a:pt x="128359" y="2629"/>
                  <a:pt x="127302" y="9773"/>
                  <a:pt x="125159" y="23317"/>
                </a:cubicBezTo>
                <a:cubicBezTo>
                  <a:pt x="123044" y="36862"/>
                  <a:pt x="121844" y="43691"/>
                  <a:pt x="121587" y="43805"/>
                </a:cubicBezTo>
                <a:cubicBezTo>
                  <a:pt x="121587" y="44691"/>
                  <a:pt x="120415" y="45120"/>
                  <a:pt x="118015" y="45120"/>
                </a:cubicBezTo>
                <a:cubicBezTo>
                  <a:pt x="116900" y="45120"/>
                  <a:pt x="116157" y="45120"/>
                  <a:pt x="115786" y="45120"/>
                </a:cubicBezTo>
                <a:cubicBezTo>
                  <a:pt x="115414" y="45120"/>
                  <a:pt x="115014" y="44806"/>
                  <a:pt x="114643" y="44177"/>
                </a:cubicBezTo>
                <a:lnTo>
                  <a:pt x="114271" y="43605"/>
                </a:lnTo>
                <a:cubicBezTo>
                  <a:pt x="114271" y="42862"/>
                  <a:pt x="114643" y="40062"/>
                  <a:pt x="115414" y="35176"/>
                </a:cubicBezTo>
                <a:cubicBezTo>
                  <a:pt x="116157" y="30261"/>
                  <a:pt x="116529" y="26432"/>
                  <a:pt x="116529" y="23689"/>
                </a:cubicBezTo>
                <a:cubicBezTo>
                  <a:pt x="116529" y="19317"/>
                  <a:pt x="115729" y="15973"/>
                  <a:pt x="114100" y="13745"/>
                </a:cubicBezTo>
                <a:cubicBezTo>
                  <a:pt x="112443" y="11487"/>
                  <a:pt x="109014" y="9916"/>
                  <a:pt x="103727" y="9030"/>
                </a:cubicBezTo>
                <a:cubicBezTo>
                  <a:pt x="103127" y="8915"/>
                  <a:pt x="99498" y="8773"/>
                  <a:pt x="92840" y="8658"/>
                </a:cubicBezTo>
                <a:cubicBezTo>
                  <a:pt x="87068" y="8658"/>
                  <a:pt x="83439" y="8715"/>
                  <a:pt x="81953" y="8830"/>
                </a:cubicBezTo>
                <a:cubicBezTo>
                  <a:pt x="80439" y="8973"/>
                  <a:pt x="79296" y="9458"/>
                  <a:pt x="78553" y="10344"/>
                </a:cubicBezTo>
                <a:cubicBezTo>
                  <a:pt x="78438" y="10458"/>
                  <a:pt x="73981" y="27946"/>
                  <a:pt x="65208" y="62779"/>
                </a:cubicBezTo>
                <a:cubicBezTo>
                  <a:pt x="56436" y="97612"/>
                  <a:pt x="52064" y="115357"/>
                  <a:pt x="52064" y="115986"/>
                </a:cubicBezTo>
                <a:cubicBezTo>
                  <a:pt x="52064" y="117500"/>
                  <a:pt x="57550" y="118358"/>
                  <a:pt x="68580" y="118615"/>
                </a:cubicBezTo>
                <a:cubicBezTo>
                  <a:pt x="72609" y="118615"/>
                  <a:pt x="75181" y="118672"/>
                  <a:pt x="76295" y="118786"/>
                </a:cubicBezTo>
                <a:cubicBezTo>
                  <a:pt x="77438" y="118929"/>
                  <a:pt x="77981" y="119501"/>
                  <a:pt x="77981" y="120501"/>
                </a:cubicBezTo>
                <a:cubicBezTo>
                  <a:pt x="77981" y="121129"/>
                  <a:pt x="77810" y="122015"/>
                  <a:pt x="77438" y="123130"/>
                </a:cubicBezTo>
                <a:cubicBezTo>
                  <a:pt x="76924" y="125387"/>
                  <a:pt x="76352" y="126702"/>
                  <a:pt x="75724" y="127073"/>
                </a:cubicBezTo>
                <a:lnTo>
                  <a:pt x="75352" y="127273"/>
                </a:lnTo>
                <a:cubicBezTo>
                  <a:pt x="74981" y="127273"/>
                  <a:pt x="74552" y="127273"/>
                  <a:pt x="74038" y="127273"/>
                </a:cubicBezTo>
                <a:cubicBezTo>
                  <a:pt x="73409" y="127273"/>
                  <a:pt x="70152" y="127216"/>
                  <a:pt x="64265" y="127073"/>
                </a:cubicBezTo>
                <a:cubicBezTo>
                  <a:pt x="58379" y="126959"/>
                  <a:pt x="49921" y="126902"/>
                  <a:pt x="38891" y="126902"/>
                </a:cubicBezTo>
                <a:cubicBezTo>
                  <a:pt x="22717" y="126902"/>
                  <a:pt x="12459" y="127016"/>
                  <a:pt x="8058" y="127273"/>
                </a:cubicBezTo>
                <a:lnTo>
                  <a:pt x="5258" y="127273"/>
                </a:lnTo>
                <a:cubicBezTo>
                  <a:pt x="4486" y="126502"/>
                  <a:pt x="4115" y="125930"/>
                  <a:pt x="4115" y="125587"/>
                </a:cubicBezTo>
                <a:cubicBezTo>
                  <a:pt x="4115" y="125187"/>
                  <a:pt x="4258" y="124073"/>
                  <a:pt x="4486" y="122187"/>
                </a:cubicBezTo>
                <a:cubicBezTo>
                  <a:pt x="5001" y="120558"/>
                  <a:pt x="5629" y="119358"/>
                  <a:pt x="6372" y="118615"/>
                </a:cubicBezTo>
                <a:lnTo>
                  <a:pt x="11630" y="118615"/>
                </a:lnTo>
                <a:lnTo>
                  <a:pt x="13716" y="118615"/>
                </a:lnTo>
                <a:cubicBezTo>
                  <a:pt x="23717" y="118615"/>
                  <a:pt x="29689" y="118043"/>
                  <a:pt x="31575" y="116929"/>
                </a:cubicBezTo>
                <a:cubicBezTo>
                  <a:pt x="31690" y="116815"/>
                  <a:pt x="31804" y="116729"/>
                  <a:pt x="31947" y="116729"/>
                </a:cubicBezTo>
                <a:cubicBezTo>
                  <a:pt x="32576" y="116357"/>
                  <a:pt x="33204" y="115100"/>
                  <a:pt x="33833" y="112986"/>
                </a:cubicBezTo>
                <a:cubicBezTo>
                  <a:pt x="34433" y="110842"/>
                  <a:pt x="36947" y="101013"/>
                  <a:pt x="41348" y="83468"/>
                </a:cubicBezTo>
                <a:cubicBezTo>
                  <a:pt x="43463" y="74952"/>
                  <a:pt x="45234" y="67980"/>
                  <a:pt x="46606" y="62608"/>
                </a:cubicBezTo>
                <a:cubicBezTo>
                  <a:pt x="55378" y="28146"/>
                  <a:pt x="59750" y="10544"/>
                  <a:pt x="59750" y="9773"/>
                </a:cubicBezTo>
                <a:cubicBezTo>
                  <a:pt x="59750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30"/>
                  <a:pt x="31947" y="9973"/>
                </a:cubicBezTo>
                <a:cubicBezTo>
                  <a:pt x="26289" y="11230"/>
                  <a:pt x="21917" y="13802"/>
                  <a:pt x="18774" y="17688"/>
                </a:cubicBezTo>
                <a:cubicBezTo>
                  <a:pt x="15659" y="21574"/>
                  <a:pt x="12259" y="28832"/>
                  <a:pt x="8630" y="39491"/>
                </a:cubicBezTo>
                <a:cubicBezTo>
                  <a:pt x="7744" y="42234"/>
                  <a:pt x="7144" y="43863"/>
                  <a:pt x="6744" y="44377"/>
                </a:cubicBezTo>
                <a:cubicBezTo>
                  <a:pt x="6372" y="44863"/>
                  <a:pt x="5515" y="45120"/>
                  <a:pt x="4115" y="45120"/>
                </a:cubicBezTo>
                <a:lnTo>
                  <a:pt x="3572" y="451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F23A7-1B41-4DF1-ADFD-0E3DBB21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674" y="2692965"/>
            <a:ext cx="65780" cy="120929"/>
          </a:xfrm>
          <a:custGeom xmlns:a="http://schemas.openxmlformats.org/drawingml/2006/main">
            <a:pathLst>
              <a:path w="65780" h="120929">
                <a:moveTo>
                  <a:pt x="8372" y="115214"/>
                </a:moveTo>
                <a:cubicBezTo>
                  <a:pt x="8544" y="115214"/>
                  <a:pt x="8801" y="115300"/>
                  <a:pt x="9173" y="115472"/>
                </a:cubicBezTo>
                <a:cubicBezTo>
                  <a:pt x="9515" y="115643"/>
                  <a:pt x="10001" y="115786"/>
                  <a:pt x="10630" y="115872"/>
                </a:cubicBezTo>
                <a:cubicBezTo>
                  <a:pt x="11230" y="115957"/>
                  <a:pt x="11773" y="116015"/>
                  <a:pt x="12230" y="116015"/>
                </a:cubicBezTo>
                <a:cubicBezTo>
                  <a:pt x="13373" y="116015"/>
                  <a:pt x="14430" y="115443"/>
                  <a:pt x="15402" y="114271"/>
                </a:cubicBezTo>
                <a:cubicBezTo>
                  <a:pt x="16402" y="113128"/>
                  <a:pt x="17088" y="111843"/>
                  <a:pt x="17545" y="110414"/>
                </a:cubicBezTo>
                <a:cubicBezTo>
                  <a:pt x="18431" y="108042"/>
                  <a:pt x="19917" y="101270"/>
                  <a:pt x="22060" y="90097"/>
                </a:cubicBezTo>
                <a:cubicBezTo>
                  <a:pt x="24174" y="78924"/>
                  <a:pt x="26232" y="68294"/>
                  <a:pt x="28175" y="58207"/>
                </a:cubicBezTo>
                <a:cubicBezTo>
                  <a:pt x="30118" y="48092"/>
                  <a:pt x="31090" y="43005"/>
                  <a:pt x="31090" y="42920"/>
                </a:cubicBezTo>
                <a:lnTo>
                  <a:pt x="31090" y="42520"/>
                </a:lnTo>
                <a:lnTo>
                  <a:pt x="24860" y="42520"/>
                </a:lnTo>
                <a:cubicBezTo>
                  <a:pt x="20688" y="42520"/>
                  <a:pt x="18459" y="42434"/>
                  <a:pt x="18202" y="42262"/>
                </a:cubicBezTo>
                <a:cubicBezTo>
                  <a:pt x="17859" y="41977"/>
                  <a:pt x="17659" y="41548"/>
                  <a:pt x="17659" y="40919"/>
                </a:cubicBezTo>
                <a:lnTo>
                  <a:pt x="18602" y="37205"/>
                </a:lnTo>
                <a:cubicBezTo>
                  <a:pt x="18774" y="36776"/>
                  <a:pt x="19145" y="36547"/>
                  <a:pt x="19660" y="36547"/>
                </a:cubicBezTo>
                <a:cubicBezTo>
                  <a:pt x="20203" y="36547"/>
                  <a:pt x="22260" y="36490"/>
                  <a:pt x="25918" y="36405"/>
                </a:cubicBezTo>
                <a:cubicBezTo>
                  <a:pt x="30175" y="36405"/>
                  <a:pt x="32290" y="36347"/>
                  <a:pt x="32290" y="36262"/>
                </a:cubicBezTo>
                <a:cubicBezTo>
                  <a:pt x="32290" y="36090"/>
                  <a:pt x="32690" y="33890"/>
                  <a:pt x="33490" y="29632"/>
                </a:cubicBezTo>
                <a:cubicBezTo>
                  <a:pt x="34290" y="25375"/>
                  <a:pt x="34804" y="22803"/>
                  <a:pt x="35062" y="21917"/>
                </a:cubicBezTo>
                <a:cubicBezTo>
                  <a:pt x="38348" y="7287"/>
                  <a:pt x="44806" y="0"/>
                  <a:pt x="54493" y="0"/>
                </a:cubicBezTo>
                <a:cubicBezTo>
                  <a:pt x="57750" y="171"/>
                  <a:pt x="60465" y="1143"/>
                  <a:pt x="62579" y="2915"/>
                </a:cubicBezTo>
                <a:cubicBezTo>
                  <a:pt x="64722" y="4686"/>
                  <a:pt x="65780" y="7029"/>
                  <a:pt x="65780" y="9973"/>
                </a:cubicBezTo>
                <a:cubicBezTo>
                  <a:pt x="65780" y="13145"/>
                  <a:pt x="64837" y="15459"/>
                  <a:pt x="62979" y="16859"/>
                </a:cubicBezTo>
                <a:cubicBezTo>
                  <a:pt x="61122" y="18288"/>
                  <a:pt x="59265" y="19031"/>
                  <a:pt x="57407" y="19117"/>
                </a:cubicBezTo>
                <a:cubicBezTo>
                  <a:pt x="53492" y="19117"/>
                  <a:pt x="51549" y="17259"/>
                  <a:pt x="51549" y="13545"/>
                </a:cubicBezTo>
                <a:cubicBezTo>
                  <a:pt x="51549" y="11859"/>
                  <a:pt x="52035" y="10401"/>
                  <a:pt x="53035" y="9144"/>
                </a:cubicBezTo>
                <a:cubicBezTo>
                  <a:pt x="54007" y="7915"/>
                  <a:pt x="55064" y="7001"/>
                  <a:pt x="56207" y="6372"/>
                </a:cubicBezTo>
                <a:lnTo>
                  <a:pt x="57407" y="5715"/>
                </a:lnTo>
                <a:cubicBezTo>
                  <a:pt x="55978" y="5172"/>
                  <a:pt x="54664" y="4915"/>
                  <a:pt x="53407" y="4915"/>
                </a:cubicBezTo>
                <a:cubicBezTo>
                  <a:pt x="52349" y="4915"/>
                  <a:pt x="51349" y="5344"/>
                  <a:pt x="50378" y="6229"/>
                </a:cubicBezTo>
                <a:cubicBezTo>
                  <a:pt x="49378" y="7115"/>
                  <a:pt x="48720" y="8372"/>
                  <a:pt x="48377" y="9973"/>
                </a:cubicBezTo>
                <a:cubicBezTo>
                  <a:pt x="47749" y="12516"/>
                  <a:pt x="47034" y="15973"/>
                  <a:pt x="46234" y="20317"/>
                </a:cubicBezTo>
                <a:cubicBezTo>
                  <a:pt x="45434" y="24660"/>
                  <a:pt x="44748" y="28346"/>
                  <a:pt x="44120" y="31347"/>
                </a:cubicBezTo>
                <a:cubicBezTo>
                  <a:pt x="43491" y="34376"/>
                  <a:pt x="43177" y="35947"/>
                  <a:pt x="43177" y="36147"/>
                </a:cubicBezTo>
                <a:cubicBezTo>
                  <a:pt x="43177" y="36319"/>
                  <a:pt x="45634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36" y="36633"/>
                  <a:pt x="58522" y="36890"/>
                  <a:pt x="58865" y="37319"/>
                </a:cubicBezTo>
                <a:cubicBezTo>
                  <a:pt x="58950" y="37690"/>
                  <a:pt x="58865" y="38433"/>
                  <a:pt x="58607" y="39605"/>
                </a:cubicBezTo>
                <a:cubicBezTo>
                  <a:pt x="58350" y="40748"/>
                  <a:pt x="58122" y="41462"/>
                  <a:pt x="57922" y="41720"/>
                </a:cubicBezTo>
                <a:cubicBezTo>
                  <a:pt x="57750" y="42177"/>
                  <a:pt x="57379" y="42377"/>
                  <a:pt x="56750" y="42377"/>
                </a:cubicBezTo>
                <a:cubicBezTo>
                  <a:pt x="56121" y="42377"/>
                  <a:pt x="53721" y="42434"/>
                  <a:pt x="49549" y="42520"/>
                </a:cubicBezTo>
                <a:lnTo>
                  <a:pt x="42120" y="42520"/>
                </a:lnTo>
                <a:lnTo>
                  <a:pt x="39062" y="58722"/>
                </a:lnTo>
                <a:cubicBezTo>
                  <a:pt x="34804" y="80696"/>
                  <a:pt x="31861" y="94440"/>
                  <a:pt x="30175" y="99927"/>
                </a:cubicBezTo>
                <a:cubicBezTo>
                  <a:pt x="27775" y="107442"/>
                  <a:pt x="24660" y="113043"/>
                  <a:pt x="20860" y="116672"/>
                </a:cubicBezTo>
                <a:cubicBezTo>
                  <a:pt x="17574" y="119501"/>
                  <a:pt x="14345" y="120929"/>
                  <a:pt x="11144" y="120929"/>
                </a:cubicBezTo>
                <a:cubicBezTo>
                  <a:pt x="8315" y="120929"/>
                  <a:pt x="5744" y="120072"/>
                  <a:pt x="3458" y="118415"/>
                </a:cubicBezTo>
                <a:cubicBezTo>
                  <a:pt x="1143" y="116729"/>
                  <a:pt x="0" y="114329"/>
                  <a:pt x="0" y="111214"/>
                </a:cubicBezTo>
                <a:cubicBezTo>
                  <a:pt x="0" y="107956"/>
                  <a:pt x="943" y="105556"/>
                  <a:pt x="2772" y="104042"/>
                </a:cubicBezTo>
                <a:cubicBezTo>
                  <a:pt x="4658" y="102527"/>
                  <a:pt x="6515" y="101784"/>
                  <a:pt x="8372" y="101784"/>
                </a:cubicBezTo>
                <a:cubicBezTo>
                  <a:pt x="12259" y="101784"/>
                  <a:pt x="14202" y="103642"/>
                  <a:pt x="14202" y="107356"/>
                </a:cubicBezTo>
                <a:cubicBezTo>
                  <a:pt x="14202" y="109042"/>
                  <a:pt x="13716" y="110500"/>
                  <a:pt x="12744" y="111757"/>
                </a:cubicBezTo>
                <a:cubicBezTo>
                  <a:pt x="11773" y="112986"/>
                  <a:pt x="10716" y="113929"/>
                  <a:pt x="9544" y="114529"/>
                </a:cubicBezTo>
                <a:lnTo>
                  <a:pt x="8372" y="115214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A2A16-8E44-4285-BF1C-D872A94D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674" y="2692965"/>
            <a:ext cx="65780" cy="120929"/>
          </a:xfrm>
          <a:custGeom xmlns:a="http://schemas.openxmlformats.org/drawingml/2006/main">
            <a:pathLst>
              <a:path w="65780" h="120929" fill="none">
                <a:moveTo>
                  <a:pt x="8372" y="115214"/>
                </a:moveTo>
                <a:cubicBezTo>
                  <a:pt x="8544" y="115214"/>
                  <a:pt x="8801" y="115300"/>
                  <a:pt x="9173" y="115472"/>
                </a:cubicBezTo>
                <a:cubicBezTo>
                  <a:pt x="9515" y="115643"/>
                  <a:pt x="10001" y="115786"/>
                  <a:pt x="10630" y="115872"/>
                </a:cubicBezTo>
                <a:cubicBezTo>
                  <a:pt x="11230" y="115957"/>
                  <a:pt x="11773" y="116015"/>
                  <a:pt x="12230" y="116015"/>
                </a:cubicBezTo>
                <a:cubicBezTo>
                  <a:pt x="13373" y="116015"/>
                  <a:pt x="14430" y="115443"/>
                  <a:pt x="15402" y="114271"/>
                </a:cubicBezTo>
                <a:cubicBezTo>
                  <a:pt x="16402" y="113128"/>
                  <a:pt x="17088" y="111843"/>
                  <a:pt x="17545" y="110414"/>
                </a:cubicBezTo>
                <a:cubicBezTo>
                  <a:pt x="18431" y="108042"/>
                  <a:pt x="19917" y="101270"/>
                  <a:pt x="22060" y="90097"/>
                </a:cubicBezTo>
                <a:cubicBezTo>
                  <a:pt x="24174" y="78924"/>
                  <a:pt x="26232" y="68294"/>
                  <a:pt x="28175" y="58207"/>
                </a:cubicBezTo>
                <a:cubicBezTo>
                  <a:pt x="30118" y="48092"/>
                  <a:pt x="31090" y="43005"/>
                  <a:pt x="31090" y="42920"/>
                </a:cubicBezTo>
                <a:lnTo>
                  <a:pt x="31090" y="42520"/>
                </a:lnTo>
                <a:lnTo>
                  <a:pt x="24860" y="42520"/>
                </a:lnTo>
                <a:cubicBezTo>
                  <a:pt x="20688" y="42520"/>
                  <a:pt x="18459" y="42434"/>
                  <a:pt x="18202" y="42262"/>
                </a:cubicBezTo>
                <a:cubicBezTo>
                  <a:pt x="17859" y="41977"/>
                  <a:pt x="17659" y="41548"/>
                  <a:pt x="17659" y="40919"/>
                </a:cubicBezTo>
                <a:lnTo>
                  <a:pt x="18602" y="37205"/>
                </a:lnTo>
                <a:cubicBezTo>
                  <a:pt x="18774" y="36776"/>
                  <a:pt x="19145" y="36547"/>
                  <a:pt x="19660" y="36547"/>
                </a:cubicBezTo>
                <a:cubicBezTo>
                  <a:pt x="20203" y="36547"/>
                  <a:pt x="22260" y="36490"/>
                  <a:pt x="25918" y="36405"/>
                </a:cubicBezTo>
                <a:cubicBezTo>
                  <a:pt x="30175" y="36405"/>
                  <a:pt x="32290" y="36347"/>
                  <a:pt x="32290" y="36262"/>
                </a:cubicBezTo>
                <a:cubicBezTo>
                  <a:pt x="32290" y="36090"/>
                  <a:pt x="32690" y="33890"/>
                  <a:pt x="33490" y="29632"/>
                </a:cubicBezTo>
                <a:cubicBezTo>
                  <a:pt x="34290" y="25375"/>
                  <a:pt x="34804" y="22803"/>
                  <a:pt x="35062" y="21917"/>
                </a:cubicBezTo>
                <a:cubicBezTo>
                  <a:pt x="38348" y="7287"/>
                  <a:pt x="44806" y="0"/>
                  <a:pt x="54493" y="0"/>
                </a:cubicBezTo>
                <a:cubicBezTo>
                  <a:pt x="57750" y="171"/>
                  <a:pt x="60465" y="1143"/>
                  <a:pt x="62579" y="2915"/>
                </a:cubicBezTo>
                <a:cubicBezTo>
                  <a:pt x="64722" y="4686"/>
                  <a:pt x="65780" y="7029"/>
                  <a:pt x="65780" y="9973"/>
                </a:cubicBezTo>
                <a:cubicBezTo>
                  <a:pt x="65780" y="13145"/>
                  <a:pt x="64837" y="15459"/>
                  <a:pt x="62979" y="16859"/>
                </a:cubicBezTo>
                <a:cubicBezTo>
                  <a:pt x="61122" y="18288"/>
                  <a:pt x="59265" y="19031"/>
                  <a:pt x="57407" y="19117"/>
                </a:cubicBezTo>
                <a:cubicBezTo>
                  <a:pt x="53492" y="19117"/>
                  <a:pt x="51549" y="17259"/>
                  <a:pt x="51549" y="13545"/>
                </a:cubicBezTo>
                <a:cubicBezTo>
                  <a:pt x="51549" y="11859"/>
                  <a:pt x="52035" y="10401"/>
                  <a:pt x="53035" y="9144"/>
                </a:cubicBezTo>
                <a:cubicBezTo>
                  <a:pt x="54007" y="7915"/>
                  <a:pt x="55064" y="7001"/>
                  <a:pt x="56207" y="6372"/>
                </a:cubicBezTo>
                <a:lnTo>
                  <a:pt x="57407" y="5715"/>
                </a:lnTo>
                <a:cubicBezTo>
                  <a:pt x="55978" y="5172"/>
                  <a:pt x="54664" y="4915"/>
                  <a:pt x="53407" y="4915"/>
                </a:cubicBezTo>
                <a:cubicBezTo>
                  <a:pt x="52349" y="4915"/>
                  <a:pt x="51349" y="5344"/>
                  <a:pt x="50378" y="6229"/>
                </a:cubicBezTo>
                <a:cubicBezTo>
                  <a:pt x="49378" y="7115"/>
                  <a:pt x="48720" y="8372"/>
                  <a:pt x="48377" y="9973"/>
                </a:cubicBezTo>
                <a:cubicBezTo>
                  <a:pt x="47749" y="12516"/>
                  <a:pt x="47034" y="15973"/>
                  <a:pt x="46234" y="20317"/>
                </a:cubicBezTo>
                <a:cubicBezTo>
                  <a:pt x="45434" y="24660"/>
                  <a:pt x="44748" y="28346"/>
                  <a:pt x="44120" y="31347"/>
                </a:cubicBezTo>
                <a:cubicBezTo>
                  <a:pt x="43491" y="34376"/>
                  <a:pt x="43177" y="35947"/>
                  <a:pt x="43177" y="36147"/>
                </a:cubicBezTo>
                <a:cubicBezTo>
                  <a:pt x="43177" y="36319"/>
                  <a:pt x="45634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36" y="36633"/>
                  <a:pt x="58522" y="36890"/>
                  <a:pt x="58865" y="37319"/>
                </a:cubicBezTo>
                <a:cubicBezTo>
                  <a:pt x="58950" y="37690"/>
                  <a:pt x="58865" y="38433"/>
                  <a:pt x="58607" y="39605"/>
                </a:cubicBezTo>
                <a:cubicBezTo>
                  <a:pt x="58350" y="40748"/>
                  <a:pt x="58122" y="41462"/>
                  <a:pt x="57922" y="41720"/>
                </a:cubicBezTo>
                <a:cubicBezTo>
                  <a:pt x="57750" y="42177"/>
                  <a:pt x="57379" y="42377"/>
                  <a:pt x="56750" y="42377"/>
                </a:cubicBezTo>
                <a:cubicBezTo>
                  <a:pt x="56121" y="42377"/>
                  <a:pt x="53721" y="42434"/>
                  <a:pt x="49549" y="42520"/>
                </a:cubicBezTo>
                <a:lnTo>
                  <a:pt x="42120" y="42520"/>
                </a:lnTo>
                <a:lnTo>
                  <a:pt x="39062" y="58722"/>
                </a:lnTo>
                <a:cubicBezTo>
                  <a:pt x="34804" y="80696"/>
                  <a:pt x="31861" y="94440"/>
                  <a:pt x="30175" y="99927"/>
                </a:cubicBezTo>
                <a:cubicBezTo>
                  <a:pt x="27775" y="107442"/>
                  <a:pt x="24660" y="113043"/>
                  <a:pt x="20860" y="116672"/>
                </a:cubicBezTo>
                <a:cubicBezTo>
                  <a:pt x="17574" y="119501"/>
                  <a:pt x="14345" y="120929"/>
                  <a:pt x="11144" y="120929"/>
                </a:cubicBezTo>
                <a:cubicBezTo>
                  <a:pt x="8315" y="120929"/>
                  <a:pt x="5744" y="120072"/>
                  <a:pt x="3458" y="118415"/>
                </a:cubicBezTo>
                <a:cubicBezTo>
                  <a:pt x="1143" y="116729"/>
                  <a:pt x="0" y="114329"/>
                  <a:pt x="0" y="111214"/>
                </a:cubicBezTo>
                <a:cubicBezTo>
                  <a:pt x="0" y="107956"/>
                  <a:pt x="943" y="105556"/>
                  <a:pt x="2772" y="104042"/>
                </a:cubicBezTo>
                <a:cubicBezTo>
                  <a:pt x="4658" y="102527"/>
                  <a:pt x="6515" y="101784"/>
                  <a:pt x="8372" y="101784"/>
                </a:cubicBezTo>
                <a:cubicBezTo>
                  <a:pt x="12259" y="101784"/>
                  <a:pt x="14202" y="103642"/>
                  <a:pt x="14202" y="107356"/>
                </a:cubicBezTo>
                <a:cubicBezTo>
                  <a:pt x="14202" y="109042"/>
                  <a:pt x="13716" y="110500"/>
                  <a:pt x="12744" y="111757"/>
                </a:cubicBezTo>
                <a:cubicBezTo>
                  <a:pt x="11773" y="112986"/>
                  <a:pt x="10716" y="113929"/>
                  <a:pt x="9544" y="114529"/>
                </a:cubicBezTo>
                <a:lnTo>
                  <a:pt x="8372" y="1152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8F54E-E744-445E-B0F2-388515C7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13" y="2735713"/>
            <a:ext cx="24832" cy="59322"/>
          </a:xfrm>
          <a:custGeom xmlns:a="http://schemas.openxmlformats.org/drawingml/2006/main">
            <a:pathLst>
              <a:path w="24832" h="59322">
                <a:moveTo>
                  <a:pt x="0" y="16173"/>
                </a:moveTo>
                <a:cubicBezTo>
                  <a:pt x="0" y="16173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29" y="1114"/>
                  <a:pt x="7715" y="0"/>
                  <a:pt x="11087" y="0"/>
                </a:cubicBezTo>
                <a:cubicBezTo>
                  <a:pt x="14602" y="0"/>
                  <a:pt x="17745" y="1572"/>
                  <a:pt x="20488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03"/>
                  <a:pt x="24260" y="29889"/>
                  <a:pt x="23117" y="34033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88" y="47749"/>
                  <a:pt x="16059" y="50292"/>
                  <a:pt x="14288" y="52435"/>
                </a:cubicBezTo>
                <a:cubicBezTo>
                  <a:pt x="12544" y="54578"/>
                  <a:pt x="11030" y="56264"/>
                  <a:pt x="9773" y="57521"/>
                </a:cubicBezTo>
                <a:cubicBezTo>
                  <a:pt x="8515" y="58779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521"/>
                </a:cubicBezTo>
                <a:cubicBezTo>
                  <a:pt x="3772" y="56378"/>
                  <a:pt x="3200" y="55578"/>
                  <a:pt x="3200" y="55064"/>
                </a:cubicBezTo>
                <a:cubicBezTo>
                  <a:pt x="3200" y="54578"/>
                  <a:pt x="3886" y="53550"/>
                  <a:pt x="5258" y="52064"/>
                </a:cubicBezTo>
                <a:cubicBezTo>
                  <a:pt x="6658" y="50549"/>
                  <a:pt x="8201" y="48663"/>
                  <a:pt x="9973" y="46406"/>
                </a:cubicBezTo>
                <a:cubicBezTo>
                  <a:pt x="11716" y="44177"/>
                  <a:pt x="13345" y="41034"/>
                  <a:pt x="14859" y="37033"/>
                </a:cubicBezTo>
                <a:cubicBezTo>
                  <a:pt x="16373" y="33004"/>
                  <a:pt x="17374" y="28432"/>
                  <a:pt x="17859" y="23317"/>
                </a:cubicBezTo>
                <a:lnTo>
                  <a:pt x="17859" y="21060"/>
                </a:lnTo>
                <a:lnTo>
                  <a:pt x="17688" y="21231"/>
                </a:lnTo>
                <a:cubicBezTo>
                  <a:pt x="17431" y="21374"/>
                  <a:pt x="17116" y="21488"/>
                  <a:pt x="16745" y="21603"/>
                </a:cubicBezTo>
                <a:cubicBezTo>
                  <a:pt x="16373" y="21717"/>
                  <a:pt x="15973" y="21917"/>
                  <a:pt x="15602" y="22174"/>
                </a:cubicBezTo>
                <a:cubicBezTo>
                  <a:pt x="15230" y="22431"/>
                  <a:pt x="14659" y="22546"/>
                  <a:pt x="13916" y="22546"/>
                </a:cubicBezTo>
                <a:cubicBezTo>
                  <a:pt x="13173" y="22546"/>
                  <a:pt x="12402" y="22603"/>
                  <a:pt x="11659" y="22746"/>
                </a:cubicBezTo>
                <a:cubicBezTo>
                  <a:pt x="8287" y="22746"/>
                  <a:pt x="5515" y="21660"/>
                  <a:pt x="3400" y="19545"/>
                </a:cubicBezTo>
                <a:lnTo>
                  <a:pt x="0" y="1617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301AF-FAC2-4442-B8AF-04CADB68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13" y="2735713"/>
            <a:ext cx="24832" cy="59322"/>
          </a:xfrm>
          <a:custGeom xmlns:a="http://schemas.openxmlformats.org/drawingml/2006/main">
            <a:pathLst>
              <a:path w="24832" h="59322" fill="none">
                <a:moveTo>
                  <a:pt x="0" y="16173"/>
                </a:moveTo>
                <a:cubicBezTo>
                  <a:pt x="0" y="16173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29" y="1114"/>
                  <a:pt x="7715" y="0"/>
                  <a:pt x="11087" y="0"/>
                </a:cubicBezTo>
                <a:cubicBezTo>
                  <a:pt x="14602" y="0"/>
                  <a:pt x="17745" y="1572"/>
                  <a:pt x="20488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03"/>
                  <a:pt x="24260" y="29889"/>
                  <a:pt x="23117" y="34033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88" y="47749"/>
                  <a:pt x="16059" y="50292"/>
                  <a:pt x="14288" y="52435"/>
                </a:cubicBezTo>
                <a:cubicBezTo>
                  <a:pt x="12544" y="54578"/>
                  <a:pt x="11030" y="56264"/>
                  <a:pt x="9773" y="57521"/>
                </a:cubicBezTo>
                <a:cubicBezTo>
                  <a:pt x="8515" y="58779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521"/>
                </a:cubicBezTo>
                <a:cubicBezTo>
                  <a:pt x="3772" y="56378"/>
                  <a:pt x="3200" y="55578"/>
                  <a:pt x="3200" y="55064"/>
                </a:cubicBezTo>
                <a:cubicBezTo>
                  <a:pt x="3200" y="54578"/>
                  <a:pt x="3886" y="53550"/>
                  <a:pt x="5258" y="52064"/>
                </a:cubicBezTo>
                <a:cubicBezTo>
                  <a:pt x="6658" y="50549"/>
                  <a:pt x="8201" y="48663"/>
                  <a:pt x="9973" y="46406"/>
                </a:cubicBezTo>
                <a:cubicBezTo>
                  <a:pt x="11716" y="44177"/>
                  <a:pt x="13345" y="41034"/>
                  <a:pt x="14859" y="37033"/>
                </a:cubicBezTo>
                <a:cubicBezTo>
                  <a:pt x="16373" y="33004"/>
                  <a:pt x="17374" y="28432"/>
                  <a:pt x="17859" y="23317"/>
                </a:cubicBezTo>
                <a:lnTo>
                  <a:pt x="17859" y="21060"/>
                </a:lnTo>
                <a:lnTo>
                  <a:pt x="17688" y="21231"/>
                </a:lnTo>
                <a:cubicBezTo>
                  <a:pt x="17431" y="21374"/>
                  <a:pt x="17116" y="21488"/>
                  <a:pt x="16745" y="21603"/>
                </a:cubicBezTo>
                <a:cubicBezTo>
                  <a:pt x="16373" y="21717"/>
                  <a:pt x="15973" y="21917"/>
                  <a:pt x="15602" y="22174"/>
                </a:cubicBezTo>
                <a:cubicBezTo>
                  <a:pt x="15230" y="22431"/>
                  <a:pt x="14659" y="22546"/>
                  <a:pt x="13916" y="22546"/>
                </a:cubicBezTo>
                <a:cubicBezTo>
                  <a:pt x="13173" y="22546"/>
                  <a:pt x="12402" y="22603"/>
                  <a:pt x="11659" y="22746"/>
                </a:cubicBezTo>
                <a:cubicBezTo>
                  <a:pt x="8287" y="22746"/>
                  <a:pt x="5515" y="21660"/>
                  <a:pt x="3400" y="19545"/>
                </a:cubicBezTo>
                <a:lnTo>
                  <a:pt x="0" y="16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02288-8F13-4B66-9F98-0D339B63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837" y="2675363"/>
            <a:ext cx="74381" cy="85411"/>
          </a:xfrm>
          <a:custGeom xmlns:a="http://schemas.openxmlformats.org/drawingml/2006/main">
            <a:pathLst>
              <a:path w="74381" h="85411">
                <a:moveTo>
                  <a:pt x="0" y="53207"/>
                </a:moveTo>
                <a:cubicBezTo>
                  <a:pt x="0" y="39548"/>
                  <a:pt x="5372" y="27261"/>
                  <a:pt x="16173" y="16345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514"/>
                  <a:pt x="67666" y="4515"/>
                </a:cubicBezTo>
                <a:cubicBezTo>
                  <a:pt x="71666" y="7515"/>
                  <a:pt x="73752" y="11459"/>
                  <a:pt x="73866" y="16345"/>
                </a:cubicBezTo>
                <a:cubicBezTo>
                  <a:pt x="73866" y="20003"/>
                  <a:pt x="72695" y="23060"/>
                  <a:pt x="70294" y="25575"/>
                </a:cubicBezTo>
                <a:cubicBezTo>
                  <a:pt x="67923" y="28089"/>
                  <a:pt x="64922" y="29404"/>
                  <a:pt x="61265" y="29518"/>
                </a:cubicBezTo>
                <a:cubicBezTo>
                  <a:pt x="58893" y="29518"/>
                  <a:pt x="57036" y="28889"/>
                  <a:pt x="55636" y="27632"/>
                </a:cubicBezTo>
                <a:cubicBezTo>
                  <a:pt x="54264" y="26375"/>
                  <a:pt x="53578" y="24517"/>
                  <a:pt x="53578" y="22003"/>
                </a:cubicBezTo>
                <a:cubicBezTo>
                  <a:pt x="53578" y="19488"/>
                  <a:pt x="54264" y="17374"/>
                  <a:pt x="55636" y="15602"/>
                </a:cubicBezTo>
                <a:cubicBezTo>
                  <a:pt x="57036" y="13859"/>
                  <a:pt x="58407" y="12544"/>
                  <a:pt x="59779" y="11659"/>
                </a:cubicBezTo>
                <a:cubicBezTo>
                  <a:pt x="61150" y="10773"/>
                  <a:pt x="62036" y="10401"/>
                  <a:pt x="62408" y="10544"/>
                </a:cubicBezTo>
                <a:lnTo>
                  <a:pt x="62579" y="10544"/>
                </a:lnTo>
                <a:cubicBezTo>
                  <a:pt x="62579" y="10287"/>
                  <a:pt x="62236" y="9916"/>
                  <a:pt x="61465" y="9401"/>
                </a:cubicBezTo>
                <a:cubicBezTo>
                  <a:pt x="60722" y="8887"/>
                  <a:pt x="59407" y="8401"/>
                  <a:pt x="57521" y="7887"/>
                </a:cubicBezTo>
                <a:cubicBezTo>
                  <a:pt x="55636" y="7401"/>
                  <a:pt x="53492" y="7144"/>
                  <a:pt x="51121" y="7144"/>
                </a:cubicBezTo>
                <a:cubicBezTo>
                  <a:pt x="47377" y="7144"/>
                  <a:pt x="43805" y="8030"/>
                  <a:pt x="40405" y="9773"/>
                </a:cubicBezTo>
                <a:cubicBezTo>
                  <a:pt x="37776" y="10916"/>
                  <a:pt x="35090" y="12859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802" y="48949"/>
                  <a:pt x="16488" y="56207"/>
                  <a:pt x="16345" y="60722"/>
                </a:cubicBezTo>
                <a:cubicBezTo>
                  <a:pt x="16345" y="66494"/>
                  <a:pt x="17974" y="70809"/>
                  <a:pt x="21260" y="73695"/>
                </a:cubicBezTo>
                <a:cubicBezTo>
                  <a:pt x="24003" y="76695"/>
                  <a:pt x="27632" y="78181"/>
                  <a:pt x="32147" y="78181"/>
                </a:cubicBezTo>
                <a:lnTo>
                  <a:pt x="32890" y="78181"/>
                </a:lnTo>
                <a:cubicBezTo>
                  <a:pt x="46920" y="78181"/>
                  <a:pt x="58522" y="72866"/>
                  <a:pt x="67666" y="62236"/>
                </a:cubicBezTo>
                <a:cubicBezTo>
                  <a:pt x="68809" y="60979"/>
                  <a:pt x="69552" y="60350"/>
                  <a:pt x="69923" y="60350"/>
                </a:cubicBezTo>
                <a:cubicBezTo>
                  <a:pt x="70437" y="60350"/>
                  <a:pt x="71237" y="60893"/>
                  <a:pt x="72380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81" y="65294"/>
                  <a:pt x="73809" y="66237"/>
                  <a:pt x="72552" y="67466"/>
                </a:cubicBezTo>
                <a:cubicBezTo>
                  <a:pt x="71323" y="68751"/>
                  <a:pt x="69494" y="70495"/>
                  <a:pt x="67094" y="72752"/>
                </a:cubicBezTo>
                <a:cubicBezTo>
                  <a:pt x="64722" y="75009"/>
                  <a:pt x="61922" y="76867"/>
                  <a:pt x="58664" y="78381"/>
                </a:cubicBezTo>
                <a:cubicBezTo>
                  <a:pt x="55378" y="79896"/>
                  <a:pt x="51378" y="81467"/>
                  <a:pt x="46606" y="83096"/>
                </a:cubicBezTo>
                <a:cubicBezTo>
                  <a:pt x="41862" y="84725"/>
                  <a:pt x="36833" y="85411"/>
                  <a:pt x="31575" y="85154"/>
                </a:cubicBezTo>
                <a:cubicBezTo>
                  <a:pt x="22174" y="85154"/>
                  <a:pt x="14602" y="82153"/>
                  <a:pt x="8830" y="76124"/>
                </a:cubicBezTo>
                <a:cubicBezTo>
                  <a:pt x="3086" y="70123"/>
                  <a:pt x="114" y="62465"/>
                  <a:pt x="0" y="5320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88B26-3C8F-4A39-9E69-C5BC8DC2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837" y="2675363"/>
            <a:ext cx="74381" cy="85411"/>
          </a:xfrm>
          <a:custGeom xmlns:a="http://schemas.openxmlformats.org/drawingml/2006/main">
            <a:pathLst>
              <a:path w="74381" h="85411" fill="none">
                <a:moveTo>
                  <a:pt x="0" y="53207"/>
                </a:moveTo>
                <a:cubicBezTo>
                  <a:pt x="0" y="39548"/>
                  <a:pt x="5372" y="27261"/>
                  <a:pt x="16173" y="16345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514"/>
                  <a:pt x="67666" y="4515"/>
                </a:cubicBezTo>
                <a:cubicBezTo>
                  <a:pt x="71666" y="7515"/>
                  <a:pt x="73752" y="11459"/>
                  <a:pt x="73866" y="16345"/>
                </a:cubicBezTo>
                <a:cubicBezTo>
                  <a:pt x="73866" y="20003"/>
                  <a:pt x="72695" y="23060"/>
                  <a:pt x="70294" y="25575"/>
                </a:cubicBezTo>
                <a:cubicBezTo>
                  <a:pt x="67923" y="28089"/>
                  <a:pt x="64922" y="29404"/>
                  <a:pt x="61265" y="29518"/>
                </a:cubicBezTo>
                <a:cubicBezTo>
                  <a:pt x="58893" y="29518"/>
                  <a:pt x="57036" y="28889"/>
                  <a:pt x="55636" y="27632"/>
                </a:cubicBezTo>
                <a:cubicBezTo>
                  <a:pt x="54264" y="26375"/>
                  <a:pt x="53578" y="24517"/>
                  <a:pt x="53578" y="22003"/>
                </a:cubicBezTo>
                <a:cubicBezTo>
                  <a:pt x="53578" y="19488"/>
                  <a:pt x="54264" y="17374"/>
                  <a:pt x="55636" y="15602"/>
                </a:cubicBezTo>
                <a:cubicBezTo>
                  <a:pt x="57036" y="13859"/>
                  <a:pt x="58407" y="12544"/>
                  <a:pt x="59779" y="11659"/>
                </a:cubicBezTo>
                <a:cubicBezTo>
                  <a:pt x="61150" y="10773"/>
                  <a:pt x="62036" y="10401"/>
                  <a:pt x="62408" y="10544"/>
                </a:cubicBezTo>
                <a:lnTo>
                  <a:pt x="62579" y="10544"/>
                </a:lnTo>
                <a:cubicBezTo>
                  <a:pt x="62579" y="10287"/>
                  <a:pt x="62236" y="9916"/>
                  <a:pt x="61465" y="9401"/>
                </a:cubicBezTo>
                <a:cubicBezTo>
                  <a:pt x="60722" y="8887"/>
                  <a:pt x="59407" y="8401"/>
                  <a:pt x="57521" y="7887"/>
                </a:cubicBezTo>
                <a:cubicBezTo>
                  <a:pt x="55636" y="7401"/>
                  <a:pt x="53492" y="7144"/>
                  <a:pt x="51121" y="7144"/>
                </a:cubicBezTo>
                <a:cubicBezTo>
                  <a:pt x="47377" y="7144"/>
                  <a:pt x="43805" y="8030"/>
                  <a:pt x="40405" y="9773"/>
                </a:cubicBezTo>
                <a:cubicBezTo>
                  <a:pt x="37776" y="10916"/>
                  <a:pt x="35090" y="12859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802" y="48949"/>
                  <a:pt x="16488" y="56207"/>
                  <a:pt x="16345" y="60722"/>
                </a:cubicBezTo>
                <a:cubicBezTo>
                  <a:pt x="16345" y="66494"/>
                  <a:pt x="17974" y="70809"/>
                  <a:pt x="21260" y="73695"/>
                </a:cubicBezTo>
                <a:cubicBezTo>
                  <a:pt x="24003" y="76695"/>
                  <a:pt x="27632" y="78181"/>
                  <a:pt x="32147" y="78181"/>
                </a:cubicBezTo>
                <a:lnTo>
                  <a:pt x="32890" y="78181"/>
                </a:lnTo>
                <a:cubicBezTo>
                  <a:pt x="46920" y="78181"/>
                  <a:pt x="58522" y="72866"/>
                  <a:pt x="67666" y="62236"/>
                </a:cubicBezTo>
                <a:cubicBezTo>
                  <a:pt x="68809" y="60979"/>
                  <a:pt x="69552" y="60350"/>
                  <a:pt x="69923" y="60350"/>
                </a:cubicBezTo>
                <a:cubicBezTo>
                  <a:pt x="70437" y="60350"/>
                  <a:pt x="71237" y="60893"/>
                  <a:pt x="72380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81" y="65294"/>
                  <a:pt x="73809" y="66237"/>
                  <a:pt x="72552" y="67466"/>
                </a:cubicBezTo>
                <a:cubicBezTo>
                  <a:pt x="71323" y="68751"/>
                  <a:pt x="69494" y="70495"/>
                  <a:pt x="67094" y="72752"/>
                </a:cubicBezTo>
                <a:cubicBezTo>
                  <a:pt x="64722" y="75009"/>
                  <a:pt x="61922" y="76867"/>
                  <a:pt x="58664" y="78381"/>
                </a:cubicBezTo>
                <a:cubicBezTo>
                  <a:pt x="55378" y="79896"/>
                  <a:pt x="51378" y="81467"/>
                  <a:pt x="46606" y="83096"/>
                </a:cubicBezTo>
                <a:cubicBezTo>
                  <a:pt x="41862" y="84725"/>
                  <a:pt x="36833" y="85411"/>
                  <a:pt x="31575" y="85154"/>
                </a:cubicBezTo>
                <a:cubicBezTo>
                  <a:pt x="22174" y="85154"/>
                  <a:pt x="14602" y="82153"/>
                  <a:pt x="8830" y="76124"/>
                </a:cubicBezTo>
                <a:cubicBezTo>
                  <a:pt x="3086" y="70123"/>
                  <a:pt x="114" y="62465"/>
                  <a:pt x="0" y="532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B5F11-6E60-4CA2-8309-C9042C27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219" y="2698137"/>
            <a:ext cx="55950" cy="91440"/>
          </a:xfrm>
          <a:custGeom xmlns:a="http://schemas.openxmlformats.org/drawingml/2006/main">
            <a:pathLst>
              <a:path w="55950" h="91440">
                <a:moveTo>
                  <a:pt x="7572" y="10773"/>
                </a:moveTo>
                <a:cubicBezTo>
                  <a:pt x="12544" y="3572"/>
                  <a:pt x="19317" y="0"/>
                  <a:pt x="27918" y="0"/>
                </a:cubicBezTo>
                <a:cubicBezTo>
                  <a:pt x="32175" y="0"/>
                  <a:pt x="36405" y="1143"/>
                  <a:pt x="40662" y="3458"/>
                </a:cubicBezTo>
                <a:cubicBezTo>
                  <a:pt x="44920" y="5772"/>
                  <a:pt x="48377" y="9830"/>
                  <a:pt x="51035" y="15688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722"/>
                  <a:pt x="54035" y="70209"/>
                  <a:pt x="50235" y="77467"/>
                </a:cubicBezTo>
                <a:cubicBezTo>
                  <a:pt x="48463" y="81182"/>
                  <a:pt x="46034" y="84153"/>
                  <a:pt x="42920" y="86382"/>
                </a:cubicBezTo>
                <a:cubicBezTo>
                  <a:pt x="39834" y="88583"/>
                  <a:pt x="37119" y="89954"/>
                  <a:pt x="34833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1" y="91154"/>
                  <a:pt x="21145" y="90640"/>
                </a:cubicBezTo>
                <a:cubicBezTo>
                  <a:pt x="18831" y="90097"/>
                  <a:pt x="16116" y="88697"/>
                  <a:pt x="13030" y="86382"/>
                </a:cubicBezTo>
                <a:cubicBezTo>
                  <a:pt x="9944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43" y="18831"/>
                  <a:pt x="7572" y="10773"/>
                </a:cubicBezTo>
                <a:close/>
                <a:moveTo>
                  <a:pt x="37490" y="9173"/>
                </a:moveTo>
                <a:cubicBezTo>
                  <a:pt x="34833" y="6344"/>
                  <a:pt x="31661" y="4915"/>
                  <a:pt x="28032" y="4915"/>
                </a:cubicBezTo>
                <a:cubicBezTo>
                  <a:pt x="24317" y="4915"/>
                  <a:pt x="21145" y="6344"/>
                  <a:pt x="18488" y="9173"/>
                </a:cubicBezTo>
                <a:cubicBezTo>
                  <a:pt x="16259" y="11487"/>
                  <a:pt x="14802" y="14659"/>
                  <a:pt x="14087" y="18745"/>
                </a:cubicBezTo>
                <a:cubicBezTo>
                  <a:pt x="13373" y="22803"/>
                  <a:pt x="13030" y="31318"/>
                  <a:pt x="13030" y="44263"/>
                </a:cubicBezTo>
                <a:cubicBezTo>
                  <a:pt x="13030" y="58264"/>
                  <a:pt x="13373" y="67466"/>
                  <a:pt x="14087" y="71895"/>
                </a:cubicBezTo>
                <a:cubicBezTo>
                  <a:pt x="14802" y="76324"/>
                  <a:pt x="16402" y="79810"/>
                  <a:pt x="18859" y="82410"/>
                </a:cubicBezTo>
                <a:cubicBezTo>
                  <a:pt x="21374" y="85068"/>
                  <a:pt x="24403" y="86382"/>
                  <a:pt x="28032" y="86382"/>
                </a:cubicBezTo>
                <a:cubicBezTo>
                  <a:pt x="31575" y="86382"/>
                  <a:pt x="34604" y="85068"/>
                  <a:pt x="37090" y="82410"/>
                </a:cubicBezTo>
                <a:cubicBezTo>
                  <a:pt x="39662" y="79724"/>
                  <a:pt x="41234" y="76010"/>
                  <a:pt x="41862" y="71237"/>
                </a:cubicBezTo>
                <a:cubicBezTo>
                  <a:pt x="42491" y="66437"/>
                  <a:pt x="42834" y="57464"/>
                  <a:pt x="42920" y="44263"/>
                </a:cubicBezTo>
                <a:cubicBezTo>
                  <a:pt x="42920" y="31404"/>
                  <a:pt x="42577" y="22946"/>
                  <a:pt x="41862" y="18888"/>
                </a:cubicBezTo>
                <a:cubicBezTo>
                  <a:pt x="41148" y="14802"/>
                  <a:pt x="39691" y="11573"/>
                  <a:pt x="37490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8D468-C07F-4F90-9B13-DE61007D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219" y="2698137"/>
            <a:ext cx="55950" cy="91440"/>
          </a:xfrm>
          <a:custGeom xmlns:a="http://schemas.openxmlformats.org/drawingml/2006/main">
            <a:pathLst>
              <a:path w="55950" h="91440" fill="none">
                <a:moveTo>
                  <a:pt x="7572" y="10773"/>
                </a:moveTo>
                <a:cubicBezTo>
                  <a:pt x="12544" y="3572"/>
                  <a:pt x="19317" y="0"/>
                  <a:pt x="27918" y="0"/>
                </a:cubicBezTo>
                <a:cubicBezTo>
                  <a:pt x="32175" y="0"/>
                  <a:pt x="36405" y="1143"/>
                  <a:pt x="40662" y="3458"/>
                </a:cubicBezTo>
                <a:cubicBezTo>
                  <a:pt x="44920" y="5772"/>
                  <a:pt x="48377" y="9830"/>
                  <a:pt x="51035" y="15688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722"/>
                  <a:pt x="54035" y="70209"/>
                  <a:pt x="50235" y="77467"/>
                </a:cubicBezTo>
                <a:cubicBezTo>
                  <a:pt x="48463" y="81182"/>
                  <a:pt x="46034" y="84153"/>
                  <a:pt x="42920" y="86382"/>
                </a:cubicBezTo>
                <a:cubicBezTo>
                  <a:pt x="39834" y="88583"/>
                  <a:pt x="37119" y="89954"/>
                  <a:pt x="34833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1" y="91154"/>
                  <a:pt x="21145" y="90640"/>
                </a:cubicBezTo>
                <a:cubicBezTo>
                  <a:pt x="18831" y="90097"/>
                  <a:pt x="16116" y="88697"/>
                  <a:pt x="13030" y="86382"/>
                </a:cubicBezTo>
                <a:cubicBezTo>
                  <a:pt x="9944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43" y="18831"/>
                  <a:pt x="7572" y="10773"/>
                </a:cubicBezTo>
                <a:close/>
                <a:moveTo>
                  <a:pt x="37490" y="9173"/>
                </a:moveTo>
                <a:cubicBezTo>
                  <a:pt x="34833" y="6344"/>
                  <a:pt x="31661" y="4915"/>
                  <a:pt x="28032" y="4915"/>
                </a:cubicBezTo>
                <a:cubicBezTo>
                  <a:pt x="24317" y="4915"/>
                  <a:pt x="21145" y="6344"/>
                  <a:pt x="18488" y="9173"/>
                </a:cubicBezTo>
                <a:cubicBezTo>
                  <a:pt x="16259" y="11487"/>
                  <a:pt x="14802" y="14659"/>
                  <a:pt x="14087" y="18745"/>
                </a:cubicBezTo>
                <a:cubicBezTo>
                  <a:pt x="13373" y="22803"/>
                  <a:pt x="13030" y="31318"/>
                  <a:pt x="13030" y="44263"/>
                </a:cubicBezTo>
                <a:cubicBezTo>
                  <a:pt x="13030" y="58264"/>
                  <a:pt x="13373" y="67466"/>
                  <a:pt x="14087" y="71895"/>
                </a:cubicBezTo>
                <a:cubicBezTo>
                  <a:pt x="14802" y="76324"/>
                  <a:pt x="16402" y="79810"/>
                  <a:pt x="18859" y="82410"/>
                </a:cubicBezTo>
                <a:cubicBezTo>
                  <a:pt x="21374" y="85068"/>
                  <a:pt x="24403" y="86382"/>
                  <a:pt x="28032" y="86382"/>
                </a:cubicBezTo>
                <a:cubicBezTo>
                  <a:pt x="31575" y="86382"/>
                  <a:pt x="34604" y="85068"/>
                  <a:pt x="37090" y="82410"/>
                </a:cubicBezTo>
                <a:cubicBezTo>
                  <a:pt x="39662" y="79724"/>
                  <a:pt x="41234" y="76010"/>
                  <a:pt x="41862" y="71237"/>
                </a:cubicBezTo>
                <a:cubicBezTo>
                  <a:pt x="42491" y="66437"/>
                  <a:pt x="42834" y="57464"/>
                  <a:pt x="42920" y="44263"/>
                </a:cubicBezTo>
                <a:cubicBezTo>
                  <a:pt x="42920" y="31404"/>
                  <a:pt x="42577" y="22946"/>
                  <a:pt x="41862" y="18888"/>
                </a:cubicBezTo>
                <a:cubicBezTo>
                  <a:pt x="41148" y="14802"/>
                  <a:pt x="39691" y="11573"/>
                  <a:pt x="37490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2EEC8-0373-4737-916D-DFD3BBF2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229" y="2617470"/>
            <a:ext cx="42034" cy="187966"/>
          </a:xfrm>
          <a:custGeom xmlns:a="http://schemas.openxmlformats.org/drawingml/2006/main">
            <a:pathLst>
              <a:path w="42034" h="187966">
                <a:moveTo>
                  <a:pt x="0" y="3372"/>
                </a:moveTo>
                <a:cubicBezTo>
                  <a:pt x="114" y="2515"/>
                  <a:pt x="486" y="1743"/>
                  <a:pt x="1114" y="1114"/>
                </a:cubicBezTo>
                <a:cubicBezTo>
                  <a:pt x="1743" y="514"/>
                  <a:pt x="2629" y="143"/>
                  <a:pt x="3743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15" y="2743"/>
                  <a:pt x="13230" y="18174"/>
                  <a:pt x="24632" y="48120"/>
                </a:cubicBezTo>
                <a:cubicBezTo>
                  <a:pt x="36033" y="78067"/>
                  <a:pt x="41805" y="93355"/>
                  <a:pt x="41920" y="93983"/>
                </a:cubicBezTo>
                <a:cubicBezTo>
                  <a:pt x="42034" y="94612"/>
                  <a:pt x="36319" y="109899"/>
                  <a:pt x="24803" y="139846"/>
                </a:cubicBezTo>
                <a:cubicBezTo>
                  <a:pt x="13287" y="169793"/>
                  <a:pt x="7315" y="185223"/>
                  <a:pt x="6944" y="186080"/>
                </a:cubicBezTo>
                <a:cubicBezTo>
                  <a:pt x="6086" y="187338"/>
                  <a:pt x="5001" y="187966"/>
                  <a:pt x="3743" y="187966"/>
                </a:cubicBezTo>
                <a:cubicBezTo>
                  <a:pt x="2743" y="187966"/>
                  <a:pt x="1943" y="187652"/>
                  <a:pt x="1314" y="187023"/>
                </a:cubicBezTo>
                <a:cubicBezTo>
                  <a:pt x="686" y="186395"/>
                  <a:pt x="257" y="185595"/>
                  <a:pt x="0" y="184595"/>
                </a:cubicBezTo>
                <a:cubicBezTo>
                  <a:pt x="0" y="183966"/>
                  <a:pt x="5629" y="168735"/>
                  <a:pt x="16916" y="138903"/>
                </a:cubicBezTo>
                <a:cubicBezTo>
                  <a:pt x="28318" y="109214"/>
                  <a:pt x="34004" y="94240"/>
                  <a:pt x="34004" y="93983"/>
                </a:cubicBezTo>
                <a:cubicBezTo>
                  <a:pt x="34004" y="93726"/>
                  <a:pt x="28318" y="78753"/>
                  <a:pt x="16916" y="49063"/>
                </a:cubicBezTo>
                <a:cubicBezTo>
                  <a:pt x="5629" y="19231"/>
                  <a:pt x="0" y="4029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4C3DE-254C-44ED-925A-BCB40164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229" y="2617470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0" y="3372"/>
                </a:moveTo>
                <a:cubicBezTo>
                  <a:pt x="114" y="2515"/>
                  <a:pt x="486" y="1743"/>
                  <a:pt x="1114" y="1114"/>
                </a:cubicBezTo>
                <a:cubicBezTo>
                  <a:pt x="1743" y="514"/>
                  <a:pt x="2629" y="143"/>
                  <a:pt x="3743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15" y="2743"/>
                  <a:pt x="13230" y="18174"/>
                  <a:pt x="24632" y="48120"/>
                </a:cubicBezTo>
                <a:cubicBezTo>
                  <a:pt x="36033" y="78067"/>
                  <a:pt x="41805" y="93355"/>
                  <a:pt x="41920" y="93983"/>
                </a:cubicBezTo>
                <a:cubicBezTo>
                  <a:pt x="42034" y="94612"/>
                  <a:pt x="36319" y="109899"/>
                  <a:pt x="24803" y="139846"/>
                </a:cubicBezTo>
                <a:cubicBezTo>
                  <a:pt x="13287" y="169793"/>
                  <a:pt x="7315" y="185223"/>
                  <a:pt x="6944" y="186080"/>
                </a:cubicBezTo>
                <a:cubicBezTo>
                  <a:pt x="6086" y="187338"/>
                  <a:pt x="5001" y="187966"/>
                  <a:pt x="3743" y="187966"/>
                </a:cubicBezTo>
                <a:cubicBezTo>
                  <a:pt x="2743" y="187966"/>
                  <a:pt x="1943" y="187652"/>
                  <a:pt x="1314" y="187023"/>
                </a:cubicBezTo>
                <a:cubicBezTo>
                  <a:pt x="686" y="186395"/>
                  <a:pt x="257" y="185595"/>
                  <a:pt x="0" y="184595"/>
                </a:cubicBezTo>
                <a:cubicBezTo>
                  <a:pt x="0" y="183966"/>
                  <a:pt x="5629" y="168735"/>
                  <a:pt x="16916" y="138903"/>
                </a:cubicBezTo>
                <a:cubicBezTo>
                  <a:pt x="28318" y="109214"/>
                  <a:pt x="34004" y="94240"/>
                  <a:pt x="34004" y="93983"/>
                </a:cubicBezTo>
                <a:cubicBezTo>
                  <a:pt x="34004" y="93726"/>
                  <a:pt x="28318" y="78753"/>
                  <a:pt x="16916" y="49063"/>
                </a:cubicBezTo>
                <a:cubicBezTo>
                  <a:pt x="5629" y="19231"/>
                  <a:pt x="0" y="4029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F729D-1C00-46B1-A085-4838FDDF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667" y="3337417"/>
            <a:ext cx="10" cy="158706"/>
          </a:xfrm>
          <a:custGeom xmlns:a="http://schemas.openxmlformats.org/drawingml/2006/main">
            <a:pathLst>
              <a:path w="1" h="158706" fill="none">
                <a:moveTo>
                  <a:pt x="0" y="0"/>
                </a:moveTo>
                <a:lnTo>
                  <a:pt x="0" y="158706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B5344-29EF-40FC-B7DB-45112F2B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3484521"/>
            <a:ext cx="46434" cy="46434"/>
          </a:xfrm>
          <a:custGeom xmlns:a="http://schemas.openxmlformats.org/drawingml/2006/main">
            <a:pathLst>
              <a:path w="46434" h="46434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04F88-F31C-4D55-A6CB-63531C49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3484521"/>
            <a:ext cx="46434" cy="46434"/>
          </a:xfrm>
          <a:custGeom xmlns:a="http://schemas.openxmlformats.org/drawingml/2006/main">
            <a:pathLst>
              <a:path w="46434" h="46434" fill="none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2CB47-107A-48C3-94B7-F2A400CD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3074213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927C0-2041-4294-84A4-D869351C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3074213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368" name="Text 12">
            <a:extLst xmlns:a="http://schemas.openxmlformats.org/drawingml/2006/main">
              <a:ext uri="{FF2B5EF4-FFF2-40B4-BE49-F238E27FC236}">
                <a16:creationId xmlns:a16="http://schemas.microsoft.com/office/drawing/2014/main" id="{6E4D0135-1029-4B18-9E05-B8C6AB6E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782" y="3130370"/>
            <a:ext cx="181042" cy="137382"/>
          </a:xfrm>
          <a:custGeom xmlns:a="http://schemas.openxmlformats.org/drawingml/2006/main">
            <a:pathLst>
              <a:path w="181042" h="137382">
                <a:moveTo>
                  <a:pt x="60541" y="137382"/>
                </a:moveTo>
                <a:lnTo>
                  <a:pt x="12066" y="137382"/>
                </a:lnTo>
                <a:cubicBezTo>
                  <a:pt x="11995" y="136733"/>
                  <a:pt x="11960" y="136192"/>
                  <a:pt x="11960" y="135758"/>
                </a:cubicBezTo>
                <a:cubicBezTo>
                  <a:pt x="11960" y="134532"/>
                  <a:pt x="12207" y="133685"/>
                  <a:pt x="12701" y="133217"/>
                </a:cubicBezTo>
                <a:cubicBezTo>
                  <a:pt x="13195" y="132748"/>
                  <a:pt x="14747" y="132266"/>
                  <a:pt x="17358" y="131772"/>
                </a:cubicBezTo>
                <a:cubicBezTo>
                  <a:pt x="21450" y="130923"/>
                  <a:pt x="24767" y="129899"/>
                  <a:pt x="27307" y="128699"/>
                </a:cubicBezTo>
                <a:cubicBezTo>
                  <a:pt x="28013" y="127145"/>
                  <a:pt x="28365" y="125697"/>
                  <a:pt x="28365" y="124356"/>
                </a:cubicBezTo>
                <a:lnTo>
                  <a:pt x="28365" y="117788"/>
                </a:lnTo>
                <a:cubicBezTo>
                  <a:pt x="28365" y="117012"/>
                  <a:pt x="28471" y="113445"/>
                  <a:pt x="28683" y="107088"/>
                </a:cubicBezTo>
                <a:cubicBezTo>
                  <a:pt x="28753" y="104687"/>
                  <a:pt x="28824" y="94304"/>
                  <a:pt x="28895" y="75941"/>
                </a:cubicBezTo>
                <a:lnTo>
                  <a:pt x="29106" y="51048"/>
                </a:lnTo>
                <a:lnTo>
                  <a:pt x="28895" y="36535"/>
                </a:lnTo>
                <a:cubicBezTo>
                  <a:pt x="28895" y="34416"/>
                  <a:pt x="28965" y="27741"/>
                  <a:pt x="29106" y="16511"/>
                </a:cubicBezTo>
                <a:cubicBezTo>
                  <a:pt x="13089" y="27942"/>
                  <a:pt x="4304" y="33657"/>
                  <a:pt x="2752" y="33657"/>
                </a:cubicBezTo>
                <a:cubicBezTo>
                  <a:pt x="2187" y="33657"/>
                  <a:pt x="1588" y="33358"/>
                  <a:pt x="953" y="32758"/>
                </a:cubicBezTo>
                <a:cubicBezTo>
                  <a:pt x="318" y="32158"/>
                  <a:pt x="0" y="31576"/>
                  <a:pt x="0" y="31011"/>
                </a:cubicBezTo>
                <a:cubicBezTo>
                  <a:pt x="0" y="30306"/>
                  <a:pt x="247" y="29741"/>
                  <a:pt x="741" y="29318"/>
                </a:cubicBezTo>
                <a:cubicBezTo>
                  <a:pt x="1729" y="28401"/>
                  <a:pt x="4093" y="26884"/>
                  <a:pt x="7832" y="24767"/>
                </a:cubicBezTo>
                <a:cubicBezTo>
                  <a:pt x="8397" y="24485"/>
                  <a:pt x="10831" y="22579"/>
                  <a:pt x="15135" y="19051"/>
                </a:cubicBezTo>
                <a:cubicBezTo>
                  <a:pt x="21980" y="13336"/>
                  <a:pt x="26989" y="8855"/>
                  <a:pt x="30165" y="5610"/>
                </a:cubicBezTo>
                <a:cubicBezTo>
                  <a:pt x="33340" y="2364"/>
                  <a:pt x="35280" y="529"/>
                  <a:pt x="35986" y="106"/>
                </a:cubicBezTo>
                <a:cubicBezTo>
                  <a:pt x="37397" y="35"/>
                  <a:pt x="38491" y="0"/>
                  <a:pt x="39267" y="0"/>
                </a:cubicBezTo>
                <a:cubicBezTo>
                  <a:pt x="41102" y="0"/>
                  <a:pt x="42248" y="301"/>
                  <a:pt x="42707" y="903"/>
                </a:cubicBezTo>
                <a:cubicBezTo>
                  <a:pt x="43165" y="1503"/>
                  <a:pt x="43395" y="3677"/>
                  <a:pt x="43395" y="7425"/>
                </a:cubicBezTo>
                <a:lnTo>
                  <a:pt x="42654" y="101958"/>
                </a:lnTo>
                <a:lnTo>
                  <a:pt x="42654" y="111292"/>
                </a:lnTo>
                <a:cubicBezTo>
                  <a:pt x="42654" y="113556"/>
                  <a:pt x="42619" y="115838"/>
                  <a:pt x="42548" y="118138"/>
                </a:cubicBezTo>
                <a:cubicBezTo>
                  <a:pt x="42477" y="120436"/>
                  <a:pt x="42442" y="122115"/>
                  <a:pt x="42442" y="123176"/>
                </a:cubicBezTo>
                <a:cubicBezTo>
                  <a:pt x="42442" y="125722"/>
                  <a:pt x="42760" y="127384"/>
                  <a:pt x="43395" y="128160"/>
                </a:cubicBezTo>
                <a:cubicBezTo>
                  <a:pt x="43818" y="128656"/>
                  <a:pt x="45124" y="129294"/>
                  <a:pt x="47311" y="130072"/>
                </a:cubicBezTo>
                <a:lnTo>
                  <a:pt x="54508" y="131557"/>
                </a:lnTo>
                <a:cubicBezTo>
                  <a:pt x="57613" y="132335"/>
                  <a:pt x="59306" y="132866"/>
                  <a:pt x="59588" y="133148"/>
                </a:cubicBezTo>
                <a:cubicBezTo>
                  <a:pt x="60294" y="133768"/>
                  <a:pt x="60647" y="134731"/>
                  <a:pt x="60647" y="136039"/>
                </a:cubicBezTo>
                <a:lnTo>
                  <a:pt x="60541" y="137382"/>
                </a:lnTo>
                <a:close/>
                <a:moveTo>
                  <a:pt x="177761" y="137382"/>
                </a:moveTo>
                <a:cubicBezTo>
                  <a:pt x="167177" y="136817"/>
                  <a:pt x="152994" y="136535"/>
                  <a:pt x="135213" y="136535"/>
                </a:cubicBezTo>
                <a:lnTo>
                  <a:pt x="112245" y="137276"/>
                </a:lnTo>
                <a:lnTo>
                  <a:pt x="101979" y="136958"/>
                </a:lnTo>
                <a:lnTo>
                  <a:pt x="93829" y="137276"/>
                </a:lnTo>
                <a:cubicBezTo>
                  <a:pt x="92982" y="137205"/>
                  <a:pt x="91748" y="137029"/>
                  <a:pt x="90125" y="136746"/>
                </a:cubicBezTo>
                <a:cubicBezTo>
                  <a:pt x="91395" y="133783"/>
                  <a:pt x="93018" y="131066"/>
                  <a:pt x="94993" y="128597"/>
                </a:cubicBezTo>
                <a:cubicBezTo>
                  <a:pt x="100850" y="121393"/>
                  <a:pt x="109423" y="112107"/>
                  <a:pt x="120713" y="100737"/>
                </a:cubicBezTo>
                <a:cubicBezTo>
                  <a:pt x="136518" y="84846"/>
                  <a:pt x="146926" y="72363"/>
                  <a:pt x="151936" y="63290"/>
                </a:cubicBezTo>
                <a:cubicBezTo>
                  <a:pt x="156946" y="54214"/>
                  <a:pt x="159450" y="45685"/>
                  <a:pt x="159450" y="37703"/>
                </a:cubicBezTo>
                <a:cubicBezTo>
                  <a:pt x="159450" y="30216"/>
                  <a:pt x="156910" y="23931"/>
                  <a:pt x="151830" y="18846"/>
                </a:cubicBezTo>
                <a:cubicBezTo>
                  <a:pt x="146750" y="13762"/>
                  <a:pt x="140505" y="11219"/>
                  <a:pt x="133096" y="11219"/>
                </a:cubicBezTo>
                <a:cubicBezTo>
                  <a:pt x="128651" y="11219"/>
                  <a:pt x="124347" y="12264"/>
                  <a:pt x="120183" y="14355"/>
                </a:cubicBezTo>
                <a:cubicBezTo>
                  <a:pt x="116020" y="16443"/>
                  <a:pt x="112669" y="19080"/>
                  <a:pt x="110129" y="22266"/>
                </a:cubicBezTo>
                <a:cubicBezTo>
                  <a:pt x="108506" y="24319"/>
                  <a:pt x="106354" y="28426"/>
                  <a:pt x="103672" y="34587"/>
                </a:cubicBezTo>
                <a:cubicBezTo>
                  <a:pt x="102190" y="37987"/>
                  <a:pt x="101308" y="39828"/>
                  <a:pt x="101026" y="40110"/>
                </a:cubicBezTo>
                <a:cubicBezTo>
                  <a:pt x="100603" y="40607"/>
                  <a:pt x="100109" y="40855"/>
                  <a:pt x="99544" y="40855"/>
                </a:cubicBezTo>
                <a:cubicBezTo>
                  <a:pt x="98980" y="40855"/>
                  <a:pt x="98433" y="40555"/>
                  <a:pt x="97904" y="39955"/>
                </a:cubicBezTo>
                <a:cubicBezTo>
                  <a:pt x="97375" y="39353"/>
                  <a:pt x="97110" y="38592"/>
                  <a:pt x="97110" y="37673"/>
                </a:cubicBezTo>
                <a:cubicBezTo>
                  <a:pt x="97110" y="34489"/>
                  <a:pt x="98715" y="29395"/>
                  <a:pt x="101926" y="22392"/>
                </a:cubicBezTo>
                <a:cubicBezTo>
                  <a:pt x="105136" y="15387"/>
                  <a:pt x="109864" y="9904"/>
                  <a:pt x="116109" y="5944"/>
                </a:cubicBezTo>
                <a:cubicBezTo>
                  <a:pt x="122353" y="1981"/>
                  <a:pt x="129603" y="0"/>
                  <a:pt x="137859" y="0"/>
                </a:cubicBezTo>
                <a:cubicBezTo>
                  <a:pt x="148655" y="0"/>
                  <a:pt x="157669" y="3514"/>
                  <a:pt x="164901" y="10541"/>
                </a:cubicBezTo>
                <a:cubicBezTo>
                  <a:pt x="172134" y="17566"/>
                  <a:pt x="175750" y="25952"/>
                  <a:pt x="175750" y="35698"/>
                </a:cubicBezTo>
                <a:cubicBezTo>
                  <a:pt x="175750" y="43396"/>
                  <a:pt x="173280" y="51217"/>
                  <a:pt x="168341" y="59162"/>
                </a:cubicBezTo>
                <a:cubicBezTo>
                  <a:pt x="163402" y="67106"/>
                  <a:pt x="152042" y="79270"/>
                  <a:pt x="134260" y="95654"/>
                </a:cubicBezTo>
                <a:cubicBezTo>
                  <a:pt x="128404" y="101021"/>
                  <a:pt x="124241" y="104975"/>
                  <a:pt x="121771" y="107518"/>
                </a:cubicBezTo>
                <a:cubicBezTo>
                  <a:pt x="119301" y="110060"/>
                  <a:pt x="114327" y="115569"/>
                  <a:pt x="106847" y="124046"/>
                </a:cubicBezTo>
                <a:cubicBezTo>
                  <a:pt x="117643" y="124469"/>
                  <a:pt x="127451" y="124681"/>
                  <a:pt x="136271" y="124681"/>
                </a:cubicBezTo>
                <a:cubicBezTo>
                  <a:pt x="138176" y="124681"/>
                  <a:pt x="140258" y="124610"/>
                  <a:pt x="142516" y="124469"/>
                </a:cubicBezTo>
                <a:cubicBezTo>
                  <a:pt x="146679" y="124328"/>
                  <a:pt x="149113" y="124257"/>
                  <a:pt x="149819" y="124257"/>
                </a:cubicBezTo>
                <a:lnTo>
                  <a:pt x="164531" y="124575"/>
                </a:lnTo>
                <a:cubicBezTo>
                  <a:pt x="166154" y="124575"/>
                  <a:pt x="167812" y="123794"/>
                  <a:pt x="169505" y="122233"/>
                </a:cubicBezTo>
                <a:cubicBezTo>
                  <a:pt x="171199" y="120670"/>
                  <a:pt x="173492" y="116264"/>
                  <a:pt x="176385" y="109016"/>
                </a:cubicBezTo>
                <a:lnTo>
                  <a:pt x="178925" y="108910"/>
                </a:lnTo>
                <a:cubicBezTo>
                  <a:pt x="179278" y="108910"/>
                  <a:pt x="179807" y="108946"/>
                  <a:pt x="180513" y="109016"/>
                </a:cubicBezTo>
                <a:cubicBezTo>
                  <a:pt x="180866" y="109726"/>
                  <a:pt x="181042" y="110260"/>
                  <a:pt x="181042" y="110617"/>
                </a:cubicBezTo>
                <a:lnTo>
                  <a:pt x="180830" y="111470"/>
                </a:lnTo>
                <a:cubicBezTo>
                  <a:pt x="180266" y="113532"/>
                  <a:pt x="179772" y="117299"/>
                  <a:pt x="179349" y="122772"/>
                </a:cubicBezTo>
                <a:cubicBezTo>
                  <a:pt x="179066" y="125972"/>
                  <a:pt x="178537" y="130841"/>
                  <a:pt x="177761" y="1373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F1A16-3D79-4946-9763-8A8F39D2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667" y="2965828"/>
            <a:ext cx="10" cy="56207"/>
          </a:xfrm>
          <a:custGeom xmlns:a="http://schemas.openxmlformats.org/drawingml/2006/main">
            <a:pathLst>
              <a:path w="1" h="56207" fill="none">
                <a:moveTo>
                  <a:pt x="0" y="0"/>
                </a:moveTo>
                <a:lnTo>
                  <a:pt x="0" y="56207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8FED7-23E1-43D4-A711-6103C84B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3010433"/>
            <a:ext cx="46434" cy="46434"/>
          </a:xfrm>
          <a:custGeom xmlns:a="http://schemas.openxmlformats.org/drawingml/2006/main">
            <a:pathLst>
              <a:path w="46434" h="46434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310F0-DDA6-4B37-9F3D-62D3D06D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3010433"/>
            <a:ext cx="46434" cy="46434"/>
          </a:xfrm>
          <a:custGeom xmlns:a="http://schemas.openxmlformats.org/drawingml/2006/main">
            <a:pathLst>
              <a:path w="46434" h="46434" fill="none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3815E-A3D9-4C89-A91C-56F6C67A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25" y="2927137"/>
            <a:ext cx="42062" cy="187966"/>
          </a:xfrm>
          <a:custGeom xmlns:a="http://schemas.openxmlformats.org/drawingml/2006/main">
            <a:pathLst>
              <a:path w="42062" h="187966">
                <a:moveTo>
                  <a:pt x="42062" y="184595"/>
                </a:moveTo>
                <a:cubicBezTo>
                  <a:pt x="41920" y="185452"/>
                  <a:pt x="41548" y="186223"/>
                  <a:pt x="40919" y="186852"/>
                </a:cubicBezTo>
                <a:cubicBezTo>
                  <a:pt x="40291" y="187481"/>
                  <a:pt x="39433" y="187852"/>
                  <a:pt x="38290" y="187966"/>
                </a:cubicBezTo>
                <a:cubicBezTo>
                  <a:pt x="37033" y="187966"/>
                  <a:pt x="35976" y="187338"/>
                  <a:pt x="35090" y="186080"/>
                </a:cubicBezTo>
                <a:cubicBezTo>
                  <a:pt x="34719" y="185223"/>
                  <a:pt x="28832" y="169793"/>
                  <a:pt x="17431" y="139846"/>
                </a:cubicBezTo>
                <a:cubicBezTo>
                  <a:pt x="6029" y="109899"/>
                  <a:pt x="257" y="94612"/>
                  <a:pt x="143" y="93983"/>
                </a:cubicBezTo>
                <a:cubicBezTo>
                  <a:pt x="0" y="93355"/>
                  <a:pt x="5715" y="78067"/>
                  <a:pt x="17231" y="48120"/>
                </a:cubicBezTo>
                <a:cubicBezTo>
                  <a:pt x="28775" y="18174"/>
                  <a:pt x="34719" y="2743"/>
                  <a:pt x="35090" y="1857"/>
                </a:cubicBezTo>
                <a:cubicBezTo>
                  <a:pt x="35462" y="1229"/>
                  <a:pt x="36090" y="686"/>
                  <a:pt x="36976" y="171"/>
                </a:cubicBezTo>
                <a:lnTo>
                  <a:pt x="37548" y="0"/>
                </a:lnTo>
                <a:cubicBezTo>
                  <a:pt x="37919" y="0"/>
                  <a:pt x="38176" y="0"/>
                  <a:pt x="38290" y="0"/>
                </a:cubicBezTo>
                <a:cubicBezTo>
                  <a:pt x="40548" y="0"/>
                  <a:pt x="41805" y="1114"/>
                  <a:pt x="42062" y="3372"/>
                </a:cubicBezTo>
                <a:cubicBezTo>
                  <a:pt x="42062" y="4000"/>
                  <a:pt x="36405" y="19231"/>
                  <a:pt x="25146" y="49063"/>
                </a:cubicBezTo>
                <a:cubicBezTo>
                  <a:pt x="13716" y="78753"/>
                  <a:pt x="8030" y="93726"/>
                  <a:pt x="8030" y="93983"/>
                </a:cubicBezTo>
                <a:cubicBezTo>
                  <a:pt x="8030" y="94240"/>
                  <a:pt x="13716" y="109214"/>
                  <a:pt x="25146" y="138903"/>
                </a:cubicBezTo>
                <a:cubicBezTo>
                  <a:pt x="36405" y="168735"/>
                  <a:pt x="42062" y="183966"/>
                  <a:pt x="42062" y="184595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9020F-DAE0-4019-903C-BFE87CEA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25" y="2927137"/>
            <a:ext cx="42062" cy="187966"/>
          </a:xfrm>
          <a:custGeom xmlns:a="http://schemas.openxmlformats.org/drawingml/2006/main">
            <a:pathLst>
              <a:path w="42062" h="187966" fill="none">
                <a:moveTo>
                  <a:pt x="42062" y="184595"/>
                </a:moveTo>
                <a:cubicBezTo>
                  <a:pt x="41920" y="185452"/>
                  <a:pt x="41548" y="186223"/>
                  <a:pt x="40919" y="186852"/>
                </a:cubicBezTo>
                <a:cubicBezTo>
                  <a:pt x="40291" y="187481"/>
                  <a:pt x="39433" y="187852"/>
                  <a:pt x="38290" y="187966"/>
                </a:cubicBezTo>
                <a:cubicBezTo>
                  <a:pt x="37033" y="187966"/>
                  <a:pt x="35976" y="187338"/>
                  <a:pt x="35090" y="186080"/>
                </a:cubicBezTo>
                <a:cubicBezTo>
                  <a:pt x="34719" y="185223"/>
                  <a:pt x="28832" y="169793"/>
                  <a:pt x="17431" y="139846"/>
                </a:cubicBezTo>
                <a:cubicBezTo>
                  <a:pt x="6029" y="109899"/>
                  <a:pt x="257" y="94612"/>
                  <a:pt x="143" y="93983"/>
                </a:cubicBezTo>
                <a:cubicBezTo>
                  <a:pt x="0" y="93355"/>
                  <a:pt x="5715" y="78067"/>
                  <a:pt x="17231" y="48120"/>
                </a:cubicBezTo>
                <a:cubicBezTo>
                  <a:pt x="28775" y="18174"/>
                  <a:pt x="34719" y="2743"/>
                  <a:pt x="35090" y="1857"/>
                </a:cubicBezTo>
                <a:cubicBezTo>
                  <a:pt x="35462" y="1229"/>
                  <a:pt x="36090" y="686"/>
                  <a:pt x="36976" y="171"/>
                </a:cubicBezTo>
                <a:lnTo>
                  <a:pt x="37548" y="0"/>
                </a:lnTo>
                <a:cubicBezTo>
                  <a:pt x="37919" y="0"/>
                  <a:pt x="38176" y="0"/>
                  <a:pt x="38290" y="0"/>
                </a:cubicBezTo>
                <a:cubicBezTo>
                  <a:pt x="40548" y="0"/>
                  <a:pt x="41805" y="1114"/>
                  <a:pt x="42062" y="3372"/>
                </a:cubicBezTo>
                <a:cubicBezTo>
                  <a:pt x="42062" y="4000"/>
                  <a:pt x="36405" y="19231"/>
                  <a:pt x="25146" y="49063"/>
                </a:cubicBezTo>
                <a:cubicBezTo>
                  <a:pt x="13716" y="78753"/>
                  <a:pt x="8030" y="93726"/>
                  <a:pt x="8030" y="93983"/>
                </a:cubicBezTo>
                <a:cubicBezTo>
                  <a:pt x="8030" y="94240"/>
                  <a:pt x="13716" y="109214"/>
                  <a:pt x="25146" y="138903"/>
                </a:cubicBezTo>
                <a:cubicBezTo>
                  <a:pt x="36405" y="168735"/>
                  <a:pt x="42062" y="183966"/>
                  <a:pt x="42062" y="1845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9E3D3-071A-47DB-A4A7-6A5091DA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346" y="2940853"/>
            <a:ext cx="128387" cy="127273"/>
          </a:xfrm>
          <a:custGeom xmlns:a="http://schemas.openxmlformats.org/drawingml/2006/main">
            <a:pathLst>
              <a:path w="128387" h="127273">
                <a:moveTo>
                  <a:pt x="3572" y="45120"/>
                </a:moveTo>
                <a:cubicBezTo>
                  <a:pt x="1200" y="45120"/>
                  <a:pt x="0" y="44606"/>
                  <a:pt x="0" y="43605"/>
                </a:cubicBezTo>
                <a:cubicBezTo>
                  <a:pt x="0" y="42977"/>
                  <a:pt x="1000" y="39462"/>
                  <a:pt x="3000" y="33090"/>
                </a:cubicBezTo>
                <a:cubicBezTo>
                  <a:pt x="5029" y="26689"/>
                  <a:pt x="7144" y="20374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59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30" y="57"/>
                  <a:pt x="127073" y="171"/>
                </a:cubicBezTo>
                <a:cubicBezTo>
                  <a:pt x="127816" y="314"/>
                  <a:pt x="128273" y="886"/>
                  <a:pt x="128387" y="1886"/>
                </a:cubicBezTo>
                <a:cubicBezTo>
                  <a:pt x="128387" y="2629"/>
                  <a:pt x="127330" y="9773"/>
                  <a:pt x="125216" y="23289"/>
                </a:cubicBezTo>
                <a:cubicBezTo>
                  <a:pt x="123073" y="36833"/>
                  <a:pt x="121872" y="43663"/>
                  <a:pt x="121644" y="43805"/>
                </a:cubicBezTo>
                <a:cubicBezTo>
                  <a:pt x="121644" y="44663"/>
                  <a:pt x="120444" y="45120"/>
                  <a:pt x="118072" y="45120"/>
                </a:cubicBezTo>
                <a:cubicBezTo>
                  <a:pt x="116929" y="45120"/>
                  <a:pt x="116186" y="45120"/>
                  <a:pt x="115814" y="45120"/>
                </a:cubicBezTo>
                <a:cubicBezTo>
                  <a:pt x="115414" y="45120"/>
                  <a:pt x="115043" y="44806"/>
                  <a:pt x="114671" y="44177"/>
                </a:cubicBezTo>
                <a:lnTo>
                  <a:pt x="114300" y="43605"/>
                </a:lnTo>
                <a:cubicBezTo>
                  <a:pt x="114300" y="42862"/>
                  <a:pt x="114671" y="40034"/>
                  <a:pt x="115414" y="35147"/>
                </a:cubicBezTo>
                <a:cubicBezTo>
                  <a:pt x="116186" y="30261"/>
                  <a:pt x="116557" y="26432"/>
                  <a:pt x="116557" y="23689"/>
                </a:cubicBezTo>
                <a:cubicBezTo>
                  <a:pt x="116557" y="19288"/>
                  <a:pt x="115729" y="15973"/>
                  <a:pt x="114100" y="13716"/>
                </a:cubicBezTo>
                <a:cubicBezTo>
                  <a:pt x="112471" y="11459"/>
                  <a:pt x="109042" y="9887"/>
                  <a:pt x="103784" y="9030"/>
                </a:cubicBezTo>
                <a:cubicBezTo>
                  <a:pt x="103156" y="8887"/>
                  <a:pt x="99498" y="8773"/>
                  <a:pt x="92869" y="8658"/>
                </a:cubicBezTo>
                <a:cubicBezTo>
                  <a:pt x="87097" y="8658"/>
                  <a:pt x="83468" y="8687"/>
                  <a:pt x="81953" y="8830"/>
                </a:cubicBezTo>
                <a:cubicBezTo>
                  <a:pt x="80467" y="8944"/>
                  <a:pt x="79324" y="9458"/>
                  <a:pt x="78581" y="10344"/>
                </a:cubicBezTo>
                <a:cubicBezTo>
                  <a:pt x="78467" y="10458"/>
                  <a:pt x="74009" y="27946"/>
                  <a:pt x="65237" y="62779"/>
                </a:cubicBezTo>
                <a:cubicBezTo>
                  <a:pt x="56464" y="97612"/>
                  <a:pt x="52064" y="115357"/>
                  <a:pt x="52064" y="115986"/>
                </a:cubicBezTo>
                <a:cubicBezTo>
                  <a:pt x="52064" y="117500"/>
                  <a:pt x="57579" y="118358"/>
                  <a:pt x="68609" y="118615"/>
                </a:cubicBezTo>
                <a:cubicBezTo>
                  <a:pt x="72638" y="118615"/>
                  <a:pt x="75209" y="118672"/>
                  <a:pt x="76324" y="118815"/>
                </a:cubicBezTo>
                <a:cubicBezTo>
                  <a:pt x="77467" y="118929"/>
                  <a:pt x="78010" y="119472"/>
                  <a:pt x="78010" y="120501"/>
                </a:cubicBezTo>
                <a:cubicBezTo>
                  <a:pt x="78010" y="121101"/>
                  <a:pt x="77838" y="121987"/>
                  <a:pt x="77467" y="123130"/>
                </a:cubicBezTo>
                <a:cubicBezTo>
                  <a:pt x="76952" y="125387"/>
                  <a:pt x="76381" y="126702"/>
                  <a:pt x="75752" y="127073"/>
                </a:cubicBezTo>
                <a:lnTo>
                  <a:pt x="75381" y="127273"/>
                </a:lnTo>
                <a:cubicBezTo>
                  <a:pt x="75009" y="127273"/>
                  <a:pt x="74581" y="127273"/>
                  <a:pt x="74066" y="127273"/>
                </a:cubicBezTo>
                <a:cubicBezTo>
                  <a:pt x="73438" y="127273"/>
                  <a:pt x="70180" y="127187"/>
                  <a:pt x="64294" y="127073"/>
                </a:cubicBezTo>
                <a:cubicBezTo>
                  <a:pt x="58407" y="126930"/>
                  <a:pt x="49949" y="126873"/>
                  <a:pt x="38919" y="126873"/>
                </a:cubicBezTo>
                <a:cubicBezTo>
                  <a:pt x="22746" y="126873"/>
                  <a:pt x="12487" y="127016"/>
                  <a:pt x="8087" y="127273"/>
                </a:cubicBezTo>
                <a:lnTo>
                  <a:pt x="5258" y="127273"/>
                </a:lnTo>
                <a:cubicBezTo>
                  <a:pt x="4515" y="126502"/>
                  <a:pt x="4143" y="125959"/>
                  <a:pt x="4143" y="125559"/>
                </a:cubicBezTo>
                <a:cubicBezTo>
                  <a:pt x="4143" y="125187"/>
                  <a:pt x="4258" y="124073"/>
                  <a:pt x="4515" y="122187"/>
                </a:cubicBezTo>
                <a:cubicBezTo>
                  <a:pt x="5029" y="120558"/>
                  <a:pt x="5658" y="119358"/>
                  <a:pt x="6401" y="118615"/>
                </a:cubicBezTo>
                <a:lnTo>
                  <a:pt x="11659" y="118615"/>
                </a:lnTo>
                <a:lnTo>
                  <a:pt x="13716" y="118615"/>
                </a:lnTo>
                <a:cubicBezTo>
                  <a:pt x="23746" y="118615"/>
                  <a:pt x="29689" y="118043"/>
                  <a:pt x="31575" y="116929"/>
                </a:cubicBezTo>
                <a:cubicBezTo>
                  <a:pt x="31718" y="116786"/>
                  <a:pt x="31833" y="116729"/>
                  <a:pt x="31947" y="116729"/>
                </a:cubicBezTo>
                <a:cubicBezTo>
                  <a:pt x="32604" y="116357"/>
                  <a:pt x="33204" y="115100"/>
                  <a:pt x="33833" y="112986"/>
                </a:cubicBezTo>
                <a:cubicBezTo>
                  <a:pt x="34461" y="110842"/>
                  <a:pt x="36976" y="101013"/>
                  <a:pt x="41377" y="83468"/>
                </a:cubicBezTo>
                <a:cubicBezTo>
                  <a:pt x="43491" y="74924"/>
                  <a:pt x="45263" y="67980"/>
                  <a:pt x="46634" y="62579"/>
                </a:cubicBezTo>
                <a:cubicBezTo>
                  <a:pt x="55407" y="28146"/>
                  <a:pt x="59779" y="10516"/>
                  <a:pt x="59779" y="9773"/>
                </a:cubicBezTo>
                <a:cubicBezTo>
                  <a:pt x="59779" y="9144"/>
                  <a:pt x="57979" y="8830"/>
                  <a:pt x="54350" y="8830"/>
                </a:cubicBezTo>
                <a:lnTo>
                  <a:pt x="48492" y="8830"/>
                </a:lnTo>
                <a:cubicBezTo>
                  <a:pt x="40119" y="8830"/>
                  <a:pt x="34604" y="9201"/>
                  <a:pt x="31947" y="9973"/>
                </a:cubicBezTo>
                <a:cubicBezTo>
                  <a:pt x="26318" y="11201"/>
                  <a:pt x="21946" y="13773"/>
                  <a:pt x="18802" y="17659"/>
                </a:cubicBezTo>
                <a:cubicBezTo>
                  <a:pt x="15659" y="21546"/>
                  <a:pt x="12287" y="28804"/>
                  <a:pt x="8658" y="39462"/>
                </a:cubicBezTo>
                <a:cubicBezTo>
                  <a:pt x="7772" y="42234"/>
                  <a:pt x="7144" y="43863"/>
                  <a:pt x="6772" y="44377"/>
                </a:cubicBezTo>
                <a:cubicBezTo>
                  <a:pt x="6401" y="44863"/>
                  <a:pt x="5515" y="45120"/>
                  <a:pt x="4143" y="45120"/>
                </a:cubicBezTo>
                <a:lnTo>
                  <a:pt x="3572" y="45120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76A88-EB93-402E-BC95-B831B37B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346" y="2940853"/>
            <a:ext cx="128387" cy="127273"/>
          </a:xfrm>
          <a:custGeom xmlns:a="http://schemas.openxmlformats.org/drawingml/2006/main">
            <a:pathLst>
              <a:path w="128387" h="127273" fill="none">
                <a:moveTo>
                  <a:pt x="3572" y="45120"/>
                </a:moveTo>
                <a:cubicBezTo>
                  <a:pt x="1200" y="45120"/>
                  <a:pt x="0" y="44606"/>
                  <a:pt x="0" y="43605"/>
                </a:cubicBezTo>
                <a:cubicBezTo>
                  <a:pt x="0" y="42977"/>
                  <a:pt x="1000" y="39462"/>
                  <a:pt x="3000" y="33090"/>
                </a:cubicBezTo>
                <a:cubicBezTo>
                  <a:pt x="5029" y="26689"/>
                  <a:pt x="7144" y="20374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59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30" y="57"/>
                  <a:pt x="127073" y="171"/>
                </a:cubicBezTo>
                <a:cubicBezTo>
                  <a:pt x="127816" y="314"/>
                  <a:pt x="128273" y="886"/>
                  <a:pt x="128387" y="1886"/>
                </a:cubicBezTo>
                <a:cubicBezTo>
                  <a:pt x="128387" y="2629"/>
                  <a:pt x="127330" y="9773"/>
                  <a:pt x="125216" y="23289"/>
                </a:cubicBezTo>
                <a:cubicBezTo>
                  <a:pt x="123073" y="36833"/>
                  <a:pt x="121872" y="43663"/>
                  <a:pt x="121644" y="43805"/>
                </a:cubicBezTo>
                <a:cubicBezTo>
                  <a:pt x="121644" y="44663"/>
                  <a:pt x="120444" y="45120"/>
                  <a:pt x="118072" y="45120"/>
                </a:cubicBezTo>
                <a:cubicBezTo>
                  <a:pt x="116929" y="45120"/>
                  <a:pt x="116186" y="45120"/>
                  <a:pt x="115814" y="45120"/>
                </a:cubicBezTo>
                <a:cubicBezTo>
                  <a:pt x="115414" y="45120"/>
                  <a:pt x="115043" y="44806"/>
                  <a:pt x="114671" y="44177"/>
                </a:cubicBezTo>
                <a:lnTo>
                  <a:pt x="114300" y="43605"/>
                </a:lnTo>
                <a:cubicBezTo>
                  <a:pt x="114300" y="42862"/>
                  <a:pt x="114671" y="40034"/>
                  <a:pt x="115414" y="35147"/>
                </a:cubicBezTo>
                <a:cubicBezTo>
                  <a:pt x="116186" y="30261"/>
                  <a:pt x="116557" y="26432"/>
                  <a:pt x="116557" y="23689"/>
                </a:cubicBezTo>
                <a:cubicBezTo>
                  <a:pt x="116557" y="19288"/>
                  <a:pt x="115729" y="15973"/>
                  <a:pt x="114100" y="13716"/>
                </a:cubicBezTo>
                <a:cubicBezTo>
                  <a:pt x="112471" y="11459"/>
                  <a:pt x="109042" y="9887"/>
                  <a:pt x="103784" y="9030"/>
                </a:cubicBezTo>
                <a:cubicBezTo>
                  <a:pt x="103156" y="8887"/>
                  <a:pt x="99498" y="8773"/>
                  <a:pt x="92869" y="8658"/>
                </a:cubicBezTo>
                <a:cubicBezTo>
                  <a:pt x="87097" y="8658"/>
                  <a:pt x="83468" y="8687"/>
                  <a:pt x="81953" y="8830"/>
                </a:cubicBezTo>
                <a:cubicBezTo>
                  <a:pt x="80467" y="8944"/>
                  <a:pt x="79324" y="9458"/>
                  <a:pt x="78581" y="10344"/>
                </a:cubicBezTo>
                <a:cubicBezTo>
                  <a:pt x="78467" y="10458"/>
                  <a:pt x="74009" y="27946"/>
                  <a:pt x="65237" y="62779"/>
                </a:cubicBezTo>
                <a:cubicBezTo>
                  <a:pt x="56464" y="97612"/>
                  <a:pt x="52064" y="115357"/>
                  <a:pt x="52064" y="115986"/>
                </a:cubicBezTo>
                <a:cubicBezTo>
                  <a:pt x="52064" y="117500"/>
                  <a:pt x="57579" y="118358"/>
                  <a:pt x="68609" y="118615"/>
                </a:cubicBezTo>
                <a:cubicBezTo>
                  <a:pt x="72638" y="118615"/>
                  <a:pt x="75209" y="118672"/>
                  <a:pt x="76324" y="118815"/>
                </a:cubicBezTo>
                <a:cubicBezTo>
                  <a:pt x="77467" y="118929"/>
                  <a:pt x="78010" y="119472"/>
                  <a:pt x="78010" y="120501"/>
                </a:cubicBezTo>
                <a:cubicBezTo>
                  <a:pt x="78010" y="121101"/>
                  <a:pt x="77838" y="121987"/>
                  <a:pt x="77467" y="123130"/>
                </a:cubicBezTo>
                <a:cubicBezTo>
                  <a:pt x="76952" y="125387"/>
                  <a:pt x="76381" y="126702"/>
                  <a:pt x="75752" y="127073"/>
                </a:cubicBezTo>
                <a:lnTo>
                  <a:pt x="75381" y="127273"/>
                </a:lnTo>
                <a:cubicBezTo>
                  <a:pt x="75009" y="127273"/>
                  <a:pt x="74581" y="127273"/>
                  <a:pt x="74066" y="127273"/>
                </a:cubicBezTo>
                <a:cubicBezTo>
                  <a:pt x="73438" y="127273"/>
                  <a:pt x="70180" y="127187"/>
                  <a:pt x="64294" y="127073"/>
                </a:cubicBezTo>
                <a:cubicBezTo>
                  <a:pt x="58407" y="126930"/>
                  <a:pt x="49949" y="126873"/>
                  <a:pt x="38919" y="126873"/>
                </a:cubicBezTo>
                <a:cubicBezTo>
                  <a:pt x="22746" y="126873"/>
                  <a:pt x="12487" y="127016"/>
                  <a:pt x="8087" y="127273"/>
                </a:cubicBezTo>
                <a:lnTo>
                  <a:pt x="5258" y="127273"/>
                </a:lnTo>
                <a:cubicBezTo>
                  <a:pt x="4515" y="126502"/>
                  <a:pt x="4143" y="125959"/>
                  <a:pt x="4143" y="125559"/>
                </a:cubicBezTo>
                <a:cubicBezTo>
                  <a:pt x="4143" y="125187"/>
                  <a:pt x="4258" y="124073"/>
                  <a:pt x="4515" y="122187"/>
                </a:cubicBezTo>
                <a:cubicBezTo>
                  <a:pt x="5029" y="120558"/>
                  <a:pt x="5658" y="119358"/>
                  <a:pt x="6401" y="118615"/>
                </a:cubicBezTo>
                <a:lnTo>
                  <a:pt x="11659" y="118615"/>
                </a:lnTo>
                <a:lnTo>
                  <a:pt x="13716" y="118615"/>
                </a:lnTo>
                <a:cubicBezTo>
                  <a:pt x="23746" y="118615"/>
                  <a:pt x="29689" y="118043"/>
                  <a:pt x="31575" y="116929"/>
                </a:cubicBezTo>
                <a:cubicBezTo>
                  <a:pt x="31718" y="116786"/>
                  <a:pt x="31833" y="116729"/>
                  <a:pt x="31947" y="116729"/>
                </a:cubicBezTo>
                <a:cubicBezTo>
                  <a:pt x="32604" y="116357"/>
                  <a:pt x="33204" y="115100"/>
                  <a:pt x="33833" y="112986"/>
                </a:cubicBezTo>
                <a:cubicBezTo>
                  <a:pt x="34461" y="110842"/>
                  <a:pt x="36976" y="101013"/>
                  <a:pt x="41377" y="83468"/>
                </a:cubicBezTo>
                <a:cubicBezTo>
                  <a:pt x="43491" y="74924"/>
                  <a:pt x="45263" y="67980"/>
                  <a:pt x="46634" y="62579"/>
                </a:cubicBezTo>
                <a:cubicBezTo>
                  <a:pt x="55407" y="28146"/>
                  <a:pt x="59779" y="10516"/>
                  <a:pt x="59779" y="9773"/>
                </a:cubicBezTo>
                <a:cubicBezTo>
                  <a:pt x="59779" y="9144"/>
                  <a:pt x="57979" y="8830"/>
                  <a:pt x="54350" y="8830"/>
                </a:cubicBezTo>
                <a:lnTo>
                  <a:pt x="48492" y="8830"/>
                </a:lnTo>
                <a:cubicBezTo>
                  <a:pt x="40119" y="8830"/>
                  <a:pt x="34604" y="9201"/>
                  <a:pt x="31947" y="9973"/>
                </a:cubicBezTo>
                <a:cubicBezTo>
                  <a:pt x="26318" y="11201"/>
                  <a:pt x="21946" y="13773"/>
                  <a:pt x="18802" y="17659"/>
                </a:cubicBezTo>
                <a:cubicBezTo>
                  <a:pt x="15659" y="21546"/>
                  <a:pt x="12287" y="28804"/>
                  <a:pt x="8658" y="39462"/>
                </a:cubicBezTo>
                <a:cubicBezTo>
                  <a:pt x="7772" y="42234"/>
                  <a:pt x="7144" y="43863"/>
                  <a:pt x="6772" y="44377"/>
                </a:cubicBezTo>
                <a:cubicBezTo>
                  <a:pt x="6401" y="44863"/>
                  <a:pt x="5515" y="45120"/>
                  <a:pt x="4143" y="45120"/>
                </a:cubicBezTo>
                <a:lnTo>
                  <a:pt x="3572" y="451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BDDA4-7F2D-403E-9B18-FA240EBE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89" y="3037694"/>
            <a:ext cx="62865" cy="59950"/>
          </a:xfrm>
          <a:custGeom xmlns:a="http://schemas.openxmlformats.org/drawingml/2006/main">
            <a:pathLst>
              <a:path w="62865" h="59950">
                <a:moveTo>
                  <a:pt x="0" y="37748"/>
                </a:moveTo>
                <a:cubicBezTo>
                  <a:pt x="0" y="28804"/>
                  <a:pt x="3343" y="20288"/>
                  <a:pt x="10087" y="12230"/>
                </a:cubicBezTo>
                <a:cubicBezTo>
                  <a:pt x="16831" y="4172"/>
                  <a:pt x="24403" y="86"/>
                  <a:pt x="32804" y="0"/>
                </a:cubicBezTo>
                <a:cubicBezTo>
                  <a:pt x="37319" y="0"/>
                  <a:pt x="41319" y="2172"/>
                  <a:pt x="44777" y="6515"/>
                </a:cubicBezTo>
                <a:cubicBezTo>
                  <a:pt x="46177" y="3858"/>
                  <a:pt x="48235" y="2543"/>
                  <a:pt x="50892" y="2543"/>
                </a:cubicBezTo>
                <a:cubicBezTo>
                  <a:pt x="52035" y="2543"/>
                  <a:pt x="53064" y="2886"/>
                  <a:pt x="53950" y="3600"/>
                </a:cubicBezTo>
                <a:cubicBezTo>
                  <a:pt x="54835" y="4315"/>
                  <a:pt x="55264" y="5172"/>
                  <a:pt x="55264" y="6258"/>
                </a:cubicBezTo>
                <a:cubicBezTo>
                  <a:pt x="55264" y="7401"/>
                  <a:pt x="53635" y="14488"/>
                  <a:pt x="50349" y="27518"/>
                </a:cubicBezTo>
                <a:cubicBezTo>
                  <a:pt x="47092" y="40548"/>
                  <a:pt x="45406" y="47892"/>
                  <a:pt x="45320" y="49578"/>
                </a:cubicBezTo>
                <a:cubicBezTo>
                  <a:pt x="45320" y="51806"/>
                  <a:pt x="45606" y="53264"/>
                  <a:pt x="46234" y="53978"/>
                </a:cubicBezTo>
                <a:cubicBezTo>
                  <a:pt x="46863" y="54693"/>
                  <a:pt x="47777" y="55064"/>
                  <a:pt x="49035" y="55150"/>
                </a:cubicBezTo>
                <a:cubicBezTo>
                  <a:pt x="49835" y="55064"/>
                  <a:pt x="50721" y="54693"/>
                  <a:pt x="51692" y="53978"/>
                </a:cubicBezTo>
                <a:cubicBezTo>
                  <a:pt x="53550" y="52178"/>
                  <a:pt x="55350" y="47949"/>
                  <a:pt x="57150" y="41205"/>
                </a:cubicBezTo>
                <a:cubicBezTo>
                  <a:pt x="57664" y="39433"/>
                  <a:pt x="58122" y="38519"/>
                  <a:pt x="58464" y="38405"/>
                </a:cubicBezTo>
                <a:cubicBezTo>
                  <a:pt x="58636" y="38319"/>
                  <a:pt x="59093" y="38290"/>
                  <a:pt x="59807" y="38290"/>
                </a:cubicBezTo>
                <a:lnTo>
                  <a:pt x="60322" y="38290"/>
                </a:lnTo>
                <a:cubicBezTo>
                  <a:pt x="62008" y="38290"/>
                  <a:pt x="62865" y="38691"/>
                  <a:pt x="62865" y="39462"/>
                </a:cubicBezTo>
                <a:cubicBezTo>
                  <a:pt x="62865" y="40005"/>
                  <a:pt x="62636" y="41205"/>
                  <a:pt x="62179" y="43063"/>
                </a:cubicBezTo>
                <a:cubicBezTo>
                  <a:pt x="61751" y="44920"/>
                  <a:pt x="60865" y="47320"/>
                  <a:pt x="59522" y="50235"/>
                </a:cubicBezTo>
                <a:cubicBezTo>
                  <a:pt x="58207" y="53178"/>
                  <a:pt x="56779" y="55378"/>
                  <a:pt x="55264" y="56893"/>
                </a:cubicBezTo>
                <a:cubicBezTo>
                  <a:pt x="54121" y="58036"/>
                  <a:pt x="52721" y="58979"/>
                  <a:pt x="51035" y="59693"/>
                </a:cubicBezTo>
                <a:cubicBezTo>
                  <a:pt x="50321" y="59865"/>
                  <a:pt x="49235" y="59950"/>
                  <a:pt x="47835" y="59950"/>
                </a:cubicBezTo>
                <a:cubicBezTo>
                  <a:pt x="44806" y="59950"/>
                  <a:pt x="42291" y="59265"/>
                  <a:pt x="40262" y="57950"/>
                </a:cubicBezTo>
                <a:cubicBezTo>
                  <a:pt x="38205" y="56607"/>
                  <a:pt x="36890" y="55235"/>
                  <a:pt x="36262" y="53835"/>
                </a:cubicBezTo>
                <a:lnTo>
                  <a:pt x="35462" y="51835"/>
                </a:lnTo>
                <a:cubicBezTo>
                  <a:pt x="35376" y="51749"/>
                  <a:pt x="35204" y="51806"/>
                  <a:pt x="34947" y="51978"/>
                </a:cubicBezTo>
                <a:cubicBezTo>
                  <a:pt x="34747" y="52149"/>
                  <a:pt x="34576" y="52321"/>
                  <a:pt x="34404" y="52492"/>
                </a:cubicBezTo>
                <a:cubicBezTo>
                  <a:pt x="29175" y="57464"/>
                  <a:pt x="23860" y="59950"/>
                  <a:pt x="18459" y="59950"/>
                </a:cubicBezTo>
                <a:cubicBezTo>
                  <a:pt x="13573" y="59950"/>
                  <a:pt x="9287" y="58179"/>
                  <a:pt x="5572" y="54635"/>
                </a:cubicBezTo>
                <a:cubicBezTo>
                  <a:pt x="1829" y="51092"/>
                  <a:pt x="0" y="45463"/>
                  <a:pt x="0" y="37748"/>
                </a:cubicBezTo>
                <a:close/>
                <a:moveTo>
                  <a:pt x="42262" y="15030"/>
                </a:moveTo>
                <a:cubicBezTo>
                  <a:pt x="42262" y="14488"/>
                  <a:pt x="42034" y="13516"/>
                  <a:pt x="41577" y="12087"/>
                </a:cubicBezTo>
                <a:cubicBezTo>
                  <a:pt x="41148" y="10687"/>
                  <a:pt x="40119" y="9144"/>
                  <a:pt x="38519" y="7458"/>
                </a:cubicBezTo>
                <a:cubicBezTo>
                  <a:pt x="36947" y="5772"/>
                  <a:pt x="34890" y="4886"/>
                  <a:pt x="32404" y="4801"/>
                </a:cubicBezTo>
                <a:cubicBezTo>
                  <a:pt x="29318" y="4801"/>
                  <a:pt x="26346" y="6172"/>
                  <a:pt x="23517" y="8915"/>
                </a:cubicBezTo>
                <a:cubicBezTo>
                  <a:pt x="20660" y="11659"/>
                  <a:pt x="18459" y="15230"/>
                  <a:pt x="16859" y="19688"/>
                </a:cubicBezTo>
                <a:cubicBezTo>
                  <a:pt x="14288" y="26660"/>
                  <a:pt x="12487" y="33947"/>
                  <a:pt x="11430" y="41462"/>
                </a:cubicBezTo>
                <a:cubicBezTo>
                  <a:pt x="11430" y="41748"/>
                  <a:pt x="11430" y="42234"/>
                  <a:pt x="11430" y="42948"/>
                </a:cubicBezTo>
                <a:cubicBezTo>
                  <a:pt x="11430" y="43634"/>
                  <a:pt x="11373" y="44177"/>
                  <a:pt x="11287" y="44520"/>
                </a:cubicBezTo>
                <a:cubicBezTo>
                  <a:pt x="11287" y="48520"/>
                  <a:pt x="12087" y="51264"/>
                  <a:pt x="13687" y="52778"/>
                </a:cubicBezTo>
                <a:cubicBezTo>
                  <a:pt x="15259" y="54264"/>
                  <a:pt x="17174" y="55064"/>
                  <a:pt x="19402" y="55150"/>
                </a:cubicBezTo>
                <a:cubicBezTo>
                  <a:pt x="22746" y="55150"/>
                  <a:pt x="26060" y="53692"/>
                  <a:pt x="29347" y="50778"/>
                </a:cubicBezTo>
                <a:cubicBezTo>
                  <a:pt x="32633" y="47835"/>
                  <a:pt x="34576" y="45606"/>
                  <a:pt x="35204" y="44005"/>
                </a:cubicBezTo>
                <a:cubicBezTo>
                  <a:pt x="35376" y="43634"/>
                  <a:pt x="36576" y="38919"/>
                  <a:pt x="38776" y="29775"/>
                </a:cubicBezTo>
                <a:cubicBezTo>
                  <a:pt x="41005" y="20660"/>
                  <a:pt x="42148" y="15745"/>
                  <a:pt x="42262" y="1503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3744E-2BDD-4B06-9774-8B2D276F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89" y="3037694"/>
            <a:ext cx="62865" cy="59950"/>
          </a:xfrm>
          <a:custGeom xmlns:a="http://schemas.openxmlformats.org/drawingml/2006/main">
            <a:pathLst>
              <a:path w="62865" h="59950" fill="none">
                <a:moveTo>
                  <a:pt x="0" y="37748"/>
                </a:moveTo>
                <a:cubicBezTo>
                  <a:pt x="0" y="28804"/>
                  <a:pt x="3343" y="20288"/>
                  <a:pt x="10087" y="12230"/>
                </a:cubicBezTo>
                <a:cubicBezTo>
                  <a:pt x="16831" y="4172"/>
                  <a:pt x="24403" y="86"/>
                  <a:pt x="32804" y="0"/>
                </a:cubicBezTo>
                <a:cubicBezTo>
                  <a:pt x="37319" y="0"/>
                  <a:pt x="41319" y="2172"/>
                  <a:pt x="44777" y="6515"/>
                </a:cubicBezTo>
                <a:cubicBezTo>
                  <a:pt x="46177" y="3858"/>
                  <a:pt x="48235" y="2543"/>
                  <a:pt x="50892" y="2543"/>
                </a:cubicBezTo>
                <a:cubicBezTo>
                  <a:pt x="52035" y="2543"/>
                  <a:pt x="53064" y="2886"/>
                  <a:pt x="53950" y="3600"/>
                </a:cubicBezTo>
                <a:cubicBezTo>
                  <a:pt x="54835" y="4315"/>
                  <a:pt x="55264" y="5172"/>
                  <a:pt x="55264" y="6258"/>
                </a:cubicBezTo>
                <a:cubicBezTo>
                  <a:pt x="55264" y="7401"/>
                  <a:pt x="53635" y="14488"/>
                  <a:pt x="50349" y="27518"/>
                </a:cubicBezTo>
                <a:cubicBezTo>
                  <a:pt x="47092" y="40548"/>
                  <a:pt x="45406" y="47892"/>
                  <a:pt x="45320" y="49578"/>
                </a:cubicBezTo>
                <a:cubicBezTo>
                  <a:pt x="45320" y="51806"/>
                  <a:pt x="45606" y="53264"/>
                  <a:pt x="46234" y="53978"/>
                </a:cubicBezTo>
                <a:cubicBezTo>
                  <a:pt x="46863" y="54693"/>
                  <a:pt x="47777" y="55064"/>
                  <a:pt x="49035" y="55150"/>
                </a:cubicBezTo>
                <a:cubicBezTo>
                  <a:pt x="49835" y="55064"/>
                  <a:pt x="50721" y="54693"/>
                  <a:pt x="51692" y="53978"/>
                </a:cubicBezTo>
                <a:cubicBezTo>
                  <a:pt x="53550" y="52178"/>
                  <a:pt x="55350" y="47949"/>
                  <a:pt x="57150" y="41205"/>
                </a:cubicBezTo>
                <a:cubicBezTo>
                  <a:pt x="57664" y="39433"/>
                  <a:pt x="58122" y="38519"/>
                  <a:pt x="58464" y="38405"/>
                </a:cubicBezTo>
                <a:cubicBezTo>
                  <a:pt x="58636" y="38319"/>
                  <a:pt x="59093" y="38290"/>
                  <a:pt x="59807" y="38290"/>
                </a:cubicBezTo>
                <a:lnTo>
                  <a:pt x="60322" y="38290"/>
                </a:lnTo>
                <a:cubicBezTo>
                  <a:pt x="62008" y="38290"/>
                  <a:pt x="62865" y="38691"/>
                  <a:pt x="62865" y="39462"/>
                </a:cubicBezTo>
                <a:cubicBezTo>
                  <a:pt x="62865" y="40005"/>
                  <a:pt x="62636" y="41205"/>
                  <a:pt x="62179" y="43063"/>
                </a:cubicBezTo>
                <a:cubicBezTo>
                  <a:pt x="61751" y="44920"/>
                  <a:pt x="60865" y="47320"/>
                  <a:pt x="59522" y="50235"/>
                </a:cubicBezTo>
                <a:cubicBezTo>
                  <a:pt x="58207" y="53178"/>
                  <a:pt x="56779" y="55378"/>
                  <a:pt x="55264" y="56893"/>
                </a:cubicBezTo>
                <a:cubicBezTo>
                  <a:pt x="54121" y="58036"/>
                  <a:pt x="52721" y="58979"/>
                  <a:pt x="51035" y="59693"/>
                </a:cubicBezTo>
                <a:cubicBezTo>
                  <a:pt x="50321" y="59865"/>
                  <a:pt x="49235" y="59950"/>
                  <a:pt x="47835" y="59950"/>
                </a:cubicBezTo>
                <a:cubicBezTo>
                  <a:pt x="44806" y="59950"/>
                  <a:pt x="42291" y="59265"/>
                  <a:pt x="40262" y="57950"/>
                </a:cubicBezTo>
                <a:cubicBezTo>
                  <a:pt x="38205" y="56607"/>
                  <a:pt x="36890" y="55235"/>
                  <a:pt x="36262" y="53835"/>
                </a:cubicBezTo>
                <a:lnTo>
                  <a:pt x="35462" y="51835"/>
                </a:lnTo>
                <a:cubicBezTo>
                  <a:pt x="35376" y="51749"/>
                  <a:pt x="35204" y="51806"/>
                  <a:pt x="34947" y="51978"/>
                </a:cubicBezTo>
                <a:cubicBezTo>
                  <a:pt x="34747" y="52149"/>
                  <a:pt x="34576" y="52321"/>
                  <a:pt x="34404" y="52492"/>
                </a:cubicBezTo>
                <a:cubicBezTo>
                  <a:pt x="29175" y="57464"/>
                  <a:pt x="23860" y="59950"/>
                  <a:pt x="18459" y="59950"/>
                </a:cubicBezTo>
                <a:cubicBezTo>
                  <a:pt x="13573" y="59950"/>
                  <a:pt x="9287" y="58179"/>
                  <a:pt x="5572" y="54635"/>
                </a:cubicBezTo>
                <a:cubicBezTo>
                  <a:pt x="1829" y="51092"/>
                  <a:pt x="0" y="45463"/>
                  <a:pt x="0" y="37748"/>
                </a:cubicBezTo>
                <a:close/>
                <a:moveTo>
                  <a:pt x="42262" y="15030"/>
                </a:moveTo>
                <a:cubicBezTo>
                  <a:pt x="42262" y="14488"/>
                  <a:pt x="42034" y="13516"/>
                  <a:pt x="41577" y="12087"/>
                </a:cubicBezTo>
                <a:cubicBezTo>
                  <a:pt x="41148" y="10687"/>
                  <a:pt x="40119" y="9144"/>
                  <a:pt x="38519" y="7458"/>
                </a:cubicBezTo>
                <a:cubicBezTo>
                  <a:pt x="36947" y="5772"/>
                  <a:pt x="34890" y="4886"/>
                  <a:pt x="32404" y="4801"/>
                </a:cubicBezTo>
                <a:cubicBezTo>
                  <a:pt x="29318" y="4801"/>
                  <a:pt x="26346" y="6172"/>
                  <a:pt x="23517" y="8915"/>
                </a:cubicBezTo>
                <a:cubicBezTo>
                  <a:pt x="20660" y="11659"/>
                  <a:pt x="18459" y="15230"/>
                  <a:pt x="16859" y="19688"/>
                </a:cubicBezTo>
                <a:cubicBezTo>
                  <a:pt x="14288" y="26660"/>
                  <a:pt x="12487" y="33947"/>
                  <a:pt x="11430" y="41462"/>
                </a:cubicBezTo>
                <a:cubicBezTo>
                  <a:pt x="11430" y="41748"/>
                  <a:pt x="11430" y="42234"/>
                  <a:pt x="11430" y="42948"/>
                </a:cubicBezTo>
                <a:cubicBezTo>
                  <a:pt x="11430" y="43634"/>
                  <a:pt x="11373" y="44177"/>
                  <a:pt x="11287" y="44520"/>
                </a:cubicBezTo>
                <a:cubicBezTo>
                  <a:pt x="11287" y="48520"/>
                  <a:pt x="12087" y="51264"/>
                  <a:pt x="13687" y="52778"/>
                </a:cubicBezTo>
                <a:cubicBezTo>
                  <a:pt x="15259" y="54264"/>
                  <a:pt x="17174" y="55064"/>
                  <a:pt x="19402" y="55150"/>
                </a:cubicBezTo>
                <a:cubicBezTo>
                  <a:pt x="22746" y="55150"/>
                  <a:pt x="26060" y="53692"/>
                  <a:pt x="29347" y="50778"/>
                </a:cubicBezTo>
                <a:cubicBezTo>
                  <a:pt x="32633" y="47835"/>
                  <a:pt x="34576" y="45606"/>
                  <a:pt x="35204" y="44005"/>
                </a:cubicBezTo>
                <a:cubicBezTo>
                  <a:pt x="35376" y="43634"/>
                  <a:pt x="36576" y="38919"/>
                  <a:pt x="38776" y="29775"/>
                </a:cubicBezTo>
                <a:cubicBezTo>
                  <a:pt x="41005" y="20660"/>
                  <a:pt x="42148" y="15745"/>
                  <a:pt x="42262" y="150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426B9-BC6B-4CFB-8856-797A18BD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772" y="3045381"/>
            <a:ext cx="24832" cy="59322"/>
          </a:xfrm>
          <a:custGeom xmlns:a="http://schemas.openxmlformats.org/drawingml/2006/main">
            <a:pathLst>
              <a:path w="24832" h="59322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29" y="1114"/>
                  <a:pt x="7715" y="0"/>
                  <a:pt x="11087" y="0"/>
                </a:cubicBezTo>
                <a:cubicBezTo>
                  <a:pt x="14602" y="0"/>
                  <a:pt x="17745" y="1543"/>
                  <a:pt x="20488" y="4686"/>
                </a:cubicBezTo>
                <a:cubicBezTo>
                  <a:pt x="23231" y="7830"/>
                  <a:pt x="24689" y="13345"/>
                  <a:pt x="24832" y="21231"/>
                </a:cubicBezTo>
                <a:cubicBezTo>
                  <a:pt x="24832" y="25603"/>
                  <a:pt x="24260" y="29889"/>
                  <a:pt x="23117" y="34004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88" y="47720"/>
                  <a:pt x="16059" y="50321"/>
                  <a:pt x="14288" y="52435"/>
                </a:cubicBezTo>
                <a:cubicBezTo>
                  <a:pt x="12516" y="54550"/>
                  <a:pt x="11030" y="56264"/>
                  <a:pt x="9773" y="57493"/>
                </a:cubicBezTo>
                <a:cubicBezTo>
                  <a:pt x="8515" y="58750"/>
                  <a:pt x="7715" y="59322"/>
                  <a:pt x="7315" y="59207"/>
                </a:cubicBezTo>
                <a:cubicBezTo>
                  <a:pt x="6829" y="59207"/>
                  <a:pt x="6029" y="58636"/>
                  <a:pt x="4886" y="57493"/>
                </a:cubicBezTo>
                <a:cubicBezTo>
                  <a:pt x="3772" y="56378"/>
                  <a:pt x="3200" y="55578"/>
                  <a:pt x="3200" y="55064"/>
                </a:cubicBezTo>
                <a:cubicBezTo>
                  <a:pt x="3200" y="54550"/>
                  <a:pt x="3886" y="53550"/>
                  <a:pt x="5258" y="52064"/>
                </a:cubicBezTo>
                <a:cubicBezTo>
                  <a:pt x="6658" y="50549"/>
                  <a:pt x="8201" y="48692"/>
                  <a:pt x="9973" y="46434"/>
                </a:cubicBezTo>
                <a:cubicBezTo>
                  <a:pt x="11716" y="44148"/>
                  <a:pt x="13345" y="41034"/>
                  <a:pt x="14859" y="37005"/>
                </a:cubicBezTo>
                <a:cubicBezTo>
                  <a:pt x="16345" y="33004"/>
                  <a:pt x="17374" y="28432"/>
                  <a:pt x="17859" y="23289"/>
                </a:cubicBezTo>
                <a:lnTo>
                  <a:pt x="17859" y="21031"/>
                </a:lnTo>
                <a:lnTo>
                  <a:pt x="17688" y="21231"/>
                </a:lnTo>
                <a:cubicBezTo>
                  <a:pt x="17431" y="21346"/>
                  <a:pt x="17116" y="21488"/>
                  <a:pt x="16745" y="21603"/>
                </a:cubicBezTo>
                <a:cubicBezTo>
                  <a:pt x="16345" y="21746"/>
                  <a:pt x="15973" y="21917"/>
                  <a:pt x="15602" y="22174"/>
                </a:cubicBezTo>
                <a:cubicBezTo>
                  <a:pt x="15230" y="22403"/>
                  <a:pt x="14659" y="22546"/>
                  <a:pt x="13916" y="22546"/>
                </a:cubicBezTo>
                <a:cubicBezTo>
                  <a:pt x="13173" y="22546"/>
                  <a:pt x="12402" y="22603"/>
                  <a:pt x="11659" y="22746"/>
                </a:cubicBezTo>
                <a:cubicBezTo>
                  <a:pt x="8287" y="22746"/>
                  <a:pt x="5515" y="21660"/>
                  <a:pt x="3400" y="19545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B38DA-9910-4209-8DBF-5BD8E2F9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772" y="3045381"/>
            <a:ext cx="24832" cy="59322"/>
          </a:xfrm>
          <a:custGeom xmlns:a="http://schemas.openxmlformats.org/drawingml/2006/main">
            <a:pathLst>
              <a:path w="24832" h="59322" fill="none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29" y="1114"/>
                  <a:pt x="7715" y="0"/>
                  <a:pt x="11087" y="0"/>
                </a:cubicBezTo>
                <a:cubicBezTo>
                  <a:pt x="14602" y="0"/>
                  <a:pt x="17745" y="1543"/>
                  <a:pt x="20488" y="4686"/>
                </a:cubicBezTo>
                <a:cubicBezTo>
                  <a:pt x="23231" y="7830"/>
                  <a:pt x="24689" y="13345"/>
                  <a:pt x="24832" y="21231"/>
                </a:cubicBezTo>
                <a:cubicBezTo>
                  <a:pt x="24832" y="25603"/>
                  <a:pt x="24260" y="29889"/>
                  <a:pt x="23117" y="34004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88" y="47720"/>
                  <a:pt x="16059" y="50321"/>
                  <a:pt x="14288" y="52435"/>
                </a:cubicBezTo>
                <a:cubicBezTo>
                  <a:pt x="12516" y="54550"/>
                  <a:pt x="11030" y="56264"/>
                  <a:pt x="9773" y="57493"/>
                </a:cubicBezTo>
                <a:cubicBezTo>
                  <a:pt x="8515" y="58750"/>
                  <a:pt x="7715" y="59322"/>
                  <a:pt x="7315" y="59207"/>
                </a:cubicBezTo>
                <a:cubicBezTo>
                  <a:pt x="6829" y="59207"/>
                  <a:pt x="6029" y="58636"/>
                  <a:pt x="4886" y="57493"/>
                </a:cubicBezTo>
                <a:cubicBezTo>
                  <a:pt x="3772" y="56378"/>
                  <a:pt x="3200" y="55578"/>
                  <a:pt x="3200" y="55064"/>
                </a:cubicBezTo>
                <a:cubicBezTo>
                  <a:pt x="3200" y="54550"/>
                  <a:pt x="3886" y="53550"/>
                  <a:pt x="5258" y="52064"/>
                </a:cubicBezTo>
                <a:cubicBezTo>
                  <a:pt x="6658" y="50549"/>
                  <a:pt x="8201" y="48692"/>
                  <a:pt x="9973" y="46434"/>
                </a:cubicBezTo>
                <a:cubicBezTo>
                  <a:pt x="11716" y="44148"/>
                  <a:pt x="13345" y="41034"/>
                  <a:pt x="14859" y="37005"/>
                </a:cubicBezTo>
                <a:cubicBezTo>
                  <a:pt x="16345" y="33004"/>
                  <a:pt x="17374" y="28432"/>
                  <a:pt x="17859" y="23289"/>
                </a:cubicBezTo>
                <a:lnTo>
                  <a:pt x="17859" y="21031"/>
                </a:lnTo>
                <a:lnTo>
                  <a:pt x="17688" y="21231"/>
                </a:lnTo>
                <a:cubicBezTo>
                  <a:pt x="17431" y="21346"/>
                  <a:pt x="17116" y="21488"/>
                  <a:pt x="16745" y="21603"/>
                </a:cubicBezTo>
                <a:cubicBezTo>
                  <a:pt x="16345" y="21746"/>
                  <a:pt x="15973" y="21917"/>
                  <a:pt x="15602" y="22174"/>
                </a:cubicBezTo>
                <a:cubicBezTo>
                  <a:pt x="15230" y="22403"/>
                  <a:pt x="14659" y="22546"/>
                  <a:pt x="13916" y="22546"/>
                </a:cubicBezTo>
                <a:cubicBezTo>
                  <a:pt x="13173" y="22546"/>
                  <a:pt x="12402" y="22603"/>
                  <a:pt x="11659" y="22746"/>
                </a:cubicBezTo>
                <a:cubicBezTo>
                  <a:pt x="8287" y="22746"/>
                  <a:pt x="5515" y="21660"/>
                  <a:pt x="3400" y="19545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9EF37-6DFD-471F-8F2C-A2BDF9A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210" y="3001204"/>
            <a:ext cx="104327" cy="50178"/>
          </a:xfrm>
          <a:custGeom xmlns:a="http://schemas.openxmlformats.org/drawingml/2006/main">
            <a:pathLst>
              <a:path w="104327" h="50178">
                <a:moveTo>
                  <a:pt x="0" y="6201"/>
                </a:moveTo>
                <a:cubicBezTo>
                  <a:pt x="0" y="6201"/>
                  <a:pt x="0" y="5372"/>
                  <a:pt x="0" y="3743"/>
                </a:cubicBezTo>
                <a:cubicBezTo>
                  <a:pt x="0" y="2115"/>
                  <a:pt x="886" y="857"/>
                  <a:pt x="2629" y="0"/>
                </a:cubicBezTo>
                <a:lnTo>
                  <a:pt x="101527" y="0"/>
                </a:lnTo>
                <a:cubicBezTo>
                  <a:pt x="102384" y="371"/>
                  <a:pt x="103327" y="1172"/>
                  <a:pt x="104327" y="2429"/>
                </a:cubicBezTo>
                <a:lnTo>
                  <a:pt x="104327" y="47749"/>
                </a:lnTo>
                <a:cubicBezTo>
                  <a:pt x="102699" y="49378"/>
                  <a:pt x="101441" y="50178"/>
                  <a:pt x="100584" y="50178"/>
                </a:cubicBezTo>
                <a:cubicBezTo>
                  <a:pt x="100070" y="50178"/>
                  <a:pt x="99641" y="50121"/>
                  <a:pt x="99270" y="50006"/>
                </a:cubicBezTo>
                <a:cubicBezTo>
                  <a:pt x="98870" y="49863"/>
                  <a:pt x="98584" y="49606"/>
                  <a:pt x="98327" y="49235"/>
                </a:cubicBezTo>
                <a:cubicBezTo>
                  <a:pt x="98069" y="48863"/>
                  <a:pt x="97812" y="48606"/>
                  <a:pt x="97555" y="48492"/>
                </a:cubicBezTo>
                <a:cubicBezTo>
                  <a:pt x="97326" y="48349"/>
                  <a:pt x="97126" y="48092"/>
                  <a:pt x="97012" y="47749"/>
                </a:cubicBezTo>
                <a:lnTo>
                  <a:pt x="96812" y="27632"/>
                </a:lnTo>
                <a:lnTo>
                  <a:pt x="96812" y="7515"/>
                </a:lnTo>
                <a:lnTo>
                  <a:pt x="2629" y="7515"/>
                </a:lnTo>
                <a:cubicBezTo>
                  <a:pt x="886" y="6629"/>
                  <a:pt x="0" y="5372"/>
                  <a:pt x="0" y="3743"/>
                </a:cubicBezTo>
                <a:lnTo>
                  <a:pt x="0" y="620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2FD8E-84B3-480E-93FE-CFEB3F03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210" y="3001204"/>
            <a:ext cx="104327" cy="50178"/>
          </a:xfrm>
          <a:custGeom xmlns:a="http://schemas.openxmlformats.org/drawingml/2006/main">
            <a:pathLst>
              <a:path w="104327" h="50178" fill="none">
                <a:moveTo>
                  <a:pt x="0" y="6201"/>
                </a:moveTo>
                <a:cubicBezTo>
                  <a:pt x="0" y="6201"/>
                  <a:pt x="0" y="5372"/>
                  <a:pt x="0" y="3743"/>
                </a:cubicBezTo>
                <a:cubicBezTo>
                  <a:pt x="0" y="2115"/>
                  <a:pt x="886" y="857"/>
                  <a:pt x="2629" y="0"/>
                </a:cubicBezTo>
                <a:lnTo>
                  <a:pt x="101527" y="0"/>
                </a:lnTo>
                <a:cubicBezTo>
                  <a:pt x="102384" y="371"/>
                  <a:pt x="103327" y="1172"/>
                  <a:pt x="104327" y="2429"/>
                </a:cubicBezTo>
                <a:lnTo>
                  <a:pt x="104327" y="47749"/>
                </a:lnTo>
                <a:cubicBezTo>
                  <a:pt x="102699" y="49378"/>
                  <a:pt x="101441" y="50178"/>
                  <a:pt x="100584" y="50178"/>
                </a:cubicBezTo>
                <a:cubicBezTo>
                  <a:pt x="100070" y="50178"/>
                  <a:pt x="99641" y="50121"/>
                  <a:pt x="99270" y="50006"/>
                </a:cubicBezTo>
                <a:cubicBezTo>
                  <a:pt x="98870" y="49863"/>
                  <a:pt x="98584" y="49606"/>
                  <a:pt x="98327" y="49235"/>
                </a:cubicBezTo>
                <a:cubicBezTo>
                  <a:pt x="98069" y="48863"/>
                  <a:pt x="97812" y="48606"/>
                  <a:pt x="97555" y="48492"/>
                </a:cubicBezTo>
                <a:cubicBezTo>
                  <a:pt x="97326" y="48349"/>
                  <a:pt x="97126" y="48092"/>
                  <a:pt x="97012" y="47749"/>
                </a:cubicBezTo>
                <a:lnTo>
                  <a:pt x="96812" y="27632"/>
                </a:lnTo>
                <a:lnTo>
                  <a:pt x="96812" y="7515"/>
                </a:lnTo>
                <a:lnTo>
                  <a:pt x="2629" y="7515"/>
                </a:lnTo>
                <a:cubicBezTo>
                  <a:pt x="886" y="6629"/>
                  <a:pt x="0" y="5372"/>
                  <a:pt x="0" y="3743"/>
                </a:cubicBezTo>
                <a:lnTo>
                  <a:pt x="0" y="6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5457A-EEEE-433C-BD9E-584116E9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454" y="2985030"/>
            <a:ext cx="74381" cy="85411"/>
          </a:xfrm>
          <a:custGeom xmlns:a="http://schemas.openxmlformats.org/drawingml/2006/main">
            <a:pathLst>
              <a:path w="74381" h="85411">
                <a:moveTo>
                  <a:pt x="0" y="53207"/>
                </a:moveTo>
                <a:cubicBezTo>
                  <a:pt x="0" y="39519"/>
                  <a:pt x="5401" y="27261"/>
                  <a:pt x="16173" y="16345"/>
                </a:cubicBezTo>
                <a:cubicBezTo>
                  <a:pt x="26946" y="5458"/>
                  <a:pt x="38605" y="0"/>
                  <a:pt x="51149" y="0"/>
                </a:cubicBezTo>
                <a:cubicBezTo>
                  <a:pt x="58150" y="0"/>
                  <a:pt x="63665" y="1514"/>
                  <a:pt x="67694" y="4515"/>
                </a:cubicBezTo>
                <a:cubicBezTo>
                  <a:pt x="71695" y="7515"/>
                  <a:pt x="73781" y="11459"/>
                  <a:pt x="73895" y="16345"/>
                </a:cubicBezTo>
                <a:cubicBezTo>
                  <a:pt x="73895" y="19974"/>
                  <a:pt x="72695" y="23060"/>
                  <a:pt x="70323" y="25546"/>
                </a:cubicBezTo>
                <a:cubicBezTo>
                  <a:pt x="67923" y="28061"/>
                  <a:pt x="64922" y="29375"/>
                  <a:pt x="61293" y="29518"/>
                </a:cubicBezTo>
                <a:cubicBezTo>
                  <a:pt x="58922" y="29518"/>
                  <a:pt x="57036" y="28889"/>
                  <a:pt x="55664" y="27632"/>
                </a:cubicBezTo>
                <a:cubicBezTo>
                  <a:pt x="54264" y="26375"/>
                  <a:pt x="53578" y="24489"/>
                  <a:pt x="53578" y="21974"/>
                </a:cubicBezTo>
                <a:cubicBezTo>
                  <a:pt x="53578" y="19488"/>
                  <a:pt x="54264" y="17345"/>
                  <a:pt x="55664" y="15602"/>
                </a:cubicBezTo>
                <a:cubicBezTo>
                  <a:pt x="57036" y="13830"/>
                  <a:pt x="58407" y="12544"/>
                  <a:pt x="59779" y="11659"/>
                </a:cubicBezTo>
                <a:cubicBezTo>
                  <a:pt x="61151" y="10773"/>
                  <a:pt x="62036" y="10401"/>
                  <a:pt x="62408" y="10516"/>
                </a:cubicBezTo>
                <a:lnTo>
                  <a:pt x="62608" y="10516"/>
                </a:lnTo>
                <a:cubicBezTo>
                  <a:pt x="62608" y="10258"/>
                  <a:pt x="62236" y="9887"/>
                  <a:pt x="61465" y="9401"/>
                </a:cubicBezTo>
                <a:cubicBezTo>
                  <a:pt x="60722" y="8887"/>
                  <a:pt x="59407" y="8401"/>
                  <a:pt x="57550" y="7887"/>
                </a:cubicBezTo>
                <a:cubicBezTo>
                  <a:pt x="55664" y="7372"/>
                  <a:pt x="53521" y="7144"/>
                  <a:pt x="51149" y="7144"/>
                </a:cubicBezTo>
                <a:cubicBezTo>
                  <a:pt x="47377" y="7144"/>
                  <a:pt x="43805" y="8001"/>
                  <a:pt x="40434" y="9773"/>
                </a:cubicBezTo>
                <a:cubicBezTo>
                  <a:pt x="37805" y="10916"/>
                  <a:pt x="35090" y="12830"/>
                  <a:pt x="32347" y="15602"/>
                </a:cubicBezTo>
                <a:cubicBezTo>
                  <a:pt x="26832" y="21117"/>
                  <a:pt x="22831" y="28889"/>
                  <a:pt x="20317" y="38919"/>
                </a:cubicBezTo>
                <a:cubicBezTo>
                  <a:pt x="17802" y="48920"/>
                  <a:pt x="16488" y="56207"/>
                  <a:pt x="16373" y="60693"/>
                </a:cubicBezTo>
                <a:cubicBezTo>
                  <a:pt x="16373" y="66465"/>
                  <a:pt x="18002" y="70809"/>
                  <a:pt x="21260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49" y="78210"/>
                  <a:pt x="58522" y="72866"/>
                  <a:pt x="67694" y="62208"/>
                </a:cubicBezTo>
                <a:cubicBezTo>
                  <a:pt x="68809" y="60950"/>
                  <a:pt x="69552" y="60350"/>
                  <a:pt x="69952" y="60350"/>
                </a:cubicBezTo>
                <a:cubicBezTo>
                  <a:pt x="70437" y="60350"/>
                  <a:pt x="71266" y="60893"/>
                  <a:pt x="72380" y="62036"/>
                </a:cubicBezTo>
                <a:cubicBezTo>
                  <a:pt x="73523" y="63151"/>
                  <a:pt x="74124" y="64037"/>
                  <a:pt x="74266" y="64665"/>
                </a:cubicBezTo>
                <a:cubicBezTo>
                  <a:pt x="74381" y="65294"/>
                  <a:pt x="73809" y="66208"/>
                  <a:pt x="72581" y="67494"/>
                </a:cubicBezTo>
                <a:cubicBezTo>
                  <a:pt x="71323" y="68723"/>
                  <a:pt x="69494" y="70495"/>
                  <a:pt x="67123" y="72752"/>
                </a:cubicBezTo>
                <a:cubicBezTo>
                  <a:pt x="64722" y="74981"/>
                  <a:pt x="61922" y="76895"/>
                  <a:pt x="58664" y="78381"/>
                </a:cubicBezTo>
                <a:cubicBezTo>
                  <a:pt x="55407" y="79896"/>
                  <a:pt x="51378" y="81467"/>
                  <a:pt x="46634" y="83096"/>
                </a:cubicBezTo>
                <a:cubicBezTo>
                  <a:pt x="41862" y="84725"/>
                  <a:pt x="36862" y="85411"/>
                  <a:pt x="31604" y="85154"/>
                </a:cubicBezTo>
                <a:cubicBezTo>
                  <a:pt x="22174" y="85154"/>
                  <a:pt x="14602" y="82125"/>
                  <a:pt x="8858" y="76124"/>
                </a:cubicBezTo>
                <a:cubicBezTo>
                  <a:pt x="3086" y="70123"/>
                  <a:pt x="143" y="62465"/>
                  <a:pt x="0" y="5320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F5007-1799-46F1-AC04-1B1C8EF5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454" y="2985030"/>
            <a:ext cx="74381" cy="85411"/>
          </a:xfrm>
          <a:custGeom xmlns:a="http://schemas.openxmlformats.org/drawingml/2006/main">
            <a:pathLst>
              <a:path w="74381" h="85411" fill="none">
                <a:moveTo>
                  <a:pt x="0" y="53207"/>
                </a:moveTo>
                <a:cubicBezTo>
                  <a:pt x="0" y="39519"/>
                  <a:pt x="5401" y="27261"/>
                  <a:pt x="16173" y="16345"/>
                </a:cubicBezTo>
                <a:cubicBezTo>
                  <a:pt x="26946" y="5458"/>
                  <a:pt x="38605" y="0"/>
                  <a:pt x="51149" y="0"/>
                </a:cubicBezTo>
                <a:cubicBezTo>
                  <a:pt x="58150" y="0"/>
                  <a:pt x="63665" y="1514"/>
                  <a:pt x="67694" y="4515"/>
                </a:cubicBezTo>
                <a:cubicBezTo>
                  <a:pt x="71695" y="7515"/>
                  <a:pt x="73781" y="11459"/>
                  <a:pt x="73895" y="16345"/>
                </a:cubicBezTo>
                <a:cubicBezTo>
                  <a:pt x="73895" y="19974"/>
                  <a:pt x="72695" y="23060"/>
                  <a:pt x="70323" y="25546"/>
                </a:cubicBezTo>
                <a:cubicBezTo>
                  <a:pt x="67923" y="28061"/>
                  <a:pt x="64922" y="29375"/>
                  <a:pt x="61293" y="29518"/>
                </a:cubicBezTo>
                <a:cubicBezTo>
                  <a:pt x="58922" y="29518"/>
                  <a:pt x="57036" y="28889"/>
                  <a:pt x="55664" y="27632"/>
                </a:cubicBezTo>
                <a:cubicBezTo>
                  <a:pt x="54264" y="26375"/>
                  <a:pt x="53578" y="24489"/>
                  <a:pt x="53578" y="21974"/>
                </a:cubicBezTo>
                <a:cubicBezTo>
                  <a:pt x="53578" y="19488"/>
                  <a:pt x="54264" y="17345"/>
                  <a:pt x="55664" y="15602"/>
                </a:cubicBezTo>
                <a:cubicBezTo>
                  <a:pt x="57036" y="13830"/>
                  <a:pt x="58407" y="12544"/>
                  <a:pt x="59779" y="11659"/>
                </a:cubicBezTo>
                <a:cubicBezTo>
                  <a:pt x="61151" y="10773"/>
                  <a:pt x="62036" y="10401"/>
                  <a:pt x="62408" y="10516"/>
                </a:cubicBezTo>
                <a:lnTo>
                  <a:pt x="62608" y="10516"/>
                </a:lnTo>
                <a:cubicBezTo>
                  <a:pt x="62608" y="10258"/>
                  <a:pt x="62236" y="9887"/>
                  <a:pt x="61465" y="9401"/>
                </a:cubicBezTo>
                <a:cubicBezTo>
                  <a:pt x="60722" y="8887"/>
                  <a:pt x="59407" y="8401"/>
                  <a:pt x="57550" y="7887"/>
                </a:cubicBezTo>
                <a:cubicBezTo>
                  <a:pt x="55664" y="7372"/>
                  <a:pt x="53521" y="7144"/>
                  <a:pt x="51149" y="7144"/>
                </a:cubicBezTo>
                <a:cubicBezTo>
                  <a:pt x="47377" y="7144"/>
                  <a:pt x="43805" y="8001"/>
                  <a:pt x="40434" y="9773"/>
                </a:cubicBezTo>
                <a:cubicBezTo>
                  <a:pt x="37805" y="10916"/>
                  <a:pt x="35090" y="12830"/>
                  <a:pt x="32347" y="15602"/>
                </a:cubicBezTo>
                <a:cubicBezTo>
                  <a:pt x="26832" y="21117"/>
                  <a:pt x="22831" y="28889"/>
                  <a:pt x="20317" y="38919"/>
                </a:cubicBezTo>
                <a:cubicBezTo>
                  <a:pt x="17802" y="48920"/>
                  <a:pt x="16488" y="56207"/>
                  <a:pt x="16373" y="60693"/>
                </a:cubicBezTo>
                <a:cubicBezTo>
                  <a:pt x="16373" y="66465"/>
                  <a:pt x="18002" y="70809"/>
                  <a:pt x="21260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49" y="78210"/>
                  <a:pt x="58522" y="72866"/>
                  <a:pt x="67694" y="62208"/>
                </a:cubicBezTo>
                <a:cubicBezTo>
                  <a:pt x="68809" y="60950"/>
                  <a:pt x="69552" y="60350"/>
                  <a:pt x="69952" y="60350"/>
                </a:cubicBezTo>
                <a:cubicBezTo>
                  <a:pt x="70437" y="60350"/>
                  <a:pt x="71266" y="60893"/>
                  <a:pt x="72380" y="62036"/>
                </a:cubicBezTo>
                <a:cubicBezTo>
                  <a:pt x="73523" y="63151"/>
                  <a:pt x="74124" y="64037"/>
                  <a:pt x="74266" y="64665"/>
                </a:cubicBezTo>
                <a:cubicBezTo>
                  <a:pt x="74381" y="65294"/>
                  <a:pt x="73809" y="66208"/>
                  <a:pt x="72581" y="67494"/>
                </a:cubicBezTo>
                <a:cubicBezTo>
                  <a:pt x="71323" y="68723"/>
                  <a:pt x="69494" y="70495"/>
                  <a:pt x="67123" y="72752"/>
                </a:cubicBezTo>
                <a:cubicBezTo>
                  <a:pt x="64722" y="74981"/>
                  <a:pt x="61922" y="76895"/>
                  <a:pt x="58664" y="78381"/>
                </a:cubicBezTo>
                <a:cubicBezTo>
                  <a:pt x="55407" y="79896"/>
                  <a:pt x="51378" y="81467"/>
                  <a:pt x="46634" y="83096"/>
                </a:cubicBezTo>
                <a:cubicBezTo>
                  <a:pt x="41862" y="84725"/>
                  <a:pt x="36862" y="85411"/>
                  <a:pt x="31604" y="85154"/>
                </a:cubicBezTo>
                <a:cubicBezTo>
                  <a:pt x="22174" y="85154"/>
                  <a:pt x="14602" y="82125"/>
                  <a:pt x="8858" y="76124"/>
                </a:cubicBezTo>
                <a:cubicBezTo>
                  <a:pt x="3086" y="70123"/>
                  <a:pt x="143" y="62465"/>
                  <a:pt x="0" y="532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1DA28-9883-42CC-918E-1ECD881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65" y="3007804"/>
            <a:ext cx="55950" cy="91440"/>
          </a:xfrm>
          <a:custGeom xmlns:a="http://schemas.openxmlformats.org/drawingml/2006/main">
            <a:pathLst>
              <a:path w="55950" h="91440">
                <a:moveTo>
                  <a:pt x="7572" y="10744"/>
                </a:moveTo>
                <a:cubicBezTo>
                  <a:pt x="12516" y="3572"/>
                  <a:pt x="19288" y="0"/>
                  <a:pt x="27889" y="0"/>
                </a:cubicBezTo>
                <a:cubicBezTo>
                  <a:pt x="32147" y="0"/>
                  <a:pt x="36405" y="1143"/>
                  <a:pt x="40662" y="3458"/>
                </a:cubicBezTo>
                <a:cubicBezTo>
                  <a:pt x="44920" y="5744"/>
                  <a:pt x="48377" y="9830"/>
                  <a:pt x="51035" y="15688"/>
                </a:cubicBezTo>
                <a:cubicBezTo>
                  <a:pt x="54292" y="23031"/>
                  <a:pt x="55950" y="33147"/>
                  <a:pt x="55950" y="45977"/>
                </a:cubicBezTo>
                <a:cubicBezTo>
                  <a:pt x="55950" y="59722"/>
                  <a:pt x="54035" y="70209"/>
                  <a:pt x="50235" y="77467"/>
                </a:cubicBezTo>
                <a:cubicBezTo>
                  <a:pt x="48463" y="81210"/>
                  <a:pt x="46034" y="84153"/>
                  <a:pt x="42920" y="86382"/>
                </a:cubicBezTo>
                <a:cubicBezTo>
                  <a:pt x="39805" y="88611"/>
                  <a:pt x="37119" y="89983"/>
                  <a:pt x="34804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17" y="91440"/>
                  <a:pt x="23431" y="91154"/>
                  <a:pt x="21117" y="90640"/>
                </a:cubicBezTo>
                <a:cubicBezTo>
                  <a:pt x="18831" y="90097"/>
                  <a:pt x="16116" y="88697"/>
                  <a:pt x="13030" y="86382"/>
                </a:cubicBezTo>
                <a:cubicBezTo>
                  <a:pt x="9916" y="84068"/>
                  <a:pt x="7487" y="81096"/>
                  <a:pt x="5715" y="77467"/>
                </a:cubicBezTo>
                <a:cubicBezTo>
                  <a:pt x="1886" y="70209"/>
                  <a:pt x="0" y="59722"/>
                  <a:pt x="0" y="45977"/>
                </a:cubicBezTo>
                <a:cubicBezTo>
                  <a:pt x="0" y="30575"/>
                  <a:pt x="2515" y="18831"/>
                  <a:pt x="7572" y="10744"/>
                </a:cubicBezTo>
                <a:close/>
                <a:moveTo>
                  <a:pt x="37462" y="9173"/>
                </a:moveTo>
                <a:cubicBezTo>
                  <a:pt x="34804" y="6344"/>
                  <a:pt x="31661" y="4915"/>
                  <a:pt x="28032" y="4915"/>
                </a:cubicBezTo>
                <a:cubicBezTo>
                  <a:pt x="24317" y="4915"/>
                  <a:pt x="21117" y="6344"/>
                  <a:pt x="18459" y="9173"/>
                </a:cubicBezTo>
                <a:cubicBezTo>
                  <a:pt x="16231" y="11459"/>
                  <a:pt x="14773" y="14659"/>
                  <a:pt x="14087" y="18745"/>
                </a:cubicBezTo>
                <a:cubicBezTo>
                  <a:pt x="13373" y="22803"/>
                  <a:pt x="13030" y="31318"/>
                  <a:pt x="13030" y="44263"/>
                </a:cubicBezTo>
                <a:cubicBezTo>
                  <a:pt x="13030" y="58236"/>
                  <a:pt x="13373" y="67466"/>
                  <a:pt x="14087" y="71895"/>
                </a:cubicBezTo>
                <a:cubicBezTo>
                  <a:pt x="14773" y="76324"/>
                  <a:pt x="16373" y="79839"/>
                  <a:pt x="18859" y="82382"/>
                </a:cubicBezTo>
                <a:cubicBezTo>
                  <a:pt x="21346" y="85039"/>
                  <a:pt x="24403" y="86382"/>
                  <a:pt x="28032" y="86382"/>
                </a:cubicBezTo>
                <a:cubicBezTo>
                  <a:pt x="31575" y="86382"/>
                  <a:pt x="34604" y="85039"/>
                  <a:pt x="37062" y="82382"/>
                </a:cubicBezTo>
                <a:cubicBezTo>
                  <a:pt x="39634" y="79724"/>
                  <a:pt x="41234" y="76009"/>
                  <a:pt x="41862" y="71237"/>
                </a:cubicBezTo>
                <a:cubicBezTo>
                  <a:pt x="42462" y="66437"/>
                  <a:pt x="42834" y="57464"/>
                  <a:pt x="42920" y="44263"/>
                </a:cubicBezTo>
                <a:cubicBezTo>
                  <a:pt x="42920" y="31404"/>
                  <a:pt x="42577" y="22946"/>
                  <a:pt x="41862" y="18859"/>
                </a:cubicBezTo>
                <a:cubicBezTo>
                  <a:pt x="41148" y="14802"/>
                  <a:pt x="39691" y="11544"/>
                  <a:pt x="37462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DA94D-8C50-40FE-86A1-1AE305B4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65" y="3007804"/>
            <a:ext cx="55950" cy="91440"/>
          </a:xfrm>
          <a:custGeom xmlns:a="http://schemas.openxmlformats.org/drawingml/2006/main">
            <a:pathLst>
              <a:path w="55950" h="91440" fill="none">
                <a:moveTo>
                  <a:pt x="7572" y="10744"/>
                </a:moveTo>
                <a:cubicBezTo>
                  <a:pt x="12516" y="3572"/>
                  <a:pt x="19288" y="0"/>
                  <a:pt x="27889" y="0"/>
                </a:cubicBezTo>
                <a:cubicBezTo>
                  <a:pt x="32147" y="0"/>
                  <a:pt x="36405" y="1143"/>
                  <a:pt x="40662" y="3458"/>
                </a:cubicBezTo>
                <a:cubicBezTo>
                  <a:pt x="44920" y="5744"/>
                  <a:pt x="48377" y="9830"/>
                  <a:pt x="51035" y="15688"/>
                </a:cubicBezTo>
                <a:cubicBezTo>
                  <a:pt x="54292" y="23031"/>
                  <a:pt x="55950" y="33147"/>
                  <a:pt x="55950" y="45977"/>
                </a:cubicBezTo>
                <a:cubicBezTo>
                  <a:pt x="55950" y="59722"/>
                  <a:pt x="54035" y="70209"/>
                  <a:pt x="50235" y="77467"/>
                </a:cubicBezTo>
                <a:cubicBezTo>
                  <a:pt x="48463" y="81210"/>
                  <a:pt x="46034" y="84153"/>
                  <a:pt x="42920" y="86382"/>
                </a:cubicBezTo>
                <a:cubicBezTo>
                  <a:pt x="39805" y="88611"/>
                  <a:pt x="37119" y="89983"/>
                  <a:pt x="34804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17" y="91440"/>
                  <a:pt x="23431" y="91154"/>
                  <a:pt x="21117" y="90640"/>
                </a:cubicBezTo>
                <a:cubicBezTo>
                  <a:pt x="18831" y="90097"/>
                  <a:pt x="16116" y="88697"/>
                  <a:pt x="13030" y="86382"/>
                </a:cubicBezTo>
                <a:cubicBezTo>
                  <a:pt x="9916" y="84068"/>
                  <a:pt x="7487" y="81096"/>
                  <a:pt x="5715" y="77467"/>
                </a:cubicBezTo>
                <a:cubicBezTo>
                  <a:pt x="1886" y="70209"/>
                  <a:pt x="0" y="59722"/>
                  <a:pt x="0" y="45977"/>
                </a:cubicBezTo>
                <a:cubicBezTo>
                  <a:pt x="0" y="30575"/>
                  <a:pt x="2515" y="18831"/>
                  <a:pt x="7572" y="10744"/>
                </a:cubicBezTo>
                <a:close/>
                <a:moveTo>
                  <a:pt x="37462" y="9173"/>
                </a:moveTo>
                <a:cubicBezTo>
                  <a:pt x="34804" y="6344"/>
                  <a:pt x="31661" y="4915"/>
                  <a:pt x="28032" y="4915"/>
                </a:cubicBezTo>
                <a:cubicBezTo>
                  <a:pt x="24317" y="4915"/>
                  <a:pt x="21117" y="6344"/>
                  <a:pt x="18459" y="9173"/>
                </a:cubicBezTo>
                <a:cubicBezTo>
                  <a:pt x="16231" y="11459"/>
                  <a:pt x="14773" y="14659"/>
                  <a:pt x="14087" y="18745"/>
                </a:cubicBezTo>
                <a:cubicBezTo>
                  <a:pt x="13373" y="22803"/>
                  <a:pt x="13030" y="31318"/>
                  <a:pt x="13030" y="44263"/>
                </a:cubicBezTo>
                <a:cubicBezTo>
                  <a:pt x="13030" y="58236"/>
                  <a:pt x="13373" y="67466"/>
                  <a:pt x="14087" y="71895"/>
                </a:cubicBezTo>
                <a:cubicBezTo>
                  <a:pt x="14773" y="76324"/>
                  <a:pt x="16373" y="79839"/>
                  <a:pt x="18859" y="82382"/>
                </a:cubicBezTo>
                <a:cubicBezTo>
                  <a:pt x="21346" y="85039"/>
                  <a:pt x="24403" y="86382"/>
                  <a:pt x="28032" y="86382"/>
                </a:cubicBezTo>
                <a:cubicBezTo>
                  <a:pt x="31575" y="86382"/>
                  <a:pt x="34604" y="85039"/>
                  <a:pt x="37062" y="82382"/>
                </a:cubicBezTo>
                <a:cubicBezTo>
                  <a:pt x="39634" y="79724"/>
                  <a:pt x="41234" y="76009"/>
                  <a:pt x="41862" y="71237"/>
                </a:cubicBezTo>
                <a:cubicBezTo>
                  <a:pt x="42462" y="66437"/>
                  <a:pt x="42834" y="57464"/>
                  <a:pt x="42920" y="44263"/>
                </a:cubicBezTo>
                <a:cubicBezTo>
                  <a:pt x="42920" y="31404"/>
                  <a:pt x="42577" y="22946"/>
                  <a:pt x="41862" y="18859"/>
                </a:cubicBezTo>
                <a:cubicBezTo>
                  <a:pt x="41148" y="14802"/>
                  <a:pt x="39691" y="11544"/>
                  <a:pt x="37462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2A684-11AD-411C-A942-87A44E22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875" y="2927137"/>
            <a:ext cx="42062" cy="187966"/>
          </a:xfrm>
          <a:custGeom xmlns:a="http://schemas.openxmlformats.org/drawingml/2006/main">
            <a:pathLst>
              <a:path w="42062" h="187966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29" y="0"/>
                  <a:pt x="6086" y="629"/>
                  <a:pt x="6972" y="1857"/>
                </a:cubicBezTo>
                <a:cubicBezTo>
                  <a:pt x="7344" y="2743"/>
                  <a:pt x="13230" y="18174"/>
                  <a:pt x="24632" y="48120"/>
                </a:cubicBezTo>
                <a:cubicBezTo>
                  <a:pt x="36033" y="78067"/>
                  <a:pt x="41805" y="93355"/>
                  <a:pt x="41920" y="93983"/>
                </a:cubicBezTo>
                <a:cubicBezTo>
                  <a:pt x="42062" y="94612"/>
                  <a:pt x="36347" y="109899"/>
                  <a:pt x="24832" y="139846"/>
                </a:cubicBezTo>
                <a:cubicBezTo>
                  <a:pt x="13287" y="169793"/>
                  <a:pt x="7344" y="185223"/>
                  <a:pt x="6972" y="186080"/>
                </a:cubicBezTo>
                <a:cubicBezTo>
                  <a:pt x="6086" y="187338"/>
                  <a:pt x="5029" y="187966"/>
                  <a:pt x="3772" y="187966"/>
                </a:cubicBezTo>
                <a:cubicBezTo>
                  <a:pt x="2772" y="187966"/>
                  <a:pt x="1943" y="187652"/>
                  <a:pt x="1314" y="187023"/>
                </a:cubicBezTo>
                <a:cubicBezTo>
                  <a:pt x="686" y="186395"/>
                  <a:pt x="257" y="185595"/>
                  <a:pt x="0" y="184595"/>
                </a:cubicBezTo>
                <a:cubicBezTo>
                  <a:pt x="0" y="183966"/>
                  <a:pt x="5658" y="168735"/>
                  <a:pt x="16916" y="138903"/>
                </a:cubicBezTo>
                <a:cubicBezTo>
                  <a:pt x="28318" y="109214"/>
                  <a:pt x="34033" y="94240"/>
                  <a:pt x="34033" y="93983"/>
                </a:cubicBezTo>
                <a:cubicBezTo>
                  <a:pt x="34033" y="93726"/>
                  <a:pt x="28318" y="78753"/>
                  <a:pt x="16916" y="49063"/>
                </a:cubicBezTo>
                <a:cubicBezTo>
                  <a:pt x="5658" y="19231"/>
                  <a:pt x="0" y="4000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60C67-9764-4FBB-97A1-157F7409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875" y="2927137"/>
            <a:ext cx="42062" cy="187966"/>
          </a:xfrm>
          <a:custGeom xmlns:a="http://schemas.openxmlformats.org/drawingml/2006/main">
            <a:pathLst>
              <a:path w="42062" h="187966" fill="none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29" y="0"/>
                  <a:pt x="6086" y="629"/>
                  <a:pt x="6972" y="1857"/>
                </a:cubicBezTo>
                <a:cubicBezTo>
                  <a:pt x="7344" y="2743"/>
                  <a:pt x="13230" y="18174"/>
                  <a:pt x="24632" y="48120"/>
                </a:cubicBezTo>
                <a:cubicBezTo>
                  <a:pt x="36033" y="78067"/>
                  <a:pt x="41805" y="93355"/>
                  <a:pt x="41920" y="93983"/>
                </a:cubicBezTo>
                <a:cubicBezTo>
                  <a:pt x="42062" y="94612"/>
                  <a:pt x="36347" y="109899"/>
                  <a:pt x="24832" y="139846"/>
                </a:cubicBezTo>
                <a:cubicBezTo>
                  <a:pt x="13287" y="169793"/>
                  <a:pt x="7344" y="185223"/>
                  <a:pt x="6972" y="186080"/>
                </a:cubicBezTo>
                <a:cubicBezTo>
                  <a:pt x="6086" y="187338"/>
                  <a:pt x="5029" y="187966"/>
                  <a:pt x="3772" y="187966"/>
                </a:cubicBezTo>
                <a:cubicBezTo>
                  <a:pt x="2772" y="187966"/>
                  <a:pt x="1943" y="187652"/>
                  <a:pt x="1314" y="187023"/>
                </a:cubicBezTo>
                <a:cubicBezTo>
                  <a:pt x="686" y="186395"/>
                  <a:pt x="257" y="185595"/>
                  <a:pt x="0" y="184595"/>
                </a:cubicBezTo>
                <a:cubicBezTo>
                  <a:pt x="0" y="183966"/>
                  <a:pt x="5658" y="168735"/>
                  <a:pt x="16916" y="138903"/>
                </a:cubicBezTo>
                <a:cubicBezTo>
                  <a:pt x="28318" y="109214"/>
                  <a:pt x="34033" y="94240"/>
                  <a:pt x="34033" y="93983"/>
                </a:cubicBezTo>
                <a:cubicBezTo>
                  <a:pt x="34033" y="93726"/>
                  <a:pt x="28318" y="78753"/>
                  <a:pt x="16916" y="49063"/>
                </a:cubicBezTo>
                <a:cubicBezTo>
                  <a:pt x="5658" y="19231"/>
                  <a:pt x="0" y="4000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338C2-E2D1-42B8-9621-363B20BF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313" y="3045381"/>
            <a:ext cx="24832" cy="59322"/>
          </a:xfrm>
          <a:custGeom xmlns:a="http://schemas.openxmlformats.org/drawingml/2006/main">
            <a:pathLst>
              <a:path w="24832" h="59322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15"/>
                  <a:pt x="1029" y="5629"/>
                  <a:pt x="3029" y="3372"/>
                </a:cubicBezTo>
                <a:cubicBezTo>
                  <a:pt x="5029" y="1114"/>
                  <a:pt x="7715" y="0"/>
                  <a:pt x="11116" y="0"/>
                </a:cubicBezTo>
                <a:cubicBezTo>
                  <a:pt x="14602" y="0"/>
                  <a:pt x="17745" y="1543"/>
                  <a:pt x="20517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03"/>
                  <a:pt x="24260" y="29889"/>
                  <a:pt x="23146" y="34004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88" y="47720"/>
                  <a:pt x="16059" y="50321"/>
                  <a:pt x="14288" y="52435"/>
                </a:cubicBezTo>
                <a:cubicBezTo>
                  <a:pt x="12544" y="54550"/>
                  <a:pt x="11030" y="56264"/>
                  <a:pt x="9801" y="57493"/>
                </a:cubicBezTo>
                <a:cubicBezTo>
                  <a:pt x="8544" y="58750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493"/>
                </a:cubicBezTo>
                <a:cubicBezTo>
                  <a:pt x="3772" y="56378"/>
                  <a:pt x="3229" y="55578"/>
                  <a:pt x="3229" y="55064"/>
                </a:cubicBezTo>
                <a:cubicBezTo>
                  <a:pt x="3229" y="54550"/>
                  <a:pt x="3886" y="53550"/>
                  <a:pt x="5286" y="52064"/>
                </a:cubicBezTo>
                <a:cubicBezTo>
                  <a:pt x="6658" y="50549"/>
                  <a:pt x="8230" y="48692"/>
                  <a:pt x="9973" y="46434"/>
                </a:cubicBezTo>
                <a:cubicBezTo>
                  <a:pt x="11744" y="44148"/>
                  <a:pt x="13373" y="41034"/>
                  <a:pt x="14859" y="37005"/>
                </a:cubicBezTo>
                <a:cubicBezTo>
                  <a:pt x="16373" y="33004"/>
                  <a:pt x="17374" y="28432"/>
                  <a:pt x="17859" y="23289"/>
                </a:cubicBezTo>
                <a:lnTo>
                  <a:pt x="17859" y="21031"/>
                </a:lnTo>
                <a:lnTo>
                  <a:pt x="17688" y="21231"/>
                </a:lnTo>
                <a:cubicBezTo>
                  <a:pt x="17431" y="21346"/>
                  <a:pt x="17116" y="21488"/>
                  <a:pt x="16745" y="21603"/>
                </a:cubicBezTo>
                <a:cubicBezTo>
                  <a:pt x="16373" y="21746"/>
                  <a:pt x="16002" y="21917"/>
                  <a:pt x="15602" y="22174"/>
                </a:cubicBezTo>
                <a:cubicBezTo>
                  <a:pt x="15259" y="22403"/>
                  <a:pt x="14688" y="22546"/>
                  <a:pt x="13945" y="22546"/>
                </a:cubicBezTo>
                <a:cubicBezTo>
                  <a:pt x="13173" y="22546"/>
                  <a:pt x="12430" y="22603"/>
                  <a:pt x="11687" y="22746"/>
                </a:cubicBezTo>
                <a:cubicBezTo>
                  <a:pt x="8287" y="22746"/>
                  <a:pt x="5515" y="21660"/>
                  <a:pt x="3400" y="19545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69883-F3E8-4029-BC2C-5944E958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313" y="3045381"/>
            <a:ext cx="24832" cy="59322"/>
          </a:xfrm>
          <a:custGeom xmlns:a="http://schemas.openxmlformats.org/drawingml/2006/main">
            <a:pathLst>
              <a:path w="24832" h="59322" fill="none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15"/>
                  <a:pt x="1029" y="5629"/>
                  <a:pt x="3029" y="3372"/>
                </a:cubicBezTo>
                <a:cubicBezTo>
                  <a:pt x="5029" y="1114"/>
                  <a:pt x="7715" y="0"/>
                  <a:pt x="11116" y="0"/>
                </a:cubicBezTo>
                <a:cubicBezTo>
                  <a:pt x="14602" y="0"/>
                  <a:pt x="17745" y="1543"/>
                  <a:pt x="20517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03"/>
                  <a:pt x="24260" y="29889"/>
                  <a:pt x="23146" y="34004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88" y="47720"/>
                  <a:pt x="16059" y="50321"/>
                  <a:pt x="14288" y="52435"/>
                </a:cubicBezTo>
                <a:cubicBezTo>
                  <a:pt x="12544" y="54550"/>
                  <a:pt x="11030" y="56264"/>
                  <a:pt x="9801" y="57493"/>
                </a:cubicBezTo>
                <a:cubicBezTo>
                  <a:pt x="8544" y="58750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493"/>
                </a:cubicBezTo>
                <a:cubicBezTo>
                  <a:pt x="3772" y="56378"/>
                  <a:pt x="3229" y="55578"/>
                  <a:pt x="3229" y="55064"/>
                </a:cubicBezTo>
                <a:cubicBezTo>
                  <a:pt x="3229" y="54550"/>
                  <a:pt x="3886" y="53550"/>
                  <a:pt x="5286" y="52064"/>
                </a:cubicBezTo>
                <a:cubicBezTo>
                  <a:pt x="6658" y="50549"/>
                  <a:pt x="8230" y="48692"/>
                  <a:pt x="9973" y="46434"/>
                </a:cubicBezTo>
                <a:cubicBezTo>
                  <a:pt x="11744" y="44148"/>
                  <a:pt x="13373" y="41034"/>
                  <a:pt x="14859" y="37005"/>
                </a:cubicBezTo>
                <a:cubicBezTo>
                  <a:pt x="16373" y="33004"/>
                  <a:pt x="17374" y="28432"/>
                  <a:pt x="17859" y="23289"/>
                </a:cubicBezTo>
                <a:lnTo>
                  <a:pt x="17859" y="21031"/>
                </a:lnTo>
                <a:lnTo>
                  <a:pt x="17688" y="21231"/>
                </a:lnTo>
                <a:cubicBezTo>
                  <a:pt x="17431" y="21346"/>
                  <a:pt x="17116" y="21488"/>
                  <a:pt x="16745" y="21603"/>
                </a:cubicBezTo>
                <a:cubicBezTo>
                  <a:pt x="16373" y="21746"/>
                  <a:pt x="16002" y="21917"/>
                  <a:pt x="15602" y="22174"/>
                </a:cubicBezTo>
                <a:cubicBezTo>
                  <a:pt x="15259" y="22403"/>
                  <a:pt x="14688" y="22546"/>
                  <a:pt x="13945" y="22546"/>
                </a:cubicBezTo>
                <a:cubicBezTo>
                  <a:pt x="13173" y="22546"/>
                  <a:pt x="12430" y="22603"/>
                  <a:pt x="11687" y="22746"/>
                </a:cubicBezTo>
                <a:cubicBezTo>
                  <a:pt x="8287" y="22746"/>
                  <a:pt x="5515" y="21660"/>
                  <a:pt x="3400" y="19545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1A786-5CF0-45B0-821D-487E0821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810" y="2927137"/>
            <a:ext cx="42034" cy="187966"/>
          </a:xfrm>
          <a:custGeom xmlns:a="http://schemas.openxmlformats.org/drawingml/2006/main">
            <a:pathLst>
              <a:path w="42034" h="187966">
                <a:moveTo>
                  <a:pt x="42034" y="184595"/>
                </a:moveTo>
                <a:cubicBezTo>
                  <a:pt x="41891" y="185452"/>
                  <a:pt x="41519" y="186223"/>
                  <a:pt x="40891" y="186852"/>
                </a:cubicBezTo>
                <a:cubicBezTo>
                  <a:pt x="40262" y="187481"/>
                  <a:pt x="39405" y="187852"/>
                  <a:pt x="38262" y="187966"/>
                </a:cubicBezTo>
                <a:cubicBezTo>
                  <a:pt x="37005" y="187966"/>
                  <a:pt x="35947" y="187338"/>
                  <a:pt x="35062" y="186080"/>
                </a:cubicBezTo>
                <a:cubicBezTo>
                  <a:pt x="34690" y="185223"/>
                  <a:pt x="28804" y="169793"/>
                  <a:pt x="17402" y="139846"/>
                </a:cubicBezTo>
                <a:cubicBezTo>
                  <a:pt x="6001" y="109899"/>
                  <a:pt x="229" y="94612"/>
                  <a:pt x="114" y="93983"/>
                </a:cubicBezTo>
                <a:cubicBezTo>
                  <a:pt x="0" y="93355"/>
                  <a:pt x="5686" y="78067"/>
                  <a:pt x="17202" y="48120"/>
                </a:cubicBezTo>
                <a:cubicBezTo>
                  <a:pt x="28746" y="18174"/>
                  <a:pt x="34690" y="2743"/>
                  <a:pt x="35062" y="1857"/>
                </a:cubicBezTo>
                <a:cubicBezTo>
                  <a:pt x="35462" y="1229"/>
                  <a:pt x="36090" y="686"/>
                  <a:pt x="36947" y="171"/>
                </a:cubicBezTo>
                <a:lnTo>
                  <a:pt x="37519" y="0"/>
                </a:lnTo>
                <a:cubicBezTo>
                  <a:pt x="37890" y="0"/>
                  <a:pt x="38148" y="0"/>
                  <a:pt x="38262" y="0"/>
                </a:cubicBezTo>
                <a:cubicBezTo>
                  <a:pt x="40519" y="0"/>
                  <a:pt x="41777" y="1114"/>
                  <a:pt x="42034" y="3372"/>
                </a:cubicBezTo>
                <a:cubicBezTo>
                  <a:pt x="42034" y="4000"/>
                  <a:pt x="36376" y="19231"/>
                  <a:pt x="25117" y="49063"/>
                </a:cubicBezTo>
                <a:cubicBezTo>
                  <a:pt x="13716" y="78753"/>
                  <a:pt x="8001" y="93726"/>
                  <a:pt x="8001" y="93983"/>
                </a:cubicBezTo>
                <a:cubicBezTo>
                  <a:pt x="8001" y="94240"/>
                  <a:pt x="13716" y="109214"/>
                  <a:pt x="25117" y="138903"/>
                </a:cubicBezTo>
                <a:cubicBezTo>
                  <a:pt x="36376" y="168735"/>
                  <a:pt x="42034" y="183966"/>
                  <a:pt x="42034" y="184595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8DD06-4C74-4295-827E-AAC7AEF2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810" y="2927137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42034" y="184595"/>
                </a:moveTo>
                <a:cubicBezTo>
                  <a:pt x="41891" y="185452"/>
                  <a:pt x="41519" y="186223"/>
                  <a:pt x="40891" y="186852"/>
                </a:cubicBezTo>
                <a:cubicBezTo>
                  <a:pt x="40262" y="187481"/>
                  <a:pt x="39405" y="187852"/>
                  <a:pt x="38262" y="187966"/>
                </a:cubicBezTo>
                <a:cubicBezTo>
                  <a:pt x="37005" y="187966"/>
                  <a:pt x="35947" y="187338"/>
                  <a:pt x="35062" y="186080"/>
                </a:cubicBezTo>
                <a:cubicBezTo>
                  <a:pt x="34690" y="185223"/>
                  <a:pt x="28804" y="169793"/>
                  <a:pt x="17402" y="139846"/>
                </a:cubicBezTo>
                <a:cubicBezTo>
                  <a:pt x="6001" y="109899"/>
                  <a:pt x="229" y="94612"/>
                  <a:pt x="114" y="93983"/>
                </a:cubicBezTo>
                <a:cubicBezTo>
                  <a:pt x="0" y="93355"/>
                  <a:pt x="5686" y="78067"/>
                  <a:pt x="17202" y="48120"/>
                </a:cubicBezTo>
                <a:cubicBezTo>
                  <a:pt x="28746" y="18174"/>
                  <a:pt x="34690" y="2743"/>
                  <a:pt x="35062" y="1857"/>
                </a:cubicBezTo>
                <a:cubicBezTo>
                  <a:pt x="35462" y="1229"/>
                  <a:pt x="36090" y="686"/>
                  <a:pt x="36947" y="171"/>
                </a:cubicBezTo>
                <a:lnTo>
                  <a:pt x="37519" y="0"/>
                </a:lnTo>
                <a:cubicBezTo>
                  <a:pt x="37890" y="0"/>
                  <a:pt x="38148" y="0"/>
                  <a:pt x="38262" y="0"/>
                </a:cubicBezTo>
                <a:cubicBezTo>
                  <a:pt x="40519" y="0"/>
                  <a:pt x="41777" y="1114"/>
                  <a:pt x="42034" y="3372"/>
                </a:cubicBezTo>
                <a:cubicBezTo>
                  <a:pt x="42034" y="4000"/>
                  <a:pt x="36376" y="19231"/>
                  <a:pt x="25117" y="49063"/>
                </a:cubicBezTo>
                <a:cubicBezTo>
                  <a:pt x="13716" y="78753"/>
                  <a:pt x="8001" y="93726"/>
                  <a:pt x="8001" y="93983"/>
                </a:cubicBezTo>
                <a:cubicBezTo>
                  <a:pt x="8001" y="94240"/>
                  <a:pt x="13716" y="109214"/>
                  <a:pt x="25117" y="138903"/>
                </a:cubicBezTo>
                <a:cubicBezTo>
                  <a:pt x="36376" y="168735"/>
                  <a:pt x="42034" y="183966"/>
                  <a:pt x="42034" y="1845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B2ADD-9049-41A7-B357-3EFD7DA3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303" y="2940853"/>
            <a:ext cx="128416" cy="127273"/>
          </a:xfrm>
          <a:custGeom xmlns:a="http://schemas.openxmlformats.org/drawingml/2006/main">
            <a:pathLst>
              <a:path w="128416" h="127273">
                <a:moveTo>
                  <a:pt x="3572" y="45120"/>
                </a:moveTo>
                <a:cubicBezTo>
                  <a:pt x="1200" y="45120"/>
                  <a:pt x="0" y="44606"/>
                  <a:pt x="0" y="43605"/>
                </a:cubicBezTo>
                <a:cubicBezTo>
                  <a:pt x="0" y="42977"/>
                  <a:pt x="1029" y="39462"/>
                  <a:pt x="3029" y="33090"/>
                </a:cubicBezTo>
                <a:cubicBezTo>
                  <a:pt x="5029" y="26689"/>
                  <a:pt x="7144" y="20374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59" y="1000"/>
                  <a:pt x="15059" y="0"/>
                </a:cubicBezTo>
                <a:lnTo>
                  <a:pt x="103013" y="0"/>
                </a:lnTo>
                <a:lnTo>
                  <a:pt x="119958" y="0"/>
                </a:lnTo>
                <a:cubicBezTo>
                  <a:pt x="123958" y="0"/>
                  <a:pt x="126330" y="57"/>
                  <a:pt x="127102" y="171"/>
                </a:cubicBezTo>
                <a:cubicBezTo>
                  <a:pt x="127845" y="314"/>
                  <a:pt x="128273" y="886"/>
                  <a:pt x="128416" y="1886"/>
                </a:cubicBezTo>
                <a:cubicBezTo>
                  <a:pt x="128416" y="2629"/>
                  <a:pt x="127330" y="9773"/>
                  <a:pt x="125216" y="23289"/>
                </a:cubicBezTo>
                <a:cubicBezTo>
                  <a:pt x="123073" y="36833"/>
                  <a:pt x="121901" y="43663"/>
                  <a:pt x="121644" y="43805"/>
                </a:cubicBezTo>
                <a:cubicBezTo>
                  <a:pt x="121644" y="44663"/>
                  <a:pt x="120444" y="45120"/>
                  <a:pt x="118072" y="45120"/>
                </a:cubicBezTo>
                <a:cubicBezTo>
                  <a:pt x="116929" y="45120"/>
                  <a:pt x="116186" y="45120"/>
                  <a:pt x="115814" y="45120"/>
                </a:cubicBezTo>
                <a:cubicBezTo>
                  <a:pt x="115443" y="45120"/>
                  <a:pt x="115072" y="44806"/>
                  <a:pt x="114671" y="44177"/>
                </a:cubicBezTo>
                <a:lnTo>
                  <a:pt x="114300" y="43605"/>
                </a:lnTo>
                <a:cubicBezTo>
                  <a:pt x="114300" y="42862"/>
                  <a:pt x="114671" y="40034"/>
                  <a:pt x="115443" y="35147"/>
                </a:cubicBezTo>
                <a:cubicBezTo>
                  <a:pt x="116186" y="30261"/>
                  <a:pt x="116557" y="26432"/>
                  <a:pt x="116557" y="23689"/>
                </a:cubicBezTo>
                <a:cubicBezTo>
                  <a:pt x="116557" y="19288"/>
                  <a:pt x="115757" y="15973"/>
                  <a:pt x="114129" y="13716"/>
                </a:cubicBezTo>
                <a:cubicBezTo>
                  <a:pt x="112500" y="11459"/>
                  <a:pt x="109042" y="9887"/>
                  <a:pt x="103784" y="9030"/>
                </a:cubicBezTo>
                <a:cubicBezTo>
                  <a:pt x="103156" y="8887"/>
                  <a:pt x="99527" y="8773"/>
                  <a:pt x="92869" y="8658"/>
                </a:cubicBezTo>
                <a:cubicBezTo>
                  <a:pt x="87097" y="8658"/>
                  <a:pt x="83468" y="8687"/>
                  <a:pt x="81982" y="8830"/>
                </a:cubicBezTo>
                <a:cubicBezTo>
                  <a:pt x="80467" y="8944"/>
                  <a:pt x="79353" y="9458"/>
                  <a:pt x="78581" y="10344"/>
                </a:cubicBezTo>
                <a:cubicBezTo>
                  <a:pt x="78467" y="10458"/>
                  <a:pt x="74009" y="27946"/>
                  <a:pt x="65237" y="62779"/>
                </a:cubicBezTo>
                <a:cubicBezTo>
                  <a:pt x="56464" y="97612"/>
                  <a:pt x="52092" y="115357"/>
                  <a:pt x="52092" y="115986"/>
                </a:cubicBezTo>
                <a:cubicBezTo>
                  <a:pt x="52092" y="117500"/>
                  <a:pt x="57607" y="118358"/>
                  <a:pt x="68637" y="118615"/>
                </a:cubicBezTo>
                <a:cubicBezTo>
                  <a:pt x="72638" y="118615"/>
                  <a:pt x="75209" y="118672"/>
                  <a:pt x="76324" y="118815"/>
                </a:cubicBezTo>
                <a:cubicBezTo>
                  <a:pt x="77467" y="118929"/>
                  <a:pt x="78010" y="119472"/>
                  <a:pt x="78010" y="120501"/>
                </a:cubicBezTo>
                <a:cubicBezTo>
                  <a:pt x="78010" y="121101"/>
                  <a:pt x="77838" y="121987"/>
                  <a:pt x="77467" y="123130"/>
                </a:cubicBezTo>
                <a:cubicBezTo>
                  <a:pt x="76952" y="125387"/>
                  <a:pt x="76381" y="126702"/>
                  <a:pt x="75781" y="127073"/>
                </a:cubicBezTo>
                <a:lnTo>
                  <a:pt x="75381" y="127273"/>
                </a:lnTo>
                <a:cubicBezTo>
                  <a:pt x="75009" y="127273"/>
                  <a:pt x="74581" y="127273"/>
                  <a:pt x="74095" y="127273"/>
                </a:cubicBezTo>
                <a:cubicBezTo>
                  <a:pt x="73438" y="127273"/>
                  <a:pt x="70180" y="127187"/>
                  <a:pt x="64294" y="127073"/>
                </a:cubicBezTo>
                <a:cubicBezTo>
                  <a:pt x="58407" y="126930"/>
                  <a:pt x="49949" y="126873"/>
                  <a:pt x="38919" y="126873"/>
                </a:cubicBezTo>
                <a:cubicBezTo>
                  <a:pt x="22746" y="126873"/>
                  <a:pt x="12487" y="127016"/>
                  <a:pt x="8087" y="127273"/>
                </a:cubicBezTo>
                <a:lnTo>
                  <a:pt x="5286" y="127273"/>
                </a:lnTo>
                <a:cubicBezTo>
                  <a:pt x="4515" y="126502"/>
                  <a:pt x="4143" y="125959"/>
                  <a:pt x="4143" y="125559"/>
                </a:cubicBezTo>
                <a:cubicBezTo>
                  <a:pt x="4143" y="125187"/>
                  <a:pt x="4286" y="124073"/>
                  <a:pt x="4515" y="122187"/>
                </a:cubicBezTo>
                <a:cubicBezTo>
                  <a:pt x="5029" y="120558"/>
                  <a:pt x="5658" y="119358"/>
                  <a:pt x="6401" y="118615"/>
                </a:cubicBezTo>
                <a:lnTo>
                  <a:pt x="11659" y="118615"/>
                </a:lnTo>
                <a:lnTo>
                  <a:pt x="13745" y="118615"/>
                </a:lnTo>
                <a:cubicBezTo>
                  <a:pt x="23774" y="118615"/>
                  <a:pt x="29718" y="118043"/>
                  <a:pt x="31575" y="116929"/>
                </a:cubicBezTo>
                <a:cubicBezTo>
                  <a:pt x="31718" y="116786"/>
                  <a:pt x="31833" y="116729"/>
                  <a:pt x="31975" y="116729"/>
                </a:cubicBezTo>
                <a:cubicBezTo>
                  <a:pt x="32604" y="116357"/>
                  <a:pt x="33204" y="115100"/>
                  <a:pt x="33861" y="112986"/>
                </a:cubicBezTo>
                <a:cubicBezTo>
                  <a:pt x="34490" y="110842"/>
                  <a:pt x="36976" y="101013"/>
                  <a:pt x="41377" y="83468"/>
                </a:cubicBezTo>
                <a:cubicBezTo>
                  <a:pt x="43491" y="74924"/>
                  <a:pt x="45263" y="67980"/>
                  <a:pt x="46634" y="62579"/>
                </a:cubicBezTo>
                <a:cubicBezTo>
                  <a:pt x="55407" y="28146"/>
                  <a:pt x="59807" y="10516"/>
                  <a:pt x="59807" y="9773"/>
                </a:cubicBezTo>
                <a:cubicBezTo>
                  <a:pt x="59807" y="9144"/>
                  <a:pt x="57979" y="8830"/>
                  <a:pt x="54350" y="8830"/>
                </a:cubicBezTo>
                <a:lnTo>
                  <a:pt x="48520" y="8830"/>
                </a:lnTo>
                <a:cubicBezTo>
                  <a:pt x="40119" y="8830"/>
                  <a:pt x="34604" y="9201"/>
                  <a:pt x="31975" y="9973"/>
                </a:cubicBezTo>
                <a:cubicBezTo>
                  <a:pt x="26318" y="11201"/>
                  <a:pt x="21946" y="13773"/>
                  <a:pt x="18802" y="17659"/>
                </a:cubicBezTo>
                <a:cubicBezTo>
                  <a:pt x="15688" y="21546"/>
                  <a:pt x="12287" y="28804"/>
                  <a:pt x="8658" y="39462"/>
                </a:cubicBezTo>
                <a:cubicBezTo>
                  <a:pt x="7772" y="42234"/>
                  <a:pt x="7144" y="43863"/>
                  <a:pt x="6772" y="44377"/>
                </a:cubicBezTo>
                <a:cubicBezTo>
                  <a:pt x="6401" y="44863"/>
                  <a:pt x="5515" y="45120"/>
                  <a:pt x="4143" y="45120"/>
                </a:cubicBezTo>
                <a:lnTo>
                  <a:pt x="3572" y="45120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7C781-8A75-46E9-9632-2DF47794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303" y="2940853"/>
            <a:ext cx="128416" cy="127273"/>
          </a:xfrm>
          <a:custGeom xmlns:a="http://schemas.openxmlformats.org/drawingml/2006/main">
            <a:pathLst>
              <a:path w="128416" h="127273" fill="none">
                <a:moveTo>
                  <a:pt x="3572" y="45120"/>
                </a:moveTo>
                <a:cubicBezTo>
                  <a:pt x="1200" y="45120"/>
                  <a:pt x="0" y="44606"/>
                  <a:pt x="0" y="43605"/>
                </a:cubicBezTo>
                <a:cubicBezTo>
                  <a:pt x="0" y="42977"/>
                  <a:pt x="1029" y="39462"/>
                  <a:pt x="3029" y="33090"/>
                </a:cubicBezTo>
                <a:cubicBezTo>
                  <a:pt x="5029" y="26689"/>
                  <a:pt x="7144" y="20374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59" y="1000"/>
                  <a:pt x="15059" y="0"/>
                </a:cubicBezTo>
                <a:lnTo>
                  <a:pt x="103013" y="0"/>
                </a:lnTo>
                <a:lnTo>
                  <a:pt x="119958" y="0"/>
                </a:lnTo>
                <a:cubicBezTo>
                  <a:pt x="123958" y="0"/>
                  <a:pt x="126330" y="57"/>
                  <a:pt x="127102" y="171"/>
                </a:cubicBezTo>
                <a:cubicBezTo>
                  <a:pt x="127845" y="314"/>
                  <a:pt x="128273" y="886"/>
                  <a:pt x="128416" y="1886"/>
                </a:cubicBezTo>
                <a:cubicBezTo>
                  <a:pt x="128416" y="2629"/>
                  <a:pt x="127330" y="9773"/>
                  <a:pt x="125216" y="23289"/>
                </a:cubicBezTo>
                <a:cubicBezTo>
                  <a:pt x="123073" y="36833"/>
                  <a:pt x="121901" y="43663"/>
                  <a:pt x="121644" y="43805"/>
                </a:cubicBezTo>
                <a:cubicBezTo>
                  <a:pt x="121644" y="44663"/>
                  <a:pt x="120444" y="45120"/>
                  <a:pt x="118072" y="45120"/>
                </a:cubicBezTo>
                <a:cubicBezTo>
                  <a:pt x="116929" y="45120"/>
                  <a:pt x="116186" y="45120"/>
                  <a:pt x="115814" y="45120"/>
                </a:cubicBezTo>
                <a:cubicBezTo>
                  <a:pt x="115443" y="45120"/>
                  <a:pt x="115072" y="44806"/>
                  <a:pt x="114671" y="44177"/>
                </a:cubicBezTo>
                <a:lnTo>
                  <a:pt x="114300" y="43605"/>
                </a:lnTo>
                <a:cubicBezTo>
                  <a:pt x="114300" y="42862"/>
                  <a:pt x="114671" y="40034"/>
                  <a:pt x="115443" y="35147"/>
                </a:cubicBezTo>
                <a:cubicBezTo>
                  <a:pt x="116186" y="30261"/>
                  <a:pt x="116557" y="26432"/>
                  <a:pt x="116557" y="23689"/>
                </a:cubicBezTo>
                <a:cubicBezTo>
                  <a:pt x="116557" y="19288"/>
                  <a:pt x="115757" y="15973"/>
                  <a:pt x="114129" y="13716"/>
                </a:cubicBezTo>
                <a:cubicBezTo>
                  <a:pt x="112500" y="11459"/>
                  <a:pt x="109042" y="9887"/>
                  <a:pt x="103784" y="9030"/>
                </a:cubicBezTo>
                <a:cubicBezTo>
                  <a:pt x="103156" y="8887"/>
                  <a:pt x="99527" y="8773"/>
                  <a:pt x="92869" y="8658"/>
                </a:cubicBezTo>
                <a:cubicBezTo>
                  <a:pt x="87097" y="8658"/>
                  <a:pt x="83468" y="8687"/>
                  <a:pt x="81982" y="8830"/>
                </a:cubicBezTo>
                <a:cubicBezTo>
                  <a:pt x="80467" y="8944"/>
                  <a:pt x="79353" y="9458"/>
                  <a:pt x="78581" y="10344"/>
                </a:cubicBezTo>
                <a:cubicBezTo>
                  <a:pt x="78467" y="10458"/>
                  <a:pt x="74009" y="27946"/>
                  <a:pt x="65237" y="62779"/>
                </a:cubicBezTo>
                <a:cubicBezTo>
                  <a:pt x="56464" y="97612"/>
                  <a:pt x="52092" y="115357"/>
                  <a:pt x="52092" y="115986"/>
                </a:cubicBezTo>
                <a:cubicBezTo>
                  <a:pt x="52092" y="117500"/>
                  <a:pt x="57607" y="118358"/>
                  <a:pt x="68637" y="118615"/>
                </a:cubicBezTo>
                <a:cubicBezTo>
                  <a:pt x="72638" y="118615"/>
                  <a:pt x="75209" y="118672"/>
                  <a:pt x="76324" y="118815"/>
                </a:cubicBezTo>
                <a:cubicBezTo>
                  <a:pt x="77467" y="118929"/>
                  <a:pt x="78010" y="119472"/>
                  <a:pt x="78010" y="120501"/>
                </a:cubicBezTo>
                <a:cubicBezTo>
                  <a:pt x="78010" y="121101"/>
                  <a:pt x="77838" y="121987"/>
                  <a:pt x="77467" y="123130"/>
                </a:cubicBezTo>
                <a:cubicBezTo>
                  <a:pt x="76952" y="125387"/>
                  <a:pt x="76381" y="126702"/>
                  <a:pt x="75781" y="127073"/>
                </a:cubicBezTo>
                <a:lnTo>
                  <a:pt x="75381" y="127273"/>
                </a:lnTo>
                <a:cubicBezTo>
                  <a:pt x="75009" y="127273"/>
                  <a:pt x="74581" y="127273"/>
                  <a:pt x="74095" y="127273"/>
                </a:cubicBezTo>
                <a:cubicBezTo>
                  <a:pt x="73438" y="127273"/>
                  <a:pt x="70180" y="127187"/>
                  <a:pt x="64294" y="127073"/>
                </a:cubicBezTo>
                <a:cubicBezTo>
                  <a:pt x="58407" y="126930"/>
                  <a:pt x="49949" y="126873"/>
                  <a:pt x="38919" y="126873"/>
                </a:cubicBezTo>
                <a:cubicBezTo>
                  <a:pt x="22746" y="126873"/>
                  <a:pt x="12487" y="127016"/>
                  <a:pt x="8087" y="127273"/>
                </a:cubicBezTo>
                <a:lnTo>
                  <a:pt x="5286" y="127273"/>
                </a:lnTo>
                <a:cubicBezTo>
                  <a:pt x="4515" y="126502"/>
                  <a:pt x="4143" y="125959"/>
                  <a:pt x="4143" y="125559"/>
                </a:cubicBezTo>
                <a:cubicBezTo>
                  <a:pt x="4143" y="125187"/>
                  <a:pt x="4286" y="124073"/>
                  <a:pt x="4515" y="122187"/>
                </a:cubicBezTo>
                <a:cubicBezTo>
                  <a:pt x="5029" y="120558"/>
                  <a:pt x="5658" y="119358"/>
                  <a:pt x="6401" y="118615"/>
                </a:cubicBezTo>
                <a:lnTo>
                  <a:pt x="11659" y="118615"/>
                </a:lnTo>
                <a:lnTo>
                  <a:pt x="13745" y="118615"/>
                </a:lnTo>
                <a:cubicBezTo>
                  <a:pt x="23774" y="118615"/>
                  <a:pt x="29718" y="118043"/>
                  <a:pt x="31575" y="116929"/>
                </a:cubicBezTo>
                <a:cubicBezTo>
                  <a:pt x="31718" y="116786"/>
                  <a:pt x="31833" y="116729"/>
                  <a:pt x="31975" y="116729"/>
                </a:cubicBezTo>
                <a:cubicBezTo>
                  <a:pt x="32604" y="116357"/>
                  <a:pt x="33204" y="115100"/>
                  <a:pt x="33861" y="112986"/>
                </a:cubicBezTo>
                <a:cubicBezTo>
                  <a:pt x="34490" y="110842"/>
                  <a:pt x="36976" y="101013"/>
                  <a:pt x="41377" y="83468"/>
                </a:cubicBezTo>
                <a:cubicBezTo>
                  <a:pt x="43491" y="74924"/>
                  <a:pt x="45263" y="67980"/>
                  <a:pt x="46634" y="62579"/>
                </a:cubicBezTo>
                <a:cubicBezTo>
                  <a:pt x="55407" y="28146"/>
                  <a:pt x="59807" y="10516"/>
                  <a:pt x="59807" y="9773"/>
                </a:cubicBezTo>
                <a:cubicBezTo>
                  <a:pt x="59807" y="9144"/>
                  <a:pt x="57979" y="8830"/>
                  <a:pt x="54350" y="8830"/>
                </a:cubicBezTo>
                <a:lnTo>
                  <a:pt x="48520" y="8830"/>
                </a:lnTo>
                <a:cubicBezTo>
                  <a:pt x="40119" y="8830"/>
                  <a:pt x="34604" y="9201"/>
                  <a:pt x="31975" y="9973"/>
                </a:cubicBezTo>
                <a:cubicBezTo>
                  <a:pt x="26318" y="11201"/>
                  <a:pt x="21946" y="13773"/>
                  <a:pt x="18802" y="17659"/>
                </a:cubicBezTo>
                <a:cubicBezTo>
                  <a:pt x="15688" y="21546"/>
                  <a:pt x="12287" y="28804"/>
                  <a:pt x="8658" y="39462"/>
                </a:cubicBezTo>
                <a:cubicBezTo>
                  <a:pt x="7772" y="42234"/>
                  <a:pt x="7144" y="43863"/>
                  <a:pt x="6772" y="44377"/>
                </a:cubicBezTo>
                <a:cubicBezTo>
                  <a:pt x="6401" y="44863"/>
                  <a:pt x="5515" y="45120"/>
                  <a:pt x="4143" y="45120"/>
                </a:cubicBezTo>
                <a:lnTo>
                  <a:pt x="3572" y="451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88677-58FC-423E-A16C-8F02B568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61" y="3002632"/>
            <a:ext cx="65780" cy="120929"/>
          </a:xfrm>
          <a:custGeom xmlns:a="http://schemas.openxmlformats.org/drawingml/2006/main">
            <a:pathLst>
              <a:path w="65780" h="120929">
                <a:moveTo>
                  <a:pt x="8372" y="115214"/>
                </a:moveTo>
                <a:cubicBezTo>
                  <a:pt x="8544" y="115214"/>
                  <a:pt x="8830" y="115300"/>
                  <a:pt x="9173" y="115472"/>
                </a:cubicBezTo>
                <a:cubicBezTo>
                  <a:pt x="9544" y="115643"/>
                  <a:pt x="10001" y="115786"/>
                  <a:pt x="10630" y="115872"/>
                </a:cubicBezTo>
                <a:cubicBezTo>
                  <a:pt x="11259" y="115957"/>
                  <a:pt x="11773" y="116015"/>
                  <a:pt x="12230" y="116015"/>
                </a:cubicBezTo>
                <a:cubicBezTo>
                  <a:pt x="13373" y="116015"/>
                  <a:pt x="14430" y="115443"/>
                  <a:pt x="15402" y="114271"/>
                </a:cubicBezTo>
                <a:cubicBezTo>
                  <a:pt x="16402" y="113128"/>
                  <a:pt x="17088" y="111843"/>
                  <a:pt x="17545" y="110414"/>
                </a:cubicBezTo>
                <a:cubicBezTo>
                  <a:pt x="18431" y="108042"/>
                  <a:pt x="19945" y="101241"/>
                  <a:pt x="22060" y="90097"/>
                </a:cubicBezTo>
                <a:cubicBezTo>
                  <a:pt x="24174" y="78924"/>
                  <a:pt x="26232" y="68294"/>
                  <a:pt x="28175" y="58207"/>
                </a:cubicBezTo>
                <a:cubicBezTo>
                  <a:pt x="30118" y="48092"/>
                  <a:pt x="31090" y="43005"/>
                  <a:pt x="31090" y="42891"/>
                </a:cubicBezTo>
                <a:lnTo>
                  <a:pt x="31090" y="42520"/>
                </a:lnTo>
                <a:lnTo>
                  <a:pt x="24860" y="42520"/>
                </a:lnTo>
                <a:cubicBezTo>
                  <a:pt x="20688" y="42520"/>
                  <a:pt x="18459" y="42434"/>
                  <a:pt x="18202" y="42234"/>
                </a:cubicBezTo>
                <a:cubicBezTo>
                  <a:pt x="17859" y="41977"/>
                  <a:pt x="17688" y="41519"/>
                  <a:pt x="17688" y="40919"/>
                </a:cubicBezTo>
                <a:lnTo>
                  <a:pt x="18602" y="37176"/>
                </a:lnTo>
                <a:cubicBezTo>
                  <a:pt x="18774" y="36747"/>
                  <a:pt x="19145" y="36519"/>
                  <a:pt x="19660" y="36519"/>
                </a:cubicBezTo>
                <a:cubicBezTo>
                  <a:pt x="20203" y="36519"/>
                  <a:pt x="22288" y="36490"/>
                  <a:pt x="25918" y="36405"/>
                </a:cubicBezTo>
                <a:cubicBezTo>
                  <a:pt x="30175" y="36405"/>
                  <a:pt x="32290" y="36347"/>
                  <a:pt x="32290" y="36262"/>
                </a:cubicBezTo>
                <a:cubicBezTo>
                  <a:pt x="32290" y="36090"/>
                  <a:pt x="32690" y="33861"/>
                  <a:pt x="33490" y="29632"/>
                </a:cubicBezTo>
                <a:cubicBezTo>
                  <a:pt x="34290" y="25375"/>
                  <a:pt x="34833" y="22803"/>
                  <a:pt x="35090" y="21917"/>
                </a:cubicBezTo>
                <a:cubicBezTo>
                  <a:pt x="38376" y="7287"/>
                  <a:pt x="44834" y="0"/>
                  <a:pt x="54493" y="0"/>
                </a:cubicBezTo>
                <a:cubicBezTo>
                  <a:pt x="57779" y="171"/>
                  <a:pt x="60465" y="1143"/>
                  <a:pt x="62608" y="2915"/>
                </a:cubicBezTo>
                <a:cubicBezTo>
                  <a:pt x="64722" y="4686"/>
                  <a:pt x="65780" y="7029"/>
                  <a:pt x="65780" y="9944"/>
                </a:cubicBezTo>
                <a:cubicBezTo>
                  <a:pt x="65780" y="13145"/>
                  <a:pt x="64865" y="15459"/>
                  <a:pt x="63008" y="16859"/>
                </a:cubicBezTo>
                <a:cubicBezTo>
                  <a:pt x="61122" y="18288"/>
                  <a:pt x="59293" y="19031"/>
                  <a:pt x="57407" y="19117"/>
                </a:cubicBezTo>
                <a:cubicBezTo>
                  <a:pt x="53521" y="19117"/>
                  <a:pt x="51578" y="17259"/>
                  <a:pt x="51578" y="13545"/>
                </a:cubicBezTo>
                <a:cubicBezTo>
                  <a:pt x="51578" y="11859"/>
                  <a:pt x="52064" y="10401"/>
                  <a:pt x="53035" y="9144"/>
                </a:cubicBezTo>
                <a:cubicBezTo>
                  <a:pt x="54007" y="7915"/>
                  <a:pt x="55064" y="6972"/>
                  <a:pt x="56236" y="6372"/>
                </a:cubicBezTo>
                <a:lnTo>
                  <a:pt x="57407" y="5715"/>
                </a:lnTo>
                <a:cubicBezTo>
                  <a:pt x="56007" y="5172"/>
                  <a:pt x="54664" y="4886"/>
                  <a:pt x="53435" y="4886"/>
                </a:cubicBezTo>
                <a:cubicBezTo>
                  <a:pt x="52349" y="4886"/>
                  <a:pt x="51349" y="5344"/>
                  <a:pt x="50378" y="6229"/>
                </a:cubicBezTo>
                <a:cubicBezTo>
                  <a:pt x="49406" y="7115"/>
                  <a:pt x="48720" y="8344"/>
                  <a:pt x="48377" y="9944"/>
                </a:cubicBezTo>
                <a:cubicBezTo>
                  <a:pt x="47749" y="12516"/>
                  <a:pt x="47034" y="15973"/>
                  <a:pt x="46263" y="20317"/>
                </a:cubicBezTo>
                <a:cubicBezTo>
                  <a:pt x="45463" y="24660"/>
                  <a:pt x="44748" y="28346"/>
                  <a:pt x="44120" y="31347"/>
                </a:cubicBezTo>
                <a:cubicBezTo>
                  <a:pt x="43520" y="34347"/>
                  <a:pt x="43205" y="35947"/>
                  <a:pt x="43205" y="36119"/>
                </a:cubicBezTo>
                <a:cubicBezTo>
                  <a:pt x="43205" y="36319"/>
                  <a:pt x="45634" y="36405"/>
                  <a:pt x="50521" y="36405"/>
                </a:cubicBezTo>
                <a:cubicBezTo>
                  <a:pt x="54493" y="36405"/>
                  <a:pt x="56779" y="36433"/>
                  <a:pt x="57407" y="36519"/>
                </a:cubicBezTo>
                <a:cubicBezTo>
                  <a:pt x="58036" y="36633"/>
                  <a:pt x="58522" y="36890"/>
                  <a:pt x="58865" y="37319"/>
                </a:cubicBezTo>
                <a:cubicBezTo>
                  <a:pt x="58979" y="37690"/>
                  <a:pt x="58865" y="38433"/>
                  <a:pt x="58607" y="39576"/>
                </a:cubicBezTo>
                <a:cubicBezTo>
                  <a:pt x="58350" y="40748"/>
                  <a:pt x="58122" y="41462"/>
                  <a:pt x="57950" y="41720"/>
                </a:cubicBezTo>
                <a:cubicBezTo>
                  <a:pt x="57779" y="42148"/>
                  <a:pt x="57379" y="42377"/>
                  <a:pt x="56750" y="42377"/>
                </a:cubicBezTo>
                <a:cubicBezTo>
                  <a:pt x="56121" y="42377"/>
                  <a:pt x="53750" y="42434"/>
                  <a:pt x="49578" y="42520"/>
                </a:cubicBezTo>
                <a:lnTo>
                  <a:pt x="42148" y="42520"/>
                </a:lnTo>
                <a:lnTo>
                  <a:pt x="39091" y="58722"/>
                </a:lnTo>
                <a:cubicBezTo>
                  <a:pt x="34833" y="80696"/>
                  <a:pt x="31861" y="94440"/>
                  <a:pt x="30175" y="99927"/>
                </a:cubicBezTo>
                <a:cubicBezTo>
                  <a:pt x="27775" y="107442"/>
                  <a:pt x="24689" y="113043"/>
                  <a:pt x="20860" y="116672"/>
                </a:cubicBezTo>
                <a:cubicBezTo>
                  <a:pt x="17602" y="119501"/>
                  <a:pt x="14345" y="120929"/>
                  <a:pt x="11173" y="120929"/>
                </a:cubicBezTo>
                <a:cubicBezTo>
                  <a:pt x="8315" y="120929"/>
                  <a:pt x="5772" y="120072"/>
                  <a:pt x="3458" y="118386"/>
                </a:cubicBezTo>
                <a:cubicBezTo>
                  <a:pt x="1143" y="116729"/>
                  <a:pt x="0" y="114329"/>
                  <a:pt x="0" y="111214"/>
                </a:cubicBezTo>
                <a:cubicBezTo>
                  <a:pt x="0" y="107956"/>
                  <a:pt x="943" y="105556"/>
                  <a:pt x="2800" y="104042"/>
                </a:cubicBezTo>
                <a:cubicBezTo>
                  <a:pt x="4658" y="102556"/>
                  <a:pt x="6515" y="101784"/>
                  <a:pt x="8372" y="101784"/>
                </a:cubicBezTo>
                <a:cubicBezTo>
                  <a:pt x="12287" y="101784"/>
                  <a:pt x="14230" y="103642"/>
                  <a:pt x="14230" y="107356"/>
                </a:cubicBezTo>
                <a:cubicBezTo>
                  <a:pt x="14230" y="109042"/>
                  <a:pt x="13745" y="110500"/>
                  <a:pt x="12744" y="111757"/>
                </a:cubicBezTo>
                <a:cubicBezTo>
                  <a:pt x="11773" y="112986"/>
                  <a:pt x="10716" y="113929"/>
                  <a:pt x="9573" y="114529"/>
                </a:cubicBezTo>
                <a:lnTo>
                  <a:pt x="8372" y="115214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13DA6-0131-4C11-AF75-0D8964AC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61" y="3002632"/>
            <a:ext cx="65780" cy="120929"/>
          </a:xfrm>
          <a:custGeom xmlns:a="http://schemas.openxmlformats.org/drawingml/2006/main">
            <a:pathLst>
              <a:path w="65780" h="120929" fill="none">
                <a:moveTo>
                  <a:pt x="8372" y="115214"/>
                </a:moveTo>
                <a:cubicBezTo>
                  <a:pt x="8544" y="115214"/>
                  <a:pt x="8830" y="115300"/>
                  <a:pt x="9173" y="115472"/>
                </a:cubicBezTo>
                <a:cubicBezTo>
                  <a:pt x="9544" y="115643"/>
                  <a:pt x="10001" y="115786"/>
                  <a:pt x="10630" y="115872"/>
                </a:cubicBezTo>
                <a:cubicBezTo>
                  <a:pt x="11259" y="115957"/>
                  <a:pt x="11773" y="116015"/>
                  <a:pt x="12230" y="116015"/>
                </a:cubicBezTo>
                <a:cubicBezTo>
                  <a:pt x="13373" y="116015"/>
                  <a:pt x="14430" y="115443"/>
                  <a:pt x="15402" y="114271"/>
                </a:cubicBezTo>
                <a:cubicBezTo>
                  <a:pt x="16402" y="113128"/>
                  <a:pt x="17088" y="111843"/>
                  <a:pt x="17545" y="110414"/>
                </a:cubicBezTo>
                <a:cubicBezTo>
                  <a:pt x="18431" y="108042"/>
                  <a:pt x="19945" y="101241"/>
                  <a:pt x="22060" y="90097"/>
                </a:cubicBezTo>
                <a:cubicBezTo>
                  <a:pt x="24174" y="78924"/>
                  <a:pt x="26232" y="68294"/>
                  <a:pt x="28175" y="58207"/>
                </a:cubicBezTo>
                <a:cubicBezTo>
                  <a:pt x="30118" y="48092"/>
                  <a:pt x="31090" y="43005"/>
                  <a:pt x="31090" y="42891"/>
                </a:cubicBezTo>
                <a:lnTo>
                  <a:pt x="31090" y="42520"/>
                </a:lnTo>
                <a:lnTo>
                  <a:pt x="24860" y="42520"/>
                </a:lnTo>
                <a:cubicBezTo>
                  <a:pt x="20688" y="42520"/>
                  <a:pt x="18459" y="42434"/>
                  <a:pt x="18202" y="42234"/>
                </a:cubicBezTo>
                <a:cubicBezTo>
                  <a:pt x="17859" y="41977"/>
                  <a:pt x="17688" y="41519"/>
                  <a:pt x="17688" y="40919"/>
                </a:cubicBezTo>
                <a:lnTo>
                  <a:pt x="18602" y="37176"/>
                </a:lnTo>
                <a:cubicBezTo>
                  <a:pt x="18774" y="36747"/>
                  <a:pt x="19145" y="36519"/>
                  <a:pt x="19660" y="36519"/>
                </a:cubicBezTo>
                <a:cubicBezTo>
                  <a:pt x="20203" y="36519"/>
                  <a:pt x="22288" y="36490"/>
                  <a:pt x="25918" y="36405"/>
                </a:cubicBezTo>
                <a:cubicBezTo>
                  <a:pt x="30175" y="36405"/>
                  <a:pt x="32290" y="36347"/>
                  <a:pt x="32290" y="36262"/>
                </a:cubicBezTo>
                <a:cubicBezTo>
                  <a:pt x="32290" y="36090"/>
                  <a:pt x="32690" y="33861"/>
                  <a:pt x="33490" y="29632"/>
                </a:cubicBezTo>
                <a:cubicBezTo>
                  <a:pt x="34290" y="25375"/>
                  <a:pt x="34833" y="22803"/>
                  <a:pt x="35090" y="21917"/>
                </a:cubicBezTo>
                <a:cubicBezTo>
                  <a:pt x="38376" y="7287"/>
                  <a:pt x="44834" y="0"/>
                  <a:pt x="54493" y="0"/>
                </a:cubicBezTo>
                <a:cubicBezTo>
                  <a:pt x="57779" y="171"/>
                  <a:pt x="60465" y="1143"/>
                  <a:pt x="62608" y="2915"/>
                </a:cubicBezTo>
                <a:cubicBezTo>
                  <a:pt x="64722" y="4686"/>
                  <a:pt x="65780" y="7029"/>
                  <a:pt x="65780" y="9944"/>
                </a:cubicBezTo>
                <a:cubicBezTo>
                  <a:pt x="65780" y="13145"/>
                  <a:pt x="64865" y="15459"/>
                  <a:pt x="63008" y="16859"/>
                </a:cubicBezTo>
                <a:cubicBezTo>
                  <a:pt x="61122" y="18288"/>
                  <a:pt x="59293" y="19031"/>
                  <a:pt x="57407" y="19117"/>
                </a:cubicBezTo>
                <a:cubicBezTo>
                  <a:pt x="53521" y="19117"/>
                  <a:pt x="51578" y="17259"/>
                  <a:pt x="51578" y="13545"/>
                </a:cubicBezTo>
                <a:cubicBezTo>
                  <a:pt x="51578" y="11859"/>
                  <a:pt x="52064" y="10401"/>
                  <a:pt x="53035" y="9144"/>
                </a:cubicBezTo>
                <a:cubicBezTo>
                  <a:pt x="54007" y="7915"/>
                  <a:pt x="55064" y="6972"/>
                  <a:pt x="56236" y="6372"/>
                </a:cubicBezTo>
                <a:lnTo>
                  <a:pt x="57407" y="5715"/>
                </a:lnTo>
                <a:cubicBezTo>
                  <a:pt x="56007" y="5172"/>
                  <a:pt x="54664" y="4886"/>
                  <a:pt x="53435" y="4886"/>
                </a:cubicBezTo>
                <a:cubicBezTo>
                  <a:pt x="52349" y="4886"/>
                  <a:pt x="51349" y="5344"/>
                  <a:pt x="50378" y="6229"/>
                </a:cubicBezTo>
                <a:cubicBezTo>
                  <a:pt x="49406" y="7115"/>
                  <a:pt x="48720" y="8344"/>
                  <a:pt x="48377" y="9944"/>
                </a:cubicBezTo>
                <a:cubicBezTo>
                  <a:pt x="47749" y="12516"/>
                  <a:pt x="47034" y="15973"/>
                  <a:pt x="46263" y="20317"/>
                </a:cubicBezTo>
                <a:cubicBezTo>
                  <a:pt x="45463" y="24660"/>
                  <a:pt x="44748" y="28346"/>
                  <a:pt x="44120" y="31347"/>
                </a:cubicBezTo>
                <a:cubicBezTo>
                  <a:pt x="43520" y="34347"/>
                  <a:pt x="43205" y="35947"/>
                  <a:pt x="43205" y="36119"/>
                </a:cubicBezTo>
                <a:cubicBezTo>
                  <a:pt x="43205" y="36319"/>
                  <a:pt x="45634" y="36405"/>
                  <a:pt x="50521" y="36405"/>
                </a:cubicBezTo>
                <a:cubicBezTo>
                  <a:pt x="54493" y="36405"/>
                  <a:pt x="56779" y="36433"/>
                  <a:pt x="57407" y="36519"/>
                </a:cubicBezTo>
                <a:cubicBezTo>
                  <a:pt x="58036" y="36633"/>
                  <a:pt x="58522" y="36890"/>
                  <a:pt x="58865" y="37319"/>
                </a:cubicBezTo>
                <a:cubicBezTo>
                  <a:pt x="58979" y="37690"/>
                  <a:pt x="58865" y="38433"/>
                  <a:pt x="58607" y="39576"/>
                </a:cubicBezTo>
                <a:cubicBezTo>
                  <a:pt x="58350" y="40748"/>
                  <a:pt x="58122" y="41462"/>
                  <a:pt x="57950" y="41720"/>
                </a:cubicBezTo>
                <a:cubicBezTo>
                  <a:pt x="57779" y="42148"/>
                  <a:pt x="57379" y="42377"/>
                  <a:pt x="56750" y="42377"/>
                </a:cubicBezTo>
                <a:cubicBezTo>
                  <a:pt x="56121" y="42377"/>
                  <a:pt x="53750" y="42434"/>
                  <a:pt x="49578" y="42520"/>
                </a:cubicBezTo>
                <a:lnTo>
                  <a:pt x="42148" y="42520"/>
                </a:lnTo>
                <a:lnTo>
                  <a:pt x="39091" y="58722"/>
                </a:lnTo>
                <a:cubicBezTo>
                  <a:pt x="34833" y="80696"/>
                  <a:pt x="31861" y="94440"/>
                  <a:pt x="30175" y="99927"/>
                </a:cubicBezTo>
                <a:cubicBezTo>
                  <a:pt x="27775" y="107442"/>
                  <a:pt x="24689" y="113043"/>
                  <a:pt x="20860" y="116672"/>
                </a:cubicBezTo>
                <a:cubicBezTo>
                  <a:pt x="17602" y="119501"/>
                  <a:pt x="14345" y="120929"/>
                  <a:pt x="11173" y="120929"/>
                </a:cubicBezTo>
                <a:cubicBezTo>
                  <a:pt x="8315" y="120929"/>
                  <a:pt x="5772" y="120072"/>
                  <a:pt x="3458" y="118386"/>
                </a:cubicBezTo>
                <a:cubicBezTo>
                  <a:pt x="1143" y="116729"/>
                  <a:pt x="0" y="114329"/>
                  <a:pt x="0" y="111214"/>
                </a:cubicBezTo>
                <a:cubicBezTo>
                  <a:pt x="0" y="107956"/>
                  <a:pt x="943" y="105556"/>
                  <a:pt x="2800" y="104042"/>
                </a:cubicBezTo>
                <a:cubicBezTo>
                  <a:pt x="4658" y="102556"/>
                  <a:pt x="6515" y="101784"/>
                  <a:pt x="8372" y="101784"/>
                </a:cubicBezTo>
                <a:cubicBezTo>
                  <a:pt x="12287" y="101784"/>
                  <a:pt x="14230" y="103642"/>
                  <a:pt x="14230" y="107356"/>
                </a:cubicBezTo>
                <a:cubicBezTo>
                  <a:pt x="14230" y="109042"/>
                  <a:pt x="13745" y="110500"/>
                  <a:pt x="12744" y="111757"/>
                </a:cubicBezTo>
                <a:cubicBezTo>
                  <a:pt x="11773" y="112986"/>
                  <a:pt x="10716" y="113929"/>
                  <a:pt x="9573" y="114529"/>
                </a:cubicBezTo>
                <a:lnTo>
                  <a:pt x="8372" y="1152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4F842-6FE1-4CA9-83C5-622DC0D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29" y="3045381"/>
            <a:ext cx="24832" cy="59322"/>
          </a:xfrm>
          <a:custGeom xmlns:a="http://schemas.openxmlformats.org/drawingml/2006/main">
            <a:pathLst>
              <a:path w="24832" h="59322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15"/>
                  <a:pt x="1000" y="5629"/>
                  <a:pt x="3029" y="3372"/>
                </a:cubicBezTo>
                <a:cubicBezTo>
                  <a:pt x="5029" y="1114"/>
                  <a:pt x="7715" y="0"/>
                  <a:pt x="11116" y="0"/>
                </a:cubicBezTo>
                <a:cubicBezTo>
                  <a:pt x="14602" y="0"/>
                  <a:pt x="17745" y="1543"/>
                  <a:pt x="20488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03"/>
                  <a:pt x="24260" y="29889"/>
                  <a:pt x="23146" y="34004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88" y="47720"/>
                  <a:pt x="16059" y="50321"/>
                  <a:pt x="14288" y="52435"/>
                </a:cubicBezTo>
                <a:cubicBezTo>
                  <a:pt x="12544" y="54550"/>
                  <a:pt x="11030" y="56264"/>
                  <a:pt x="9773" y="57493"/>
                </a:cubicBezTo>
                <a:cubicBezTo>
                  <a:pt x="8544" y="58750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493"/>
                </a:cubicBezTo>
                <a:cubicBezTo>
                  <a:pt x="3772" y="56378"/>
                  <a:pt x="3200" y="55578"/>
                  <a:pt x="3200" y="55064"/>
                </a:cubicBezTo>
                <a:cubicBezTo>
                  <a:pt x="3200" y="54550"/>
                  <a:pt x="3886" y="53550"/>
                  <a:pt x="5286" y="52064"/>
                </a:cubicBezTo>
                <a:cubicBezTo>
                  <a:pt x="6658" y="50549"/>
                  <a:pt x="8230" y="48692"/>
                  <a:pt x="9973" y="46434"/>
                </a:cubicBezTo>
                <a:cubicBezTo>
                  <a:pt x="11716" y="44148"/>
                  <a:pt x="13345" y="41034"/>
                  <a:pt x="14859" y="37005"/>
                </a:cubicBezTo>
                <a:cubicBezTo>
                  <a:pt x="16373" y="33004"/>
                  <a:pt x="17374" y="28432"/>
                  <a:pt x="17859" y="23289"/>
                </a:cubicBezTo>
                <a:lnTo>
                  <a:pt x="17859" y="21031"/>
                </a:lnTo>
                <a:lnTo>
                  <a:pt x="17688" y="21231"/>
                </a:lnTo>
                <a:cubicBezTo>
                  <a:pt x="17431" y="21346"/>
                  <a:pt x="17116" y="21488"/>
                  <a:pt x="16745" y="21603"/>
                </a:cubicBezTo>
                <a:cubicBezTo>
                  <a:pt x="16373" y="21746"/>
                  <a:pt x="16002" y="21917"/>
                  <a:pt x="15602" y="22174"/>
                </a:cubicBezTo>
                <a:cubicBezTo>
                  <a:pt x="15230" y="22403"/>
                  <a:pt x="14688" y="22546"/>
                  <a:pt x="13916" y="22546"/>
                </a:cubicBezTo>
                <a:cubicBezTo>
                  <a:pt x="13173" y="22546"/>
                  <a:pt x="12430" y="22603"/>
                  <a:pt x="11659" y="22746"/>
                </a:cubicBezTo>
                <a:cubicBezTo>
                  <a:pt x="8287" y="22746"/>
                  <a:pt x="5515" y="21660"/>
                  <a:pt x="3400" y="19545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172AA-02C6-4841-8198-BB947AC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29" y="3045381"/>
            <a:ext cx="24832" cy="59322"/>
          </a:xfrm>
          <a:custGeom xmlns:a="http://schemas.openxmlformats.org/drawingml/2006/main">
            <a:pathLst>
              <a:path w="24832" h="59322" fill="none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15"/>
                  <a:pt x="1000" y="5629"/>
                  <a:pt x="3029" y="3372"/>
                </a:cubicBezTo>
                <a:cubicBezTo>
                  <a:pt x="5029" y="1114"/>
                  <a:pt x="7715" y="0"/>
                  <a:pt x="11116" y="0"/>
                </a:cubicBezTo>
                <a:cubicBezTo>
                  <a:pt x="14602" y="0"/>
                  <a:pt x="17745" y="1543"/>
                  <a:pt x="20488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03"/>
                  <a:pt x="24260" y="29889"/>
                  <a:pt x="23146" y="34004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88" y="47720"/>
                  <a:pt x="16059" y="50321"/>
                  <a:pt x="14288" y="52435"/>
                </a:cubicBezTo>
                <a:cubicBezTo>
                  <a:pt x="12544" y="54550"/>
                  <a:pt x="11030" y="56264"/>
                  <a:pt x="9773" y="57493"/>
                </a:cubicBezTo>
                <a:cubicBezTo>
                  <a:pt x="8544" y="58750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493"/>
                </a:cubicBezTo>
                <a:cubicBezTo>
                  <a:pt x="3772" y="56378"/>
                  <a:pt x="3200" y="55578"/>
                  <a:pt x="3200" y="55064"/>
                </a:cubicBezTo>
                <a:cubicBezTo>
                  <a:pt x="3200" y="54550"/>
                  <a:pt x="3886" y="53550"/>
                  <a:pt x="5286" y="52064"/>
                </a:cubicBezTo>
                <a:cubicBezTo>
                  <a:pt x="6658" y="50549"/>
                  <a:pt x="8230" y="48692"/>
                  <a:pt x="9973" y="46434"/>
                </a:cubicBezTo>
                <a:cubicBezTo>
                  <a:pt x="11716" y="44148"/>
                  <a:pt x="13345" y="41034"/>
                  <a:pt x="14859" y="37005"/>
                </a:cubicBezTo>
                <a:cubicBezTo>
                  <a:pt x="16373" y="33004"/>
                  <a:pt x="17374" y="28432"/>
                  <a:pt x="17859" y="23289"/>
                </a:cubicBezTo>
                <a:lnTo>
                  <a:pt x="17859" y="21031"/>
                </a:lnTo>
                <a:lnTo>
                  <a:pt x="17688" y="21231"/>
                </a:lnTo>
                <a:cubicBezTo>
                  <a:pt x="17431" y="21346"/>
                  <a:pt x="17116" y="21488"/>
                  <a:pt x="16745" y="21603"/>
                </a:cubicBezTo>
                <a:cubicBezTo>
                  <a:pt x="16373" y="21746"/>
                  <a:pt x="16002" y="21917"/>
                  <a:pt x="15602" y="22174"/>
                </a:cubicBezTo>
                <a:cubicBezTo>
                  <a:pt x="15230" y="22403"/>
                  <a:pt x="14688" y="22546"/>
                  <a:pt x="13916" y="22546"/>
                </a:cubicBezTo>
                <a:cubicBezTo>
                  <a:pt x="13173" y="22546"/>
                  <a:pt x="12430" y="22603"/>
                  <a:pt x="11659" y="22746"/>
                </a:cubicBezTo>
                <a:cubicBezTo>
                  <a:pt x="8287" y="22746"/>
                  <a:pt x="5515" y="21660"/>
                  <a:pt x="3400" y="19545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CDDC7-3D25-49C0-B349-929D8AD2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853" y="2985030"/>
            <a:ext cx="74381" cy="85411"/>
          </a:xfrm>
          <a:custGeom xmlns:a="http://schemas.openxmlformats.org/drawingml/2006/main">
            <a:pathLst>
              <a:path w="74381" h="85411">
                <a:moveTo>
                  <a:pt x="0" y="53207"/>
                </a:moveTo>
                <a:cubicBezTo>
                  <a:pt x="0" y="39519"/>
                  <a:pt x="5372" y="27261"/>
                  <a:pt x="16145" y="16345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514"/>
                  <a:pt x="67666" y="4515"/>
                </a:cubicBezTo>
                <a:cubicBezTo>
                  <a:pt x="71666" y="7515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4" y="25546"/>
                </a:cubicBezTo>
                <a:cubicBezTo>
                  <a:pt x="67923" y="28061"/>
                  <a:pt x="64922" y="29375"/>
                  <a:pt x="61265" y="29518"/>
                </a:cubicBezTo>
                <a:cubicBezTo>
                  <a:pt x="58893" y="29518"/>
                  <a:pt x="57007" y="28889"/>
                  <a:pt x="55636" y="27632"/>
                </a:cubicBezTo>
                <a:cubicBezTo>
                  <a:pt x="54264" y="26375"/>
                  <a:pt x="53550" y="24489"/>
                  <a:pt x="53550" y="21974"/>
                </a:cubicBezTo>
                <a:cubicBezTo>
                  <a:pt x="53550" y="19488"/>
                  <a:pt x="54264" y="17345"/>
                  <a:pt x="55636" y="15602"/>
                </a:cubicBezTo>
                <a:cubicBezTo>
                  <a:pt x="57007" y="13830"/>
                  <a:pt x="58407" y="12544"/>
                  <a:pt x="59779" y="11659"/>
                </a:cubicBezTo>
                <a:cubicBezTo>
                  <a:pt x="61151" y="10773"/>
                  <a:pt x="62036" y="10401"/>
                  <a:pt x="62408" y="10516"/>
                </a:cubicBezTo>
                <a:lnTo>
                  <a:pt x="62579" y="10516"/>
                </a:lnTo>
                <a:cubicBezTo>
                  <a:pt x="62579" y="10258"/>
                  <a:pt x="62208" y="9887"/>
                  <a:pt x="61465" y="9401"/>
                </a:cubicBezTo>
                <a:cubicBezTo>
                  <a:pt x="60693" y="8887"/>
                  <a:pt x="59407" y="8401"/>
                  <a:pt x="57521" y="7887"/>
                </a:cubicBezTo>
                <a:cubicBezTo>
                  <a:pt x="55636" y="7372"/>
                  <a:pt x="53492" y="7144"/>
                  <a:pt x="51121" y="7144"/>
                </a:cubicBezTo>
                <a:cubicBezTo>
                  <a:pt x="47377" y="7144"/>
                  <a:pt x="43805" y="8001"/>
                  <a:pt x="40405" y="9773"/>
                </a:cubicBezTo>
                <a:cubicBezTo>
                  <a:pt x="37776" y="10916"/>
                  <a:pt x="35090" y="12830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774" y="48920"/>
                  <a:pt x="16459" y="56207"/>
                  <a:pt x="16345" y="60693"/>
                </a:cubicBezTo>
                <a:cubicBezTo>
                  <a:pt x="16345" y="66465"/>
                  <a:pt x="17974" y="70809"/>
                  <a:pt x="21231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20" y="78210"/>
                  <a:pt x="58522" y="72866"/>
                  <a:pt x="67666" y="62208"/>
                </a:cubicBezTo>
                <a:cubicBezTo>
                  <a:pt x="68809" y="60950"/>
                  <a:pt x="69552" y="60350"/>
                  <a:pt x="69923" y="60350"/>
                </a:cubicBezTo>
                <a:cubicBezTo>
                  <a:pt x="70437" y="60350"/>
                  <a:pt x="71237" y="60893"/>
                  <a:pt x="72380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81" y="65294"/>
                  <a:pt x="73809" y="66208"/>
                  <a:pt x="72552" y="67494"/>
                </a:cubicBezTo>
                <a:cubicBezTo>
                  <a:pt x="71295" y="68723"/>
                  <a:pt x="69466" y="70495"/>
                  <a:pt x="67094" y="72752"/>
                </a:cubicBezTo>
                <a:cubicBezTo>
                  <a:pt x="64722" y="74981"/>
                  <a:pt x="61893" y="76895"/>
                  <a:pt x="58636" y="78381"/>
                </a:cubicBezTo>
                <a:cubicBezTo>
                  <a:pt x="55378" y="79896"/>
                  <a:pt x="51378" y="81467"/>
                  <a:pt x="46606" y="83096"/>
                </a:cubicBezTo>
                <a:cubicBezTo>
                  <a:pt x="41862" y="84725"/>
                  <a:pt x="36833" y="85411"/>
                  <a:pt x="31575" y="85154"/>
                </a:cubicBezTo>
                <a:cubicBezTo>
                  <a:pt x="22174" y="85154"/>
                  <a:pt x="14602" y="82125"/>
                  <a:pt x="8830" y="76124"/>
                </a:cubicBezTo>
                <a:cubicBezTo>
                  <a:pt x="3058" y="70123"/>
                  <a:pt x="114" y="62465"/>
                  <a:pt x="0" y="5320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2D414-49A0-429A-A9FA-53AE54CA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853" y="2985030"/>
            <a:ext cx="74381" cy="85411"/>
          </a:xfrm>
          <a:custGeom xmlns:a="http://schemas.openxmlformats.org/drawingml/2006/main">
            <a:pathLst>
              <a:path w="74381" h="85411" fill="none">
                <a:moveTo>
                  <a:pt x="0" y="53207"/>
                </a:moveTo>
                <a:cubicBezTo>
                  <a:pt x="0" y="39519"/>
                  <a:pt x="5372" y="27261"/>
                  <a:pt x="16145" y="16345"/>
                </a:cubicBezTo>
                <a:cubicBezTo>
                  <a:pt x="26946" y="5458"/>
                  <a:pt x="38605" y="0"/>
                  <a:pt x="51121" y="0"/>
                </a:cubicBezTo>
                <a:cubicBezTo>
                  <a:pt x="58150" y="0"/>
                  <a:pt x="63665" y="1514"/>
                  <a:pt x="67666" y="4515"/>
                </a:cubicBezTo>
                <a:cubicBezTo>
                  <a:pt x="71666" y="7515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4" y="25546"/>
                </a:cubicBezTo>
                <a:cubicBezTo>
                  <a:pt x="67923" y="28061"/>
                  <a:pt x="64922" y="29375"/>
                  <a:pt x="61265" y="29518"/>
                </a:cubicBezTo>
                <a:cubicBezTo>
                  <a:pt x="58893" y="29518"/>
                  <a:pt x="57007" y="28889"/>
                  <a:pt x="55636" y="27632"/>
                </a:cubicBezTo>
                <a:cubicBezTo>
                  <a:pt x="54264" y="26375"/>
                  <a:pt x="53550" y="24489"/>
                  <a:pt x="53550" y="21974"/>
                </a:cubicBezTo>
                <a:cubicBezTo>
                  <a:pt x="53550" y="19488"/>
                  <a:pt x="54264" y="17345"/>
                  <a:pt x="55636" y="15602"/>
                </a:cubicBezTo>
                <a:cubicBezTo>
                  <a:pt x="57007" y="13830"/>
                  <a:pt x="58407" y="12544"/>
                  <a:pt x="59779" y="11659"/>
                </a:cubicBezTo>
                <a:cubicBezTo>
                  <a:pt x="61151" y="10773"/>
                  <a:pt x="62036" y="10401"/>
                  <a:pt x="62408" y="10516"/>
                </a:cubicBezTo>
                <a:lnTo>
                  <a:pt x="62579" y="10516"/>
                </a:lnTo>
                <a:cubicBezTo>
                  <a:pt x="62579" y="10258"/>
                  <a:pt x="62208" y="9887"/>
                  <a:pt x="61465" y="9401"/>
                </a:cubicBezTo>
                <a:cubicBezTo>
                  <a:pt x="60693" y="8887"/>
                  <a:pt x="59407" y="8401"/>
                  <a:pt x="57521" y="7887"/>
                </a:cubicBezTo>
                <a:cubicBezTo>
                  <a:pt x="55636" y="7372"/>
                  <a:pt x="53492" y="7144"/>
                  <a:pt x="51121" y="7144"/>
                </a:cubicBezTo>
                <a:cubicBezTo>
                  <a:pt x="47377" y="7144"/>
                  <a:pt x="43805" y="8001"/>
                  <a:pt x="40405" y="9773"/>
                </a:cubicBezTo>
                <a:cubicBezTo>
                  <a:pt x="37776" y="10916"/>
                  <a:pt x="35090" y="12830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774" y="48920"/>
                  <a:pt x="16459" y="56207"/>
                  <a:pt x="16345" y="60693"/>
                </a:cubicBezTo>
                <a:cubicBezTo>
                  <a:pt x="16345" y="66465"/>
                  <a:pt x="17974" y="70809"/>
                  <a:pt x="21231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20" y="78210"/>
                  <a:pt x="58522" y="72866"/>
                  <a:pt x="67666" y="62208"/>
                </a:cubicBezTo>
                <a:cubicBezTo>
                  <a:pt x="68809" y="60950"/>
                  <a:pt x="69552" y="60350"/>
                  <a:pt x="69923" y="60350"/>
                </a:cubicBezTo>
                <a:cubicBezTo>
                  <a:pt x="70437" y="60350"/>
                  <a:pt x="71237" y="60893"/>
                  <a:pt x="72380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81" y="65294"/>
                  <a:pt x="73809" y="66208"/>
                  <a:pt x="72552" y="67494"/>
                </a:cubicBezTo>
                <a:cubicBezTo>
                  <a:pt x="71295" y="68723"/>
                  <a:pt x="69466" y="70495"/>
                  <a:pt x="67094" y="72752"/>
                </a:cubicBezTo>
                <a:cubicBezTo>
                  <a:pt x="64722" y="74981"/>
                  <a:pt x="61893" y="76895"/>
                  <a:pt x="58636" y="78381"/>
                </a:cubicBezTo>
                <a:cubicBezTo>
                  <a:pt x="55378" y="79896"/>
                  <a:pt x="51378" y="81467"/>
                  <a:pt x="46606" y="83096"/>
                </a:cubicBezTo>
                <a:cubicBezTo>
                  <a:pt x="41862" y="84725"/>
                  <a:pt x="36833" y="85411"/>
                  <a:pt x="31575" y="85154"/>
                </a:cubicBezTo>
                <a:cubicBezTo>
                  <a:pt x="22174" y="85154"/>
                  <a:pt x="14602" y="82125"/>
                  <a:pt x="8830" y="76124"/>
                </a:cubicBezTo>
                <a:cubicBezTo>
                  <a:pt x="3058" y="70123"/>
                  <a:pt x="114" y="62465"/>
                  <a:pt x="0" y="532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46F3C-AC9E-4337-ACD8-990B50D4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235" y="3007804"/>
            <a:ext cx="55950" cy="91440"/>
          </a:xfrm>
          <a:custGeom xmlns:a="http://schemas.openxmlformats.org/drawingml/2006/main">
            <a:pathLst>
              <a:path w="55950" h="91440">
                <a:moveTo>
                  <a:pt x="7572" y="10744"/>
                </a:moveTo>
                <a:cubicBezTo>
                  <a:pt x="12544" y="3572"/>
                  <a:pt x="19317" y="0"/>
                  <a:pt x="27918" y="0"/>
                </a:cubicBezTo>
                <a:cubicBezTo>
                  <a:pt x="32175" y="0"/>
                  <a:pt x="36405" y="1143"/>
                  <a:pt x="40662" y="3458"/>
                </a:cubicBezTo>
                <a:cubicBezTo>
                  <a:pt x="44920" y="5744"/>
                  <a:pt x="48377" y="9830"/>
                  <a:pt x="51035" y="15688"/>
                </a:cubicBezTo>
                <a:cubicBezTo>
                  <a:pt x="54321" y="23031"/>
                  <a:pt x="55950" y="33147"/>
                  <a:pt x="55950" y="45977"/>
                </a:cubicBezTo>
                <a:cubicBezTo>
                  <a:pt x="55950" y="59722"/>
                  <a:pt x="54064" y="70209"/>
                  <a:pt x="50235" y="77467"/>
                </a:cubicBezTo>
                <a:cubicBezTo>
                  <a:pt x="48463" y="81210"/>
                  <a:pt x="46034" y="84153"/>
                  <a:pt x="42920" y="86382"/>
                </a:cubicBezTo>
                <a:cubicBezTo>
                  <a:pt x="39834" y="88611"/>
                  <a:pt x="37119" y="89983"/>
                  <a:pt x="34833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1" y="91154"/>
                  <a:pt x="21146" y="90640"/>
                </a:cubicBezTo>
                <a:cubicBezTo>
                  <a:pt x="18831" y="90097"/>
                  <a:pt x="16116" y="88697"/>
                  <a:pt x="13030" y="86382"/>
                </a:cubicBezTo>
                <a:cubicBezTo>
                  <a:pt x="9944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43" y="18831"/>
                  <a:pt x="7572" y="10744"/>
                </a:cubicBezTo>
                <a:close/>
                <a:moveTo>
                  <a:pt x="37490" y="9173"/>
                </a:moveTo>
                <a:cubicBezTo>
                  <a:pt x="34833" y="6344"/>
                  <a:pt x="31661" y="4915"/>
                  <a:pt x="28032" y="4915"/>
                </a:cubicBezTo>
                <a:cubicBezTo>
                  <a:pt x="24317" y="4915"/>
                  <a:pt x="21146" y="6344"/>
                  <a:pt x="18488" y="9173"/>
                </a:cubicBezTo>
                <a:cubicBezTo>
                  <a:pt x="16259" y="11459"/>
                  <a:pt x="14802" y="14659"/>
                  <a:pt x="14087" y="18745"/>
                </a:cubicBezTo>
                <a:cubicBezTo>
                  <a:pt x="13373" y="22803"/>
                  <a:pt x="13030" y="31318"/>
                  <a:pt x="13030" y="44263"/>
                </a:cubicBezTo>
                <a:cubicBezTo>
                  <a:pt x="13030" y="58236"/>
                  <a:pt x="13373" y="67466"/>
                  <a:pt x="14087" y="71895"/>
                </a:cubicBezTo>
                <a:cubicBezTo>
                  <a:pt x="14802" y="76324"/>
                  <a:pt x="16402" y="79839"/>
                  <a:pt x="18859" y="82382"/>
                </a:cubicBezTo>
                <a:cubicBezTo>
                  <a:pt x="21374" y="85039"/>
                  <a:pt x="24403" y="86382"/>
                  <a:pt x="28032" y="86382"/>
                </a:cubicBezTo>
                <a:cubicBezTo>
                  <a:pt x="31575" y="86382"/>
                  <a:pt x="34604" y="85039"/>
                  <a:pt x="37090" y="82382"/>
                </a:cubicBezTo>
                <a:cubicBezTo>
                  <a:pt x="39662" y="79724"/>
                  <a:pt x="41262" y="76009"/>
                  <a:pt x="41862" y="71237"/>
                </a:cubicBezTo>
                <a:cubicBezTo>
                  <a:pt x="42491" y="66437"/>
                  <a:pt x="42834" y="57464"/>
                  <a:pt x="42920" y="44263"/>
                </a:cubicBezTo>
                <a:cubicBezTo>
                  <a:pt x="42920" y="31404"/>
                  <a:pt x="42577" y="22946"/>
                  <a:pt x="41862" y="18859"/>
                </a:cubicBezTo>
                <a:cubicBezTo>
                  <a:pt x="41148" y="14802"/>
                  <a:pt x="39691" y="11544"/>
                  <a:pt x="37490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1FA4A-2CA5-4616-8B1A-374DE315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235" y="3007804"/>
            <a:ext cx="55950" cy="91440"/>
          </a:xfrm>
          <a:custGeom xmlns:a="http://schemas.openxmlformats.org/drawingml/2006/main">
            <a:pathLst>
              <a:path w="55950" h="91440" fill="none">
                <a:moveTo>
                  <a:pt x="7572" y="10744"/>
                </a:moveTo>
                <a:cubicBezTo>
                  <a:pt x="12544" y="3572"/>
                  <a:pt x="19317" y="0"/>
                  <a:pt x="27918" y="0"/>
                </a:cubicBezTo>
                <a:cubicBezTo>
                  <a:pt x="32175" y="0"/>
                  <a:pt x="36405" y="1143"/>
                  <a:pt x="40662" y="3458"/>
                </a:cubicBezTo>
                <a:cubicBezTo>
                  <a:pt x="44920" y="5744"/>
                  <a:pt x="48377" y="9830"/>
                  <a:pt x="51035" y="15688"/>
                </a:cubicBezTo>
                <a:cubicBezTo>
                  <a:pt x="54321" y="23031"/>
                  <a:pt x="55950" y="33147"/>
                  <a:pt x="55950" y="45977"/>
                </a:cubicBezTo>
                <a:cubicBezTo>
                  <a:pt x="55950" y="59722"/>
                  <a:pt x="54064" y="70209"/>
                  <a:pt x="50235" y="77467"/>
                </a:cubicBezTo>
                <a:cubicBezTo>
                  <a:pt x="48463" y="81210"/>
                  <a:pt x="46034" y="84153"/>
                  <a:pt x="42920" y="86382"/>
                </a:cubicBezTo>
                <a:cubicBezTo>
                  <a:pt x="39834" y="88611"/>
                  <a:pt x="37119" y="89983"/>
                  <a:pt x="34833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1" y="91154"/>
                  <a:pt x="21146" y="90640"/>
                </a:cubicBezTo>
                <a:cubicBezTo>
                  <a:pt x="18831" y="90097"/>
                  <a:pt x="16116" y="88697"/>
                  <a:pt x="13030" y="86382"/>
                </a:cubicBezTo>
                <a:cubicBezTo>
                  <a:pt x="9944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43" y="18831"/>
                  <a:pt x="7572" y="10744"/>
                </a:cubicBezTo>
                <a:close/>
                <a:moveTo>
                  <a:pt x="37490" y="9173"/>
                </a:moveTo>
                <a:cubicBezTo>
                  <a:pt x="34833" y="6344"/>
                  <a:pt x="31661" y="4915"/>
                  <a:pt x="28032" y="4915"/>
                </a:cubicBezTo>
                <a:cubicBezTo>
                  <a:pt x="24317" y="4915"/>
                  <a:pt x="21146" y="6344"/>
                  <a:pt x="18488" y="9173"/>
                </a:cubicBezTo>
                <a:cubicBezTo>
                  <a:pt x="16259" y="11459"/>
                  <a:pt x="14802" y="14659"/>
                  <a:pt x="14087" y="18745"/>
                </a:cubicBezTo>
                <a:cubicBezTo>
                  <a:pt x="13373" y="22803"/>
                  <a:pt x="13030" y="31318"/>
                  <a:pt x="13030" y="44263"/>
                </a:cubicBezTo>
                <a:cubicBezTo>
                  <a:pt x="13030" y="58236"/>
                  <a:pt x="13373" y="67466"/>
                  <a:pt x="14087" y="71895"/>
                </a:cubicBezTo>
                <a:cubicBezTo>
                  <a:pt x="14802" y="76324"/>
                  <a:pt x="16402" y="79839"/>
                  <a:pt x="18859" y="82382"/>
                </a:cubicBezTo>
                <a:cubicBezTo>
                  <a:pt x="21374" y="85039"/>
                  <a:pt x="24403" y="86382"/>
                  <a:pt x="28032" y="86382"/>
                </a:cubicBezTo>
                <a:cubicBezTo>
                  <a:pt x="31575" y="86382"/>
                  <a:pt x="34604" y="85039"/>
                  <a:pt x="37090" y="82382"/>
                </a:cubicBezTo>
                <a:cubicBezTo>
                  <a:pt x="39662" y="79724"/>
                  <a:pt x="41262" y="76009"/>
                  <a:pt x="41862" y="71237"/>
                </a:cubicBezTo>
                <a:cubicBezTo>
                  <a:pt x="42491" y="66437"/>
                  <a:pt x="42834" y="57464"/>
                  <a:pt x="42920" y="44263"/>
                </a:cubicBezTo>
                <a:cubicBezTo>
                  <a:pt x="42920" y="31404"/>
                  <a:pt x="42577" y="22946"/>
                  <a:pt x="41862" y="18859"/>
                </a:cubicBezTo>
                <a:cubicBezTo>
                  <a:pt x="41148" y="14802"/>
                  <a:pt x="39691" y="11544"/>
                  <a:pt x="37490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E518A-7B4C-4EC0-A3D9-C412034D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45" y="2927137"/>
            <a:ext cx="42062" cy="187966"/>
          </a:xfrm>
          <a:custGeom xmlns:a="http://schemas.openxmlformats.org/drawingml/2006/main">
            <a:pathLst>
              <a:path w="42062" h="187966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57" y="114"/>
                  <a:pt x="3772" y="0"/>
                </a:cubicBezTo>
                <a:cubicBezTo>
                  <a:pt x="5029" y="0"/>
                  <a:pt x="6086" y="629"/>
                  <a:pt x="6972" y="1857"/>
                </a:cubicBezTo>
                <a:cubicBezTo>
                  <a:pt x="7344" y="2743"/>
                  <a:pt x="13230" y="18174"/>
                  <a:pt x="24660" y="48120"/>
                </a:cubicBezTo>
                <a:cubicBezTo>
                  <a:pt x="36033" y="78067"/>
                  <a:pt x="41805" y="93355"/>
                  <a:pt x="41948" y="93983"/>
                </a:cubicBezTo>
                <a:cubicBezTo>
                  <a:pt x="42062" y="94612"/>
                  <a:pt x="36347" y="109899"/>
                  <a:pt x="24832" y="139846"/>
                </a:cubicBezTo>
                <a:cubicBezTo>
                  <a:pt x="13316" y="169793"/>
                  <a:pt x="7344" y="185223"/>
                  <a:pt x="6972" y="186080"/>
                </a:cubicBezTo>
                <a:cubicBezTo>
                  <a:pt x="6086" y="187338"/>
                  <a:pt x="5029" y="187966"/>
                  <a:pt x="3772" y="187966"/>
                </a:cubicBezTo>
                <a:cubicBezTo>
                  <a:pt x="2772" y="187966"/>
                  <a:pt x="1943" y="187652"/>
                  <a:pt x="1314" y="187023"/>
                </a:cubicBezTo>
                <a:cubicBezTo>
                  <a:pt x="714" y="186395"/>
                  <a:pt x="257" y="185595"/>
                  <a:pt x="0" y="184595"/>
                </a:cubicBezTo>
                <a:cubicBezTo>
                  <a:pt x="0" y="183966"/>
                  <a:pt x="5658" y="168735"/>
                  <a:pt x="16945" y="138903"/>
                </a:cubicBezTo>
                <a:cubicBezTo>
                  <a:pt x="28346" y="109214"/>
                  <a:pt x="34033" y="94240"/>
                  <a:pt x="34033" y="93983"/>
                </a:cubicBezTo>
                <a:cubicBezTo>
                  <a:pt x="34033" y="93726"/>
                  <a:pt x="28346" y="78753"/>
                  <a:pt x="16945" y="49063"/>
                </a:cubicBezTo>
                <a:cubicBezTo>
                  <a:pt x="5658" y="19231"/>
                  <a:pt x="0" y="4000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3CAB0-5352-4123-A5BD-E7BE7D4C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45" y="2927137"/>
            <a:ext cx="42062" cy="187966"/>
          </a:xfrm>
          <a:custGeom xmlns:a="http://schemas.openxmlformats.org/drawingml/2006/main">
            <a:pathLst>
              <a:path w="42062" h="187966" fill="none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57" y="114"/>
                  <a:pt x="3772" y="0"/>
                </a:cubicBezTo>
                <a:cubicBezTo>
                  <a:pt x="5029" y="0"/>
                  <a:pt x="6086" y="629"/>
                  <a:pt x="6972" y="1857"/>
                </a:cubicBezTo>
                <a:cubicBezTo>
                  <a:pt x="7344" y="2743"/>
                  <a:pt x="13230" y="18174"/>
                  <a:pt x="24660" y="48120"/>
                </a:cubicBezTo>
                <a:cubicBezTo>
                  <a:pt x="36033" y="78067"/>
                  <a:pt x="41805" y="93355"/>
                  <a:pt x="41948" y="93983"/>
                </a:cubicBezTo>
                <a:cubicBezTo>
                  <a:pt x="42062" y="94612"/>
                  <a:pt x="36347" y="109899"/>
                  <a:pt x="24832" y="139846"/>
                </a:cubicBezTo>
                <a:cubicBezTo>
                  <a:pt x="13316" y="169793"/>
                  <a:pt x="7344" y="185223"/>
                  <a:pt x="6972" y="186080"/>
                </a:cubicBezTo>
                <a:cubicBezTo>
                  <a:pt x="6086" y="187338"/>
                  <a:pt x="5029" y="187966"/>
                  <a:pt x="3772" y="187966"/>
                </a:cubicBezTo>
                <a:cubicBezTo>
                  <a:pt x="2772" y="187966"/>
                  <a:pt x="1943" y="187652"/>
                  <a:pt x="1314" y="187023"/>
                </a:cubicBezTo>
                <a:cubicBezTo>
                  <a:pt x="714" y="186395"/>
                  <a:pt x="257" y="185595"/>
                  <a:pt x="0" y="184595"/>
                </a:cubicBezTo>
                <a:cubicBezTo>
                  <a:pt x="0" y="183966"/>
                  <a:pt x="5658" y="168735"/>
                  <a:pt x="16945" y="138903"/>
                </a:cubicBezTo>
                <a:cubicBezTo>
                  <a:pt x="28346" y="109214"/>
                  <a:pt x="34033" y="94240"/>
                  <a:pt x="34033" y="93983"/>
                </a:cubicBezTo>
                <a:cubicBezTo>
                  <a:pt x="34033" y="93726"/>
                  <a:pt x="28346" y="78753"/>
                  <a:pt x="16945" y="49063"/>
                </a:cubicBezTo>
                <a:cubicBezTo>
                  <a:pt x="5658" y="19231"/>
                  <a:pt x="0" y="4000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68070-FBF3-4ED5-B49B-E0E0CCBF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713" y="3577561"/>
            <a:ext cx="193681" cy="445456"/>
          </a:xfrm>
          <a:custGeom xmlns:a="http://schemas.openxmlformats.org/drawingml/2006/main">
            <a:pathLst>
              <a:path w="193681" h="445456" fill="none">
                <a:moveTo>
                  <a:pt x="193681" y="0"/>
                </a:moveTo>
                <a:lnTo>
                  <a:pt x="0" y="445456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BF78B-63D1-4997-AEC9-FDCC2448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997" y="4003215"/>
            <a:ext cx="42577" cy="51835"/>
          </a:xfrm>
          <a:custGeom xmlns:a="http://schemas.openxmlformats.org/drawingml/2006/main">
            <a:pathLst>
              <a:path w="42577" h="51835">
                <a:moveTo>
                  <a:pt x="2772" y="51835"/>
                </a:moveTo>
                <a:lnTo>
                  <a:pt x="0" y="0"/>
                </a:lnTo>
                <a:lnTo>
                  <a:pt x="16716" y="19802"/>
                </a:lnTo>
                <a:lnTo>
                  <a:pt x="42577" y="18402"/>
                </a:lnTo>
                <a:lnTo>
                  <a:pt x="2772" y="518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2869A-7548-4DF2-AA7C-5FA1C3B0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997" y="4003215"/>
            <a:ext cx="42577" cy="51835"/>
          </a:xfrm>
          <a:custGeom xmlns:a="http://schemas.openxmlformats.org/drawingml/2006/main">
            <a:pathLst>
              <a:path w="42577" h="51835" fill="none">
                <a:moveTo>
                  <a:pt x="2772" y="51835"/>
                </a:moveTo>
                <a:lnTo>
                  <a:pt x="0" y="0"/>
                </a:lnTo>
                <a:lnTo>
                  <a:pt x="16716" y="19802"/>
                </a:lnTo>
                <a:lnTo>
                  <a:pt x="42577" y="18402"/>
                </a:lnTo>
                <a:lnTo>
                  <a:pt x="2772" y="518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674F7-00AA-4C71-A742-5CB7B748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47" y="3352905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85" y="224685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819" y="262376"/>
                  <a:pt x="140246" y="263204"/>
                  <a:pt x="131616" y="263204"/>
                </a:cubicBezTo>
                <a:cubicBezTo>
                  <a:pt x="122958" y="263204"/>
                  <a:pt x="114414" y="262376"/>
                  <a:pt x="105928" y="260690"/>
                </a:cubicBezTo>
                <a:cubicBezTo>
                  <a:pt x="97469" y="259004"/>
                  <a:pt x="89240" y="256518"/>
                  <a:pt x="81267" y="253203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45" y="189967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40"/>
                  <a:pt x="10030" y="81239"/>
                </a:cubicBezTo>
                <a:cubicBezTo>
                  <a:pt x="13345" y="73266"/>
                  <a:pt x="17374" y="65694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45"/>
                  <a:pt x="81267" y="10030"/>
                </a:cubicBezTo>
                <a:cubicBezTo>
                  <a:pt x="89240" y="6715"/>
                  <a:pt x="97469" y="4229"/>
                  <a:pt x="105928" y="2543"/>
                </a:cubicBezTo>
                <a:cubicBezTo>
                  <a:pt x="114414" y="857"/>
                  <a:pt x="122958" y="0"/>
                  <a:pt x="131616" y="0"/>
                </a:cubicBezTo>
                <a:cubicBezTo>
                  <a:pt x="140246" y="0"/>
                  <a:pt x="148819" y="857"/>
                  <a:pt x="157277" y="2543"/>
                </a:cubicBezTo>
                <a:cubicBezTo>
                  <a:pt x="165764" y="4229"/>
                  <a:pt x="173993" y="6715"/>
                  <a:pt x="181994" y="10030"/>
                </a:cubicBezTo>
                <a:cubicBezTo>
                  <a:pt x="189967" y="13345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94"/>
                  <a:pt x="249888" y="73266"/>
                  <a:pt x="253203" y="81239"/>
                </a:cubicBezTo>
                <a:cubicBezTo>
                  <a:pt x="256518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8A283-25DD-44E8-B7B7-398A888F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47" y="3352905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85" y="224685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819" y="262376"/>
                  <a:pt x="140246" y="263204"/>
                  <a:pt x="131616" y="263204"/>
                </a:cubicBezTo>
                <a:cubicBezTo>
                  <a:pt x="122958" y="263204"/>
                  <a:pt x="114414" y="262376"/>
                  <a:pt x="105928" y="260690"/>
                </a:cubicBezTo>
                <a:cubicBezTo>
                  <a:pt x="97469" y="259004"/>
                  <a:pt x="89240" y="256518"/>
                  <a:pt x="81267" y="253203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45" y="189967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40"/>
                  <a:pt x="10030" y="81239"/>
                </a:cubicBezTo>
                <a:cubicBezTo>
                  <a:pt x="13345" y="73266"/>
                  <a:pt x="17374" y="65694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45"/>
                  <a:pt x="81267" y="10030"/>
                </a:cubicBezTo>
                <a:cubicBezTo>
                  <a:pt x="89240" y="6715"/>
                  <a:pt x="97469" y="4229"/>
                  <a:pt x="105928" y="2543"/>
                </a:cubicBezTo>
                <a:cubicBezTo>
                  <a:pt x="114414" y="857"/>
                  <a:pt x="122958" y="0"/>
                  <a:pt x="131616" y="0"/>
                </a:cubicBezTo>
                <a:cubicBezTo>
                  <a:pt x="140246" y="0"/>
                  <a:pt x="148819" y="857"/>
                  <a:pt x="157277" y="2543"/>
                </a:cubicBezTo>
                <a:cubicBezTo>
                  <a:pt x="165764" y="4229"/>
                  <a:pt x="173993" y="6715"/>
                  <a:pt x="181994" y="10030"/>
                </a:cubicBezTo>
                <a:cubicBezTo>
                  <a:pt x="189967" y="13345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94"/>
                  <a:pt x="249888" y="73266"/>
                  <a:pt x="253203" y="81239"/>
                </a:cubicBezTo>
                <a:cubicBezTo>
                  <a:pt x="256518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409" name="Text 13">
            <a:extLst xmlns:a="http://schemas.openxmlformats.org/drawingml/2006/main">
              <a:ext uri="{FF2B5EF4-FFF2-40B4-BE49-F238E27FC236}">
                <a16:creationId xmlns:a16="http://schemas.microsoft.com/office/drawing/2014/main" id="{542D2DCA-B67C-47E4-A115-EFDFE864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834" y="3408426"/>
            <a:ext cx="177338" cy="140980"/>
          </a:xfrm>
          <a:custGeom xmlns:a="http://schemas.openxmlformats.org/drawingml/2006/main">
            <a:pathLst>
              <a:path w="177338" h="140980">
                <a:moveTo>
                  <a:pt x="60541" y="138017"/>
                </a:moveTo>
                <a:lnTo>
                  <a:pt x="12066" y="138017"/>
                </a:lnTo>
                <a:cubicBezTo>
                  <a:pt x="11995" y="137368"/>
                  <a:pt x="11960" y="136827"/>
                  <a:pt x="11960" y="136393"/>
                </a:cubicBezTo>
                <a:cubicBezTo>
                  <a:pt x="11960" y="135167"/>
                  <a:pt x="12207" y="134320"/>
                  <a:pt x="12701" y="133852"/>
                </a:cubicBezTo>
                <a:cubicBezTo>
                  <a:pt x="13195" y="133383"/>
                  <a:pt x="14747" y="132901"/>
                  <a:pt x="17358" y="132407"/>
                </a:cubicBezTo>
                <a:cubicBezTo>
                  <a:pt x="21450" y="131558"/>
                  <a:pt x="24767" y="130534"/>
                  <a:pt x="27307" y="129334"/>
                </a:cubicBezTo>
                <a:cubicBezTo>
                  <a:pt x="28013" y="127780"/>
                  <a:pt x="28365" y="126332"/>
                  <a:pt x="28365" y="124992"/>
                </a:cubicBezTo>
                <a:lnTo>
                  <a:pt x="28365" y="118423"/>
                </a:lnTo>
                <a:cubicBezTo>
                  <a:pt x="28365" y="117647"/>
                  <a:pt x="28471" y="114080"/>
                  <a:pt x="28683" y="107723"/>
                </a:cubicBezTo>
                <a:cubicBezTo>
                  <a:pt x="28753" y="105322"/>
                  <a:pt x="28824" y="94939"/>
                  <a:pt x="28895" y="76576"/>
                </a:cubicBezTo>
                <a:lnTo>
                  <a:pt x="29106" y="51683"/>
                </a:lnTo>
                <a:lnTo>
                  <a:pt x="28895" y="37170"/>
                </a:lnTo>
                <a:cubicBezTo>
                  <a:pt x="28895" y="35051"/>
                  <a:pt x="28965" y="28376"/>
                  <a:pt x="29106" y="17146"/>
                </a:cubicBezTo>
                <a:cubicBezTo>
                  <a:pt x="13089" y="28577"/>
                  <a:pt x="4304" y="34292"/>
                  <a:pt x="2752" y="34292"/>
                </a:cubicBezTo>
                <a:cubicBezTo>
                  <a:pt x="2187" y="34292"/>
                  <a:pt x="1588" y="33993"/>
                  <a:pt x="953" y="33393"/>
                </a:cubicBezTo>
                <a:cubicBezTo>
                  <a:pt x="318" y="32793"/>
                  <a:pt x="0" y="32211"/>
                  <a:pt x="0" y="31646"/>
                </a:cubicBezTo>
                <a:cubicBezTo>
                  <a:pt x="0" y="30941"/>
                  <a:pt x="247" y="30376"/>
                  <a:pt x="741" y="29953"/>
                </a:cubicBezTo>
                <a:cubicBezTo>
                  <a:pt x="1729" y="29036"/>
                  <a:pt x="4093" y="27519"/>
                  <a:pt x="7832" y="25402"/>
                </a:cubicBezTo>
                <a:cubicBezTo>
                  <a:pt x="8397" y="25120"/>
                  <a:pt x="10831" y="23214"/>
                  <a:pt x="15135" y="19686"/>
                </a:cubicBezTo>
                <a:cubicBezTo>
                  <a:pt x="21980" y="13971"/>
                  <a:pt x="26989" y="9490"/>
                  <a:pt x="30165" y="6245"/>
                </a:cubicBezTo>
                <a:cubicBezTo>
                  <a:pt x="33340" y="2999"/>
                  <a:pt x="35280" y="1164"/>
                  <a:pt x="35986" y="741"/>
                </a:cubicBezTo>
                <a:cubicBezTo>
                  <a:pt x="37397" y="670"/>
                  <a:pt x="38491" y="635"/>
                  <a:pt x="39267" y="635"/>
                </a:cubicBezTo>
                <a:cubicBezTo>
                  <a:pt x="41102" y="635"/>
                  <a:pt x="42248" y="936"/>
                  <a:pt x="42707" y="1538"/>
                </a:cubicBezTo>
                <a:cubicBezTo>
                  <a:pt x="43165" y="2138"/>
                  <a:pt x="43395" y="4312"/>
                  <a:pt x="43395" y="8060"/>
                </a:cubicBezTo>
                <a:lnTo>
                  <a:pt x="42654" y="102593"/>
                </a:lnTo>
                <a:lnTo>
                  <a:pt x="42654" y="111927"/>
                </a:lnTo>
                <a:cubicBezTo>
                  <a:pt x="42654" y="114191"/>
                  <a:pt x="42619" y="116474"/>
                  <a:pt x="42548" y="118773"/>
                </a:cubicBezTo>
                <a:cubicBezTo>
                  <a:pt x="42477" y="121071"/>
                  <a:pt x="42442" y="122750"/>
                  <a:pt x="42442" y="123811"/>
                </a:cubicBezTo>
                <a:cubicBezTo>
                  <a:pt x="42442" y="126358"/>
                  <a:pt x="42760" y="128019"/>
                  <a:pt x="43395" y="128795"/>
                </a:cubicBezTo>
                <a:cubicBezTo>
                  <a:pt x="43818" y="129291"/>
                  <a:pt x="45124" y="129929"/>
                  <a:pt x="47311" y="130707"/>
                </a:cubicBezTo>
                <a:lnTo>
                  <a:pt x="54508" y="132192"/>
                </a:lnTo>
                <a:cubicBezTo>
                  <a:pt x="57613" y="132970"/>
                  <a:pt x="59306" y="133501"/>
                  <a:pt x="59588" y="133783"/>
                </a:cubicBezTo>
                <a:cubicBezTo>
                  <a:pt x="60294" y="134403"/>
                  <a:pt x="60647" y="135366"/>
                  <a:pt x="60647" y="136674"/>
                </a:cubicBezTo>
                <a:lnTo>
                  <a:pt x="60541" y="138017"/>
                </a:lnTo>
                <a:close/>
                <a:moveTo>
                  <a:pt x="103461" y="31541"/>
                </a:moveTo>
                <a:lnTo>
                  <a:pt x="99968" y="29626"/>
                </a:lnTo>
                <a:cubicBezTo>
                  <a:pt x="104413" y="18755"/>
                  <a:pt x="109705" y="11100"/>
                  <a:pt x="115844" y="6661"/>
                </a:cubicBezTo>
                <a:cubicBezTo>
                  <a:pt x="121983" y="2220"/>
                  <a:pt x="129145" y="0"/>
                  <a:pt x="137330" y="0"/>
                </a:cubicBezTo>
                <a:cubicBezTo>
                  <a:pt x="144951" y="0"/>
                  <a:pt x="151054" y="1700"/>
                  <a:pt x="155640" y="5100"/>
                </a:cubicBezTo>
                <a:cubicBezTo>
                  <a:pt x="162485" y="10198"/>
                  <a:pt x="165907" y="15935"/>
                  <a:pt x="165907" y="22309"/>
                </a:cubicBezTo>
                <a:cubicBezTo>
                  <a:pt x="165907" y="27480"/>
                  <a:pt x="164161" y="32686"/>
                  <a:pt x="160668" y="37927"/>
                </a:cubicBezTo>
                <a:cubicBezTo>
                  <a:pt x="157175" y="43169"/>
                  <a:pt x="151054" y="49047"/>
                  <a:pt x="142304" y="55563"/>
                </a:cubicBezTo>
                <a:lnTo>
                  <a:pt x="144845" y="55461"/>
                </a:lnTo>
                <a:cubicBezTo>
                  <a:pt x="150348" y="55461"/>
                  <a:pt x="155658" y="56851"/>
                  <a:pt x="160774" y="59631"/>
                </a:cubicBezTo>
                <a:cubicBezTo>
                  <a:pt x="165889" y="62412"/>
                  <a:pt x="169929" y="66742"/>
                  <a:pt x="172893" y="72620"/>
                </a:cubicBezTo>
                <a:cubicBezTo>
                  <a:pt x="175856" y="78496"/>
                  <a:pt x="177338" y="84813"/>
                  <a:pt x="177338" y="91569"/>
                </a:cubicBezTo>
                <a:cubicBezTo>
                  <a:pt x="177338" y="105154"/>
                  <a:pt x="172346" y="116786"/>
                  <a:pt x="162361" y="126463"/>
                </a:cubicBezTo>
                <a:cubicBezTo>
                  <a:pt x="152377" y="136141"/>
                  <a:pt x="139658" y="140980"/>
                  <a:pt x="124206" y="140980"/>
                </a:cubicBezTo>
                <a:cubicBezTo>
                  <a:pt x="112493" y="140980"/>
                  <a:pt x="103849" y="139266"/>
                  <a:pt x="98275" y="135837"/>
                </a:cubicBezTo>
                <a:cubicBezTo>
                  <a:pt x="95241" y="134053"/>
                  <a:pt x="93723" y="131804"/>
                  <a:pt x="93723" y="129090"/>
                </a:cubicBezTo>
                <a:cubicBezTo>
                  <a:pt x="93723" y="127590"/>
                  <a:pt x="94341" y="126234"/>
                  <a:pt x="95576" y="125021"/>
                </a:cubicBezTo>
                <a:cubicBezTo>
                  <a:pt x="96811" y="123806"/>
                  <a:pt x="98345" y="123199"/>
                  <a:pt x="100180" y="123199"/>
                </a:cubicBezTo>
                <a:cubicBezTo>
                  <a:pt x="102508" y="123199"/>
                  <a:pt x="105331" y="124480"/>
                  <a:pt x="108647" y="127042"/>
                </a:cubicBezTo>
                <a:cubicBezTo>
                  <a:pt x="116479" y="133088"/>
                  <a:pt x="123288" y="136111"/>
                  <a:pt x="129074" y="136111"/>
                </a:cubicBezTo>
                <a:cubicBezTo>
                  <a:pt x="137824" y="136111"/>
                  <a:pt x="145586" y="132430"/>
                  <a:pt x="152359" y="125068"/>
                </a:cubicBezTo>
                <a:cubicBezTo>
                  <a:pt x="159133" y="117705"/>
                  <a:pt x="162520" y="108423"/>
                  <a:pt x="162520" y="97222"/>
                </a:cubicBezTo>
                <a:cubicBezTo>
                  <a:pt x="162520" y="87921"/>
                  <a:pt x="160245" y="80294"/>
                  <a:pt x="155693" y="74340"/>
                </a:cubicBezTo>
                <a:cubicBezTo>
                  <a:pt x="151142" y="68386"/>
                  <a:pt x="145374" y="65410"/>
                  <a:pt x="138388" y="65410"/>
                </a:cubicBezTo>
                <a:cubicBezTo>
                  <a:pt x="133167" y="65410"/>
                  <a:pt x="127734" y="67871"/>
                  <a:pt x="122089" y="72792"/>
                </a:cubicBezTo>
                <a:lnTo>
                  <a:pt x="119549" y="68572"/>
                </a:lnTo>
                <a:cubicBezTo>
                  <a:pt x="123077" y="65544"/>
                  <a:pt x="126252" y="62974"/>
                  <a:pt x="129074" y="60862"/>
                </a:cubicBezTo>
                <a:cubicBezTo>
                  <a:pt x="137683" y="54595"/>
                  <a:pt x="144104" y="48433"/>
                  <a:pt x="148337" y="42376"/>
                </a:cubicBezTo>
                <a:cubicBezTo>
                  <a:pt x="151372" y="38010"/>
                  <a:pt x="152889" y="34173"/>
                  <a:pt x="152889" y="30866"/>
                </a:cubicBezTo>
                <a:cubicBezTo>
                  <a:pt x="152889" y="25303"/>
                  <a:pt x="150913" y="20603"/>
                  <a:pt x="146961" y="16766"/>
                </a:cubicBezTo>
                <a:cubicBezTo>
                  <a:pt x="143010" y="12927"/>
                  <a:pt x="137824" y="11007"/>
                  <a:pt x="131403" y="11007"/>
                </a:cubicBezTo>
                <a:cubicBezTo>
                  <a:pt x="120819" y="11007"/>
                  <a:pt x="111505" y="17852"/>
                  <a:pt x="103461" y="315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B98DF-3BE8-4F93-B152-FB91F525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736" y="3298869"/>
            <a:ext cx="191052" cy="73866"/>
          </a:xfrm>
          <a:custGeom xmlns:a="http://schemas.openxmlformats.org/drawingml/2006/main">
            <a:pathLst>
              <a:path w="191052" h="73866" fill="none">
                <a:moveTo>
                  <a:pt x="0" y="0"/>
                </a:moveTo>
                <a:lnTo>
                  <a:pt x="191052" y="73866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362F8-CD0A-43FC-A3AE-B57CD2AA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586" y="3346875"/>
            <a:ext cx="51721" cy="43348"/>
          </a:xfrm>
          <a:custGeom xmlns:a="http://schemas.openxmlformats.org/drawingml/2006/main">
            <a:pathLst>
              <a:path w="51721" h="43348">
                <a:moveTo>
                  <a:pt x="51721" y="38405"/>
                </a:moveTo>
                <a:lnTo>
                  <a:pt x="0" y="43348"/>
                </a:lnTo>
                <a:lnTo>
                  <a:pt x="19202" y="25860"/>
                </a:lnTo>
                <a:lnTo>
                  <a:pt x="16716" y="0"/>
                </a:lnTo>
                <a:lnTo>
                  <a:pt x="51721" y="384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33CD7-CCBE-414B-BF8C-EADDECE0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586" y="3346875"/>
            <a:ext cx="51721" cy="43348"/>
          </a:xfrm>
          <a:custGeom xmlns:a="http://schemas.openxmlformats.org/drawingml/2006/main">
            <a:pathLst>
              <a:path w="51721" h="43348" fill="none">
                <a:moveTo>
                  <a:pt x="51721" y="38405"/>
                </a:moveTo>
                <a:lnTo>
                  <a:pt x="0" y="43348"/>
                </a:lnTo>
                <a:lnTo>
                  <a:pt x="19202" y="25860"/>
                </a:lnTo>
                <a:lnTo>
                  <a:pt x="16716" y="0"/>
                </a:lnTo>
                <a:lnTo>
                  <a:pt x="51721" y="384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1B630-6025-49F9-91BB-A45AB96B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741" y="3236776"/>
            <a:ext cx="41977" cy="187738"/>
          </a:xfrm>
          <a:custGeom xmlns:a="http://schemas.openxmlformats.org/drawingml/2006/main">
            <a:pathLst>
              <a:path w="41977" h="187738">
                <a:moveTo>
                  <a:pt x="41977" y="184366"/>
                </a:moveTo>
                <a:cubicBezTo>
                  <a:pt x="41862" y="185223"/>
                  <a:pt x="41462" y="185995"/>
                  <a:pt x="40862" y="186623"/>
                </a:cubicBezTo>
                <a:cubicBezTo>
                  <a:pt x="40234" y="187252"/>
                  <a:pt x="39348" y="187623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95"/>
                  <a:pt x="28775" y="169593"/>
                  <a:pt x="17374" y="139675"/>
                </a:cubicBezTo>
                <a:cubicBezTo>
                  <a:pt x="6001" y="109757"/>
                  <a:pt x="229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74"/>
                  <a:pt x="34661" y="2772"/>
                  <a:pt x="35033" y="1886"/>
                </a:cubicBezTo>
                <a:cubicBezTo>
                  <a:pt x="35404" y="1257"/>
                  <a:pt x="36033" y="714"/>
                  <a:pt x="36919" y="200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19" y="1143"/>
                  <a:pt x="41977" y="3400"/>
                </a:cubicBezTo>
                <a:cubicBezTo>
                  <a:pt x="41977" y="4029"/>
                  <a:pt x="36347" y="19231"/>
                  <a:pt x="25089" y="49006"/>
                </a:cubicBezTo>
                <a:cubicBezTo>
                  <a:pt x="13687" y="78667"/>
                  <a:pt x="8001" y="93640"/>
                  <a:pt x="8001" y="93869"/>
                </a:cubicBezTo>
                <a:cubicBezTo>
                  <a:pt x="8001" y="94126"/>
                  <a:pt x="13687" y="109099"/>
                  <a:pt x="25089" y="138760"/>
                </a:cubicBezTo>
                <a:cubicBezTo>
                  <a:pt x="36347" y="168535"/>
                  <a:pt x="41977" y="183737"/>
                  <a:pt x="41977" y="184366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B2239-420C-4A2F-A3BD-098881B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741" y="3236776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41977" y="184366"/>
                </a:moveTo>
                <a:cubicBezTo>
                  <a:pt x="41862" y="185223"/>
                  <a:pt x="41462" y="185995"/>
                  <a:pt x="40862" y="186623"/>
                </a:cubicBezTo>
                <a:cubicBezTo>
                  <a:pt x="40234" y="187252"/>
                  <a:pt x="39348" y="187623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95"/>
                  <a:pt x="28775" y="169593"/>
                  <a:pt x="17374" y="139675"/>
                </a:cubicBezTo>
                <a:cubicBezTo>
                  <a:pt x="6001" y="109757"/>
                  <a:pt x="229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74"/>
                  <a:pt x="34661" y="2772"/>
                  <a:pt x="35033" y="1886"/>
                </a:cubicBezTo>
                <a:cubicBezTo>
                  <a:pt x="35404" y="1257"/>
                  <a:pt x="36033" y="714"/>
                  <a:pt x="36919" y="200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19" y="1143"/>
                  <a:pt x="41977" y="3400"/>
                </a:cubicBezTo>
                <a:cubicBezTo>
                  <a:pt x="41977" y="4029"/>
                  <a:pt x="36347" y="19231"/>
                  <a:pt x="25089" y="49006"/>
                </a:cubicBezTo>
                <a:cubicBezTo>
                  <a:pt x="13687" y="78667"/>
                  <a:pt x="8001" y="93640"/>
                  <a:pt x="8001" y="93869"/>
                </a:cubicBezTo>
                <a:cubicBezTo>
                  <a:pt x="8001" y="94126"/>
                  <a:pt x="13687" y="109099"/>
                  <a:pt x="25089" y="138760"/>
                </a:cubicBezTo>
                <a:cubicBezTo>
                  <a:pt x="36347" y="168535"/>
                  <a:pt x="41977" y="183737"/>
                  <a:pt x="41977" y="1843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EB786-42D1-4885-B6F8-FEC92D3B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176" y="3250492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72" y="45063"/>
                </a:moveTo>
                <a:cubicBezTo>
                  <a:pt x="1200" y="45063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01" y="26660"/>
                  <a:pt x="7144" y="20345"/>
                  <a:pt x="9373" y="14087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57"/>
                  <a:pt x="126902" y="200"/>
                </a:cubicBezTo>
                <a:cubicBezTo>
                  <a:pt x="127645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16" y="23289"/>
                </a:cubicBezTo>
                <a:cubicBezTo>
                  <a:pt x="122901" y="36805"/>
                  <a:pt x="121701" y="43605"/>
                  <a:pt x="121472" y="43748"/>
                </a:cubicBezTo>
                <a:cubicBezTo>
                  <a:pt x="121472" y="44606"/>
                  <a:pt x="120272" y="45063"/>
                  <a:pt x="117900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00" y="44120"/>
                </a:cubicBezTo>
                <a:lnTo>
                  <a:pt x="114129" y="43548"/>
                </a:lnTo>
                <a:cubicBezTo>
                  <a:pt x="114129" y="42805"/>
                  <a:pt x="114500" y="39976"/>
                  <a:pt x="115272" y="35119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60"/>
                  <a:pt x="115586" y="15945"/>
                  <a:pt x="113957" y="13687"/>
                </a:cubicBezTo>
                <a:cubicBezTo>
                  <a:pt x="112328" y="11459"/>
                  <a:pt x="108871" y="9887"/>
                  <a:pt x="103613" y="9001"/>
                </a:cubicBezTo>
                <a:cubicBezTo>
                  <a:pt x="103013" y="8887"/>
                  <a:pt x="99384" y="8773"/>
                  <a:pt x="92754" y="8630"/>
                </a:cubicBezTo>
                <a:cubicBezTo>
                  <a:pt x="86982" y="8630"/>
                  <a:pt x="83353" y="8687"/>
                  <a:pt x="81839" y="8830"/>
                </a:cubicBezTo>
                <a:cubicBezTo>
                  <a:pt x="80353" y="8944"/>
                  <a:pt x="79238" y="9458"/>
                  <a:pt x="78467" y="10316"/>
                </a:cubicBezTo>
                <a:cubicBezTo>
                  <a:pt x="78353" y="10458"/>
                  <a:pt x="73895" y="27918"/>
                  <a:pt x="65151" y="62694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493" y="118215"/>
                  <a:pt x="68523" y="118443"/>
                </a:cubicBezTo>
                <a:cubicBezTo>
                  <a:pt x="72523" y="118443"/>
                  <a:pt x="75095" y="118529"/>
                  <a:pt x="76210" y="118643"/>
                </a:cubicBezTo>
                <a:cubicBezTo>
                  <a:pt x="77353" y="118758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53" y="122958"/>
                </a:cubicBezTo>
                <a:cubicBezTo>
                  <a:pt x="76838" y="125216"/>
                  <a:pt x="76267" y="126530"/>
                  <a:pt x="75667" y="126902"/>
                </a:cubicBezTo>
                <a:lnTo>
                  <a:pt x="75267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52" y="127102"/>
                  <a:pt x="70094" y="127016"/>
                  <a:pt x="64208" y="126902"/>
                </a:cubicBezTo>
                <a:cubicBezTo>
                  <a:pt x="58322" y="126787"/>
                  <a:pt x="49863" y="126702"/>
                  <a:pt x="38862" y="126702"/>
                </a:cubicBezTo>
                <a:cubicBezTo>
                  <a:pt x="22717" y="126702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15" y="125787"/>
                  <a:pt x="4115" y="125416"/>
                </a:cubicBezTo>
                <a:cubicBezTo>
                  <a:pt x="4115" y="125044"/>
                  <a:pt x="4258" y="123901"/>
                  <a:pt x="4515" y="122015"/>
                </a:cubicBezTo>
                <a:cubicBezTo>
                  <a:pt x="5001" y="120386"/>
                  <a:pt x="5629" y="119215"/>
                  <a:pt x="6372" y="118443"/>
                </a:cubicBezTo>
                <a:lnTo>
                  <a:pt x="11630" y="118443"/>
                </a:lnTo>
                <a:lnTo>
                  <a:pt x="13716" y="118443"/>
                </a:lnTo>
                <a:cubicBezTo>
                  <a:pt x="23717" y="118443"/>
                  <a:pt x="29661" y="117900"/>
                  <a:pt x="31547" y="116757"/>
                </a:cubicBezTo>
                <a:cubicBezTo>
                  <a:pt x="31661" y="116643"/>
                  <a:pt x="31775" y="116586"/>
                  <a:pt x="31918" y="116586"/>
                </a:cubicBezTo>
                <a:cubicBezTo>
                  <a:pt x="32547" y="116215"/>
                  <a:pt x="33147" y="114957"/>
                  <a:pt x="33776" y="112843"/>
                </a:cubicBezTo>
                <a:cubicBezTo>
                  <a:pt x="34433" y="110700"/>
                  <a:pt x="36919" y="100870"/>
                  <a:pt x="41291" y="83353"/>
                </a:cubicBezTo>
                <a:cubicBezTo>
                  <a:pt x="43434" y="74838"/>
                  <a:pt x="45177" y="67894"/>
                  <a:pt x="46549" y="62522"/>
                </a:cubicBezTo>
                <a:cubicBezTo>
                  <a:pt x="55321" y="28089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34" y="8830"/>
                  <a:pt x="34547" y="9201"/>
                  <a:pt x="31918" y="9944"/>
                </a:cubicBezTo>
                <a:cubicBezTo>
                  <a:pt x="26289" y="11201"/>
                  <a:pt x="21888" y="13773"/>
                  <a:pt x="18774" y="17659"/>
                </a:cubicBezTo>
                <a:cubicBezTo>
                  <a:pt x="15659" y="21517"/>
                  <a:pt x="12259" y="28804"/>
                  <a:pt x="8630" y="39433"/>
                </a:cubicBezTo>
                <a:cubicBezTo>
                  <a:pt x="7744" y="42177"/>
                  <a:pt x="7144" y="43805"/>
                  <a:pt x="6772" y="44320"/>
                </a:cubicBezTo>
                <a:cubicBezTo>
                  <a:pt x="6372" y="44806"/>
                  <a:pt x="5486" y="45063"/>
                  <a:pt x="4115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4023E-84E0-41F3-95B3-512FE49E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176" y="3250492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72" y="45063"/>
                </a:moveTo>
                <a:cubicBezTo>
                  <a:pt x="1200" y="45063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01" y="26660"/>
                  <a:pt x="7144" y="20345"/>
                  <a:pt x="9373" y="14087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57"/>
                  <a:pt x="126902" y="200"/>
                </a:cubicBezTo>
                <a:cubicBezTo>
                  <a:pt x="127645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16" y="23289"/>
                </a:cubicBezTo>
                <a:cubicBezTo>
                  <a:pt x="122901" y="36805"/>
                  <a:pt x="121701" y="43605"/>
                  <a:pt x="121472" y="43748"/>
                </a:cubicBezTo>
                <a:cubicBezTo>
                  <a:pt x="121472" y="44606"/>
                  <a:pt x="120272" y="45063"/>
                  <a:pt x="117900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00" y="44120"/>
                </a:cubicBezTo>
                <a:lnTo>
                  <a:pt x="114129" y="43548"/>
                </a:lnTo>
                <a:cubicBezTo>
                  <a:pt x="114129" y="42805"/>
                  <a:pt x="114500" y="39976"/>
                  <a:pt x="115272" y="35119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60"/>
                  <a:pt x="115586" y="15945"/>
                  <a:pt x="113957" y="13687"/>
                </a:cubicBezTo>
                <a:cubicBezTo>
                  <a:pt x="112328" y="11459"/>
                  <a:pt x="108871" y="9887"/>
                  <a:pt x="103613" y="9001"/>
                </a:cubicBezTo>
                <a:cubicBezTo>
                  <a:pt x="103013" y="8887"/>
                  <a:pt x="99384" y="8773"/>
                  <a:pt x="92754" y="8630"/>
                </a:cubicBezTo>
                <a:cubicBezTo>
                  <a:pt x="86982" y="8630"/>
                  <a:pt x="83353" y="8687"/>
                  <a:pt x="81839" y="8830"/>
                </a:cubicBezTo>
                <a:cubicBezTo>
                  <a:pt x="80353" y="8944"/>
                  <a:pt x="79238" y="9458"/>
                  <a:pt x="78467" y="10316"/>
                </a:cubicBezTo>
                <a:cubicBezTo>
                  <a:pt x="78353" y="10458"/>
                  <a:pt x="73895" y="27918"/>
                  <a:pt x="65151" y="62694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493" y="118215"/>
                  <a:pt x="68523" y="118443"/>
                </a:cubicBezTo>
                <a:cubicBezTo>
                  <a:pt x="72523" y="118443"/>
                  <a:pt x="75095" y="118529"/>
                  <a:pt x="76210" y="118643"/>
                </a:cubicBezTo>
                <a:cubicBezTo>
                  <a:pt x="77353" y="118758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53" y="122958"/>
                </a:cubicBezTo>
                <a:cubicBezTo>
                  <a:pt x="76838" y="125216"/>
                  <a:pt x="76267" y="126530"/>
                  <a:pt x="75667" y="126902"/>
                </a:cubicBezTo>
                <a:lnTo>
                  <a:pt x="75267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52" y="127102"/>
                  <a:pt x="70094" y="127016"/>
                  <a:pt x="64208" y="126902"/>
                </a:cubicBezTo>
                <a:cubicBezTo>
                  <a:pt x="58322" y="126787"/>
                  <a:pt x="49863" y="126702"/>
                  <a:pt x="38862" y="126702"/>
                </a:cubicBezTo>
                <a:cubicBezTo>
                  <a:pt x="22717" y="126702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15" y="125787"/>
                  <a:pt x="4115" y="125416"/>
                </a:cubicBezTo>
                <a:cubicBezTo>
                  <a:pt x="4115" y="125044"/>
                  <a:pt x="4258" y="123901"/>
                  <a:pt x="4515" y="122015"/>
                </a:cubicBezTo>
                <a:cubicBezTo>
                  <a:pt x="5001" y="120386"/>
                  <a:pt x="5629" y="119215"/>
                  <a:pt x="6372" y="118443"/>
                </a:cubicBezTo>
                <a:lnTo>
                  <a:pt x="11630" y="118443"/>
                </a:lnTo>
                <a:lnTo>
                  <a:pt x="13716" y="118443"/>
                </a:lnTo>
                <a:cubicBezTo>
                  <a:pt x="23717" y="118443"/>
                  <a:pt x="29661" y="117900"/>
                  <a:pt x="31547" y="116757"/>
                </a:cubicBezTo>
                <a:cubicBezTo>
                  <a:pt x="31661" y="116643"/>
                  <a:pt x="31775" y="116586"/>
                  <a:pt x="31918" y="116586"/>
                </a:cubicBezTo>
                <a:cubicBezTo>
                  <a:pt x="32547" y="116215"/>
                  <a:pt x="33147" y="114957"/>
                  <a:pt x="33776" y="112843"/>
                </a:cubicBezTo>
                <a:cubicBezTo>
                  <a:pt x="34433" y="110700"/>
                  <a:pt x="36919" y="100870"/>
                  <a:pt x="41291" y="83353"/>
                </a:cubicBezTo>
                <a:cubicBezTo>
                  <a:pt x="43434" y="74838"/>
                  <a:pt x="45177" y="67894"/>
                  <a:pt x="46549" y="62522"/>
                </a:cubicBezTo>
                <a:cubicBezTo>
                  <a:pt x="55321" y="28089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34" y="8830"/>
                  <a:pt x="34547" y="9201"/>
                  <a:pt x="31918" y="9944"/>
                </a:cubicBezTo>
                <a:cubicBezTo>
                  <a:pt x="26289" y="11201"/>
                  <a:pt x="21888" y="13773"/>
                  <a:pt x="18774" y="17659"/>
                </a:cubicBezTo>
                <a:cubicBezTo>
                  <a:pt x="15659" y="21517"/>
                  <a:pt x="12259" y="28804"/>
                  <a:pt x="8630" y="39433"/>
                </a:cubicBezTo>
                <a:cubicBezTo>
                  <a:pt x="7744" y="42177"/>
                  <a:pt x="7144" y="43805"/>
                  <a:pt x="6772" y="44320"/>
                </a:cubicBezTo>
                <a:cubicBezTo>
                  <a:pt x="6372" y="44806"/>
                  <a:pt x="5486" y="45063"/>
                  <a:pt x="4115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AFE3E-2ED1-493E-BEC9-5457206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448" y="3347218"/>
            <a:ext cx="62779" cy="59865"/>
          </a:xfrm>
          <a:custGeom xmlns:a="http://schemas.openxmlformats.org/drawingml/2006/main">
            <a:pathLst>
              <a:path w="62779" h="59865">
                <a:moveTo>
                  <a:pt x="0" y="37690"/>
                </a:moveTo>
                <a:cubicBezTo>
                  <a:pt x="0" y="28746"/>
                  <a:pt x="3372" y="20260"/>
                  <a:pt x="10087" y="12202"/>
                </a:cubicBezTo>
                <a:cubicBezTo>
                  <a:pt x="16802" y="4143"/>
                  <a:pt x="24374" y="86"/>
                  <a:pt x="32776" y="0"/>
                </a:cubicBezTo>
                <a:cubicBezTo>
                  <a:pt x="37290" y="0"/>
                  <a:pt x="41262" y="2172"/>
                  <a:pt x="44720" y="6487"/>
                </a:cubicBezTo>
                <a:cubicBezTo>
                  <a:pt x="46120" y="3858"/>
                  <a:pt x="48177" y="2515"/>
                  <a:pt x="50835" y="2515"/>
                </a:cubicBezTo>
                <a:cubicBezTo>
                  <a:pt x="51978" y="2515"/>
                  <a:pt x="53007" y="2857"/>
                  <a:pt x="53892" y="3572"/>
                </a:cubicBezTo>
                <a:cubicBezTo>
                  <a:pt x="54750" y="4286"/>
                  <a:pt x="55207" y="5172"/>
                  <a:pt x="55207" y="6229"/>
                </a:cubicBezTo>
                <a:cubicBezTo>
                  <a:pt x="55207" y="7372"/>
                  <a:pt x="53578" y="14459"/>
                  <a:pt x="50292" y="27461"/>
                </a:cubicBezTo>
                <a:cubicBezTo>
                  <a:pt x="47034" y="40491"/>
                  <a:pt x="45349" y="47806"/>
                  <a:pt x="45263" y="49492"/>
                </a:cubicBezTo>
                <a:cubicBezTo>
                  <a:pt x="45263" y="51721"/>
                  <a:pt x="45577" y="53178"/>
                  <a:pt x="46177" y="53892"/>
                </a:cubicBezTo>
                <a:cubicBezTo>
                  <a:pt x="46806" y="54578"/>
                  <a:pt x="47720" y="54978"/>
                  <a:pt x="48978" y="55093"/>
                </a:cubicBezTo>
                <a:cubicBezTo>
                  <a:pt x="49749" y="54978"/>
                  <a:pt x="50663" y="54578"/>
                  <a:pt x="51635" y="53892"/>
                </a:cubicBezTo>
                <a:cubicBezTo>
                  <a:pt x="53492" y="52121"/>
                  <a:pt x="55293" y="47863"/>
                  <a:pt x="57064" y="41148"/>
                </a:cubicBezTo>
                <a:cubicBezTo>
                  <a:pt x="57607" y="39376"/>
                  <a:pt x="58036" y="38433"/>
                  <a:pt x="58379" y="38348"/>
                </a:cubicBezTo>
                <a:cubicBezTo>
                  <a:pt x="58579" y="38262"/>
                  <a:pt x="59007" y="38205"/>
                  <a:pt x="59722" y="38205"/>
                </a:cubicBezTo>
                <a:lnTo>
                  <a:pt x="60265" y="38205"/>
                </a:lnTo>
                <a:cubicBezTo>
                  <a:pt x="61922" y="38205"/>
                  <a:pt x="62779" y="38605"/>
                  <a:pt x="62779" y="39405"/>
                </a:cubicBezTo>
                <a:cubicBezTo>
                  <a:pt x="62779" y="39948"/>
                  <a:pt x="62551" y="41148"/>
                  <a:pt x="62093" y="43005"/>
                </a:cubicBezTo>
                <a:cubicBezTo>
                  <a:pt x="61665" y="44863"/>
                  <a:pt x="60779" y="47234"/>
                  <a:pt x="59465" y="50178"/>
                </a:cubicBezTo>
                <a:cubicBezTo>
                  <a:pt x="58122" y="53092"/>
                  <a:pt x="56721" y="55293"/>
                  <a:pt x="55207" y="56807"/>
                </a:cubicBezTo>
                <a:cubicBezTo>
                  <a:pt x="54064" y="57950"/>
                  <a:pt x="52635" y="58864"/>
                  <a:pt x="50949" y="59579"/>
                </a:cubicBezTo>
                <a:cubicBezTo>
                  <a:pt x="50263" y="59779"/>
                  <a:pt x="49206" y="59865"/>
                  <a:pt x="47777" y="59865"/>
                </a:cubicBezTo>
                <a:cubicBezTo>
                  <a:pt x="44777" y="59865"/>
                  <a:pt x="42262" y="59179"/>
                  <a:pt x="40205" y="57864"/>
                </a:cubicBezTo>
                <a:cubicBezTo>
                  <a:pt x="38176" y="56521"/>
                  <a:pt x="36833" y="55150"/>
                  <a:pt x="36233" y="53750"/>
                </a:cubicBezTo>
                <a:lnTo>
                  <a:pt x="35433" y="51749"/>
                </a:lnTo>
                <a:cubicBezTo>
                  <a:pt x="35347" y="51664"/>
                  <a:pt x="35176" y="51721"/>
                  <a:pt x="34919" y="51892"/>
                </a:cubicBezTo>
                <a:cubicBezTo>
                  <a:pt x="34719" y="52064"/>
                  <a:pt x="34547" y="52235"/>
                  <a:pt x="34376" y="52435"/>
                </a:cubicBezTo>
                <a:cubicBezTo>
                  <a:pt x="29146" y="57379"/>
                  <a:pt x="23832" y="59865"/>
                  <a:pt x="18431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48" y="12087"/>
                </a:cubicBezTo>
                <a:cubicBezTo>
                  <a:pt x="41091" y="10658"/>
                  <a:pt x="40062" y="9115"/>
                  <a:pt x="38491" y="7429"/>
                </a:cubicBezTo>
                <a:cubicBezTo>
                  <a:pt x="36890" y="5744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887"/>
                </a:cubicBezTo>
                <a:cubicBezTo>
                  <a:pt x="20660" y="11630"/>
                  <a:pt x="18431" y="15202"/>
                  <a:pt x="16831" y="19631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62"/>
                  <a:pt x="11401" y="42148"/>
                  <a:pt x="11401" y="42862"/>
                </a:cubicBezTo>
                <a:cubicBezTo>
                  <a:pt x="11401" y="43577"/>
                  <a:pt x="11373" y="44120"/>
                  <a:pt x="11287" y="44463"/>
                </a:cubicBezTo>
                <a:cubicBezTo>
                  <a:pt x="11287" y="48435"/>
                  <a:pt x="12059" y="51178"/>
                  <a:pt x="13659" y="52692"/>
                </a:cubicBezTo>
                <a:cubicBezTo>
                  <a:pt x="15259" y="54178"/>
                  <a:pt x="17145" y="54978"/>
                  <a:pt x="19374" y="55093"/>
                </a:cubicBezTo>
                <a:cubicBezTo>
                  <a:pt x="22746" y="55093"/>
                  <a:pt x="26060" y="53607"/>
                  <a:pt x="29318" y="50692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48" y="29718"/>
                </a:cubicBezTo>
                <a:cubicBezTo>
                  <a:pt x="40977" y="20603"/>
                  <a:pt x="42120" y="15688"/>
                  <a:pt x="42205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DB2B2-0246-46FC-A6DE-9527879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448" y="3347218"/>
            <a:ext cx="62779" cy="59865"/>
          </a:xfrm>
          <a:custGeom xmlns:a="http://schemas.openxmlformats.org/drawingml/2006/main">
            <a:pathLst>
              <a:path w="62779" h="59865" fill="none">
                <a:moveTo>
                  <a:pt x="0" y="37690"/>
                </a:moveTo>
                <a:cubicBezTo>
                  <a:pt x="0" y="28746"/>
                  <a:pt x="3372" y="20260"/>
                  <a:pt x="10087" y="12202"/>
                </a:cubicBezTo>
                <a:cubicBezTo>
                  <a:pt x="16802" y="4143"/>
                  <a:pt x="24374" y="86"/>
                  <a:pt x="32776" y="0"/>
                </a:cubicBezTo>
                <a:cubicBezTo>
                  <a:pt x="37290" y="0"/>
                  <a:pt x="41262" y="2172"/>
                  <a:pt x="44720" y="6487"/>
                </a:cubicBezTo>
                <a:cubicBezTo>
                  <a:pt x="46120" y="3858"/>
                  <a:pt x="48177" y="2515"/>
                  <a:pt x="50835" y="2515"/>
                </a:cubicBezTo>
                <a:cubicBezTo>
                  <a:pt x="51978" y="2515"/>
                  <a:pt x="53007" y="2857"/>
                  <a:pt x="53892" y="3572"/>
                </a:cubicBezTo>
                <a:cubicBezTo>
                  <a:pt x="54750" y="4286"/>
                  <a:pt x="55207" y="5172"/>
                  <a:pt x="55207" y="6229"/>
                </a:cubicBezTo>
                <a:cubicBezTo>
                  <a:pt x="55207" y="7372"/>
                  <a:pt x="53578" y="14459"/>
                  <a:pt x="50292" y="27461"/>
                </a:cubicBezTo>
                <a:cubicBezTo>
                  <a:pt x="47034" y="40491"/>
                  <a:pt x="45349" y="47806"/>
                  <a:pt x="45263" y="49492"/>
                </a:cubicBezTo>
                <a:cubicBezTo>
                  <a:pt x="45263" y="51721"/>
                  <a:pt x="45577" y="53178"/>
                  <a:pt x="46177" y="53892"/>
                </a:cubicBezTo>
                <a:cubicBezTo>
                  <a:pt x="46806" y="54578"/>
                  <a:pt x="47720" y="54978"/>
                  <a:pt x="48978" y="55093"/>
                </a:cubicBezTo>
                <a:cubicBezTo>
                  <a:pt x="49749" y="54978"/>
                  <a:pt x="50663" y="54578"/>
                  <a:pt x="51635" y="53892"/>
                </a:cubicBezTo>
                <a:cubicBezTo>
                  <a:pt x="53492" y="52121"/>
                  <a:pt x="55293" y="47863"/>
                  <a:pt x="57064" y="41148"/>
                </a:cubicBezTo>
                <a:cubicBezTo>
                  <a:pt x="57607" y="39376"/>
                  <a:pt x="58036" y="38433"/>
                  <a:pt x="58379" y="38348"/>
                </a:cubicBezTo>
                <a:cubicBezTo>
                  <a:pt x="58579" y="38262"/>
                  <a:pt x="59007" y="38205"/>
                  <a:pt x="59722" y="38205"/>
                </a:cubicBezTo>
                <a:lnTo>
                  <a:pt x="60265" y="38205"/>
                </a:lnTo>
                <a:cubicBezTo>
                  <a:pt x="61922" y="38205"/>
                  <a:pt x="62779" y="38605"/>
                  <a:pt x="62779" y="39405"/>
                </a:cubicBezTo>
                <a:cubicBezTo>
                  <a:pt x="62779" y="39948"/>
                  <a:pt x="62551" y="41148"/>
                  <a:pt x="62093" y="43005"/>
                </a:cubicBezTo>
                <a:cubicBezTo>
                  <a:pt x="61665" y="44863"/>
                  <a:pt x="60779" y="47234"/>
                  <a:pt x="59465" y="50178"/>
                </a:cubicBezTo>
                <a:cubicBezTo>
                  <a:pt x="58122" y="53092"/>
                  <a:pt x="56721" y="55293"/>
                  <a:pt x="55207" y="56807"/>
                </a:cubicBezTo>
                <a:cubicBezTo>
                  <a:pt x="54064" y="57950"/>
                  <a:pt x="52635" y="58864"/>
                  <a:pt x="50949" y="59579"/>
                </a:cubicBezTo>
                <a:cubicBezTo>
                  <a:pt x="50263" y="59779"/>
                  <a:pt x="49206" y="59865"/>
                  <a:pt x="47777" y="59865"/>
                </a:cubicBezTo>
                <a:cubicBezTo>
                  <a:pt x="44777" y="59865"/>
                  <a:pt x="42262" y="59179"/>
                  <a:pt x="40205" y="57864"/>
                </a:cubicBezTo>
                <a:cubicBezTo>
                  <a:pt x="38176" y="56521"/>
                  <a:pt x="36833" y="55150"/>
                  <a:pt x="36233" y="53750"/>
                </a:cubicBezTo>
                <a:lnTo>
                  <a:pt x="35433" y="51749"/>
                </a:lnTo>
                <a:cubicBezTo>
                  <a:pt x="35347" y="51664"/>
                  <a:pt x="35176" y="51721"/>
                  <a:pt x="34919" y="51892"/>
                </a:cubicBezTo>
                <a:cubicBezTo>
                  <a:pt x="34719" y="52064"/>
                  <a:pt x="34547" y="52235"/>
                  <a:pt x="34376" y="52435"/>
                </a:cubicBezTo>
                <a:cubicBezTo>
                  <a:pt x="29146" y="57379"/>
                  <a:pt x="23832" y="59865"/>
                  <a:pt x="18431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48" y="12087"/>
                </a:cubicBezTo>
                <a:cubicBezTo>
                  <a:pt x="41091" y="10658"/>
                  <a:pt x="40062" y="9115"/>
                  <a:pt x="38491" y="7429"/>
                </a:cubicBezTo>
                <a:cubicBezTo>
                  <a:pt x="36890" y="5744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887"/>
                </a:cubicBezTo>
                <a:cubicBezTo>
                  <a:pt x="20660" y="11630"/>
                  <a:pt x="18431" y="15202"/>
                  <a:pt x="16831" y="19631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62"/>
                  <a:pt x="11401" y="42148"/>
                  <a:pt x="11401" y="42862"/>
                </a:cubicBezTo>
                <a:cubicBezTo>
                  <a:pt x="11401" y="43577"/>
                  <a:pt x="11373" y="44120"/>
                  <a:pt x="11287" y="44463"/>
                </a:cubicBezTo>
                <a:cubicBezTo>
                  <a:pt x="11287" y="48435"/>
                  <a:pt x="12059" y="51178"/>
                  <a:pt x="13659" y="52692"/>
                </a:cubicBezTo>
                <a:cubicBezTo>
                  <a:pt x="15259" y="54178"/>
                  <a:pt x="17145" y="54978"/>
                  <a:pt x="19374" y="55093"/>
                </a:cubicBezTo>
                <a:cubicBezTo>
                  <a:pt x="22746" y="55093"/>
                  <a:pt x="26060" y="53607"/>
                  <a:pt x="29318" y="50692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48" y="29718"/>
                </a:cubicBezTo>
                <a:cubicBezTo>
                  <a:pt x="40977" y="20603"/>
                  <a:pt x="42120" y="15688"/>
                  <a:pt x="42205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96C45-05FF-4447-BFF5-2EDA1CA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317" y="3354876"/>
            <a:ext cx="24803" cy="59265"/>
          </a:xfrm>
          <a:custGeom xmlns:a="http://schemas.openxmlformats.org/drawingml/2006/main">
            <a:pathLst>
              <a:path w="24803" h="59265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602" y="0"/>
                  <a:pt x="17717" y="1572"/>
                  <a:pt x="20460" y="4686"/>
                </a:cubicBezTo>
                <a:cubicBezTo>
                  <a:pt x="23203" y="7830"/>
                  <a:pt x="24660" y="13316"/>
                  <a:pt x="24803" y="21203"/>
                </a:cubicBezTo>
                <a:cubicBezTo>
                  <a:pt x="24803" y="25603"/>
                  <a:pt x="24232" y="29832"/>
                  <a:pt x="23089" y="33976"/>
                </a:cubicBezTo>
                <a:cubicBezTo>
                  <a:pt x="21974" y="38090"/>
                  <a:pt x="20660" y="41662"/>
                  <a:pt x="19145" y="44691"/>
                </a:cubicBezTo>
                <a:cubicBezTo>
                  <a:pt x="17659" y="47692"/>
                  <a:pt x="16031" y="50235"/>
                  <a:pt x="14288" y="52378"/>
                </a:cubicBezTo>
                <a:cubicBezTo>
                  <a:pt x="12516" y="54493"/>
                  <a:pt x="11030" y="56178"/>
                  <a:pt x="9773" y="57436"/>
                </a:cubicBezTo>
                <a:cubicBezTo>
                  <a:pt x="8515" y="58693"/>
                  <a:pt x="7687" y="59265"/>
                  <a:pt x="7344" y="59122"/>
                </a:cubicBezTo>
                <a:cubicBezTo>
                  <a:pt x="6829" y="59122"/>
                  <a:pt x="6029" y="58550"/>
                  <a:pt x="4886" y="57436"/>
                </a:cubicBezTo>
                <a:cubicBezTo>
                  <a:pt x="3772" y="56321"/>
                  <a:pt x="3200" y="55493"/>
                  <a:pt x="3200" y="55007"/>
                </a:cubicBezTo>
                <a:cubicBezTo>
                  <a:pt x="3200" y="54493"/>
                  <a:pt x="3886" y="53492"/>
                  <a:pt x="5258" y="52006"/>
                </a:cubicBezTo>
                <a:cubicBezTo>
                  <a:pt x="6629" y="50492"/>
                  <a:pt x="8201" y="48606"/>
                  <a:pt x="9944" y="46377"/>
                </a:cubicBezTo>
                <a:cubicBezTo>
                  <a:pt x="11716" y="44120"/>
                  <a:pt x="13345" y="40977"/>
                  <a:pt x="14830" y="36976"/>
                </a:cubicBezTo>
                <a:cubicBezTo>
                  <a:pt x="16345" y="32976"/>
                  <a:pt x="17345" y="28404"/>
                  <a:pt x="17831" y="23260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46"/>
                  <a:pt x="17088" y="21460"/>
                  <a:pt x="16716" y="21574"/>
                </a:cubicBezTo>
                <a:cubicBezTo>
                  <a:pt x="16345" y="21717"/>
                  <a:pt x="15973" y="21888"/>
                  <a:pt x="15602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574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66E01-F20C-47F2-B1EC-D897118A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317" y="3354876"/>
            <a:ext cx="24803" cy="59265"/>
          </a:xfrm>
          <a:custGeom xmlns:a="http://schemas.openxmlformats.org/drawingml/2006/main">
            <a:pathLst>
              <a:path w="24803" h="59265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602" y="0"/>
                  <a:pt x="17717" y="1572"/>
                  <a:pt x="20460" y="4686"/>
                </a:cubicBezTo>
                <a:cubicBezTo>
                  <a:pt x="23203" y="7830"/>
                  <a:pt x="24660" y="13316"/>
                  <a:pt x="24803" y="21203"/>
                </a:cubicBezTo>
                <a:cubicBezTo>
                  <a:pt x="24803" y="25603"/>
                  <a:pt x="24232" y="29832"/>
                  <a:pt x="23089" y="33976"/>
                </a:cubicBezTo>
                <a:cubicBezTo>
                  <a:pt x="21974" y="38090"/>
                  <a:pt x="20660" y="41662"/>
                  <a:pt x="19145" y="44691"/>
                </a:cubicBezTo>
                <a:cubicBezTo>
                  <a:pt x="17659" y="47692"/>
                  <a:pt x="16031" y="50235"/>
                  <a:pt x="14288" y="52378"/>
                </a:cubicBezTo>
                <a:cubicBezTo>
                  <a:pt x="12516" y="54493"/>
                  <a:pt x="11030" y="56178"/>
                  <a:pt x="9773" y="57436"/>
                </a:cubicBezTo>
                <a:cubicBezTo>
                  <a:pt x="8515" y="58693"/>
                  <a:pt x="7687" y="59265"/>
                  <a:pt x="7344" y="59122"/>
                </a:cubicBezTo>
                <a:cubicBezTo>
                  <a:pt x="6829" y="59122"/>
                  <a:pt x="6029" y="58550"/>
                  <a:pt x="4886" y="57436"/>
                </a:cubicBezTo>
                <a:cubicBezTo>
                  <a:pt x="3772" y="56321"/>
                  <a:pt x="3200" y="55493"/>
                  <a:pt x="3200" y="55007"/>
                </a:cubicBezTo>
                <a:cubicBezTo>
                  <a:pt x="3200" y="54493"/>
                  <a:pt x="3886" y="53492"/>
                  <a:pt x="5258" y="52006"/>
                </a:cubicBezTo>
                <a:cubicBezTo>
                  <a:pt x="6629" y="50492"/>
                  <a:pt x="8201" y="48606"/>
                  <a:pt x="9944" y="46377"/>
                </a:cubicBezTo>
                <a:cubicBezTo>
                  <a:pt x="11716" y="44120"/>
                  <a:pt x="13345" y="40977"/>
                  <a:pt x="14830" y="36976"/>
                </a:cubicBezTo>
                <a:cubicBezTo>
                  <a:pt x="16345" y="32976"/>
                  <a:pt x="17345" y="28404"/>
                  <a:pt x="17831" y="23260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46"/>
                  <a:pt x="17088" y="21460"/>
                  <a:pt x="16716" y="21574"/>
                </a:cubicBezTo>
                <a:cubicBezTo>
                  <a:pt x="16345" y="21717"/>
                  <a:pt x="15973" y="21888"/>
                  <a:pt x="15602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574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D4AF5-CF97-4004-B39D-949D6799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669" y="3310757"/>
            <a:ext cx="104184" cy="50121"/>
          </a:xfrm>
          <a:custGeom xmlns:a="http://schemas.openxmlformats.org/drawingml/2006/main">
            <a:pathLst>
              <a:path w="104184" h="50121">
                <a:moveTo>
                  <a:pt x="0" y="6201"/>
                </a:moveTo>
                <a:cubicBezTo>
                  <a:pt x="0" y="6201"/>
                  <a:pt x="0" y="5372"/>
                  <a:pt x="0" y="3743"/>
                </a:cubicBezTo>
                <a:cubicBezTo>
                  <a:pt x="0" y="2115"/>
                  <a:pt x="857" y="886"/>
                  <a:pt x="2629" y="0"/>
                </a:cubicBezTo>
                <a:lnTo>
                  <a:pt x="101356" y="0"/>
                </a:lnTo>
                <a:cubicBezTo>
                  <a:pt x="102241" y="371"/>
                  <a:pt x="103184" y="1200"/>
                  <a:pt x="104184" y="2429"/>
                </a:cubicBezTo>
                <a:lnTo>
                  <a:pt x="104184" y="47663"/>
                </a:lnTo>
                <a:cubicBezTo>
                  <a:pt x="102556" y="49292"/>
                  <a:pt x="101298" y="50121"/>
                  <a:pt x="100413" y="50121"/>
                </a:cubicBezTo>
                <a:cubicBezTo>
                  <a:pt x="99927" y="50121"/>
                  <a:pt x="99498" y="50063"/>
                  <a:pt x="99098" y="49921"/>
                </a:cubicBezTo>
                <a:cubicBezTo>
                  <a:pt x="98727" y="49806"/>
                  <a:pt x="98412" y="49549"/>
                  <a:pt x="98155" y="49178"/>
                </a:cubicBezTo>
                <a:cubicBezTo>
                  <a:pt x="97927" y="48806"/>
                  <a:pt x="97669" y="48549"/>
                  <a:pt x="97412" y="48435"/>
                </a:cubicBezTo>
                <a:cubicBezTo>
                  <a:pt x="97184" y="48292"/>
                  <a:pt x="96984" y="48063"/>
                  <a:pt x="96869" y="47663"/>
                </a:cubicBezTo>
                <a:lnTo>
                  <a:pt x="96669" y="27603"/>
                </a:lnTo>
                <a:lnTo>
                  <a:pt x="96669" y="7515"/>
                </a:lnTo>
                <a:lnTo>
                  <a:pt x="2629" y="7515"/>
                </a:lnTo>
                <a:cubicBezTo>
                  <a:pt x="857" y="6629"/>
                  <a:pt x="0" y="5372"/>
                  <a:pt x="0" y="3743"/>
                </a:cubicBezTo>
                <a:lnTo>
                  <a:pt x="0" y="620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56D1A-FBF6-48C6-B6A0-E51131F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669" y="3310757"/>
            <a:ext cx="104184" cy="50121"/>
          </a:xfrm>
          <a:custGeom xmlns:a="http://schemas.openxmlformats.org/drawingml/2006/main">
            <a:pathLst>
              <a:path w="104184" h="50121" fill="none">
                <a:moveTo>
                  <a:pt x="0" y="6201"/>
                </a:moveTo>
                <a:cubicBezTo>
                  <a:pt x="0" y="6201"/>
                  <a:pt x="0" y="5372"/>
                  <a:pt x="0" y="3743"/>
                </a:cubicBezTo>
                <a:cubicBezTo>
                  <a:pt x="0" y="2115"/>
                  <a:pt x="857" y="886"/>
                  <a:pt x="2629" y="0"/>
                </a:cubicBezTo>
                <a:lnTo>
                  <a:pt x="101356" y="0"/>
                </a:lnTo>
                <a:cubicBezTo>
                  <a:pt x="102241" y="371"/>
                  <a:pt x="103184" y="1200"/>
                  <a:pt x="104184" y="2429"/>
                </a:cubicBezTo>
                <a:lnTo>
                  <a:pt x="104184" y="47663"/>
                </a:lnTo>
                <a:cubicBezTo>
                  <a:pt x="102556" y="49292"/>
                  <a:pt x="101298" y="50121"/>
                  <a:pt x="100413" y="50121"/>
                </a:cubicBezTo>
                <a:cubicBezTo>
                  <a:pt x="99927" y="50121"/>
                  <a:pt x="99498" y="50063"/>
                  <a:pt x="99098" y="49921"/>
                </a:cubicBezTo>
                <a:cubicBezTo>
                  <a:pt x="98727" y="49806"/>
                  <a:pt x="98412" y="49549"/>
                  <a:pt x="98155" y="49178"/>
                </a:cubicBezTo>
                <a:cubicBezTo>
                  <a:pt x="97927" y="48806"/>
                  <a:pt x="97669" y="48549"/>
                  <a:pt x="97412" y="48435"/>
                </a:cubicBezTo>
                <a:cubicBezTo>
                  <a:pt x="97184" y="48292"/>
                  <a:pt x="96984" y="48063"/>
                  <a:pt x="96869" y="47663"/>
                </a:cubicBezTo>
                <a:lnTo>
                  <a:pt x="96669" y="27603"/>
                </a:lnTo>
                <a:lnTo>
                  <a:pt x="96669" y="7515"/>
                </a:lnTo>
                <a:lnTo>
                  <a:pt x="2629" y="7515"/>
                </a:lnTo>
                <a:cubicBezTo>
                  <a:pt x="857" y="6629"/>
                  <a:pt x="0" y="5372"/>
                  <a:pt x="0" y="3743"/>
                </a:cubicBezTo>
                <a:lnTo>
                  <a:pt x="0" y="6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53AD9-AD08-46D4-954A-3444096D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742" y="3294612"/>
            <a:ext cx="74295" cy="85296"/>
          </a:xfrm>
          <a:custGeom xmlns:a="http://schemas.openxmlformats.org/drawingml/2006/main">
            <a:pathLst>
              <a:path w="74295" h="85296">
                <a:moveTo>
                  <a:pt x="0" y="53121"/>
                </a:moveTo>
                <a:cubicBezTo>
                  <a:pt x="0" y="39491"/>
                  <a:pt x="5372" y="27232"/>
                  <a:pt x="16145" y="16316"/>
                </a:cubicBezTo>
                <a:cubicBezTo>
                  <a:pt x="26918" y="5429"/>
                  <a:pt x="38548" y="0"/>
                  <a:pt x="51064" y="0"/>
                </a:cubicBezTo>
                <a:cubicBezTo>
                  <a:pt x="58064" y="0"/>
                  <a:pt x="63579" y="1514"/>
                  <a:pt x="67580" y="4515"/>
                </a:cubicBezTo>
                <a:cubicBezTo>
                  <a:pt x="71580" y="7515"/>
                  <a:pt x="73666" y="11459"/>
                  <a:pt x="73781" y="16316"/>
                </a:cubicBezTo>
                <a:cubicBezTo>
                  <a:pt x="73781" y="19945"/>
                  <a:pt x="72580" y="23031"/>
                  <a:pt x="70209" y="25517"/>
                </a:cubicBezTo>
                <a:cubicBezTo>
                  <a:pt x="67837" y="28032"/>
                  <a:pt x="64837" y="29347"/>
                  <a:pt x="61208" y="29489"/>
                </a:cubicBezTo>
                <a:cubicBezTo>
                  <a:pt x="58836" y="29489"/>
                  <a:pt x="56950" y="28861"/>
                  <a:pt x="55578" y="27575"/>
                </a:cubicBezTo>
                <a:cubicBezTo>
                  <a:pt x="54207" y="26346"/>
                  <a:pt x="53521" y="24460"/>
                  <a:pt x="53521" y="21974"/>
                </a:cubicBezTo>
                <a:cubicBezTo>
                  <a:pt x="53521" y="19460"/>
                  <a:pt x="54207" y="17345"/>
                  <a:pt x="55578" y="15573"/>
                </a:cubicBezTo>
                <a:cubicBezTo>
                  <a:pt x="56950" y="13830"/>
                  <a:pt x="58322" y="12516"/>
                  <a:pt x="59693" y="11630"/>
                </a:cubicBezTo>
                <a:cubicBezTo>
                  <a:pt x="61093" y="10744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51" y="9887"/>
                  <a:pt x="61379" y="9373"/>
                </a:cubicBezTo>
                <a:cubicBezTo>
                  <a:pt x="60636" y="8887"/>
                  <a:pt x="59322" y="8372"/>
                  <a:pt x="57464" y="7887"/>
                </a:cubicBezTo>
                <a:cubicBezTo>
                  <a:pt x="55578" y="7372"/>
                  <a:pt x="53435" y="7115"/>
                  <a:pt x="51064" y="7115"/>
                </a:cubicBezTo>
                <a:cubicBezTo>
                  <a:pt x="47320" y="7115"/>
                  <a:pt x="43748" y="8001"/>
                  <a:pt x="40376" y="9773"/>
                </a:cubicBezTo>
                <a:cubicBezTo>
                  <a:pt x="37748" y="10887"/>
                  <a:pt x="35062" y="12830"/>
                  <a:pt x="32290" y="15573"/>
                </a:cubicBezTo>
                <a:cubicBezTo>
                  <a:pt x="26803" y="21088"/>
                  <a:pt x="22774" y="28861"/>
                  <a:pt x="20288" y="38862"/>
                </a:cubicBezTo>
                <a:cubicBezTo>
                  <a:pt x="17774" y="48863"/>
                  <a:pt x="16459" y="56121"/>
                  <a:pt x="16345" y="60636"/>
                </a:cubicBezTo>
                <a:cubicBezTo>
                  <a:pt x="16345" y="66380"/>
                  <a:pt x="17974" y="70695"/>
                  <a:pt x="21231" y="73581"/>
                </a:cubicBezTo>
                <a:cubicBezTo>
                  <a:pt x="23974" y="76581"/>
                  <a:pt x="27603" y="78095"/>
                  <a:pt x="32090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22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52" y="60265"/>
                  <a:pt x="71152" y="60808"/>
                  <a:pt x="72266" y="61951"/>
                </a:cubicBezTo>
                <a:cubicBezTo>
                  <a:pt x="73409" y="63065"/>
                  <a:pt x="74038" y="63951"/>
                  <a:pt x="74152" y="64579"/>
                </a:cubicBezTo>
                <a:cubicBezTo>
                  <a:pt x="74295" y="65208"/>
                  <a:pt x="73723" y="66151"/>
                  <a:pt x="72466" y="67380"/>
                </a:cubicBezTo>
                <a:cubicBezTo>
                  <a:pt x="71209" y="68637"/>
                  <a:pt x="69409" y="70409"/>
                  <a:pt x="67037" y="72638"/>
                </a:cubicBezTo>
                <a:cubicBezTo>
                  <a:pt x="64637" y="74895"/>
                  <a:pt x="61836" y="76781"/>
                  <a:pt x="58579" y="78267"/>
                </a:cubicBezTo>
                <a:cubicBezTo>
                  <a:pt x="55321" y="79781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09"/>
                  <a:pt x="114" y="62379"/>
                  <a:pt x="0" y="53121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2AA4E-7D1A-418E-B831-90AF0254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742" y="3294612"/>
            <a:ext cx="74295" cy="85296"/>
          </a:xfrm>
          <a:custGeom xmlns:a="http://schemas.openxmlformats.org/drawingml/2006/main">
            <a:pathLst>
              <a:path w="74295" h="85296" fill="none">
                <a:moveTo>
                  <a:pt x="0" y="53121"/>
                </a:moveTo>
                <a:cubicBezTo>
                  <a:pt x="0" y="39491"/>
                  <a:pt x="5372" y="27232"/>
                  <a:pt x="16145" y="16316"/>
                </a:cubicBezTo>
                <a:cubicBezTo>
                  <a:pt x="26918" y="5429"/>
                  <a:pt x="38548" y="0"/>
                  <a:pt x="51064" y="0"/>
                </a:cubicBezTo>
                <a:cubicBezTo>
                  <a:pt x="58064" y="0"/>
                  <a:pt x="63579" y="1514"/>
                  <a:pt x="67580" y="4515"/>
                </a:cubicBezTo>
                <a:cubicBezTo>
                  <a:pt x="71580" y="7515"/>
                  <a:pt x="73666" y="11459"/>
                  <a:pt x="73781" y="16316"/>
                </a:cubicBezTo>
                <a:cubicBezTo>
                  <a:pt x="73781" y="19945"/>
                  <a:pt x="72580" y="23031"/>
                  <a:pt x="70209" y="25517"/>
                </a:cubicBezTo>
                <a:cubicBezTo>
                  <a:pt x="67837" y="28032"/>
                  <a:pt x="64837" y="29347"/>
                  <a:pt x="61208" y="29489"/>
                </a:cubicBezTo>
                <a:cubicBezTo>
                  <a:pt x="58836" y="29489"/>
                  <a:pt x="56950" y="28861"/>
                  <a:pt x="55578" y="27575"/>
                </a:cubicBezTo>
                <a:cubicBezTo>
                  <a:pt x="54207" y="26346"/>
                  <a:pt x="53521" y="24460"/>
                  <a:pt x="53521" y="21974"/>
                </a:cubicBezTo>
                <a:cubicBezTo>
                  <a:pt x="53521" y="19460"/>
                  <a:pt x="54207" y="17345"/>
                  <a:pt x="55578" y="15573"/>
                </a:cubicBezTo>
                <a:cubicBezTo>
                  <a:pt x="56950" y="13830"/>
                  <a:pt x="58322" y="12516"/>
                  <a:pt x="59693" y="11630"/>
                </a:cubicBezTo>
                <a:cubicBezTo>
                  <a:pt x="61093" y="10744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51" y="9887"/>
                  <a:pt x="61379" y="9373"/>
                </a:cubicBezTo>
                <a:cubicBezTo>
                  <a:pt x="60636" y="8887"/>
                  <a:pt x="59322" y="8372"/>
                  <a:pt x="57464" y="7887"/>
                </a:cubicBezTo>
                <a:cubicBezTo>
                  <a:pt x="55578" y="7372"/>
                  <a:pt x="53435" y="7115"/>
                  <a:pt x="51064" y="7115"/>
                </a:cubicBezTo>
                <a:cubicBezTo>
                  <a:pt x="47320" y="7115"/>
                  <a:pt x="43748" y="8001"/>
                  <a:pt x="40376" y="9773"/>
                </a:cubicBezTo>
                <a:cubicBezTo>
                  <a:pt x="37748" y="10887"/>
                  <a:pt x="35062" y="12830"/>
                  <a:pt x="32290" y="15573"/>
                </a:cubicBezTo>
                <a:cubicBezTo>
                  <a:pt x="26803" y="21088"/>
                  <a:pt x="22774" y="28861"/>
                  <a:pt x="20288" y="38862"/>
                </a:cubicBezTo>
                <a:cubicBezTo>
                  <a:pt x="17774" y="48863"/>
                  <a:pt x="16459" y="56121"/>
                  <a:pt x="16345" y="60636"/>
                </a:cubicBezTo>
                <a:cubicBezTo>
                  <a:pt x="16345" y="66380"/>
                  <a:pt x="17974" y="70695"/>
                  <a:pt x="21231" y="73581"/>
                </a:cubicBezTo>
                <a:cubicBezTo>
                  <a:pt x="23974" y="76581"/>
                  <a:pt x="27603" y="78095"/>
                  <a:pt x="32090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22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52" y="60265"/>
                  <a:pt x="71152" y="60808"/>
                  <a:pt x="72266" y="61951"/>
                </a:cubicBezTo>
                <a:cubicBezTo>
                  <a:pt x="73409" y="63065"/>
                  <a:pt x="74038" y="63951"/>
                  <a:pt x="74152" y="64579"/>
                </a:cubicBezTo>
                <a:cubicBezTo>
                  <a:pt x="74295" y="65208"/>
                  <a:pt x="73723" y="66151"/>
                  <a:pt x="72466" y="67380"/>
                </a:cubicBezTo>
                <a:cubicBezTo>
                  <a:pt x="71209" y="68637"/>
                  <a:pt x="69409" y="70409"/>
                  <a:pt x="67037" y="72638"/>
                </a:cubicBezTo>
                <a:cubicBezTo>
                  <a:pt x="64637" y="74895"/>
                  <a:pt x="61836" y="76781"/>
                  <a:pt x="58579" y="78267"/>
                </a:cubicBezTo>
                <a:cubicBezTo>
                  <a:pt x="55321" y="79781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09"/>
                  <a:pt x="114" y="62379"/>
                  <a:pt x="0" y="531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CD54D-3BC0-4BE9-BB3B-520B1F01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038" y="3317357"/>
            <a:ext cx="55864" cy="91297"/>
          </a:xfrm>
          <a:custGeom xmlns:a="http://schemas.openxmlformats.org/drawingml/2006/main">
            <a:pathLst>
              <a:path w="55864" h="91297">
                <a:moveTo>
                  <a:pt x="7544" y="10744"/>
                </a:moveTo>
                <a:cubicBezTo>
                  <a:pt x="12487" y="3572"/>
                  <a:pt x="19288" y="0"/>
                  <a:pt x="27861" y="0"/>
                </a:cubicBezTo>
                <a:cubicBezTo>
                  <a:pt x="32090" y="0"/>
                  <a:pt x="36347" y="1143"/>
                  <a:pt x="40605" y="3458"/>
                </a:cubicBezTo>
                <a:cubicBezTo>
                  <a:pt x="44834" y="5744"/>
                  <a:pt x="48292" y="9801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50" y="70123"/>
                  <a:pt x="50149" y="77381"/>
                </a:cubicBezTo>
                <a:cubicBezTo>
                  <a:pt x="48377" y="81096"/>
                  <a:pt x="45949" y="84039"/>
                  <a:pt x="42862" y="86268"/>
                </a:cubicBezTo>
                <a:cubicBezTo>
                  <a:pt x="39748" y="88468"/>
                  <a:pt x="37062" y="89840"/>
                  <a:pt x="34747" y="90383"/>
                </a:cubicBezTo>
                <a:cubicBezTo>
                  <a:pt x="32461" y="90926"/>
                  <a:pt x="30204" y="91211"/>
                  <a:pt x="28004" y="91297"/>
                </a:cubicBezTo>
                <a:cubicBezTo>
                  <a:pt x="25689" y="91297"/>
                  <a:pt x="23374" y="91040"/>
                  <a:pt x="21088" y="90526"/>
                </a:cubicBezTo>
                <a:cubicBezTo>
                  <a:pt x="18774" y="89983"/>
                  <a:pt x="16088" y="88583"/>
                  <a:pt x="13002" y="86268"/>
                </a:cubicBezTo>
                <a:cubicBezTo>
                  <a:pt x="9887" y="83953"/>
                  <a:pt x="7458" y="81010"/>
                  <a:pt x="5686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18"/>
                  <a:pt x="2515" y="18802"/>
                  <a:pt x="7544" y="10744"/>
                </a:cubicBezTo>
                <a:close/>
                <a:moveTo>
                  <a:pt x="37405" y="9144"/>
                </a:moveTo>
                <a:cubicBezTo>
                  <a:pt x="34747" y="6315"/>
                  <a:pt x="31633" y="4886"/>
                  <a:pt x="28004" y="4886"/>
                </a:cubicBezTo>
                <a:cubicBezTo>
                  <a:pt x="24289" y="4886"/>
                  <a:pt x="21088" y="6315"/>
                  <a:pt x="18431" y="9144"/>
                </a:cubicBezTo>
                <a:cubicBezTo>
                  <a:pt x="16231" y="11459"/>
                  <a:pt x="14745" y="14630"/>
                  <a:pt x="14059" y="18717"/>
                </a:cubicBezTo>
                <a:cubicBezTo>
                  <a:pt x="13345" y="22774"/>
                  <a:pt x="13002" y="31261"/>
                  <a:pt x="13002" y="44177"/>
                </a:cubicBezTo>
                <a:cubicBezTo>
                  <a:pt x="13002" y="58179"/>
                  <a:pt x="13345" y="67380"/>
                  <a:pt x="14059" y="71780"/>
                </a:cubicBezTo>
                <a:cubicBezTo>
                  <a:pt x="14745" y="76238"/>
                  <a:pt x="16345" y="79724"/>
                  <a:pt x="18831" y="82296"/>
                </a:cubicBezTo>
                <a:cubicBezTo>
                  <a:pt x="21317" y="84953"/>
                  <a:pt x="24374" y="86268"/>
                  <a:pt x="28004" y="86268"/>
                </a:cubicBezTo>
                <a:cubicBezTo>
                  <a:pt x="31518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777" y="71123"/>
                </a:cubicBezTo>
                <a:cubicBezTo>
                  <a:pt x="42405" y="66351"/>
                  <a:pt x="42748" y="57379"/>
                  <a:pt x="42862" y="44177"/>
                </a:cubicBezTo>
                <a:cubicBezTo>
                  <a:pt x="42862" y="31375"/>
                  <a:pt x="42491" y="22917"/>
                  <a:pt x="41777" y="18831"/>
                </a:cubicBezTo>
                <a:cubicBezTo>
                  <a:pt x="41091" y="14773"/>
                  <a:pt x="39634" y="11544"/>
                  <a:pt x="37405" y="9144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96208-45DC-4798-B22E-C60CAA8F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038" y="3317357"/>
            <a:ext cx="55864" cy="91297"/>
          </a:xfrm>
          <a:custGeom xmlns:a="http://schemas.openxmlformats.org/drawingml/2006/main">
            <a:pathLst>
              <a:path w="55864" h="91297" fill="none">
                <a:moveTo>
                  <a:pt x="7544" y="10744"/>
                </a:moveTo>
                <a:cubicBezTo>
                  <a:pt x="12487" y="3572"/>
                  <a:pt x="19288" y="0"/>
                  <a:pt x="27861" y="0"/>
                </a:cubicBezTo>
                <a:cubicBezTo>
                  <a:pt x="32090" y="0"/>
                  <a:pt x="36347" y="1143"/>
                  <a:pt x="40605" y="3458"/>
                </a:cubicBezTo>
                <a:cubicBezTo>
                  <a:pt x="44834" y="5744"/>
                  <a:pt x="48292" y="9801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50" y="70123"/>
                  <a:pt x="50149" y="77381"/>
                </a:cubicBezTo>
                <a:cubicBezTo>
                  <a:pt x="48377" y="81096"/>
                  <a:pt x="45949" y="84039"/>
                  <a:pt x="42862" y="86268"/>
                </a:cubicBezTo>
                <a:cubicBezTo>
                  <a:pt x="39748" y="88468"/>
                  <a:pt x="37062" y="89840"/>
                  <a:pt x="34747" y="90383"/>
                </a:cubicBezTo>
                <a:cubicBezTo>
                  <a:pt x="32461" y="90926"/>
                  <a:pt x="30204" y="91211"/>
                  <a:pt x="28004" y="91297"/>
                </a:cubicBezTo>
                <a:cubicBezTo>
                  <a:pt x="25689" y="91297"/>
                  <a:pt x="23374" y="91040"/>
                  <a:pt x="21088" y="90526"/>
                </a:cubicBezTo>
                <a:cubicBezTo>
                  <a:pt x="18774" y="89983"/>
                  <a:pt x="16088" y="88583"/>
                  <a:pt x="13002" y="86268"/>
                </a:cubicBezTo>
                <a:cubicBezTo>
                  <a:pt x="9887" y="83953"/>
                  <a:pt x="7458" y="81010"/>
                  <a:pt x="5686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18"/>
                  <a:pt x="2515" y="18802"/>
                  <a:pt x="7544" y="10744"/>
                </a:cubicBezTo>
                <a:close/>
                <a:moveTo>
                  <a:pt x="37405" y="9144"/>
                </a:moveTo>
                <a:cubicBezTo>
                  <a:pt x="34747" y="6315"/>
                  <a:pt x="31633" y="4886"/>
                  <a:pt x="28004" y="4886"/>
                </a:cubicBezTo>
                <a:cubicBezTo>
                  <a:pt x="24289" y="4886"/>
                  <a:pt x="21088" y="6315"/>
                  <a:pt x="18431" y="9144"/>
                </a:cubicBezTo>
                <a:cubicBezTo>
                  <a:pt x="16231" y="11459"/>
                  <a:pt x="14745" y="14630"/>
                  <a:pt x="14059" y="18717"/>
                </a:cubicBezTo>
                <a:cubicBezTo>
                  <a:pt x="13345" y="22774"/>
                  <a:pt x="13002" y="31261"/>
                  <a:pt x="13002" y="44177"/>
                </a:cubicBezTo>
                <a:cubicBezTo>
                  <a:pt x="13002" y="58179"/>
                  <a:pt x="13345" y="67380"/>
                  <a:pt x="14059" y="71780"/>
                </a:cubicBezTo>
                <a:cubicBezTo>
                  <a:pt x="14745" y="76238"/>
                  <a:pt x="16345" y="79724"/>
                  <a:pt x="18831" y="82296"/>
                </a:cubicBezTo>
                <a:cubicBezTo>
                  <a:pt x="21317" y="84953"/>
                  <a:pt x="24374" y="86268"/>
                  <a:pt x="28004" y="86268"/>
                </a:cubicBezTo>
                <a:cubicBezTo>
                  <a:pt x="31518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777" y="71123"/>
                </a:cubicBezTo>
                <a:cubicBezTo>
                  <a:pt x="42405" y="66351"/>
                  <a:pt x="42748" y="57379"/>
                  <a:pt x="42862" y="44177"/>
                </a:cubicBezTo>
                <a:cubicBezTo>
                  <a:pt x="42862" y="31375"/>
                  <a:pt x="42491" y="22917"/>
                  <a:pt x="41777" y="18831"/>
                </a:cubicBezTo>
                <a:cubicBezTo>
                  <a:pt x="41091" y="14773"/>
                  <a:pt x="39634" y="11544"/>
                  <a:pt x="37405" y="9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51BA2-085A-4622-93C6-AFAF5147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934" y="3236776"/>
            <a:ext cx="42005" cy="187738"/>
          </a:xfrm>
          <a:custGeom xmlns:a="http://schemas.openxmlformats.org/drawingml/2006/main">
            <a:pathLst>
              <a:path w="42005" h="187738">
                <a:moveTo>
                  <a:pt x="0" y="3400"/>
                </a:moveTo>
                <a:cubicBezTo>
                  <a:pt x="114" y="2515"/>
                  <a:pt x="514" y="1772"/>
                  <a:pt x="1143" y="1143"/>
                </a:cubicBezTo>
                <a:cubicBezTo>
                  <a:pt x="1772" y="514"/>
                  <a:pt x="2629" y="143"/>
                  <a:pt x="3743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15" y="2772"/>
                  <a:pt x="13202" y="18174"/>
                  <a:pt x="24603" y="48063"/>
                </a:cubicBezTo>
                <a:cubicBezTo>
                  <a:pt x="36004" y="77981"/>
                  <a:pt x="41748" y="93240"/>
                  <a:pt x="41862" y="93869"/>
                </a:cubicBezTo>
                <a:cubicBezTo>
                  <a:pt x="42005" y="94498"/>
                  <a:pt x="36319" y="109757"/>
                  <a:pt x="24775" y="139675"/>
                </a:cubicBezTo>
                <a:cubicBezTo>
                  <a:pt x="13259" y="169593"/>
                  <a:pt x="7315" y="184995"/>
                  <a:pt x="6944" y="185852"/>
                </a:cubicBezTo>
                <a:cubicBezTo>
                  <a:pt x="6086" y="187109"/>
                  <a:pt x="5001" y="187738"/>
                  <a:pt x="3743" y="187738"/>
                </a:cubicBezTo>
                <a:cubicBezTo>
                  <a:pt x="2772" y="187738"/>
                  <a:pt x="1943" y="187423"/>
                  <a:pt x="1314" y="186823"/>
                </a:cubicBezTo>
                <a:cubicBezTo>
                  <a:pt x="686" y="186166"/>
                  <a:pt x="257" y="185366"/>
                  <a:pt x="0" y="184366"/>
                </a:cubicBezTo>
                <a:cubicBezTo>
                  <a:pt x="0" y="183737"/>
                  <a:pt x="5629" y="168535"/>
                  <a:pt x="16916" y="138760"/>
                </a:cubicBezTo>
                <a:cubicBezTo>
                  <a:pt x="28289" y="109099"/>
                  <a:pt x="33976" y="94126"/>
                  <a:pt x="33976" y="93869"/>
                </a:cubicBezTo>
                <a:cubicBezTo>
                  <a:pt x="33976" y="93640"/>
                  <a:pt x="28289" y="78667"/>
                  <a:pt x="16916" y="49006"/>
                </a:cubicBezTo>
                <a:cubicBezTo>
                  <a:pt x="5629" y="19231"/>
                  <a:pt x="0" y="4029"/>
                  <a:pt x="0" y="340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FA978-7D03-4C0A-A751-382BF331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934" y="3236776"/>
            <a:ext cx="42005" cy="187738"/>
          </a:xfrm>
          <a:custGeom xmlns:a="http://schemas.openxmlformats.org/drawingml/2006/main">
            <a:pathLst>
              <a:path w="42005" h="187738" fill="none">
                <a:moveTo>
                  <a:pt x="0" y="3400"/>
                </a:moveTo>
                <a:cubicBezTo>
                  <a:pt x="114" y="2515"/>
                  <a:pt x="514" y="1772"/>
                  <a:pt x="1143" y="1143"/>
                </a:cubicBezTo>
                <a:cubicBezTo>
                  <a:pt x="1772" y="514"/>
                  <a:pt x="2629" y="143"/>
                  <a:pt x="3743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15" y="2772"/>
                  <a:pt x="13202" y="18174"/>
                  <a:pt x="24603" y="48063"/>
                </a:cubicBezTo>
                <a:cubicBezTo>
                  <a:pt x="36004" y="77981"/>
                  <a:pt x="41748" y="93240"/>
                  <a:pt x="41862" y="93869"/>
                </a:cubicBezTo>
                <a:cubicBezTo>
                  <a:pt x="42005" y="94498"/>
                  <a:pt x="36319" y="109757"/>
                  <a:pt x="24775" y="139675"/>
                </a:cubicBezTo>
                <a:cubicBezTo>
                  <a:pt x="13259" y="169593"/>
                  <a:pt x="7315" y="184995"/>
                  <a:pt x="6944" y="185852"/>
                </a:cubicBezTo>
                <a:cubicBezTo>
                  <a:pt x="6086" y="187109"/>
                  <a:pt x="5001" y="187738"/>
                  <a:pt x="3743" y="187738"/>
                </a:cubicBezTo>
                <a:cubicBezTo>
                  <a:pt x="2772" y="187738"/>
                  <a:pt x="1943" y="187423"/>
                  <a:pt x="1314" y="186823"/>
                </a:cubicBezTo>
                <a:cubicBezTo>
                  <a:pt x="686" y="186166"/>
                  <a:pt x="257" y="185366"/>
                  <a:pt x="0" y="184366"/>
                </a:cubicBezTo>
                <a:cubicBezTo>
                  <a:pt x="0" y="183737"/>
                  <a:pt x="5629" y="168535"/>
                  <a:pt x="16916" y="138760"/>
                </a:cubicBezTo>
                <a:cubicBezTo>
                  <a:pt x="28289" y="109099"/>
                  <a:pt x="33976" y="94126"/>
                  <a:pt x="33976" y="93869"/>
                </a:cubicBezTo>
                <a:cubicBezTo>
                  <a:pt x="33976" y="93640"/>
                  <a:pt x="28289" y="78667"/>
                  <a:pt x="16916" y="49006"/>
                </a:cubicBezTo>
                <a:cubicBezTo>
                  <a:pt x="5629" y="19231"/>
                  <a:pt x="0" y="4029"/>
                  <a:pt x="0" y="3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D60DB-B71B-47E4-B86B-F34400C1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736" y="1456411"/>
            <a:ext cx="193367" cy="99698"/>
          </a:xfrm>
          <a:custGeom xmlns:a="http://schemas.openxmlformats.org/drawingml/2006/main">
            <a:pathLst>
              <a:path w="193367" h="99698" fill="none">
                <a:moveTo>
                  <a:pt x="0" y="0"/>
                </a:moveTo>
                <a:lnTo>
                  <a:pt x="193367" y="99698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D4041-09B6-4055-8FBB-BDF0F5F8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043" y="1530077"/>
            <a:ext cx="52035" cy="41977"/>
          </a:xfrm>
          <a:custGeom xmlns:a="http://schemas.openxmlformats.org/drawingml/2006/main">
            <a:pathLst>
              <a:path w="52035" h="41977">
                <a:moveTo>
                  <a:pt x="52035" y="41977"/>
                </a:moveTo>
                <a:lnTo>
                  <a:pt x="0" y="41348"/>
                </a:lnTo>
                <a:lnTo>
                  <a:pt x="21060" y="26032"/>
                </a:lnTo>
                <a:lnTo>
                  <a:pt x="21374" y="0"/>
                </a:lnTo>
                <a:lnTo>
                  <a:pt x="52035" y="419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8F817-3AB4-4E7A-9FC7-CADB0258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043" y="1530077"/>
            <a:ext cx="52035" cy="41977"/>
          </a:xfrm>
          <a:custGeom xmlns:a="http://schemas.openxmlformats.org/drawingml/2006/main">
            <a:pathLst>
              <a:path w="52035" h="41977" fill="none">
                <a:moveTo>
                  <a:pt x="52035" y="41977"/>
                </a:moveTo>
                <a:lnTo>
                  <a:pt x="0" y="41348"/>
                </a:lnTo>
                <a:lnTo>
                  <a:pt x="21060" y="26032"/>
                </a:lnTo>
                <a:lnTo>
                  <a:pt x="21374" y="0"/>
                </a:lnTo>
                <a:lnTo>
                  <a:pt x="52035" y="419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3ED65-C62E-4CD4-BE51-99C02BE2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741" y="1378829"/>
            <a:ext cx="41977" cy="187738"/>
          </a:xfrm>
          <a:custGeom xmlns:a="http://schemas.openxmlformats.org/drawingml/2006/main">
            <a:pathLst>
              <a:path w="41977" h="187738">
                <a:moveTo>
                  <a:pt x="41977" y="184337"/>
                </a:moveTo>
                <a:cubicBezTo>
                  <a:pt x="41862" y="185223"/>
                  <a:pt x="41462" y="185966"/>
                  <a:pt x="40862" y="186595"/>
                </a:cubicBezTo>
                <a:cubicBezTo>
                  <a:pt x="40234" y="187223"/>
                  <a:pt x="39348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66"/>
                  <a:pt x="28775" y="169564"/>
                  <a:pt x="17374" y="139675"/>
                </a:cubicBezTo>
                <a:cubicBezTo>
                  <a:pt x="6001" y="109757"/>
                  <a:pt x="229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29"/>
                  <a:pt x="36033" y="686"/>
                  <a:pt x="36919" y="171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19" y="1114"/>
                  <a:pt x="41977" y="3372"/>
                </a:cubicBezTo>
                <a:cubicBezTo>
                  <a:pt x="41977" y="4001"/>
                  <a:pt x="36347" y="19202"/>
                  <a:pt x="25089" y="49006"/>
                </a:cubicBezTo>
                <a:cubicBezTo>
                  <a:pt x="13687" y="78638"/>
                  <a:pt x="8001" y="93612"/>
                  <a:pt x="8001" y="93869"/>
                </a:cubicBezTo>
                <a:cubicBezTo>
                  <a:pt x="8001" y="94097"/>
                  <a:pt x="13687" y="109071"/>
                  <a:pt x="25089" y="138732"/>
                </a:cubicBezTo>
                <a:cubicBezTo>
                  <a:pt x="36347" y="168507"/>
                  <a:pt x="41977" y="183709"/>
                  <a:pt x="41977" y="18433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465D6-8E84-4550-B447-6D9E8DE0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741" y="1378829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41977" y="184337"/>
                </a:moveTo>
                <a:cubicBezTo>
                  <a:pt x="41862" y="185223"/>
                  <a:pt x="41462" y="185966"/>
                  <a:pt x="40862" y="186595"/>
                </a:cubicBezTo>
                <a:cubicBezTo>
                  <a:pt x="40234" y="187223"/>
                  <a:pt x="39348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66"/>
                  <a:pt x="28775" y="169564"/>
                  <a:pt x="17374" y="139675"/>
                </a:cubicBezTo>
                <a:cubicBezTo>
                  <a:pt x="6001" y="109757"/>
                  <a:pt x="229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29"/>
                  <a:pt x="36033" y="686"/>
                  <a:pt x="36919" y="171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19" y="1114"/>
                  <a:pt x="41977" y="3372"/>
                </a:cubicBezTo>
                <a:cubicBezTo>
                  <a:pt x="41977" y="4001"/>
                  <a:pt x="36347" y="19202"/>
                  <a:pt x="25089" y="49006"/>
                </a:cubicBezTo>
                <a:cubicBezTo>
                  <a:pt x="13687" y="78638"/>
                  <a:pt x="8001" y="93612"/>
                  <a:pt x="8001" y="93869"/>
                </a:cubicBezTo>
                <a:cubicBezTo>
                  <a:pt x="8001" y="94097"/>
                  <a:pt x="13687" y="109071"/>
                  <a:pt x="25089" y="138732"/>
                </a:cubicBezTo>
                <a:cubicBezTo>
                  <a:pt x="36347" y="168507"/>
                  <a:pt x="41977" y="183709"/>
                  <a:pt x="41977" y="184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BBD75-4B1A-4C86-9D90-97A9E48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176" y="1392517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72" y="45063"/>
                </a:moveTo>
                <a:cubicBezTo>
                  <a:pt x="1200" y="45063"/>
                  <a:pt x="0" y="44577"/>
                  <a:pt x="0" y="43577"/>
                </a:cubicBezTo>
                <a:cubicBezTo>
                  <a:pt x="0" y="42948"/>
                  <a:pt x="1000" y="39433"/>
                  <a:pt x="3000" y="33061"/>
                </a:cubicBezTo>
                <a:cubicBezTo>
                  <a:pt x="5001" y="26660"/>
                  <a:pt x="7144" y="20345"/>
                  <a:pt x="9373" y="14087"/>
                </a:cubicBezTo>
                <a:lnTo>
                  <a:pt x="12573" y="4886"/>
                </a:lnTo>
                <a:cubicBezTo>
                  <a:pt x="13202" y="2657"/>
                  <a:pt x="14030" y="1029"/>
                  <a:pt x="15030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45" y="314"/>
                  <a:pt x="128102" y="886"/>
                  <a:pt x="128216" y="1886"/>
                </a:cubicBezTo>
                <a:cubicBezTo>
                  <a:pt x="128216" y="2657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00" y="44120"/>
                </a:cubicBezTo>
                <a:lnTo>
                  <a:pt x="114129" y="43577"/>
                </a:lnTo>
                <a:cubicBezTo>
                  <a:pt x="114129" y="42805"/>
                  <a:pt x="114500" y="40005"/>
                  <a:pt x="115272" y="35119"/>
                </a:cubicBezTo>
                <a:cubicBezTo>
                  <a:pt x="116015" y="30232"/>
                  <a:pt x="116386" y="26432"/>
                  <a:pt x="116386" y="23660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71" y="9916"/>
                  <a:pt x="103613" y="9030"/>
                </a:cubicBezTo>
                <a:cubicBezTo>
                  <a:pt x="103013" y="8887"/>
                  <a:pt x="99384" y="8773"/>
                  <a:pt x="92754" y="8658"/>
                </a:cubicBezTo>
                <a:cubicBezTo>
                  <a:pt x="86982" y="8658"/>
                  <a:pt x="83353" y="8715"/>
                  <a:pt x="81839" y="8830"/>
                </a:cubicBezTo>
                <a:cubicBezTo>
                  <a:pt x="80353" y="8973"/>
                  <a:pt x="79238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526"/>
                  <a:pt x="52006" y="115214"/>
                  <a:pt x="52006" y="115843"/>
                </a:cubicBezTo>
                <a:cubicBezTo>
                  <a:pt x="52006" y="117358"/>
                  <a:pt x="57493" y="118215"/>
                  <a:pt x="68523" y="118472"/>
                </a:cubicBezTo>
                <a:cubicBezTo>
                  <a:pt x="72523" y="118472"/>
                  <a:pt x="75095" y="118529"/>
                  <a:pt x="76210" y="118643"/>
                </a:cubicBezTo>
                <a:cubicBezTo>
                  <a:pt x="77353" y="118786"/>
                  <a:pt x="77895" y="119358"/>
                  <a:pt x="77895" y="120358"/>
                </a:cubicBezTo>
                <a:cubicBezTo>
                  <a:pt x="77895" y="120987"/>
                  <a:pt x="77724" y="121844"/>
                  <a:pt x="77353" y="122987"/>
                </a:cubicBezTo>
                <a:cubicBezTo>
                  <a:pt x="76838" y="125216"/>
                  <a:pt x="76267" y="126559"/>
                  <a:pt x="75667" y="126902"/>
                </a:cubicBezTo>
                <a:lnTo>
                  <a:pt x="75267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22" y="126787"/>
                  <a:pt x="49863" y="126730"/>
                  <a:pt x="38862" y="126730"/>
                </a:cubicBezTo>
                <a:cubicBezTo>
                  <a:pt x="22717" y="126730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15" y="125787"/>
                  <a:pt x="4115" y="125416"/>
                </a:cubicBezTo>
                <a:cubicBezTo>
                  <a:pt x="4115" y="125044"/>
                  <a:pt x="4258" y="123901"/>
                  <a:pt x="4515" y="122044"/>
                </a:cubicBezTo>
                <a:cubicBezTo>
                  <a:pt x="5001" y="120415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43"/>
                  <a:pt x="31775" y="116586"/>
                  <a:pt x="31918" y="116586"/>
                </a:cubicBezTo>
                <a:cubicBezTo>
                  <a:pt x="32547" y="116215"/>
                  <a:pt x="33147" y="114957"/>
                  <a:pt x="33776" y="112843"/>
                </a:cubicBezTo>
                <a:cubicBezTo>
                  <a:pt x="34433" y="110700"/>
                  <a:pt x="36919" y="100870"/>
                  <a:pt x="41291" y="83382"/>
                </a:cubicBezTo>
                <a:cubicBezTo>
                  <a:pt x="43434" y="74867"/>
                  <a:pt x="45177" y="67923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34" y="8830"/>
                  <a:pt x="34547" y="9201"/>
                  <a:pt x="31918" y="9944"/>
                </a:cubicBezTo>
                <a:cubicBezTo>
                  <a:pt x="26289" y="11230"/>
                  <a:pt x="21888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44" y="42205"/>
                  <a:pt x="7144" y="43805"/>
                  <a:pt x="6772" y="44320"/>
                </a:cubicBezTo>
                <a:cubicBezTo>
                  <a:pt x="6372" y="44806"/>
                  <a:pt x="5486" y="45063"/>
                  <a:pt x="4115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7CC7D-D230-4A73-ABB5-51A55DED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176" y="1392517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72" y="45063"/>
                </a:moveTo>
                <a:cubicBezTo>
                  <a:pt x="1200" y="45063"/>
                  <a:pt x="0" y="44577"/>
                  <a:pt x="0" y="43577"/>
                </a:cubicBezTo>
                <a:cubicBezTo>
                  <a:pt x="0" y="42948"/>
                  <a:pt x="1000" y="39433"/>
                  <a:pt x="3000" y="33061"/>
                </a:cubicBezTo>
                <a:cubicBezTo>
                  <a:pt x="5001" y="26660"/>
                  <a:pt x="7144" y="20345"/>
                  <a:pt x="9373" y="14087"/>
                </a:cubicBezTo>
                <a:lnTo>
                  <a:pt x="12573" y="4886"/>
                </a:lnTo>
                <a:cubicBezTo>
                  <a:pt x="13202" y="2657"/>
                  <a:pt x="14030" y="1029"/>
                  <a:pt x="15030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45" y="314"/>
                  <a:pt x="128102" y="886"/>
                  <a:pt x="128216" y="1886"/>
                </a:cubicBezTo>
                <a:cubicBezTo>
                  <a:pt x="128216" y="2657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00" y="44120"/>
                </a:cubicBezTo>
                <a:lnTo>
                  <a:pt x="114129" y="43577"/>
                </a:lnTo>
                <a:cubicBezTo>
                  <a:pt x="114129" y="42805"/>
                  <a:pt x="114500" y="40005"/>
                  <a:pt x="115272" y="35119"/>
                </a:cubicBezTo>
                <a:cubicBezTo>
                  <a:pt x="116015" y="30232"/>
                  <a:pt x="116386" y="26432"/>
                  <a:pt x="116386" y="23660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71" y="9916"/>
                  <a:pt x="103613" y="9030"/>
                </a:cubicBezTo>
                <a:cubicBezTo>
                  <a:pt x="103013" y="8887"/>
                  <a:pt x="99384" y="8773"/>
                  <a:pt x="92754" y="8658"/>
                </a:cubicBezTo>
                <a:cubicBezTo>
                  <a:pt x="86982" y="8658"/>
                  <a:pt x="83353" y="8715"/>
                  <a:pt x="81839" y="8830"/>
                </a:cubicBezTo>
                <a:cubicBezTo>
                  <a:pt x="80353" y="8973"/>
                  <a:pt x="79238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526"/>
                  <a:pt x="52006" y="115214"/>
                  <a:pt x="52006" y="115843"/>
                </a:cubicBezTo>
                <a:cubicBezTo>
                  <a:pt x="52006" y="117358"/>
                  <a:pt x="57493" y="118215"/>
                  <a:pt x="68523" y="118472"/>
                </a:cubicBezTo>
                <a:cubicBezTo>
                  <a:pt x="72523" y="118472"/>
                  <a:pt x="75095" y="118529"/>
                  <a:pt x="76210" y="118643"/>
                </a:cubicBezTo>
                <a:cubicBezTo>
                  <a:pt x="77353" y="118786"/>
                  <a:pt x="77895" y="119358"/>
                  <a:pt x="77895" y="120358"/>
                </a:cubicBezTo>
                <a:cubicBezTo>
                  <a:pt x="77895" y="120987"/>
                  <a:pt x="77724" y="121844"/>
                  <a:pt x="77353" y="122987"/>
                </a:cubicBezTo>
                <a:cubicBezTo>
                  <a:pt x="76838" y="125216"/>
                  <a:pt x="76267" y="126559"/>
                  <a:pt x="75667" y="126902"/>
                </a:cubicBezTo>
                <a:lnTo>
                  <a:pt x="75267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22" y="126787"/>
                  <a:pt x="49863" y="126730"/>
                  <a:pt x="38862" y="126730"/>
                </a:cubicBezTo>
                <a:cubicBezTo>
                  <a:pt x="22717" y="126730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15" y="125787"/>
                  <a:pt x="4115" y="125416"/>
                </a:cubicBezTo>
                <a:cubicBezTo>
                  <a:pt x="4115" y="125044"/>
                  <a:pt x="4258" y="123901"/>
                  <a:pt x="4515" y="122044"/>
                </a:cubicBezTo>
                <a:cubicBezTo>
                  <a:pt x="5001" y="120415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43"/>
                  <a:pt x="31775" y="116586"/>
                  <a:pt x="31918" y="116586"/>
                </a:cubicBezTo>
                <a:cubicBezTo>
                  <a:pt x="32547" y="116215"/>
                  <a:pt x="33147" y="114957"/>
                  <a:pt x="33776" y="112843"/>
                </a:cubicBezTo>
                <a:cubicBezTo>
                  <a:pt x="34433" y="110700"/>
                  <a:pt x="36919" y="100870"/>
                  <a:pt x="41291" y="83382"/>
                </a:cubicBezTo>
                <a:cubicBezTo>
                  <a:pt x="43434" y="74867"/>
                  <a:pt x="45177" y="67923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34" y="8830"/>
                  <a:pt x="34547" y="9201"/>
                  <a:pt x="31918" y="9944"/>
                </a:cubicBezTo>
                <a:cubicBezTo>
                  <a:pt x="26289" y="11230"/>
                  <a:pt x="21888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44" y="42205"/>
                  <a:pt x="7144" y="43805"/>
                  <a:pt x="6772" y="44320"/>
                </a:cubicBezTo>
                <a:cubicBezTo>
                  <a:pt x="6372" y="44806"/>
                  <a:pt x="5486" y="45063"/>
                  <a:pt x="4115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AFDC8-670F-4978-B08E-6AF9A253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448" y="1489243"/>
            <a:ext cx="62779" cy="59865"/>
          </a:xfrm>
          <a:custGeom xmlns:a="http://schemas.openxmlformats.org/drawingml/2006/main">
            <a:pathLst>
              <a:path w="62779" h="59865">
                <a:moveTo>
                  <a:pt x="0" y="37690"/>
                </a:moveTo>
                <a:cubicBezTo>
                  <a:pt x="0" y="28775"/>
                  <a:pt x="3372" y="20288"/>
                  <a:pt x="10087" y="12230"/>
                </a:cubicBezTo>
                <a:cubicBezTo>
                  <a:pt x="16802" y="4172"/>
                  <a:pt x="24374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20" y="3858"/>
                  <a:pt x="48177" y="2515"/>
                  <a:pt x="50835" y="2515"/>
                </a:cubicBezTo>
                <a:cubicBezTo>
                  <a:pt x="51978" y="2515"/>
                  <a:pt x="53007" y="2886"/>
                  <a:pt x="53892" y="3600"/>
                </a:cubicBezTo>
                <a:cubicBezTo>
                  <a:pt x="54750" y="4315"/>
                  <a:pt x="55207" y="5172"/>
                  <a:pt x="55207" y="6258"/>
                </a:cubicBezTo>
                <a:cubicBezTo>
                  <a:pt x="55207" y="7401"/>
                  <a:pt x="53578" y="14459"/>
                  <a:pt x="50292" y="27489"/>
                </a:cubicBezTo>
                <a:cubicBezTo>
                  <a:pt x="47034" y="40491"/>
                  <a:pt x="45349" y="47835"/>
                  <a:pt x="45263" y="49520"/>
                </a:cubicBezTo>
                <a:cubicBezTo>
                  <a:pt x="45263" y="51721"/>
                  <a:pt x="45577" y="53178"/>
                  <a:pt x="46177" y="53892"/>
                </a:cubicBezTo>
                <a:cubicBezTo>
                  <a:pt x="46806" y="54607"/>
                  <a:pt x="47720" y="55007"/>
                  <a:pt x="48978" y="55093"/>
                </a:cubicBezTo>
                <a:cubicBezTo>
                  <a:pt x="49749" y="55007"/>
                  <a:pt x="50663" y="54607"/>
                  <a:pt x="51635" y="53892"/>
                </a:cubicBezTo>
                <a:cubicBezTo>
                  <a:pt x="53492" y="52121"/>
                  <a:pt x="55293" y="47892"/>
                  <a:pt x="57064" y="41148"/>
                </a:cubicBezTo>
                <a:cubicBezTo>
                  <a:pt x="57607" y="39376"/>
                  <a:pt x="58036" y="38462"/>
                  <a:pt x="58379" y="38376"/>
                </a:cubicBezTo>
                <a:cubicBezTo>
                  <a:pt x="58579" y="38291"/>
                  <a:pt x="59007" y="38233"/>
                  <a:pt x="59722" y="38233"/>
                </a:cubicBezTo>
                <a:lnTo>
                  <a:pt x="60265" y="38233"/>
                </a:lnTo>
                <a:cubicBezTo>
                  <a:pt x="61922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093" y="43005"/>
                </a:cubicBezTo>
                <a:cubicBezTo>
                  <a:pt x="61665" y="44863"/>
                  <a:pt x="60779" y="47263"/>
                  <a:pt x="59465" y="50178"/>
                </a:cubicBezTo>
                <a:cubicBezTo>
                  <a:pt x="58122" y="53092"/>
                  <a:pt x="56721" y="55321"/>
                  <a:pt x="55207" y="56807"/>
                </a:cubicBezTo>
                <a:cubicBezTo>
                  <a:pt x="54064" y="57979"/>
                  <a:pt x="52635" y="58893"/>
                  <a:pt x="50949" y="59607"/>
                </a:cubicBezTo>
                <a:cubicBezTo>
                  <a:pt x="50263" y="59779"/>
                  <a:pt x="49206" y="59865"/>
                  <a:pt x="47777" y="59865"/>
                </a:cubicBezTo>
                <a:cubicBezTo>
                  <a:pt x="44777" y="59865"/>
                  <a:pt x="42262" y="59207"/>
                  <a:pt x="40205" y="57893"/>
                </a:cubicBezTo>
                <a:cubicBezTo>
                  <a:pt x="38176" y="56550"/>
                  <a:pt x="36833" y="55178"/>
                  <a:pt x="36233" y="53750"/>
                </a:cubicBezTo>
                <a:lnTo>
                  <a:pt x="35433" y="51778"/>
                </a:lnTo>
                <a:cubicBezTo>
                  <a:pt x="35347" y="51692"/>
                  <a:pt x="35176" y="51721"/>
                  <a:pt x="34919" y="51921"/>
                </a:cubicBezTo>
                <a:cubicBezTo>
                  <a:pt x="34719" y="52064"/>
                  <a:pt x="34547" y="52264"/>
                  <a:pt x="34376" y="52435"/>
                </a:cubicBezTo>
                <a:cubicBezTo>
                  <a:pt x="29146" y="57379"/>
                  <a:pt x="23832" y="59865"/>
                  <a:pt x="18431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57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48" y="12087"/>
                </a:cubicBezTo>
                <a:cubicBezTo>
                  <a:pt x="41091" y="10658"/>
                  <a:pt x="40062" y="9115"/>
                  <a:pt x="38491" y="7430"/>
                </a:cubicBezTo>
                <a:cubicBezTo>
                  <a:pt x="36890" y="5744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915"/>
                </a:cubicBezTo>
                <a:cubicBezTo>
                  <a:pt x="20660" y="11659"/>
                  <a:pt x="18431" y="15230"/>
                  <a:pt x="16831" y="19660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91"/>
                  <a:pt x="11401" y="42177"/>
                  <a:pt x="11401" y="42891"/>
                </a:cubicBezTo>
                <a:cubicBezTo>
                  <a:pt x="11401" y="43577"/>
                  <a:pt x="11373" y="44120"/>
                  <a:pt x="11287" y="44463"/>
                </a:cubicBezTo>
                <a:cubicBezTo>
                  <a:pt x="11287" y="48435"/>
                  <a:pt x="12059" y="51206"/>
                  <a:pt x="13659" y="52692"/>
                </a:cubicBezTo>
                <a:cubicBezTo>
                  <a:pt x="15259" y="54207"/>
                  <a:pt x="17145" y="55007"/>
                  <a:pt x="19374" y="55093"/>
                </a:cubicBezTo>
                <a:cubicBezTo>
                  <a:pt x="22746" y="55093"/>
                  <a:pt x="26060" y="53635"/>
                  <a:pt x="29318" y="50721"/>
                </a:cubicBezTo>
                <a:cubicBezTo>
                  <a:pt x="32604" y="47777"/>
                  <a:pt x="34547" y="45549"/>
                  <a:pt x="35176" y="43948"/>
                </a:cubicBezTo>
                <a:cubicBezTo>
                  <a:pt x="35347" y="43577"/>
                  <a:pt x="36547" y="38862"/>
                  <a:pt x="38748" y="29747"/>
                </a:cubicBezTo>
                <a:cubicBezTo>
                  <a:pt x="40977" y="20631"/>
                  <a:pt x="42120" y="15716"/>
                  <a:pt x="42205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1DFE2-1D7D-4680-8B9B-C754982A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448" y="1489243"/>
            <a:ext cx="62779" cy="59865"/>
          </a:xfrm>
          <a:custGeom xmlns:a="http://schemas.openxmlformats.org/drawingml/2006/main">
            <a:pathLst>
              <a:path w="62779" h="59865" fill="none">
                <a:moveTo>
                  <a:pt x="0" y="37690"/>
                </a:moveTo>
                <a:cubicBezTo>
                  <a:pt x="0" y="28775"/>
                  <a:pt x="3372" y="20288"/>
                  <a:pt x="10087" y="12230"/>
                </a:cubicBezTo>
                <a:cubicBezTo>
                  <a:pt x="16802" y="4172"/>
                  <a:pt x="24374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20" y="3858"/>
                  <a:pt x="48177" y="2515"/>
                  <a:pt x="50835" y="2515"/>
                </a:cubicBezTo>
                <a:cubicBezTo>
                  <a:pt x="51978" y="2515"/>
                  <a:pt x="53007" y="2886"/>
                  <a:pt x="53892" y="3600"/>
                </a:cubicBezTo>
                <a:cubicBezTo>
                  <a:pt x="54750" y="4315"/>
                  <a:pt x="55207" y="5172"/>
                  <a:pt x="55207" y="6258"/>
                </a:cubicBezTo>
                <a:cubicBezTo>
                  <a:pt x="55207" y="7401"/>
                  <a:pt x="53578" y="14459"/>
                  <a:pt x="50292" y="27489"/>
                </a:cubicBezTo>
                <a:cubicBezTo>
                  <a:pt x="47034" y="40491"/>
                  <a:pt x="45349" y="47835"/>
                  <a:pt x="45263" y="49520"/>
                </a:cubicBezTo>
                <a:cubicBezTo>
                  <a:pt x="45263" y="51721"/>
                  <a:pt x="45577" y="53178"/>
                  <a:pt x="46177" y="53892"/>
                </a:cubicBezTo>
                <a:cubicBezTo>
                  <a:pt x="46806" y="54607"/>
                  <a:pt x="47720" y="55007"/>
                  <a:pt x="48978" y="55093"/>
                </a:cubicBezTo>
                <a:cubicBezTo>
                  <a:pt x="49749" y="55007"/>
                  <a:pt x="50663" y="54607"/>
                  <a:pt x="51635" y="53892"/>
                </a:cubicBezTo>
                <a:cubicBezTo>
                  <a:pt x="53492" y="52121"/>
                  <a:pt x="55293" y="47892"/>
                  <a:pt x="57064" y="41148"/>
                </a:cubicBezTo>
                <a:cubicBezTo>
                  <a:pt x="57607" y="39376"/>
                  <a:pt x="58036" y="38462"/>
                  <a:pt x="58379" y="38376"/>
                </a:cubicBezTo>
                <a:cubicBezTo>
                  <a:pt x="58579" y="38291"/>
                  <a:pt x="59007" y="38233"/>
                  <a:pt x="59722" y="38233"/>
                </a:cubicBezTo>
                <a:lnTo>
                  <a:pt x="60265" y="38233"/>
                </a:lnTo>
                <a:cubicBezTo>
                  <a:pt x="61922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093" y="43005"/>
                </a:cubicBezTo>
                <a:cubicBezTo>
                  <a:pt x="61665" y="44863"/>
                  <a:pt x="60779" y="47263"/>
                  <a:pt x="59465" y="50178"/>
                </a:cubicBezTo>
                <a:cubicBezTo>
                  <a:pt x="58122" y="53092"/>
                  <a:pt x="56721" y="55321"/>
                  <a:pt x="55207" y="56807"/>
                </a:cubicBezTo>
                <a:cubicBezTo>
                  <a:pt x="54064" y="57979"/>
                  <a:pt x="52635" y="58893"/>
                  <a:pt x="50949" y="59607"/>
                </a:cubicBezTo>
                <a:cubicBezTo>
                  <a:pt x="50263" y="59779"/>
                  <a:pt x="49206" y="59865"/>
                  <a:pt x="47777" y="59865"/>
                </a:cubicBezTo>
                <a:cubicBezTo>
                  <a:pt x="44777" y="59865"/>
                  <a:pt x="42262" y="59207"/>
                  <a:pt x="40205" y="57893"/>
                </a:cubicBezTo>
                <a:cubicBezTo>
                  <a:pt x="38176" y="56550"/>
                  <a:pt x="36833" y="55178"/>
                  <a:pt x="36233" y="53750"/>
                </a:cubicBezTo>
                <a:lnTo>
                  <a:pt x="35433" y="51778"/>
                </a:lnTo>
                <a:cubicBezTo>
                  <a:pt x="35347" y="51692"/>
                  <a:pt x="35176" y="51721"/>
                  <a:pt x="34919" y="51921"/>
                </a:cubicBezTo>
                <a:cubicBezTo>
                  <a:pt x="34719" y="52064"/>
                  <a:pt x="34547" y="52264"/>
                  <a:pt x="34376" y="52435"/>
                </a:cubicBezTo>
                <a:cubicBezTo>
                  <a:pt x="29146" y="57379"/>
                  <a:pt x="23832" y="59865"/>
                  <a:pt x="18431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57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48" y="12087"/>
                </a:cubicBezTo>
                <a:cubicBezTo>
                  <a:pt x="41091" y="10658"/>
                  <a:pt x="40062" y="9115"/>
                  <a:pt x="38491" y="7430"/>
                </a:cubicBezTo>
                <a:cubicBezTo>
                  <a:pt x="36890" y="5744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915"/>
                </a:cubicBezTo>
                <a:cubicBezTo>
                  <a:pt x="20660" y="11659"/>
                  <a:pt x="18431" y="15230"/>
                  <a:pt x="16831" y="19660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91"/>
                  <a:pt x="11401" y="42177"/>
                  <a:pt x="11401" y="42891"/>
                </a:cubicBezTo>
                <a:cubicBezTo>
                  <a:pt x="11401" y="43577"/>
                  <a:pt x="11373" y="44120"/>
                  <a:pt x="11287" y="44463"/>
                </a:cubicBezTo>
                <a:cubicBezTo>
                  <a:pt x="11287" y="48435"/>
                  <a:pt x="12059" y="51206"/>
                  <a:pt x="13659" y="52692"/>
                </a:cubicBezTo>
                <a:cubicBezTo>
                  <a:pt x="15259" y="54207"/>
                  <a:pt x="17145" y="55007"/>
                  <a:pt x="19374" y="55093"/>
                </a:cubicBezTo>
                <a:cubicBezTo>
                  <a:pt x="22746" y="55093"/>
                  <a:pt x="26060" y="53635"/>
                  <a:pt x="29318" y="50721"/>
                </a:cubicBezTo>
                <a:cubicBezTo>
                  <a:pt x="32604" y="47777"/>
                  <a:pt x="34547" y="45549"/>
                  <a:pt x="35176" y="43948"/>
                </a:cubicBezTo>
                <a:cubicBezTo>
                  <a:pt x="35347" y="43577"/>
                  <a:pt x="36547" y="38862"/>
                  <a:pt x="38748" y="29747"/>
                </a:cubicBezTo>
                <a:cubicBezTo>
                  <a:pt x="40977" y="20631"/>
                  <a:pt x="42120" y="15716"/>
                  <a:pt x="42205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FCC7E-604F-45BB-BC49-A3653615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317" y="1496901"/>
            <a:ext cx="24803" cy="59265"/>
          </a:xfrm>
          <a:custGeom xmlns:a="http://schemas.openxmlformats.org/drawingml/2006/main">
            <a:pathLst>
              <a:path w="24803" h="59265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44"/>
                  <a:pt x="1000" y="5629"/>
                  <a:pt x="3000" y="3400"/>
                </a:cubicBezTo>
                <a:cubicBezTo>
                  <a:pt x="5001" y="1143"/>
                  <a:pt x="7687" y="0"/>
                  <a:pt x="11087" y="0"/>
                </a:cubicBezTo>
                <a:cubicBezTo>
                  <a:pt x="14602" y="0"/>
                  <a:pt x="17717" y="1572"/>
                  <a:pt x="20460" y="4715"/>
                </a:cubicBezTo>
                <a:cubicBezTo>
                  <a:pt x="23203" y="7830"/>
                  <a:pt x="24660" y="13345"/>
                  <a:pt x="24803" y="21231"/>
                </a:cubicBezTo>
                <a:cubicBezTo>
                  <a:pt x="24803" y="25603"/>
                  <a:pt x="24232" y="29861"/>
                  <a:pt x="23089" y="33976"/>
                </a:cubicBezTo>
                <a:cubicBezTo>
                  <a:pt x="21974" y="38119"/>
                  <a:pt x="20660" y="41691"/>
                  <a:pt x="19145" y="44691"/>
                </a:cubicBezTo>
                <a:cubicBezTo>
                  <a:pt x="17659" y="47692"/>
                  <a:pt x="16031" y="50263"/>
                  <a:pt x="14288" y="52378"/>
                </a:cubicBezTo>
                <a:cubicBezTo>
                  <a:pt x="12516" y="54521"/>
                  <a:pt x="11030" y="56207"/>
                  <a:pt x="9773" y="57464"/>
                </a:cubicBezTo>
                <a:cubicBezTo>
                  <a:pt x="8515" y="58693"/>
                  <a:pt x="7687" y="59265"/>
                  <a:pt x="7344" y="59150"/>
                </a:cubicBezTo>
                <a:cubicBezTo>
                  <a:pt x="6829" y="59150"/>
                  <a:pt x="6029" y="58579"/>
                  <a:pt x="4886" y="57464"/>
                </a:cubicBezTo>
                <a:cubicBezTo>
                  <a:pt x="3772" y="56321"/>
                  <a:pt x="3200" y="55521"/>
                  <a:pt x="3200" y="55007"/>
                </a:cubicBezTo>
                <a:cubicBezTo>
                  <a:pt x="3200" y="54521"/>
                  <a:pt x="3886" y="53521"/>
                  <a:pt x="5258" y="52007"/>
                </a:cubicBezTo>
                <a:cubicBezTo>
                  <a:pt x="6629" y="50492"/>
                  <a:pt x="8201" y="48635"/>
                  <a:pt x="9944" y="46377"/>
                </a:cubicBezTo>
                <a:cubicBezTo>
                  <a:pt x="11716" y="44120"/>
                  <a:pt x="13345" y="41005"/>
                  <a:pt x="14830" y="37005"/>
                </a:cubicBezTo>
                <a:cubicBezTo>
                  <a:pt x="16345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31"/>
                </a:lnTo>
                <a:cubicBezTo>
                  <a:pt x="17402" y="21346"/>
                  <a:pt x="17088" y="21460"/>
                  <a:pt x="16716" y="21603"/>
                </a:cubicBezTo>
                <a:cubicBezTo>
                  <a:pt x="16345" y="21717"/>
                  <a:pt x="15973" y="21917"/>
                  <a:pt x="15602" y="22174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603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F474B-CB33-4665-A1B8-5CE79AD4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317" y="1496901"/>
            <a:ext cx="24803" cy="59265"/>
          </a:xfrm>
          <a:custGeom xmlns:a="http://schemas.openxmlformats.org/drawingml/2006/main">
            <a:pathLst>
              <a:path w="24803" h="59265" fill="none">
                <a:moveTo>
                  <a:pt x="0" y="16145"/>
                </a:moveTo>
                <a:cubicBezTo>
                  <a:pt x="0" y="16145"/>
                  <a:pt x="0" y="14602"/>
                  <a:pt x="0" y="11459"/>
                </a:cubicBezTo>
                <a:cubicBezTo>
                  <a:pt x="0" y="8344"/>
                  <a:pt x="1000" y="5629"/>
                  <a:pt x="3000" y="3400"/>
                </a:cubicBezTo>
                <a:cubicBezTo>
                  <a:pt x="5001" y="1143"/>
                  <a:pt x="7687" y="0"/>
                  <a:pt x="11087" y="0"/>
                </a:cubicBezTo>
                <a:cubicBezTo>
                  <a:pt x="14602" y="0"/>
                  <a:pt x="17717" y="1572"/>
                  <a:pt x="20460" y="4715"/>
                </a:cubicBezTo>
                <a:cubicBezTo>
                  <a:pt x="23203" y="7830"/>
                  <a:pt x="24660" y="13345"/>
                  <a:pt x="24803" y="21231"/>
                </a:cubicBezTo>
                <a:cubicBezTo>
                  <a:pt x="24803" y="25603"/>
                  <a:pt x="24232" y="29861"/>
                  <a:pt x="23089" y="33976"/>
                </a:cubicBezTo>
                <a:cubicBezTo>
                  <a:pt x="21974" y="38119"/>
                  <a:pt x="20660" y="41691"/>
                  <a:pt x="19145" y="44691"/>
                </a:cubicBezTo>
                <a:cubicBezTo>
                  <a:pt x="17659" y="47692"/>
                  <a:pt x="16031" y="50263"/>
                  <a:pt x="14288" y="52378"/>
                </a:cubicBezTo>
                <a:cubicBezTo>
                  <a:pt x="12516" y="54521"/>
                  <a:pt x="11030" y="56207"/>
                  <a:pt x="9773" y="57464"/>
                </a:cubicBezTo>
                <a:cubicBezTo>
                  <a:pt x="8515" y="58693"/>
                  <a:pt x="7687" y="59265"/>
                  <a:pt x="7344" y="59150"/>
                </a:cubicBezTo>
                <a:cubicBezTo>
                  <a:pt x="6829" y="59150"/>
                  <a:pt x="6029" y="58579"/>
                  <a:pt x="4886" y="57464"/>
                </a:cubicBezTo>
                <a:cubicBezTo>
                  <a:pt x="3772" y="56321"/>
                  <a:pt x="3200" y="55521"/>
                  <a:pt x="3200" y="55007"/>
                </a:cubicBezTo>
                <a:cubicBezTo>
                  <a:pt x="3200" y="54521"/>
                  <a:pt x="3886" y="53521"/>
                  <a:pt x="5258" y="52007"/>
                </a:cubicBezTo>
                <a:cubicBezTo>
                  <a:pt x="6629" y="50492"/>
                  <a:pt x="8201" y="48635"/>
                  <a:pt x="9944" y="46377"/>
                </a:cubicBezTo>
                <a:cubicBezTo>
                  <a:pt x="11716" y="44120"/>
                  <a:pt x="13345" y="41005"/>
                  <a:pt x="14830" y="37005"/>
                </a:cubicBezTo>
                <a:cubicBezTo>
                  <a:pt x="16345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31"/>
                </a:lnTo>
                <a:cubicBezTo>
                  <a:pt x="17402" y="21346"/>
                  <a:pt x="17088" y="21460"/>
                  <a:pt x="16716" y="21603"/>
                </a:cubicBezTo>
                <a:cubicBezTo>
                  <a:pt x="16345" y="21717"/>
                  <a:pt x="15973" y="21917"/>
                  <a:pt x="15602" y="22174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603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84520-7ECC-4FD1-90DE-648460EA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669" y="1452782"/>
            <a:ext cx="104184" cy="50121"/>
          </a:xfrm>
          <a:custGeom xmlns:a="http://schemas.openxmlformats.org/drawingml/2006/main">
            <a:pathLst>
              <a:path w="104184" h="50121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57" y="886"/>
                  <a:pt x="2629" y="0"/>
                </a:cubicBezTo>
                <a:lnTo>
                  <a:pt x="101356" y="0"/>
                </a:lnTo>
                <a:cubicBezTo>
                  <a:pt x="102241" y="400"/>
                  <a:pt x="103184" y="1200"/>
                  <a:pt x="104184" y="2457"/>
                </a:cubicBezTo>
                <a:lnTo>
                  <a:pt x="104184" y="47692"/>
                </a:lnTo>
                <a:cubicBezTo>
                  <a:pt x="102556" y="49320"/>
                  <a:pt x="101298" y="50121"/>
                  <a:pt x="100413" y="50121"/>
                </a:cubicBezTo>
                <a:cubicBezTo>
                  <a:pt x="99927" y="50121"/>
                  <a:pt x="99498" y="50063"/>
                  <a:pt x="99098" y="49949"/>
                </a:cubicBezTo>
                <a:cubicBezTo>
                  <a:pt x="98727" y="49806"/>
                  <a:pt x="98412" y="49578"/>
                  <a:pt x="98155" y="49178"/>
                </a:cubicBezTo>
                <a:cubicBezTo>
                  <a:pt x="97927" y="48835"/>
                  <a:pt x="97669" y="48577"/>
                  <a:pt x="97412" y="48435"/>
                </a:cubicBezTo>
                <a:cubicBezTo>
                  <a:pt x="97184" y="48320"/>
                  <a:pt x="96984" y="48063"/>
                  <a:pt x="96869" y="47692"/>
                </a:cubicBezTo>
                <a:lnTo>
                  <a:pt x="96669" y="27603"/>
                </a:lnTo>
                <a:lnTo>
                  <a:pt x="96669" y="7515"/>
                </a:lnTo>
                <a:lnTo>
                  <a:pt x="2629" y="7515"/>
                </a:lnTo>
                <a:cubicBezTo>
                  <a:pt x="857" y="6629"/>
                  <a:pt x="0" y="5401"/>
                  <a:pt x="0" y="3772"/>
                </a:cubicBezTo>
                <a:lnTo>
                  <a:pt x="0" y="620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7ED62-5357-40D9-A583-56812EE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669" y="1452782"/>
            <a:ext cx="104184" cy="50121"/>
          </a:xfrm>
          <a:custGeom xmlns:a="http://schemas.openxmlformats.org/drawingml/2006/main">
            <a:pathLst>
              <a:path w="104184" h="50121" fill="none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57" y="886"/>
                  <a:pt x="2629" y="0"/>
                </a:cubicBezTo>
                <a:lnTo>
                  <a:pt x="101356" y="0"/>
                </a:lnTo>
                <a:cubicBezTo>
                  <a:pt x="102241" y="400"/>
                  <a:pt x="103184" y="1200"/>
                  <a:pt x="104184" y="2457"/>
                </a:cubicBezTo>
                <a:lnTo>
                  <a:pt x="104184" y="47692"/>
                </a:lnTo>
                <a:cubicBezTo>
                  <a:pt x="102556" y="49320"/>
                  <a:pt x="101298" y="50121"/>
                  <a:pt x="100413" y="50121"/>
                </a:cubicBezTo>
                <a:cubicBezTo>
                  <a:pt x="99927" y="50121"/>
                  <a:pt x="99498" y="50063"/>
                  <a:pt x="99098" y="49949"/>
                </a:cubicBezTo>
                <a:cubicBezTo>
                  <a:pt x="98727" y="49806"/>
                  <a:pt x="98412" y="49578"/>
                  <a:pt x="98155" y="49178"/>
                </a:cubicBezTo>
                <a:cubicBezTo>
                  <a:pt x="97927" y="48835"/>
                  <a:pt x="97669" y="48577"/>
                  <a:pt x="97412" y="48435"/>
                </a:cubicBezTo>
                <a:cubicBezTo>
                  <a:pt x="97184" y="48320"/>
                  <a:pt x="96984" y="48063"/>
                  <a:pt x="96869" y="47692"/>
                </a:cubicBezTo>
                <a:lnTo>
                  <a:pt x="96669" y="27603"/>
                </a:lnTo>
                <a:lnTo>
                  <a:pt x="96669" y="7515"/>
                </a:lnTo>
                <a:lnTo>
                  <a:pt x="2629" y="7515"/>
                </a:lnTo>
                <a:cubicBezTo>
                  <a:pt x="857" y="6629"/>
                  <a:pt x="0" y="5401"/>
                  <a:pt x="0" y="3772"/>
                </a:cubicBezTo>
                <a:lnTo>
                  <a:pt x="0" y="6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F7774-4894-480A-B5BE-21D0F500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742" y="1436637"/>
            <a:ext cx="74295" cy="85296"/>
          </a:xfrm>
          <a:custGeom xmlns:a="http://schemas.openxmlformats.org/drawingml/2006/main">
            <a:pathLst>
              <a:path w="74295" h="85296">
                <a:moveTo>
                  <a:pt x="0" y="53150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918" y="5458"/>
                  <a:pt x="38548" y="0"/>
                  <a:pt x="51064" y="0"/>
                </a:cubicBezTo>
                <a:cubicBezTo>
                  <a:pt x="58064" y="0"/>
                  <a:pt x="63579" y="1514"/>
                  <a:pt x="67580" y="4515"/>
                </a:cubicBezTo>
                <a:cubicBezTo>
                  <a:pt x="71580" y="7515"/>
                  <a:pt x="73666" y="11459"/>
                  <a:pt x="73781" y="16345"/>
                </a:cubicBezTo>
                <a:cubicBezTo>
                  <a:pt x="73781" y="19974"/>
                  <a:pt x="72580" y="23031"/>
                  <a:pt x="70209" y="25546"/>
                </a:cubicBezTo>
                <a:cubicBezTo>
                  <a:pt x="67837" y="28032"/>
                  <a:pt x="64837" y="29375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521" y="24460"/>
                  <a:pt x="53521" y="21974"/>
                </a:cubicBezTo>
                <a:cubicBezTo>
                  <a:pt x="53521" y="19460"/>
                  <a:pt x="54207" y="17345"/>
                  <a:pt x="55578" y="15573"/>
                </a:cubicBezTo>
                <a:cubicBezTo>
                  <a:pt x="56950" y="13830"/>
                  <a:pt x="58322" y="12516"/>
                  <a:pt x="59693" y="11659"/>
                </a:cubicBezTo>
                <a:cubicBezTo>
                  <a:pt x="61093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87"/>
                  <a:pt x="62151" y="9887"/>
                  <a:pt x="61379" y="9401"/>
                </a:cubicBezTo>
                <a:cubicBezTo>
                  <a:pt x="60636" y="8887"/>
                  <a:pt x="59322" y="8401"/>
                  <a:pt x="57464" y="7887"/>
                </a:cubicBezTo>
                <a:cubicBezTo>
                  <a:pt x="55578" y="7401"/>
                  <a:pt x="53435" y="7144"/>
                  <a:pt x="51064" y="7144"/>
                </a:cubicBezTo>
                <a:cubicBezTo>
                  <a:pt x="47320" y="7144"/>
                  <a:pt x="43748" y="8030"/>
                  <a:pt x="40376" y="9773"/>
                </a:cubicBezTo>
                <a:cubicBezTo>
                  <a:pt x="37748" y="10887"/>
                  <a:pt x="35062" y="12830"/>
                  <a:pt x="32290" y="15573"/>
                </a:cubicBezTo>
                <a:cubicBezTo>
                  <a:pt x="26803" y="21088"/>
                  <a:pt x="22774" y="28861"/>
                  <a:pt x="20288" y="38862"/>
                </a:cubicBezTo>
                <a:cubicBezTo>
                  <a:pt x="17774" y="48892"/>
                  <a:pt x="16459" y="56150"/>
                  <a:pt x="16345" y="60636"/>
                </a:cubicBezTo>
                <a:cubicBezTo>
                  <a:pt x="16345" y="66408"/>
                  <a:pt x="17974" y="70723"/>
                  <a:pt x="21231" y="73609"/>
                </a:cubicBezTo>
                <a:cubicBezTo>
                  <a:pt x="23974" y="76610"/>
                  <a:pt x="27603" y="78095"/>
                  <a:pt x="32090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51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52" y="60265"/>
                  <a:pt x="71152" y="60836"/>
                  <a:pt x="72266" y="61979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95" y="65208"/>
                  <a:pt x="73723" y="66151"/>
                  <a:pt x="72466" y="67408"/>
                </a:cubicBezTo>
                <a:cubicBezTo>
                  <a:pt x="71209" y="68666"/>
                  <a:pt x="69409" y="70409"/>
                  <a:pt x="67037" y="72666"/>
                </a:cubicBezTo>
                <a:cubicBezTo>
                  <a:pt x="64637" y="74924"/>
                  <a:pt x="61836" y="76781"/>
                  <a:pt x="58579" y="78296"/>
                </a:cubicBezTo>
                <a:cubicBezTo>
                  <a:pt x="55321" y="79781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37"/>
                  <a:pt x="114" y="62408"/>
                  <a:pt x="0" y="5315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ECB50-151A-47E8-8084-01E27B8E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742" y="1436637"/>
            <a:ext cx="74295" cy="85296"/>
          </a:xfrm>
          <a:custGeom xmlns:a="http://schemas.openxmlformats.org/drawingml/2006/main">
            <a:pathLst>
              <a:path w="74295" h="85296" fill="none">
                <a:moveTo>
                  <a:pt x="0" y="53150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918" y="5458"/>
                  <a:pt x="38548" y="0"/>
                  <a:pt x="51064" y="0"/>
                </a:cubicBezTo>
                <a:cubicBezTo>
                  <a:pt x="58064" y="0"/>
                  <a:pt x="63579" y="1514"/>
                  <a:pt x="67580" y="4515"/>
                </a:cubicBezTo>
                <a:cubicBezTo>
                  <a:pt x="71580" y="7515"/>
                  <a:pt x="73666" y="11459"/>
                  <a:pt x="73781" y="16345"/>
                </a:cubicBezTo>
                <a:cubicBezTo>
                  <a:pt x="73781" y="19974"/>
                  <a:pt x="72580" y="23031"/>
                  <a:pt x="70209" y="25546"/>
                </a:cubicBezTo>
                <a:cubicBezTo>
                  <a:pt x="67837" y="28032"/>
                  <a:pt x="64837" y="29375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521" y="24460"/>
                  <a:pt x="53521" y="21974"/>
                </a:cubicBezTo>
                <a:cubicBezTo>
                  <a:pt x="53521" y="19460"/>
                  <a:pt x="54207" y="17345"/>
                  <a:pt x="55578" y="15573"/>
                </a:cubicBezTo>
                <a:cubicBezTo>
                  <a:pt x="56950" y="13830"/>
                  <a:pt x="58322" y="12516"/>
                  <a:pt x="59693" y="11659"/>
                </a:cubicBezTo>
                <a:cubicBezTo>
                  <a:pt x="61093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87"/>
                  <a:pt x="62151" y="9887"/>
                  <a:pt x="61379" y="9401"/>
                </a:cubicBezTo>
                <a:cubicBezTo>
                  <a:pt x="60636" y="8887"/>
                  <a:pt x="59322" y="8401"/>
                  <a:pt x="57464" y="7887"/>
                </a:cubicBezTo>
                <a:cubicBezTo>
                  <a:pt x="55578" y="7401"/>
                  <a:pt x="53435" y="7144"/>
                  <a:pt x="51064" y="7144"/>
                </a:cubicBezTo>
                <a:cubicBezTo>
                  <a:pt x="47320" y="7144"/>
                  <a:pt x="43748" y="8030"/>
                  <a:pt x="40376" y="9773"/>
                </a:cubicBezTo>
                <a:cubicBezTo>
                  <a:pt x="37748" y="10887"/>
                  <a:pt x="35062" y="12830"/>
                  <a:pt x="32290" y="15573"/>
                </a:cubicBezTo>
                <a:cubicBezTo>
                  <a:pt x="26803" y="21088"/>
                  <a:pt x="22774" y="28861"/>
                  <a:pt x="20288" y="38862"/>
                </a:cubicBezTo>
                <a:cubicBezTo>
                  <a:pt x="17774" y="48892"/>
                  <a:pt x="16459" y="56150"/>
                  <a:pt x="16345" y="60636"/>
                </a:cubicBezTo>
                <a:cubicBezTo>
                  <a:pt x="16345" y="66408"/>
                  <a:pt x="17974" y="70723"/>
                  <a:pt x="21231" y="73609"/>
                </a:cubicBezTo>
                <a:cubicBezTo>
                  <a:pt x="23974" y="76610"/>
                  <a:pt x="27603" y="78095"/>
                  <a:pt x="32090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51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52" y="60265"/>
                  <a:pt x="71152" y="60836"/>
                  <a:pt x="72266" y="61979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95" y="65208"/>
                  <a:pt x="73723" y="66151"/>
                  <a:pt x="72466" y="67408"/>
                </a:cubicBezTo>
                <a:cubicBezTo>
                  <a:pt x="71209" y="68666"/>
                  <a:pt x="69409" y="70409"/>
                  <a:pt x="67037" y="72666"/>
                </a:cubicBezTo>
                <a:cubicBezTo>
                  <a:pt x="64637" y="74924"/>
                  <a:pt x="61836" y="76781"/>
                  <a:pt x="58579" y="78296"/>
                </a:cubicBezTo>
                <a:cubicBezTo>
                  <a:pt x="55321" y="79781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37"/>
                  <a:pt x="114" y="62408"/>
                  <a:pt x="0" y="531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A2747-2CF4-4C0B-BD58-ADFCD190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038" y="1459382"/>
            <a:ext cx="55864" cy="91326"/>
          </a:xfrm>
          <a:custGeom xmlns:a="http://schemas.openxmlformats.org/drawingml/2006/main">
            <a:pathLst>
              <a:path w="55864" h="91326">
                <a:moveTo>
                  <a:pt x="7544" y="10744"/>
                </a:moveTo>
                <a:cubicBezTo>
                  <a:pt x="12487" y="3600"/>
                  <a:pt x="19288" y="0"/>
                  <a:pt x="27861" y="0"/>
                </a:cubicBezTo>
                <a:cubicBezTo>
                  <a:pt x="32090" y="0"/>
                  <a:pt x="36347" y="1143"/>
                  <a:pt x="40605" y="3458"/>
                </a:cubicBezTo>
                <a:cubicBezTo>
                  <a:pt x="44834" y="5744"/>
                  <a:pt x="48292" y="9830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50" y="70123"/>
                  <a:pt x="50149" y="77381"/>
                </a:cubicBezTo>
                <a:cubicBezTo>
                  <a:pt x="48377" y="81096"/>
                  <a:pt x="45949" y="84068"/>
                  <a:pt x="42862" y="86268"/>
                </a:cubicBezTo>
                <a:cubicBezTo>
                  <a:pt x="39748" y="88497"/>
                  <a:pt x="37062" y="89868"/>
                  <a:pt x="34747" y="90383"/>
                </a:cubicBezTo>
                <a:cubicBezTo>
                  <a:pt x="32461" y="90926"/>
                  <a:pt x="30204" y="91240"/>
                  <a:pt x="28004" y="91326"/>
                </a:cubicBezTo>
                <a:cubicBezTo>
                  <a:pt x="25689" y="91326"/>
                  <a:pt x="23374" y="91069"/>
                  <a:pt x="21088" y="90526"/>
                </a:cubicBezTo>
                <a:cubicBezTo>
                  <a:pt x="18774" y="89983"/>
                  <a:pt x="16088" y="88583"/>
                  <a:pt x="13002" y="86268"/>
                </a:cubicBezTo>
                <a:cubicBezTo>
                  <a:pt x="9887" y="83982"/>
                  <a:pt x="7458" y="81010"/>
                  <a:pt x="5686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47"/>
                  <a:pt x="2515" y="18802"/>
                  <a:pt x="7544" y="10744"/>
                </a:cubicBezTo>
                <a:close/>
                <a:moveTo>
                  <a:pt x="37405" y="9173"/>
                </a:moveTo>
                <a:cubicBezTo>
                  <a:pt x="34747" y="6344"/>
                  <a:pt x="31633" y="4915"/>
                  <a:pt x="28004" y="4915"/>
                </a:cubicBezTo>
                <a:cubicBezTo>
                  <a:pt x="24289" y="4915"/>
                  <a:pt x="21088" y="6344"/>
                  <a:pt x="18431" y="9173"/>
                </a:cubicBezTo>
                <a:cubicBezTo>
                  <a:pt x="16231" y="11459"/>
                  <a:pt x="14745" y="14659"/>
                  <a:pt x="14059" y="18717"/>
                </a:cubicBezTo>
                <a:cubicBezTo>
                  <a:pt x="13345" y="22803"/>
                  <a:pt x="13002" y="31290"/>
                  <a:pt x="13002" y="44206"/>
                </a:cubicBezTo>
                <a:cubicBezTo>
                  <a:pt x="13002" y="58179"/>
                  <a:pt x="13345" y="67380"/>
                  <a:pt x="14059" y="71809"/>
                </a:cubicBezTo>
                <a:cubicBezTo>
                  <a:pt x="14745" y="76238"/>
                  <a:pt x="16345" y="79724"/>
                  <a:pt x="18831" y="82296"/>
                </a:cubicBezTo>
                <a:cubicBezTo>
                  <a:pt x="21317" y="84953"/>
                  <a:pt x="24374" y="86268"/>
                  <a:pt x="28004" y="86268"/>
                </a:cubicBezTo>
                <a:cubicBezTo>
                  <a:pt x="31518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777" y="71152"/>
                </a:cubicBezTo>
                <a:cubicBezTo>
                  <a:pt x="42405" y="66380"/>
                  <a:pt x="42748" y="57379"/>
                  <a:pt x="42862" y="44206"/>
                </a:cubicBezTo>
                <a:cubicBezTo>
                  <a:pt x="42862" y="31375"/>
                  <a:pt x="42491" y="22917"/>
                  <a:pt x="41777" y="18859"/>
                </a:cubicBezTo>
                <a:cubicBezTo>
                  <a:pt x="41091" y="14773"/>
                  <a:pt x="39634" y="11544"/>
                  <a:pt x="37405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F159B-F6D0-4BF8-ADF5-2C84E8CF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038" y="1459382"/>
            <a:ext cx="55864" cy="91326"/>
          </a:xfrm>
          <a:custGeom xmlns:a="http://schemas.openxmlformats.org/drawingml/2006/main">
            <a:pathLst>
              <a:path w="55864" h="91326" fill="none">
                <a:moveTo>
                  <a:pt x="7544" y="10744"/>
                </a:moveTo>
                <a:cubicBezTo>
                  <a:pt x="12487" y="3600"/>
                  <a:pt x="19288" y="0"/>
                  <a:pt x="27861" y="0"/>
                </a:cubicBezTo>
                <a:cubicBezTo>
                  <a:pt x="32090" y="0"/>
                  <a:pt x="36347" y="1143"/>
                  <a:pt x="40605" y="3458"/>
                </a:cubicBezTo>
                <a:cubicBezTo>
                  <a:pt x="44834" y="5744"/>
                  <a:pt x="48292" y="9830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50" y="70123"/>
                  <a:pt x="50149" y="77381"/>
                </a:cubicBezTo>
                <a:cubicBezTo>
                  <a:pt x="48377" y="81096"/>
                  <a:pt x="45949" y="84068"/>
                  <a:pt x="42862" y="86268"/>
                </a:cubicBezTo>
                <a:cubicBezTo>
                  <a:pt x="39748" y="88497"/>
                  <a:pt x="37062" y="89868"/>
                  <a:pt x="34747" y="90383"/>
                </a:cubicBezTo>
                <a:cubicBezTo>
                  <a:pt x="32461" y="90926"/>
                  <a:pt x="30204" y="91240"/>
                  <a:pt x="28004" y="91326"/>
                </a:cubicBezTo>
                <a:cubicBezTo>
                  <a:pt x="25689" y="91326"/>
                  <a:pt x="23374" y="91069"/>
                  <a:pt x="21088" y="90526"/>
                </a:cubicBezTo>
                <a:cubicBezTo>
                  <a:pt x="18774" y="89983"/>
                  <a:pt x="16088" y="88583"/>
                  <a:pt x="13002" y="86268"/>
                </a:cubicBezTo>
                <a:cubicBezTo>
                  <a:pt x="9887" y="83982"/>
                  <a:pt x="7458" y="81010"/>
                  <a:pt x="5686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47"/>
                  <a:pt x="2515" y="18802"/>
                  <a:pt x="7544" y="10744"/>
                </a:cubicBezTo>
                <a:close/>
                <a:moveTo>
                  <a:pt x="37405" y="9173"/>
                </a:moveTo>
                <a:cubicBezTo>
                  <a:pt x="34747" y="6344"/>
                  <a:pt x="31633" y="4915"/>
                  <a:pt x="28004" y="4915"/>
                </a:cubicBezTo>
                <a:cubicBezTo>
                  <a:pt x="24289" y="4915"/>
                  <a:pt x="21088" y="6344"/>
                  <a:pt x="18431" y="9173"/>
                </a:cubicBezTo>
                <a:cubicBezTo>
                  <a:pt x="16231" y="11459"/>
                  <a:pt x="14745" y="14659"/>
                  <a:pt x="14059" y="18717"/>
                </a:cubicBezTo>
                <a:cubicBezTo>
                  <a:pt x="13345" y="22803"/>
                  <a:pt x="13002" y="31290"/>
                  <a:pt x="13002" y="44206"/>
                </a:cubicBezTo>
                <a:cubicBezTo>
                  <a:pt x="13002" y="58179"/>
                  <a:pt x="13345" y="67380"/>
                  <a:pt x="14059" y="71809"/>
                </a:cubicBezTo>
                <a:cubicBezTo>
                  <a:pt x="14745" y="76238"/>
                  <a:pt x="16345" y="79724"/>
                  <a:pt x="18831" y="82296"/>
                </a:cubicBezTo>
                <a:cubicBezTo>
                  <a:pt x="21317" y="84953"/>
                  <a:pt x="24374" y="86268"/>
                  <a:pt x="28004" y="86268"/>
                </a:cubicBezTo>
                <a:cubicBezTo>
                  <a:pt x="31518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777" y="71152"/>
                </a:cubicBezTo>
                <a:cubicBezTo>
                  <a:pt x="42405" y="66380"/>
                  <a:pt x="42748" y="57379"/>
                  <a:pt x="42862" y="44206"/>
                </a:cubicBezTo>
                <a:cubicBezTo>
                  <a:pt x="42862" y="31375"/>
                  <a:pt x="42491" y="22917"/>
                  <a:pt x="41777" y="18859"/>
                </a:cubicBezTo>
                <a:cubicBezTo>
                  <a:pt x="41091" y="14773"/>
                  <a:pt x="39634" y="11544"/>
                  <a:pt x="37405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D745E-0DC5-46D4-8F95-E865907A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934" y="1378829"/>
            <a:ext cx="42005" cy="187738"/>
          </a:xfrm>
          <a:custGeom xmlns:a="http://schemas.openxmlformats.org/drawingml/2006/main">
            <a:pathLst>
              <a:path w="42005" h="187738">
                <a:moveTo>
                  <a:pt x="0" y="3372"/>
                </a:moveTo>
                <a:cubicBezTo>
                  <a:pt x="114" y="2515"/>
                  <a:pt x="514" y="1743"/>
                  <a:pt x="1143" y="1114"/>
                </a:cubicBezTo>
                <a:cubicBezTo>
                  <a:pt x="1772" y="486"/>
                  <a:pt x="2629" y="114"/>
                  <a:pt x="3743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15" y="2743"/>
                  <a:pt x="13202" y="18145"/>
                  <a:pt x="24603" y="48063"/>
                </a:cubicBezTo>
                <a:cubicBezTo>
                  <a:pt x="36004" y="77981"/>
                  <a:pt x="41748" y="93240"/>
                  <a:pt x="41862" y="93869"/>
                </a:cubicBezTo>
                <a:cubicBezTo>
                  <a:pt x="42005" y="94498"/>
                  <a:pt x="36319" y="109757"/>
                  <a:pt x="24775" y="139675"/>
                </a:cubicBezTo>
                <a:cubicBezTo>
                  <a:pt x="13259" y="169564"/>
                  <a:pt x="7315" y="184966"/>
                  <a:pt x="6944" y="185852"/>
                </a:cubicBezTo>
                <a:cubicBezTo>
                  <a:pt x="6086" y="187109"/>
                  <a:pt x="5001" y="187738"/>
                  <a:pt x="3743" y="187738"/>
                </a:cubicBezTo>
                <a:cubicBezTo>
                  <a:pt x="2772" y="187738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09"/>
                  <a:pt x="5629" y="168507"/>
                  <a:pt x="16916" y="138732"/>
                </a:cubicBezTo>
                <a:cubicBezTo>
                  <a:pt x="28289" y="109071"/>
                  <a:pt x="33976" y="94097"/>
                  <a:pt x="33976" y="93869"/>
                </a:cubicBezTo>
                <a:cubicBezTo>
                  <a:pt x="33976" y="93612"/>
                  <a:pt x="28289" y="78638"/>
                  <a:pt x="16916" y="49006"/>
                </a:cubicBezTo>
                <a:cubicBezTo>
                  <a:pt x="5629" y="19202"/>
                  <a:pt x="0" y="4001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7426E-DAF4-4450-A778-22BDF7F8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934" y="1378829"/>
            <a:ext cx="42005" cy="187738"/>
          </a:xfrm>
          <a:custGeom xmlns:a="http://schemas.openxmlformats.org/drawingml/2006/main">
            <a:pathLst>
              <a:path w="42005" h="187738" fill="none">
                <a:moveTo>
                  <a:pt x="0" y="3372"/>
                </a:moveTo>
                <a:cubicBezTo>
                  <a:pt x="114" y="2515"/>
                  <a:pt x="514" y="1743"/>
                  <a:pt x="1143" y="1114"/>
                </a:cubicBezTo>
                <a:cubicBezTo>
                  <a:pt x="1772" y="486"/>
                  <a:pt x="2629" y="114"/>
                  <a:pt x="3743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15" y="2743"/>
                  <a:pt x="13202" y="18145"/>
                  <a:pt x="24603" y="48063"/>
                </a:cubicBezTo>
                <a:cubicBezTo>
                  <a:pt x="36004" y="77981"/>
                  <a:pt x="41748" y="93240"/>
                  <a:pt x="41862" y="93869"/>
                </a:cubicBezTo>
                <a:cubicBezTo>
                  <a:pt x="42005" y="94498"/>
                  <a:pt x="36319" y="109757"/>
                  <a:pt x="24775" y="139675"/>
                </a:cubicBezTo>
                <a:cubicBezTo>
                  <a:pt x="13259" y="169564"/>
                  <a:pt x="7315" y="184966"/>
                  <a:pt x="6944" y="185852"/>
                </a:cubicBezTo>
                <a:cubicBezTo>
                  <a:pt x="6086" y="187109"/>
                  <a:pt x="5001" y="187738"/>
                  <a:pt x="3743" y="187738"/>
                </a:cubicBezTo>
                <a:cubicBezTo>
                  <a:pt x="2772" y="187738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09"/>
                  <a:pt x="5629" y="168507"/>
                  <a:pt x="16916" y="138732"/>
                </a:cubicBezTo>
                <a:cubicBezTo>
                  <a:pt x="28289" y="109071"/>
                  <a:pt x="33976" y="94097"/>
                  <a:pt x="33976" y="93869"/>
                </a:cubicBezTo>
                <a:cubicBezTo>
                  <a:pt x="33976" y="93612"/>
                  <a:pt x="28289" y="78638"/>
                  <a:pt x="16916" y="49006"/>
                </a:cubicBezTo>
                <a:cubicBezTo>
                  <a:pt x="5629" y="19202"/>
                  <a:pt x="0" y="4001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5AF96-7DB4-40F9-AC77-408503A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861" y="3244520"/>
            <a:ext cx="472230" cy="247745"/>
          </a:xfrm>
          <a:custGeom xmlns:a="http://schemas.openxmlformats.org/drawingml/2006/main">
            <a:pathLst>
              <a:path w="472230" h="247745">
                <a:moveTo>
                  <a:pt x="472230" y="123873"/>
                </a:moveTo>
                <a:cubicBezTo>
                  <a:pt x="472230" y="132017"/>
                  <a:pt x="470716" y="140046"/>
                  <a:pt x="467687" y="148047"/>
                </a:cubicBezTo>
                <a:cubicBezTo>
                  <a:pt x="464687" y="156020"/>
                  <a:pt x="460200" y="163763"/>
                  <a:pt x="454257" y="171279"/>
                </a:cubicBezTo>
                <a:cubicBezTo>
                  <a:pt x="448342" y="178794"/>
                  <a:pt x="441055" y="185909"/>
                  <a:pt x="432425" y="192681"/>
                </a:cubicBezTo>
                <a:cubicBezTo>
                  <a:pt x="423824" y="199454"/>
                  <a:pt x="414052" y="205711"/>
                  <a:pt x="403079" y="211455"/>
                </a:cubicBezTo>
                <a:cubicBezTo>
                  <a:pt x="392106" y="217199"/>
                  <a:pt x="380190" y="222342"/>
                  <a:pt x="367303" y="226857"/>
                </a:cubicBezTo>
                <a:cubicBezTo>
                  <a:pt x="354416" y="231372"/>
                  <a:pt x="340785" y="235201"/>
                  <a:pt x="326469" y="238316"/>
                </a:cubicBezTo>
                <a:cubicBezTo>
                  <a:pt x="312153" y="241430"/>
                  <a:pt x="297380" y="243773"/>
                  <a:pt x="282178" y="245345"/>
                </a:cubicBezTo>
                <a:cubicBezTo>
                  <a:pt x="266976" y="246945"/>
                  <a:pt x="251631" y="247745"/>
                  <a:pt x="236115" y="247745"/>
                </a:cubicBezTo>
                <a:cubicBezTo>
                  <a:pt x="220628" y="247745"/>
                  <a:pt x="205254" y="246945"/>
                  <a:pt x="190052" y="245345"/>
                </a:cubicBezTo>
                <a:cubicBezTo>
                  <a:pt x="174850" y="243773"/>
                  <a:pt x="160077" y="241430"/>
                  <a:pt x="145761" y="238316"/>
                </a:cubicBezTo>
                <a:cubicBezTo>
                  <a:pt x="131445" y="235201"/>
                  <a:pt x="117843" y="231372"/>
                  <a:pt x="104927" y="226857"/>
                </a:cubicBezTo>
                <a:cubicBezTo>
                  <a:pt x="92040" y="222342"/>
                  <a:pt x="80124" y="217199"/>
                  <a:pt x="69152" y="211455"/>
                </a:cubicBezTo>
                <a:cubicBezTo>
                  <a:pt x="58207" y="205711"/>
                  <a:pt x="48406" y="199454"/>
                  <a:pt x="39805" y="192681"/>
                </a:cubicBezTo>
                <a:cubicBezTo>
                  <a:pt x="31175" y="185909"/>
                  <a:pt x="23917" y="178794"/>
                  <a:pt x="17974" y="171279"/>
                </a:cubicBezTo>
                <a:cubicBezTo>
                  <a:pt x="12030" y="163763"/>
                  <a:pt x="7572" y="156020"/>
                  <a:pt x="4543" y="148047"/>
                </a:cubicBezTo>
                <a:cubicBezTo>
                  <a:pt x="1514" y="140046"/>
                  <a:pt x="0" y="132017"/>
                  <a:pt x="0" y="123873"/>
                </a:cubicBezTo>
                <a:cubicBezTo>
                  <a:pt x="0" y="115757"/>
                  <a:pt x="1514" y="107671"/>
                  <a:pt x="4543" y="99698"/>
                </a:cubicBezTo>
                <a:cubicBezTo>
                  <a:pt x="7572" y="91726"/>
                  <a:pt x="12030" y="83982"/>
                  <a:pt x="17974" y="76467"/>
                </a:cubicBezTo>
                <a:cubicBezTo>
                  <a:pt x="23917" y="68951"/>
                  <a:pt x="31175" y="61808"/>
                  <a:pt x="39805" y="55064"/>
                </a:cubicBezTo>
                <a:cubicBezTo>
                  <a:pt x="48406" y="48292"/>
                  <a:pt x="58207" y="42034"/>
                  <a:pt x="69152" y="36290"/>
                </a:cubicBezTo>
                <a:cubicBezTo>
                  <a:pt x="80124" y="30518"/>
                  <a:pt x="92040" y="25403"/>
                  <a:pt x="104927" y="20888"/>
                </a:cubicBezTo>
                <a:cubicBezTo>
                  <a:pt x="117843" y="16373"/>
                  <a:pt x="131445" y="12544"/>
                  <a:pt x="145761" y="9430"/>
                </a:cubicBezTo>
                <a:cubicBezTo>
                  <a:pt x="160077" y="6315"/>
                  <a:pt x="174850" y="3972"/>
                  <a:pt x="190052" y="2400"/>
                </a:cubicBezTo>
                <a:cubicBezTo>
                  <a:pt x="205254" y="800"/>
                  <a:pt x="220628" y="0"/>
                  <a:pt x="236115" y="0"/>
                </a:cubicBezTo>
                <a:cubicBezTo>
                  <a:pt x="251631" y="0"/>
                  <a:pt x="266976" y="800"/>
                  <a:pt x="282178" y="2400"/>
                </a:cubicBezTo>
                <a:cubicBezTo>
                  <a:pt x="297380" y="3972"/>
                  <a:pt x="312153" y="6315"/>
                  <a:pt x="326469" y="9430"/>
                </a:cubicBezTo>
                <a:cubicBezTo>
                  <a:pt x="340785" y="12544"/>
                  <a:pt x="354416" y="16373"/>
                  <a:pt x="367303" y="20888"/>
                </a:cubicBezTo>
                <a:cubicBezTo>
                  <a:pt x="380190" y="25403"/>
                  <a:pt x="392106" y="30518"/>
                  <a:pt x="403079" y="36290"/>
                </a:cubicBezTo>
                <a:cubicBezTo>
                  <a:pt x="414052" y="42034"/>
                  <a:pt x="423824" y="48292"/>
                  <a:pt x="432425" y="55064"/>
                </a:cubicBezTo>
                <a:cubicBezTo>
                  <a:pt x="441055" y="61808"/>
                  <a:pt x="448342" y="68951"/>
                  <a:pt x="454257" y="76467"/>
                </a:cubicBezTo>
                <a:cubicBezTo>
                  <a:pt x="460200" y="83982"/>
                  <a:pt x="464687" y="91726"/>
                  <a:pt x="467687" y="99698"/>
                </a:cubicBezTo>
                <a:cubicBezTo>
                  <a:pt x="470716" y="107671"/>
                  <a:pt x="472230" y="115757"/>
                  <a:pt x="472230" y="12387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5324B-9F9B-4625-A1EE-3F926A05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861" y="3244520"/>
            <a:ext cx="472230" cy="247745"/>
          </a:xfrm>
          <a:custGeom xmlns:a="http://schemas.openxmlformats.org/drawingml/2006/main">
            <a:pathLst>
              <a:path w="472230" h="247745" fill="none">
                <a:moveTo>
                  <a:pt x="472230" y="123873"/>
                </a:moveTo>
                <a:cubicBezTo>
                  <a:pt x="472230" y="132017"/>
                  <a:pt x="470716" y="140046"/>
                  <a:pt x="467687" y="148047"/>
                </a:cubicBezTo>
                <a:cubicBezTo>
                  <a:pt x="464687" y="156020"/>
                  <a:pt x="460200" y="163763"/>
                  <a:pt x="454257" y="171279"/>
                </a:cubicBezTo>
                <a:cubicBezTo>
                  <a:pt x="448342" y="178794"/>
                  <a:pt x="441055" y="185909"/>
                  <a:pt x="432425" y="192681"/>
                </a:cubicBezTo>
                <a:cubicBezTo>
                  <a:pt x="423824" y="199454"/>
                  <a:pt x="414052" y="205711"/>
                  <a:pt x="403079" y="211455"/>
                </a:cubicBezTo>
                <a:cubicBezTo>
                  <a:pt x="392106" y="217199"/>
                  <a:pt x="380190" y="222342"/>
                  <a:pt x="367303" y="226857"/>
                </a:cubicBezTo>
                <a:cubicBezTo>
                  <a:pt x="354416" y="231372"/>
                  <a:pt x="340785" y="235201"/>
                  <a:pt x="326469" y="238316"/>
                </a:cubicBezTo>
                <a:cubicBezTo>
                  <a:pt x="312153" y="241430"/>
                  <a:pt x="297380" y="243773"/>
                  <a:pt x="282178" y="245345"/>
                </a:cubicBezTo>
                <a:cubicBezTo>
                  <a:pt x="266976" y="246945"/>
                  <a:pt x="251631" y="247745"/>
                  <a:pt x="236115" y="247745"/>
                </a:cubicBezTo>
                <a:cubicBezTo>
                  <a:pt x="220628" y="247745"/>
                  <a:pt x="205254" y="246945"/>
                  <a:pt x="190052" y="245345"/>
                </a:cubicBezTo>
                <a:cubicBezTo>
                  <a:pt x="174850" y="243773"/>
                  <a:pt x="160077" y="241430"/>
                  <a:pt x="145761" y="238316"/>
                </a:cubicBezTo>
                <a:cubicBezTo>
                  <a:pt x="131445" y="235201"/>
                  <a:pt x="117843" y="231372"/>
                  <a:pt x="104927" y="226857"/>
                </a:cubicBezTo>
                <a:cubicBezTo>
                  <a:pt x="92040" y="222342"/>
                  <a:pt x="80124" y="217199"/>
                  <a:pt x="69152" y="211455"/>
                </a:cubicBezTo>
                <a:cubicBezTo>
                  <a:pt x="58207" y="205711"/>
                  <a:pt x="48406" y="199454"/>
                  <a:pt x="39805" y="192681"/>
                </a:cubicBezTo>
                <a:cubicBezTo>
                  <a:pt x="31175" y="185909"/>
                  <a:pt x="23917" y="178794"/>
                  <a:pt x="17974" y="171279"/>
                </a:cubicBezTo>
                <a:cubicBezTo>
                  <a:pt x="12030" y="163763"/>
                  <a:pt x="7572" y="156020"/>
                  <a:pt x="4543" y="148047"/>
                </a:cubicBezTo>
                <a:cubicBezTo>
                  <a:pt x="1514" y="140046"/>
                  <a:pt x="0" y="132017"/>
                  <a:pt x="0" y="123873"/>
                </a:cubicBezTo>
                <a:cubicBezTo>
                  <a:pt x="0" y="115757"/>
                  <a:pt x="1514" y="107671"/>
                  <a:pt x="4543" y="99698"/>
                </a:cubicBezTo>
                <a:cubicBezTo>
                  <a:pt x="7572" y="91726"/>
                  <a:pt x="12030" y="83982"/>
                  <a:pt x="17974" y="76467"/>
                </a:cubicBezTo>
                <a:cubicBezTo>
                  <a:pt x="23917" y="68951"/>
                  <a:pt x="31175" y="61808"/>
                  <a:pt x="39805" y="55064"/>
                </a:cubicBezTo>
                <a:cubicBezTo>
                  <a:pt x="48406" y="48292"/>
                  <a:pt x="58207" y="42034"/>
                  <a:pt x="69152" y="36290"/>
                </a:cubicBezTo>
                <a:cubicBezTo>
                  <a:pt x="80124" y="30518"/>
                  <a:pt x="92040" y="25403"/>
                  <a:pt x="104927" y="20888"/>
                </a:cubicBezTo>
                <a:cubicBezTo>
                  <a:pt x="117843" y="16373"/>
                  <a:pt x="131445" y="12544"/>
                  <a:pt x="145761" y="9430"/>
                </a:cubicBezTo>
                <a:cubicBezTo>
                  <a:pt x="160077" y="6315"/>
                  <a:pt x="174850" y="3972"/>
                  <a:pt x="190052" y="2400"/>
                </a:cubicBezTo>
                <a:cubicBezTo>
                  <a:pt x="205254" y="800"/>
                  <a:pt x="220628" y="0"/>
                  <a:pt x="236115" y="0"/>
                </a:cubicBezTo>
                <a:cubicBezTo>
                  <a:pt x="251631" y="0"/>
                  <a:pt x="266976" y="800"/>
                  <a:pt x="282178" y="2400"/>
                </a:cubicBezTo>
                <a:cubicBezTo>
                  <a:pt x="297380" y="3972"/>
                  <a:pt x="312153" y="6315"/>
                  <a:pt x="326469" y="9430"/>
                </a:cubicBezTo>
                <a:cubicBezTo>
                  <a:pt x="340785" y="12544"/>
                  <a:pt x="354416" y="16373"/>
                  <a:pt x="367303" y="20888"/>
                </a:cubicBezTo>
                <a:cubicBezTo>
                  <a:pt x="380190" y="25403"/>
                  <a:pt x="392106" y="30518"/>
                  <a:pt x="403079" y="36290"/>
                </a:cubicBezTo>
                <a:cubicBezTo>
                  <a:pt x="414052" y="42034"/>
                  <a:pt x="423824" y="48292"/>
                  <a:pt x="432425" y="55064"/>
                </a:cubicBezTo>
                <a:cubicBezTo>
                  <a:pt x="441055" y="61808"/>
                  <a:pt x="448342" y="68951"/>
                  <a:pt x="454257" y="76467"/>
                </a:cubicBezTo>
                <a:cubicBezTo>
                  <a:pt x="460200" y="83982"/>
                  <a:pt x="464687" y="91726"/>
                  <a:pt x="467687" y="99698"/>
                </a:cubicBezTo>
                <a:cubicBezTo>
                  <a:pt x="470716" y="107671"/>
                  <a:pt x="472230" y="115757"/>
                  <a:pt x="472230" y="1238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450" name="Text bar">
            <a:extLst xmlns:a="http://schemas.openxmlformats.org/drawingml/2006/main">
              <a:ext uri="{FF2B5EF4-FFF2-40B4-BE49-F238E27FC236}">
                <a16:creationId xmlns:a16="http://schemas.microsoft.com/office/drawing/2014/main" id="{E2C454B6-92E9-44A5-BDE7-76447379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272" y="3279686"/>
            <a:ext cx="266927" cy="147542"/>
          </a:xfrm>
          <a:custGeom xmlns:a="http://schemas.openxmlformats.org/drawingml/2006/main">
            <a:pathLst>
              <a:path w="266927" h="147542">
                <a:moveTo>
                  <a:pt x="0" y="9843"/>
                </a:moveTo>
                <a:lnTo>
                  <a:pt x="0" y="9314"/>
                </a:lnTo>
                <a:cubicBezTo>
                  <a:pt x="0" y="8608"/>
                  <a:pt x="282" y="7621"/>
                  <a:pt x="847" y="6350"/>
                </a:cubicBezTo>
                <a:cubicBezTo>
                  <a:pt x="8538" y="4988"/>
                  <a:pt x="16723" y="2907"/>
                  <a:pt x="25402" y="109"/>
                </a:cubicBezTo>
                <a:cubicBezTo>
                  <a:pt x="25896" y="36"/>
                  <a:pt x="26672" y="0"/>
                  <a:pt x="27730" y="0"/>
                </a:cubicBezTo>
                <a:cubicBezTo>
                  <a:pt x="28083" y="1129"/>
                  <a:pt x="28260" y="1870"/>
                  <a:pt x="28260" y="2223"/>
                </a:cubicBezTo>
                <a:lnTo>
                  <a:pt x="28260" y="33763"/>
                </a:lnTo>
                <a:lnTo>
                  <a:pt x="28154" y="43818"/>
                </a:lnTo>
                <a:lnTo>
                  <a:pt x="28260" y="55037"/>
                </a:lnTo>
                <a:lnTo>
                  <a:pt x="28048" y="64140"/>
                </a:lnTo>
                <a:cubicBezTo>
                  <a:pt x="28048" y="64492"/>
                  <a:pt x="28118" y="65692"/>
                  <a:pt x="28260" y="67738"/>
                </a:cubicBezTo>
                <a:lnTo>
                  <a:pt x="36938" y="64457"/>
                </a:lnTo>
                <a:cubicBezTo>
                  <a:pt x="37856" y="64175"/>
                  <a:pt x="40890" y="63258"/>
                  <a:pt x="46041" y="61705"/>
                </a:cubicBezTo>
                <a:cubicBezTo>
                  <a:pt x="52603" y="60647"/>
                  <a:pt x="56413" y="60118"/>
                  <a:pt x="57472" y="60118"/>
                </a:cubicBezTo>
                <a:cubicBezTo>
                  <a:pt x="64528" y="60118"/>
                  <a:pt x="70878" y="61250"/>
                  <a:pt x="76523" y="63514"/>
                </a:cubicBezTo>
                <a:cubicBezTo>
                  <a:pt x="79980" y="64928"/>
                  <a:pt x="83403" y="67280"/>
                  <a:pt x="86790" y="70569"/>
                </a:cubicBezTo>
                <a:cubicBezTo>
                  <a:pt x="90176" y="73857"/>
                  <a:pt x="92681" y="77341"/>
                  <a:pt x="94304" y="81021"/>
                </a:cubicBezTo>
                <a:cubicBezTo>
                  <a:pt x="97127" y="87740"/>
                  <a:pt x="98538" y="93540"/>
                  <a:pt x="98538" y="98422"/>
                </a:cubicBezTo>
                <a:cubicBezTo>
                  <a:pt x="98538" y="106131"/>
                  <a:pt x="98044" y="111470"/>
                  <a:pt x="97056" y="114441"/>
                </a:cubicBezTo>
                <a:cubicBezTo>
                  <a:pt x="94657" y="121514"/>
                  <a:pt x="91729" y="127103"/>
                  <a:pt x="88271" y="131206"/>
                </a:cubicBezTo>
                <a:cubicBezTo>
                  <a:pt x="84814" y="135310"/>
                  <a:pt x="79980" y="138811"/>
                  <a:pt x="73771" y="141711"/>
                </a:cubicBezTo>
                <a:cubicBezTo>
                  <a:pt x="67562" y="144611"/>
                  <a:pt x="60964" y="146060"/>
                  <a:pt x="53979" y="146060"/>
                </a:cubicBezTo>
                <a:cubicBezTo>
                  <a:pt x="47558" y="146060"/>
                  <a:pt x="41490" y="144843"/>
                  <a:pt x="35774" y="142409"/>
                </a:cubicBezTo>
                <a:cubicBezTo>
                  <a:pt x="30059" y="139972"/>
                  <a:pt x="26848" y="138754"/>
                  <a:pt x="26143" y="138754"/>
                </a:cubicBezTo>
                <a:cubicBezTo>
                  <a:pt x="23955" y="138754"/>
                  <a:pt x="21168" y="141684"/>
                  <a:pt x="17781" y="147542"/>
                </a:cubicBezTo>
                <a:lnTo>
                  <a:pt x="14712" y="147436"/>
                </a:lnTo>
                <a:cubicBezTo>
                  <a:pt x="14430" y="142704"/>
                  <a:pt x="14289" y="136879"/>
                  <a:pt x="14289" y="129959"/>
                </a:cubicBezTo>
                <a:lnTo>
                  <a:pt x="14500" y="114176"/>
                </a:lnTo>
                <a:lnTo>
                  <a:pt x="14394" y="106125"/>
                </a:lnTo>
                <a:lnTo>
                  <a:pt x="14606" y="83036"/>
                </a:lnTo>
                <a:lnTo>
                  <a:pt x="14394" y="78587"/>
                </a:lnTo>
                <a:lnTo>
                  <a:pt x="14818" y="67675"/>
                </a:lnTo>
                <a:lnTo>
                  <a:pt x="14818" y="58355"/>
                </a:lnTo>
                <a:lnTo>
                  <a:pt x="14924" y="54541"/>
                </a:lnTo>
                <a:cubicBezTo>
                  <a:pt x="14924" y="53765"/>
                  <a:pt x="14888" y="50693"/>
                  <a:pt x="14818" y="45326"/>
                </a:cubicBezTo>
                <a:lnTo>
                  <a:pt x="14818" y="38973"/>
                </a:lnTo>
                <a:cubicBezTo>
                  <a:pt x="15029" y="26684"/>
                  <a:pt x="14500" y="19587"/>
                  <a:pt x="13230" y="17682"/>
                </a:cubicBezTo>
                <a:cubicBezTo>
                  <a:pt x="11184" y="14646"/>
                  <a:pt x="6774" y="12033"/>
                  <a:pt x="0" y="9843"/>
                </a:cubicBezTo>
                <a:moveTo>
                  <a:pt x="50274" y="140133"/>
                </a:moveTo>
                <a:cubicBezTo>
                  <a:pt x="61000" y="140133"/>
                  <a:pt x="69167" y="137113"/>
                  <a:pt x="74777" y="131071"/>
                </a:cubicBezTo>
                <a:cubicBezTo>
                  <a:pt x="80386" y="125029"/>
                  <a:pt x="83191" y="116037"/>
                  <a:pt x="83191" y="104095"/>
                </a:cubicBezTo>
                <a:cubicBezTo>
                  <a:pt x="83191" y="93142"/>
                  <a:pt x="80016" y="84275"/>
                  <a:pt x="73665" y="77492"/>
                </a:cubicBezTo>
                <a:cubicBezTo>
                  <a:pt x="67315" y="70707"/>
                  <a:pt x="59483" y="67315"/>
                  <a:pt x="50169" y="67315"/>
                </a:cubicBezTo>
                <a:cubicBezTo>
                  <a:pt x="43395" y="67315"/>
                  <a:pt x="37715" y="68410"/>
                  <a:pt x="33128" y="70599"/>
                </a:cubicBezTo>
                <a:cubicBezTo>
                  <a:pt x="30376" y="71942"/>
                  <a:pt x="28842" y="73179"/>
                  <a:pt x="28524" y="74310"/>
                </a:cubicBezTo>
                <a:cubicBezTo>
                  <a:pt x="28207" y="75439"/>
                  <a:pt x="28048" y="83000"/>
                  <a:pt x="28048" y="96993"/>
                </a:cubicBezTo>
                <a:cubicBezTo>
                  <a:pt x="28048" y="113599"/>
                  <a:pt x="28401" y="123316"/>
                  <a:pt x="29106" y="126143"/>
                </a:cubicBezTo>
                <a:cubicBezTo>
                  <a:pt x="30306" y="130524"/>
                  <a:pt x="32493" y="133668"/>
                  <a:pt x="35668" y="135576"/>
                </a:cubicBezTo>
                <a:cubicBezTo>
                  <a:pt x="40678" y="138614"/>
                  <a:pt x="45547" y="140133"/>
                  <a:pt x="50274" y="140133"/>
                </a:cubicBezTo>
                <a:close/>
                <a:moveTo>
                  <a:pt x="192999" y="128279"/>
                </a:moveTo>
                <a:cubicBezTo>
                  <a:pt x="193422" y="129208"/>
                  <a:pt x="193634" y="129887"/>
                  <a:pt x="193634" y="130317"/>
                </a:cubicBezTo>
                <a:cubicBezTo>
                  <a:pt x="193634" y="131388"/>
                  <a:pt x="192787" y="133281"/>
                  <a:pt x="191094" y="135996"/>
                </a:cubicBezTo>
                <a:cubicBezTo>
                  <a:pt x="188907" y="139568"/>
                  <a:pt x="186472" y="142175"/>
                  <a:pt x="183791" y="143818"/>
                </a:cubicBezTo>
                <a:cubicBezTo>
                  <a:pt x="182097" y="144890"/>
                  <a:pt x="179769" y="145425"/>
                  <a:pt x="176805" y="145425"/>
                </a:cubicBezTo>
                <a:cubicBezTo>
                  <a:pt x="171725" y="145425"/>
                  <a:pt x="167915" y="143881"/>
                  <a:pt x="165375" y="140792"/>
                </a:cubicBezTo>
                <a:cubicBezTo>
                  <a:pt x="163822" y="138966"/>
                  <a:pt x="162729" y="135700"/>
                  <a:pt x="162093" y="130995"/>
                </a:cubicBezTo>
                <a:lnTo>
                  <a:pt x="150239" y="139270"/>
                </a:lnTo>
                <a:cubicBezTo>
                  <a:pt x="146076" y="141676"/>
                  <a:pt x="142901" y="143197"/>
                  <a:pt x="140714" y="143835"/>
                </a:cubicBezTo>
                <a:cubicBezTo>
                  <a:pt x="137186" y="144754"/>
                  <a:pt x="132952" y="145214"/>
                  <a:pt x="128013" y="145214"/>
                </a:cubicBezTo>
                <a:cubicBezTo>
                  <a:pt x="124414" y="145214"/>
                  <a:pt x="121574" y="144133"/>
                  <a:pt x="119493" y="141972"/>
                </a:cubicBezTo>
                <a:cubicBezTo>
                  <a:pt x="117411" y="139811"/>
                  <a:pt x="116370" y="137031"/>
                  <a:pt x="116370" y="133631"/>
                </a:cubicBezTo>
                <a:cubicBezTo>
                  <a:pt x="116370" y="128742"/>
                  <a:pt x="119351" y="122897"/>
                  <a:pt x="125314" y="116094"/>
                </a:cubicBezTo>
                <a:cubicBezTo>
                  <a:pt x="131276" y="109292"/>
                  <a:pt x="139373" y="103730"/>
                  <a:pt x="149604" y="99408"/>
                </a:cubicBezTo>
                <a:cubicBezTo>
                  <a:pt x="156801" y="96363"/>
                  <a:pt x="161211" y="94415"/>
                  <a:pt x="162834" y="93563"/>
                </a:cubicBezTo>
                <a:cubicBezTo>
                  <a:pt x="162976" y="91211"/>
                  <a:pt x="163046" y="88644"/>
                  <a:pt x="163046" y="85863"/>
                </a:cubicBezTo>
                <a:cubicBezTo>
                  <a:pt x="163046" y="76810"/>
                  <a:pt x="161794" y="70679"/>
                  <a:pt x="159289" y="67470"/>
                </a:cubicBezTo>
                <a:cubicBezTo>
                  <a:pt x="156784" y="64262"/>
                  <a:pt x="153203" y="62658"/>
                  <a:pt x="148546" y="62658"/>
                </a:cubicBezTo>
                <a:cubicBezTo>
                  <a:pt x="143677" y="62658"/>
                  <a:pt x="139126" y="64577"/>
                  <a:pt x="134892" y="68416"/>
                </a:cubicBezTo>
                <a:cubicBezTo>
                  <a:pt x="132282" y="70833"/>
                  <a:pt x="130306" y="75383"/>
                  <a:pt x="128965" y="82066"/>
                </a:cubicBezTo>
                <a:cubicBezTo>
                  <a:pt x="128542" y="83914"/>
                  <a:pt x="127730" y="85904"/>
                  <a:pt x="126531" y="88037"/>
                </a:cubicBezTo>
                <a:cubicBezTo>
                  <a:pt x="123497" y="90028"/>
                  <a:pt x="121062" y="91023"/>
                  <a:pt x="119228" y="91023"/>
                </a:cubicBezTo>
                <a:cubicBezTo>
                  <a:pt x="117676" y="91023"/>
                  <a:pt x="116264" y="90563"/>
                  <a:pt x="114994" y="89644"/>
                </a:cubicBezTo>
                <a:cubicBezTo>
                  <a:pt x="114289" y="89148"/>
                  <a:pt x="113936" y="88581"/>
                  <a:pt x="113936" y="87944"/>
                </a:cubicBezTo>
                <a:cubicBezTo>
                  <a:pt x="113936" y="86105"/>
                  <a:pt x="115894" y="81947"/>
                  <a:pt x="119810" y="75471"/>
                </a:cubicBezTo>
                <a:cubicBezTo>
                  <a:pt x="123726" y="68995"/>
                  <a:pt x="128665" y="64147"/>
                  <a:pt x="134628" y="60928"/>
                </a:cubicBezTo>
                <a:cubicBezTo>
                  <a:pt x="140590" y="57706"/>
                  <a:pt x="145794" y="56096"/>
                  <a:pt x="150239" y="56096"/>
                </a:cubicBezTo>
                <a:cubicBezTo>
                  <a:pt x="156308" y="56096"/>
                  <a:pt x="160823" y="56645"/>
                  <a:pt x="163787" y="57743"/>
                </a:cubicBezTo>
                <a:cubicBezTo>
                  <a:pt x="166750" y="58839"/>
                  <a:pt x="169361" y="60766"/>
                  <a:pt x="171619" y="63524"/>
                </a:cubicBezTo>
                <a:cubicBezTo>
                  <a:pt x="173877" y="66283"/>
                  <a:pt x="175253" y="69289"/>
                  <a:pt x="175747" y="72544"/>
                </a:cubicBezTo>
                <a:cubicBezTo>
                  <a:pt x="176029" y="74101"/>
                  <a:pt x="176170" y="79655"/>
                  <a:pt x="176170" y="89207"/>
                </a:cubicBezTo>
                <a:lnTo>
                  <a:pt x="175853" y="106082"/>
                </a:lnTo>
                <a:lnTo>
                  <a:pt x="175959" y="118393"/>
                </a:lnTo>
                <a:cubicBezTo>
                  <a:pt x="175959" y="120020"/>
                  <a:pt x="175923" y="121400"/>
                  <a:pt x="175853" y="122531"/>
                </a:cubicBezTo>
                <a:cubicBezTo>
                  <a:pt x="175782" y="124581"/>
                  <a:pt x="175747" y="126103"/>
                  <a:pt x="175747" y="127095"/>
                </a:cubicBezTo>
                <a:cubicBezTo>
                  <a:pt x="175747" y="129430"/>
                  <a:pt x="176417" y="131305"/>
                  <a:pt x="177758" y="132718"/>
                </a:cubicBezTo>
                <a:cubicBezTo>
                  <a:pt x="179099" y="134134"/>
                  <a:pt x="180686" y="134841"/>
                  <a:pt x="182521" y="134841"/>
                </a:cubicBezTo>
                <a:cubicBezTo>
                  <a:pt x="185202" y="134841"/>
                  <a:pt x="187495" y="133479"/>
                  <a:pt x="189400" y="130753"/>
                </a:cubicBezTo>
                <a:lnTo>
                  <a:pt x="190671" y="129033"/>
                </a:lnTo>
                <a:cubicBezTo>
                  <a:pt x="191023" y="128817"/>
                  <a:pt x="191800" y="128566"/>
                  <a:pt x="192999" y="128279"/>
                </a:cubicBezTo>
                <a:moveTo>
                  <a:pt x="161882" y="125461"/>
                </a:moveTo>
                <a:cubicBezTo>
                  <a:pt x="162376" y="116451"/>
                  <a:pt x="162623" y="110102"/>
                  <a:pt x="162623" y="106413"/>
                </a:cubicBezTo>
                <a:cubicBezTo>
                  <a:pt x="162623" y="104497"/>
                  <a:pt x="162517" y="101907"/>
                  <a:pt x="162305" y="98644"/>
                </a:cubicBezTo>
                <a:cubicBezTo>
                  <a:pt x="157578" y="100346"/>
                  <a:pt x="152568" y="102936"/>
                  <a:pt x="147276" y="106413"/>
                </a:cubicBezTo>
                <a:cubicBezTo>
                  <a:pt x="141984" y="109888"/>
                  <a:pt x="137785" y="113897"/>
                  <a:pt x="134681" y="118439"/>
                </a:cubicBezTo>
                <a:cubicBezTo>
                  <a:pt x="132423" y="121703"/>
                  <a:pt x="131294" y="124789"/>
                  <a:pt x="131294" y="127697"/>
                </a:cubicBezTo>
                <a:cubicBezTo>
                  <a:pt x="131294" y="130464"/>
                  <a:pt x="132229" y="132771"/>
                  <a:pt x="134099" y="134616"/>
                </a:cubicBezTo>
                <a:cubicBezTo>
                  <a:pt x="135968" y="136460"/>
                  <a:pt x="138315" y="137382"/>
                  <a:pt x="141137" y="137382"/>
                </a:cubicBezTo>
                <a:cubicBezTo>
                  <a:pt x="143324" y="137382"/>
                  <a:pt x="145970" y="136601"/>
                  <a:pt x="149075" y="135040"/>
                </a:cubicBezTo>
                <a:cubicBezTo>
                  <a:pt x="153168" y="132983"/>
                  <a:pt x="157436" y="129790"/>
                  <a:pt x="161882" y="125461"/>
                </a:cubicBezTo>
                <a:close/>
                <a:moveTo>
                  <a:pt x="199295" y="143732"/>
                </a:moveTo>
                <a:lnTo>
                  <a:pt x="198872" y="142356"/>
                </a:lnTo>
                <a:cubicBezTo>
                  <a:pt x="198872" y="141862"/>
                  <a:pt x="199189" y="141121"/>
                  <a:pt x="199824" y="140133"/>
                </a:cubicBezTo>
                <a:lnTo>
                  <a:pt x="206069" y="138853"/>
                </a:lnTo>
                <a:lnTo>
                  <a:pt x="214854" y="137256"/>
                </a:lnTo>
                <a:cubicBezTo>
                  <a:pt x="215559" y="136901"/>
                  <a:pt x="216053" y="136404"/>
                  <a:pt x="216336" y="135764"/>
                </a:cubicBezTo>
                <a:cubicBezTo>
                  <a:pt x="216759" y="134842"/>
                  <a:pt x="216971" y="132108"/>
                  <a:pt x="216971" y="127561"/>
                </a:cubicBezTo>
                <a:cubicBezTo>
                  <a:pt x="216971" y="103414"/>
                  <a:pt x="216829" y="89476"/>
                  <a:pt x="216547" y="85748"/>
                </a:cubicBezTo>
                <a:cubicBezTo>
                  <a:pt x="216265" y="82019"/>
                  <a:pt x="215630" y="79657"/>
                  <a:pt x="214642" y="78663"/>
                </a:cubicBezTo>
                <a:cubicBezTo>
                  <a:pt x="213654" y="77669"/>
                  <a:pt x="211114" y="76888"/>
                  <a:pt x="207022" y="76321"/>
                </a:cubicBezTo>
                <a:cubicBezTo>
                  <a:pt x="204622" y="75966"/>
                  <a:pt x="202717" y="75504"/>
                  <a:pt x="201306" y="74935"/>
                </a:cubicBezTo>
                <a:lnTo>
                  <a:pt x="201729" y="71654"/>
                </a:lnTo>
                <a:cubicBezTo>
                  <a:pt x="209138" y="68605"/>
                  <a:pt x="214113" y="65981"/>
                  <a:pt x="216653" y="63782"/>
                </a:cubicBezTo>
                <a:cubicBezTo>
                  <a:pt x="220181" y="60590"/>
                  <a:pt x="223180" y="56404"/>
                  <a:pt x="225650" y="51227"/>
                </a:cubicBezTo>
                <a:lnTo>
                  <a:pt x="229248" y="51333"/>
                </a:lnTo>
                <a:cubicBezTo>
                  <a:pt x="229671" y="54916"/>
                  <a:pt x="229883" y="62870"/>
                  <a:pt x="229883" y="75193"/>
                </a:cubicBezTo>
                <a:lnTo>
                  <a:pt x="229777" y="77022"/>
                </a:lnTo>
                <a:cubicBezTo>
                  <a:pt x="229777" y="77452"/>
                  <a:pt x="229848" y="78133"/>
                  <a:pt x="229989" y="79063"/>
                </a:cubicBezTo>
                <a:cubicBezTo>
                  <a:pt x="232670" y="74194"/>
                  <a:pt x="236022" y="69714"/>
                  <a:pt x="240044" y="65621"/>
                </a:cubicBezTo>
                <a:lnTo>
                  <a:pt x="242478" y="63187"/>
                </a:lnTo>
                <a:cubicBezTo>
                  <a:pt x="243466" y="62058"/>
                  <a:pt x="244419" y="61176"/>
                  <a:pt x="245336" y="60541"/>
                </a:cubicBezTo>
                <a:cubicBezTo>
                  <a:pt x="250275" y="57577"/>
                  <a:pt x="253944" y="56096"/>
                  <a:pt x="256343" y="56096"/>
                </a:cubicBezTo>
                <a:cubicBezTo>
                  <a:pt x="259448" y="56096"/>
                  <a:pt x="261988" y="57136"/>
                  <a:pt x="263964" y="59218"/>
                </a:cubicBezTo>
                <a:cubicBezTo>
                  <a:pt x="265940" y="61300"/>
                  <a:pt x="266927" y="63857"/>
                  <a:pt x="266927" y="66891"/>
                </a:cubicBezTo>
                <a:cubicBezTo>
                  <a:pt x="266927" y="69291"/>
                  <a:pt x="266222" y="71160"/>
                  <a:pt x="264811" y="72501"/>
                </a:cubicBezTo>
                <a:cubicBezTo>
                  <a:pt x="262906" y="74265"/>
                  <a:pt x="260718" y="75147"/>
                  <a:pt x="258249" y="75147"/>
                </a:cubicBezTo>
                <a:cubicBezTo>
                  <a:pt x="257120" y="75147"/>
                  <a:pt x="254897" y="74547"/>
                  <a:pt x="251581" y="73348"/>
                </a:cubicBezTo>
                <a:cubicBezTo>
                  <a:pt x="248264" y="72148"/>
                  <a:pt x="246077" y="71548"/>
                  <a:pt x="245018" y="71548"/>
                </a:cubicBezTo>
                <a:cubicBezTo>
                  <a:pt x="243043" y="71548"/>
                  <a:pt x="241667" y="71866"/>
                  <a:pt x="240891" y="72501"/>
                </a:cubicBezTo>
                <a:cubicBezTo>
                  <a:pt x="238915" y="74053"/>
                  <a:pt x="236516" y="77229"/>
                  <a:pt x="233693" y="82027"/>
                </a:cubicBezTo>
                <a:cubicBezTo>
                  <a:pt x="231506" y="85625"/>
                  <a:pt x="230412" y="88942"/>
                  <a:pt x="230412" y="91976"/>
                </a:cubicBezTo>
                <a:lnTo>
                  <a:pt x="230942" y="109440"/>
                </a:lnTo>
                <a:lnTo>
                  <a:pt x="231153" y="130396"/>
                </a:lnTo>
                <a:cubicBezTo>
                  <a:pt x="231365" y="132795"/>
                  <a:pt x="231647" y="134347"/>
                  <a:pt x="232000" y="135053"/>
                </a:cubicBezTo>
                <a:cubicBezTo>
                  <a:pt x="232282" y="135547"/>
                  <a:pt x="232988" y="136147"/>
                  <a:pt x="234117" y="136852"/>
                </a:cubicBezTo>
                <a:cubicBezTo>
                  <a:pt x="241737" y="137487"/>
                  <a:pt x="246253" y="137946"/>
                  <a:pt x="247664" y="138228"/>
                </a:cubicBezTo>
                <a:cubicBezTo>
                  <a:pt x="248652" y="138299"/>
                  <a:pt x="249393" y="138369"/>
                  <a:pt x="249887" y="138440"/>
                </a:cubicBezTo>
                <a:cubicBezTo>
                  <a:pt x="252921" y="138511"/>
                  <a:pt x="255038" y="138934"/>
                  <a:pt x="256238" y="139710"/>
                </a:cubicBezTo>
                <a:cubicBezTo>
                  <a:pt x="256873" y="140074"/>
                  <a:pt x="257190" y="140620"/>
                  <a:pt x="257190" y="141347"/>
                </a:cubicBezTo>
                <a:cubicBezTo>
                  <a:pt x="257190" y="141786"/>
                  <a:pt x="256908" y="142369"/>
                  <a:pt x="256343" y="143097"/>
                </a:cubicBezTo>
                <a:lnTo>
                  <a:pt x="244595" y="142885"/>
                </a:lnTo>
                <a:lnTo>
                  <a:pt x="240150" y="142779"/>
                </a:lnTo>
                <a:lnTo>
                  <a:pt x="233693" y="142885"/>
                </a:lnTo>
                <a:lnTo>
                  <a:pt x="222898" y="142885"/>
                </a:lnTo>
                <a:lnTo>
                  <a:pt x="217076" y="143309"/>
                </a:lnTo>
                <a:lnTo>
                  <a:pt x="199295" y="143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Text alloc">
            <a:extLst xmlns:a="http://schemas.openxmlformats.org/drawingml/2006/main">
              <a:ext uri="{FF2B5EF4-FFF2-40B4-BE49-F238E27FC236}">
                <a16:creationId xmlns:a16="http://schemas.microsoft.com/office/drawing/2014/main" id="{00708977-9F81-424F-A079-62CB1FF3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061" y="526253"/>
            <a:ext cx="415950" cy="142250"/>
          </a:xfrm>
          <a:custGeom xmlns:a="http://schemas.openxmlformats.org/drawingml/2006/main">
            <a:pathLst>
              <a:path w="415950" h="142250">
                <a:moveTo>
                  <a:pt x="87319" y="119795"/>
                </a:moveTo>
                <a:lnTo>
                  <a:pt x="89753" y="121386"/>
                </a:lnTo>
                <a:cubicBezTo>
                  <a:pt x="90388" y="121882"/>
                  <a:pt x="90776" y="122484"/>
                  <a:pt x="90917" y="123192"/>
                </a:cubicBezTo>
                <a:lnTo>
                  <a:pt x="91023" y="123721"/>
                </a:lnTo>
                <a:cubicBezTo>
                  <a:pt x="89330" y="130043"/>
                  <a:pt x="87107" y="134395"/>
                  <a:pt x="84355" y="136776"/>
                </a:cubicBezTo>
                <a:cubicBezTo>
                  <a:pt x="81603" y="139155"/>
                  <a:pt x="78181" y="140345"/>
                  <a:pt x="74089" y="140345"/>
                </a:cubicBezTo>
                <a:cubicBezTo>
                  <a:pt x="69926" y="140345"/>
                  <a:pt x="66345" y="139191"/>
                  <a:pt x="63346" y="136882"/>
                </a:cubicBezTo>
                <a:cubicBezTo>
                  <a:pt x="60347" y="134571"/>
                  <a:pt x="57613" y="130503"/>
                  <a:pt x="55143" y="124677"/>
                </a:cubicBezTo>
                <a:cubicBezTo>
                  <a:pt x="52109" y="130075"/>
                  <a:pt x="47840" y="134142"/>
                  <a:pt x="42336" y="136879"/>
                </a:cubicBezTo>
                <a:cubicBezTo>
                  <a:pt x="36833" y="139613"/>
                  <a:pt x="30094" y="140980"/>
                  <a:pt x="22121" y="140980"/>
                </a:cubicBezTo>
                <a:cubicBezTo>
                  <a:pt x="14782" y="140980"/>
                  <a:pt x="9385" y="139440"/>
                  <a:pt x="5927" y="136360"/>
                </a:cubicBezTo>
                <a:cubicBezTo>
                  <a:pt x="2470" y="133277"/>
                  <a:pt x="741" y="129221"/>
                  <a:pt x="741" y="124191"/>
                </a:cubicBezTo>
                <a:cubicBezTo>
                  <a:pt x="741" y="121854"/>
                  <a:pt x="1252" y="119481"/>
                  <a:pt x="2276" y="117073"/>
                </a:cubicBezTo>
                <a:cubicBezTo>
                  <a:pt x="3299" y="114663"/>
                  <a:pt x="4957" y="112272"/>
                  <a:pt x="7250" y="109899"/>
                </a:cubicBezTo>
                <a:cubicBezTo>
                  <a:pt x="9543" y="107524"/>
                  <a:pt x="13230" y="104920"/>
                  <a:pt x="18310" y="102087"/>
                </a:cubicBezTo>
                <a:cubicBezTo>
                  <a:pt x="19087" y="101661"/>
                  <a:pt x="21768" y="100457"/>
                  <a:pt x="26354" y="98475"/>
                </a:cubicBezTo>
                <a:lnTo>
                  <a:pt x="52709" y="87848"/>
                </a:lnTo>
                <a:cubicBezTo>
                  <a:pt x="52920" y="85175"/>
                  <a:pt x="53026" y="82468"/>
                  <a:pt x="53026" y="79725"/>
                </a:cubicBezTo>
                <a:cubicBezTo>
                  <a:pt x="53026" y="70232"/>
                  <a:pt x="51862" y="63764"/>
                  <a:pt x="49534" y="60319"/>
                </a:cubicBezTo>
                <a:cubicBezTo>
                  <a:pt x="48122" y="58209"/>
                  <a:pt x="45653" y="57154"/>
                  <a:pt x="42125" y="57154"/>
                </a:cubicBezTo>
                <a:cubicBezTo>
                  <a:pt x="38597" y="57154"/>
                  <a:pt x="35351" y="57822"/>
                  <a:pt x="32387" y="59158"/>
                </a:cubicBezTo>
                <a:cubicBezTo>
                  <a:pt x="29424" y="60495"/>
                  <a:pt x="27272" y="62217"/>
                  <a:pt x="25931" y="64325"/>
                </a:cubicBezTo>
                <a:cubicBezTo>
                  <a:pt x="24943" y="65873"/>
                  <a:pt x="24096" y="68791"/>
                  <a:pt x="23391" y="73080"/>
                </a:cubicBezTo>
                <a:cubicBezTo>
                  <a:pt x="22897" y="76174"/>
                  <a:pt x="22438" y="77966"/>
                  <a:pt x="22015" y="78458"/>
                </a:cubicBezTo>
                <a:cubicBezTo>
                  <a:pt x="20957" y="79794"/>
                  <a:pt x="19034" y="81008"/>
                  <a:pt x="16247" y="82099"/>
                </a:cubicBezTo>
                <a:cubicBezTo>
                  <a:pt x="13459" y="83189"/>
                  <a:pt x="11572" y="83979"/>
                  <a:pt x="10584" y="84471"/>
                </a:cubicBezTo>
                <a:cubicBezTo>
                  <a:pt x="6774" y="86299"/>
                  <a:pt x="3740" y="87213"/>
                  <a:pt x="1482" y="87213"/>
                </a:cubicBezTo>
                <a:cubicBezTo>
                  <a:pt x="494" y="86368"/>
                  <a:pt x="0" y="85172"/>
                  <a:pt x="0" y="83624"/>
                </a:cubicBezTo>
                <a:cubicBezTo>
                  <a:pt x="0" y="79613"/>
                  <a:pt x="847" y="76166"/>
                  <a:pt x="2540" y="73282"/>
                </a:cubicBezTo>
                <a:cubicBezTo>
                  <a:pt x="5080" y="69200"/>
                  <a:pt x="8908" y="65242"/>
                  <a:pt x="14024" y="61408"/>
                </a:cubicBezTo>
                <a:cubicBezTo>
                  <a:pt x="19140" y="57573"/>
                  <a:pt x="23920" y="54882"/>
                  <a:pt x="28365" y="53334"/>
                </a:cubicBezTo>
                <a:cubicBezTo>
                  <a:pt x="34434" y="51365"/>
                  <a:pt x="41842" y="50380"/>
                  <a:pt x="50592" y="50380"/>
                </a:cubicBezTo>
                <a:cubicBezTo>
                  <a:pt x="56237" y="50380"/>
                  <a:pt x="61088" y="51421"/>
                  <a:pt x="65145" y="53503"/>
                </a:cubicBezTo>
                <a:cubicBezTo>
                  <a:pt x="69202" y="55584"/>
                  <a:pt x="72025" y="58671"/>
                  <a:pt x="73612" y="62764"/>
                </a:cubicBezTo>
                <a:cubicBezTo>
                  <a:pt x="75200" y="66856"/>
                  <a:pt x="75994" y="74230"/>
                  <a:pt x="75994" y="84884"/>
                </a:cubicBezTo>
                <a:lnTo>
                  <a:pt x="75676" y="102348"/>
                </a:lnTo>
                <a:lnTo>
                  <a:pt x="75888" y="115155"/>
                </a:lnTo>
                <a:lnTo>
                  <a:pt x="75888" y="118436"/>
                </a:lnTo>
                <a:cubicBezTo>
                  <a:pt x="75888" y="121400"/>
                  <a:pt x="76294" y="123428"/>
                  <a:pt x="77105" y="124522"/>
                </a:cubicBezTo>
                <a:cubicBezTo>
                  <a:pt x="77917" y="125616"/>
                  <a:pt x="78957" y="126162"/>
                  <a:pt x="80227" y="126162"/>
                </a:cubicBezTo>
                <a:cubicBezTo>
                  <a:pt x="81004" y="126162"/>
                  <a:pt x="81674" y="125950"/>
                  <a:pt x="82238" y="125524"/>
                </a:cubicBezTo>
                <a:lnTo>
                  <a:pt x="85414" y="120536"/>
                </a:lnTo>
                <a:lnTo>
                  <a:pt x="87319" y="119795"/>
                </a:lnTo>
                <a:moveTo>
                  <a:pt x="52603" y="95151"/>
                </a:moveTo>
                <a:cubicBezTo>
                  <a:pt x="48581" y="96500"/>
                  <a:pt x="44047" y="98755"/>
                  <a:pt x="39002" y="101915"/>
                </a:cubicBezTo>
                <a:cubicBezTo>
                  <a:pt x="33957" y="105072"/>
                  <a:pt x="30447" y="108248"/>
                  <a:pt x="28471" y="111441"/>
                </a:cubicBezTo>
                <a:cubicBezTo>
                  <a:pt x="27060" y="113785"/>
                  <a:pt x="26354" y="116660"/>
                  <a:pt x="26354" y="120067"/>
                </a:cubicBezTo>
                <a:cubicBezTo>
                  <a:pt x="26354" y="123118"/>
                  <a:pt x="27272" y="125639"/>
                  <a:pt x="29106" y="127628"/>
                </a:cubicBezTo>
                <a:cubicBezTo>
                  <a:pt x="30941" y="129614"/>
                  <a:pt x="33058" y="130608"/>
                  <a:pt x="35457" y="130608"/>
                </a:cubicBezTo>
                <a:cubicBezTo>
                  <a:pt x="39408" y="130608"/>
                  <a:pt x="42760" y="129472"/>
                  <a:pt x="45512" y="127201"/>
                </a:cubicBezTo>
                <a:cubicBezTo>
                  <a:pt x="49251" y="124149"/>
                  <a:pt x="51439" y="121718"/>
                  <a:pt x="52074" y="119908"/>
                </a:cubicBezTo>
                <a:cubicBezTo>
                  <a:pt x="52709" y="118098"/>
                  <a:pt x="53026" y="112969"/>
                  <a:pt x="53026" y="104521"/>
                </a:cubicBezTo>
                <a:cubicBezTo>
                  <a:pt x="53026" y="101397"/>
                  <a:pt x="52885" y="98273"/>
                  <a:pt x="52603" y="95151"/>
                </a:cubicBezTo>
                <a:close/>
                <a:moveTo>
                  <a:pt x="93986" y="134977"/>
                </a:moveTo>
                <a:cubicBezTo>
                  <a:pt x="95538" y="133903"/>
                  <a:pt x="97584" y="133223"/>
                  <a:pt x="100125" y="132936"/>
                </a:cubicBezTo>
                <a:cubicBezTo>
                  <a:pt x="104993" y="132372"/>
                  <a:pt x="107780" y="131632"/>
                  <a:pt x="108486" y="130717"/>
                </a:cubicBezTo>
                <a:cubicBezTo>
                  <a:pt x="109897" y="128887"/>
                  <a:pt x="110603" y="125154"/>
                  <a:pt x="110603" y="119518"/>
                </a:cubicBezTo>
                <a:lnTo>
                  <a:pt x="110603" y="89727"/>
                </a:lnTo>
                <a:lnTo>
                  <a:pt x="110497" y="82649"/>
                </a:lnTo>
                <a:lnTo>
                  <a:pt x="110497" y="61308"/>
                </a:lnTo>
                <a:lnTo>
                  <a:pt x="110179" y="36902"/>
                </a:lnTo>
                <a:lnTo>
                  <a:pt x="110179" y="32675"/>
                </a:lnTo>
                <a:cubicBezTo>
                  <a:pt x="110179" y="26900"/>
                  <a:pt x="109721" y="22639"/>
                  <a:pt x="108804" y="19891"/>
                </a:cubicBezTo>
                <a:cubicBezTo>
                  <a:pt x="106334" y="18414"/>
                  <a:pt x="103688" y="17675"/>
                  <a:pt x="100865" y="17675"/>
                </a:cubicBezTo>
                <a:cubicBezTo>
                  <a:pt x="99172" y="17675"/>
                  <a:pt x="97584" y="17499"/>
                  <a:pt x="96103" y="17146"/>
                </a:cubicBezTo>
                <a:cubicBezTo>
                  <a:pt x="95891" y="15349"/>
                  <a:pt x="95785" y="14020"/>
                  <a:pt x="95785" y="13157"/>
                </a:cubicBezTo>
                <a:cubicBezTo>
                  <a:pt x="95785" y="12584"/>
                  <a:pt x="95856" y="11938"/>
                  <a:pt x="95997" y="11219"/>
                </a:cubicBezTo>
                <a:cubicBezTo>
                  <a:pt x="101571" y="10584"/>
                  <a:pt x="107357" y="9155"/>
                  <a:pt x="113355" y="6933"/>
                </a:cubicBezTo>
                <a:cubicBezTo>
                  <a:pt x="119352" y="4710"/>
                  <a:pt x="123939" y="2434"/>
                  <a:pt x="127114" y="106"/>
                </a:cubicBezTo>
                <a:lnTo>
                  <a:pt x="130078" y="0"/>
                </a:lnTo>
                <a:cubicBezTo>
                  <a:pt x="130713" y="0"/>
                  <a:pt x="131630" y="35"/>
                  <a:pt x="132829" y="106"/>
                </a:cubicBezTo>
                <a:cubicBezTo>
                  <a:pt x="133182" y="24500"/>
                  <a:pt x="133359" y="41210"/>
                  <a:pt x="133359" y="50235"/>
                </a:cubicBezTo>
                <a:cubicBezTo>
                  <a:pt x="133359" y="52914"/>
                  <a:pt x="133323" y="55064"/>
                  <a:pt x="133253" y="56684"/>
                </a:cubicBezTo>
                <a:lnTo>
                  <a:pt x="133253" y="57319"/>
                </a:lnTo>
                <a:lnTo>
                  <a:pt x="133359" y="59330"/>
                </a:lnTo>
                <a:lnTo>
                  <a:pt x="133359" y="106182"/>
                </a:lnTo>
                <a:lnTo>
                  <a:pt x="133464" y="121621"/>
                </a:lnTo>
                <a:lnTo>
                  <a:pt x="133464" y="124158"/>
                </a:lnTo>
                <a:cubicBezTo>
                  <a:pt x="133464" y="127190"/>
                  <a:pt x="133958" y="129341"/>
                  <a:pt x="134946" y="130611"/>
                </a:cubicBezTo>
                <a:cubicBezTo>
                  <a:pt x="135793" y="131526"/>
                  <a:pt x="137592" y="132089"/>
                  <a:pt x="140344" y="132301"/>
                </a:cubicBezTo>
                <a:cubicBezTo>
                  <a:pt x="141826" y="132442"/>
                  <a:pt x="144754" y="132795"/>
                  <a:pt x="149129" y="133360"/>
                </a:cubicBezTo>
                <a:cubicBezTo>
                  <a:pt x="149482" y="134841"/>
                  <a:pt x="149658" y="136041"/>
                  <a:pt x="149658" y="136958"/>
                </a:cubicBezTo>
                <a:cubicBezTo>
                  <a:pt x="149658" y="137664"/>
                  <a:pt x="149588" y="138652"/>
                  <a:pt x="149446" y="139922"/>
                </a:cubicBezTo>
                <a:lnTo>
                  <a:pt x="141085" y="139498"/>
                </a:lnTo>
                <a:cubicBezTo>
                  <a:pt x="136428" y="139146"/>
                  <a:pt x="130571" y="138969"/>
                  <a:pt x="123515" y="138969"/>
                </a:cubicBezTo>
                <a:lnTo>
                  <a:pt x="119599" y="138863"/>
                </a:lnTo>
                <a:cubicBezTo>
                  <a:pt x="115577" y="138863"/>
                  <a:pt x="109756" y="139216"/>
                  <a:pt x="102136" y="139922"/>
                </a:cubicBezTo>
                <a:lnTo>
                  <a:pt x="94409" y="139922"/>
                </a:lnTo>
                <a:lnTo>
                  <a:pt x="93986" y="134977"/>
                </a:lnTo>
                <a:close/>
                <a:moveTo>
                  <a:pt x="150344" y="134977"/>
                </a:moveTo>
                <a:cubicBezTo>
                  <a:pt x="151896" y="133903"/>
                  <a:pt x="153943" y="133223"/>
                  <a:pt x="156483" y="132936"/>
                </a:cubicBezTo>
                <a:cubicBezTo>
                  <a:pt x="161351" y="132372"/>
                  <a:pt x="164139" y="131632"/>
                  <a:pt x="164844" y="130717"/>
                </a:cubicBezTo>
                <a:cubicBezTo>
                  <a:pt x="166255" y="128887"/>
                  <a:pt x="166961" y="125154"/>
                  <a:pt x="166961" y="119518"/>
                </a:cubicBezTo>
                <a:lnTo>
                  <a:pt x="166961" y="89727"/>
                </a:lnTo>
                <a:lnTo>
                  <a:pt x="166855" y="82649"/>
                </a:lnTo>
                <a:lnTo>
                  <a:pt x="166855" y="61308"/>
                </a:lnTo>
                <a:lnTo>
                  <a:pt x="166538" y="36902"/>
                </a:lnTo>
                <a:lnTo>
                  <a:pt x="166538" y="32675"/>
                </a:lnTo>
                <a:cubicBezTo>
                  <a:pt x="166538" y="26900"/>
                  <a:pt x="166079" y="22639"/>
                  <a:pt x="165162" y="19891"/>
                </a:cubicBezTo>
                <a:cubicBezTo>
                  <a:pt x="162692" y="18414"/>
                  <a:pt x="160046" y="17675"/>
                  <a:pt x="157224" y="17675"/>
                </a:cubicBezTo>
                <a:cubicBezTo>
                  <a:pt x="155530" y="17675"/>
                  <a:pt x="153943" y="17499"/>
                  <a:pt x="152461" y="17146"/>
                </a:cubicBezTo>
                <a:cubicBezTo>
                  <a:pt x="152249" y="15349"/>
                  <a:pt x="152143" y="14020"/>
                  <a:pt x="152143" y="13157"/>
                </a:cubicBezTo>
                <a:cubicBezTo>
                  <a:pt x="152143" y="12584"/>
                  <a:pt x="152214" y="11938"/>
                  <a:pt x="152355" y="11219"/>
                </a:cubicBezTo>
                <a:cubicBezTo>
                  <a:pt x="157929" y="10584"/>
                  <a:pt x="163715" y="9155"/>
                  <a:pt x="169713" y="6933"/>
                </a:cubicBezTo>
                <a:cubicBezTo>
                  <a:pt x="175711" y="4710"/>
                  <a:pt x="180297" y="2434"/>
                  <a:pt x="183472" y="106"/>
                </a:cubicBezTo>
                <a:lnTo>
                  <a:pt x="186436" y="0"/>
                </a:lnTo>
                <a:cubicBezTo>
                  <a:pt x="187071" y="0"/>
                  <a:pt x="187988" y="35"/>
                  <a:pt x="189188" y="106"/>
                </a:cubicBezTo>
                <a:cubicBezTo>
                  <a:pt x="189540" y="24500"/>
                  <a:pt x="189717" y="41210"/>
                  <a:pt x="189717" y="50235"/>
                </a:cubicBezTo>
                <a:cubicBezTo>
                  <a:pt x="189717" y="52914"/>
                  <a:pt x="189682" y="55064"/>
                  <a:pt x="189611" y="56684"/>
                </a:cubicBezTo>
                <a:lnTo>
                  <a:pt x="189611" y="57319"/>
                </a:lnTo>
                <a:lnTo>
                  <a:pt x="189717" y="59330"/>
                </a:lnTo>
                <a:lnTo>
                  <a:pt x="189717" y="106182"/>
                </a:lnTo>
                <a:lnTo>
                  <a:pt x="189823" y="121621"/>
                </a:lnTo>
                <a:lnTo>
                  <a:pt x="189823" y="124158"/>
                </a:lnTo>
                <a:cubicBezTo>
                  <a:pt x="189823" y="127190"/>
                  <a:pt x="190317" y="129341"/>
                  <a:pt x="191304" y="130611"/>
                </a:cubicBezTo>
                <a:cubicBezTo>
                  <a:pt x="192151" y="131526"/>
                  <a:pt x="193950" y="132089"/>
                  <a:pt x="196702" y="132301"/>
                </a:cubicBezTo>
                <a:cubicBezTo>
                  <a:pt x="198184" y="132442"/>
                  <a:pt x="201112" y="132795"/>
                  <a:pt x="205487" y="133360"/>
                </a:cubicBezTo>
                <a:cubicBezTo>
                  <a:pt x="205840" y="134841"/>
                  <a:pt x="206016" y="136041"/>
                  <a:pt x="206016" y="136958"/>
                </a:cubicBezTo>
                <a:cubicBezTo>
                  <a:pt x="206016" y="137664"/>
                  <a:pt x="205946" y="138652"/>
                  <a:pt x="205805" y="139922"/>
                </a:cubicBezTo>
                <a:lnTo>
                  <a:pt x="197443" y="139498"/>
                </a:lnTo>
                <a:cubicBezTo>
                  <a:pt x="192786" y="139146"/>
                  <a:pt x="186930" y="138969"/>
                  <a:pt x="179874" y="138969"/>
                </a:cubicBezTo>
                <a:lnTo>
                  <a:pt x="175957" y="138863"/>
                </a:lnTo>
                <a:cubicBezTo>
                  <a:pt x="171936" y="138863"/>
                  <a:pt x="166114" y="139216"/>
                  <a:pt x="158494" y="139922"/>
                </a:cubicBezTo>
                <a:lnTo>
                  <a:pt x="150767" y="139922"/>
                </a:lnTo>
                <a:lnTo>
                  <a:pt x="150344" y="134977"/>
                </a:lnTo>
                <a:close/>
                <a:moveTo>
                  <a:pt x="297620" y="62565"/>
                </a:moveTo>
                <a:cubicBezTo>
                  <a:pt x="302135" y="66947"/>
                  <a:pt x="305505" y="71981"/>
                  <a:pt x="307727" y="77667"/>
                </a:cubicBezTo>
                <a:cubicBezTo>
                  <a:pt x="309950" y="83354"/>
                  <a:pt x="311061" y="88705"/>
                  <a:pt x="311061" y="93719"/>
                </a:cubicBezTo>
                <a:cubicBezTo>
                  <a:pt x="311061" y="103185"/>
                  <a:pt x="309615" y="110814"/>
                  <a:pt x="306722" y="116607"/>
                </a:cubicBezTo>
                <a:cubicBezTo>
                  <a:pt x="302347" y="125367"/>
                  <a:pt x="296455" y="131832"/>
                  <a:pt x="289046" y="135999"/>
                </a:cubicBezTo>
                <a:cubicBezTo>
                  <a:pt x="281638" y="140166"/>
                  <a:pt x="273029" y="142250"/>
                  <a:pt x="263221" y="142250"/>
                </a:cubicBezTo>
                <a:cubicBezTo>
                  <a:pt x="252214" y="142250"/>
                  <a:pt x="242882" y="139778"/>
                  <a:pt x="235226" y="134835"/>
                </a:cubicBezTo>
                <a:cubicBezTo>
                  <a:pt x="227570" y="129889"/>
                  <a:pt x="222102" y="124273"/>
                  <a:pt x="218821" y="117986"/>
                </a:cubicBezTo>
                <a:cubicBezTo>
                  <a:pt x="215540" y="111697"/>
                  <a:pt x="213899" y="103892"/>
                  <a:pt x="213899" y="94569"/>
                </a:cubicBezTo>
                <a:cubicBezTo>
                  <a:pt x="213899" y="89835"/>
                  <a:pt x="214675" y="85084"/>
                  <a:pt x="216228" y="80317"/>
                </a:cubicBezTo>
                <a:cubicBezTo>
                  <a:pt x="217780" y="75547"/>
                  <a:pt x="219915" y="71396"/>
                  <a:pt x="222631" y="67864"/>
                </a:cubicBezTo>
                <a:cubicBezTo>
                  <a:pt x="225348" y="64331"/>
                  <a:pt x="228329" y="61365"/>
                  <a:pt x="231575" y="58963"/>
                </a:cubicBezTo>
                <a:cubicBezTo>
                  <a:pt x="236302" y="55572"/>
                  <a:pt x="241048" y="53153"/>
                  <a:pt x="245810" y="51707"/>
                </a:cubicBezTo>
                <a:cubicBezTo>
                  <a:pt x="250573" y="50258"/>
                  <a:pt x="256342" y="49534"/>
                  <a:pt x="263115" y="49534"/>
                </a:cubicBezTo>
                <a:cubicBezTo>
                  <a:pt x="277863" y="49534"/>
                  <a:pt x="289364" y="53877"/>
                  <a:pt x="297620" y="62565"/>
                </a:cubicBezTo>
                <a:moveTo>
                  <a:pt x="239725" y="99289"/>
                </a:moveTo>
                <a:cubicBezTo>
                  <a:pt x="240360" y="108062"/>
                  <a:pt x="240818" y="113121"/>
                  <a:pt x="241100" y="114464"/>
                </a:cubicBezTo>
                <a:cubicBezTo>
                  <a:pt x="242018" y="119204"/>
                  <a:pt x="243464" y="123273"/>
                  <a:pt x="245440" y="126668"/>
                </a:cubicBezTo>
                <a:cubicBezTo>
                  <a:pt x="246781" y="128862"/>
                  <a:pt x="249003" y="130808"/>
                  <a:pt x="252108" y="132506"/>
                </a:cubicBezTo>
                <a:cubicBezTo>
                  <a:pt x="255213" y="134204"/>
                  <a:pt x="258917" y="135053"/>
                  <a:pt x="263221" y="135053"/>
                </a:cubicBezTo>
                <a:cubicBezTo>
                  <a:pt x="268372" y="135053"/>
                  <a:pt x="272712" y="133408"/>
                  <a:pt x="276240" y="130118"/>
                </a:cubicBezTo>
                <a:cubicBezTo>
                  <a:pt x="279768" y="126828"/>
                  <a:pt x="282308" y="121681"/>
                  <a:pt x="283860" y="114675"/>
                </a:cubicBezTo>
                <a:cubicBezTo>
                  <a:pt x="284848" y="110078"/>
                  <a:pt x="285342" y="102543"/>
                  <a:pt x="285342" y="92072"/>
                </a:cubicBezTo>
                <a:cubicBezTo>
                  <a:pt x="285342" y="79194"/>
                  <a:pt x="283225" y="70085"/>
                  <a:pt x="278992" y="64745"/>
                </a:cubicBezTo>
                <a:cubicBezTo>
                  <a:pt x="274758" y="59402"/>
                  <a:pt x="269184" y="56731"/>
                  <a:pt x="262269" y="56731"/>
                </a:cubicBezTo>
                <a:cubicBezTo>
                  <a:pt x="256835" y="56731"/>
                  <a:pt x="252337" y="58252"/>
                  <a:pt x="248774" y="61295"/>
                </a:cubicBezTo>
                <a:cubicBezTo>
                  <a:pt x="245211" y="64336"/>
                  <a:pt x="242723" y="68829"/>
                  <a:pt x="241312" y="74773"/>
                </a:cubicBezTo>
                <a:cubicBezTo>
                  <a:pt x="240395" y="78592"/>
                  <a:pt x="239866" y="86764"/>
                  <a:pt x="239725" y="99289"/>
                </a:cubicBezTo>
                <a:close/>
                <a:moveTo>
                  <a:pt x="409494" y="112079"/>
                </a:moveTo>
                <a:cubicBezTo>
                  <a:pt x="410623" y="112710"/>
                  <a:pt x="411470" y="113130"/>
                  <a:pt x="412034" y="113339"/>
                </a:cubicBezTo>
                <a:cubicBezTo>
                  <a:pt x="413657" y="114040"/>
                  <a:pt x="414963" y="114917"/>
                  <a:pt x="415950" y="115969"/>
                </a:cubicBezTo>
                <a:cubicBezTo>
                  <a:pt x="414045" y="123033"/>
                  <a:pt x="409424" y="129145"/>
                  <a:pt x="402085" y="134302"/>
                </a:cubicBezTo>
                <a:cubicBezTo>
                  <a:pt x="394747" y="139460"/>
                  <a:pt x="385468" y="142039"/>
                  <a:pt x="374249" y="142039"/>
                </a:cubicBezTo>
                <a:cubicBezTo>
                  <a:pt x="367193" y="142039"/>
                  <a:pt x="360207" y="140560"/>
                  <a:pt x="353293" y="137603"/>
                </a:cubicBezTo>
                <a:cubicBezTo>
                  <a:pt x="346378" y="134646"/>
                  <a:pt x="340874" y="130739"/>
                  <a:pt x="336781" y="125881"/>
                </a:cubicBezTo>
                <a:cubicBezTo>
                  <a:pt x="333606" y="122150"/>
                  <a:pt x="331225" y="117575"/>
                  <a:pt x="329637" y="112155"/>
                </a:cubicBezTo>
                <a:cubicBezTo>
                  <a:pt x="328049" y="106733"/>
                  <a:pt x="327256" y="102121"/>
                  <a:pt x="327256" y="98320"/>
                </a:cubicBezTo>
                <a:cubicBezTo>
                  <a:pt x="327256" y="93744"/>
                  <a:pt x="328244" y="88552"/>
                  <a:pt x="330219" y="82744"/>
                </a:cubicBezTo>
                <a:cubicBezTo>
                  <a:pt x="332195" y="76936"/>
                  <a:pt x="335511" y="71464"/>
                  <a:pt x="340168" y="66326"/>
                </a:cubicBezTo>
                <a:cubicBezTo>
                  <a:pt x="344825" y="61186"/>
                  <a:pt x="350699" y="57102"/>
                  <a:pt x="357791" y="54075"/>
                </a:cubicBezTo>
                <a:cubicBezTo>
                  <a:pt x="364882" y="51047"/>
                  <a:pt x="372873" y="49534"/>
                  <a:pt x="381764" y="49534"/>
                </a:cubicBezTo>
                <a:cubicBezTo>
                  <a:pt x="393971" y="49534"/>
                  <a:pt x="402473" y="51439"/>
                  <a:pt x="407271" y="55249"/>
                </a:cubicBezTo>
                <a:cubicBezTo>
                  <a:pt x="412070" y="59059"/>
                  <a:pt x="414469" y="62870"/>
                  <a:pt x="414469" y="66680"/>
                </a:cubicBezTo>
                <a:cubicBezTo>
                  <a:pt x="414469" y="70420"/>
                  <a:pt x="413498" y="73365"/>
                  <a:pt x="411558" y="75518"/>
                </a:cubicBezTo>
                <a:cubicBezTo>
                  <a:pt x="409618" y="77670"/>
                  <a:pt x="406954" y="78746"/>
                  <a:pt x="403567" y="78746"/>
                </a:cubicBezTo>
                <a:cubicBezTo>
                  <a:pt x="400674" y="78746"/>
                  <a:pt x="398010" y="77798"/>
                  <a:pt x="395576" y="75901"/>
                </a:cubicBezTo>
                <a:cubicBezTo>
                  <a:pt x="393142" y="74005"/>
                  <a:pt x="391113" y="70810"/>
                  <a:pt x="389490" y="66316"/>
                </a:cubicBezTo>
                <a:cubicBezTo>
                  <a:pt x="388220" y="63088"/>
                  <a:pt x="386597" y="60736"/>
                  <a:pt x="384621" y="59261"/>
                </a:cubicBezTo>
                <a:cubicBezTo>
                  <a:pt x="382646" y="57856"/>
                  <a:pt x="380282" y="57154"/>
                  <a:pt x="377530" y="57154"/>
                </a:cubicBezTo>
                <a:cubicBezTo>
                  <a:pt x="370897" y="57154"/>
                  <a:pt x="364970" y="59978"/>
                  <a:pt x="359749" y="65625"/>
                </a:cubicBezTo>
                <a:cubicBezTo>
                  <a:pt x="354527" y="71270"/>
                  <a:pt x="351917" y="78966"/>
                  <a:pt x="351917" y="88715"/>
                </a:cubicBezTo>
                <a:cubicBezTo>
                  <a:pt x="351917" y="100428"/>
                  <a:pt x="355109" y="109738"/>
                  <a:pt x="361495" y="116647"/>
                </a:cubicBezTo>
                <a:cubicBezTo>
                  <a:pt x="367881" y="123555"/>
                  <a:pt x="375131" y="127009"/>
                  <a:pt x="383246" y="127009"/>
                </a:cubicBezTo>
                <a:cubicBezTo>
                  <a:pt x="387267" y="127009"/>
                  <a:pt x="390690" y="126554"/>
                  <a:pt x="393512" y="125643"/>
                </a:cubicBezTo>
                <a:cubicBezTo>
                  <a:pt x="395276" y="125012"/>
                  <a:pt x="397675" y="123645"/>
                  <a:pt x="400709" y="121542"/>
                </a:cubicBezTo>
                <a:cubicBezTo>
                  <a:pt x="401485" y="120982"/>
                  <a:pt x="402950" y="119475"/>
                  <a:pt x="405102" y="117020"/>
                </a:cubicBezTo>
                <a:cubicBezTo>
                  <a:pt x="407254" y="114566"/>
                  <a:pt x="408718" y="112919"/>
                  <a:pt x="409494" y="112079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Text f">
            <a:extLst xmlns:a="http://schemas.openxmlformats.org/drawingml/2006/main">
              <a:ext uri="{FF2B5EF4-FFF2-40B4-BE49-F238E27FC236}">
                <a16:creationId xmlns:a16="http://schemas.microsoft.com/office/drawing/2014/main" id="{9A958EC5-BA87-4E4F-A208-11681715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423" y="1563402"/>
            <a:ext cx="79487" cy="139922"/>
          </a:xfrm>
          <a:custGeom xmlns:a="http://schemas.openxmlformats.org/drawingml/2006/main">
            <a:pathLst>
              <a:path w="79487" h="139922">
                <a:moveTo>
                  <a:pt x="106" y="139922"/>
                </a:moveTo>
                <a:lnTo>
                  <a:pt x="0" y="133717"/>
                </a:lnTo>
                <a:cubicBezTo>
                  <a:pt x="1129" y="133155"/>
                  <a:pt x="3652" y="132330"/>
                  <a:pt x="7568" y="131243"/>
                </a:cubicBezTo>
                <a:cubicBezTo>
                  <a:pt x="11484" y="130156"/>
                  <a:pt x="13653" y="129366"/>
                  <a:pt x="14077" y="128875"/>
                </a:cubicBezTo>
                <a:cubicBezTo>
                  <a:pt x="14853" y="128103"/>
                  <a:pt x="15241" y="127016"/>
                  <a:pt x="15241" y="125613"/>
                </a:cubicBezTo>
                <a:lnTo>
                  <a:pt x="15241" y="123298"/>
                </a:lnTo>
                <a:cubicBezTo>
                  <a:pt x="15523" y="116773"/>
                  <a:pt x="15664" y="113125"/>
                  <a:pt x="15664" y="112353"/>
                </a:cubicBezTo>
                <a:cubicBezTo>
                  <a:pt x="15664" y="111721"/>
                  <a:pt x="15629" y="110843"/>
                  <a:pt x="15559" y="109721"/>
                </a:cubicBezTo>
                <a:lnTo>
                  <a:pt x="15453" y="108457"/>
                </a:lnTo>
                <a:lnTo>
                  <a:pt x="15559" y="107088"/>
                </a:lnTo>
                <a:lnTo>
                  <a:pt x="15559" y="106142"/>
                </a:lnTo>
                <a:lnTo>
                  <a:pt x="14924" y="88040"/>
                </a:lnTo>
                <a:lnTo>
                  <a:pt x="14818" y="67834"/>
                </a:lnTo>
                <a:lnTo>
                  <a:pt x="14606" y="65833"/>
                </a:lnTo>
                <a:cubicBezTo>
                  <a:pt x="13336" y="65833"/>
                  <a:pt x="11466" y="65762"/>
                  <a:pt x="8996" y="65621"/>
                </a:cubicBezTo>
                <a:lnTo>
                  <a:pt x="2329" y="65621"/>
                </a:lnTo>
                <a:cubicBezTo>
                  <a:pt x="1905" y="65564"/>
                  <a:pt x="1305" y="65452"/>
                  <a:pt x="529" y="65284"/>
                </a:cubicBezTo>
                <a:cubicBezTo>
                  <a:pt x="459" y="63361"/>
                  <a:pt x="423" y="61830"/>
                  <a:pt x="423" y="60690"/>
                </a:cubicBezTo>
                <a:cubicBezTo>
                  <a:pt x="423" y="58697"/>
                  <a:pt x="917" y="57095"/>
                  <a:pt x="1905" y="55884"/>
                </a:cubicBezTo>
                <a:cubicBezTo>
                  <a:pt x="4022" y="55884"/>
                  <a:pt x="8185" y="55615"/>
                  <a:pt x="14394" y="55077"/>
                </a:cubicBezTo>
                <a:cubicBezTo>
                  <a:pt x="14606" y="46691"/>
                  <a:pt x="15964" y="38816"/>
                  <a:pt x="18469" y="31451"/>
                </a:cubicBezTo>
                <a:cubicBezTo>
                  <a:pt x="20974" y="24087"/>
                  <a:pt x="24132" y="18184"/>
                  <a:pt x="27942" y="13743"/>
                </a:cubicBezTo>
                <a:lnTo>
                  <a:pt x="30694" y="10677"/>
                </a:lnTo>
                <a:cubicBezTo>
                  <a:pt x="35351" y="6730"/>
                  <a:pt x="39637" y="3964"/>
                  <a:pt x="43554" y="2378"/>
                </a:cubicBezTo>
                <a:cubicBezTo>
                  <a:pt x="47470" y="793"/>
                  <a:pt x="52109" y="0"/>
                  <a:pt x="57472" y="0"/>
                </a:cubicBezTo>
                <a:cubicBezTo>
                  <a:pt x="62693" y="0"/>
                  <a:pt x="67015" y="847"/>
                  <a:pt x="70437" y="2540"/>
                </a:cubicBezTo>
                <a:cubicBezTo>
                  <a:pt x="73859" y="4234"/>
                  <a:pt x="76223" y="6403"/>
                  <a:pt x="77528" y="9049"/>
                </a:cubicBezTo>
                <a:cubicBezTo>
                  <a:pt x="78834" y="11695"/>
                  <a:pt x="79487" y="14147"/>
                  <a:pt x="79487" y="16405"/>
                </a:cubicBezTo>
                <a:cubicBezTo>
                  <a:pt x="79487" y="19228"/>
                  <a:pt x="78322" y="21821"/>
                  <a:pt x="75994" y="24185"/>
                </a:cubicBezTo>
                <a:cubicBezTo>
                  <a:pt x="73665" y="26548"/>
                  <a:pt x="71090" y="27730"/>
                  <a:pt x="68267" y="27730"/>
                </a:cubicBezTo>
                <a:cubicBezTo>
                  <a:pt x="66151" y="27730"/>
                  <a:pt x="64069" y="27020"/>
                  <a:pt x="62023" y="25600"/>
                </a:cubicBezTo>
                <a:cubicBezTo>
                  <a:pt x="60612" y="24535"/>
                  <a:pt x="58900" y="22316"/>
                  <a:pt x="56890" y="18942"/>
                </a:cubicBezTo>
                <a:cubicBezTo>
                  <a:pt x="54879" y="15569"/>
                  <a:pt x="53309" y="13420"/>
                  <a:pt x="52180" y="12496"/>
                </a:cubicBezTo>
                <a:cubicBezTo>
                  <a:pt x="51051" y="11645"/>
                  <a:pt x="49569" y="11219"/>
                  <a:pt x="47734" y="11219"/>
                </a:cubicBezTo>
                <a:cubicBezTo>
                  <a:pt x="45547" y="11219"/>
                  <a:pt x="43642" y="12067"/>
                  <a:pt x="42019" y="13763"/>
                </a:cubicBezTo>
                <a:cubicBezTo>
                  <a:pt x="40396" y="15456"/>
                  <a:pt x="39267" y="17892"/>
                  <a:pt x="38632" y="21069"/>
                </a:cubicBezTo>
                <a:cubicBezTo>
                  <a:pt x="37997" y="24244"/>
                  <a:pt x="37679" y="30597"/>
                  <a:pt x="37679" y="40127"/>
                </a:cubicBezTo>
                <a:lnTo>
                  <a:pt x="37574" y="51776"/>
                </a:lnTo>
                <a:lnTo>
                  <a:pt x="37679" y="54845"/>
                </a:lnTo>
                <a:lnTo>
                  <a:pt x="39690" y="54961"/>
                </a:lnTo>
                <a:lnTo>
                  <a:pt x="52285" y="54614"/>
                </a:lnTo>
                <a:cubicBezTo>
                  <a:pt x="52920" y="54614"/>
                  <a:pt x="53908" y="54730"/>
                  <a:pt x="55249" y="54961"/>
                </a:cubicBezTo>
                <a:cubicBezTo>
                  <a:pt x="56166" y="55815"/>
                  <a:pt x="56625" y="56526"/>
                  <a:pt x="56625" y="57095"/>
                </a:cubicBezTo>
                <a:lnTo>
                  <a:pt x="56519" y="59122"/>
                </a:lnTo>
                <a:lnTo>
                  <a:pt x="56519" y="62003"/>
                </a:lnTo>
                <a:cubicBezTo>
                  <a:pt x="56519" y="62431"/>
                  <a:pt x="56413" y="63249"/>
                  <a:pt x="56202" y="64457"/>
                </a:cubicBezTo>
                <a:cubicBezTo>
                  <a:pt x="55566" y="64810"/>
                  <a:pt x="54826" y="64986"/>
                  <a:pt x="53979" y="64986"/>
                </a:cubicBezTo>
                <a:lnTo>
                  <a:pt x="53026" y="64986"/>
                </a:lnTo>
                <a:lnTo>
                  <a:pt x="44982" y="65198"/>
                </a:lnTo>
                <a:cubicBezTo>
                  <a:pt x="43642" y="65198"/>
                  <a:pt x="42619" y="65127"/>
                  <a:pt x="41913" y="64986"/>
                </a:cubicBezTo>
                <a:lnTo>
                  <a:pt x="40960" y="64986"/>
                </a:lnTo>
                <a:cubicBezTo>
                  <a:pt x="40255" y="64986"/>
                  <a:pt x="39196" y="65142"/>
                  <a:pt x="37785" y="65453"/>
                </a:cubicBezTo>
                <a:lnTo>
                  <a:pt x="37679" y="70603"/>
                </a:lnTo>
                <a:cubicBezTo>
                  <a:pt x="37679" y="71094"/>
                  <a:pt x="37715" y="71865"/>
                  <a:pt x="37785" y="72914"/>
                </a:cubicBezTo>
                <a:cubicBezTo>
                  <a:pt x="37926" y="76910"/>
                  <a:pt x="37997" y="79643"/>
                  <a:pt x="37997" y="81114"/>
                </a:cubicBezTo>
                <a:lnTo>
                  <a:pt x="37891" y="96567"/>
                </a:lnTo>
                <a:lnTo>
                  <a:pt x="38103" y="107812"/>
                </a:lnTo>
                <a:lnTo>
                  <a:pt x="37997" y="116852"/>
                </a:lnTo>
                <a:cubicBezTo>
                  <a:pt x="37785" y="123229"/>
                  <a:pt x="38385" y="127083"/>
                  <a:pt x="39796" y="128415"/>
                </a:cubicBezTo>
                <a:cubicBezTo>
                  <a:pt x="41842" y="130446"/>
                  <a:pt x="46111" y="131812"/>
                  <a:pt x="52603" y="132513"/>
                </a:cubicBezTo>
                <a:cubicBezTo>
                  <a:pt x="53802" y="132586"/>
                  <a:pt x="54896" y="132841"/>
                  <a:pt x="55884" y="133280"/>
                </a:cubicBezTo>
                <a:cubicBezTo>
                  <a:pt x="56166" y="134993"/>
                  <a:pt x="56307" y="136100"/>
                  <a:pt x="56307" y="136601"/>
                </a:cubicBezTo>
                <a:cubicBezTo>
                  <a:pt x="56307" y="137386"/>
                  <a:pt x="56166" y="138493"/>
                  <a:pt x="55884" y="139922"/>
                </a:cubicBezTo>
                <a:lnTo>
                  <a:pt x="48263" y="139922"/>
                </a:lnTo>
                <a:cubicBezTo>
                  <a:pt x="47628" y="139922"/>
                  <a:pt x="43501" y="139697"/>
                  <a:pt x="35880" y="139247"/>
                </a:cubicBezTo>
                <a:lnTo>
                  <a:pt x="30165" y="138863"/>
                </a:lnTo>
                <a:cubicBezTo>
                  <a:pt x="24661" y="138863"/>
                  <a:pt x="20392" y="139004"/>
                  <a:pt x="17358" y="139287"/>
                </a:cubicBezTo>
                <a:cubicBezTo>
                  <a:pt x="15735" y="139498"/>
                  <a:pt x="9984" y="139710"/>
                  <a:pt x="106" y="139922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Text ree">
            <a:extLst xmlns:a="http://schemas.openxmlformats.org/drawingml/2006/main">
              <a:ext uri="{FF2B5EF4-FFF2-40B4-BE49-F238E27FC236}">
                <a16:creationId xmlns:a16="http://schemas.microsoft.com/office/drawing/2014/main" id="{F90D1785-41B9-4EBC-A440-709263DE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0" y="1609125"/>
            <a:ext cx="268934" cy="96739"/>
          </a:xfrm>
          <a:custGeom xmlns:a="http://schemas.openxmlformats.org/drawingml/2006/main">
            <a:pathLst>
              <a:path w="268934" h="96739">
                <a:moveTo>
                  <a:pt x="318" y="88801"/>
                </a:moveTo>
                <a:cubicBezTo>
                  <a:pt x="1235" y="88024"/>
                  <a:pt x="2434" y="87460"/>
                  <a:pt x="3916" y="87107"/>
                </a:cubicBezTo>
                <a:cubicBezTo>
                  <a:pt x="7515" y="86333"/>
                  <a:pt x="10937" y="84924"/>
                  <a:pt x="14183" y="82880"/>
                </a:cubicBezTo>
                <a:cubicBezTo>
                  <a:pt x="14818" y="81189"/>
                  <a:pt x="15135" y="75483"/>
                  <a:pt x="15135" y="65764"/>
                </a:cubicBezTo>
                <a:cubicBezTo>
                  <a:pt x="15135" y="47940"/>
                  <a:pt x="14747" y="35894"/>
                  <a:pt x="13971" y="29626"/>
                </a:cubicBezTo>
                <a:cubicBezTo>
                  <a:pt x="13830" y="28499"/>
                  <a:pt x="13265" y="27513"/>
                  <a:pt x="12278" y="26669"/>
                </a:cubicBezTo>
                <a:cubicBezTo>
                  <a:pt x="10514" y="25751"/>
                  <a:pt x="8114" y="24941"/>
                  <a:pt x="5080" y="24238"/>
                </a:cubicBezTo>
                <a:cubicBezTo>
                  <a:pt x="3669" y="23885"/>
                  <a:pt x="2822" y="23109"/>
                  <a:pt x="2540" y="21909"/>
                </a:cubicBezTo>
                <a:lnTo>
                  <a:pt x="2223" y="17993"/>
                </a:lnTo>
                <a:cubicBezTo>
                  <a:pt x="7444" y="17287"/>
                  <a:pt x="12172" y="15506"/>
                  <a:pt x="16405" y="12648"/>
                </a:cubicBezTo>
                <a:cubicBezTo>
                  <a:pt x="20639" y="9790"/>
                  <a:pt x="23814" y="6880"/>
                  <a:pt x="25931" y="3916"/>
                </a:cubicBezTo>
                <a:cubicBezTo>
                  <a:pt x="27060" y="2293"/>
                  <a:pt x="28048" y="1058"/>
                  <a:pt x="28895" y="212"/>
                </a:cubicBezTo>
                <a:lnTo>
                  <a:pt x="36303" y="0"/>
                </a:lnTo>
                <a:cubicBezTo>
                  <a:pt x="36656" y="1630"/>
                  <a:pt x="36833" y="2976"/>
                  <a:pt x="36833" y="4038"/>
                </a:cubicBezTo>
                <a:cubicBezTo>
                  <a:pt x="36833" y="4819"/>
                  <a:pt x="36797" y="5776"/>
                  <a:pt x="36727" y="6909"/>
                </a:cubicBezTo>
                <a:cubicBezTo>
                  <a:pt x="36656" y="9390"/>
                  <a:pt x="36621" y="11445"/>
                  <a:pt x="36621" y="13075"/>
                </a:cubicBezTo>
                <a:cubicBezTo>
                  <a:pt x="36621" y="13855"/>
                  <a:pt x="36656" y="16797"/>
                  <a:pt x="36727" y="21899"/>
                </a:cubicBezTo>
                <a:cubicBezTo>
                  <a:pt x="39620" y="16933"/>
                  <a:pt x="41737" y="13599"/>
                  <a:pt x="43077" y="11897"/>
                </a:cubicBezTo>
                <a:cubicBezTo>
                  <a:pt x="43712" y="11117"/>
                  <a:pt x="45582" y="9378"/>
                  <a:pt x="48687" y="6681"/>
                </a:cubicBezTo>
                <a:cubicBezTo>
                  <a:pt x="51086" y="4908"/>
                  <a:pt x="53802" y="4022"/>
                  <a:pt x="56837" y="4022"/>
                </a:cubicBezTo>
                <a:cubicBezTo>
                  <a:pt x="60576" y="4022"/>
                  <a:pt x="63822" y="5298"/>
                  <a:pt x="66574" y="7849"/>
                </a:cubicBezTo>
                <a:cubicBezTo>
                  <a:pt x="69326" y="10400"/>
                  <a:pt x="70702" y="13340"/>
                  <a:pt x="70702" y="16670"/>
                </a:cubicBezTo>
                <a:cubicBezTo>
                  <a:pt x="70702" y="20000"/>
                  <a:pt x="69661" y="22993"/>
                  <a:pt x="67579" y="25650"/>
                </a:cubicBezTo>
                <a:cubicBezTo>
                  <a:pt x="65498" y="28307"/>
                  <a:pt x="62728" y="29635"/>
                  <a:pt x="59271" y="29635"/>
                </a:cubicBezTo>
                <a:cubicBezTo>
                  <a:pt x="56237" y="29635"/>
                  <a:pt x="53062" y="28365"/>
                  <a:pt x="49745" y="25825"/>
                </a:cubicBezTo>
                <a:cubicBezTo>
                  <a:pt x="47770" y="24273"/>
                  <a:pt x="46182" y="23497"/>
                  <a:pt x="44982" y="23497"/>
                </a:cubicBezTo>
                <a:lnTo>
                  <a:pt x="44242" y="23603"/>
                </a:lnTo>
                <a:cubicBezTo>
                  <a:pt x="42760" y="24094"/>
                  <a:pt x="41419" y="25428"/>
                  <a:pt x="40220" y="27605"/>
                </a:cubicBezTo>
                <a:cubicBezTo>
                  <a:pt x="38244" y="31115"/>
                  <a:pt x="37256" y="34765"/>
                  <a:pt x="37256" y="38556"/>
                </a:cubicBezTo>
                <a:lnTo>
                  <a:pt x="37468" y="41397"/>
                </a:lnTo>
                <a:cubicBezTo>
                  <a:pt x="37750" y="46594"/>
                  <a:pt x="37962" y="58775"/>
                  <a:pt x="38103" y="77939"/>
                </a:cubicBezTo>
                <a:cubicBezTo>
                  <a:pt x="38314" y="79694"/>
                  <a:pt x="38985" y="81449"/>
                  <a:pt x="40114" y="83204"/>
                </a:cubicBezTo>
                <a:cubicBezTo>
                  <a:pt x="41384" y="84188"/>
                  <a:pt x="42672" y="84890"/>
                  <a:pt x="43977" y="85311"/>
                </a:cubicBezTo>
                <a:cubicBezTo>
                  <a:pt x="45282" y="85732"/>
                  <a:pt x="47558" y="86086"/>
                  <a:pt x="50804" y="86373"/>
                </a:cubicBezTo>
                <a:cubicBezTo>
                  <a:pt x="54049" y="86659"/>
                  <a:pt x="56025" y="87107"/>
                  <a:pt x="56731" y="87716"/>
                </a:cubicBezTo>
                <a:cubicBezTo>
                  <a:pt x="57436" y="88322"/>
                  <a:pt x="57789" y="89304"/>
                  <a:pt x="57789" y="90663"/>
                </a:cubicBezTo>
                <a:cubicBezTo>
                  <a:pt x="57789" y="91450"/>
                  <a:pt x="57577" y="92487"/>
                  <a:pt x="57154" y="93775"/>
                </a:cubicBezTo>
                <a:lnTo>
                  <a:pt x="47205" y="93775"/>
                </a:lnTo>
                <a:lnTo>
                  <a:pt x="26989" y="92717"/>
                </a:lnTo>
                <a:cubicBezTo>
                  <a:pt x="21909" y="92717"/>
                  <a:pt x="17287" y="92910"/>
                  <a:pt x="13124" y="93295"/>
                </a:cubicBezTo>
                <a:lnTo>
                  <a:pt x="11325" y="93295"/>
                </a:lnTo>
                <a:cubicBezTo>
                  <a:pt x="10831" y="93295"/>
                  <a:pt x="7162" y="93455"/>
                  <a:pt x="318" y="93775"/>
                </a:cubicBezTo>
                <a:cubicBezTo>
                  <a:pt x="106" y="92646"/>
                  <a:pt x="0" y="91799"/>
                  <a:pt x="0" y="91235"/>
                </a:cubicBezTo>
                <a:cubicBezTo>
                  <a:pt x="0" y="90670"/>
                  <a:pt x="106" y="89859"/>
                  <a:pt x="318" y="88801"/>
                </a:cubicBezTo>
                <a:close/>
                <a:moveTo>
                  <a:pt x="81964" y="38076"/>
                </a:moveTo>
                <a:cubicBezTo>
                  <a:pt x="83799" y="32063"/>
                  <a:pt x="85422" y="28067"/>
                  <a:pt x="86833" y="26086"/>
                </a:cubicBezTo>
                <a:cubicBezTo>
                  <a:pt x="90784" y="20287"/>
                  <a:pt x="95000" y="15761"/>
                  <a:pt x="99481" y="12509"/>
                </a:cubicBezTo>
                <a:cubicBezTo>
                  <a:pt x="103961" y="9254"/>
                  <a:pt x="108001" y="7097"/>
                  <a:pt x="111600" y="6036"/>
                </a:cubicBezTo>
                <a:cubicBezTo>
                  <a:pt x="116257" y="4693"/>
                  <a:pt x="120032" y="4022"/>
                  <a:pt x="122925" y="4022"/>
                </a:cubicBezTo>
                <a:cubicBezTo>
                  <a:pt x="129557" y="4022"/>
                  <a:pt x="134920" y="4532"/>
                  <a:pt x="139012" y="5553"/>
                </a:cubicBezTo>
                <a:cubicBezTo>
                  <a:pt x="143105" y="6574"/>
                  <a:pt x="146527" y="8036"/>
                  <a:pt x="149279" y="9939"/>
                </a:cubicBezTo>
                <a:cubicBezTo>
                  <a:pt x="153230" y="12684"/>
                  <a:pt x="156406" y="15466"/>
                  <a:pt x="158805" y="18284"/>
                </a:cubicBezTo>
                <a:cubicBezTo>
                  <a:pt x="161204" y="21100"/>
                  <a:pt x="163162" y="24410"/>
                  <a:pt x="164679" y="28213"/>
                </a:cubicBezTo>
                <a:cubicBezTo>
                  <a:pt x="166196" y="32017"/>
                  <a:pt x="167025" y="36630"/>
                  <a:pt x="167166" y="42052"/>
                </a:cubicBezTo>
                <a:lnTo>
                  <a:pt x="155418" y="41860"/>
                </a:lnTo>
                <a:cubicBezTo>
                  <a:pt x="152172" y="41860"/>
                  <a:pt x="145045" y="41560"/>
                  <a:pt x="134038" y="40960"/>
                </a:cubicBezTo>
                <a:cubicBezTo>
                  <a:pt x="129945" y="40608"/>
                  <a:pt x="127123" y="40431"/>
                  <a:pt x="125571" y="40431"/>
                </a:cubicBezTo>
                <a:cubicBezTo>
                  <a:pt x="125077" y="40431"/>
                  <a:pt x="121266" y="40502"/>
                  <a:pt x="114140" y="40643"/>
                </a:cubicBezTo>
                <a:lnTo>
                  <a:pt x="105038" y="40643"/>
                </a:lnTo>
                <a:cubicBezTo>
                  <a:pt x="104896" y="41635"/>
                  <a:pt x="104826" y="42486"/>
                  <a:pt x="104826" y="43196"/>
                </a:cubicBezTo>
                <a:cubicBezTo>
                  <a:pt x="104826" y="46956"/>
                  <a:pt x="105284" y="50911"/>
                  <a:pt x="106202" y="55060"/>
                </a:cubicBezTo>
                <a:cubicBezTo>
                  <a:pt x="107119" y="59210"/>
                  <a:pt x="108495" y="62864"/>
                  <a:pt x="110330" y="66022"/>
                </a:cubicBezTo>
                <a:cubicBezTo>
                  <a:pt x="112164" y="69177"/>
                  <a:pt x="114440" y="71889"/>
                  <a:pt x="117156" y="74158"/>
                </a:cubicBezTo>
                <a:cubicBezTo>
                  <a:pt x="119873" y="76427"/>
                  <a:pt x="122678" y="78059"/>
                  <a:pt x="125571" y="79053"/>
                </a:cubicBezTo>
                <a:lnTo>
                  <a:pt x="131709" y="81074"/>
                </a:lnTo>
                <a:cubicBezTo>
                  <a:pt x="137143" y="81074"/>
                  <a:pt x="140776" y="80896"/>
                  <a:pt x="142611" y="80538"/>
                </a:cubicBezTo>
                <a:cubicBezTo>
                  <a:pt x="145998" y="79824"/>
                  <a:pt x="148979" y="78913"/>
                  <a:pt x="151555" y="77806"/>
                </a:cubicBezTo>
                <a:cubicBezTo>
                  <a:pt x="154130" y="76699"/>
                  <a:pt x="157252" y="74825"/>
                  <a:pt x="160922" y="72184"/>
                </a:cubicBezTo>
                <a:cubicBezTo>
                  <a:pt x="163462" y="74018"/>
                  <a:pt x="165579" y="75676"/>
                  <a:pt x="167272" y="77158"/>
                </a:cubicBezTo>
                <a:cubicBezTo>
                  <a:pt x="161063" y="84040"/>
                  <a:pt x="154624" y="89024"/>
                  <a:pt x="147956" y="92111"/>
                </a:cubicBezTo>
                <a:cubicBezTo>
                  <a:pt x="141288" y="95196"/>
                  <a:pt x="133826" y="96739"/>
                  <a:pt x="125571" y="96739"/>
                </a:cubicBezTo>
                <a:cubicBezTo>
                  <a:pt x="119996" y="96739"/>
                  <a:pt x="115445" y="96244"/>
                  <a:pt x="111917" y="95254"/>
                </a:cubicBezTo>
                <a:cubicBezTo>
                  <a:pt x="107190" y="93981"/>
                  <a:pt x="102921" y="92036"/>
                  <a:pt x="99110" y="89419"/>
                </a:cubicBezTo>
                <a:cubicBezTo>
                  <a:pt x="95300" y="86802"/>
                  <a:pt x="92019" y="83548"/>
                  <a:pt x="89267" y="79659"/>
                </a:cubicBezTo>
                <a:cubicBezTo>
                  <a:pt x="86515" y="75769"/>
                  <a:pt x="84469" y="71773"/>
                  <a:pt x="83128" y="67672"/>
                </a:cubicBezTo>
                <a:cubicBezTo>
                  <a:pt x="81364" y="62296"/>
                  <a:pt x="80482" y="57982"/>
                  <a:pt x="80482" y="54730"/>
                </a:cubicBezTo>
                <a:cubicBezTo>
                  <a:pt x="80482" y="48578"/>
                  <a:pt x="80976" y="43027"/>
                  <a:pt x="81964" y="38076"/>
                </a:cubicBezTo>
                <a:moveTo>
                  <a:pt x="143458" y="33552"/>
                </a:moveTo>
                <a:cubicBezTo>
                  <a:pt x="143387" y="29600"/>
                  <a:pt x="142611" y="25825"/>
                  <a:pt x="141129" y="22227"/>
                </a:cubicBezTo>
                <a:cubicBezTo>
                  <a:pt x="139648" y="18628"/>
                  <a:pt x="137354" y="15823"/>
                  <a:pt x="134250" y="13812"/>
                </a:cubicBezTo>
                <a:cubicBezTo>
                  <a:pt x="131145" y="11801"/>
                  <a:pt x="128005" y="10796"/>
                  <a:pt x="124830" y="10796"/>
                </a:cubicBezTo>
                <a:cubicBezTo>
                  <a:pt x="120102" y="10796"/>
                  <a:pt x="115833" y="12868"/>
                  <a:pt x="112023" y="17014"/>
                </a:cubicBezTo>
                <a:cubicBezTo>
                  <a:pt x="108213" y="21157"/>
                  <a:pt x="106061" y="26776"/>
                  <a:pt x="105567" y="33869"/>
                </a:cubicBezTo>
                <a:lnTo>
                  <a:pt x="129698" y="34081"/>
                </a:lnTo>
                <a:cubicBezTo>
                  <a:pt x="131251" y="34081"/>
                  <a:pt x="133438" y="33975"/>
                  <a:pt x="136261" y="33763"/>
                </a:cubicBezTo>
                <a:cubicBezTo>
                  <a:pt x="138307" y="33587"/>
                  <a:pt x="139753" y="33499"/>
                  <a:pt x="140600" y="33499"/>
                </a:cubicBezTo>
                <a:cubicBezTo>
                  <a:pt x="141235" y="33499"/>
                  <a:pt x="142188" y="33516"/>
                  <a:pt x="143458" y="33552"/>
                </a:cubicBezTo>
                <a:close/>
                <a:moveTo>
                  <a:pt x="183626" y="38076"/>
                </a:moveTo>
                <a:cubicBezTo>
                  <a:pt x="185460" y="32063"/>
                  <a:pt x="187083" y="28067"/>
                  <a:pt x="188494" y="26086"/>
                </a:cubicBezTo>
                <a:cubicBezTo>
                  <a:pt x="192446" y="20287"/>
                  <a:pt x="196662" y="15761"/>
                  <a:pt x="201142" y="12509"/>
                </a:cubicBezTo>
                <a:cubicBezTo>
                  <a:pt x="205623" y="9254"/>
                  <a:pt x="209663" y="7097"/>
                  <a:pt x="213261" y="6036"/>
                </a:cubicBezTo>
                <a:cubicBezTo>
                  <a:pt x="217918" y="4693"/>
                  <a:pt x="221693" y="4022"/>
                  <a:pt x="224586" y="4022"/>
                </a:cubicBezTo>
                <a:cubicBezTo>
                  <a:pt x="231219" y="4022"/>
                  <a:pt x="236582" y="4532"/>
                  <a:pt x="240674" y="5553"/>
                </a:cubicBezTo>
                <a:cubicBezTo>
                  <a:pt x="244767" y="6574"/>
                  <a:pt x="248189" y="8036"/>
                  <a:pt x="250941" y="9939"/>
                </a:cubicBezTo>
                <a:cubicBezTo>
                  <a:pt x="254892" y="12684"/>
                  <a:pt x="258067" y="15466"/>
                  <a:pt x="260466" y="18284"/>
                </a:cubicBezTo>
                <a:cubicBezTo>
                  <a:pt x="262865" y="21100"/>
                  <a:pt x="264823" y="24410"/>
                  <a:pt x="266340" y="28213"/>
                </a:cubicBezTo>
                <a:cubicBezTo>
                  <a:pt x="267858" y="32017"/>
                  <a:pt x="268687" y="36630"/>
                  <a:pt x="268828" y="42052"/>
                </a:cubicBezTo>
                <a:lnTo>
                  <a:pt x="257079" y="41860"/>
                </a:lnTo>
                <a:cubicBezTo>
                  <a:pt x="253834" y="41860"/>
                  <a:pt x="246707" y="41560"/>
                  <a:pt x="235700" y="40960"/>
                </a:cubicBezTo>
                <a:cubicBezTo>
                  <a:pt x="231607" y="40608"/>
                  <a:pt x="228785" y="40431"/>
                  <a:pt x="227232" y="40431"/>
                </a:cubicBezTo>
                <a:cubicBezTo>
                  <a:pt x="226738" y="40431"/>
                  <a:pt x="222928" y="40502"/>
                  <a:pt x="215801" y="40643"/>
                </a:cubicBezTo>
                <a:lnTo>
                  <a:pt x="206699" y="40643"/>
                </a:lnTo>
                <a:cubicBezTo>
                  <a:pt x="206558" y="41635"/>
                  <a:pt x="206487" y="42486"/>
                  <a:pt x="206487" y="43196"/>
                </a:cubicBezTo>
                <a:cubicBezTo>
                  <a:pt x="206487" y="46956"/>
                  <a:pt x="206946" y="50911"/>
                  <a:pt x="207863" y="55060"/>
                </a:cubicBezTo>
                <a:cubicBezTo>
                  <a:pt x="208781" y="59210"/>
                  <a:pt x="210157" y="62864"/>
                  <a:pt x="211991" y="66022"/>
                </a:cubicBezTo>
                <a:cubicBezTo>
                  <a:pt x="213826" y="69177"/>
                  <a:pt x="216101" y="71889"/>
                  <a:pt x="218818" y="74158"/>
                </a:cubicBezTo>
                <a:cubicBezTo>
                  <a:pt x="221534" y="76427"/>
                  <a:pt x="224339" y="78059"/>
                  <a:pt x="227232" y="79053"/>
                </a:cubicBezTo>
                <a:lnTo>
                  <a:pt x="233371" y="81074"/>
                </a:lnTo>
                <a:cubicBezTo>
                  <a:pt x="238804" y="81074"/>
                  <a:pt x="242438" y="80896"/>
                  <a:pt x="244273" y="80538"/>
                </a:cubicBezTo>
                <a:cubicBezTo>
                  <a:pt x="247660" y="79824"/>
                  <a:pt x="250641" y="78913"/>
                  <a:pt x="253216" y="77806"/>
                </a:cubicBezTo>
                <a:cubicBezTo>
                  <a:pt x="255792" y="76699"/>
                  <a:pt x="258914" y="74825"/>
                  <a:pt x="262583" y="72184"/>
                </a:cubicBezTo>
                <a:cubicBezTo>
                  <a:pt x="265123" y="74018"/>
                  <a:pt x="267240" y="75676"/>
                  <a:pt x="268934" y="77158"/>
                </a:cubicBezTo>
                <a:cubicBezTo>
                  <a:pt x="262724" y="84040"/>
                  <a:pt x="256286" y="89024"/>
                  <a:pt x="249618" y="92111"/>
                </a:cubicBezTo>
                <a:cubicBezTo>
                  <a:pt x="242950" y="95196"/>
                  <a:pt x="235488" y="96739"/>
                  <a:pt x="227232" y="96739"/>
                </a:cubicBezTo>
                <a:cubicBezTo>
                  <a:pt x="221658" y="96739"/>
                  <a:pt x="217107" y="96244"/>
                  <a:pt x="213579" y="95254"/>
                </a:cubicBezTo>
                <a:cubicBezTo>
                  <a:pt x="208851" y="93981"/>
                  <a:pt x="204582" y="92036"/>
                  <a:pt x="200772" y="89419"/>
                </a:cubicBezTo>
                <a:cubicBezTo>
                  <a:pt x="196962" y="86802"/>
                  <a:pt x="193681" y="83548"/>
                  <a:pt x="190929" y="79659"/>
                </a:cubicBezTo>
                <a:cubicBezTo>
                  <a:pt x="188177" y="75769"/>
                  <a:pt x="186131" y="71773"/>
                  <a:pt x="184790" y="67672"/>
                </a:cubicBezTo>
                <a:cubicBezTo>
                  <a:pt x="183026" y="62296"/>
                  <a:pt x="182144" y="57982"/>
                  <a:pt x="182144" y="54730"/>
                </a:cubicBezTo>
                <a:cubicBezTo>
                  <a:pt x="182144" y="48578"/>
                  <a:pt x="182638" y="43027"/>
                  <a:pt x="183626" y="38076"/>
                </a:cubicBezTo>
                <a:moveTo>
                  <a:pt x="245119" y="33552"/>
                </a:moveTo>
                <a:cubicBezTo>
                  <a:pt x="245049" y="29600"/>
                  <a:pt x="244273" y="25825"/>
                  <a:pt x="242791" y="22227"/>
                </a:cubicBezTo>
                <a:cubicBezTo>
                  <a:pt x="241309" y="18628"/>
                  <a:pt x="239016" y="15823"/>
                  <a:pt x="235911" y="13812"/>
                </a:cubicBezTo>
                <a:cubicBezTo>
                  <a:pt x="232807" y="11801"/>
                  <a:pt x="229667" y="10796"/>
                  <a:pt x="226491" y="10796"/>
                </a:cubicBezTo>
                <a:cubicBezTo>
                  <a:pt x="221764" y="10796"/>
                  <a:pt x="217495" y="12868"/>
                  <a:pt x="213685" y="17014"/>
                </a:cubicBezTo>
                <a:cubicBezTo>
                  <a:pt x="209874" y="21157"/>
                  <a:pt x="207722" y="26776"/>
                  <a:pt x="207228" y="33869"/>
                </a:cubicBezTo>
                <a:lnTo>
                  <a:pt x="231360" y="34081"/>
                </a:lnTo>
                <a:cubicBezTo>
                  <a:pt x="232912" y="34081"/>
                  <a:pt x="235100" y="33975"/>
                  <a:pt x="237922" y="33763"/>
                </a:cubicBezTo>
                <a:cubicBezTo>
                  <a:pt x="239968" y="33587"/>
                  <a:pt x="241415" y="33499"/>
                  <a:pt x="242262" y="33499"/>
                </a:cubicBezTo>
                <a:cubicBezTo>
                  <a:pt x="242897" y="33499"/>
                  <a:pt x="243849" y="33516"/>
                  <a:pt x="245119" y="33552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6EF4A-ABCC-436B-A863-DFB5DDF5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470" y="2540060"/>
            <a:ext cx="1876377" cy="693630"/>
          </a:xfrm>
          <a:custGeom xmlns:a="http://schemas.openxmlformats.org/drawingml/2006/main">
            <a:pathLst>
              <a:path w="1876377" h="693630" fill="none">
                <a:moveTo>
                  <a:pt x="1876377" y="0"/>
                </a:moveTo>
                <a:cubicBezTo>
                  <a:pt x="625764" y="0"/>
                  <a:pt x="314" y="231200"/>
                  <a:pt x="0" y="6936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6" cap="flat">
            <a:solidFill>
              <a:srgbClr val="FF0000"/>
            </a:solidFill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0EA25-E7A3-4DA5-9242-68A90A0F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781" y="3222860"/>
            <a:ext cx="43377" cy="43348"/>
          </a:xfrm>
          <a:custGeom xmlns:a="http://schemas.openxmlformats.org/drawingml/2006/main">
            <a:pathLst>
              <a:path w="43377" h="43348">
                <a:moveTo>
                  <a:pt x="21688" y="43348"/>
                </a:moveTo>
                <a:lnTo>
                  <a:pt x="0" y="0"/>
                </a:lnTo>
                <a:lnTo>
                  <a:pt x="21688" y="10830"/>
                </a:lnTo>
                <a:lnTo>
                  <a:pt x="43377" y="0"/>
                </a:lnTo>
                <a:lnTo>
                  <a:pt x="21688" y="43348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625A7-F9D0-4E98-AF2F-7652F3A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781" y="3222860"/>
            <a:ext cx="43377" cy="43348"/>
          </a:xfrm>
          <a:custGeom xmlns:a="http://schemas.openxmlformats.org/drawingml/2006/main">
            <a:pathLst>
              <a:path w="43377" h="43348" fill="none">
                <a:moveTo>
                  <a:pt x="21688" y="43348"/>
                </a:moveTo>
                <a:lnTo>
                  <a:pt x="0" y="0"/>
                </a:lnTo>
                <a:lnTo>
                  <a:pt x="21688" y="10830"/>
                </a:lnTo>
                <a:lnTo>
                  <a:pt x="43377" y="0"/>
                </a:lnTo>
                <a:lnTo>
                  <a:pt x="21688" y="433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86" cap="flat">
            <a:solidFill>
              <a:srgbClr val="FF0000"/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EB20C-4A1D-4248-90AB-67F2A1E0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47" y="2408444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203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819" y="262376"/>
                  <a:pt x="140246" y="263204"/>
                  <a:pt x="131616" y="263204"/>
                </a:cubicBezTo>
                <a:cubicBezTo>
                  <a:pt x="122958" y="263204"/>
                  <a:pt x="114414" y="262376"/>
                  <a:pt x="105928" y="260690"/>
                </a:cubicBezTo>
                <a:cubicBezTo>
                  <a:pt x="97469" y="259004"/>
                  <a:pt x="89240" y="256489"/>
                  <a:pt x="81267" y="253203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45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11"/>
                  <a:pt x="10030" y="81239"/>
                </a:cubicBezTo>
                <a:cubicBezTo>
                  <a:pt x="13345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16"/>
                  <a:pt x="81267" y="10030"/>
                </a:cubicBezTo>
                <a:cubicBezTo>
                  <a:pt x="89240" y="6715"/>
                  <a:pt x="97469" y="4201"/>
                  <a:pt x="105928" y="2515"/>
                </a:cubicBezTo>
                <a:cubicBezTo>
                  <a:pt x="114414" y="829"/>
                  <a:pt x="122958" y="0"/>
                  <a:pt x="131616" y="0"/>
                </a:cubicBezTo>
                <a:cubicBezTo>
                  <a:pt x="140246" y="0"/>
                  <a:pt x="148819" y="829"/>
                  <a:pt x="157277" y="2515"/>
                </a:cubicBezTo>
                <a:cubicBezTo>
                  <a:pt x="165764" y="4201"/>
                  <a:pt x="173993" y="6715"/>
                  <a:pt x="181994" y="10030"/>
                </a:cubicBezTo>
                <a:cubicBezTo>
                  <a:pt x="189967" y="13316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203" y="81239"/>
                </a:cubicBezTo>
                <a:cubicBezTo>
                  <a:pt x="256518" y="89211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3C844-AE6D-4738-9CF5-9CCE7E37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47" y="2408444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76" y="148819"/>
                  <a:pt x="260690" y="157277"/>
                </a:cubicBezTo>
                <a:cubicBezTo>
                  <a:pt x="259004" y="165764"/>
                  <a:pt x="256518" y="173993"/>
                  <a:pt x="253203" y="181966"/>
                </a:cubicBezTo>
                <a:cubicBezTo>
                  <a:pt x="249888" y="189938"/>
                  <a:pt x="245831" y="197539"/>
                  <a:pt x="241030" y="204740"/>
                </a:cubicBezTo>
                <a:cubicBezTo>
                  <a:pt x="236230" y="211912"/>
                  <a:pt x="230772" y="218570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203"/>
                </a:cubicBezTo>
                <a:cubicBezTo>
                  <a:pt x="173993" y="256489"/>
                  <a:pt x="165764" y="259004"/>
                  <a:pt x="157277" y="260690"/>
                </a:cubicBezTo>
                <a:cubicBezTo>
                  <a:pt x="148819" y="262376"/>
                  <a:pt x="140246" y="263204"/>
                  <a:pt x="131616" y="263204"/>
                </a:cubicBezTo>
                <a:cubicBezTo>
                  <a:pt x="122958" y="263204"/>
                  <a:pt x="114414" y="262376"/>
                  <a:pt x="105928" y="260690"/>
                </a:cubicBezTo>
                <a:cubicBezTo>
                  <a:pt x="97469" y="259004"/>
                  <a:pt x="89240" y="256489"/>
                  <a:pt x="81267" y="253203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48" y="224657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39"/>
                  <a:pt x="13345" y="189938"/>
                  <a:pt x="10030" y="181966"/>
                </a:cubicBezTo>
                <a:cubicBezTo>
                  <a:pt x="6715" y="173993"/>
                  <a:pt x="4229" y="165764"/>
                  <a:pt x="2543" y="157277"/>
                </a:cubicBezTo>
                <a:cubicBezTo>
                  <a:pt x="857" y="148819"/>
                  <a:pt x="0" y="140246"/>
                  <a:pt x="0" y="131616"/>
                </a:cubicBezTo>
                <a:cubicBezTo>
                  <a:pt x="0" y="122958"/>
                  <a:pt x="857" y="114414"/>
                  <a:pt x="2543" y="105928"/>
                </a:cubicBezTo>
                <a:cubicBezTo>
                  <a:pt x="4229" y="97469"/>
                  <a:pt x="6715" y="89211"/>
                  <a:pt x="10030" y="81239"/>
                </a:cubicBezTo>
                <a:cubicBezTo>
                  <a:pt x="13345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16"/>
                  <a:pt x="81267" y="10030"/>
                </a:cubicBezTo>
                <a:cubicBezTo>
                  <a:pt x="89240" y="6715"/>
                  <a:pt x="97469" y="4201"/>
                  <a:pt x="105928" y="2515"/>
                </a:cubicBezTo>
                <a:cubicBezTo>
                  <a:pt x="114414" y="829"/>
                  <a:pt x="122958" y="0"/>
                  <a:pt x="131616" y="0"/>
                </a:cubicBezTo>
                <a:cubicBezTo>
                  <a:pt x="140246" y="0"/>
                  <a:pt x="148819" y="829"/>
                  <a:pt x="157277" y="2515"/>
                </a:cubicBezTo>
                <a:cubicBezTo>
                  <a:pt x="165764" y="4201"/>
                  <a:pt x="173993" y="6715"/>
                  <a:pt x="181994" y="10030"/>
                </a:cubicBezTo>
                <a:cubicBezTo>
                  <a:pt x="189967" y="13316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203" y="81239"/>
                </a:cubicBezTo>
                <a:cubicBezTo>
                  <a:pt x="256518" y="89211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459" name="Text 10">
            <a:extLst xmlns:a="http://schemas.openxmlformats.org/drawingml/2006/main">
              <a:ext uri="{FF2B5EF4-FFF2-40B4-BE49-F238E27FC236}">
                <a16:creationId xmlns:a16="http://schemas.microsoft.com/office/drawing/2014/main" id="{84101C8F-430D-4575-8108-4D594B54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834" y="2463965"/>
            <a:ext cx="180196" cy="141192"/>
          </a:xfrm>
          <a:custGeom xmlns:a="http://schemas.openxmlformats.org/drawingml/2006/main">
            <a:pathLst>
              <a:path w="180196" h="141192">
                <a:moveTo>
                  <a:pt x="60541" y="138017"/>
                </a:moveTo>
                <a:lnTo>
                  <a:pt x="12066" y="138017"/>
                </a:lnTo>
                <a:cubicBezTo>
                  <a:pt x="11995" y="137368"/>
                  <a:pt x="11960" y="136827"/>
                  <a:pt x="11960" y="136393"/>
                </a:cubicBezTo>
                <a:cubicBezTo>
                  <a:pt x="11960" y="135167"/>
                  <a:pt x="12207" y="134320"/>
                  <a:pt x="12701" y="133852"/>
                </a:cubicBezTo>
                <a:cubicBezTo>
                  <a:pt x="13195" y="133383"/>
                  <a:pt x="14747" y="132901"/>
                  <a:pt x="17358" y="132407"/>
                </a:cubicBezTo>
                <a:cubicBezTo>
                  <a:pt x="21450" y="131558"/>
                  <a:pt x="24767" y="130534"/>
                  <a:pt x="27307" y="129334"/>
                </a:cubicBezTo>
                <a:cubicBezTo>
                  <a:pt x="28013" y="127780"/>
                  <a:pt x="28365" y="126332"/>
                  <a:pt x="28365" y="124992"/>
                </a:cubicBezTo>
                <a:lnTo>
                  <a:pt x="28365" y="118423"/>
                </a:lnTo>
                <a:cubicBezTo>
                  <a:pt x="28365" y="117647"/>
                  <a:pt x="28471" y="114080"/>
                  <a:pt x="28683" y="107723"/>
                </a:cubicBezTo>
                <a:cubicBezTo>
                  <a:pt x="28753" y="105322"/>
                  <a:pt x="28824" y="94939"/>
                  <a:pt x="28895" y="76576"/>
                </a:cubicBezTo>
                <a:lnTo>
                  <a:pt x="29106" y="51683"/>
                </a:lnTo>
                <a:lnTo>
                  <a:pt x="28895" y="37170"/>
                </a:lnTo>
                <a:cubicBezTo>
                  <a:pt x="28895" y="35051"/>
                  <a:pt x="28965" y="28376"/>
                  <a:pt x="29106" y="17146"/>
                </a:cubicBezTo>
                <a:cubicBezTo>
                  <a:pt x="13089" y="28577"/>
                  <a:pt x="4304" y="34292"/>
                  <a:pt x="2752" y="34292"/>
                </a:cubicBezTo>
                <a:cubicBezTo>
                  <a:pt x="2187" y="34292"/>
                  <a:pt x="1588" y="33993"/>
                  <a:pt x="953" y="33393"/>
                </a:cubicBezTo>
                <a:cubicBezTo>
                  <a:pt x="318" y="32793"/>
                  <a:pt x="0" y="32211"/>
                  <a:pt x="0" y="31646"/>
                </a:cubicBezTo>
                <a:cubicBezTo>
                  <a:pt x="0" y="30941"/>
                  <a:pt x="247" y="30376"/>
                  <a:pt x="741" y="29953"/>
                </a:cubicBezTo>
                <a:cubicBezTo>
                  <a:pt x="1729" y="29036"/>
                  <a:pt x="4093" y="27519"/>
                  <a:pt x="7832" y="25402"/>
                </a:cubicBezTo>
                <a:cubicBezTo>
                  <a:pt x="8397" y="25120"/>
                  <a:pt x="10831" y="23214"/>
                  <a:pt x="15135" y="19686"/>
                </a:cubicBezTo>
                <a:cubicBezTo>
                  <a:pt x="21980" y="13971"/>
                  <a:pt x="26989" y="9490"/>
                  <a:pt x="30165" y="6245"/>
                </a:cubicBezTo>
                <a:cubicBezTo>
                  <a:pt x="33340" y="2999"/>
                  <a:pt x="35280" y="1164"/>
                  <a:pt x="35986" y="741"/>
                </a:cubicBezTo>
                <a:cubicBezTo>
                  <a:pt x="37397" y="670"/>
                  <a:pt x="38491" y="635"/>
                  <a:pt x="39267" y="635"/>
                </a:cubicBezTo>
                <a:cubicBezTo>
                  <a:pt x="41102" y="635"/>
                  <a:pt x="42248" y="936"/>
                  <a:pt x="42707" y="1538"/>
                </a:cubicBezTo>
                <a:cubicBezTo>
                  <a:pt x="43165" y="2138"/>
                  <a:pt x="43395" y="4312"/>
                  <a:pt x="43395" y="8060"/>
                </a:cubicBezTo>
                <a:lnTo>
                  <a:pt x="42654" y="102593"/>
                </a:lnTo>
                <a:lnTo>
                  <a:pt x="42654" y="111927"/>
                </a:lnTo>
                <a:cubicBezTo>
                  <a:pt x="42654" y="114191"/>
                  <a:pt x="42619" y="116474"/>
                  <a:pt x="42548" y="118773"/>
                </a:cubicBezTo>
                <a:cubicBezTo>
                  <a:pt x="42477" y="121071"/>
                  <a:pt x="42442" y="122750"/>
                  <a:pt x="42442" y="123811"/>
                </a:cubicBezTo>
                <a:cubicBezTo>
                  <a:pt x="42442" y="126358"/>
                  <a:pt x="42760" y="128019"/>
                  <a:pt x="43395" y="128795"/>
                </a:cubicBezTo>
                <a:cubicBezTo>
                  <a:pt x="43818" y="129291"/>
                  <a:pt x="45124" y="129929"/>
                  <a:pt x="47311" y="130707"/>
                </a:cubicBezTo>
                <a:lnTo>
                  <a:pt x="54508" y="132192"/>
                </a:lnTo>
                <a:cubicBezTo>
                  <a:pt x="57613" y="132970"/>
                  <a:pt x="59306" y="133501"/>
                  <a:pt x="59588" y="133783"/>
                </a:cubicBezTo>
                <a:cubicBezTo>
                  <a:pt x="60294" y="134403"/>
                  <a:pt x="60647" y="135366"/>
                  <a:pt x="60647" y="136674"/>
                </a:cubicBezTo>
                <a:lnTo>
                  <a:pt x="60541" y="138017"/>
                </a:lnTo>
                <a:close/>
                <a:moveTo>
                  <a:pt x="180196" y="71231"/>
                </a:moveTo>
                <a:cubicBezTo>
                  <a:pt x="180196" y="78499"/>
                  <a:pt x="179666" y="84955"/>
                  <a:pt x="178608" y="90600"/>
                </a:cubicBezTo>
                <a:cubicBezTo>
                  <a:pt x="176703" y="100337"/>
                  <a:pt x="174057" y="108487"/>
                  <a:pt x="170670" y="115049"/>
                </a:cubicBezTo>
                <a:cubicBezTo>
                  <a:pt x="167283" y="121611"/>
                  <a:pt x="163261" y="127150"/>
                  <a:pt x="158604" y="131666"/>
                </a:cubicBezTo>
                <a:cubicBezTo>
                  <a:pt x="155217" y="134982"/>
                  <a:pt x="151618" y="137399"/>
                  <a:pt x="147808" y="138916"/>
                </a:cubicBezTo>
                <a:cubicBezTo>
                  <a:pt x="143998" y="140433"/>
                  <a:pt x="140117" y="141192"/>
                  <a:pt x="136166" y="141192"/>
                </a:cubicBezTo>
                <a:cubicBezTo>
                  <a:pt x="129180" y="141192"/>
                  <a:pt x="122565" y="138863"/>
                  <a:pt x="116321" y="134206"/>
                </a:cubicBezTo>
                <a:cubicBezTo>
                  <a:pt x="110076" y="129549"/>
                  <a:pt x="104625" y="121858"/>
                  <a:pt x="99968" y="111133"/>
                </a:cubicBezTo>
                <a:cubicBezTo>
                  <a:pt x="95311" y="100408"/>
                  <a:pt x="92983" y="87777"/>
                  <a:pt x="92983" y="73242"/>
                </a:cubicBezTo>
                <a:cubicBezTo>
                  <a:pt x="92983" y="61882"/>
                  <a:pt x="94394" y="50980"/>
                  <a:pt x="97216" y="40537"/>
                </a:cubicBezTo>
                <a:cubicBezTo>
                  <a:pt x="100039" y="30094"/>
                  <a:pt x="103761" y="21997"/>
                  <a:pt x="108382" y="16247"/>
                </a:cubicBezTo>
                <a:cubicBezTo>
                  <a:pt x="113004" y="10496"/>
                  <a:pt x="117591" y="6350"/>
                  <a:pt x="122142" y="3810"/>
                </a:cubicBezTo>
                <a:cubicBezTo>
                  <a:pt x="126693" y="1270"/>
                  <a:pt x="131650" y="0"/>
                  <a:pt x="137012" y="0"/>
                </a:cubicBezTo>
                <a:cubicBezTo>
                  <a:pt x="144562" y="0"/>
                  <a:pt x="151883" y="2964"/>
                  <a:pt x="158974" y="8891"/>
                </a:cubicBezTo>
                <a:cubicBezTo>
                  <a:pt x="166066" y="14818"/>
                  <a:pt x="171728" y="24026"/>
                  <a:pt x="175962" y="36515"/>
                </a:cubicBezTo>
                <a:cubicBezTo>
                  <a:pt x="178784" y="44912"/>
                  <a:pt x="180196" y="56484"/>
                  <a:pt x="180196" y="71231"/>
                </a:cubicBezTo>
                <a:moveTo>
                  <a:pt x="164319" y="67593"/>
                </a:moveTo>
                <a:cubicBezTo>
                  <a:pt x="164249" y="50303"/>
                  <a:pt x="163614" y="38567"/>
                  <a:pt x="162414" y="32384"/>
                </a:cubicBezTo>
                <a:cubicBezTo>
                  <a:pt x="160439" y="22192"/>
                  <a:pt x="157210" y="15059"/>
                  <a:pt x="152730" y="10984"/>
                </a:cubicBezTo>
                <a:cubicBezTo>
                  <a:pt x="148249" y="6907"/>
                  <a:pt x="143010" y="4869"/>
                  <a:pt x="137012" y="4869"/>
                </a:cubicBezTo>
                <a:cubicBezTo>
                  <a:pt x="132003" y="4869"/>
                  <a:pt x="127257" y="6485"/>
                  <a:pt x="122777" y="9718"/>
                </a:cubicBezTo>
                <a:cubicBezTo>
                  <a:pt x="118296" y="12950"/>
                  <a:pt x="115209" y="18011"/>
                  <a:pt x="113516" y="24899"/>
                </a:cubicBezTo>
                <a:cubicBezTo>
                  <a:pt x="110623" y="36072"/>
                  <a:pt x="109176" y="53009"/>
                  <a:pt x="109176" y="75709"/>
                </a:cubicBezTo>
                <a:cubicBezTo>
                  <a:pt x="109176" y="98198"/>
                  <a:pt x="111417" y="113923"/>
                  <a:pt x="115897" y="122885"/>
                </a:cubicBezTo>
                <a:cubicBezTo>
                  <a:pt x="120378" y="131844"/>
                  <a:pt x="127099" y="136323"/>
                  <a:pt x="136060" y="136323"/>
                </a:cubicBezTo>
                <a:cubicBezTo>
                  <a:pt x="142199" y="136323"/>
                  <a:pt x="147508" y="134426"/>
                  <a:pt x="151989" y="130631"/>
                </a:cubicBezTo>
                <a:cubicBezTo>
                  <a:pt x="156470" y="126836"/>
                  <a:pt x="159680" y="119791"/>
                  <a:pt x="161620" y="109496"/>
                </a:cubicBezTo>
                <a:cubicBezTo>
                  <a:pt x="163561" y="99198"/>
                  <a:pt x="164496" y="87655"/>
                  <a:pt x="164425" y="74866"/>
                </a:cubicBezTo>
                <a:lnTo>
                  <a:pt x="164319" y="67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54D11-F2C1-421B-81A8-22FB1C5A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463" y="1804626"/>
            <a:ext cx="10" cy="551640"/>
          </a:xfrm>
          <a:custGeom xmlns:a="http://schemas.openxmlformats.org/drawingml/2006/main">
            <a:pathLst>
              <a:path w="1" h="551640" fill="none">
                <a:moveTo>
                  <a:pt x="0" y="0"/>
                </a:moveTo>
                <a:lnTo>
                  <a:pt x="0" y="551640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2AE4B-1E13-4CFC-9927-604655E8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232" y="2344664"/>
            <a:ext cx="46463" cy="46434"/>
          </a:xfrm>
          <a:custGeom xmlns:a="http://schemas.openxmlformats.org/drawingml/2006/main">
            <a:pathLst>
              <a:path w="46463" h="46434">
                <a:moveTo>
                  <a:pt x="23231" y="46434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6057B-231F-4F20-8B2F-E65FA2DD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232" y="2344664"/>
            <a:ext cx="46463" cy="46434"/>
          </a:xfrm>
          <a:custGeom xmlns:a="http://schemas.openxmlformats.org/drawingml/2006/main">
            <a:pathLst>
              <a:path w="46463" h="46434" fill="none">
                <a:moveTo>
                  <a:pt x="23231" y="46434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77251-FB48-45AB-8301-2628A15E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253" y="1951701"/>
            <a:ext cx="41977" cy="187738"/>
          </a:xfrm>
          <a:custGeom xmlns:a="http://schemas.openxmlformats.org/drawingml/2006/main">
            <a:pathLst>
              <a:path w="41977" h="187738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48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66"/>
                  <a:pt x="28775" y="169593"/>
                  <a:pt x="17402" y="139675"/>
                </a:cubicBezTo>
                <a:cubicBezTo>
                  <a:pt x="6001" y="109757"/>
                  <a:pt x="257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45"/>
                  <a:pt x="34661" y="2743"/>
                  <a:pt x="35033" y="1857"/>
                </a:cubicBezTo>
                <a:cubicBezTo>
                  <a:pt x="35404" y="1257"/>
                  <a:pt x="36033" y="686"/>
                  <a:pt x="36919" y="171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48" y="1114"/>
                  <a:pt x="41977" y="3372"/>
                </a:cubicBezTo>
                <a:cubicBezTo>
                  <a:pt x="41977" y="4000"/>
                  <a:pt x="36347" y="19202"/>
                  <a:pt x="25089" y="49006"/>
                </a:cubicBezTo>
                <a:cubicBezTo>
                  <a:pt x="13687" y="78667"/>
                  <a:pt x="8001" y="93612"/>
                  <a:pt x="8001" y="93869"/>
                </a:cubicBezTo>
                <a:cubicBezTo>
                  <a:pt x="8001" y="94126"/>
                  <a:pt x="13687" y="109071"/>
                  <a:pt x="25089" y="138732"/>
                </a:cubicBezTo>
                <a:cubicBezTo>
                  <a:pt x="36347" y="168507"/>
                  <a:pt x="41977" y="183709"/>
                  <a:pt x="41977" y="18433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3216E-F285-4C64-A470-B8795D62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253" y="1951701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48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66"/>
                  <a:pt x="28775" y="169593"/>
                  <a:pt x="17402" y="139675"/>
                </a:cubicBezTo>
                <a:cubicBezTo>
                  <a:pt x="6001" y="109757"/>
                  <a:pt x="257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45"/>
                  <a:pt x="34661" y="2743"/>
                  <a:pt x="35033" y="1857"/>
                </a:cubicBezTo>
                <a:cubicBezTo>
                  <a:pt x="35404" y="1257"/>
                  <a:pt x="36033" y="686"/>
                  <a:pt x="36919" y="171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48" y="1114"/>
                  <a:pt x="41977" y="3372"/>
                </a:cubicBezTo>
                <a:cubicBezTo>
                  <a:pt x="41977" y="4000"/>
                  <a:pt x="36347" y="19202"/>
                  <a:pt x="25089" y="49006"/>
                </a:cubicBezTo>
                <a:cubicBezTo>
                  <a:pt x="13687" y="78667"/>
                  <a:pt x="8001" y="93612"/>
                  <a:pt x="8001" y="93869"/>
                </a:cubicBezTo>
                <a:cubicBezTo>
                  <a:pt x="8001" y="94126"/>
                  <a:pt x="13687" y="109071"/>
                  <a:pt x="25089" y="138732"/>
                </a:cubicBezTo>
                <a:cubicBezTo>
                  <a:pt x="36347" y="168507"/>
                  <a:pt x="41977" y="183709"/>
                  <a:pt x="41977" y="184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5EABE-80AA-4475-8822-848D2C8C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689" y="1965388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72" y="45063"/>
                </a:moveTo>
                <a:cubicBezTo>
                  <a:pt x="1200" y="45063"/>
                  <a:pt x="0" y="44577"/>
                  <a:pt x="0" y="43577"/>
                </a:cubicBezTo>
                <a:cubicBezTo>
                  <a:pt x="0" y="42948"/>
                  <a:pt x="1000" y="39433"/>
                  <a:pt x="3000" y="33061"/>
                </a:cubicBezTo>
                <a:cubicBezTo>
                  <a:pt x="5001" y="26660"/>
                  <a:pt x="7144" y="20345"/>
                  <a:pt x="9401" y="14087"/>
                </a:cubicBezTo>
                <a:lnTo>
                  <a:pt x="12573" y="4886"/>
                </a:lnTo>
                <a:cubicBezTo>
                  <a:pt x="13202" y="2629"/>
                  <a:pt x="14030" y="1029"/>
                  <a:pt x="15002" y="0"/>
                </a:cubicBezTo>
                <a:lnTo>
                  <a:pt x="102870" y="0"/>
                </a:lnTo>
                <a:lnTo>
                  <a:pt x="119786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4" y="45063"/>
                  <a:pt x="115643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77"/>
                </a:lnTo>
                <a:cubicBezTo>
                  <a:pt x="114157" y="42834"/>
                  <a:pt x="114529" y="40005"/>
                  <a:pt x="115272" y="35119"/>
                </a:cubicBezTo>
                <a:cubicBezTo>
                  <a:pt x="116014" y="30232"/>
                  <a:pt x="116415" y="26432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916"/>
                  <a:pt x="103642" y="9030"/>
                </a:cubicBezTo>
                <a:cubicBezTo>
                  <a:pt x="103013" y="8887"/>
                  <a:pt x="99384" y="8773"/>
                  <a:pt x="92726" y="8658"/>
                </a:cubicBezTo>
                <a:cubicBezTo>
                  <a:pt x="86982" y="8658"/>
                  <a:pt x="83353" y="8715"/>
                  <a:pt x="81867" y="8830"/>
                </a:cubicBezTo>
                <a:cubicBezTo>
                  <a:pt x="80353" y="8973"/>
                  <a:pt x="79210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58"/>
                  <a:pt x="57521" y="118215"/>
                  <a:pt x="68523" y="118472"/>
                </a:cubicBezTo>
                <a:cubicBezTo>
                  <a:pt x="72523" y="118472"/>
                  <a:pt x="75095" y="118529"/>
                  <a:pt x="76210" y="118643"/>
                </a:cubicBezTo>
                <a:cubicBezTo>
                  <a:pt x="77353" y="118786"/>
                  <a:pt x="77924" y="119358"/>
                  <a:pt x="77924" y="120358"/>
                </a:cubicBezTo>
                <a:cubicBezTo>
                  <a:pt x="77924" y="120987"/>
                  <a:pt x="77724" y="121844"/>
                  <a:pt x="77353" y="122987"/>
                </a:cubicBezTo>
                <a:cubicBezTo>
                  <a:pt x="76838" y="125216"/>
                  <a:pt x="76295" y="126559"/>
                  <a:pt x="75667" y="126902"/>
                </a:cubicBezTo>
                <a:lnTo>
                  <a:pt x="75267" y="127102"/>
                </a:lnTo>
                <a:cubicBezTo>
                  <a:pt x="74924" y="127102"/>
                  <a:pt x="74466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22" y="126787"/>
                  <a:pt x="49863" y="126730"/>
                  <a:pt x="38862" y="126730"/>
                </a:cubicBezTo>
                <a:cubicBezTo>
                  <a:pt x="22717" y="126730"/>
                  <a:pt x="12459" y="126873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58" y="123901"/>
                  <a:pt x="4515" y="122044"/>
                </a:cubicBezTo>
                <a:cubicBezTo>
                  <a:pt x="5001" y="120415"/>
                  <a:pt x="5629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86"/>
                  <a:pt x="33804" y="112843"/>
                </a:cubicBezTo>
                <a:cubicBezTo>
                  <a:pt x="34404" y="110700"/>
                  <a:pt x="36919" y="100898"/>
                  <a:pt x="41291" y="83353"/>
                </a:cubicBezTo>
                <a:cubicBezTo>
                  <a:pt x="43434" y="74867"/>
                  <a:pt x="45177" y="67923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72" y="42205"/>
                  <a:pt x="7144" y="43805"/>
                  <a:pt x="6744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7DC15-DCEC-4EDE-A0F8-118BE676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689" y="1965388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72" y="45063"/>
                </a:moveTo>
                <a:cubicBezTo>
                  <a:pt x="1200" y="45063"/>
                  <a:pt x="0" y="44577"/>
                  <a:pt x="0" y="43577"/>
                </a:cubicBezTo>
                <a:cubicBezTo>
                  <a:pt x="0" y="42948"/>
                  <a:pt x="1000" y="39433"/>
                  <a:pt x="3000" y="33061"/>
                </a:cubicBezTo>
                <a:cubicBezTo>
                  <a:pt x="5001" y="26660"/>
                  <a:pt x="7144" y="20345"/>
                  <a:pt x="9401" y="14087"/>
                </a:cubicBezTo>
                <a:lnTo>
                  <a:pt x="12573" y="4886"/>
                </a:lnTo>
                <a:cubicBezTo>
                  <a:pt x="13202" y="2629"/>
                  <a:pt x="14030" y="1029"/>
                  <a:pt x="15002" y="0"/>
                </a:cubicBezTo>
                <a:lnTo>
                  <a:pt x="102870" y="0"/>
                </a:lnTo>
                <a:lnTo>
                  <a:pt x="119786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4" y="45063"/>
                  <a:pt x="115643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77"/>
                </a:lnTo>
                <a:cubicBezTo>
                  <a:pt x="114157" y="42834"/>
                  <a:pt x="114529" y="40005"/>
                  <a:pt x="115272" y="35119"/>
                </a:cubicBezTo>
                <a:cubicBezTo>
                  <a:pt x="116014" y="30232"/>
                  <a:pt x="116415" y="26432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916"/>
                  <a:pt x="103642" y="9030"/>
                </a:cubicBezTo>
                <a:cubicBezTo>
                  <a:pt x="103013" y="8887"/>
                  <a:pt x="99384" y="8773"/>
                  <a:pt x="92726" y="8658"/>
                </a:cubicBezTo>
                <a:cubicBezTo>
                  <a:pt x="86982" y="8658"/>
                  <a:pt x="83353" y="8715"/>
                  <a:pt x="81867" y="8830"/>
                </a:cubicBezTo>
                <a:cubicBezTo>
                  <a:pt x="80353" y="8973"/>
                  <a:pt x="79210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58"/>
                  <a:pt x="57521" y="118215"/>
                  <a:pt x="68523" y="118472"/>
                </a:cubicBezTo>
                <a:cubicBezTo>
                  <a:pt x="72523" y="118472"/>
                  <a:pt x="75095" y="118529"/>
                  <a:pt x="76210" y="118643"/>
                </a:cubicBezTo>
                <a:cubicBezTo>
                  <a:pt x="77353" y="118786"/>
                  <a:pt x="77924" y="119358"/>
                  <a:pt x="77924" y="120358"/>
                </a:cubicBezTo>
                <a:cubicBezTo>
                  <a:pt x="77924" y="120987"/>
                  <a:pt x="77724" y="121844"/>
                  <a:pt x="77353" y="122987"/>
                </a:cubicBezTo>
                <a:cubicBezTo>
                  <a:pt x="76838" y="125216"/>
                  <a:pt x="76295" y="126559"/>
                  <a:pt x="75667" y="126902"/>
                </a:cubicBezTo>
                <a:lnTo>
                  <a:pt x="75267" y="127102"/>
                </a:lnTo>
                <a:cubicBezTo>
                  <a:pt x="74924" y="127102"/>
                  <a:pt x="74466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22" y="126787"/>
                  <a:pt x="49863" y="126730"/>
                  <a:pt x="38862" y="126730"/>
                </a:cubicBezTo>
                <a:cubicBezTo>
                  <a:pt x="22717" y="126730"/>
                  <a:pt x="12459" y="126873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58" y="123901"/>
                  <a:pt x="4515" y="122044"/>
                </a:cubicBezTo>
                <a:cubicBezTo>
                  <a:pt x="5001" y="120415"/>
                  <a:pt x="5629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86"/>
                  <a:pt x="33804" y="112843"/>
                </a:cubicBezTo>
                <a:cubicBezTo>
                  <a:pt x="34404" y="110700"/>
                  <a:pt x="36919" y="100898"/>
                  <a:pt x="41291" y="83353"/>
                </a:cubicBezTo>
                <a:cubicBezTo>
                  <a:pt x="43434" y="74867"/>
                  <a:pt x="45177" y="67923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72" y="42205"/>
                  <a:pt x="7144" y="43805"/>
                  <a:pt x="6744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2434E-CD11-438C-84F6-72D2DF24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960" y="2062115"/>
            <a:ext cx="62779" cy="59865"/>
          </a:xfrm>
          <a:custGeom xmlns:a="http://schemas.openxmlformats.org/drawingml/2006/main">
            <a:pathLst>
              <a:path w="62779" h="59865">
                <a:moveTo>
                  <a:pt x="0" y="37690"/>
                </a:moveTo>
                <a:cubicBezTo>
                  <a:pt x="0" y="28746"/>
                  <a:pt x="3372" y="20260"/>
                  <a:pt x="10087" y="12230"/>
                </a:cubicBezTo>
                <a:cubicBezTo>
                  <a:pt x="16802" y="4172"/>
                  <a:pt x="24374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49" y="3858"/>
                  <a:pt x="48177" y="2543"/>
                  <a:pt x="50835" y="2543"/>
                </a:cubicBezTo>
                <a:cubicBezTo>
                  <a:pt x="51978" y="2543"/>
                  <a:pt x="53007" y="2886"/>
                  <a:pt x="53892" y="3600"/>
                </a:cubicBezTo>
                <a:cubicBezTo>
                  <a:pt x="54778" y="4315"/>
                  <a:pt x="55207" y="5172"/>
                  <a:pt x="55207" y="6258"/>
                </a:cubicBezTo>
                <a:cubicBezTo>
                  <a:pt x="55207" y="7401"/>
                  <a:pt x="53578" y="14459"/>
                  <a:pt x="50292" y="27489"/>
                </a:cubicBezTo>
                <a:cubicBezTo>
                  <a:pt x="47034" y="40491"/>
                  <a:pt x="45349" y="47835"/>
                  <a:pt x="45263" y="49520"/>
                </a:cubicBezTo>
                <a:cubicBezTo>
                  <a:pt x="45263" y="51721"/>
                  <a:pt x="45577" y="53178"/>
                  <a:pt x="46177" y="53892"/>
                </a:cubicBezTo>
                <a:cubicBezTo>
                  <a:pt x="46806" y="54607"/>
                  <a:pt x="47749" y="55007"/>
                  <a:pt x="48978" y="55093"/>
                </a:cubicBezTo>
                <a:cubicBezTo>
                  <a:pt x="49778" y="55007"/>
                  <a:pt x="50663" y="54607"/>
                  <a:pt x="51635" y="53892"/>
                </a:cubicBezTo>
                <a:cubicBezTo>
                  <a:pt x="53492" y="52121"/>
                  <a:pt x="55293" y="47892"/>
                  <a:pt x="57064" y="41148"/>
                </a:cubicBezTo>
                <a:cubicBezTo>
                  <a:pt x="57607" y="39376"/>
                  <a:pt x="58036" y="38462"/>
                  <a:pt x="58407" y="38376"/>
                </a:cubicBezTo>
                <a:cubicBezTo>
                  <a:pt x="58579" y="38291"/>
                  <a:pt x="59007" y="38233"/>
                  <a:pt x="59722" y="38233"/>
                </a:cubicBezTo>
                <a:lnTo>
                  <a:pt x="60265" y="38233"/>
                </a:lnTo>
                <a:cubicBezTo>
                  <a:pt x="61922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122" y="43005"/>
                </a:cubicBezTo>
                <a:cubicBezTo>
                  <a:pt x="61665" y="44863"/>
                  <a:pt x="60779" y="47263"/>
                  <a:pt x="59465" y="50178"/>
                </a:cubicBezTo>
                <a:cubicBezTo>
                  <a:pt x="58122" y="53092"/>
                  <a:pt x="56721" y="55321"/>
                  <a:pt x="55207" y="56807"/>
                </a:cubicBezTo>
                <a:cubicBezTo>
                  <a:pt x="54064" y="57950"/>
                  <a:pt x="52635" y="58893"/>
                  <a:pt x="50949" y="59607"/>
                </a:cubicBezTo>
                <a:cubicBezTo>
                  <a:pt x="50263" y="59779"/>
                  <a:pt x="49206" y="59865"/>
                  <a:pt x="47777" y="59865"/>
                </a:cubicBezTo>
                <a:cubicBezTo>
                  <a:pt x="44777" y="59865"/>
                  <a:pt x="42262" y="59207"/>
                  <a:pt x="40205" y="57864"/>
                </a:cubicBezTo>
                <a:cubicBezTo>
                  <a:pt x="38176" y="56550"/>
                  <a:pt x="36862" y="55178"/>
                  <a:pt x="36233" y="53750"/>
                </a:cubicBezTo>
                <a:lnTo>
                  <a:pt x="35433" y="51778"/>
                </a:lnTo>
                <a:cubicBezTo>
                  <a:pt x="35347" y="51692"/>
                  <a:pt x="35176" y="51721"/>
                  <a:pt x="34919" y="51892"/>
                </a:cubicBezTo>
                <a:cubicBezTo>
                  <a:pt x="34719" y="52064"/>
                  <a:pt x="34547" y="52264"/>
                  <a:pt x="34376" y="52435"/>
                </a:cubicBezTo>
                <a:cubicBezTo>
                  <a:pt x="29146" y="57379"/>
                  <a:pt x="23860" y="59865"/>
                  <a:pt x="18459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57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48" y="12087"/>
                </a:cubicBezTo>
                <a:cubicBezTo>
                  <a:pt x="41091" y="10658"/>
                  <a:pt x="40091" y="9115"/>
                  <a:pt x="38491" y="7429"/>
                </a:cubicBezTo>
                <a:cubicBezTo>
                  <a:pt x="36890" y="5744"/>
                  <a:pt x="34862" y="4886"/>
                  <a:pt x="32375" y="4772"/>
                </a:cubicBezTo>
                <a:cubicBezTo>
                  <a:pt x="29289" y="4772"/>
                  <a:pt x="26318" y="6144"/>
                  <a:pt x="23489" y="8915"/>
                </a:cubicBezTo>
                <a:cubicBezTo>
                  <a:pt x="20660" y="11659"/>
                  <a:pt x="18459" y="15230"/>
                  <a:pt x="16859" y="19660"/>
                </a:cubicBezTo>
                <a:cubicBezTo>
                  <a:pt x="14288" y="26632"/>
                  <a:pt x="12487" y="33890"/>
                  <a:pt x="11401" y="41405"/>
                </a:cubicBezTo>
                <a:cubicBezTo>
                  <a:pt x="11401" y="41691"/>
                  <a:pt x="11401" y="42177"/>
                  <a:pt x="11401" y="42891"/>
                </a:cubicBezTo>
                <a:cubicBezTo>
                  <a:pt x="11401" y="43577"/>
                  <a:pt x="11373" y="44120"/>
                  <a:pt x="11287" y="44463"/>
                </a:cubicBezTo>
                <a:cubicBezTo>
                  <a:pt x="11287" y="48463"/>
                  <a:pt x="12087" y="51206"/>
                  <a:pt x="13659" y="52692"/>
                </a:cubicBezTo>
                <a:cubicBezTo>
                  <a:pt x="15259" y="54207"/>
                  <a:pt x="17174" y="55007"/>
                  <a:pt x="19374" y="55093"/>
                </a:cubicBezTo>
                <a:cubicBezTo>
                  <a:pt x="22746" y="55093"/>
                  <a:pt x="26060" y="53635"/>
                  <a:pt x="29318" y="50692"/>
                </a:cubicBezTo>
                <a:cubicBezTo>
                  <a:pt x="32604" y="47777"/>
                  <a:pt x="34547" y="45549"/>
                  <a:pt x="35176" y="43948"/>
                </a:cubicBezTo>
                <a:cubicBezTo>
                  <a:pt x="35347" y="43577"/>
                  <a:pt x="36547" y="38862"/>
                  <a:pt x="38748" y="29747"/>
                </a:cubicBezTo>
                <a:cubicBezTo>
                  <a:pt x="40977" y="20631"/>
                  <a:pt x="42120" y="15716"/>
                  <a:pt x="42205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F742B-F28C-4913-8F57-1E095E84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960" y="2062115"/>
            <a:ext cx="62779" cy="59865"/>
          </a:xfrm>
          <a:custGeom xmlns:a="http://schemas.openxmlformats.org/drawingml/2006/main">
            <a:pathLst>
              <a:path w="62779" h="59865" fill="none">
                <a:moveTo>
                  <a:pt x="0" y="37690"/>
                </a:moveTo>
                <a:cubicBezTo>
                  <a:pt x="0" y="28746"/>
                  <a:pt x="3372" y="20260"/>
                  <a:pt x="10087" y="12230"/>
                </a:cubicBezTo>
                <a:cubicBezTo>
                  <a:pt x="16802" y="4172"/>
                  <a:pt x="24374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49" y="3858"/>
                  <a:pt x="48177" y="2543"/>
                  <a:pt x="50835" y="2543"/>
                </a:cubicBezTo>
                <a:cubicBezTo>
                  <a:pt x="51978" y="2543"/>
                  <a:pt x="53007" y="2886"/>
                  <a:pt x="53892" y="3600"/>
                </a:cubicBezTo>
                <a:cubicBezTo>
                  <a:pt x="54778" y="4315"/>
                  <a:pt x="55207" y="5172"/>
                  <a:pt x="55207" y="6258"/>
                </a:cubicBezTo>
                <a:cubicBezTo>
                  <a:pt x="55207" y="7401"/>
                  <a:pt x="53578" y="14459"/>
                  <a:pt x="50292" y="27489"/>
                </a:cubicBezTo>
                <a:cubicBezTo>
                  <a:pt x="47034" y="40491"/>
                  <a:pt x="45349" y="47835"/>
                  <a:pt x="45263" y="49520"/>
                </a:cubicBezTo>
                <a:cubicBezTo>
                  <a:pt x="45263" y="51721"/>
                  <a:pt x="45577" y="53178"/>
                  <a:pt x="46177" y="53892"/>
                </a:cubicBezTo>
                <a:cubicBezTo>
                  <a:pt x="46806" y="54607"/>
                  <a:pt x="47749" y="55007"/>
                  <a:pt x="48978" y="55093"/>
                </a:cubicBezTo>
                <a:cubicBezTo>
                  <a:pt x="49778" y="55007"/>
                  <a:pt x="50663" y="54607"/>
                  <a:pt x="51635" y="53892"/>
                </a:cubicBezTo>
                <a:cubicBezTo>
                  <a:pt x="53492" y="52121"/>
                  <a:pt x="55293" y="47892"/>
                  <a:pt x="57064" y="41148"/>
                </a:cubicBezTo>
                <a:cubicBezTo>
                  <a:pt x="57607" y="39376"/>
                  <a:pt x="58036" y="38462"/>
                  <a:pt x="58407" y="38376"/>
                </a:cubicBezTo>
                <a:cubicBezTo>
                  <a:pt x="58579" y="38291"/>
                  <a:pt x="59007" y="38233"/>
                  <a:pt x="59722" y="38233"/>
                </a:cubicBezTo>
                <a:lnTo>
                  <a:pt x="60265" y="38233"/>
                </a:lnTo>
                <a:cubicBezTo>
                  <a:pt x="61922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122" y="43005"/>
                </a:cubicBezTo>
                <a:cubicBezTo>
                  <a:pt x="61665" y="44863"/>
                  <a:pt x="60779" y="47263"/>
                  <a:pt x="59465" y="50178"/>
                </a:cubicBezTo>
                <a:cubicBezTo>
                  <a:pt x="58122" y="53092"/>
                  <a:pt x="56721" y="55321"/>
                  <a:pt x="55207" y="56807"/>
                </a:cubicBezTo>
                <a:cubicBezTo>
                  <a:pt x="54064" y="57950"/>
                  <a:pt x="52635" y="58893"/>
                  <a:pt x="50949" y="59607"/>
                </a:cubicBezTo>
                <a:cubicBezTo>
                  <a:pt x="50263" y="59779"/>
                  <a:pt x="49206" y="59865"/>
                  <a:pt x="47777" y="59865"/>
                </a:cubicBezTo>
                <a:cubicBezTo>
                  <a:pt x="44777" y="59865"/>
                  <a:pt x="42262" y="59207"/>
                  <a:pt x="40205" y="57864"/>
                </a:cubicBezTo>
                <a:cubicBezTo>
                  <a:pt x="38176" y="56550"/>
                  <a:pt x="36862" y="55178"/>
                  <a:pt x="36233" y="53750"/>
                </a:cubicBezTo>
                <a:lnTo>
                  <a:pt x="35433" y="51778"/>
                </a:lnTo>
                <a:cubicBezTo>
                  <a:pt x="35347" y="51692"/>
                  <a:pt x="35176" y="51721"/>
                  <a:pt x="34919" y="51892"/>
                </a:cubicBezTo>
                <a:cubicBezTo>
                  <a:pt x="34719" y="52064"/>
                  <a:pt x="34547" y="52264"/>
                  <a:pt x="34376" y="52435"/>
                </a:cubicBezTo>
                <a:cubicBezTo>
                  <a:pt x="29146" y="57379"/>
                  <a:pt x="23860" y="59865"/>
                  <a:pt x="18459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57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48" y="12087"/>
                </a:cubicBezTo>
                <a:cubicBezTo>
                  <a:pt x="41091" y="10658"/>
                  <a:pt x="40091" y="9115"/>
                  <a:pt x="38491" y="7429"/>
                </a:cubicBezTo>
                <a:cubicBezTo>
                  <a:pt x="36890" y="5744"/>
                  <a:pt x="34862" y="4886"/>
                  <a:pt x="32375" y="4772"/>
                </a:cubicBezTo>
                <a:cubicBezTo>
                  <a:pt x="29289" y="4772"/>
                  <a:pt x="26318" y="6144"/>
                  <a:pt x="23489" y="8915"/>
                </a:cubicBezTo>
                <a:cubicBezTo>
                  <a:pt x="20660" y="11659"/>
                  <a:pt x="18459" y="15230"/>
                  <a:pt x="16859" y="19660"/>
                </a:cubicBezTo>
                <a:cubicBezTo>
                  <a:pt x="14288" y="26632"/>
                  <a:pt x="12487" y="33890"/>
                  <a:pt x="11401" y="41405"/>
                </a:cubicBezTo>
                <a:cubicBezTo>
                  <a:pt x="11401" y="41691"/>
                  <a:pt x="11401" y="42177"/>
                  <a:pt x="11401" y="42891"/>
                </a:cubicBezTo>
                <a:cubicBezTo>
                  <a:pt x="11401" y="43577"/>
                  <a:pt x="11373" y="44120"/>
                  <a:pt x="11287" y="44463"/>
                </a:cubicBezTo>
                <a:cubicBezTo>
                  <a:pt x="11287" y="48463"/>
                  <a:pt x="12087" y="51206"/>
                  <a:pt x="13659" y="52692"/>
                </a:cubicBezTo>
                <a:cubicBezTo>
                  <a:pt x="15259" y="54207"/>
                  <a:pt x="17174" y="55007"/>
                  <a:pt x="19374" y="55093"/>
                </a:cubicBezTo>
                <a:cubicBezTo>
                  <a:pt x="22746" y="55093"/>
                  <a:pt x="26060" y="53635"/>
                  <a:pt x="29318" y="50692"/>
                </a:cubicBezTo>
                <a:cubicBezTo>
                  <a:pt x="32604" y="47777"/>
                  <a:pt x="34547" y="45549"/>
                  <a:pt x="35176" y="43948"/>
                </a:cubicBezTo>
                <a:cubicBezTo>
                  <a:pt x="35347" y="43577"/>
                  <a:pt x="36547" y="38862"/>
                  <a:pt x="38748" y="29747"/>
                </a:cubicBezTo>
                <a:cubicBezTo>
                  <a:pt x="40977" y="20631"/>
                  <a:pt x="42120" y="15716"/>
                  <a:pt x="42205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1D36D-0C5E-403E-8B57-6C3FFD58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857" y="2069773"/>
            <a:ext cx="24775" cy="59265"/>
          </a:xfrm>
          <a:custGeom xmlns:a="http://schemas.openxmlformats.org/drawingml/2006/main">
            <a:pathLst>
              <a:path w="24775" h="59265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44"/>
                  <a:pt x="972" y="5629"/>
                  <a:pt x="3000" y="3400"/>
                </a:cubicBezTo>
                <a:cubicBezTo>
                  <a:pt x="5001" y="1143"/>
                  <a:pt x="7687" y="0"/>
                  <a:pt x="11059" y="0"/>
                </a:cubicBezTo>
                <a:cubicBezTo>
                  <a:pt x="14573" y="0"/>
                  <a:pt x="17688" y="1572"/>
                  <a:pt x="20460" y="4715"/>
                </a:cubicBezTo>
                <a:cubicBezTo>
                  <a:pt x="23203" y="7830"/>
                  <a:pt x="24632" y="13345"/>
                  <a:pt x="24775" y="21231"/>
                </a:cubicBezTo>
                <a:cubicBezTo>
                  <a:pt x="24775" y="25603"/>
                  <a:pt x="24203" y="29861"/>
                  <a:pt x="23060" y="33976"/>
                </a:cubicBezTo>
                <a:cubicBezTo>
                  <a:pt x="21946" y="38119"/>
                  <a:pt x="20631" y="41691"/>
                  <a:pt x="19117" y="44691"/>
                </a:cubicBezTo>
                <a:cubicBezTo>
                  <a:pt x="17631" y="47692"/>
                  <a:pt x="16002" y="50263"/>
                  <a:pt x="14259" y="52378"/>
                </a:cubicBezTo>
                <a:cubicBezTo>
                  <a:pt x="12487" y="54521"/>
                  <a:pt x="11001" y="56207"/>
                  <a:pt x="9744" y="57464"/>
                </a:cubicBezTo>
                <a:cubicBezTo>
                  <a:pt x="8487" y="58693"/>
                  <a:pt x="7687" y="59265"/>
                  <a:pt x="7287" y="59150"/>
                </a:cubicBezTo>
                <a:cubicBezTo>
                  <a:pt x="6801" y="59150"/>
                  <a:pt x="6001" y="58579"/>
                  <a:pt x="4858" y="57464"/>
                </a:cubicBezTo>
                <a:cubicBezTo>
                  <a:pt x="3743" y="56321"/>
                  <a:pt x="3172" y="55521"/>
                  <a:pt x="3172" y="55007"/>
                </a:cubicBezTo>
                <a:cubicBezTo>
                  <a:pt x="3172" y="54521"/>
                  <a:pt x="3858" y="53492"/>
                  <a:pt x="5229" y="52006"/>
                </a:cubicBezTo>
                <a:cubicBezTo>
                  <a:pt x="6629" y="50492"/>
                  <a:pt x="8172" y="48635"/>
                  <a:pt x="9944" y="46377"/>
                </a:cubicBezTo>
                <a:cubicBezTo>
                  <a:pt x="11687" y="44120"/>
                  <a:pt x="13316" y="41005"/>
                  <a:pt x="14802" y="36976"/>
                </a:cubicBezTo>
                <a:cubicBezTo>
                  <a:pt x="16316" y="32976"/>
                  <a:pt x="17316" y="28404"/>
                  <a:pt x="17802" y="23289"/>
                </a:cubicBezTo>
                <a:lnTo>
                  <a:pt x="17802" y="21031"/>
                </a:lnTo>
                <a:lnTo>
                  <a:pt x="17631" y="21231"/>
                </a:lnTo>
                <a:cubicBezTo>
                  <a:pt x="17374" y="21346"/>
                  <a:pt x="17059" y="21460"/>
                  <a:pt x="16688" y="21603"/>
                </a:cubicBezTo>
                <a:cubicBezTo>
                  <a:pt x="16316" y="21717"/>
                  <a:pt x="15945" y="21917"/>
                  <a:pt x="15545" y="22174"/>
                </a:cubicBezTo>
                <a:cubicBezTo>
                  <a:pt x="15202" y="22403"/>
                  <a:pt x="14630" y="22517"/>
                  <a:pt x="13859" y="22517"/>
                </a:cubicBezTo>
                <a:cubicBezTo>
                  <a:pt x="13116" y="22517"/>
                  <a:pt x="12373" y="22603"/>
                  <a:pt x="11630" y="22717"/>
                </a:cubicBezTo>
                <a:cubicBezTo>
                  <a:pt x="8258" y="22717"/>
                  <a:pt x="5486" y="21660"/>
                  <a:pt x="3372" y="19517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6AAA1-E91E-48E8-A536-A72D3756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857" y="2069773"/>
            <a:ext cx="24775" cy="59265"/>
          </a:xfrm>
          <a:custGeom xmlns:a="http://schemas.openxmlformats.org/drawingml/2006/main">
            <a:pathLst>
              <a:path w="24775" h="59265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44"/>
                  <a:pt x="972" y="5629"/>
                  <a:pt x="3000" y="3400"/>
                </a:cubicBezTo>
                <a:cubicBezTo>
                  <a:pt x="5001" y="1143"/>
                  <a:pt x="7687" y="0"/>
                  <a:pt x="11059" y="0"/>
                </a:cubicBezTo>
                <a:cubicBezTo>
                  <a:pt x="14573" y="0"/>
                  <a:pt x="17688" y="1572"/>
                  <a:pt x="20460" y="4715"/>
                </a:cubicBezTo>
                <a:cubicBezTo>
                  <a:pt x="23203" y="7830"/>
                  <a:pt x="24632" y="13345"/>
                  <a:pt x="24775" y="21231"/>
                </a:cubicBezTo>
                <a:cubicBezTo>
                  <a:pt x="24775" y="25603"/>
                  <a:pt x="24203" y="29861"/>
                  <a:pt x="23060" y="33976"/>
                </a:cubicBezTo>
                <a:cubicBezTo>
                  <a:pt x="21946" y="38119"/>
                  <a:pt x="20631" y="41691"/>
                  <a:pt x="19117" y="44691"/>
                </a:cubicBezTo>
                <a:cubicBezTo>
                  <a:pt x="17631" y="47692"/>
                  <a:pt x="16002" y="50263"/>
                  <a:pt x="14259" y="52378"/>
                </a:cubicBezTo>
                <a:cubicBezTo>
                  <a:pt x="12487" y="54521"/>
                  <a:pt x="11001" y="56207"/>
                  <a:pt x="9744" y="57464"/>
                </a:cubicBezTo>
                <a:cubicBezTo>
                  <a:pt x="8487" y="58693"/>
                  <a:pt x="7687" y="59265"/>
                  <a:pt x="7287" y="59150"/>
                </a:cubicBezTo>
                <a:cubicBezTo>
                  <a:pt x="6801" y="59150"/>
                  <a:pt x="6001" y="58579"/>
                  <a:pt x="4858" y="57464"/>
                </a:cubicBezTo>
                <a:cubicBezTo>
                  <a:pt x="3743" y="56321"/>
                  <a:pt x="3172" y="55521"/>
                  <a:pt x="3172" y="55007"/>
                </a:cubicBezTo>
                <a:cubicBezTo>
                  <a:pt x="3172" y="54521"/>
                  <a:pt x="3858" y="53492"/>
                  <a:pt x="5229" y="52006"/>
                </a:cubicBezTo>
                <a:cubicBezTo>
                  <a:pt x="6629" y="50492"/>
                  <a:pt x="8172" y="48635"/>
                  <a:pt x="9944" y="46377"/>
                </a:cubicBezTo>
                <a:cubicBezTo>
                  <a:pt x="11687" y="44120"/>
                  <a:pt x="13316" y="41005"/>
                  <a:pt x="14802" y="36976"/>
                </a:cubicBezTo>
                <a:cubicBezTo>
                  <a:pt x="16316" y="32976"/>
                  <a:pt x="17316" y="28404"/>
                  <a:pt x="17802" y="23289"/>
                </a:cubicBezTo>
                <a:lnTo>
                  <a:pt x="17802" y="21031"/>
                </a:lnTo>
                <a:lnTo>
                  <a:pt x="17631" y="21231"/>
                </a:lnTo>
                <a:cubicBezTo>
                  <a:pt x="17374" y="21346"/>
                  <a:pt x="17059" y="21460"/>
                  <a:pt x="16688" y="21603"/>
                </a:cubicBezTo>
                <a:cubicBezTo>
                  <a:pt x="16316" y="21717"/>
                  <a:pt x="15945" y="21917"/>
                  <a:pt x="15545" y="22174"/>
                </a:cubicBezTo>
                <a:cubicBezTo>
                  <a:pt x="15202" y="22403"/>
                  <a:pt x="14630" y="22517"/>
                  <a:pt x="13859" y="22517"/>
                </a:cubicBezTo>
                <a:cubicBezTo>
                  <a:pt x="13116" y="22517"/>
                  <a:pt x="12373" y="22603"/>
                  <a:pt x="11630" y="22717"/>
                </a:cubicBezTo>
                <a:cubicBezTo>
                  <a:pt x="8258" y="22717"/>
                  <a:pt x="5486" y="21660"/>
                  <a:pt x="3372" y="19517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0B1BB-6A68-47A6-BE0C-DB8C1BB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182" y="2025653"/>
            <a:ext cx="104184" cy="50121"/>
          </a:xfrm>
          <a:custGeom xmlns:a="http://schemas.openxmlformats.org/drawingml/2006/main">
            <a:pathLst>
              <a:path w="104184" h="50121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86" y="886"/>
                  <a:pt x="2629" y="0"/>
                </a:cubicBezTo>
                <a:lnTo>
                  <a:pt x="101356" y="0"/>
                </a:lnTo>
                <a:cubicBezTo>
                  <a:pt x="102241" y="371"/>
                  <a:pt x="103184" y="1200"/>
                  <a:pt x="104184" y="2457"/>
                </a:cubicBezTo>
                <a:lnTo>
                  <a:pt x="104184" y="47692"/>
                </a:lnTo>
                <a:cubicBezTo>
                  <a:pt x="102556" y="49320"/>
                  <a:pt x="101298" y="50121"/>
                  <a:pt x="100441" y="50121"/>
                </a:cubicBezTo>
                <a:cubicBezTo>
                  <a:pt x="99927" y="50121"/>
                  <a:pt x="99498" y="50063"/>
                  <a:pt x="99098" y="49949"/>
                </a:cubicBezTo>
                <a:cubicBezTo>
                  <a:pt x="98755" y="49806"/>
                  <a:pt x="98441" y="49578"/>
                  <a:pt x="98184" y="49206"/>
                </a:cubicBezTo>
                <a:cubicBezTo>
                  <a:pt x="97927" y="48835"/>
                  <a:pt x="97669" y="48578"/>
                  <a:pt x="97412" y="48435"/>
                </a:cubicBezTo>
                <a:cubicBezTo>
                  <a:pt x="97184" y="48320"/>
                  <a:pt x="96984" y="48063"/>
                  <a:pt x="96869" y="47692"/>
                </a:cubicBezTo>
                <a:lnTo>
                  <a:pt x="96669" y="27603"/>
                </a:lnTo>
                <a:lnTo>
                  <a:pt x="96669" y="7515"/>
                </a:lnTo>
                <a:lnTo>
                  <a:pt x="2629" y="7515"/>
                </a:lnTo>
                <a:cubicBezTo>
                  <a:pt x="886" y="6629"/>
                  <a:pt x="0" y="5401"/>
                  <a:pt x="0" y="3772"/>
                </a:cubicBezTo>
                <a:lnTo>
                  <a:pt x="0" y="620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BA62A-CE7B-438A-89BA-9251DB92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182" y="2025653"/>
            <a:ext cx="104184" cy="50121"/>
          </a:xfrm>
          <a:custGeom xmlns:a="http://schemas.openxmlformats.org/drawingml/2006/main">
            <a:pathLst>
              <a:path w="104184" h="50121" fill="none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86" y="886"/>
                  <a:pt x="2629" y="0"/>
                </a:cubicBezTo>
                <a:lnTo>
                  <a:pt x="101356" y="0"/>
                </a:lnTo>
                <a:cubicBezTo>
                  <a:pt x="102241" y="371"/>
                  <a:pt x="103184" y="1200"/>
                  <a:pt x="104184" y="2457"/>
                </a:cubicBezTo>
                <a:lnTo>
                  <a:pt x="104184" y="47692"/>
                </a:lnTo>
                <a:cubicBezTo>
                  <a:pt x="102556" y="49320"/>
                  <a:pt x="101298" y="50121"/>
                  <a:pt x="100441" y="50121"/>
                </a:cubicBezTo>
                <a:cubicBezTo>
                  <a:pt x="99927" y="50121"/>
                  <a:pt x="99498" y="50063"/>
                  <a:pt x="99098" y="49949"/>
                </a:cubicBezTo>
                <a:cubicBezTo>
                  <a:pt x="98755" y="49806"/>
                  <a:pt x="98441" y="49578"/>
                  <a:pt x="98184" y="49206"/>
                </a:cubicBezTo>
                <a:cubicBezTo>
                  <a:pt x="97927" y="48835"/>
                  <a:pt x="97669" y="48578"/>
                  <a:pt x="97412" y="48435"/>
                </a:cubicBezTo>
                <a:cubicBezTo>
                  <a:pt x="97184" y="48320"/>
                  <a:pt x="96984" y="48063"/>
                  <a:pt x="96869" y="47692"/>
                </a:cubicBezTo>
                <a:lnTo>
                  <a:pt x="96669" y="27603"/>
                </a:lnTo>
                <a:lnTo>
                  <a:pt x="96669" y="7515"/>
                </a:lnTo>
                <a:lnTo>
                  <a:pt x="2629" y="7515"/>
                </a:lnTo>
                <a:cubicBezTo>
                  <a:pt x="886" y="6629"/>
                  <a:pt x="0" y="5401"/>
                  <a:pt x="0" y="3772"/>
                </a:cubicBezTo>
                <a:lnTo>
                  <a:pt x="0" y="6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86F75-1B70-4C2D-859E-C8A0093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254" y="2009508"/>
            <a:ext cx="74295" cy="85296"/>
          </a:xfrm>
          <a:custGeom xmlns:a="http://schemas.openxmlformats.org/drawingml/2006/main">
            <a:pathLst>
              <a:path w="74295" h="85296">
                <a:moveTo>
                  <a:pt x="0" y="53150"/>
                </a:moveTo>
                <a:cubicBezTo>
                  <a:pt x="0" y="39491"/>
                  <a:pt x="5401" y="27232"/>
                  <a:pt x="16145" y="16345"/>
                </a:cubicBezTo>
                <a:cubicBezTo>
                  <a:pt x="26918" y="5458"/>
                  <a:pt x="38548" y="0"/>
                  <a:pt x="51064" y="0"/>
                </a:cubicBezTo>
                <a:cubicBezTo>
                  <a:pt x="58093" y="0"/>
                  <a:pt x="63579" y="1514"/>
                  <a:pt x="67580" y="4515"/>
                </a:cubicBezTo>
                <a:cubicBezTo>
                  <a:pt x="71609" y="7515"/>
                  <a:pt x="73666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37" y="29375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492" y="24460"/>
                  <a:pt x="53492" y="21974"/>
                </a:cubicBezTo>
                <a:cubicBezTo>
                  <a:pt x="53492" y="19460"/>
                  <a:pt x="54207" y="17345"/>
                  <a:pt x="55578" y="15602"/>
                </a:cubicBezTo>
                <a:cubicBezTo>
                  <a:pt x="56950" y="13830"/>
                  <a:pt x="58322" y="12516"/>
                  <a:pt x="59693" y="11659"/>
                </a:cubicBezTo>
                <a:cubicBezTo>
                  <a:pt x="61093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87"/>
                  <a:pt x="62151" y="9887"/>
                  <a:pt x="61408" y="9401"/>
                </a:cubicBezTo>
                <a:cubicBezTo>
                  <a:pt x="60636" y="8887"/>
                  <a:pt x="59322" y="8401"/>
                  <a:pt x="57464" y="7887"/>
                </a:cubicBezTo>
                <a:cubicBezTo>
                  <a:pt x="55578" y="7401"/>
                  <a:pt x="53464" y="7144"/>
                  <a:pt x="51064" y="7144"/>
                </a:cubicBezTo>
                <a:cubicBezTo>
                  <a:pt x="47320" y="7144"/>
                  <a:pt x="43748" y="8030"/>
                  <a:pt x="40376" y="9773"/>
                </a:cubicBezTo>
                <a:cubicBezTo>
                  <a:pt x="37748" y="10887"/>
                  <a:pt x="35062" y="12830"/>
                  <a:pt x="32290" y="15602"/>
                </a:cubicBezTo>
                <a:cubicBezTo>
                  <a:pt x="26803" y="21088"/>
                  <a:pt x="22774" y="28861"/>
                  <a:pt x="20288" y="38862"/>
                </a:cubicBezTo>
                <a:cubicBezTo>
                  <a:pt x="17774" y="48892"/>
                  <a:pt x="16459" y="56150"/>
                  <a:pt x="16345" y="60636"/>
                </a:cubicBezTo>
                <a:cubicBezTo>
                  <a:pt x="16345" y="66408"/>
                  <a:pt x="17974" y="70723"/>
                  <a:pt x="21231" y="73609"/>
                </a:cubicBezTo>
                <a:cubicBezTo>
                  <a:pt x="23974" y="76610"/>
                  <a:pt x="27603" y="78095"/>
                  <a:pt x="32118" y="78095"/>
                </a:cubicBezTo>
                <a:lnTo>
                  <a:pt x="32861" y="78095"/>
                </a:lnTo>
                <a:cubicBezTo>
                  <a:pt x="46863" y="78095"/>
                  <a:pt x="58464" y="72781"/>
                  <a:pt x="67580" y="62151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52" y="60265"/>
                  <a:pt x="71152" y="60836"/>
                  <a:pt x="72295" y="61951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95" y="65208"/>
                  <a:pt x="73724" y="66151"/>
                  <a:pt x="72466" y="67408"/>
                </a:cubicBezTo>
                <a:cubicBezTo>
                  <a:pt x="71209" y="68666"/>
                  <a:pt x="69409" y="70409"/>
                  <a:pt x="67037" y="72666"/>
                </a:cubicBezTo>
                <a:cubicBezTo>
                  <a:pt x="64637" y="74924"/>
                  <a:pt x="61836" y="76781"/>
                  <a:pt x="58579" y="78296"/>
                </a:cubicBezTo>
                <a:cubicBezTo>
                  <a:pt x="55321" y="79781"/>
                  <a:pt x="51321" y="81353"/>
                  <a:pt x="46577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74" y="85039"/>
                  <a:pt x="14573" y="82039"/>
                  <a:pt x="8830" y="76038"/>
                </a:cubicBezTo>
                <a:cubicBezTo>
                  <a:pt x="3086" y="70037"/>
                  <a:pt x="143" y="62408"/>
                  <a:pt x="0" y="5315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4EAF2-045F-40D9-8090-8CAED27C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254" y="2009508"/>
            <a:ext cx="74295" cy="85296"/>
          </a:xfrm>
          <a:custGeom xmlns:a="http://schemas.openxmlformats.org/drawingml/2006/main">
            <a:pathLst>
              <a:path w="74295" h="85296" fill="none">
                <a:moveTo>
                  <a:pt x="0" y="53150"/>
                </a:moveTo>
                <a:cubicBezTo>
                  <a:pt x="0" y="39491"/>
                  <a:pt x="5401" y="27232"/>
                  <a:pt x="16145" y="16345"/>
                </a:cubicBezTo>
                <a:cubicBezTo>
                  <a:pt x="26918" y="5458"/>
                  <a:pt x="38548" y="0"/>
                  <a:pt x="51064" y="0"/>
                </a:cubicBezTo>
                <a:cubicBezTo>
                  <a:pt x="58093" y="0"/>
                  <a:pt x="63579" y="1514"/>
                  <a:pt x="67580" y="4515"/>
                </a:cubicBezTo>
                <a:cubicBezTo>
                  <a:pt x="71609" y="7515"/>
                  <a:pt x="73666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37" y="29375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492" y="24460"/>
                  <a:pt x="53492" y="21974"/>
                </a:cubicBezTo>
                <a:cubicBezTo>
                  <a:pt x="53492" y="19460"/>
                  <a:pt x="54207" y="17345"/>
                  <a:pt x="55578" y="15602"/>
                </a:cubicBezTo>
                <a:cubicBezTo>
                  <a:pt x="56950" y="13830"/>
                  <a:pt x="58322" y="12516"/>
                  <a:pt x="59693" y="11659"/>
                </a:cubicBezTo>
                <a:cubicBezTo>
                  <a:pt x="61093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87"/>
                  <a:pt x="62151" y="9887"/>
                  <a:pt x="61408" y="9401"/>
                </a:cubicBezTo>
                <a:cubicBezTo>
                  <a:pt x="60636" y="8887"/>
                  <a:pt x="59322" y="8401"/>
                  <a:pt x="57464" y="7887"/>
                </a:cubicBezTo>
                <a:cubicBezTo>
                  <a:pt x="55578" y="7401"/>
                  <a:pt x="53464" y="7144"/>
                  <a:pt x="51064" y="7144"/>
                </a:cubicBezTo>
                <a:cubicBezTo>
                  <a:pt x="47320" y="7144"/>
                  <a:pt x="43748" y="8030"/>
                  <a:pt x="40376" y="9773"/>
                </a:cubicBezTo>
                <a:cubicBezTo>
                  <a:pt x="37748" y="10887"/>
                  <a:pt x="35062" y="12830"/>
                  <a:pt x="32290" y="15602"/>
                </a:cubicBezTo>
                <a:cubicBezTo>
                  <a:pt x="26803" y="21088"/>
                  <a:pt x="22774" y="28861"/>
                  <a:pt x="20288" y="38862"/>
                </a:cubicBezTo>
                <a:cubicBezTo>
                  <a:pt x="17774" y="48892"/>
                  <a:pt x="16459" y="56150"/>
                  <a:pt x="16345" y="60636"/>
                </a:cubicBezTo>
                <a:cubicBezTo>
                  <a:pt x="16345" y="66408"/>
                  <a:pt x="17974" y="70723"/>
                  <a:pt x="21231" y="73609"/>
                </a:cubicBezTo>
                <a:cubicBezTo>
                  <a:pt x="23974" y="76610"/>
                  <a:pt x="27603" y="78095"/>
                  <a:pt x="32118" y="78095"/>
                </a:cubicBezTo>
                <a:lnTo>
                  <a:pt x="32861" y="78095"/>
                </a:lnTo>
                <a:cubicBezTo>
                  <a:pt x="46863" y="78095"/>
                  <a:pt x="58464" y="72781"/>
                  <a:pt x="67580" y="62151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52" y="60265"/>
                  <a:pt x="71152" y="60836"/>
                  <a:pt x="72295" y="61951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95" y="65208"/>
                  <a:pt x="73724" y="66151"/>
                  <a:pt x="72466" y="67408"/>
                </a:cubicBezTo>
                <a:cubicBezTo>
                  <a:pt x="71209" y="68666"/>
                  <a:pt x="69409" y="70409"/>
                  <a:pt x="67037" y="72666"/>
                </a:cubicBezTo>
                <a:cubicBezTo>
                  <a:pt x="64637" y="74924"/>
                  <a:pt x="61836" y="76781"/>
                  <a:pt x="58579" y="78296"/>
                </a:cubicBezTo>
                <a:cubicBezTo>
                  <a:pt x="55321" y="79781"/>
                  <a:pt x="51321" y="81353"/>
                  <a:pt x="46577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74" y="85039"/>
                  <a:pt x="14573" y="82039"/>
                  <a:pt x="8830" y="76038"/>
                </a:cubicBezTo>
                <a:cubicBezTo>
                  <a:pt x="3086" y="70037"/>
                  <a:pt x="143" y="62408"/>
                  <a:pt x="0" y="531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F6B8A-6E72-463E-B013-B4F5FE2C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550" y="2032254"/>
            <a:ext cx="55864" cy="91326"/>
          </a:xfrm>
          <a:custGeom xmlns:a="http://schemas.openxmlformats.org/drawingml/2006/main">
            <a:pathLst>
              <a:path w="55864" h="91326">
                <a:moveTo>
                  <a:pt x="7544" y="10744"/>
                </a:moveTo>
                <a:cubicBezTo>
                  <a:pt x="12516" y="3600"/>
                  <a:pt x="19288" y="0"/>
                  <a:pt x="27861" y="0"/>
                </a:cubicBezTo>
                <a:cubicBezTo>
                  <a:pt x="32118" y="0"/>
                  <a:pt x="36347" y="1172"/>
                  <a:pt x="40605" y="3458"/>
                </a:cubicBezTo>
                <a:cubicBezTo>
                  <a:pt x="44863" y="5744"/>
                  <a:pt x="48292" y="9830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50" y="70123"/>
                  <a:pt x="50149" y="77381"/>
                </a:cubicBezTo>
                <a:cubicBezTo>
                  <a:pt x="48406" y="81096"/>
                  <a:pt x="45949" y="84068"/>
                  <a:pt x="42862" y="86268"/>
                </a:cubicBezTo>
                <a:cubicBezTo>
                  <a:pt x="39776" y="88497"/>
                  <a:pt x="37062" y="89868"/>
                  <a:pt x="34776" y="90383"/>
                </a:cubicBezTo>
                <a:cubicBezTo>
                  <a:pt x="32461" y="90926"/>
                  <a:pt x="30204" y="91240"/>
                  <a:pt x="27975" y="91326"/>
                </a:cubicBezTo>
                <a:cubicBezTo>
                  <a:pt x="25689" y="91326"/>
                  <a:pt x="23403" y="91069"/>
                  <a:pt x="21088" y="90526"/>
                </a:cubicBezTo>
                <a:cubicBezTo>
                  <a:pt x="18802" y="90011"/>
                  <a:pt x="16088" y="88582"/>
                  <a:pt x="13002" y="86268"/>
                </a:cubicBezTo>
                <a:cubicBezTo>
                  <a:pt x="9887" y="83982"/>
                  <a:pt x="7458" y="81010"/>
                  <a:pt x="5686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47"/>
                  <a:pt x="2515" y="18802"/>
                  <a:pt x="7544" y="10744"/>
                </a:cubicBezTo>
                <a:close/>
                <a:moveTo>
                  <a:pt x="37433" y="9173"/>
                </a:moveTo>
                <a:cubicBezTo>
                  <a:pt x="34776" y="6315"/>
                  <a:pt x="31604" y="4915"/>
                  <a:pt x="27975" y="4915"/>
                </a:cubicBezTo>
                <a:cubicBezTo>
                  <a:pt x="24289" y="4915"/>
                  <a:pt x="21088" y="6315"/>
                  <a:pt x="18431" y="9173"/>
                </a:cubicBezTo>
                <a:cubicBezTo>
                  <a:pt x="16231" y="11459"/>
                  <a:pt x="14773" y="14659"/>
                  <a:pt x="14059" y="18717"/>
                </a:cubicBezTo>
                <a:cubicBezTo>
                  <a:pt x="13345" y="22803"/>
                  <a:pt x="13002" y="31290"/>
                  <a:pt x="13002" y="44206"/>
                </a:cubicBezTo>
                <a:cubicBezTo>
                  <a:pt x="13002" y="58179"/>
                  <a:pt x="13345" y="67380"/>
                  <a:pt x="14059" y="71809"/>
                </a:cubicBezTo>
                <a:cubicBezTo>
                  <a:pt x="14773" y="76238"/>
                  <a:pt x="16345" y="79724"/>
                  <a:pt x="18831" y="82296"/>
                </a:cubicBezTo>
                <a:cubicBezTo>
                  <a:pt x="21317" y="84953"/>
                  <a:pt x="24346" y="86268"/>
                  <a:pt x="27975" y="86268"/>
                </a:cubicBezTo>
                <a:cubicBezTo>
                  <a:pt x="31547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805" y="71152"/>
                </a:cubicBezTo>
                <a:cubicBezTo>
                  <a:pt x="42434" y="66380"/>
                  <a:pt x="42777" y="57379"/>
                  <a:pt x="42862" y="44206"/>
                </a:cubicBezTo>
                <a:cubicBezTo>
                  <a:pt x="42862" y="31375"/>
                  <a:pt x="42520" y="22917"/>
                  <a:pt x="41805" y="18859"/>
                </a:cubicBezTo>
                <a:cubicBezTo>
                  <a:pt x="41091" y="14773"/>
                  <a:pt x="39634" y="11544"/>
                  <a:pt x="37433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DE241-51D2-4CA9-922E-D8C01F70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550" y="2032254"/>
            <a:ext cx="55864" cy="91326"/>
          </a:xfrm>
          <a:custGeom xmlns:a="http://schemas.openxmlformats.org/drawingml/2006/main">
            <a:pathLst>
              <a:path w="55864" h="91326" fill="none">
                <a:moveTo>
                  <a:pt x="7544" y="10744"/>
                </a:moveTo>
                <a:cubicBezTo>
                  <a:pt x="12516" y="3600"/>
                  <a:pt x="19288" y="0"/>
                  <a:pt x="27861" y="0"/>
                </a:cubicBezTo>
                <a:cubicBezTo>
                  <a:pt x="32118" y="0"/>
                  <a:pt x="36347" y="1172"/>
                  <a:pt x="40605" y="3458"/>
                </a:cubicBezTo>
                <a:cubicBezTo>
                  <a:pt x="44863" y="5744"/>
                  <a:pt x="48292" y="9830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50" y="70123"/>
                  <a:pt x="50149" y="77381"/>
                </a:cubicBezTo>
                <a:cubicBezTo>
                  <a:pt x="48406" y="81096"/>
                  <a:pt x="45949" y="84068"/>
                  <a:pt x="42862" y="86268"/>
                </a:cubicBezTo>
                <a:cubicBezTo>
                  <a:pt x="39776" y="88497"/>
                  <a:pt x="37062" y="89868"/>
                  <a:pt x="34776" y="90383"/>
                </a:cubicBezTo>
                <a:cubicBezTo>
                  <a:pt x="32461" y="90926"/>
                  <a:pt x="30204" y="91240"/>
                  <a:pt x="27975" y="91326"/>
                </a:cubicBezTo>
                <a:cubicBezTo>
                  <a:pt x="25689" y="91326"/>
                  <a:pt x="23403" y="91069"/>
                  <a:pt x="21088" y="90526"/>
                </a:cubicBezTo>
                <a:cubicBezTo>
                  <a:pt x="18802" y="90011"/>
                  <a:pt x="16088" y="88582"/>
                  <a:pt x="13002" y="86268"/>
                </a:cubicBezTo>
                <a:cubicBezTo>
                  <a:pt x="9887" y="83982"/>
                  <a:pt x="7458" y="81010"/>
                  <a:pt x="5686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47"/>
                  <a:pt x="2515" y="18802"/>
                  <a:pt x="7544" y="10744"/>
                </a:cubicBezTo>
                <a:close/>
                <a:moveTo>
                  <a:pt x="37433" y="9173"/>
                </a:moveTo>
                <a:cubicBezTo>
                  <a:pt x="34776" y="6315"/>
                  <a:pt x="31604" y="4915"/>
                  <a:pt x="27975" y="4915"/>
                </a:cubicBezTo>
                <a:cubicBezTo>
                  <a:pt x="24289" y="4915"/>
                  <a:pt x="21088" y="6315"/>
                  <a:pt x="18431" y="9173"/>
                </a:cubicBezTo>
                <a:cubicBezTo>
                  <a:pt x="16231" y="11459"/>
                  <a:pt x="14773" y="14659"/>
                  <a:pt x="14059" y="18717"/>
                </a:cubicBezTo>
                <a:cubicBezTo>
                  <a:pt x="13345" y="22803"/>
                  <a:pt x="13002" y="31290"/>
                  <a:pt x="13002" y="44206"/>
                </a:cubicBezTo>
                <a:cubicBezTo>
                  <a:pt x="13002" y="58179"/>
                  <a:pt x="13345" y="67380"/>
                  <a:pt x="14059" y="71809"/>
                </a:cubicBezTo>
                <a:cubicBezTo>
                  <a:pt x="14773" y="76238"/>
                  <a:pt x="16345" y="79724"/>
                  <a:pt x="18831" y="82296"/>
                </a:cubicBezTo>
                <a:cubicBezTo>
                  <a:pt x="21317" y="84953"/>
                  <a:pt x="24346" y="86268"/>
                  <a:pt x="27975" y="86268"/>
                </a:cubicBezTo>
                <a:cubicBezTo>
                  <a:pt x="31547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805" y="71152"/>
                </a:cubicBezTo>
                <a:cubicBezTo>
                  <a:pt x="42434" y="66380"/>
                  <a:pt x="42777" y="57379"/>
                  <a:pt x="42862" y="44206"/>
                </a:cubicBezTo>
                <a:cubicBezTo>
                  <a:pt x="42862" y="31375"/>
                  <a:pt x="42520" y="22917"/>
                  <a:pt x="41805" y="18859"/>
                </a:cubicBezTo>
                <a:cubicBezTo>
                  <a:pt x="41091" y="14773"/>
                  <a:pt x="39634" y="11544"/>
                  <a:pt x="37433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2F8AA-0113-48D6-B37E-D03A8303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1951701"/>
            <a:ext cx="42005" cy="187738"/>
          </a:xfrm>
          <a:custGeom xmlns:a="http://schemas.openxmlformats.org/drawingml/2006/main">
            <a:pathLst>
              <a:path w="42005" h="187738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01" y="0"/>
                  <a:pt x="6086" y="629"/>
                  <a:pt x="6944" y="1857"/>
                </a:cubicBezTo>
                <a:cubicBezTo>
                  <a:pt x="7344" y="2743"/>
                  <a:pt x="13230" y="18145"/>
                  <a:pt x="24603" y="48063"/>
                </a:cubicBezTo>
                <a:cubicBezTo>
                  <a:pt x="35976" y="77981"/>
                  <a:pt x="41748" y="93240"/>
                  <a:pt x="41862" y="93869"/>
                </a:cubicBezTo>
                <a:cubicBezTo>
                  <a:pt x="42005" y="94498"/>
                  <a:pt x="36290" y="109757"/>
                  <a:pt x="24803" y="139675"/>
                </a:cubicBezTo>
                <a:cubicBezTo>
                  <a:pt x="13259" y="169593"/>
                  <a:pt x="7344" y="184966"/>
                  <a:pt x="6944" y="185852"/>
                </a:cubicBezTo>
                <a:cubicBezTo>
                  <a:pt x="6086" y="187109"/>
                  <a:pt x="5001" y="187738"/>
                  <a:pt x="3772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02"/>
                  <a:pt x="0" y="4000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AF49A-B724-47B9-97AE-A720ED95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1951701"/>
            <a:ext cx="42005" cy="187738"/>
          </a:xfrm>
          <a:custGeom xmlns:a="http://schemas.openxmlformats.org/drawingml/2006/main">
            <a:pathLst>
              <a:path w="42005" h="187738" fill="none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01" y="0"/>
                  <a:pt x="6086" y="629"/>
                  <a:pt x="6944" y="1857"/>
                </a:cubicBezTo>
                <a:cubicBezTo>
                  <a:pt x="7344" y="2743"/>
                  <a:pt x="13230" y="18145"/>
                  <a:pt x="24603" y="48063"/>
                </a:cubicBezTo>
                <a:cubicBezTo>
                  <a:pt x="35976" y="77981"/>
                  <a:pt x="41748" y="93240"/>
                  <a:pt x="41862" y="93869"/>
                </a:cubicBezTo>
                <a:cubicBezTo>
                  <a:pt x="42005" y="94498"/>
                  <a:pt x="36290" y="109757"/>
                  <a:pt x="24803" y="139675"/>
                </a:cubicBezTo>
                <a:cubicBezTo>
                  <a:pt x="13259" y="169593"/>
                  <a:pt x="7344" y="184966"/>
                  <a:pt x="6944" y="185852"/>
                </a:cubicBezTo>
                <a:cubicBezTo>
                  <a:pt x="6086" y="187109"/>
                  <a:pt x="5001" y="187738"/>
                  <a:pt x="3772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02"/>
                  <a:pt x="0" y="4000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79" name="Text use">
            <a:extLst xmlns:a="http://schemas.openxmlformats.org/drawingml/2006/main">
              <a:ext uri="{FF2B5EF4-FFF2-40B4-BE49-F238E27FC236}">
                <a16:creationId xmlns:a16="http://schemas.microsoft.com/office/drawing/2014/main" id="{307A048A-D685-432F-BB90-BFC3FC67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416" y="3440144"/>
            <a:ext cx="300007" cy="92717"/>
          </a:xfrm>
          <a:custGeom xmlns:a="http://schemas.openxmlformats.org/drawingml/2006/main">
            <a:pathLst>
              <a:path w="300007" h="92717">
                <a:moveTo>
                  <a:pt x="529" y="4445"/>
                </a:moveTo>
                <a:cubicBezTo>
                  <a:pt x="1305" y="4163"/>
                  <a:pt x="1940" y="3951"/>
                  <a:pt x="2434" y="3810"/>
                </a:cubicBezTo>
                <a:lnTo>
                  <a:pt x="33975" y="3810"/>
                </a:lnTo>
                <a:lnTo>
                  <a:pt x="36303" y="4022"/>
                </a:lnTo>
                <a:lnTo>
                  <a:pt x="36409" y="11113"/>
                </a:lnTo>
                <a:lnTo>
                  <a:pt x="36198" y="21486"/>
                </a:lnTo>
                <a:lnTo>
                  <a:pt x="36303" y="26884"/>
                </a:lnTo>
                <a:lnTo>
                  <a:pt x="36198" y="42866"/>
                </a:lnTo>
                <a:lnTo>
                  <a:pt x="36198" y="53767"/>
                </a:lnTo>
                <a:cubicBezTo>
                  <a:pt x="36198" y="60894"/>
                  <a:pt x="36586" y="66503"/>
                  <a:pt x="37362" y="70596"/>
                </a:cubicBezTo>
                <a:cubicBezTo>
                  <a:pt x="38420" y="73701"/>
                  <a:pt x="40131" y="76047"/>
                  <a:pt x="42495" y="77634"/>
                </a:cubicBezTo>
                <a:cubicBezTo>
                  <a:pt x="44859" y="79222"/>
                  <a:pt x="47734" y="80016"/>
                  <a:pt x="51121" y="80016"/>
                </a:cubicBezTo>
                <a:cubicBezTo>
                  <a:pt x="54296" y="80016"/>
                  <a:pt x="56872" y="79699"/>
                  <a:pt x="58848" y="79066"/>
                </a:cubicBezTo>
                <a:cubicBezTo>
                  <a:pt x="60823" y="78431"/>
                  <a:pt x="63099" y="77233"/>
                  <a:pt x="65674" y="75471"/>
                </a:cubicBezTo>
                <a:cubicBezTo>
                  <a:pt x="68250" y="73709"/>
                  <a:pt x="69890" y="72440"/>
                  <a:pt x="70596" y="71664"/>
                </a:cubicBezTo>
                <a:cubicBezTo>
                  <a:pt x="72642" y="69411"/>
                  <a:pt x="74053" y="67332"/>
                  <a:pt x="74830" y="65430"/>
                </a:cubicBezTo>
                <a:lnTo>
                  <a:pt x="75570" y="39118"/>
                </a:lnTo>
                <a:cubicBezTo>
                  <a:pt x="75712" y="36371"/>
                  <a:pt x="75782" y="34116"/>
                  <a:pt x="75782" y="32354"/>
                </a:cubicBezTo>
                <a:cubicBezTo>
                  <a:pt x="75782" y="30524"/>
                  <a:pt x="75729" y="28218"/>
                  <a:pt x="75623" y="25435"/>
                </a:cubicBezTo>
                <a:cubicBezTo>
                  <a:pt x="75518" y="22652"/>
                  <a:pt x="75465" y="21084"/>
                  <a:pt x="75465" y="20732"/>
                </a:cubicBezTo>
                <a:lnTo>
                  <a:pt x="75570" y="16822"/>
                </a:lnTo>
                <a:lnTo>
                  <a:pt x="75359" y="14497"/>
                </a:lnTo>
                <a:cubicBezTo>
                  <a:pt x="73665" y="13441"/>
                  <a:pt x="71302" y="12771"/>
                  <a:pt x="68267" y="12489"/>
                </a:cubicBezTo>
                <a:lnTo>
                  <a:pt x="61176" y="11854"/>
                </a:lnTo>
                <a:cubicBezTo>
                  <a:pt x="60753" y="11642"/>
                  <a:pt x="60365" y="11396"/>
                  <a:pt x="60012" y="11113"/>
                </a:cubicBezTo>
                <a:cubicBezTo>
                  <a:pt x="59730" y="9702"/>
                  <a:pt x="59588" y="8644"/>
                  <a:pt x="59588" y="7938"/>
                </a:cubicBezTo>
                <a:cubicBezTo>
                  <a:pt x="59588" y="7091"/>
                  <a:pt x="59694" y="5892"/>
                  <a:pt x="59906" y="4339"/>
                </a:cubicBezTo>
                <a:cubicBezTo>
                  <a:pt x="62234" y="3987"/>
                  <a:pt x="64245" y="3810"/>
                  <a:pt x="65939" y="3810"/>
                </a:cubicBezTo>
                <a:lnTo>
                  <a:pt x="82238" y="4022"/>
                </a:lnTo>
                <a:cubicBezTo>
                  <a:pt x="86613" y="4022"/>
                  <a:pt x="91976" y="3951"/>
                  <a:pt x="98326" y="3810"/>
                </a:cubicBezTo>
                <a:lnTo>
                  <a:pt x="98538" y="11748"/>
                </a:lnTo>
                <a:lnTo>
                  <a:pt x="98220" y="21909"/>
                </a:lnTo>
                <a:lnTo>
                  <a:pt x="98432" y="34610"/>
                </a:lnTo>
                <a:lnTo>
                  <a:pt x="98326" y="52815"/>
                </a:lnTo>
                <a:lnTo>
                  <a:pt x="98115" y="60964"/>
                </a:lnTo>
                <a:lnTo>
                  <a:pt x="98220" y="66468"/>
                </a:lnTo>
                <a:cubicBezTo>
                  <a:pt x="97938" y="70137"/>
                  <a:pt x="97797" y="72219"/>
                  <a:pt x="97797" y="72713"/>
                </a:cubicBezTo>
                <a:cubicBezTo>
                  <a:pt x="97797" y="74477"/>
                  <a:pt x="98115" y="75782"/>
                  <a:pt x="98750" y="76629"/>
                </a:cubicBezTo>
                <a:cubicBezTo>
                  <a:pt x="99385" y="77476"/>
                  <a:pt x="99984" y="77899"/>
                  <a:pt x="100549" y="77899"/>
                </a:cubicBezTo>
                <a:lnTo>
                  <a:pt x="110286" y="77581"/>
                </a:lnTo>
                <a:lnTo>
                  <a:pt x="111556" y="77793"/>
                </a:lnTo>
                <a:cubicBezTo>
                  <a:pt x="111768" y="80302"/>
                  <a:pt x="111874" y="81737"/>
                  <a:pt x="111874" y="82096"/>
                </a:cubicBezTo>
                <a:cubicBezTo>
                  <a:pt x="111874" y="82597"/>
                  <a:pt x="111768" y="83385"/>
                  <a:pt x="111556" y="84461"/>
                </a:cubicBezTo>
                <a:cubicBezTo>
                  <a:pt x="107817" y="84602"/>
                  <a:pt x="105135" y="84849"/>
                  <a:pt x="103512" y="85202"/>
                </a:cubicBezTo>
                <a:cubicBezTo>
                  <a:pt x="95962" y="86895"/>
                  <a:pt x="87707" y="89400"/>
                  <a:pt x="78746" y="92717"/>
                </a:cubicBezTo>
                <a:lnTo>
                  <a:pt x="74512" y="92505"/>
                </a:lnTo>
                <a:lnTo>
                  <a:pt x="74406" y="75147"/>
                </a:lnTo>
                <a:cubicBezTo>
                  <a:pt x="73559" y="75853"/>
                  <a:pt x="72325" y="76946"/>
                  <a:pt x="70702" y="78428"/>
                </a:cubicBezTo>
                <a:cubicBezTo>
                  <a:pt x="64492" y="83932"/>
                  <a:pt x="59165" y="87654"/>
                  <a:pt x="54720" y="89594"/>
                </a:cubicBezTo>
                <a:cubicBezTo>
                  <a:pt x="50274" y="91535"/>
                  <a:pt x="45617" y="92505"/>
                  <a:pt x="40749" y="92505"/>
                </a:cubicBezTo>
                <a:cubicBezTo>
                  <a:pt x="34963" y="92505"/>
                  <a:pt x="29953" y="91308"/>
                  <a:pt x="25719" y="88913"/>
                </a:cubicBezTo>
                <a:cubicBezTo>
                  <a:pt x="21486" y="86516"/>
                  <a:pt x="18381" y="83556"/>
                  <a:pt x="16405" y="80032"/>
                </a:cubicBezTo>
                <a:cubicBezTo>
                  <a:pt x="14924" y="77285"/>
                  <a:pt x="13936" y="73339"/>
                  <a:pt x="13442" y="68195"/>
                </a:cubicBezTo>
                <a:cubicBezTo>
                  <a:pt x="13301" y="66854"/>
                  <a:pt x="13230" y="59948"/>
                  <a:pt x="13230" y="47476"/>
                </a:cubicBezTo>
                <a:lnTo>
                  <a:pt x="13336" y="44093"/>
                </a:lnTo>
                <a:cubicBezTo>
                  <a:pt x="13689" y="37187"/>
                  <a:pt x="13865" y="32078"/>
                  <a:pt x="13865" y="28766"/>
                </a:cubicBezTo>
                <a:cubicBezTo>
                  <a:pt x="13865" y="23130"/>
                  <a:pt x="13759" y="19360"/>
                  <a:pt x="13548" y="17457"/>
                </a:cubicBezTo>
                <a:cubicBezTo>
                  <a:pt x="13477" y="16540"/>
                  <a:pt x="13124" y="15483"/>
                  <a:pt x="12489" y="14285"/>
                </a:cubicBezTo>
                <a:cubicBezTo>
                  <a:pt x="11501" y="13857"/>
                  <a:pt x="10337" y="13537"/>
                  <a:pt x="8996" y="13323"/>
                </a:cubicBezTo>
                <a:cubicBezTo>
                  <a:pt x="4481" y="12538"/>
                  <a:pt x="1658" y="11789"/>
                  <a:pt x="529" y="11077"/>
                </a:cubicBezTo>
                <a:cubicBezTo>
                  <a:pt x="176" y="10863"/>
                  <a:pt x="0" y="10400"/>
                  <a:pt x="0" y="9688"/>
                </a:cubicBezTo>
                <a:cubicBezTo>
                  <a:pt x="0" y="9258"/>
                  <a:pt x="53" y="8687"/>
                  <a:pt x="159" y="7974"/>
                </a:cubicBezTo>
                <a:cubicBezTo>
                  <a:pt x="265" y="7262"/>
                  <a:pt x="388" y="6086"/>
                  <a:pt x="529" y="4445"/>
                </a:cubicBezTo>
                <a:close/>
                <a:moveTo>
                  <a:pt x="124733" y="60541"/>
                </a:moveTo>
                <a:cubicBezTo>
                  <a:pt x="126850" y="60034"/>
                  <a:pt x="128402" y="59780"/>
                  <a:pt x="129390" y="59780"/>
                </a:cubicBezTo>
                <a:cubicBezTo>
                  <a:pt x="129884" y="59780"/>
                  <a:pt x="130625" y="59822"/>
                  <a:pt x="131613" y="59906"/>
                </a:cubicBezTo>
                <a:lnTo>
                  <a:pt x="132565" y="60974"/>
                </a:lnTo>
                <a:cubicBezTo>
                  <a:pt x="136376" y="67733"/>
                  <a:pt x="138880" y="71824"/>
                  <a:pt x="140080" y="73249"/>
                </a:cubicBezTo>
                <a:cubicBezTo>
                  <a:pt x="142550" y="76166"/>
                  <a:pt x="144984" y="78514"/>
                  <a:pt x="147383" y="80294"/>
                </a:cubicBezTo>
                <a:cubicBezTo>
                  <a:pt x="149006" y="81431"/>
                  <a:pt x="151546" y="82606"/>
                  <a:pt x="155004" y="83816"/>
                </a:cubicBezTo>
                <a:cubicBezTo>
                  <a:pt x="157332" y="84669"/>
                  <a:pt x="159802" y="85096"/>
                  <a:pt x="162412" y="85096"/>
                </a:cubicBezTo>
                <a:cubicBezTo>
                  <a:pt x="166858" y="85096"/>
                  <a:pt x="170668" y="83665"/>
                  <a:pt x="173843" y="80803"/>
                </a:cubicBezTo>
                <a:cubicBezTo>
                  <a:pt x="177018" y="77941"/>
                  <a:pt x="178606" y="74849"/>
                  <a:pt x="178606" y="71529"/>
                </a:cubicBezTo>
                <a:cubicBezTo>
                  <a:pt x="178606" y="69268"/>
                  <a:pt x="178006" y="67343"/>
                  <a:pt x="176807" y="65754"/>
                </a:cubicBezTo>
                <a:cubicBezTo>
                  <a:pt x="175607" y="64164"/>
                  <a:pt x="173208" y="62592"/>
                  <a:pt x="169610" y="61037"/>
                </a:cubicBezTo>
                <a:cubicBezTo>
                  <a:pt x="167846" y="60261"/>
                  <a:pt x="163418" y="58990"/>
                  <a:pt x="156327" y="57224"/>
                </a:cubicBezTo>
                <a:cubicBezTo>
                  <a:pt x="149235" y="55455"/>
                  <a:pt x="144949" y="54289"/>
                  <a:pt x="143467" y="53724"/>
                </a:cubicBezTo>
                <a:cubicBezTo>
                  <a:pt x="140151" y="52450"/>
                  <a:pt x="137205" y="50680"/>
                  <a:pt x="134629" y="48416"/>
                </a:cubicBezTo>
                <a:cubicBezTo>
                  <a:pt x="132054" y="46151"/>
                  <a:pt x="130096" y="43603"/>
                  <a:pt x="128755" y="40772"/>
                </a:cubicBezTo>
                <a:cubicBezTo>
                  <a:pt x="126920" y="36737"/>
                  <a:pt x="126003" y="33268"/>
                  <a:pt x="126003" y="30366"/>
                </a:cubicBezTo>
                <a:cubicBezTo>
                  <a:pt x="126003" y="24986"/>
                  <a:pt x="126779" y="20579"/>
                  <a:pt x="128332" y="17146"/>
                </a:cubicBezTo>
                <a:cubicBezTo>
                  <a:pt x="129884" y="13713"/>
                  <a:pt x="132071" y="10687"/>
                  <a:pt x="134894" y="8067"/>
                </a:cubicBezTo>
                <a:cubicBezTo>
                  <a:pt x="136940" y="6087"/>
                  <a:pt x="140027" y="4283"/>
                  <a:pt x="144155" y="2656"/>
                </a:cubicBezTo>
                <a:cubicBezTo>
                  <a:pt x="148283" y="1026"/>
                  <a:pt x="152710" y="212"/>
                  <a:pt x="157438" y="212"/>
                </a:cubicBezTo>
                <a:cubicBezTo>
                  <a:pt x="164141" y="212"/>
                  <a:pt x="170033" y="671"/>
                  <a:pt x="175113" y="1591"/>
                </a:cubicBezTo>
                <a:cubicBezTo>
                  <a:pt x="180194" y="2510"/>
                  <a:pt x="184498" y="3890"/>
                  <a:pt x="188026" y="5729"/>
                </a:cubicBezTo>
                <a:cubicBezTo>
                  <a:pt x="188449" y="7358"/>
                  <a:pt x="189049" y="11113"/>
                  <a:pt x="189825" y="16994"/>
                </a:cubicBezTo>
                <a:cubicBezTo>
                  <a:pt x="190601" y="22873"/>
                  <a:pt x="190989" y="26343"/>
                  <a:pt x="190989" y="27406"/>
                </a:cubicBezTo>
                <a:cubicBezTo>
                  <a:pt x="190989" y="27902"/>
                  <a:pt x="190884" y="28434"/>
                  <a:pt x="190672" y="29000"/>
                </a:cubicBezTo>
                <a:cubicBezTo>
                  <a:pt x="188837" y="29565"/>
                  <a:pt x="187320" y="29847"/>
                  <a:pt x="186121" y="29847"/>
                </a:cubicBezTo>
                <a:cubicBezTo>
                  <a:pt x="185415" y="29847"/>
                  <a:pt x="184392" y="29777"/>
                  <a:pt x="183051" y="29635"/>
                </a:cubicBezTo>
                <a:cubicBezTo>
                  <a:pt x="182416" y="28648"/>
                  <a:pt x="181570" y="27166"/>
                  <a:pt x="180511" y="25190"/>
                </a:cubicBezTo>
                <a:cubicBezTo>
                  <a:pt x="177124" y="18910"/>
                  <a:pt x="173649" y="14483"/>
                  <a:pt x="170086" y="11907"/>
                </a:cubicBezTo>
                <a:cubicBezTo>
                  <a:pt x="166523" y="9332"/>
                  <a:pt x="162412" y="8044"/>
                  <a:pt x="157755" y="8044"/>
                </a:cubicBezTo>
                <a:cubicBezTo>
                  <a:pt x="152887" y="8044"/>
                  <a:pt x="148794" y="9457"/>
                  <a:pt x="145478" y="12284"/>
                </a:cubicBezTo>
                <a:cubicBezTo>
                  <a:pt x="143079" y="14333"/>
                  <a:pt x="141879" y="17123"/>
                  <a:pt x="141879" y="20656"/>
                </a:cubicBezTo>
                <a:cubicBezTo>
                  <a:pt x="141879" y="22988"/>
                  <a:pt x="143149" y="25357"/>
                  <a:pt x="145690" y="27760"/>
                </a:cubicBezTo>
                <a:cubicBezTo>
                  <a:pt x="148159" y="30232"/>
                  <a:pt x="152463" y="32104"/>
                  <a:pt x="158602" y="33376"/>
                </a:cubicBezTo>
                <a:cubicBezTo>
                  <a:pt x="167846" y="35425"/>
                  <a:pt x="174655" y="37473"/>
                  <a:pt x="179029" y="39522"/>
                </a:cubicBezTo>
                <a:cubicBezTo>
                  <a:pt x="185380" y="42490"/>
                  <a:pt x="189843" y="45987"/>
                  <a:pt x="192418" y="50013"/>
                </a:cubicBezTo>
                <a:cubicBezTo>
                  <a:pt x="194994" y="54040"/>
                  <a:pt x="196282" y="58702"/>
                  <a:pt x="196282" y="64001"/>
                </a:cubicBezTo>
                <a:cubicBezTo>
                  <a:pt x="196282" y="72195"/>
                  <a:pt x="193194" y="79029"/>
                  <a:pt x="187020" y="84504"/>
                </a:cubicBezTo>
                <a:cubicBezTo>
                  <a:pt x="180846" y="89979"/>
                  <a:pt x="171832" y="92717"/>
                  <a:pt x="159978" y="92717"/>
                </a:cubicBezTo>
                <a:cubicBezTo>
                  <a:pt x="158426" y="92717"/>
                  <a:pt x="154368" y="92363"/>
                  <a:pt x="147806" y="91655"/>
                </a:cubicBezTo>
                <a:cubicBezTo>
                  <a:pt x="144843" y="91300"/>
                  <a:pt x="141350" y="90592"/>
                  <a:pt x="137328" y="89532"/>
                </a:cubicBezTo>
                <a:cubicBezTo>
                  <a:pt x="136340" y="89247"/>
                  <a:pt x="133765" y="88221"/>
                  <a:pt x="129602" y="86452"/>
                </a:cubicBezTo>
                <a:cubicBezTo>
                  <a:pt x="128826" y="86027"/>
                  <a:pt x="128279" y="85513"/>
                  <a:pt x="127961" y="84911"/>
                </a:cubicBezTo>
                <a:cubicBezTo>
                  <a:pt x="127644" y="84309"/>
                  <a:pt x="127167" y="81353"/>
                  <a:pt x="126532" y="76043"/>
                </a:cubicBezTo>
                <a:cubicBezTo>
                  <a:pt x="125403" y="67409"/>
                  <a:pt x="124804" y="62241"/>
                  <a:pt x="124733" y="60541"/>
                </a:cubicBezTo>
                <a:close/>
                <a:moveTo>
                  <a:pt x="214699" y="34054"/>
                </a:moveTo>
                <a:cubicBezTo>
                  <a:pt x="216534" y="28041"/>
                  <a:pt x="218157" y="24045"/>
                  <a:pt x="219568" y="22065"/>
                </a:cubicBezTo>
                <a:cubicBezTo>
                  <a:pt x="223519" y="16265"/>
                  <a:pt x="227735" y="11740"/>
                  <a:pt x="232216" y="8487"/>
                </a:cubicBezTo>
                <a:cubicBezTo>
                  <a:pt x="236697" y="5233"/>
                  <a:pt x="240736" y="3075"/>
                  <a:pt x="244335" y="2014"/>
                </a:cubicBezTo>
                <a:cubicBezTo>
                  <a:pt x="248992" y="671"/>
                  <a:pt x="252767" y="0"/>
                  <a:pt x="255660" y="0"/>
                </a:cubicBezTo>
                <a:cubicBezTo>
                  <a:pt x="262292" y="0"/>
                  <a:pt x="267655" y="510"/>
                  <a:pt x="271748" y="1531"/>
                </a:cubicBezTo>
                <a:cubicBezTo>
                  <a:pt x="275840" y="2552"/>
                  <a:pt x="279262" y="4014"/>
                  <a:pt x="282014" y="5917"/>
                </a:cubicBezTo>
                <a:cubicBezTo>
                  <a:pt x="285965" y="8662"/>
                  <a:pt x="289141" y="11444"/>
                  <a:pt x="291540" y="14262"/>
                </a:cubicBezTo>
                <a:cubicBezTo>
                  <a:pt x="293939" y="17078"/>
                  <a:pt x="295897" y="20388"/>
                  <a:pt x="297414" y="24191"/>
                </a:cubicBezTo>
                <a:cubicBezTo>
                  <a:pt x="298931" y="27995"/>
                  <a:pt x="299760" y="32608"/>
                  <a:pt x="299901" y="38030"/>
                </a:cubicBezTo>
                <a:lnTo>
                  <a:pt x="288153" y="37838"/>
                </a:lnTo>
                <a:cubicBezTo>
                  <a:pt x="284907" y="37838"/>
                  <a:pt x="277780" y="37538"/>
                  <a:pt x="266773" y="36938"/>
                </a:cubicBezTo>
                <a:cubicBezTo>
                  <a:pt x="262680" y="36586"/>
                  <a:pt x="259858" y="36409"/>
                  <a:pt x="258306" y="36409"/>
                </a:cubicBezTo>
                <a:cubicBezTo>
                  <a:pt x="257812" y="36409"/>
                  <a:pt x="254002" y="36480"/>
                  <a:pt x="246875" y="36621"/>
                </a:cubicBezTo>
                <a:lnTo>
                  <a:pt x="237773" y="36621"/>
                </a:lnTo>
                <a:cubicBezTo>
                  <a:pt x="237631" y="37613"/>
                  <a:pt x="237561" y="38464"/>
                  <a:pt x="237561" y="39174"/>
                </a:cubicBezTo>
                <a:cubicBezTo>
                  <a:pt x="237561" y="42934"/>
                  <a:pt x="238020" y="46889"/>
                  <a:pt x="238937" y="51038"/>
                </a:cubicBezTo>
                <a:cubicBezTo>
                  <a:pt x="239854" y="55188"/>
                  <a:pt x="241230" y="58842"/>
                  <a:pt x="243065" y="62000"/>
                </a:cubicBezTo>
                <a:cubicBezTo>
                  <a:pt x="244899" y="65155"/>
                  <a:pt x="247175" y="67867"/>
                  <a:pt x="249891" y="70136"/>
                </a:cubicBezTo>
                <a:cubicBezTo>
                  <a:pt x="252608" y="72405"/>
                  <a:pt x="255413" y="74037"/>
                  <a:pt x="258306" y="75031"/>
                </a:cubicBezTo>
                <a:lnTo>
                  <a:pt x="264444" y="77052"/>
                </a:lnTo>
                <a:cubicBezTo>
                  <a:pt x="269878" y="77052"/>
                  <a:pt x="273512" y="76874"/>
                  <a:pt x="275346" y="76516"/>
                </a:cubicBezTo>
                <a:cubicBezTo>
                  <a:pt x="278733" y="75802"/>
                  <a:pt x="281714" y="74891"/>
                  <a:pt x="284290" y="73784"/>
                </a:cubicBezTo>
                <a:cubicBezTo>
                  <a:pt x="286865" y="72677"/>
                  <a:pt x="289987" y="70803"/>
                  <a:pt x="293657" y="68162"/>
                </a:cubicBezTo>
                <a:cubicBezTo>
                  <a:pt x="296197" y="69996"/>
                  <a:pt x="298314" y="71654"/>
                  <a:pt x="300007" y="73136"/>
                </a:cubicBezTo>
                <a:cubicBezTo>
                  <a:pt x="293798" y="80018"/>
                  <a:pt x="287359" y="85002"/>
                  <a:pt x="280691" y="88089"/>
                </a:cubicBezTo>
                <a:cubicBezTo>
                  <a:pt x="274023" y="91174"/>
                  <a:pt x="266561" y="92717"/>
                  <a:pt x="258306" y="92717"/>
                </a:cubicBezTo>
                <a:cubicBezTo>
                  <a:pt x="252731" y="92717"/>
                  <a:pt x="248180" y="92222"/>
                  <a:pt x="244652" y="91232"/>
                </a:cubicBezTo>
                <a:cubicBezTo>
                  <a:pt x="239925" y="89959"/>
                  <a:pt x="235656" y="88014"/>
                  <a:pt x="231845" y="85397"/>
                </a:cubicBezTo>
                <a:cubicBezTo>
                  <a:pt x="228035" y="82780"/>
                  <a:pt x="224754" y="79526"/>
                  <a:pt x="222002" y="75637"/>
                </a:cubicBezTo>
                <a:cubicBezTo>
                  <a:pt x="219250" y="71747"/>
                  <a:pt x="217204" y="67751"/>
                  <a:pt x="215864" y="63650"/>
                </a:cubicBezTo>
                <a:cubicBezTo>
                  <a:pt x="214099" y="58274"/>
                  <a:pt x="213217" y="53960"/>
                  <a:pt x="213217" y="50708"/>
                </a:cubicBezTo>
                <a:cubicBezTo>
                  <a:pt x="213217" y="44556"/>
                  <a:pt x="213711" y="39005"/>
                  <a:pt x="214699" y="34054"/>
                </a:cubicBezTo>
                <a:moveTo>
                  <a:pt x="276193" y="29530"/>
                </a:moveTo>
                <a:cubicBezTo>
                  <a:pt x="276122" y="25578"/>
                  <a:pt x="275346" y="21803"/>
                  <a:pt x="273864" y="18205"/>
                </a:cubicBezTo>
                <a:cubicBezTo>
                  <a:pt x="272383" y="14606"/>
                  <a:pt x="270089" y="11801"/>
                  <a:pt x="266985" y="9790"/>
                </a:cubicBezTo>
                <a:cubicBezTo>
                  <a:pt x="263880" y="7779"/>
                  <a:pt x="260740" y="6774"/>
                  <a:pt x="257565" y="6774"/>
                </a:cubicBezTo>
                <a:cubicBezTo>
                  <a:pt x="252837" y="6774"/>
                  <a:pt x="248568" y="8847"/>
                  <a:pt x="244758" y="12992"/>
                </a:cubicBezTo>
                <a:cubicBezTo>
                  <a:pt x="240948" y="17135"/>
                  <a:pt x="238796" y="22754"/>
                  <a:pt x="238302" y="29847"/>
                </a:cubicBezTo>
                <a:lnTo>
                  <a:pt x="262434" y="30059"/>
                </a:lnTo>
                <a:cubicBezTo>
                  <a:pt x="263986" y="30059"/>
                  <a:pt x="266173" y="29953"/>
                  <a:pt x="268996" y="29741"/>
                </a:cubicBezTo>
                <a:cubicBezTo>
                  <a:pt x="271042" y="29565"/>
                  <a:pt x="272488" y="29477"/>
                  <a:pt x="273335" y="29477"/>
                </a:cubicBezTo>
                <a:cubicBezTo>
                  <a:pt x="273970" y="29477"/>
                  <a:pt x="274923" y="29494"/>
                  <a:pt x="276193" y="2953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BEAAD-AEDA-4768-9DD6-293C5964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952" y="435912"/>
            <a:ext cx="1001325" cy="12373"/>
          </a:xfrm>
          <a:custGeom xmlns:a="http://schemas.openxmlformats.org/drawingml/2006/main">
            <a:pathLst>
              <a:path w="1001325" h="12373">
                <a:moveTo>
                  <a:pt x="0" y="0"/>
                </a:moveTo>
                <a:lnTo>
                  <a:pt x="9458" y="0"/>
                </a:lnTo>
                <a:lnTo>
                  <a:pt x="9458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6034" y="0"/>
                </a:moveTo>
                <a:lnTo>
                  <a:pt x="61008" y="0"/>
                </a:lnTo>
                <a:lnTo>
                  <a:pt x="61008" y="12373"/>
                </a:lnTo>
                <a:lnTo>
                  <a:pt x="46034" y="12373"/>
                </a:lnTo>
                <a:lnTo>
                  <a:pt x="46034" y="0"/>
                </a:lnTo>
                <a:close/>
                <a:moveTo>
                  <a:pt x="95126" y="0"/>
                </a:moveTo>
                <a:lnTo>
                  <a:pt x="107499" y="0"/>
                </a:lnTo>
                <a:lnTo>
                  <a:pt x="107499" y="12373"/>
                </a:lnTo>
                <a:lnTo>
                  <a:pt x="95126" y="12373"/>
                </a:lnTo>
                <a:lnTo>
                  <a:pt x="95126" y="0"/>
                </a:lnTo>
                <a:close/>
                <a:moveTo>
                  <a:pt x="148219" y="0"/>
                </a:moveTo>
                <a:lnTo>
                  <a:pt x="159134" y="0"/>
                </a:lnTo>
                <a:lnTo>
                  <a:pt x="159134" y="12373"/>
                </a:lnTo>
                <a:lnTo>
                  <a:pt x="148219" y="12373"/>
                </a:lnTo>
                <a:lnTo>
                  <a:pt x="148219" y="0"/>
                </a:lnTo>
                <a:close/>
                <a:moveTo>
                  <a:pt x="194139" y="0"/>
                </a:moveTo>
                <a:lnTo>
                  <a:pt x="206569" y="0"/>
                </a:lnTo>
                <a:lnTo>
                  <a:pt x="206569" y="12373"/>
                </a:lnTo>
                <a:lnTo>
                  <a:pt x="194139" y="12373"/>
                </a:lnTo>
                <a:lnTo>
                  <a:pt x="194139" y="0"/>
                </a:lnTo>
                <a:close/>
                <a:moveTo>
                  <a:pt x="246231" y="0"/>
                </a:moveTo>
                <a:lnTo>
                  <a:pt x="260004" y="0"/>
                </a:lnTo>
                <a:lnTo>
                  <a:pt x="260004" y="12373"/>
                </a:lnTo>
                <a:lnTo>
                  <a:pt x="246231" y="12373"/>
                </a:lnTo>
                <a:lnTo>
                  <a:pt x="246231" y="0"/>
                </a:lnTo>
                <a:close/>
                <a:moveTo>
                  <a:pt x="294151" y="0"/>
                </a:moveTo>
                <a:lnTo>
                  <a:pt x="305981" y="0"/>
                </a:lnTo>
                <a:lnTo>
                  <a:pt x="305981" y="12373"/>
                </a:lnTo>
                <a:lnTo>
                  <a:pt x="294151" y="12373"/>
                </a:lnTo>
                <a:lnTo>
                  <a:pt x="294151" y="0"/>
                </a:lnTo>
                <a:close/>
                <a:moveTo>
                  <a:pt x="342900" y="0"/>
                </a:moveTo>
                <a:lnTo>
                  <a:pt x="355702" y="0"/>
                </a:lnTo>
                <a:lnTo>
                  <a:pt x="355702" y="12373"/>
                </a:lnTo>
                <a:lnTo>
                  <a:pt x="342900" y="12373"/>
                </a:lnTo>
                <a:lnTo>
                  <a:pt x="342900" y="0"/>
                </a:lnTo>
                <a:close/>
                <a:moveTo>
                  <a:pt x="395421" y="0"/>
                </a:moveTo>
                <a:lnTo>
                  <a:pt x="408422" y="0"/>
                </a:lnTo>
                <a:lnTo>
                  <a:pt x="408422" y="12373"/>
                </a:lnTo>
                <a:lnTo>
                  <a:pt x="395421" y="12373"/>
                </a:lnTo>
                <a:lnTo>
                  <a:pt x="395421" y="0"/>
                </a:lnTo>
                <a:close/>
                <a:moveTo>
                  <a:pt x="443055" y="0"/>
                </a:moveTo>
                <a:lnTo>
                  <a:pt x="454885" y="0"/>
                </a:lnTo>
                <a:lnTo>
                  <a:pt x="454885" y="12373"/>
                </a:lnTo>
                <a:lnTo>
                  <a:pt x="443055" y="12373"/>
                </a:lnTo>
                <a:lnTo>
                  <a:pt x="443055" y="0"/>
                </a:lnTo>
                <a:close/>
                <a:moveTo>
                  <a:pt x="491376" y="0"/>
                </a:moveTo>
                <a:lnTo>
                  <a:pt x="503863" y="0"/>
                </a:lnTo>
                <a:lnTo>
                  <a:pt x="503863" y="12373"/>
                </a:lnTo>
                <a:lnTo>
                  <a:pt x="491376" y="12373"/>
                </a:lnTo>
                <a:lnTo>
                  <a:pt x="491376" y="0"/>
                </a:lnTo>
                <a:close/>
                <a:moveTo>
                  <a:pt x="542239" y="0"/>
                </a:moveTo>
                <a:lnTo>
                  <a:pt x="555355" y="0"/>
                </a:lnTo>
                <a:lnTo>
                  <a:pt x="555355" y="12373"/>
                </a:lnTo>
                <a:lnTo>
                  <a:pt x="542239" y="12373"/>
                </a:lnTo>
                <a:lnTo>
                  <a:pt x="542239" y="0"/>
                </a:lnTo>
                <a:close/>
                <a:moveTo>
                  <a:pt x="593731" y="0"/>
                </a:moveTo>
                <a:lnTo>
                  <a:pt x="605333" y="0"/>
                </a:lnTo>
                <a:lnTo>
                  <a:pt x="605333" y="12373"/>
                </a:lnTo>
                <a:lnTo>
                  <a:pt x="593731" y="12373"/>
                </a:lnTo>
                <a:lnTo>
                  <a:pt x="593731" y="0"/>
                </a:lnTo>
                <a:close/>
                <a:moveTo>
                  <a:pt x="640766" y="0"/>
                </a:moveTo>
                <a:lnTo>
                  <a:pt x="652796" y="0"/>
                </a:lnTo>
                <a:lnTo>
                  <a:pt x="652796" y="12373"/>
                </a:lnTo>
                <a:lnTo>
                  <a:pt x="640766" y="12373"/>
                </a:lnTo>
                <a:lnTo>
                  <a:pt x="640766" y="0"/>
                </a:lnTo>
                <a:close/>
                <a:moveTo>
                  <a:pt x="689572" y="0"/>
                </a:moveTo>
                <a:lnTo>
                  <a:pt x="702059" y="0"/>
                </a:lnTo>
                <a:lnTo>
                  <a:pt x="702059" y="12373"/>
                </a:lnTo>
                <a:lnTo>
                  <a:pt x="689572" y="12373"/>
                </a:lnTo>
                <a:lnTo>
                  <a:pt x="689572" y="0"/>
                </a:lnTo>
                <a:close/>
                <a:moveTo>
                  <a:pt x="740178" y="0"/>
                </a:moveTo>
                <a:lnTo>
                  <a:pt x="753123" y="0"/>
                </a:lnTo>
                <a:lnTo>
                  <a:pt x="753123" y="12373"/>
                </a:lnTo>
                <a:lnTo>
                  <a:pt x="740178" y="12373"/>
                </a:lnTo>
                <a:lnTo>
                  <a:pt x="740178" y="0"/>
                </a:lnTo>
                <a:close/>
                <a:moveTo>
                  <a:pt x="792585" y="0"/>
                </a:moveTo>
                <a:lnTo>
                  <a:pt x="804415" y="0"/>
                </a:lnTo>
                <a:lnTo>
                  <a:pt x="804415" y="12373"/>
                </a:lnTo>
                <a:lnTo>
                  <a:pt x="792585" y="12373"/>
                </a:lnTo>
                <a:lnTo>
                  <a:pt x="792585" y="0"/>
                </a:lnTo>
                <a:close/>
                <a:moveTo>
                  <a:pt x="839676" y="0"/>
                </a:moveTo>
                <a:lnTo>
                  <a:pt x="851621" y="0"/>
                </a:lnTo>
                <a:lnTo>
                  <a:pt x="851621" y="12373"/>
                </a:lnTo>
                <a:lnTo>
                  <a:pt x="839676" y="12373"/>
                </a:lnTo>
                <a:lnTo>
                  <a:pt x="839676" y="0"/>
                </a:lnTo>
                <a:close/>
                <a:moveTo>
                  <a:pt x="887911" y="0"/>
                </a:moveTo>
                <a:lnTo>
                  <a:pt x="900170" y="0"/>
                </a:lnTo>
                <a:lnTo>
                  <a:pt x="900170" y="12373"/>
                </a:lnTo>
                <a:lnTo>
                  <a:pt x="887911" y="12373"/>
                </a:lnTo>
                <a:lnTo>
                  <a:pt x="887911" y="0"/>
                </a:lnTo>
                <a:close/>
                <a:moveTo>
                  <a:pt x="937489" y="0"/>
                </a:moveTo>
                <a:lnTo>
                  <a:pt x="950090" y="0"/>
                </a:lnTo>
                <a:lnTo>
                  <a:pt x="950090" y="12373"/>
                </a:lnTo>
                <a:lnTo>
                  <a:pt x="937489" y="12373"/>
                </a:lnTo>
                <a:lnTo>
                  <a:pt x="937489" y="0"/>
                </a:lnTo>
                <a:close/>
                <a:moveTo>
                  <a:pt x="988381" y="0"/>
                </a:moveTo>
                <a:lnTo>
                  <a:pt x="1001325" y="0"/>
                </a:lnTo>
                <a:lnTo>
                  <a:pt x="1001325" y="12373"/>
                </a:lnTo>
                <a:lnTo>
                  <a:pt x="988381" y="12373"/>
                </a:lnTo>
                <a:lnTo>
                  <a:pt x="988381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33787-6E8A-4A30-8612-C66B99BB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952" y="776526"/>
            <a:ext cx="1001325" cy="12402"/>
          </a:xfrm>
          <a:custGeom xmlns:a="http://schemas.openxmlformats.org/drawingml/2006/main">
            <a:pathLst>
              <a:path w="1001325" h="12402">
                <a:moveTo>
                  <a:pt x="0" y="0"/>
                </a:moveTo>
                <a:lnTo>
                  <a:pt x="9458" y="0"/>
                </a:lnTo>
                <a:lnTo>
                  <a:pt x="9458" y="12402"/>
                </a:lnTo>
                <a:lnTo>
                  <a:pt x="0" y="12402"/>
                </a:lnTo>
                <a:lnTo>
                  <a:pt x="0" y="0"/>
                </a:lnTo>
                <a:close/>
                <a:moveTo>
                  <a:pt x="46034" y="0"/>
                </a:moveTo>
                <a:lnTo>
                  <a:pt x="61008" y="0"/>
                </a:lnTo>
                <a:lnTo>
                  <a:pt x="61008" y="12402"/>
                </a:lnTo>
                <a:lnTo>
                  <a:pt x="46034" y="12402"/>
                </a:lnTo>
                <a:lnTo>
                  <a:pt x="46034" y="0"/>
                </a:lnTo>
                <a:close/>
                <a:moveTo>
                  <a:pt x="95126" y="0"/>
                </a:moveTo>
                <a:lnTo>
                  <a:pt x="107499" y="0"/>
                </a:lnTo>
                <a:lnTo>
                  <a:pt x="107499" y="12402"/>
                </a:lnTo>
                <a:lnTo>
                  <a:pt x="95126" y="12402"/>
                </a:lnTo>
                <a:lnTo>
                  <a:pt x="95126" y="0"/>
                </a:lnTo>
                <a:close/>
                <a:moveTo>
                  <a:pt x="148219" y="0"/>
                </a:moveTo>
                <a:lnTo>
                  <a:pt x="159134" y="0"/>
                </a:lnTo>
                <a:lnTo>
                  <a:pt x="159134" y="12402"/>
                </a:lnTo>
                <a:lnTo>
                  <a:pt x="148219" y="12402"/>
                </a:lnTo>
                <a:lnTo>
                  <a:pt x="148219" y="0"/>
                </a:lnTo>
                <a:close/>
                <a:moveTo>
                  <a:pt x="194139" y="0"/>
                </a:moveTo>
                <a:lnTo>
                  <a:pt x="206569" y="0"/>
                </a:lnTo>
                <a:lnTo>
                  <a:pt x="206569" y="12402"/>
                </a:lnTo>
                <a:lnTo>
                  <a:pt x="194139" y="12402"/>
                </a:lnTo>
                <a:lnTo>
                  <a:pt x="194139" y="0"/>
                </a:lnTo>
                <a:close/>
                <a:moveTo>
                  <a:pt x="246231" y="0"/>
                </a:moveTo>
                <a:lnTo>
                  <a:pt x="260004" y="0"/>
                </a:lnTo>
                <a:lnTo>
                  <a:pt x="260004" y="12402"/>
                </a:lnTo>
                <a:lnTo>
                  <a:pt x="246231" y="12402"/>
                </a:lnTo>
                <a:lnTo>
                  <a:pt x="246231" y="0"/>
                </a:lnTo>
                <a:close/>
                <a:moveTo>
                  <a:pt x="294151" y="0"/>
                </a:moveTo>
                <a:lnTo>
                  <a:pt x="305981" y="0"/>
                </a:lnTo>
                <a:lnTo>
                  <a:pt x="305981" y="12402"/>
                </a:lnTo>
                <a:lnTo>
                  <a:pt x="294151" y="12402"/>
                </a:lnTo>
                <a:lnTo>
                  <a:pt x="294151" y="0"/>
                </a:lnTo>
                <a:close/>
                <a:moveTo>
                  <a:pt x="342900" y="0"/>
                </a:moveTo>
                <a:lnTo>
                  <a:pt x="355702" y="0"/>
                </a:lnTo>
                <a:lnTo>
                  <a:pt x="355702" y="12402"/>
                </a:lnTo>
                <a:lnTo>
                  <a:pt x="342900" y="12402"/>
                </a:lnTo>
                <a:lnTo>
                  <a:pt x="342900" y="0"/>
                </a:lnTo>
                <a:close/>
                <a:moveTo>
                  <a:pt x="395421" y="0"/>
                </a:moveTo>
                <a:lnTo>
                  <a:pt x="408422" y="0"/>
                </a:lnTo>
                <a:lnTo>
                  <a:pt x="408422" y="12402"/>
                </a:lnTo>
                <a:lnTo>
                  <a:pt x="395421" y="12402"/>
                </a:lnTo>
                <a:lnTo>
                  <a:pt x="395421" y="0"/>
                </a:lnTo>
                <a:close/>
                <a:moveTo>
                  <a:pt x="443055" y="0"/>
                </a:moveTo>
                <a:lnTo>
                  <a:pt x="454885" y="0"/>
                </a:lnTo>
                <a:lnTo>
                  <a:pt x="454885" y="12402"/>
                </a:lnTo>
                <a:lnTo>
                  <a:pt x="443055" y="12402"/>
                </a:lnTo>
                <a:lnTo>
                  <a:pt x="443055" y="0"/>
                </a:lnTo>
                <a:close/>
                <a:moveTo>
                  <a:pt x="491376" y="0"/>
                </a:moveTo>
                <a:lnTo>
                  <a:pt x="503863" y="0"/>
                </a:lnTo>
                <a:lnTo>
                  <a:pt x="503863" y="12402"/>
                </a:lnTo>
                <a:lnTo>
                  <a:pt x="491376" y="12402"/>
                </a:lnTo>
                <a:lnTo>
                  <a:pt x="491376" y="0"/>
                </a:lnTo>
                <a:close/>
                <a:moveTo>
                  <a:pt x="542239" y="0"/>
                </a:moveTo>
                <a:lnTo>
                  <a:pt x="555355" y="0"/>
                </a:lnTo>
                <a:lnTo>
                  <a:pt x="555355" y="12402"/>
                </a:lnTo>
                <a:lnTo>
                  <a:pt x="542239" y="12402"/>
                </a:lnTo>
                <a:lnTo>
                  <a:pt x="542239" y="0"/>
                </a:lnTo>
                <a:close/>
                <a:moveTo>
                  <a:pt x="593731" y="0"/>
                </a:moveTo>
                <a:lnTo>
                  <a:pt x="605333" y="0"/>
                </a:lnTo>
                <a:lnTo>
                  <a:pt x="605333" y="12402"/>
                </a:lnTo>
                <a:lnTo>
                  <a:pt x="593731" y="12402"/>
                </a:lnTo>
                <a:lnTo>
                  <a:pt x="593731" y="0"/>
                </a:lnTo>
                <a:close/>
                <a:moveTo>
                  <a:pt x="640766" y="0"/>
                </a:moveTo>
                <a:lnTo>
                  <a:pt x="652796" y="0"/>
                </a:lnTo>
                <a:lnTo>
                  <a:pt x="652796" y="12402"/>
                </a:lnTo>
                <a:lnTo>
                  <a:pt x="640766" y="12402"/>
                </a:lnTo>
                <a:lnTo>
                  <a:pt x="640766" y="0"/>
                </a:lnTo>
                <a:close/>
                <a:moveTo>
                  <a:pt x="689572" y="0"/>
                </a:moveTo>
                <a:lnTo>
                  <a:pt x="702059" y="0"/>
                </a:lnTo>
                <a:lnTo>
                  <a:pt x="702059" y="12402"/>
                </a:lnTo>
                <a:lnTo>
                  <a:pt x="689572" y="12402"/>
                </a:lnTo>
                <a:lnTo>
                  <a:pt x="689572" y="0"/>
                </a:lnTo>
                <a:close/>
                <a:moveTo>
                  <a:pt x="740178" y="0"/>
                </a:moveTo>
                <a:lnTo>
                  <a:pt x="753123" y="0"/>
                </a:lnTo>
                <a:lnTo>
                  <a:pt x="753123" y="12402"/>
                </a:lnTo>
                <a:lnTo>
                  <a:pt x="740178" y="12402"/>
                </a:lnTo>
                <a:lnTo>
                  <a:pt x="740178" y="0"/>
                </a:lnTo>
                <a:close/>
                <a:moveTo>
                  <a:pt x="792585" y="0"/>
                </a:moveTo>
                <a:lnTo>
                  <a:pt x="804415" y="0"/>
                </a:lnTo>
                <a:lnTo>
                  <a:pt x="804415" y="12402"/>
                </a:lnTo>
                <a:lnTo>
                  <a:pt x="792585" y="12402"/>
                </a:lnTo>
                <a:lnTo>
                  <a:pt x="792585" y="0"/>
                </a:lnTo>
                <a:close/>
                <a:moveTo>
                  <a:pt x="839676" y="0"/>
                </a:moveTo>
                <a:lnTo>
                  <a:pt x="851621" y="0"/>
                </a:lnTo>
                <a:lnTo>
                  <a:pt x="851621" y="12402"/>
                </a:lnTo>
                <a:lnTo>
                  <a:pt x="839676" y="12402"/>
                </a:lnTo>
                <a:lnTo>
                  <a:pt x="839676" y="0"/>
                </a:lnTo>
                <a:close/>
                <a:moveTo>
                  <a:pt x="887911" y="0"/>
                </a:moveTo>
                <a:lnTo>
                  <a:pt x="900170" y="0"/>
                </a:lnTo>
                <a:lnTo>
                  <a:pt x="900170" y="12402"/>
                </a:lnTo>
                <a:lnTo>
                  <a:pt x="887911" y="12402"/>
                </a:lnTo>
                <a:lnTo>
                  <a:pt x="887911" y="0"/>
                </a:lnTo>
                <a:close/>
                <a:moveTo>
                  <a:pt x="937489" y="0"/>
                </a:moveTo>
                <a:lnTo>
                  <a:pt x="950090" y="0"/>
                </a:lnTo>
                <a:lnTo>
                  <a:pt x="950090" y="12402"/>
                </a:lnTo>
                <a:lnTo>
                  <a:pt x="937489" y="12402"/>
                </a:lnTo>
                <a:lnTo>
                  <a:pt x="937489" y="0"/>
                </a:lnTo>
                <a:close/>
                <a:moveTo>
                  <a:pt x="988381" y="0"/>
                </a:moveTo>
                <a:lnTo>
                  <a:pt x="1001325" y="0"/>
                </a:lnTo>
                <a:lnTo>
                  <a:pt x="1001325" y="12402"/>
                </a:lnTo>
                <a:lnTo>
                  <a:pt x="988381" y="12402"/>
                </a:lnTo>
                <a:lnTo>
                  <a:pt x="988381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56453-2DAA-4871-AC7B-EB14989C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952" y="1148115"/>
            <a:ext cx="1001325" cy="12402"/>
          </a:xfrm>
          <a:custGeom xmlns:a="http://schemas.openxmlformats.org/drawingml/2006/main">
            <a:pathLst>
              <a:path w="1001325" h="12402">
                <a:moveTo>
                  <a:pt x="0" y="0"/>
                </a:moveTo>
                <a:lnTo>
                  <a:pt x="9458" y="0"/>
                </a:lnTo>
                <a:lnTo>
                  <a:pt x="9458" y="12402"/>
                </a:lnTo>
                <a:lnTo>
                  <a:pt x="0" y="12402"/>
                </a:lnTo>
                <a:lnTo>
                  <a:pt x="0" y="0"/>
                </a:lnTo>
                <a:close/>
                <a:moveTo>
                  <a:pt x="46034" y="0"/>
                </a:moveTo>
                <a:lnTo>
                  <a:pt x="61008" y="0"/>
                </a:lnTo>
                <a:lnTo>
                  <a:pt x="61008" y="12402"/>
                </a:lnTo>
                <a:lnTo>
                  <a:pt x="46034" y="12402"/>
                </a:lnTo>
                <a:lnTo>
                  <a:pt x="46034" y="0"/>
                </a:lnTo>
                <a:close/>
                <a:moveTo>
                  <a:pt x="95126" y="0"/>
                </a:moveTo>
                <a:lnTo>
                  <a:pt x="107499" y="0"/>
                </a:lnTo>
                <a:lnTo>
                  <a:pt x="107499" y="12402"/>
                </a:lnTo>
                <a:lnTo>
                  <a:pt x="95126" y="12402"/>
                </a:lnTo>
                <a:lnTo>
                  <a:pt x="95126" y="0"/>
                </a:lnTo>
                <a:close/>
                <a:moveTo>
                  <a:pt x="148219" y="0"/>
                </a:moveTo>
                <a:lnTo>
                  <a:pt x="159134" y="0"/>
                </a:lnTo>
                <a:lnTo>
                  <a:pt x="159134" y="12402"/>
                </a:lnTo>
                <a:lnTo>
                  <a:pt x="148219" y="12402"/>
                </a:lnTo>
                <a:lnTo>
                  <a:pt x="148219" y="0"/>
                </a:lnTo>
                <a:close/>
                <a:moveTo>
                  <a:pt x="194139" y="0"/>
                </a:moveTo>
                <a:lnTo>
                  <a:pt x="206569" y="0"/>
                </a:lnTo>
                <a:lnTo>
                  <a:pt x="206569" y="12402"/>
                </a:lnTo>
                <a:lnTo>
                  <a:pt x="194139" y="12402"/>
                </a:lnTo>
                <a:lnTo>
                  <a:pt x="194139" y="0"/>
                </a:lnTo>
                <a:close/>
                <a:moveTo>
                  <a:pt x="246231" y="0"/>
                </a:moveTo>
                <a:lnTo>
                  <a:pt x="260004" y="0"/>
                </a:lnTo>
                <a:lnTo>
                  <a:pt x="260004" y="12402"/>
                </a:lnTo>
                <a:lnTo>
                  <a:pt x="246231" y="12402"/>
                </a:lnTo>
                <a:lnTo>
                  <a:pt x="246231" y="0"/>
                </a:lnTo>
                <a:close/>
                <a:moveTo>
                  <a:pt x="294151" y="0"/>
                </a:moveTo>
                <a:lnTo>
                  <a:pt x="305981" y="0"/>
                </a:lnTo>
                <a:lnTo>
                  <a:pt x="305981" y="12402"/>
                </a:lnTo>
                <a:lnTo>
                  <a:pt x="294151" y="12402"/>
                </a:lnTo>
                <a:lnTo>
                  <a:pt x="294151" y="0"/>
                </a:lnTo>
                <a:close/>
                <a:moveTo>
                  <a:pt x="342900" y="0"/>
                </a:moveTo>
                <a:lnTo>
                  <a:pt x="355702" y="0"/>
                </a:lnTo>
                <a:lnTo>
                  <a:pt x="355702" y="12402"/>
                </a:lnTo>
                <a:lnTo>
                  <a:pt x="342900" y="12402"/>
                </a:lnTo>
                <a:lnTo>
                  <a:pt x="342900" y="0"/>
                </a:lnTo>
                <a:close/>
                <a:moveTo>
                  <a:pt x="395421" y="0"/>
                </a:moveTo>
                <a:lnTo>
                  <a:pt x="408422" y="0"/>
                </a:lnTo>
                <a:lnTo>
                  <a:pt x="408422" y="12402"/>
                </a:lnTo>
                <a:lnTo>
                  <a:pt x="395421" y="12402"/>
                </a:lnTo>
                <a:lnTo>
                  <a:pt x="395421" y="0"/>
                </a:lnTo>
                <a:close/>
                <a:moveTo>
                  <a:pt x="443055" y="0"/>
                </a:moveTo>
                <a:lnTo>
                  <a:pt x="454885" y="0"/>
                </a:lnTo>
                <a:lnTo>
                  <a:pt x="454885" y="12402"/>
                </a:lnTo>
                <a:lnTo>
                  <a:pt x="443055" y="12402"/>
                </a:lnTo>
                <a:lnTo>
                  <a:pt x="443055" y="0"/>
                </a:lnTo>
                <a:close/>
                <a:moveTo>
                  <a:pt x="491376" y="0"/>
                </a:moveTo>
                <a:lnTo>
                  <a:pt x="503863" y="0"/>
                </a:lnTo>
                <a:lnTo>
                  <a:pt x="503863" y="12402"/>
                </a:lnTo>
                <a:lnTo>
                  <a:pt x="491376" y="12402"/>
                </a:lnTo>
                <a:lnTo>
                  <a:pt x="491376" y="0"/>
                </a:lnTo>
                <a:close/>
                <a:moveTo>
                  <a:pt x="542239" y="0"/>
                </a:moveTo>
                <a:lnTo>
                  <a:pt x="555355" y="0"/>
                </a:lnTo>
                <a:lnTo>
                  <a:pt x="555355" y="12402"/>
                </a:lnTo>
                <a:lnTo>
                  <a:pt x="542239" y="12402"/>
                </a:lnTo>
                <a:lnTo>
                  <a:pt x="542239" y="0"/>
                </a:lnTo>
                <a:close/>
                <a:moveTo>
                  <a:pt x="593731" y="0"/>
                </a:moveTo>
                <a:lnTo>
                  <a:pt x="605333" y="0"/>
                </a:lnTo>
                <a:lnTo>
                  <a:pt x="605333" y="12402"/>
                </a:lnTo>
                <a:lnTo>
                  <a:pt x="593731" y="12402"/>
                </a:lnTo>
                <a:lnTo>
                  <a:pt x="593731" y="0"/>
                </a:lnTo>
                <a:close/>
                <a:moveTo>
                  <a:pt x="640766" y="0"/>
                </a:moveTo>
                <a:lnTo>
                  <a:pt x="652796" y="0"/>
                </a:lnTo>
                <a:lnTo>
                  <a:pt x="652796" y="12402"/>
                </a:lnTo>
                <a:lnTo>
                  <a:pt x="640766" y="12402"/>
                </a:lnTo>
                <a:lnTo>
                  <a:pt x="640766" y="0"/>
                </a:lnTo>
                <a:close/>
                <a:moveTo>
                  <a:pt x="689572" y="0"/>
                </a:moveTo>
                <a:lnTo>
                  <a:pt x="702059" y="0"/>
                </a:lnTo>
                <a:lnTo>
                  <a:pt x="702059" y="12402"/>
                </a:lnTo>
                <a:lnTo>
                  <a:pt x="689572" y="12402"/>
                </a:lnTo>
                <a:lnTo>
                  <a:pt x="689572" y="0"/>
                </a:lnTo>
                <a:close/>
                <a:moveTo>
                  <a:pt x="740178" y="0"/>
                </a:moveTo>
                <a:lnTo>
                  <a:pt x="753123" y="0"/>
                </a:lnTo>
                <a:lnTo>
                  <a:pt x="753123" y="12402"/>
                </a:lnTo>
                <a:lnTo>
                  <a:pt x="740178" y="12402"/>
                </a:lnTo>
                <a:lnTo>
                  <a:pt x="740178" y="0"/>
                </a:lnTo>
                <a:close/>
                <a:moveTo>
                  <a:pt x="792585" y="0"/>
                </a:moveTo>
                <a:lnTo>
                  <a:pt x="804415" y="0"/>
                </a:lnTo>
                <a:lnTo>
                  <a:pt x="804415" y="12402"/>
                </a:lnTo>
                <a:lnTo>
                  <a:pt x="792585" y="12402"/>
                </a:lnTo>
                <a:lnTo>
                  <a:pt x="792585" y="0"/>
                </a:lnTo>
                <a:close/>
                <a:moveTo>
                  <a:pt x="839676" y="0"/>
                </a:moveTo>
                <a:lnTo>
                  <a:pt x="851621" y="0"/>
                </a:lnTo>
                <a:lnTo>
                  <a:pt x="851621" y="12402"/>
                </a:lnTo>
                <a:lnTo>
                  <a:pt x="839676" y="12402"/>
                </a:lnTo>
                <a:lnTo>
                  <a:pt x="839676" y="0"/>
                </a:lnTo>
                <a:close/>
                <a:moveTo>
                  <a:pt x="887911" y="0"/>
                </a:moveTo>
                <a:lnTo>
                  <a:pt x="900170" y="0"/>
                </a:lnTo>
                <a:lnTo>
                  <a:pt x="900170" y="12402"/>
                </a:lnTo>
                <a:lnTo>
                  <a:pt x="887911" y="12402"/>
                </a:lnTo>
                <a:lnTo>
                  <a:pt x="887911" y="0"/>
                </a:lnTo>
                <a:close/>
                <a:moveTo>
                  <a:pt x="937489" y="0"/>
                </a:moveTo>
                <a:lnTo>
                  <a:pt x="950090" y="0"/>
                </a:lnTo>
                <a:lnTo>
                  <a:pt x="950090" y="12402"/>
                </a:lnTo>
                <a:lnTo>
                  <a:pt x="937489" y="12402"/>
                </a:lnTo>
                <a:lnTo>
                  <a:pt x="937489" y="0"/>
                </a:lnTo>
                <a:close/>
                <a:moveTo>
                  <a:pt x="988381" y="0"/>
                </a:moveTo>
                <a:lnTo>
                  <a:pt x="1001325" y="0"/>
                </a:lnTo>
                <a:lnTo>
                  <a:pt x="1001325" y="12402"/>
                </a:lnTo>
                <a:lnTo>
                  <a:pt x="988381" y="12402"/>
                </a:lnTo>
                <a:lnTo>
                  <a:pt x="988381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7441DE-28BA-4341-9857-018A8F3E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181" y="1504245"/>
            <a:ext cx="805129" cy="12373"/>
          </a:xfrm>
          <a:custGeom xmlns:a="http://schemas.openxmlformats.org/drawingml/2006/main">
            <a:pathLst>
              <a:path w="805129" h="12373">
                <a:moveTo>
                  <a:pt x="0" y="0"/>
                </a:moveTo>
                <a:lnTo>
                  <a:pt x="12202" y="0"/>
                </a:lnTo>
                <a:lnTo>
                  <a:pt x="12202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9292" y="0"/>
                </a:moveTo>
                <a:lnTo>
                  <a:pt x="60036" y="0"/>
                </a:lnTo>
                <a:lnTo>
                  <a:pt x="60036" y="12373"/>
                </a:lnTo>
                <a:lnTo>
                  <a:pt x="49292" y="12373"/>
                </a:lnTo>
                <a:lnTo>
                  <a:pt x="49292" y="0"/>
                </a:lnTo>
                <a:close/>
                <a:moveTo>
                  <a:pt x="96898" y="0"/>
                </a:moveTo>
                <a:lnTo>
                  <a:pt x="111128" y="0"/>
                </a:lnTo>
                <a:lnTo>
                  <a:pt x="111128" y="12373"/>
                </a:lnTo>
                <a:lnTo>
                  <a:pt x="96898" y="12373"/>
                </a:lnTo>
                <a:lnTo>
                  <a:pt x="96898" y="0"/>
                </a:lnTo>
                <a:close/>
                <a:moveTo>
                  <a:pt x="145618" y="0"/>
                </a:moveTo>
                <a:lnTo>
                  <a:pt x="157905" y="0"/>
                </a:lnTo>
                <a:lnTo>
                  <a:pt x="157905" y="12373"/>
                </a:lnTo>
                <a:lnTo>
                  <a:pt x="145618" y="12373"/>
                </a:lnTo>
                <a:lnTo>
                  <a:pt x="145618" y="0"/>
                </a:lnTo>
                <a:close/>
                <a:moveTo>
                  <a:pt x="197768" y="0"/>
                </a:moveTo>
                <a:lnTo>
                  <a:pt x="209626" y="0"/>
                </a:lnTo>
                <a:lnTo>
                  <a:pt x="209626" y="12373"/>
                </a:lnTo>
                <a:lnTo>
                  <a:pt x="197768" y="12373"/>
                </a:lnTo>
                <a:lnTo>
                  <a:pt x="197768" y="0"/>
                </a:lnTo>
                <a:close/>
                <a:moveTo>
                  <a:pt x="244688" y="0"/>
                </a:moveTo>
                <a:lnTo>
                  <a:pt x="256975" y="0"/>
                </a:lnTo>
                <a:lnTo>
                  <a:pt x="256975" y="12373"/>
                </a:lnTo>
                <a:lnTo>
                  <a:pt x="244688" y="12373"/>
                </a:lnTo>
                <a:lnTo>
                  <a:pt x="244688" y="0"/>
                </a:lnTo>
                <a:close/>
                <a:moveTo>
                  <a:pt x="295637" y="0"/>
                </a:moveTo>
                <a:lnTo>
                  <a:pt x="309153" y="0"/>
                </a:lnTo>
                <a:lnTo>
                  <a:pt x="309153" y="12373"/>
                </a:lnTo>
                <a:lnTo>
                  <a:pt x="295637" y="12373"/>
                </a:lnTo>
                <a:lnTo>
                  <a:pt x="295637" y="0"/>
                </a:lnTo>
                <a:close/>
                <a:moveTo>
                  <a:pt x="344557" y="0"/>
                </a:moveTo>
                <a:lnTo>
                  <a:pt x="356445" y="0"/>
                </a:lnTo>
                <a:lnTo>
                  <a:pt x="356445" y="12373"/>
                </a:lnTo>
                <a:lnTo>
                  <a:pt x="344557" y="12373"/>
                </a:lnTo>
                <a:lnTo>
                  <a:pt x="344557" y="0"/>
                </a:lnTo>
                <a:close/>
                <a:moveTo>
                  <a:pt x="393335" y="0"/>
                </a:moveTo>
                <a:lnTo>
                  <a:pt x="406022" y="0"/>
                </a:lnTo>
                <a:lnTo>
                  <a:pt x="406022" y="12373"/>
                </a:lnTo>
                <a:lnTo>
                  <a:pt x="393335" y="12373"/>
                </a:lnTo>
                <a:lnTo>
                  <a:pt x="393335" y="0"/>
                </a:lnTo>
                <a:close/>
                <a:moveTo>
                  <a:pt x="445313" y="0"/>
                </a:moveTo>
                <a:lnTo>
                  <a:pt x="457886" y="0"/>
                </a:lnTo>
                <a:lnTo>
                  <a:pt x="457886" y="12373"/>
                </a:lnTo>
                <a:lnTo>
                  <a:pt x="445313" y="12373"/>
                </a:lnTo>
                <a:lnTo>
                  <a:pt x="445313" y="0"/>
                </a:lnTo>
                <a:close/>
                <a:moveTo>
                  <a:pt x="493033" y="0"/>
                </a:moveTo>
                <a:lnTo>
                  <a:pt x="505035" y="0"/>
                </a:lnTo>
                <a:lnTo>
                  <a:pt x="505035" y="12373"/>
                </a:lnTo>
                <a:lnTo>
                  <a:pt x="493033" y="12373"/>
                </a:lnTo>
                <a:lnTo>
                  <a:pt x="493033" y="0"/>
                </a:lnTo>
                <a:close/>
                <a:moveTo>
                  <a:pt x="541896" y="0"/>
                </a:moveTo>
                <a:lnTo>
                  <a:pt x="554498" y="0"/>
                </a:lnTo>
                <a:lnTo>
                  <a:pt x="554498" y="12373"/>
                </a:lnTo>
                <a:lnTo>
                  <a:pt x="541896" y="12373"/>
                </a:lnTo>
                <a:lnTo>
                  <a:pt x="541896" y="0"/>
                </a:lnTo>
                <a:close/>
                <a:moveTo>
                  <a:pt x="593103" y="0"/>
                </a:moveTo>
                <a:lnTo>
                  <a:pt x="606247" y="0"/>
                </a:lnTo>
                <a:lnTo>
                  <a:pt x="606247" y="12373"/>
                </a:lnTo>
                <a:lnTo>
                  <a:pt x="593103" y="12373"/>
                </a:lnTo>
                <a:lnTo>
                  <a:pt x="593103" y="0"/>
                </a:lnTo>
                <a:close/>
                <a:moveTo>
                  <a:pt x="642509" y="0"/>
                </a:moveTo>
                <a:lnTo>
                  <a:pt x="654368" y="0"/>
                </a:lnTo>
                <a:lnTo>
                  <a:pt x="654368" y="12373"/>
                </a:lnTo>
                <a:lnTo>
                  <a:pt x="642509" y="12373"/>
                </a:lnTo>
                <a:lnTo>
                  <a:pt x="642509" y="0"/>
                </a:lnTo>
                <a:close/>
                <a:moveTo>
                  <a:pt x="690601" y="0"/>
                </a:moveTo>
                <a:lnTo>
                  <a:pt x="702888" y="0"/>
                </a:lnTo>
                <a:lnTo>
                  <a:pt x="702888" y="12373"/>
                </a:lnTo>
                <a:lnTo>
                  <a:pt x="690601" y="12373"/>
                </a:lnTo>
                <a:lnTo>
                  <a:pt x="690601" y="0"/>
                </a:lnTo>
                <a:close/>
                <a:moveTo>
                  <a:pt x="740407" y="0"/>
                </a:moveTo>
                <a:lnTo>
                  <a:pt x="753151" y="0"/>
                </a:lnTo>
                <a:lnTo>
                  <a:pt x="753151" y="12373"/>
                </a:lnTo>
                <a:lnTo>
                  <a:pt x="740407" y="12373"/>
                </a:lnTo>
                <a:lnTo>
                  <a:pt x="740407" y="0"/>
                </a:lnTo>
                <a:close/>
                <a:moveTo>
                  <a:pt x="791956" y="0"/>
                </a:moveTo>
                <a:lnTo>
                  <a:pt x="805129" y="0"/>
                </a:lnTo>
                <a:lnTo>
                  <a:pt x="805129" y="12373"/>
                </a:lnTo>
                <a:lnTo>
                  <a:pt x="791956" y="12373"/>
                </a:lnTo>
                <a:lnTo>
                  <a:pt x="791956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BD5E5-14A4-4172-B742-F9499273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463" y="2046141"/>
            <a:ext cx="603847" cy="12373"/>
          </a:xfrm>
          <a:custGeom xmlns:a="http://schemas.openxmlformats.org/drawingml/2006/main">
            <a:pathLst>
              <a:path w="603847" h="12373">
                <a:moveTo>
                  <a:pt x="0" y="0"/>
                </a:moveTo>
                <a:lnTo>
                  <a:pt x="11487" y="0"/>
                </a:lnTo>
                <a:lnTo>
                  <a:pt x="11487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7777" y="0"/>
                </a:moveTo>
                <a:lnTo>
                  <a:pt x="59579" y="0"/>
                </a:lnTo>
                <a:lnTo>
                  <a:pt x="59579" y="12373"/>
                </a:lnTo>
                <a:lnTo>
                  <a:pt x="47777" y="12373"/>
                </a:lnTo>
                <a:lnTo>
                  <a:pt x="47777" y="0"/>
                </a:lnTo>
                <a:close/>
                <a:moveTo>
                  <a:pt x="97498" y="0"/>
                </a:moveTo>
                <a:lnTo>
                  <a:pt x="109214" y="0"/>
                </a:lnTo>
                <a:lnTo>
                  <a:pt x="109214" y="12373"/>
                </a:lnTo>
                <a:lnTo>
                  <a:pt x="97498" y="12373"/>
                </a:lnTo>
                <a:lnTo>
                  <a:pt x="97498" y="0"/>
                </a:lnTo>
                <a:close/>
                <a:moveTo>
                  <a:pt x="148304" y="0"/>
                </a:moveTo>
                <a:lnTo>
                  <a:pt x="160020" y="0"/>
                </a:lnTo>
                <a:lnTo>
                  <a:pt x="160020" y="12373"/>
                </a:lnTo>
                <a:lnTo>
                  <a:pt x="148304" y="12373"/>
                </a:lnTo>
                <a:lnTo>
                  <a:pt x="148304" y="0"/>
                </a:lnTo>
                <a:close/>
                <a:moveTo>
                  <a:pt x="195853" y="0"/>
                </a:moveTo>
                <a:lnTo>
                  <a:pt x="208598" y="0"/>
                </a:lnTo>
                <a:lnTo>
                  <a:pt x="208598" y="12373"/>
                </a:lnTo>
                <a:lnTo>
                  <a:pt x="195853" y="12373"/>
                </a:lnTo>
                <a:lnTo>
                  <a:pt x="195853" y="0"/>
                </a:lnTo>
                <a:close/>
                <a:moveTo>
                  <a:pt x="246774" y="0"/>
                </a:moveTo>
                <a:lnTo>
                  <a:pt x="258432" y="0"/>
                </a:lnTo>
                <a:lnTo>
                  <a:pt x="258432" y="12373"/>
                </a:lnTo>
                <a:lnTo>
                  <a:pt x="246774" y="12373"/>
                </a:lnTo>
                <a:lnTo>
                  <a:pt x="246774" y="0"/>
                </a:lnTo>
                <a:close/>
                <a:moveTo>
                  <a:pt x="294980" y="0"/>
                </a:moveTo>
                <a:lnTo>
                  <a:pt x="307724" y="0"/>
                </a:lnTo>
                <a:lnTo>
                  <a:pt x="307724" y="12373"/>
                </a:lnTo>
                <a:lnTo>
                  <a:pt x="294980" y="12373"/>
                </a:lnTo>
                <a:lnTo>
                  <a:pt x="294980" y="0"/>
                </a:lnTo>
                <a:close/>
                <a:moveTo>
                  <a:pt x="346300" y="0"/>
                </a:moveTo>
                <a:lnTo>
                  <a:pt x="357930" y="0"/>
                </a:lnTo>
                <a:lnTo>
                  <a:pt x="357930" y="12373"/>
                </a:lnTo>
                <a:lnTo>
                  <a:pt x="346300" y="12373"/>
                </a:lnTo>
                <a:lnTo>
                  <a:pt x="346300" y="0"/>
                </a:lnTo>
                <a:close/>
                <a:moveTo>
                  <a:pt x="394021" y="0"/>
                </a:moveTo>
                <a:lnTo>
                  <a:pt x="406422" y="0"/>
                </a:lnTo>
                <a:lnTo>
                  <a:pt x="406422" y="12373"/>
                </a:lnTo>
                <a:lnTo>
                  <a:pt x="394021" y="12373"/>
                </a:lnTo>
                <a:lnTo>
                  <a:pt x="394021" y="0"/>
                </a:lnTo>
                <a:close/>
                <a:moveTo>
                  <a:pt x="444798" y="0"/>
                </a:moveTo>
                <a:lnTo>
                  <a:pt x="458000" y="0"/>
                </a:lnTo>
                <a:lnTo>
                  <a:pt x="458000" y="12373"/>
                </a:lnTo>
                <a:lnTo>
                  <a:pt x="444798" y="12373"/>
                </a:lnTo>
                <a:lnTo>
                  <a:pt x="444798" y="0"/>
                </a:lnTo>
                <a:close/>
                <a:moveTo>
                  <a:pt x="493747" y="0"/>
                </a:moveTo>
                <a:lnTo>
                  <a:pt x="505778" y="0"/>
                </a:lnTo>
                <a:lnTo>
                  <a:pt x="505778" y="12373"/>
                </a:lnTo>
                <a:lnTo>
                  <a:pt x="493747" y="12373"/>
                </a:lnTo>
                <a:lnTo>
                  <a:pt x="493747" y="0"/>
                </a:lnTo>
                <a:close/>
                <a:moveTo>
                  <a:pt x="542696" y="0"/>
                </a:moveTo>
                <a:lnTo>
                  <a:pt x="555298" y="0"/>
                </a:lnTo>
                <a:lnTo>
                  <a:pt x="555298" y="12373"/>
                </a:lnTo>
                <a:lnTo>
                  <a:pt x="542696" y="12373"/>
                </a:lnTo>
                <a:lnTo>
                  <a:pt x="542696" y="0"/>
                </a:lnTo>
                <a:close/>
                <a:moveTo>
                  <a:pt x="593960" y="0"/>
                </a:moveTo>
                <a:lnTo>
                  <a:pt x="603847" y="0"/>
                </a:lnTo>
                <a:lnTo>
                  <a:pt x="603847" y="12373"/>
                </a:lnTo>
                <a:lnTo>
                  <a:pt x="593960" y="12373"/>
                </a:lnTo>
                <a:lnTo>
                  <a:pt x="593960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8D976-ED73-4A3F-963D-F1EBB97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124" y="2680935"/>
            <a:ext cx="805186" cy="18745"/>
          </a:xfrm>
          <a:custGeom xmlns:a="http://schemas.openxmlformats.org/drawingml/2006/main">
            <a:pathLst>
              <a:path w="805186" h="18745">
                <a:moveTo>
                  <a:pt x="114" y="0"/>
                </a:moveTo>
                <a:lnTo>
                  <a:pt x="12287" y="114"/>
                </a:lnTo>
                <a:lnTo>
                  <a:pt x="12202" y="12487"/>
                </a:lnTo>
                <a:lnTo>
                  <a:pt x="0" y="12402"/>
                </a:lnTo>
                <a:lnTo>
                  <a:pt x="114" y="0"/>
                </a:lnTo>
                <a:close/>
                <a:moveTo>
                  <a:pt x="49406" y="400"/>
                </a:moveTo>
                <a:lnTo>
                  <a:pt x="60150" y="486"/>
                </a:lnTo>
                <a:lnTo>
                  <a:pt x="60036" y="12859"/>
                </a:lnTo>
                <a:lnTo>
                  <a:pt x="49292" y="12773"/>
                </a:lnTo>
                <a:lnTo>
                  <a:pt x="49406" y="400"/>
                </a:lnTo>
                <a:close/>
                <a:moveTo>
                  <a:pt x="97012" y="772"/>
                </a:moveTo>
                <a:lnTo>
                  <a:pt x="111242" y="886"/>
                </a:lnTo>
                <a:lnTo>
                  <a:pt x="111128" y="13287"/>
                </a:lnTo>
                <a:lnTo>
                  <a:pt x="96898" y="13173"/>
                </a:lnTo>
                <a:lnTo>
                  <a:pt x="97012" y="772"/>
                </a:lnTo>
                <a:close/>
                <a:moveTo>
                  <a:pt x="145704" y="1172"/>
                </a:moveTo>
                <a:lnTo>
                  <a:pt x="157991" y="1257"/>
                </a:lnTo>
                <a:lnTo>
                  <a:pt x="157905" y="13630"/>
                </a:lnTo>
                <a:lnTo>
                  <a:pt x="145618" y="13545"/>
                </a:lnTo>
                <a:lnTo>
                  <a:pt x="145704" y="1172"/>
                </a:lnTo>
                <a:close/>
                <a:moveTo>
                  <a:pt x="197853" y="1572"/>
                </a:moveTo>
                <a:lnTo>
                  <a:pt x="209712" y="1657"/>
                </a:lnTo>
                <a:lnTo>
                  <a:pt x="209626" y="14059"/>
                </a:lnTo>
                <a:lnTo>
                  <a:pt x="197768" y="13945"/>
                </a:lnTo>
                <a:lnTo>
                  <a:pt x="197853" y="1572"/>
                </a:lnTo>
                <a:close/>
                <a:moveTo>
                  <a:pt x="244773" y="1943"/>
                </a:moveTo>
                <a:lnTo>
                  <a:pt x="257061" y="2029"/>
                </a:lnTo>
                <a:lnTo>
                  <a:pt x="256975" y="14430"/>
                </a:lnTo>
                <a:lnTo>
                  <a:pt x="244688" y="14316"/>
                </a:lnTo>
                <a:lnTo>
                  <a:pt x="244773" y="1943"/>
                </a:lnTo>
                <a:close/>
                <a:moveTo>
                  <a:pt x="295751" y="2343"/>
                </a:moveTo>
                <a:lnTo>
                  <a:pt x="309239" y="2457"/>
                </a:lnTo>
                <a:lnTo>
                  <a:pt x="309153" y="14830"/>
                </a:lnTo>
                <a:lnTo>
                  <a:pt x="295637" y="14716"/>
                </a:lnTo>
                <a:lnTo>
                  <a:pt x="295751" y="2343"/>
                </a:lnTo>
                <a:close/>
                <a:moveTo>
                  <a:pt x="344672" y="2715"/>
                </a:moveTo>
                <a:lnTo>
                  <a:pt x="356559" y="2829"/>
                </a:lnTo>
                <a:lnTo>
                  <a:pt x="356445" y="15202"/>
                </a:lnTo>
                <a:lnTo>
                  <a:pt x="344557" y="15116"/>
                </a:lnTo>
                <a:lnTo>
                  <a:pt x="344672" y="2715"/>
                </a:lnTo>
                <a:close/>
                <a:moveTo>
                  <a:pt x="393421" y="3115"/>
                </a:moveTo>
                <a:lnTo>
                  <a:pt x="406108" y="3229"/>
                </a:lnTo>
                <a:lnTo>
                  <a:pt x="406022" y="15602"/>
                </a:lnTo>
                <a:lnTo>
                  <a:pt x="393306" y="15488"/>
                </a:lnTo>
                <a:lnTo>
                  <a:pt x="393421" y="3115"/>
                </a:lnTo>
                <a:close/>
                <a:moveTo>
                  <a:pt x="445399" y="3515"/>
                </a:moveTo>
                <a:lnTo>
                  <a:pt x="458000" y="3629"/>
                </a:lnTo>
                <a:lnTo>
                  <a:pt x="457886" y="16002"/>
                </a:lnTo>
                <a:lnTo>
                  <a:pt x="445313" y="15916"/>
                </a:lnTo>
                <a:lnTo>
                  <a:pt x="445399" y="3515"/>
                </a:lnTo>
                <a:close/>
                <a:moveTo>
                  <a:pt x="493119" y="3886"/>
                </a:moveTo>
                <a:lnTo>
                  <a:pt x="505120" y="4000"/>
                </a:lnTo>
                <a:lnTo>
                  <a:pt x="505035" y="16373"/>
                </a:lnTo>
                <a:lnTo>
                  <a:pt x="493033" y="16288"/>
                </a:lnTo>
                <a:lnTo>
                  <a:pt x="493119" y="3886"/>
                </a:lnTo>
                <a:close/>
                <a:moveTo>
                  <a:pt x="542011" y="4286"/>
                </a:moveTo>
                <a:lnTo>
                  <a:pt x="554584" y="4372"/>
                </a:lnTo>
                <a:lnTo>
                  <a:pt x="554469" y="16774"/>
                </a:lnTo>
                <a:lnTo>
                  <a:pt x="541896" y="16659"/>
                </a:lnTo>
                <a:lnTo>
                  <a:pt x="542011" y="4286"/>
                </a:lnTo>
                <a:close/>
                <a:moveTo>
                  <a:pt x="593188" y="4686"/>
                </a:moveTo>
                <a:lnTo>
                  <a:pt x="606333" y="4801"/>
                </a:lnTo>
                <a:lnTo>
                  <a:pt x="606247" y="17174"/>
                </a:lnTo>
                <a:lnTo>
                  <a:pt x="593074" y="17059"/>
                </a:lnTo>
                <a:lnTo>
                  <a:pt x="593188" y="4686"/>
                </a:lnTo>
                <a:close/>
                <a:moveTo>
                  <a:pt x="642595" y="5086"/>
                </a:moveTo>
                <a:lnTo>
                  <a:pt x="654453" y="5172"/>
                </a:lnTo>
                <a:lnTo>
                  <a:pt x="654368" y="17574"/>
                </a:lnTo>
                <a:lnTo>
                  <a:pt x="642509" y="17459"/>
                </a:lnTo>
                <a:lnTo>
                  <a:pt x="642595" y="5086"/>
                </a:lnTo>
                <a:close/>
                <a:moveTo>
                  <a:pt x="690686" y="5458"/>
                </a:moveTo>
                <a:lnTo>
                  <a:pt x="702974" y="5544"/>
                </a:lnTo>
                <a:lnTo>
                  <a:pt x="702888" y="17945"/>
                </a:lnTo>
                <a:lnTo>
                  <a:pt x="690601" y="17831"/>
                </a:lnTo>
                <a:lnTo>
                  <a:pt x="690686" y="5458"/>
                </a:lnTo>
                <a:close/>
                <a:moveTo>
                  <a:pt x="740493" y="5858"/>
                </a:moveTo>
                <a:lnTo>
                  <a:pt x="753208" y="5944"/>
                </a:lnTo>
                <a:lnTo>
                  <a:pt x="753123" y="18317"/>
                </a:lnTo>
                <a:lnTo>
                  <a:pt x="740378" y="18231"/>
                </a:lnTo>
                <a:lnTo>
                  <a:pt x="740493" y="5858"/>
                </a:lnTo>
                <a:close/>
                <a:moveTo>
                  <a:pt x="792042" y="6258"/>
                </a:moveTo>
                <a:lnTo>
                  <a:pt x="805186" y="6372"/>
                </a:lnTo>
                <a:lnTo>
                  <a:pt x="805101" y="18745"/>
                </a:lnTo>
                <a:lnTo>
                  <a:pt x="791928" y="18631"/>
                </a:lnTo>
                <a:lnTo>
                  <a:pt x="792042" y="6258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E09D1-CDB2-412E-B8B6-2DE304B7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639" y="3010719"/>
            <a:ext cx="1001782" cy="18574"/>
          </a:xfrm>
          <a:custGeom xmlns:a="http://schemas.openxmlformats.org/drawingml/2006/main">
            <a:pathLst>
              <a:path w="1001782" h="18574">
                <a:moveTo>
                  <a:pt x="86" y="0"/>
                </a:moveTo>
                <a:lnTo>
                  <a:pt x="9601" y="57"/>
                </a:lnTo>
                <a:lnTo>
                  <a:pt x="9544" y="12459"/>
                </a:lnTo>
                <a:lnTo>
                  <a:pt x="0" y="12402"/>
                </a:lnTo>
                <a:lnTo>
                  <a:pt x="86" y="0"/>
                </a:lnTo>
                <a:close/>
                <a:moveTo>
                  <a:pt x="46206" y="314"/>
                </a:moveTo>
                <a:lnTo>
                  <a:pt x="61236" y="400"/>
                </a:lnTo>
                <a:lnTo>
                  <a:pt x="61179" y="12773"/>
                </a:lnTo>
                <a:lnTo>
                  <a:pt x="46120" y="12687"/>
                </a:lnTo>
                <a:lnTo>
                  <a:pt x="46206" y="314"/>
                </a:lnTo>
                <a:close/>
                <a:moveTo>
                  <a:pt x="95212" y="600"/>
                </a:moveTo>
                <a:lnTo>
                  <a:pt x="107642" y="686"/>
                </a:lnTo>
                <a:lnTo>
                  <a:pt x="107585" y="13059"/>
                </a:lnTo>
                <a:lnTo>
                  <a:pt x="95126" y="12973"/>
                </a:lnTo>
                <a:lnTo>
                  <a:pt x="95212" y="600"/>
                </a:lnTo>
                <a:close/>
                <a:moveTo>
                  <a:pt x="148190" y="943"/>
                </a:moveTo>
                <a:lnTo>
                  <a:pt x="159106" y="1000"/>
                </a:lnTo>
                <a:lnTo>
                  <a:pt x="159048" y="13373"/>
                </a:lnTo>
                <a:lnTo>
                  <a:pt x="148104" y="13316"/>
                </a:lnTo>
                <a:lnTo>
                  <a:pt x="148190" y="943"/>
                </a:lnTo>
                <a:close/>
                <a:moveTo>
                  <a:pt x="194253" y="1200"/>
                </a:moveTo>
                <a:lnTo>
                  <a:pt x="206740" y="1286"/>
                </a:lnTo>
                <a:lnTo>
                  <a:pt x="206654" y="13687"/>
                </a:lnTo>
                <a:lnTo>
                  <a:pt x="194167" y="13602"/>
                </a:lnTo>
                <a:lnTo>
                  <a:pt x="194253" y="1200"/>
                </a:lnTo>
                <a:close/>
                <a:moveTo>
                  <a:pt x="246545" y="1543"/>
                </a:moveTo>
                <a:lnTo>
                  <a:pt x="259890" y="1629"/>
                </a:lnTo>
                <a:lnTo>
                  <a:pt x="259804" y="14002"/>
                </a:lnTo>
                <a:lnTo>
                  <a:pt x="246459" y="13916"/>
                </a:lnTo>
                <a:lnTo>
                  <a:pt x="246545" y="1543"/>
                </a:lnTo>
                <a:close/>
                <a:moveTo>
                  <a:pt x="294122" y="1829"/>
                </a:moveTo>
                <a:lnTo>
                  <a:pt x="306010" y="1915"/>
                </a:lnTo>
                <a:lnTo>
                  <a:pt x="305953" y="14288"/>
                </a:lnTo>
                <a:lnTo>
                  <a:pt x="294065" y="14202"/>
                </a:lnTo>
                <a:lnTo>
                  <a:pt x="294122" y="1829"/>
                </a:lnTo>
                <a:close/>
                <a:moveTo>
                  <a:pt x="343100" y="2143"/>
                </a:moveTo>
                <a:lnTo>
                  <a:pt x="355930" y="2200"/>
                </a:lnTo>
                <a:lnTo>
                  <a:pt x="355844" y="14602"/>
                </a:lnTo>
                <a:lnTo>
                  <a:pt x="343014" y="14516"/>
                </a:lnTo>
                <a:lnTo>
                  <a:pt x="343100" y="2143"/>
                </a:lnTo>
                <a:close/>
                <a:moveTo>
                  <a:pt x="395821" y="2457"/>
                </a:moveTo>
                <a:lnTo>
                  <a:pt x="408251" y="2543"/>
                </a:lnTo>
                <a:lnTo>
                  <a:pt x="408165" y="14916"/>
                </a:lnTo>
                <a:lnTo>
                  <a:pt x="395735" y="14830"/>
                </a:lnTo>
                <a:lnTo>
                  <a:pt x="395821" y="2457"/>
                </a:lnTo>
                <a:close/>
                <a:moveTo>
                  <a:pt x="442970" y="2743"/>
                </a:moveTo>
                <a:lnTo>
                  <a:pt x="454885" y="2829"/>
                </a:lnTo>
                <a:lnTo>
                  <a:pt x="454800" y="15202"/>
                </a:lnTo>
                <a:lnTo>
                  <a:pt x="442912" y="15116"/>
                </a:lnTo>
                <a:lnTo>
                  <a:pt x="442970" y="2743"/>
                </a:lnTo>
                <a:close/>
                <a:moveTo>
                  <a:pt x="491519" y="3058"/>
                </a:moveTo>
                <a:lnTo>
                  <a:pt x="504034" y="3115"/>
                </a:lnTo>
                <a:lnTo>
                  <a:pt x="503949" y="15516"/>
                </a:lnTo>
                <a:lnTo>
                  <a:pt x="491433" y="15431"/>
                </a:lnTo>
                <a:lnTo>
                  <a:pt x="491519" y="3058"/>
                </a:lnTo>
                <a:close/>
                <a:moveTo>
                  <a:pt x="542554" y="3372"/>
                </a:moveTo>
                <a:lnTo>
                  <a:pt x="555727" y="3429"/>
                </a:lnTo>
                <a:lnTo>
                  <a:pt x="555641" y="15831"/>
                </a:lnTo>
                <a:lnTo>
                  <a:pt x="542468" y="15745"/>
                </a:lnTo>
                <a:lnTo>
                  <a:pt x="542554" y="3372"/>
                </a:lnTo>
                <a:close/>
                <a:moveTo>
                  <a:pt x="593503" y="3686"/>
                </a:moveTo>
                <a:lnTo>
                  <a:pt x="605133" y="3743"/>
                </a:lnTo>
                <a:lnTo>
                  <a:pt x="605076" y="16145"/>
                </a:lnTo>
                <a:lnTo>
                  <a:pt x="593446" y="16059"/>
                </a:lnTo>
                <a:lnTo>
                  <a:pt x="593503" y="3686"/>
                </a:lnTo>
                <a:close/>
                <a:moveTo>
                  <a:pt x="640709" y="3972"/>
                </a:moveTo>
                <a:lnTo>
                  <a:pt x="652796" y="4058"/>
                </a:lnTo>
                <a:lnTo>
                  <a:pt x="652710" y="16431"/>
                </a:lnTo>
                <a:lnTo>
                  <a:pt x="640652" y="16345"/>
                </a:lnTo>
                <a:lnTo>
                  <a:pt x="640709" y="3972"/>
                </a:lnTo>
                <a:close/>
                <a:moveTo>
                  <a:pt x="689715" y="4258"/>
                </a:moveTo>
                <a:lnTo>
                  <a:pt x="702231" y="4343"/>
                </a:lnTo>
                <a:lnTo>
                  <a:pt x="702173" y="16745"/>
                </a:lnTo>
                <a:lnTo>
                  <a:pt x="689629" y="16659"/>
                </a:lnTo>
                <a:lnTo>
                  <a:pt x="689715" y="4258"/>
                </a:lnTo>
                <a:close/>
                <a:moveTo>
                  <a:pt x="740521" y="4572"/>
                </a:moveTo>
                <a:lnTo>
                  <a:pt x="753523" y="4658"/>
                </a:lnTo>
                <a:lnTo>
                  <a:pt x="753437" y="17059"/>
                </a:lnTo>
                <a:lnTo>
                  <a:pt x="740464" y="16974"/>
                </a:lnTo>
                <a:lnTo>
                  <a:pt x="740521" y="4572"/>
                </a:lnTo>
                <a:close/>
                <a:moveTo>
                  <a:pt x="792499" y="4915"/>
                </a:moveTo>
                <a:lnTo>
                  <a:pt x="804129" y="4972"/>
                </a:lnTo>
                <a:lnTo>
                  <a:pt x="804072" y="17374"/>
                </a:lnTo>
                <a:lnTo>
                  <a:pt x="792413" y="17288"/>
                </a:lnTo>
                <a:lnTo>
                  <a:pt x="792499" y="4915"/>
                </a:lnTo>
                <a:close/>
                <a:moveTo>
                  <a:pt x="839562" y="5201"/>
                </a:moveTo>
                <a:lnTo>
                  <a:pt x="851506" y="5258"/>
                </a:lnTo>
                <a:lnTo>
                  <a:pt x="851449" y="17659"/>
                </a:lnTo>
                <a:lnTo>
                  <a:pt x="839476" y="17574"/>
                </a:lnTo>
                <a:lnTo>
                  <a:pt x="839562" y="5201"/>
                </a:lnTo>
                <a:close/>
                <a:moveTo>
                  <a:pt x="887940" y="5486"/>
                </a:moveTo>
                <a:lnTo>
                  <a:pt x="900255" y="5572"/>
                </a:lnTo>
                <a:lnTo>
                  <a:pt x="900170" y="17945"/>
                </a:lnTo>
                <a:lnTo>
                  <a:pt x="887882" y="17859"/>
                </a:lnTo>
                <a:lnTo>
                  <a:pt x="887940" y="5486"/>
                </a:lnTo>
                <a:close/>
                <a:moveTo>
                  <a:pt x="937689" y="5801"/>
                </a:moveTo>
                <a:lnTo>
                  <a:pt x="950347" y="5886"/>
                </a:lnTo>
                <a:lnTo>
                  <a:pt x="950262" y="18259"/>
                </a:lnTo>
                <a:lnTo>
                  <a:pt x="937631" y="18174"/>
                </a:lnTo>
                <a:lnTo>
                  <a:pt x="937689" y="5801"/>
                </a:lnTo>
                <a:close/>
                <a:moveTo>
                  <a:pt x="988809" y="6115"/>
                </a:moveTo>
                <a:lnTo>
                  <a:pt x="1001782" y="6201"/>
                </a:lnTo>
                <a:lnTo>
                  <a:pt x="1001725" y="18574"/>
                </a:lnTo>
                <a:lnTo>
                  <a:pt x="988724" y="18488"/>
                </a:lnTo>
                <a:lnTo>
                  <a:pt x="988809" y="6115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F62D5-B014-43AC-8F50-09AB7EB8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7690" y="3309385"/>
            <a:ext cx="851649" cy="18745"/>
          </a:xfrm>
          <a:custGeom xmlns:a="http://schemas.openxmlformats.org/drawingml/2006/main">
            <a:pathLst>
              <a:path w="851649" h="18745">
                <a:moveTo>
                  <a:pt x="86" y="0"/>
                </a:moveTo>
                <a:lnTo>
                  <a:pt x="11630" y="114"/>
                </a:lnTo>
                <a:lnTo>
                  <a:pt x="11516" y="12487"/>
                </a:lnTo>
                <a:lnTo>
                  <a:pt x="0" y="12402"/>
                </a:lnTo>
                <a:lnTo>
                  <a:pt x="86" y="0"/>
                </a:lnTo>
                <a:close/>
                <a:moveTo>
                  <a:pt x="48520" y="371"/>
                </a:moveTo>
                <a:lnTo>
                  <a:pt x="60522" y="457"/>
                </a:lnTo>
                <a:lnTo>
                  <a:pt x="60408" y="12859"/>
                </a:lnTo>
                <a:lnTo>
                  <a:pt x="48435" y="12773"/>
                </a:lnTo>
                <a:lnTo>
                  <a:pt x="48520" y="371"/>
                </a:lnTo>
                <a:close/>
                <a:moveTo>
                  <a:pt x="96326" y="743"/>
                </a:moveTo>
                <a:lnTo>
                  <a:pt x="110099" y="829"/>
                </a:lnTo>
                <a:lnTo>
                  <a:pt x="110014" y="13230"/>
                </a:lnTo>
                <a:lnTo>
                  <a:pt x="96241" y="13116"/>
                </a:lnTo>
                <a:lnTo>
                  <a:pt x="96326" y="743"/>
                </a:lnTo>
                <a:close/>
                <a:moveTo>
                  <a:pt x="145875" y="1114"/>
                </a:moveTo>
                <a:lnTo>
                  <a:pt x="157820" y="1200"/>
                </a:lnTo>
                <a:lnTo>
                  <a:pt x="157734" y="13573"/>
                </a:lnTo>
                <a:lnTo>
                  <a:pt x="145790" y="13487"/>
                </a:lnTo>
                <a:lnTo>
                  <a:pt x="145875" y="1114"/>
                </a:lnTo>
                <a:close/>
                <a:moveTo>
                  <a:pt x="196482" y="1486"/>
                </a:moveTo>
                <a:lnTo>
                  <a:pt x="210312" y="1600"/>
                </a:lnTo>
                <a:lnTo>
                  <a:pt x="210226" y="13973"/>
                </a:lnTo>
                <a:lnTo>
                  <a:pt x="196396" y="13859"/>
                </a:lnTo>
                <a:lnTo>
                  <a:pt x="196482" y="1486"/>
                </a:lnTo>
                <a:close/>
                <a:moveTo>
                  <a:pt x="245059" y="1857"/>
                </a:moveTo>
                <a:lnTo>
                  <a:pt x="257004" y="1943"/>
                </a:lnTo>
                <a:lnTo>
                  <a:pt x="256918" y="14316"/>
                </a:lnTo>
                <a:lnTo>
                  <a:pt x="244973" y="14230"/>
                </a:lnTo>
                <a:lnTo>
                  <a:pt x="245059" y="1857"/>
                </a:lnTo>
                <a:close/>
                <a:moveTo>
                  <a:pt x="294580" y="2200"/>
                </a:moveTo>
                <a:lnTo>
                  <a:pt x="307696" y="2315"/>
                </a:lnTo>
                <a:lnTo>
                  <a:pt x="307581" y="14688"/>
                </a:lnTo>
                <a:lnTo>
                  <a:pt x="294494" y="14602"/>
                </a:lnTo>
                <a:lnTo>
                  <a:pt x="294580" y="2200"/>
                </a:lnTo>
                <a:close/>
                <a:moveTo>
                  <a:pt x="345729" y="2600"/>
                </a:moveTo>
                <a:lnTo>
                  <a:pt x="357302" y="2686"/>
                </a:lnTo>
                <a:lnTo>
                  <a:pt x="357216" y="15059"/>
                </a:lnTo>
                <a:lnTo>
                  <a:pt x="345643" y="14973"/>
                </a:lnTo>
                <a:lnTo>
                  <a:pt x="345729" y="2600"/>
                </a:lnTo>
                <a:close/>
                <a:moveTo>
                  <a:pt x="393163" y="2943"/>
                </a:moveTo>
                <a:lnTo>
                  <a:pt x="405508" y="3029"/>
                </a:lnTo>
                <a:lnTo>
                  <a:pt x="405422" y="15430"/>
                </a:lnTo>
                <a:lnTo>
                  <a:pt x="393078" y="15345"/>
                </a:lnTo>
                <a:lnTo>
                  <a:pt x="393163" y="2943"/>
                </a:lnTo>
                <a:close/>
                <a:moveTo>
                  <a:pt x="443655" y="3315"/>
                </a:moveTo>
                <a:lnTo>
                  <a:pt x="456743" y="3429"/>
                </a:lnTo>
                <a:lnTo>
                  <a:pt x="456657" y="15802"/>
                </a:lnTo>
                <a:lnTo>
                  <a:pt x="443570" y="15716"/>
                </a:lnTo>
                <a:lnTo>
                  <a:pt x="443655" y="3315"/>
                </a:lnTo>
                <a:close/>
                <a:moveTo>
                  <a:pt x="494376" y="3715"/>
                </a:moveTo>
                <a:lnTo>
                  <a:pt x="506063" y="3772"/>
                </a:lnTo>
                <a:lnTo>
                  <a:pt x="505978" y="16173"/>
                </a:lnTo>
                <a:lnTo>
                  <a:pt x="494290" y="16088"/>
                </a:lnTo>
                <a:lnTo>
                  <a:pt x="494376" y="3715"/>
                </a:lnTo>
                <a:close/>
                <a:moveTo>
                  <a:pt x="541953" y="4058"/>
                </a:moveTo>
                <a:lnTo>
                  <a:pt x="554155" y="4143"/>
                </a:lnTo>
                <a:lnTo>
                  <a:pt x="554069" y="16545"/>
                </a:lnTo>
                <a:lnTo>
                  <a:pt x="541839" y="16431"/>
                </a:lnTo>
                <a:lnTo>
                  <a:pt x="541953" y="4058"/>
                </a:lnTo>
                <a:close/>
                <a:moveTo>
                  <a:pt x="591674" y="4429"/>
                </a:moveTo>
                <a:lnTo>
                  <a:pt x="604447" y="4515"/>
                </a:lnTo>
                <a:lnTo>
                  <a:pt x="604361" y="16916"/>
                </a:lnTo>
                <a:lnTo>
                  <a:pt x="591588" y="16802"/>
                </a:lnTo>
                <a:lnTo>
                  <a:pt x="591674" y="4429"/>
                </a:lnTo>
                <a:close/>
                <a:moveTo>
                  <a:pt x="643595" y="4801"/>
                </a:moveTo>
                <a:lnTo>
                  <a:pt x="656253" y="4915"/>
                </a:lnTo>
                <a:lnTo>
                  <a:pt x="656168" y="17288"/>
                </a:lnTo>
                <a:lnTo>
                  <a:pt x="643480" y="17202"/>
                </a:lnTo>
                <a:lnTo>
                  <a:pt x="643595" y="4801"/>
                </a:lnTo>
                <a:close/>
                <a:moveTo>
                  <a:pt x="691515" y="5172"/>
                </a:moveTo>
                <a:lnTo>
                  <a:pt x="703459" y="5258"/>
                </a:lnTo>
                <a:lnTo>
                  <a:pt x="703374" y="17659"/>
                </a:lnTo>
                <a:lnTo>
                  <a:pt x="691429" y="17574"/>
                </a:lnTo>
                <a:lnTo>
                  <a:pt x="691515" y="5172"/>
                </a:lnTo>
                <a:close/>
                <a:moveTo>
                  <a:pt x="739950" y="5544"/>
                </a:moveTo>
                <a:lnTo>
                  <a:pt x="752323" y="5629"/>
                </a:lnTo>
                <a:lnTo>
                  <a:pt x="752237" y="18002"/>
                </a:lnTo>
                <a:lnTo>
                  <a:pt x="739864" y="17917"/>
                </a:lnTo>
                <a:lnTo>
                  <a:pt x="739950" y="5544"/>
                </a:lnTo>
                <a:close/>
                <a:moveTo>
                  <a:pt x="790042" y="5915"/>
                </a:moveTo>
                <a:lnTo>
                  <a:pt x="802815" y="6001"/>
                </a:lnTo>
                <a:lnTo>
                  <a:pt x="802700" y="18374"/>
                </a:lnTo>
                <a:lnTo>
                  <a:pt x="789927" y="18288"/>
                </a:lnTo>
                <a:lnTo>
                  <a:pt x="790042" y="5915"/>
                </a:lnTo>
                <a:close/>
                <a:moveTo>
                  <a:pt x="841762" y="6287"/>
                </a:moveTo>
                <a:lnTo>
                  <a:pt x="851649" y="6372"/>
                </a:lnTo>
                <a:lnTo>
                  <a:pt x="851564" y="18745"/>
                </a:lnTo>
                <a:lnTo>
                  <a:pt x="841648" y="18688"/>
                </a:lnTo>
                <a:lnTo>
                  <a:pt x="841762" y="6287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4D1A6-A411-482E-B4D0-FDF9D94C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668" y="1504245"/>
            <a:ext cx="902741" cy="12373"/>
          </a:xfrm>
          <a:custGeom xmlns:a="http://schemas.openxmlformats.org/drawingml/2006/main">
            <a:pathLst>
              <a:path w="902741" h="12373">
                <a:moveTo>
                  <a:pt x="0" y="0"/>
                </a:moveTo>
                <a:lnTo>
                  <a:pt x="10573" y="0"/>
                </a:lnTo>
                <a:lnTo>
                  <a:pt x="10573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7263" y="0"/>
                </a:moveTo>
                <a:lnTo>
                  <a:pt x="61208" y="0"/>
                </a:lnTo>
                <a:lnTo>
                  <a:pt x="61208" y="12373"/>
                </a:lnTo>
                <a:lnTo>
                  <a:pt x="47263" y="12373"/>
                </a:lnTo>
                <a:lnTo>
                  <a:pt x="47263" y="0"/>
                </a:lnTo>
                <a:close/>
                <a:moveTo>
                  <a:pt x="95526" y="0"/>
                </a:moveTo>
                <a:lnTo>
                  <a:pt x="108671" y="0"/>
                </a:lnTo>
                <a:lnTo>
                  <a:pt x="108671" y="12373"/>
                </a:lnTo>
                <a:lnTo>
                  <a:pt x="95526" y="12373"/>
                </a:lnTo>
                <a:lnTo>
                  <a:pt x="95526" y="0"/>
                </a:lnTo>
                <a:close/>
                <a:moveTo>
                  <a:pt x="146533" y="0"/>
                </a:moveTo>
                <a:lnTo>
                  <a:pt x="157991" y="0"/>
                </a:lnTo>
                <a:lnTo>
                  <a:pt x="157991" y="12373"/>
                </a:lnTo>
                <a:lnTo>
                  <a:pt x="146533" y="12373"/>
                </a:lnTo>
                <a:lnTo>
                  <a:pt x="146533" y="0"/>
                </a:lnTo>
                <a:close/>
                <a:moveTo>
                  <a:pt x="194967" y="0"/>
                </a:moveTo>
                <a:lnTo>
                  <a:pt x="208140" y="0"/>
                </a:lnTo>
                <a:lnTo>
                  <a:pt x="208140" y="12373"/>
                </a:lnTo>
                <a:lnTo>
                  <a:pt x="194967" y="12373"/>
                </a:lnTo>
                <a:lnTo>
                  <a:pt x="194967" y="0"/>
                </a:lnTo>
                <a:close/>
                <a:moveTo>
                  <a:pt x="246231" y="0"/>
                </a:moveTo>
                <a:lnTo>
                  <a:pt x="257689" y="0"/>
                </a:lnTo>
                <a:lnTo>
                  <a:pt x="257689" y="12373"/>
                </a:lnTo>
                <a:lnTo>
                  <a:pt x="246231" y="12373"/>
                </a:lnTo>
                <a:lnTo>
                  <a:pt x="246231" y="0"/>
                </a:lnTo>
                <a:close/>
                <a:moveTo>
                  <a:pt x="293637" y="0"/>
                </a:moveTo>
                <a:lnTo>
                  <a:pt x="306153" y="0"/>
                </a:lnTo>
                <a:lnTo>
                  <a:pt x="306153" y="12373"/>
                </a:lnTo>
                <a:lnTo>
                  <a:pt x="293637" y="12373"/>
                </a:lnTo>
                <a:lnTo>
                  <a:pt x="293637" y="0"/>
                </a:lnTo>
                <a:close/>
                <a:moveTo>
                  <a:pt x="345272" y="0"/>
                </a:moveTo>
                <a:lnTo>
                  <a:pt x="358816" y="0"/>
                </a:lnTo>
                <a:lnTo>
                  <a:pt x="358816" y="12373"/>
                </a:lnTo>
                <a:lnTo>
                  <a:pt x="345272" y="12373"/>
                </a:lnTo>
                <a:lnTo>
                  <a:pt x="345272" y="0"/>
                </a:lnTo>
                <a:close/>
                <a:moveTo>
                  <a:pt x="393964" y="0"/>
                </a:moveTo>
                <a:lnTo>
                  <a:pt x="405794" y="0"/>
                </a:lnTo>
                <a:lnTo>
                  <a:pt x="405794" y="12373"/>
                </a:lnTo>
                <a:lnTo>
                  <a:pt x="393964" y="12373"/>
                </a:lnTo>
                <a:lnTo>
                  <a:pt x="393964" y="0"/>
                </a:lnTo>
                <a:close/>
                <a:moveTo>
                  <a:pt x="442284" y="0"/>
                </a:moveTo>
                <a:lnTo>
                  <a:pt x="454828" y="0"/>
                </a:lnTo>
                <a:lnTo>
                  <a:pt x="454828" y="12373"/>
                </a:lnTo>
                <a:lnTo>
                  <a:pt x="442284" y="12373"/>
                </a:lnTo>
                <a:lnTo>
                  <a:pt x="442284" y="0"/>
                </a:lnTo>
                <a:close/>
                <a:moveTo>
                  <a:pt x="493405" y="0"/>
                </a:moveTo>
                <a:lnTo>
                  <a:pt x="506635" y="0"/>
                </a:lnTo>
                <a:lnTo>
                  <a:pt x="506635" y="12373"/>
                </a:lnTo>
                <a:lnTo>
                  <a:pt x="493405" y="12373"/>
                </a:lnTo>
                <a:lnTo>
                  <a:pt x="493405" y="0"/>
                </a:lnTo>
                <a:close/>
                <a:moveTo>
                  <a:pt x="543496" y="0"/>
                </a:moveTo>
                <a:lnTo>
                  <a:pt x="555212" y="0"/>
                </a:lnTo>
                <a:lnTo>
                  <a:pt x="555212" y="12373"/>
                </a:lnTo>
                <a:lnTo>
                  <a:pt x="543496" y="12373"/>
                </a:lnTo>
                <a:lnTo>
                  <a:pt x="543496" y="0"/>
                </a:lnTo>
                <a:close/>
                <a:moveTo>
                  <a:pt x="591131" y="0"/>
                </a:moveTo>
                <a:lnTo>
                  <a:pt x="603361" y="0"/>
                </a:lnTo>
                <a:lnTo>
                  <a:pt x="603361" y="12373"/>
                </a:lnTo>
                <a:lnTo>
                  <a:pt x="591131" y="12373"/>
                </a:lnTo>
                <a:lnTo>
                  <a:pt x="591131" y="0"/>
                </a:lnTo>
                <a:close/>
                <a:moveTo>
                  <a:pt x="640766" y="0"/>
                </a:moveTo>
                <a:lnTo>
                  <a:pt x="653482" y="0"/>
                </a:lnTo>
                <a:lnTo>
                  <a:pt x="653482" y="12373"/>
                </a:lnTo>
                <a:lnTo>
                  <a:pt x="640766" y="12373"/>
                </a:lnTo>
                <a:lnTo>
                  <a:pt x="640766" y="0"/>
                </a:lnTo>
                <a:close/>
                <a:moveTo>
                  <a:pt x="692401" y="0"/>
                </a:moveTo>
                <a:lnTo>
                  <a:pt x="705631" y="0"/>
                </a:lnTo>
                <a:lnTo>
                  <a:pt x="705631" y="12373"/>
                </a:lnTo>
                <a:lnTo>
                  <a:pt x="692401" y="12373"/>
                </a:lnTo>
                <a:lnTo>
                  <a:pt x="692401" y="0"/>
                </a:lnTo>
                <a:close/>
                <a:moveTo>
                  <a:pt x="741378" y="0"/>
                </a:moveTo>
                <a:lnTo>
                  <a:pt x="753237" y="0"/>
                </a:lnTo>
                <a:lnTo>
                  <a:pt x="753237" y="12373"/>
                </a:lnTo>
                <a:lnTo>
                  <a:pt x="741378" y="12373"/>
                </a:lnTo>
                <a:lnTo>
                  <a:pt x="741378" y="0"/>
                </a:lnTo>
                <a:close/>
                <a:moveTo>
                  <a:pt x="789327" y="0"/>
                </a:moveTo>
                <a:lnTo>
                  <a:pt x="801557" y="0"/>
                </a:lnTo>
                <a:lnTo>
                  <a:pt x="801557" y="12373"/>
                </a:lnTo>
                <a:lnTo>
                  <a:pt x="789327" y="12373"/>
                </a:lnTo>
                <a:lnTo>
                  <a:pt x="789327" y="0"/>
                </a:lnTo>
                <a:close/>
                <a:moveTo>
                  <a:pt x="838819" y="0"/>
                </a:moveTo>
                <a:lnTo>
                  <a:pt x="851421" y="0"/>
                </a:lnTo>
                <a:lnTo>
                  <a:pt x="851421" y="12373"/>
                </a:lnTo>
                <a:lnTo>
                  <a:pt x="838819" y="12373"/>
                </a:lnTo>
                <a:lnTo>
                  <a:pt x="838819" y="0"/>
                </a:lnTo>
                <a:close/>
                <a:moveTo>
                  <a:pt x="889768" y="0"/>
                </a:moveTo>
                <a:lnTo>
                  <a:pt x="902741" y="0"/>
                </a:lnTo>
                <a:lnTo>
                  <a:pt x="902741" y="12373"/>
                </a:lnTo>
                <a:lnTo>
                  <a:pt x="889768" y="12373"/>
                </a:lnTo>
                <a:lnTo>
                  <a:pt x="889768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B4A44-5689-491B-9468-52E66043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668" y="1813912"/>
            <a:ext cx="704488" cy="12373"/>
          </a:xfrm>
          <a:custGeom xmlns:a="http://schemas.openxmlformats.org/drawingml/2006/main">
            <a:pathLst>
              <a:path w="704488" h="12373">
                <a:moveTo>
                  <a:pt x="0" y="0"/>
                </a:moveTo>
                <a:lnTo>
                  <a:pt x="11944" y="0"/>
                </a:lnTo>
                <a:lnTo>
                  <a:pt x="11944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8549" y="0"/>
                </a:moveTo>
                <a:lnTo>
                  <a:pt x="59522" y="0"/>
                </a:lnTo>
                <a:lnTo>
                  <a:pt x="59522" y="12373"/>
                </a:lnTo>
                <a:lnTo>
                  <a:pt x="48549" y="12373"/>
                </a:lnTo>
                <a:lnTo>
                  <a:pt x="48549" y="0"/>
                </a:lnTo>
                <a:close/>
                <a:moveTo>
                  <a:pt x="99098" y="0"/>
                </a:moveTo>
                <a:lnTo>
                  <a:pt x="109985" y="0"/>
                </a:lnTo>
                <a:lnTo>
                  <a:pt x="109985" y="12373"/>
                </a:lnTo>
                <a:lnTo>
                  <a:pt x="99098" y="12373"/>
                </a:lnTo>
                <a:lnTo>
                  <a:pt x="99098" y="0"/>
                </a:lnTo>
                <a:close/>
                <a:moveTo>
                  <a:pt x="146133" y="0"/>
                </a:moveTo>
                <a:lnTo>
                  <a:pt x="159306" y="0"/>
                </a:lnTo>
                <a:lnTo>
                  <a:pt x="159306" y="12373"/>
                </a:lnTo>
                <a:lnTo>
                  <a:pt x="146133" y="12373"/>
                </a:lnTo>
                <a:lnTo>
                  <a:pt x="146133" y="0"/>
                </a:lnTo>
                <a:close/>
                <a:moveTo>
                  <a:pt x="196282" y="0"/>
                </a:moveTo>
                <a:lnTo>
                  <a:pt x="208083" y="0"/>
                </a:lnTo>
                <a:lnTo>
                  <a:pt x="208083" y="12373"/>
                </a:lnTo>
                <a:lnTo>
                  <a:pt x="196282" y="12373"/>
                </a:lnTo>
                <a:lnTo>
                  <a:pt x="196282" y="0"/>
                </a:lnTo>
                <a:close/>
                <a:moveTo>
                  <a:pt x="245516" y="0"/>
                </a:moveTo>
                <a:lnTo>
                  <a:pt x="258689" y="0"/>
                </a:lnTo>
                <a:lnTo>
                  <a:pt x="258689" y="12373"/>
                </a:lnTo>
                <a:lnTo>
                  <a:pt x="245516" y="12373"/>
                </a:lnTo>
                <a:lnTo>
                  <a:pt x="245516" y="0"/>
                </a:lnTo>
                <a:close/>
                <a:moveTo>
                  <a:pt x="295637" y="0"/>
                </a:moveTo>
                <a:lnTo>
                  <a:pt x="307410" y="0"/>
                </a:lnTo>
                <a:lnTo>
                  <a:pt x="307410" y="12373"/>
                </a:lnTo>
                <a:lnTo>
                  <a:pt x="295637" y="12373"/>
                </a:lnTo>
                <a:lnTo>
                  <a:pt x="295637" y="0"/>
                </a:lnTo>
                <a:close/>
                <a:moveTo>
                  <a:pt x="344157" y="0"/>
                </a:moveTo>
                <a:lnTo>
                  <a:pt x="356873" y="0"/>
                </a:lnTo>
                <a:lnTo>
                  <a:pt x="356873" y="12373"/>
                </a:lnTo>
                <a:lnTo>
                  <a:pt x="344157" y="12373"/>
                </a:lnTo>
                <a:lnTo>
                  <a:pt x="344157" y="0"/>
                </a:lnTo>
                <a:close/>
                <a:moveTo>
                  <a:pt x="396364" y="0"/>
                </a:moveTo>
                <a:lnTo>
                  <a:pt x="407880" y="0"/>
                </a:lnTo>
                <a:lnTo>
                  <a:pt x="407880" y="12373"/>
                </a:lnTo>
                <a:lnTo>
                  <a:pt x="396364" y="12373"/>
                </a:lnTo>
                <a:lnTo>
                  <a:pt x="396364" y="0"/>
                </a:lnTo>
                <a:close/>
                <a:moveTo>
                  <a:pt x="443427" y="0"/>
                </a:moveTo>
                <a:lnTo>
                  <a:pt x="455600" y="0"/>
                </a:lnTo>
                <a:lnTo>
                  <a:pt x="455600" y="12373"/>
                </a:lnTo>
                <a:lnTo>
                  <a:pt x="443427" y="12373"/>
                </a:lnTo>
                <a:lnTo>
                  <a:pt x="443427" y="0"/>
                </a:lnTo>
                <a:close/>
                <a:moveTo>
                  <a:pt x="493119" y="0"/>
                </a:moveTo>
                <a:lnTo>
                  <a:pt x="505949" y="0"/>
                </a:lnTo>
                <a:lnTo>
                  <a:pt x="505949" y="12373"/>
                </a:lnTo>
                <a:lnTo>
                  <a:pt x="493119" y="12373"/>
                </a:lnTo>
                <a:lnTo>
                  <a:pt x="493119" y="0"/>
                </a:lnTo>
                <a:close/>
                <a:moveTo>
                  <a:pt x="544640" y="0"/>
                </a:moveTo>
                <a:lnTo>
                  <a:pt x="556327" y="0"/>
                </a:lnTo>
                <a:lnTo>
                  <a:pt x="556327" y="12373"/>
                </a:lnTo>
                <a:lnTo>
                  <a:pt x="544640" y="12373"/>
                </a:lnTo>
                <a:lnTo>
                  <a:pt x="544640" y="0"/>
                </a:lnTo>
                <a:close/>
                <a:moveTo>
                  <a:pt x="592103" y="0"/>
                </a:moveTo>
                <a:lnTo>
                  <a:pt x="604276" y="0"/>
                </a:lnTo>
                <a:lnTo>
                  <a:pt x="604276" y="12373"/>
                </a:lnTo>
                <a:lnTo>
                  <a:pt x="592103" y="12373"/>
                </a:lnTo>
                <a:lnTo>
                  <a:pt x="592103" y="0"/>
                </a:lnTo>
                <a:close/>
                <a:moveTo>
                  <a:pt x="641537" y="0"/>
                </a:moveTo>
                <a:lnTo>
                  <a:pt x="654225" y="0"/>
                </a:lnTo>
                <a:lnTo>
                  <a:pt x="654225" y="12373"/>
                </a:lnTo>
                <a:lnTo>
                  <a:pt x="641537" y="12373"/>
                </a:lnTo>
                <a:lnTo>
                  <a:pt x="641537" y="0"/>
                </a:lnTo>
                <a:close/>
                <a:moveTo>
                  <a:pt x="692972" y="0"/>
                </a:moveTo>
                <a:lnTo>
                  <a:pt x="704488" y="0"/>
                </a:lnTo>
                <a:lnTo>
                  <a:pt x="704488" y="12373"/>
                </a:lnTo>
                <a:lnTo>
                  <a:pt x="692972" y="12373"/>
                </a:lnTo>
                <a:lnTo>
                  <a:pt x="692972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59E9A-4702-4406-A09C-27079CFC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668" y="2139039"/>
            <a:ext cx="557384" cy="12402"/>
          </a:xfrm>
          <a:custGeom xmlns:a="http://schemas.openxmlformats.org/drawingml/2006/main">
            <a:pathLst>
              <a:path w="557384" h="12402">
                <a:moveTo>
                  <a:pt x="0" y="0"/>
                </a:moveTo>
                <a:lnTo>
                  <a:pt x="11344" y="0"/>
                </a:lnTo>
                <a:lnTo>
                  <a:pt x="11344" y="12402"/>
                </a:lnTo>
                <a:lnTo>
                  <a:pt x="0" y="12402"/>
                </a:lnTo>
                <a:lnTo>
                  <a:pt x="0" y="0"/>
                </a:lnTo>
                <a:close/>
                <a:moveTo>
                  <a:pt x="47606" y="0"/>
                </a:moveTo>
                <a:lnTo>
                  <a:pt x="59893" y="0"/>
                </a:lnTo>
                <a:lnTo>
                  <a:pt x="59893" y="12402"/>
                </a:lnTo>
                <a:lnTo>
                  <a:pt x="47606" y="12402"/>
                </a:lnTo>
                <a:lnTo>
                  <a:pt x="47606" y="0"/>
                </a:lnTo>
                <a:close/>
                <a:moveTo>
                  <a:pt x="97126" y="0"/>
                </a:moveTo>
                <a:lnTo>
                  <a:pt x="109328" y="0"/>
                </a:lnTo>
                <a:lnTo>
                  <a:pt x="109328" y="12402"/>
                </a:lnTo>
                <a:lnTo>
                  <a:pt x="97126" y="12402"/>
                </a:lnTo>
                <a:lnTo>
                  <a:pt x="97126" y="0"/>
                </a:lnTo>
                <a:close/>
                <a:moveTo>
                  <a:pt x="147733" y="0"/>
                </a:moveTo>
                <a:lnTo>
                  <a:pt x="159277" y="0"/>
                </a:lnTo>
                <a:lnTo>
                  <a:pt x="159277" y="12402"/>
                </a:lnTo>
                <a:lnTo>
                  <a:pt x="147733" y="12402"/>
                </a:lnTo>
                <a:lnTo>
                  <a:pt x="147733" y="0"/>
                </a:lnTo>
                <a:close/>
                <a:moveTo>
                  <a:pt x="196567" y="0"/>
                </a:moveTo>
                <a:lnTo>
                  <a:pt x="209855" y="0"/>
                </a:lnTo>
                <a:lnTo>
                  <a:pt x="209855" y="12402"/>
                </a:lnTo>
                <a:lnTo>
                  <a:pt x="196567" y="12402"/>
                </a:lnTo>
                <a:lnTo>
                  <a:pt x="196567" y="0"/>
                </a:lnTo>
                <a:close/>
                <a:moveTo>
                  <a:pt x="245859" y="0"/>
                </a:moveTo>
                <a:lnTo>
                  <a:pt x="257975" y="0"/>
                </a:lnTo>
                <a:lnTo>
                  <a:pt x="257975" y="12402"/>
                </a:lnTo>
                <a:lnTo>
                  <a:pt x="245859" y="12402"/>
                </a:lnTo>
                <a:lnTo>
                  <a:pt x="245859" y="0"/>
                </a:lnTo>
                <a:close/>
                <a:moveTo>
                  <a:pt x="296037" y="0"/>
                </a:moveTo>
                <a:lnTo>
                  <a:pt x="309324" y="0"/>
                </a:lnTo>
                <a:lnTo>
                  <a:pt x="309324" y="12402"/>
                </a:lnTo>
                <a:lnTo>
                  <a:pt x="296037" y="12402"/>
                </a:lnTo>
                <a:lnTo>
                  <a:pt x="296037" y="0"/>
                </a:lnTo>
                <a:close/>
                <a:moveTo>
                  <a:pt x="345015" y="0"/>
                </a:moveTo>
                <a:lnTo>
                  <a:pt x="357130" y="0"/>
                </a:lnTo>
                <a:lnTo>
                  <a:pt x="357130" y="12402"/>
                </a:lnTo>
                <a:lnTo>
                  <a:pt x="345015" y="12402"/>
                </a:lnTo>
                <a:lnTo>
                  <a:pt x="345015" y="0"/>
                </a:lnTo>
                <a:close/>
                <a:moveTo>
                  <a:pt x="394678" y="0"/>
                </a:moveTo>
                <a:lnTo>
                  <a:pt x="407594" y="0"/>
                </a:lnTo>
                <a:lnTo>
                  <a:pt x="407594" y="12402"/>
                </a:lnTo>
                <a:lnTo>
                  <a:pt x="394678" y="12402"/>
                </a:lnTo>
                <a:lnTo>
                  <a:pt x="394678" y="0"/>
                </a:lnTo>
                <a:close/>
                <a:moveTo>
                  <a:pt x="444827" y="0"/>
                </a:moveTo>
                <a:lnTo>
                  <a:pt x="456714" y="0"/>
                </a:lnTo>
                <a:lnTo>
                  <a:pt x="456714" y="12402"/>
                </a:lnTo>
                <a:lnTo>
                  <a:pt x="444827" y="12402"/>
                </a:lnTo>
                <a:lnTo>
                  <a:pt x="444827" y="0"/>
                </a:lnTo>
                <a:close/>
                <a:moveTo>
                  <a:pt x="493290" y="0"/>
                </a:moveTo>
                <a:lnTo>
                  <a:pt x="505806" y="0"/>
                </a:lnTo>
                <a:lnTo>
                  <a:pt x="505806" y="12402"/>
                </a:lnTo>
                <a:lnTo>
                  <a:pt x="493290" y="12402"/>
                </a:lnTo>
                <a:lnTo>
                  <a:pt x="493290" y="0"/>
                </a:lnTo>
                <a:close/>
                <a:moveTo>
                  <a:pt x="544268" y="0"/>
                </a:moveTo>
                <a:lnTo>
                  <a:pt x="557384" y="0"/>
                </a:lnTo>
                <a:lnTo>
                  <a:pt x="557384" y="12402"/>
                </a:lnTo>
                <a:lnTo>
                  <a:pt x="544268" y="12402"/>
                </a:lnTo>
                <a:lnTo>
                  <a:pt x="544268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FC051-3075-4E1A-8448-5DFADB0E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668" y="2448706"/>
            <a:ext cx="455543" cy="12373"/>
          </a:xfrm>
          <a:custGeom xmlns:a="http://schemas.openxmlformats.org/drawingml/2006/main">
            <a:pathLst>
              <a:path w="455543" h="12373">
                <a:moveTo>
                  <a:pt x="0" y="0"/>
                </a:moveTo>
                <a:lnTo>
                  <a:pt x="5115" y="0"/>
                </a:lnTo>
                <a:lnTo>
                  <a:pt x="5115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4463" y="0"/>
                </a:moveTo>
                <a:lnTo>
                  <a:pt x="55064" y="0"/>
                </a:lnTo>
                <a:lnTo>
                  <a:pt x="55064" y="12373"/>
                </a:lnTo>
                <a:lnTo>
                  <a:pt x="44463" y="12373"/>
                </a:lnTo>
                <a:lnTo>
                  <a:pt x="44463" y="0"/>
                </a:lnTo>
                <a:close/>
                <a:moveTo>
                  <a:pt x="93755" y="0"/>
                </a:moveTo>
                <a:lnTo>
                  <a:pt x="108928" y="0"/>
                </a:lnTo>
                <a:lnTo>
                  <a:pt x="108928" y="12373"/>
                </a:lnTo>
                <a:lnTo>
                  <a:pt x="93755" y="12373"/>
                </a:lnTo>
                <a:lnTo>
                  <a:pt x="93755" y="0"/>
                </a:lnTo>
                <a:close/>
                <a:moveTo>
                  <a:pt x="144018" y="0"/>
                </a:moveTo>
                <a:lnTo>
                  <a:pt x="155077" y="0"/>
                </a:lnTo>
                <a:lnTo>
                  <a:pt x="155077" y="12373"/>
                </a:lnTo>
                <a:lnTo>
                  <a:pt x="144018" y="12373"/>
                </a:lnTo>
                <a:lnTo>
                  <a:pt x="144018" y="0"/>
                </a:lnTo>
                <a:close/>
                <a:moveTo>
                  <a:pt x="190710" y="0"/>
                </a:moveTo>
                <a:lnTo>
                  <a:pt x="203397" y="0"/>
                </a:lnTo>
                <a:lnTo>
                  <a:pt x="203397" y="12373"/>
                </a:lnTo>
                <a:lnTo>
                  <a:pt x="190710" y="12373"/>
                </a:lnTo>
                <a:lnTo>
                  <a:pt x="190710" y="0"/>
                </a:lnTo>
                <a:close/>
                <a:moveTo>
                  <a:pt x="243945" y="0"/>
                </a:moveTo>
                <a:lnTo>
                  <a:pt x="258289" y="0"/>
                </a:lnTo>
                <a:lnTo>
                  <a:pt x="258289" y="12373"/>
                </a:lnTo>
                <a:lnTo>
                  <a:pt x="243945" y="12373"/>
                </a:lnTo>
                <a:lnTo>
                  <a:pt x="243945" y="0"/>
                </a:lnTo>
                <a:close/>
                <a:moveTo>
                  <a:pt x="293894" y="0"/>
                </a:moveTo>
                <a:lnTo>
                  <a:pt x="305067" y="0"/>
                </a:lnTo>
                <a:lnTo>
                  <a:pt x="305067" y="12373"/>
                </a:lnTo>
                <a:lnTo>
                  <a:pt x="293894" y="12373"/>
                </a:lnTo>
                <a:lnTo>
                  <a:pt x="293894" y="0"/>
                </a:lnTo>
                <a:close/>
                <a:moveTo>
                  <a:pt x="339871" y="0"/>
                </a:moveTo>
                <a:lnTo>
                  <a:pt x="351873" y="0"/>
                </a:lnTo>
                <a:lnTo>
                  <a:pt x="351873" y="12373"/>
                </a:lnTo>
                <a:lnTo>
                  <a:pt x="339871" y="12373"/>
                </a:lnTo>
                <a:lnTo>
                  <a:pt x="339871" y="0"/>
                </a:lnTo>
                <a:close/>
                <a:moveTo>
                  <a:pt x="389191" y="0"/>
                </a:moveTo>
                <a:lnTo>
                  <a:pt x="402022" y="0"/>
                </a:lnTo>
                <a:lnTo>
                  <a:pt x="402022" y="12373"/>
                </a:lnTo>
                <a:lnTo>
                  <a:pt x="389191" y="12373"/>
                </a:lnTo>
                <a:lnTo>
                  <a:pt x="389191" y="0"/>
                </a:lnTo>
                <a:close/>
                <a:moveTo>
                  <a:pt x="441827" y="0"/>
                </a:moveTo>
                <a:lnTo>
                  <a:pt x="455543" y="0"/>
                </a:lnTo>
                <a:lnTo>
                  <a:pt x="455543" y="12373"/>
                </a:lnTo>
                <a:lnTo>
                  <a:pt x="441827" y="12373"/>
                </a:lnTo>
                <a:lnTo>
                  <a:pt x="441827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54166-2188-4F08-B13C-0D151D6A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359" y="2309346"/>
            <a:ext cx="1439951" cy="18745"/>
          </a:xfrm>
          <a:custGeom xmlns:a="http://schemas.openxmlformats.org/drawingml/2006/main">
            <a:pathLst>
              <a:path w="1439951" h="18745">
                <a:moveTo>
                  <a:pt x="29" y="0"/>
                </a:moveTo>
                <a:lnTo>
                  <a:pt x="6858" y="29"/>
                </a:lnTo>
                <a:lnTo>
                  <a:pt x="6801" y="12430"/>
                </a:lnTo>
                <a:lnTo>
                  <a:pt x="0" y="12402"/>
                </a:lnTo>
                <a:lnTo>
                  <a:pt x="29" y="0"/>
                </a:lnTo>
                <a:close/>
                <a:moveTo>
                  <a:pt x="44177" y="200"/>
                </a:moveTo>
                <a:lnTo>
                  <a:pt x="56521" y="257"/>
                </a:lnTo>
                <a:lnTo>
                  <a:pt x="56464" y="12630"/>
                </a:lnTo>
                <a:lnTo>
                  <a:pt x="44120" y="12573"/>
                </a:lnTo>
                <a:lnTo>
                  <a:pt x="44177" y="200"/>
                </a:lnTo>
                <a:close/>
                <a:moveTo>
                  <a:pt x="97469" y="429"/>
                </a:moveTo>
                <a:lnTo>
                  <a:pt x="108042" y="486"/>
                </a:lnTo>
                <a:lnTo>
                  <a:pt x="107985" y="12887"/>
                </a:lnTo>
                <a:lnTo>
                  <a:pt x="97412" y="12830"/>
                </a:lnTo>
                <a:lnTo>
                  <a:pt x="97469" y="429"/>
                </a:lnTo>
                <a:close/>
                <a:moveTo>
                  <a:pt x="143075" y="629"/>
                </a:moveTo>
                <a:lnTo>
                  <a:pt x="155819" y="686"/>
                </a:lnTo>
                <a:lnTo>
                  <a:pt x="155762" y="13087"/>
                </a:lnTo>
                <a:lnTo>
                  <a:pt x="143018" y="13030"/>
                </a:lnTo>
                <a:lnTo>
                  <a:pt x="143075" y="629"/>
                </a:lnTo>
                <a:close/>
                <a:moveTo>
                  <a:pt x="197396" y="886"/>
                </a:moveTo>
                <a:lnTo>
                  <a:pt x="209512" y="943"/>
                </a:lnTo>
                <a:lnTo>
                  <a:pt x="209455" y="13316"/>
                </a:lnTo>
                <a:lnTo>
                  <a:pt x="197339" y="13259"/>
                </a:lnTo>
                <a:lnTo>
                  <a:pt x="197396" y="886"/>
                </a:lnTo>
                <a:close/>
                <a:moveTo>
                  <a:pt x="243173" y="1086"/>
                </a:moveTo>
                <a:lnTo>
                  <a:pt x="254946" y="1143"/>
                </a:lnTo>
                <a:lnTo>
                  <a:pt x="254889" y="13516"/>
                </a:lnTo>
                <a:lnTo>
                  <a:pt x="243116" y="13459"/>
                </a:lnTo>
                <a:lnTo>
                  <a:pt x="243173" y="1086"/>
                </a:lnTo>
                <a:close/>
                <a:moveTo>
                  <a:pt x="291922" y="1286"/>
                </a:moveTo>
                <a:lnTo>
                  <a:pt x="304810" y="1343"/>
                </a:lnTo>
                <a:lnTo>
                  <a:pt x="304752" y="13745"/>
                </a:lnTo>
                <a:lnTo>
                  <a:pt x="291865" y="13687"/>
                </a:lnTo>
                <a:lnTo>
                  <a:pt x="291922" y="1286"/>
                </a:lnTo>
                <a:close/>
                <a:moveTo>
                  <a:pt x="345129" y="1543"/>
                </a:moveTo>
                <a:lnTo>
                  <a:pt x="359131" y="1600"/>
                </a:lnTo>
                <a:lnTo>
                  <a:pt x="359073" y="13973"/>
                </a:lnTo>
                <a:lnTo>
                  <a:pt x="345072" y="13916"/>
                </a:lnTo>
                <a:lnTo>
                  <a:pt x="345129" y="1543"/>
                </a:lnTo>
                <a:close/>
                <a:moveTo>
                  <a:pt x="393106" y="1743"/>
                </a:moveTo>
                <a:lnTo>
                  <a:pt x="404679" y="1800"/>
                </a:lnTo>
                <a:lnTo>
                  <a:pt x="404622" y="14173"/>
                </a:lnTo>
                <a:lnTo>
                  <a:pt x="393049" y="14116"/>
                </a:lnTo>
                <a:lnTo>
                  <a:pt x="393106" y="1743"/>
                </a:lnTo>
                <a:close/>
                <a:moveTo>
                  <a:pt x="440455" y="1943"/>
                </a:moveTo>
                <a:lnTo>
                  <a:pt x="452714" y="2000"/>
                </a:lnTo>
                <a:lnTo>
                  <a:pt x="452657" y="14402"/>
                </a:lnTo>
                <a:lnTo>
                  <a:pt x="440398" y="14345"/>
                </a:lnTo>
                <a:lnTo>
                  <a:pt x="440455" y="1943"/>
                </a:lnTo>
                <a:close/>
                <a:moveTo>
                  <a:pt x="490518" y="2172"/>
                </a:moveTo>
                <a:lnTo>
                  <a:pt x="503463" y="2229"/>
                </a:lnTo>
                <a:lnTo>
                  <a:pt x="503406" y="14630"/>
                </a:lnTo>
                <a:lnTo>
                  <a:pt x="490461" y="14573"/>
                </a:lnTo>
                <a:lnTo>
                  <a:pt x="490518" y="2172"/>
                </a:lnTo>
                <a:close/>
                <a:moveTo>
                  <a:pt x="543268" y="2400"/>
                </a:moveTo>
                <a:lnTo>
                  <a:pt x="556870" y="2457"/>
                </a:lnTo>
                <a:lnTo>
                  <a:pt x="556812" y="14859"/>
                </a:lnTo>
                <a:lnTo>
                  <a:pt x="543211" y="14773"/>
                </a:lnTo>
                <a:lnTo>
                  <a:pt x="543268" y="2400"/>
                </a:lnTo>
                <a:close/>
                <a:moveTo>
                  <a:pt x="592045" y="2629"/>
                </a:moveTo>
                <a:lnTo>
                  <a:pt x="603647" y="2686"/>
                </a:lnTo>
                <a:lnTo>
                  <a:pt x="603590" y="15059"/>
                </a:lnTo>
                <a:lnTo>
                  <a:pt x="591988" y="15002"/>
                </a:lnTo>
                <a:lnTo>
                  <a:pt x="592045" y="2629"/>
                </a:lnTo>
                <a:close/>
                <a:moveTo>
                  <a:pt x="639166" y="2829"/>
                </a:moveTo>
                <a:lnTo>
                  <a:pt x="651224" y="2886"/>
                </a:lnTo>
                <a:lnTo>
                  <a:pt x="651167" y="15259"/>
                </a:lnTo>
                <a:lnTo>
                  <a:pt x="639108" y="15202"/>
                </a:lnTo>
                <a:lnTo>
                  <a:pt x="639166" y="2829"/>
                </a:lnTo>
                <a:close/>
                <a:moveTo>
                  <a:pt x="688086" y="3029"/>
                </a:moveTo>
                <a:lnTo>
                  <a:pt x="700573" y="3086"/>
                </a:lnTo>
                <a:lnTo>
                  <a:pt x="700516" y="15488"/>
                </a:lnTo>
                <a:lnTo>
                  <a:pt x="688029" y="15430"/>
                </a:lnTo>
                <a:lnTo>
                  <a:pt x="688086" y="3029"/>
                </a:lnTo>
                <a:close/>
                <a:moveTo>
                  <a:pt x="738807" y="3258"/>
                </a:moveTo>
                <a:lnTo>
                  <a:pt x="751751" y="3315"/>
                </a:lnTo>
                <a:lnTo>
                  <a:pt x="751694" y="15716"/>
                </a:lnTo>
                <a:lnTo>
                  <a:pt x="738749" y="15659"/>
                </a:lnTo>
                <a:lnTo>
                  <a:pt x="738807" y="3258"/>
                </a:lnTo>
                <a:close/>
                <a:moveTo>
                  <a:pt x="791299" y="3486"/>
                </a:moveTo>
                <a:lnTo>
                  <a:pt x="804729" y="3543"/>
                </a:lnTo>
                <a:lnTo>
                  <a:pt x="804672" y="15945"/>
                </a:lnTo>
                <a:lnTo>
                  <a:pt x="791242" y="15888"/>
                </a:lnTo>
                <a:lnTo>
                  <a:pt x="791299" y="3486"/>
                </a:lnTo>
                <a:close/>
                <a:moveTo>
                  <a:pt x="840105" y="3715"/>
                </a:moveTo>
                <a:lnTo>
                  <a:pt x="851792" y="3772"/>
                </a:lnTo>
                <a:lnTo>
                  <a:pt x="851735" y="16145"/>
                </a:lnTo>
                <a:lnTo>
                  <a:pt x="840048" y="16088"/>
                </a:lnTo>
                <a:lnTo>
                  <a:pt x="840105" y="3715"/>
                </a:lnTo>
                <a:close/>
                <a:moveTo>
                  <a:pt x="887339" y="3915"/>
                </a:moveTo>
                <a:lnTo>
                  <a:pt x="899341" y="3972"/>
                </a:lnTo>
                <a:lnTo>
                  <a:pt x="899284" y="16345"/>
                </a:lnTo>
                <a:lnTo>
                  <a:pt x="887282" y="16288"/>
                </a:lnTo>
                <a:lnTo>
                  <a:pt x="887339" y="3915"/>
                </a:lnTo>
                <a:close/>
                <a:moveTo>
                  <a:pt x="935831" y="4143"/>
                </a:moveTo>
                <a:lnTo>
                  <a:pt x="948176" y="4201"/>
                </a:lnTo>
                <a:lnTo>
                  <a:pt x="948119" y="16574"/>
                </a:lnTo>
                <a:lnTo>
                  <a:pt x="935774" y="16516"/>
                </a:lnTo>
                <a:lnTo>
                  <a:pt x="935831" y="4143"/>
                </a:lnTo>
                <a:close/>
                <a:moveTo>
                  <a:pt x="985637" y="4372"/>
                </a:moveTo>
                <a:lnTo>
                  <a:pt x="998296" y="4401"/>
                </a:lnTo>
                <a:lnTo>
                  <a:pt x="998239" y="16802"/>
                </a:lnTo>
                <a:lnTo>
                  <a:pt x="985580" y="16745"/>
                </a:lnTo>
                <a:lnTo>
                  <a:pt x="985637" y="4372"/>
                </a:lnTo>
                <a:close/>
                <a:moveTo>
                  <a:pt x="1036730" y="4572"/>
                </a:moveTo>
                <a:lnTo>
                  <a:pt x="1049703" y="4629"/>
                </a:lnTo>
                <a:lnTo>
                  <a:pt x="1049645" y="17031"/>
                </a:lnTo>
                <a:lnTo>
                  <a:pt x="1036672" y="16974"/>
                </a:lnTo>
                <a:lnTo>
                  <a:pt x="1036730" y="4572"/>
                </a:lnTo>
                <a:close/>
                <a:moveTo>
                  <a:pt x="1089136" y="4801"/>
                </a:moveTo>
                <a:lnTo>
                  <a:pt x="1102424" y="4858"/>
                </a:lnTo>
                <a:lnTo>
                  <a:pt x="1102366" y="17259"/>
                </a:lnTo>
                <a:lnTo>
                  <a:pt x="1089079" y="17202"/>
                </a:lnTo>
                <a:lnTo>
                  <a:pt x="1089136" y="4801"/>
                </a:lnTo>
                <a:close/>
                <a:moveTo>
                  <a:pt x="1137371" y="5029"/>
                </a:moveTo>
                <a:lnTo>
                  <a:pt x="1149144" y="5086"/>
                </a:lnTo>
                <a:lnTo>
                  <a:pt x="1149115" y="17459"/>
                </a:lnTo>
                <a:lnTo>
                  <a:pt x="1137314" y="17402"/>
                </a:lnTo>
                <a:lnTo>
                  <a:pt x="1137371" y="5029"/>
                </a:lnTo>
                <a:close/>
                <a:moveTo>
                  <a:pt x="1184834" y="5229"/>
                </a:moveTo>
                <a:lnTo>
                  <a:pt x="1196864" y="5286"/>
                </a:lnTo>
                <a:lnTo>
                  <a:pt x="1196807" y="17688"/>
                </a:lnTo>
                <a:lnTo>
                  <a:pt x="1184777" y="17631"/>
                </a:lnTo>
                <a:lnTo>
                  <a:pt x="1184834" y="5229"/>
                </a:lnTo>
                <a:close/>
                <a:moveTo>
                  <a:pt x="1233268" y="5429"/>
                </a:moveTo>
                <a:lnTo>
                  <a:pt x="1245527" y="5486"/>
                </a:lnTo>
                <a:lnTo>
                  <a:pt x="1245470" y="17888"/>
                </a:lnTo>
                <a:lnTo>
                  <a:pt x="1233211" y="17831"/>
                </a:lnTo>
                <a:lnTo>
                  <a:pt x="1233268" y="5429"/>
                </a:lnTo>
                <a:close/>
                <a:moveTo>
                  <a:pt x="1282646" y="5658"/>
                </a:moveTo>
                <a:lnTo>
                  <a:pt x="1295133" y="5715"/>
                </a:lnTo>
                <a:lnTo>
                  <a:pt x="1295105" y="18088"/>
                </a:lnTo>
                <a:lnTo>
                  <a:pt x="1282589" y="18059"/>
                </a:lnTo>
                <a:lnTo>
                  <a:pt x="1282646" y="5658"/>
                </a:lnTo>
                <a:close/>
                <a:moveTo>
                  <a:pt x="1333024" y="5886"/>
                </a:moveTo>
                <a:lnTo>
                  <a:pt x="1345768" y="5944"/>
                </a:lnTo>
                <a:lnTo>
                  <a:pt x="1345711" y="18317"/>
                </a:lnTo>
                <a:lnTo>
                  <a:pt x="1332967" y="18259"/>
                </a:lnTo>
                <a:lnTo>
                  <a:pt x="1333024" y="5886"/>
                </a:lnTo>
                <a:close/>
                <a:moveTo>
                  <a:pt x="1384344" y="6115"/>
                </a:moveTo>
                <a:lnTo>
                  <a:pt x="1397346" y="6172"/>
                </a:lnTo>
                <a:lnTo>
                  <a:pt x="1397289" y="18545"/>
                </a:lnTo>
                <a:lnTo>
                  <a:pt x="1384287" y="18488"/>
                </a:lnTo>
                <a:lnTo>
                  <a:pt x="1384344" y="6115"/>
                </a:lnTo>
                <a:close/>
                <a:moveTo>
                  <a:pt x="1436637" y="6344"/>
                </a:moveTo>
                <a:lnTo>
                  <a:pt x="1439951" y="6344"/>
                </a:lnTo>
                <a:lnTo>
                  <a:pt x="1439894" y="18745"/>
                </a:lnTo>
                <a:lnTo>
                  <a:pt x="1436580" y="18717"/>
                </a:lnTo>
                <a:lnTo>
                  <a:pt x="1436637" y="6344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BC6B7-EB68-419F-8BDA-0BAA97E1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180" y="2711910"/>
            <a:ext cx="944461" cy="12402"/>
          </a:xfrm>
          <a:custGeom xmlns:a="http://schemas.openxmlformats.org/drawingml/2006/main">
            <a:pathLst>
              <a:path w="944461" h="12402">
                <a:moveTo>
                  <a:pt x="0" y="0"/>
                </a:moveTo>
                <a:lnTo>
                  <a:pt x="10401" y="0"/>
                </a:lnTo>
                <a:lnTo>
                  <a:pt x="10401" y="12402"/>
                </a:lnTo>
                <a:lnTo>
                  <a:pt x="0" y="12402"/>
                </a:lnTo>
                <a:lnTo>
                  <a:pt x="0" y="0"/>
                </a:lnTo>
                <a:close/>
                <a:moveTo>
                  <a:pt x="47063" y="0"/>
                </a:moveTo>
                <a:lnTo>
                  <a:pt x="61379" y="0"/>
                </a:lnTo>
                <a:lnTo>
                  <a:pt x="61379" y="12402"/>
                </a:lnTo>
                <a:lnTo>
                  <a:pt x="47063" y="12402"/>
                </a:lnTo>
                <a:lnTo>
                  <a:pt x="47063" y="0"/>
                </a:lnTo>
                <a:close/>
                <a:moveTo>
                  <a:pt x="95441" y="0"/>
                </a:moveTo>
                <a:lnTo>
                  <a:pt x="108442" y="0"/>
                </a:lnTo>
                <a:lnTo>
                  <a:pt x="108442" y="12402"/>
                </a:lnTo>
                <a:lnTo>
                  <a:pt x="95441" y="12402"/>
                </a:lnTo>
                <a:lnTo>
                  <a:pt x="95441" y="0"/>
                </a:lnTo>
                <a:close/>
                <a:moveTo>
                  <a:pt x="146733" y="0"/>
                </a:moveTo>
                <a:lnTo>
                  <a:pt x="158105" y="0"/>
                </a:lnTo>
                <a:lnTo>
                  <a:pt x="158105" y="12402"/>
                </a:lnTo>
                <a:lnTo>
                  <a:pt x="146733" y="12402"/>
                </a:lnTo>
                <a:lnTo>
                  <a:pt x="146733" y="0"/>
                </a:lnTo>
                <a:close/>
                <a:moveTo>
                  <a:pt x="194767" y="0"/>
                </a:moveTo>
                <a:lnTo>
                  <a:pt x="207826" y="0"/>
                </a:lnTo>
                <a:lnTo>
                  <a:pt x="207826" y="12402"/>
                </a:lnTo>
                <a:lnTo>
                  <a:pt x="194767" y="12402"/>
                </a:lnTo>
                <a:lnTo>
                  <a:pt x="194767" y="0"/>
                </a:lnTo>
                <a:close/>
                <a:moveTo>
                  <a:pt x="246574" y="0"/>
                </a:moveTo>
                <a:lnTo>
                  <a:pt x="257947" y="0"/>
                </a:lnTo>
                <a:lnTo>
                  <a:pt x="257947" y="12402"/>
                </a:lnTo>
                <a:lnTo>
                  <a:pt x="246574" y="12402"/>
                </a:lnTo>
                <a:lnTo>
                  <a:pt x="246574" y="0"/>
                </a:lnTo>
                <a:close/>
                <a:moveTo>
                  <a:pt x="293608" y="0"/>
                </a:moveTo>
                <a:lnTo>
                  <a:pt x="306010" y="0"/>
                </a:lnTo>
                <a:lnTo>
                  <a:pt x="306010" y="12402"/>
                </a:lnTo>
                <a:lnTo>
                  <a:pt x="293608" y="12402"/>
                </a:lnTo>
                <a:lnTo>
                  <a:pt x="293608" y="0"/>
                </a:lnTo>
                <a:close/>
                <a:moveTo>
                  <a:pt x="344786" y="0"/>
                </a:moveTo>
                <a:lnTo>
                  <a:pt x="358216" y="0"/>
                </a:lnTo>
                <a:lnTo>
                  <a:pt x="358216" y="12402"/>
                </a:lnTo>
                <a:lnTo>
                  <a:pt x="344786" y="12402"/>
                </a:lnTo>
                <a:lnTo>
                  <a:pt x="344786" y="0"/>
                </a:lnTo>
                <a:close/>
                <a:moveTo>
                  <a:pt x="394306" y="0"/>
                </a:moveTo>
                <a:lnTo>
                  <a:pt x="406022" y="0"/>
                </a:lnTo>
                <a:lnTo>
                  <a:pt x="406022" y="12402"/>
                </a:lnTo>
                <a:lnTo>
                  <a:pt x="394306" y="12402"/>
                </a:lnTo>
                <a:lnTo>
                  <a:pt x="394306" y="0"/>
                </a:lnTo>
                <a:close/>
                <a:moveTo>
                  <a:pt x="442255" y="0"/>
                </a:moveTo>
                <a:lnTo>
                  <a:pt x="454657" y="0"/>
                </a:lnTo>
                <a:lnTo>
                  <a:pt x="454657" y="12402"/>
                </a:lnTo>
                <a:lnTo>
                  <a:pt x="442255" y="12402"/>
                </a:lnTo>
                <a:lnTo>
                  <a:pt x="442255" y="0"/>
                </a:lnTo>
                <a:close/>
                <a:moveTo>
                  <a:pt x="492919" y="0"/>
                </a:moveTo>
                <a:lnTo>
                  <a:pt x="506035" y="0"/>
                </a:lnTo>
                <a:lnTo>
                  <a:pt x="506035" y="12402"/>
                </a:lnTo>
                <a:lnTo>
                  <a:pt x="492919" y="12402"/>
                </a:lnTo>
                <a:lnTo>
                  <a:pt x="492919" y="0"/>
                </a:lnTo>
                <a:close/>
                <a:moveTo>
                  <a:pt x="544039" y="0"/>
                </a:moveTo>
                <a:lnTo>
                  <a:pt x="555669" y="0"/>
                </a:lnTo>
                <a:lnTo>
                  <a:pt x="555669" y="12402"/>
                </a:lnTo>
                <a:lnTo>
                  <a:pt x="544039" y="12402"/>
                </a:lnTo>
                <a:lnTo>
                  <a:pt x="544039" y="0"/>
                </a:lnTo>
                <a:close/>
                <a:moveTo>
                  <a:pt x="591302" y="0"/>
                </a:moveTo>
                <a:lnTo>
                  <a:pt x="603418" y="0"/>
                </a:lnTo>
                <a:lnTo>
                  <a:pt x="603418" y="12402"/>
                </a:lnTo>
                <a:lnTo>
                  <a:pt x="591302" y="12402"/>
                </a:lnTo>
                <a:lnTo>
                  <a:pt x="591302" y="0"/>
                </a:lnTo>
                <a:close/>
                <a:moveTo>
                  <a:pt x="640537" y="0"/>
                </a:moveTo>
                <a:lnTo>
                  <a:pt x="653139" y="0"/>
                </a:lnTo>
                <a:lnTo>
                  <a:pt x="653139" y="12402"/>
                </a:lnTo>
                <a:lnTo>
                  <a:pt x="640537" y="12402"/>
                </a:lnTo>
                <a:lnTo>
                  <a:pt x="640537" y="0"/>
                </a:lnTo>
                <a:close/>
                <a:moveTo>
                  <a:pt x="691715" y="0"/>
                </a:moveTo>
                <a:lnTo>
                  <a:pt x="704831" y="0"/>
                </a:lnTo>
                <a:lnTo>
                  <a:pt x="704831" y="12402"/>
                </a:lnTo>
                <a:lnTo>
                  <a:pt x="691715" y="12402"/>
                </a:lnTo>
                <a:lnTo>
                  <a:pt x="691715" y="0"/>
                </a:lnTo>
                <a:close/>
                <a:moveTo>
                  <a:pt x="741978" y="0"/>
                </a:moveTo>
                <a:lnTo>
                  <a:pt x="753723" y="0"/>
                </a:lnTo>
                <a:lnTo>
                  <a:pt x="753723" y="12402"/>
                </a:lnTo>
                <a:lnTo>
                  <a:pt x="741978" y="12402"/>
                </a:lnTo>
                <a:lnTo>
                  <a:pt x="741978" y="0"/>
                </a:lnTo>
                <a:close/>
                <a:moveTo>
                  <a:pt x="789556" y="0"/>
                </a:moveTo>
                <a:lnTo>
                  <a:pt x="801700" y="0"/>
                </a:lnTo>
                <a:lnTo>
                  <a:pt x="801700" y="12402"/>
                </a:lnTo>
                <a:lnTo>
                  <a:pt x="789556" y="12402"/>
                </a:lnTo>
                <a:lnTo>
                  <a:pt x="789556" y="0"/>
                </a:lnTo>
                <a:close/>
                <a:moveTo>
                  <a:pt x="838619" y="0"/>
                </a:moveTo>
                <a:lnTo>
                  <a:pt x="851106" y="0"/>
                </a:lnTo>
                <a:lnTo>
                  <a:pt x="851106" y="12402"/>
                </a:lnTo>
                <a:lnTo>
                  <a:pt x="838619" y="12402"/>
                </a:lnTo>
                <a:lnTo>
                  <a:pt x="838619" y="0"/>
                </a:lnTo>
                <a:close/>
                <a:moveTo>
                  <a:pt x="889168" y="0"/>
                </a:moveTo>
                <a:lnTo>
                  <a:pt x="902027" y="0"/>
                </a:lnTo>
                <a:lnTo>
                  <a:pt x="902027" y="12402"/>
                </a:lnTo>
                <a:lnTo>
                  <a:pt x="889168" y="12402"/>
                </a:lnTo>
                <a:lnTo>
                  <a:pt x="889168" y="0"/>
                </a:lnTo>
                <a:close/>
                <a:moveTo>
                  <a:pt x="941175" y="0"/>
                </a:moveTo>
                <a:lnTo>
                  <a:pt x="944461" y="0"/>
                </a:lnTo>
                <a:lnTo>
                  <a:pt x="944461" y="12402"/>
                </a:lnTo>
                <a:lnTo>
                  <a:pt x="941175" y="12402"/>
                </a:lnTo>
                <a:lnTo>
                  <a:pt x="941175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16DDD-6CDF-4647-B23A-3C009390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482" y="2717940"/>
            <a:ext cx="1677381" cy="562213"/>
          </a:xfrm>
          <a:custGeom xmlns:a="http://schemas.openxmlformats.org/drawingml/2006/main">
            <a:pathLst>
              <a:path w="1677381" h="562213" fill="none">
                <a:moveTo>
                  <a:pt x="0" y="562213"/>
                </a:moveTo>
                <a:cubicBezTo>
                  <a:pt x="1118397" y="562213"/>
                  <a:pt x="1677381" y="374790"/>
                  <a:pt x="16769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386" cap="flat">
            <a:solidFill>
              <a:srgbClr val="3700CC"/>
            </a:solidFill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2127D-7105-4A69-BD1F-915D1200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775" y="2685450"/>
            <a:ext cx="43377" cy="43491"/>
          </a:xfrm>
          <a:custGeom xmlns:a="http://schemas.openxmlformats.org/drawingml/2006/main">
            <a:pathLst>
              <a:path w="43377" h="43491">
                <a:moveTo>
                  <a:pt x="21688" y="0"/>
                </a:moveTo>
                <a:lnTo>
                  <a:pt x="43377" y="43348"/>
                </a:lnTo>
                <a:lnTo>
                  <a:pt x="21688" y="32490"/>
                </a:lnTo>
                <a:lnTo>
                  <a:pt x="0" y="43491"/>
                </a:lnTo>
                <a:lnTo>
                  <a:pt x="21688" y="0"/>
                </a:lnTo>
              </a:path>
            </a:pathLst>
          </a:custGeom>
          <a:solidFill xmlns:a="http://schemas.openxmlformats.org/drawingml/2006/main">
            <a:srgbClr val="37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4DF0C4-DA90-4577-969B-556B9C19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775" y="2685450"/>
            <a:ext cx="43377" cy="43491"/>
          </a:xfrm>
          <a:custGeom xmlns:a="http://schemas.openxmlformats.org/drawingml/2006/main">
            <a:pathLst>
              <a:path w="43377" h="43491" fill="none">
                <a:moveTo>
                  <a:pt x="21688" y="0"/>
                </a:moveTo>
                <a:lnTo>
                  <a:pt x="43377" y="43348"/>
                </a:lnTo>
                <a:lnTo>
                  <a:pt x="21688" y="32490"/>
                </a:lnTo>
                <a:lnTo>
                  <a:pt x="0" y="43491"/>
                </a:lnTo>
                <a:lnTo>
                  <a:pt x="2168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86" cap="flat">
            <a:solidFill>
              <a:srgbClr val="3700CC"/>
            </a:solidFill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735B2-47A3-482A-AF06-9D2E3A62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948" y="3560159"/>
            <a:ext cx="128216" cy="127073"/>
          </a:xfrm>
          <a:custGeom xmlns:a="http://schemas.openxmlformats.org/drawingml/2006/main">
            <a:pathLst>
              <a:path w="128216" h="127073">
                <a:moveTo>
                  <a:pt x="3572" y="45034"/>
                </a:moveTo>
                <a:cubicBezTo>
                  <a:pt x="1200" y="45034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01" y="26660"/>
                  <a:pt x="7115" y="20345"/>
                  <a:pt x="9373" y="14059"/>
                </a:cubicBezTo>
                <a:lnTo>
                  <a:pt x="12573" y="4886"/>
                </a:lnTo>
                <a:cubicBezTo>
                  <a:pt x="13202" y="2629"/>
                  <a:pt x="14002" y="1000"/>
                  <a:pt x="15030" y="0"/>
                </a:cubicBezTo>
                <a:lnTo>
                  <a:pt x="102870" y="0"/>
                </a:lnTo>
                <a:lnTo>
                  <a:pt x="119786" y="0"/>
                </a:lnTo>
                <a:cubicBezTo>
                  <a:pt x="123758" y="0"/>
                  <a:pt x="126159" y="57"/>
                  <a:pt x="126902" y="171"/>
                </a:cubicBezTo>
                <a:cubicBezTo>
                  <a:pt x="127645" y="314"/>
                  <a:pt x="128102" y="857"/>
                  <a:pt x="128216" y="1857"/>
                </a:cubicBezTo>
                <a:cubicBezTo>
                  <a:pt x="128216" y="2629"/>
                  <a:pt x="127159" y="9744"/>
                  <a:pt x="125016" y="23260"/>
                </a:cubicBezTo>
                <a:cubicBezTo>
                  <a:pt x="122901" y="36776"/>
                  <a:pt x="121701" y="43605"/>
                  <a:pt x="121472" y="43748"/>
                </a:cubicBezTo>
                <a:cubicBezTo>
                  <a:pt x="121472" y="44606"/>
                  <a:pt x="120272" y="45034"/>
                  <a:pt x="117900" y="45034"/>
                </a:cubicBezTo>
                <a:cubicBezTo>
                  <a:pt x="116757" y="45034"/>
                  <a:pt x="116015" y="45034"/>
                  <a:pt x="115643" y="45034"/>
                </a:cubicBezTo>
                <a:cubicBezTo>
                  <a:pt x="115272" y="45034"/>
                  <a:pt x="114872" y="44720"/>
                  <a:pt x="114529" y="44120"/>
                </a:cubicBezTo>
                <a:lnTo>
                  <a:pt x="114129" y="43548"/>
                </a:lnTo>
                <a:cubicBezTo>
                  <a:pt x="114129" y="42777"/>
                  <a:pt x="114529" y="39976"/>
                  <a:pt x="115272" y="35090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60"/>
                  <a:pt x="115586" y="15945"/>
                  <a:pt x="113957" y="13716"/>
                </a:cubicBezTo>
                <a:cubicBezTo>
                  <a:pt x="112328" y="11459"/>
                  <a:pt x="108871" y="9887"/>
                  <a:pt x="103613" y="9001"/>
                </a:cubicBezTo>
                <a:cubicBezTo>
                  <a:pt x="102984" y="8887"/>
                  <a:pt x="99355" y="8744"/>
                  <a:pt x="92726" y="8630"/>
                </a:cubicBezTo>
                <a:cubicBezTo>
                  <a:pt x="86982" y="8630"/>
                  <a:pt x="83353" y="8687"/>
                  <a:pt x="81839" y="8801"/>
                </a:cubicBezTo>
                <a:cubicBezTo>
                  <a:pt x="80353" y="8944"/>
                  <a:pt x="79210" y="9430"/>
                  <a:pt x="78467" y="10316"/>
                </a:cubicBezTo>
                <a:cubicBezTo>
                  <a:pt x="78353" y="10430"/>
                  <a:pt x="73895" y="27889"/>
                  <a:pt x="65122" y="62694"/>
                </a:cubicBezTo>
                <a:cubicBezTo>
                  <a:pt x="56378" y="97498"/>
                  <a:pt x="52007" y="115186"/>
                  <a:pt x="52007" y="115814"/>
                </a:cubicBezTo>
                <a:cubicBezTo>
                  <a:pt x="52007" y="117329"/>
                  <a:pt x="57493" y="118215"/>
                  <a:pt x="68523" y="118443"/>
                </a:cubicBezTo>
                <a:cubicBezTo>
                  <a:pt x="72523" y="118443"/>
                  <a:pt x="75095" y="118501"/>
                  <a:pt x="76210" y="118643"/>
                </a:cubicBezTo>
                <a:cubicBezTo>
                  <a:pt x="77353" y="118758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53" y="122958"/>
                </a:cubicBezTo>
                <a:cubicBezTo>
                  <a:pt x="76838" y="125216"/>
                  <a:pt x="76267" y="126530"/>
                  <a:pt x="75638" y="126902"/>
                </a:cubicBezTo>
                <a:lnTo>
                  <a:pt x="75295" y="127073"/>
                </a:lnTo>
                <a:cubicBezTo>
                  <a:pt x="74895" y="127073"/>
                  <a:pt x="74466" y="127073"/>
                  <a:pt x="73952" y="127073"/>
                </a:cubicBezTo>
                <a:cubicBezTo>
                  <a:pt x="73352" y="127073"/>
                  <a:pt x="70066" y="127016"/>
                  <a:pt x="64208" y="126902"/>
                </a:cubicBezTo>
                <a:cubicBezTo>
                  <a:pt x="58322" y="126787"/>
                  <a:pt x="49863" y="126702"/>
                  <a:pt x="38862" y="126702"/>
                </a:cubicBezTo>
                <a:cubicBezTo>
                  <a:pt x="22717" y="126702"/>
                  <a:pt x="12459" y="126844"/>
                  <a:pt x="8058" y="127073"/>
                </a:cubicBezTo>
                <a:lnTo>
                  <a:pt x="5258" y="127073"/>
                </a:lnTo>
                <a:cubicBezTo>
                  <a:pt x="4515" y="126330"/>
                  <a:pt x="4115" y="125759"/>
                  <a:pt x="4115" y="125416"/>
                </a:cubicBezTo>
                <a:cubicBezTo>
                  <a:pt x="4115" y="125016"/>
                  <a:pt x="4258" y="123901"/>
                  <a:pt x="4515" y="122015"/>
                </a:cubicBezTo>
                <a:cubicBezTo>
                  <a:pt x="5001" y="120386"/>
                  <a:pt x="5629" y="119215"/>
                  <a:pt x="6372" y="118443"/>
                </a:cubicBezTo>
                <a:lnTo>
                  <a:pt x="11630" y="118443"/>
                </a:lnTo>
                <a:lnTo>
                  <a:pt x="13687" y="118443"/>
                </a:lnTo>
                <a:cubicBezTo>
                  <a:pt x="23717" y="118443"/>
                  <a:pt x="29661" y="117900"/>
                  <a:pt x="31547" y="116757"/>
                </a:cubicBezTo>
                <a:cubicBezTo>
                  <a:pt x="31661" y="116643"/>
                  <a:pt x="31775" y="116586"/>
                  <a:pt x="31918" y="116586"/>
                </a:cubicBezTo>
                <a:cubicBezTo>
                  <a:pt x="32518" y="116215"/>
                  <a:pt x="33176" y="114929"/>
                  <a:pt x="33804" y="112814"/>
                </a:cubicBezTo>
                <a:cubicBezTo>
                  <a:pt x="34404" y="110700"/>
                  <a:pt x="36919" y="100870"/>
                  <a:pt x="41291" y="83353"/>
                </a:cubicBezTo>
                <a:cubicBezTo>
                  <a:pt x="43434" y="74838"/>
                  <a:pt x="45177" y="67894"/>
                  <a:pt x="46549" y="62494"/>
                </a:cubicBezTo>
                <a:cubicBezTo>
                  <a:pt x="55321" y="28089"/>
                  <a:pt x="59693" y="10516"/>
                  <a:pt x="59693" y="9744"/>
                </a:cubicBezTo>
                <a:cubicBezTo>
                  <a:pt x="59693" y="9115"/>
                  <a:pt x="57893" y="8801"/>
                  <a:pt x="54264" y="8801"/>
                </a:cubicBezTo>
                <a:lnTo>
                  <a:pt x="48435" y="8801"/>
                </a:lnTo>
                <a:cubicBezTo>
                  <a:pt x="40034" y="8801"/>
                  <a:pt x="34547" y="9201"/>
                  <a:pt x="31918" y="9944"/>
                </a:cubicBezTo>
                <a:cubicBezTo>
                  <a:pt x="26289" y="11201"/>
                  <a:pt x="21888" y="13745"/>
                  <a:pt x="18774" y="17631"/>
                </a:cubicBezTo>
                <a:cubicBezTo>
                  <a:pt x="15631" y="21517"/>
                  <a:pt x="12259" y="28775"/>
                  <a:pt x="8630" y="39433"/>
                </a:cubicBezTo>
                <a:cubicBezTo>
                  <a:pt x="7744" y="42177"/>
                  <a:pt x="7115" y="43805"/>
                  <a:pt x="6744" y="44291"/>
                </a:cubicBezTo>
                <a:cubicBezTo>
                  <a:pt x="6372" y="44806"/>
                  <a:pt x="5515" y="45034"/>
                  <a:pt x="4115" y="45034"/>
                </a:cubicBezTo>
                <a:lnTo>
                  <a:pt x="3572" y="45034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8E761-655B-4B79-8387-C2164B55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948" y="3560159"/>
            <a:ext cx="128216" cy="127073"/>
          </a:xfrm>
          <a:custGeom xmlns:a="http://schemas.openxmlformats.org/drawingml/2006/main">
            <a:pathLst>
              <a:path w="128216" h="127073" fill="none">
                <a:moveTo>
                  <a:pt x="3572" y="45034"/>
                </a:moveTo>
                <a:cubicBezTo>
                  <a:pt x="1200" y="45034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01" y="26660"/>
                  <a:pt x="7115" y="20345"/>
                  <a:pt x="9373" y="14059"/>
                </a:cubicBezTo>
                <a:lnTo>
                  <a:pt x="12573" y="4886"/>
                </a:lnTo>
                <a:cubicBezTo>
                  <a:pt x="13202" y="2629"/>
                  <a:pt x="14002" y="1000"/>
                  <a:pt x="15030" y="0"/>
                </a:cubicBezTo>
                <a:lnTo>
                  <a:pt x="102870" y="0"/>
                </a:lnTo>
                <a:lnTo>
                  <a:pt x="119786" y="0"/>
                </a:lnTo>
                <a:cubicBezTo>
                  <a:pt x="123758" y="0"/>
                  <a:pt x="126159" y="57"/>
                  <a:pt x="126902" y="171"/>
                </a:cubicBezTo>
                <a:cubicBezTo>
                  <a:pt x="127645" y="314"/>
                  <a:pt x="128102" y="857"/>
                  <a:pt x="128216" y="1857"/>
                </a:cubicBezTo>
                <a:cubicBezTo>
                  <a:pt x="128216" y="2629"/>
                  <a:pt x="127159" y="9744"/>
                  <a:pt x="125016" y="23260"/>
                </a:cubicBezTo>
                <a:cubicBezTo>
                  <a:pt x="122901" y="36776"/>
                  <a:pt x="121701" y="43605"/>
                  <a:pt x="121472" y="43748"/>
                </a:cubicBezTo>
                <a:cubicBezTo>
                  <a:pt x="121472" y="44606"/>
                  <a:pt x="120272" y="45034"/>
                  <a:pt x="117900" y="45034"/>
                </a:cubicBezTo>
                <a:cubicBezTo>
                  <a:pt x="116757" y="45034"/>
                  <a:pt x="116015" y="45034"/>
                  <a:pt x="115643" y="45034"/>
                </a:cubicBezTo>
                <a:cubicBezTo>
                  <a:pt x="115272" y="45034"/>
                  <a:pt x="114872" y="44720"/>
                  <a:pt x="114529" y="44120"/>
                </a:cubicBezTo>
                <a:lnTo>
                  <a:pt x="114129" y="43548"/>
                </a:lnTo>
                <a:cubicBezTo>
                  <a:pt x="114129" y="42777"/>
                  <a:pt x="114529" y="39976"/>
                  <a:pt x="115272" y="35090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60"/>
                  <a:pt x="115586" y="15945"/>
                  <a:pt x="113957" y="13716"/>
                </a:cubicBezTo>
                <a:cubicBezTo>
                  <a:pt x="112328" y="11459"/>
                  <a:pt x="108871" y="9887"/>
                  <a:pt x="103613" y="9001"/>
                </a:cubicBezTo>
                <a:cubicBezTo>
                  <a:pt x="102984" y="8887"/>
                  <a:pt x="99355" y="8744"/>
                  <a:pt x="92726" y="8630"/>
                </a:cubicBezTo>
                <a:cubicBezTo>
                  <a:pt x="86982" y="8630"/>
                  <a:pt x="83353" y="8687"/>
                  <a:pt x="81839" y="8801"/>
                </a:cubicBezTo>
                <a:cubicBezTo>
                  <a:pt x="80353" y="8944"/>
                  <a:pt x="79210" y="9430"/>
                  <a:pt x="78467" y="10316"/>
                </a:cubicBezTo>
                <a:cubicBezTo>
                  <a:pt x="78353" y="10430"/>
                  <a:pt x="73895" y="27889"/>
                  <a:pt x="65122" y="62694"/>
                </a:cubicBezTo>
                <a:cubicBezTo>
                  <a:pt x="56378" y="97498"/>
                  <a:pt x="52007" y="115186"/>
                  <a:pt x="52007" y="115814"/>
                </a:cubicBezTo>
                <a:cubicBezTo>
                  <a:pt x="52007" y="117329"/>
                  <a:pt x="57493" y="118215"/>
                  <a:pt x="68523" y="118443"/>
                </a:cubicBezTo>
                <a:cubicBezTo>
                  <a:pt x="72523" y="118443"/>
                  <a:pt x="75095" y="118501"/>
                  <a:pt x="76210" y="118643"/>
                </a:cubicBezTo>
                <a:cubicBezTo>
                  <a:pt x="77353" y="118758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53" y="122958"/>
                </a:cubicBezTo>
                <a:cubicBezTo>
                  <a:pt x="76838" y="125216"/>
                  <a:pt x="76267" y="126530"/>
                  <a:pt x="75638" y="126902"/>
                </a:cubicBezTo>
                <a:lnTo>
                  <a:pt x="75295" y="127073"/>
                </a:lnTo>
                <a:cubicBezTo>
                  <a:pt x="74895" y="127073"/>
                  <a:pt x="74466" y="127073"/>
                  <a:pt x="73952" y="127073"/>
                </a:cubicBezTo>
                <a:cubicBezTo>
                  <a:pt x="73352" y="127073"/>
                  <a:pt x="70066" y="127016"/>
                  <a:pt x="64208" y="126902"/>
                </a:cubicBezTo>
                <a:cubicBezTo>
                  <a:pt x="58322" y="126787"/>
                  <a:pt x="49863" y="126702"/>
                  <a:pt x="38862" y="126702"/>
                </a:cubicBezTo>
                <a:cubicBezTo>
                  <a:pt x="22717" y="126702"/>
                  <a:pt x="12459" y="126844"/>
                  <a:pt x="8058" y="127073"/>
                </a:cubicBezTo>
                <a:lnTo>
                  <a:pt x="5258" y="127073"/>
                </a:lnTo>
                <a:cubicBezTo>
                  <a:pt x="4515" y="126330"/>
                  <a:pt x="4115" y="125759"/>
                  <a:pt x="4115" y="125416"/>
                </a:cubicBezTo>
                <a:cubicBezTo>
                  <a:pt x="4115" y="125016"/>
                  <a:pt x="4258" y="123901"/>
                  <a:pt x="4515" y="122015"/>
                </a:cubicBezTo>
                <a:cubicBezTo>
                  <a:pt x="5001" y="120386"/>
                  <a:pt x="5629" y="119215"/>
                  <a:pt x="6372" y="118443"/>
                </a:cubicBezTo>
                <a:lnTo>
                  <a:pt x="11630" y="118443"/>
                </a:lnTo>
                <a:lnTo>
                  <a:pt x="13687" y="118443"/>
                </a:lnTo>
                <a:cubicBezTo>
                  <a:pt x="23717" y="118443"/>
                  <a:pt x="29661" y="117900"/>
                  <a:pt x="31547" y="116757"/>
                </a:cubicBezTo>
                <a:cubicBezTo>
                  <a:pt x="31661" y="116643"/>
                  <a:pt x="31775" y="116586"/>
                  <a:pt x="31918" y="116586"/>
                </a:cubicBezTo>
                <a:cubicBezTo>
                  <a:pt x="32518" y="116215"/>
                  <a:pt x="33176" y="114929"/>
                  <a:pt x="33804" y="112814"/>
                </a:cubicBezTo>
                <a:cubicBezTo>
                  <a:pt x="34404" y="110700"/>
                  <a:pt x="36919" y="100870"/>
                  <a:pt x="41291" y="83353"/>
                </a:cubicBezTo>
                <a:cubicBezTo>
                  <a:pt x="43434" y="74838"/>
                  <a:pt x="45177" y="67894"/>
                  <a:pt x="46549" y="62494"/>
                </a:cubicBezTo>
                <a:cubicBezTo>
                  <a:pt x="55321" y="28089"/>
                  <a:pt x="59693" y="10516"/>
                  <a:pt x="59693" y="9744"/>
                </a:cubicBezTo>
                <a:cubicBezTo>
                  <a:pt x="59693" y="9115"/>
                  <a:pt x="57893" y="8801"/>
                  <a:pt x="54264" y="8801"/>
                </a:cubicBezTo>
                <a:lnTo>
                  <a:pt x="48435" y="8801"/>
                </a:lnTo>
                <a:cubicBezTo>
                  <a:pt x="40034" y="8801"/>
                  <a:pt x="34547" y="9201"/>
                  <a:pt x="31918" y="9944"/>
                </a:cubicBezTo>
                <a:cubicBezTo>
                  <a:pt x="26289" y="11201"/>
                  <a:pt x="21888" y="13745"/>
                  <a:pt x="18774" y="17631"/>
                </a:cubicBezTo>
                <a:cubicBezTo>
                  <a:pt x="15631" y="21517"/>
                  <a:pt x="12259" y="28775"/>
                  <a:pt x="8630" y="39433"/>
                </a:cubicBezTo>
                <a:cubicBezTo>
                  <a:pt x="7744" y="42177"/>
                  <a:pt x="7115" y="43805"/>
                  <a:pt x="6744" y="44291"/>
                </a:cubicBezTo>
                <a:cubicBezTo>
                  <a:pt x="6372" y="44806"/>
                  <a:pt x="5515" y="45034"/>
                  <a:pt x="4115" y="45034"/>
                </a:cubicBezTo>
                <a:lnTo>
                  <a:pt x="3572" y="450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2951A-CD71-474D-9708-4139417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220" y="3656886"/>
            <a:ext cx="62779" cy="59865"/>
          </a:xfrm>
          <a:custGeom xmlns:a="http://schemas.openxmlformats.org/drawingml/2006/main">
            <a:pathLst>
              <a:path w="62779" h="59865">
                <a:moveTo>
                  <a:pt x="0" y="37690"/>
                </a:moveTo>
                <a:cubicBezTo>
                  <a:pt x="0" y="28746"/>
                  <a:pt x="3343" y="20260"/>
                  <a:pt x="10087" y="12202"/>
                </a:cubicBezTo>
                <a:cubicBezTo>
                  <a:pt x="16802" y="4143"/>
                  <a:pt x="24374" y="86"/>
                  <a:pt x="32776" y="0"/>
                </a:cubicBezTo>
                <a:cubicBezTo>
                  <a:pt x="37290" y="0"/>
                  <a:pt x="41262" y="2143"/>
                  <a:pt x="44720" y="6487"/>
                </a:cubicBezTo>
                <a:cubicBezTo>
                  <a:pt x="46149" y="3829"/>
                  <a:pt x="48177" y="2515"/>
                  <a:pt x="50835" y="2515"/>
                </a:cubicBezTo>
                <a:cubicBezTo>
                  <a:pt x="51978" y="2515"/>
                  <a:pt x="53007" y="2858"/>
                  <a:pt x="53864" y="3572"/>
                </a:cubicBezTo>
                <a:cubicBezTo>
                  <a:pt x="54750" y="4286"/>
                  <a:pt x="55207" y="5172"/>
                  <a:pt x="55207" y="6229"/>
                </a:cubicBezTo>
                <a:cubicBezTo>
                  <a:pt x="55207" y="7372"/>
                  <a:pt x="53578" y="14459"/>
                  <a:pt x="50292" y="27461"/>
                </a:cubicBezTo>
                <a:cubicBezTo>
                  <a:pt x="47034" y="40462"/>
                  <a:pt x="45349" y="47806"/>
                  <a:pt x="45234" y="49492"/>
                </a:cubicBezTo>
                <a:cubicBezTo>
                  <a:pt x="45234" y="51692"/>
                  <a:pt x="45549" y="53178"/>
                  <a:pt x="46177" y="53892"/>
                </a:cubicBezTo>
                <a:cubicBezTo>
                  <a:pt x="46806" y="54578"/>
                  <a:pt x="47720" y="54978"/>
                  <a:pt x="48978" y="55064"/>
                </a:cubicBezTo>
                <a:cubicBezTo>
                  <a:pt x="49778" y="54978"/>
                  <a:pt x="50663" y="54578"/>
                  <a:pt x="51635" y="53892"/>
                </a:cubicBezTo>
                <a:cubicBezTo>
                  <a:pt x="53492" y="52092"/>
                  <a:pt x="55293" y="47863"/>
                  <a:pt x="57064" y="41119"/>
                </a:cubicBezTo>
                <a:cubicBezTo>
                  <a:pt x="57607" y="39376"/>
                  <a:pt x="58036" y="38433"/>
                  <a:pt x="58379" y="38348"/>
                </a:cubicBezTo>
                <a:cubicBezTo>
                  <a:pt x="58579" y="38262"/>
                  <a:pt x="59007" y="38205"/>
                  <a:pt x="59722" y="38205"/>
                </a:cubicBezTo>
                <a:lnTo>
                  <a:pt x="60236" y="38205"/>
                </a:lnTo>
                <a:cubicBezTo>
                  <a:pt x="61922" y="38205"/>
                  <a:pt x="62779" y="38605"/>
                  <a:pt x="62779" y="39405"/>
                </a:cubicBezTo>
                <a:cubicBezTo>
                  <a:pt x="62779" y="39948"/>
                  <a:pt x="62551" y="41119"/>
                  <a:pt x="62093" y="43005"/>
                </a:cubicBezTo>
                <a:cubicBezTo>
                  <a:pt x="61665" y="44863"/>
                  <a:pt x="60779" y="47234"/>
                  <a:pt x="59465" y="50149"/>
                </a:cubicBezTo>
                <a:cubicBezTo>
                  <a:pt x="58122" y="53064"/>
                  <a:pt x="56721" y="55293"/>
                  <a:pt x="55207" y="56779"/>
                </a:cubicBezTo>
                <a:cubicBezTo>
                  <a:pt x="54064" y="57950"/>
                  <a:pt x="52635" y="58893"/>
                  <a:pt x="50949" y="59579"/>
                </a:cubicBezTo>
                <a:cubicBezTo>
                  <a:pt x="50235" y="59750"/>
                  <a:pt x="49178" y="59865"/>
                  <a:pt x="47777" y="59865"/>
                </a:cubicBezTo>
                <a:cubicBezTo>
                  <a:pt x="44777" y="59865"/>
                  <a:pt x="42234" y="59179"/>
                  <a:pt x="40205" y="57864"/>
                </a:cubicBezTo>
                <a:cubicBezTo>
                  <a:pt x="38176" y="56521"/>
                  <a:pt x="36833" y="55150"/>
                  <a:pt x="36233" y="53750"/>
                </a:cubicBezTo>
                <a:lnTo>
                  <a:pt x="35433" y="51749"/>
                </a:lnTo>
                <a:cubicBezTo>
                  <a:pt x="35347" y="51664"/>
                  <a:pt x="35176" y="51692"/>
                  <a:pt x="34890" y="51892"/>
                </a:cubicBezTo>
                <a:cubicBezTo>
                  <a:pt x="34719" y="52064"/>
                  <a:pt x="34547" y="52235"/>
                  <a:pt x="34376" y="52407"/>
                </a:cubicBezTo>
                <a:cubicBezTo>
                  <a:pt x="29146" y="57379"/>
                  <a:pt x="23832" y="59865"/>
                  <a:pt x="18431" y="59865"/>
                </a:cubicBezTo>
                <a:cubicBezTo>
                  <a:pt x="13573" y="59865"/>
                  <a:pt x="9287" y="58064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19" y="12059"/>
                </a:cubicBezTo>
                <a:cubicBezTo>
                  <a:pt x="41091" y="10658"/>
                  <a:pt x="40091" y="9087"/>
                  <a:pt x="38491" y="7430"/>
                </a:cubicBezTo>
                <a:cubicBezTo>
                  <a:pt x="36890" y="5744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887"/>
                </a:cubicBezTo>
                <a:cubicBezTo>
                  <a:pt x="20660" y="11630"/>
                  <a:pt x="18431" y="15202"/>
                  <a:pt x="16859" y="19631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62"/>
                  <a:pt x="11401" y="42148"/>
                  <a:pt x="11401" y="42862"/>
                </a:cubicBezTo>
                <a:cubicBezTo>
                  <a:pt x="11401" y="43577"/>
                  <a:pt x="11373" y="44091"/>
                  <a:pt x="11259" y="44434"/>
                </a:cubicBezTo>
                <a:cubicBezTo>
                  <a:pt x="11259" y="48435"/>
                  <a:pt x="12087" y="51178"/>
                  <a:pt x="13659" y="52692"/>
                </a:cubicBezTo>
                <a:cubicBezTo>
                  <a:pt x="15259" y="54178"/>
                  <a:pt x="17145" y="54978"/>
                  <a:pt x="19374" y="55064"/>
                </a:cubicBezTo>
                <a:cubicBezTo>
                  <a:pt x="22746" y="55064"/>
                  <a:pt x="26060" y="53607"/>
                  <a:pt x="29318" y="50692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19" y="38833"/>
                  <a:pt x="38748" y="29718"/>
                </a:cubicBezTo>
                <a:cubicBezTo>
                  <a:pt x="40948" y="20603"/>
                  <a:pt x="42120" y="15688"/>
                  <a:pt x="42205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58CB3-5DD1-4C1D-9219-676FBAAC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220" y="3656886"/>
            <a:ext cx="62779" cy="59865"/>
          </a:xfrm>
          <a:custGeom xmlns:a="http://schemas.openxmlformats.org/drawingml/2006/main">
            <a:pathLst>
              <a:path w="62779" h="59865" fill="none">
                <a:moveTo>
                  <a:pt x="0" y="37690"/>
                </a:moveTo>
                <a:cubicBezTo>
                  <a:pt x="0" y="28746"/>
                  <a:pt x="3343" y="20260"/>
                  <a:pt x="10087" y="12202"/>
                </a:cubicBezTo>
                <a:cubicBezTo>
                  <a:pt x="16802" y="4143"/>
                  <a:pt x="24374" y="86"/>
                  <a:pt x="32776" y="0"/>
                </a:cubicBezTo>
                <a:cubicBezTo>
                  <a:pt x="37290" y="0"/>
                  <a:pt x="41262" y="2143"/>
                  <a:pt x="44720" y="6487"/>
                </a:cubicBezTo>
                <a:cubicBezTo>
                  <a:pt x="46149" y="3829"/>
                  <a:pt x="48177" y="2515"/>
                  <a:pt x="50835" y="2515"/>
                </a:cubicBezTo>
                <a:cubicBezTo>
                  <a:pt x="51978" y="2515"/>
                  <a:pt x="53007" y="2858"/>
                  <a:pt x="53864" y="3572"/>
                </a:cubicBezTo>
                <a:cubicBezTo>
                  <a:pt x="54750" y="4286"/>
                  <a:pt x="55207" y="5172"/>
                  <a:pt x="55207" y="6229"/>
                </a:cubicBezTo>
                <a:cubicBezTo>
                  <a:pt x="55207" y="7372"/>
                  <a:pt x="53578" y="14459"/>
                  <a:pt x="50292" y="27461"/>
                </a:cubicBezTo>
                <a:cubicBezTo>
                  <a:pt x="47034" y="40462"/>
                  <a:pt x="45349" y="47806"/>
                  <a:pt x="45234" y="49492"/>
                </a:cubicBezTo>
                <a:cubicBezTo>
                  <a:pt x="45234" y="51692"/>
                  <a:pt x="45549" y="53178"/>
                  <a:pt x="46177" y="53892"/>
                </a:cubicBezTo>
                <a:cubicBezTo>
                  <a:pt x="46806" y="54578"/>
                  <a:pt x="47720" y="54978"/>
                  <a:pt x="48978" y="55064"/>
                </a:cubicBezTo>
                <a:cubicBezTo>
                  <a:pt x="49778" y="54978"/>
                  <a:pt x="50663" y="54578"/>
                  <a:pt x="51635" y="53892"/>
                </a:cubicBezTo>
                <a:cubicBezTo>
                  <a:pt x="53492" y="52092"/>
                  <a:pt x="55293" y="47863"/>
                  <a:pt x="57064" y="41119"/>
                </a:cubicBezTo>
                <a:cubicBezTo>
                  <a:pt x="57607" y="39376"/>
                  <a:pt x="58036" y="38433"/>
                  <a:pt x="58379" y="38348"/>
                </a:cubicBezTo>
                <a:cubicBezTo>
                  <a:pt x="58579" y="38262"/>
                  <a:pt x="59007" y="38205"/>
                  <a:pt x="59722" y="38205"/>
                </a:cubicBezTo>
                <a:lnTo>
                  <a:pt x="60236" y="38205"/>
                </a:lnTo>
                <a:cubicBezTo>
                  <a:pt x="61922" y="38205"/>
                  <a:pt x="62779" y="38605"/>
                  <a:pt x="62779" y="39405"/>
                </a:cubicBezTo>
                <a:cubicBezTo>
                  <a:pt x="62779" y="39948"/>
                  <a:pt x="62551" y="41119"/>
                  <a:pt x="62093" y="43005"/>
                </a:cubicBezTo>
                <a:cubicBezTo>
                  <a:pt x="61665" y="44863"/>
                  <a:pt x="60779" y="47234"/>
                  <a:pt x="59465" y="50149"/>
                </a:cubicBezTo>
                <a:cubicBezTo>
                  <a:pt x="58122" y="53064"/>
                  <a:pt x="56721" y="55293"/>
                  <a:pt x="55207" y="56779"/>
                </a:cubicBezTo>
                <a:cubicBezTo>
                  <a:pt x="54064" y="57950"/>
                  <a:pt x="52635" y="58893"/>
                  <a:pt x="50949" y="59579"/>
                </a:cubicBezTo>
                <a:cubicBezTo>
                  <a:pt x="50235" y="59750"/>
                  <a:pt x="49178" y="59865"/>
                  <a:pt x="47777" y="59865"/>
                </a:cubicBezTo>
                <a:cubicBezTo>
                  <a:pt x="44777" y="59865"/>
                  <a:pt x="42234" y="59179"/>
                  <a:pt x="40205" y="57864"/>
                </a:cubicBezTo>
                <a:cubicBezTo>
                  <a:pt x="38176" y="56521"/>
                  <a:pt x="36833" y="55150"/>
                  <a:pt x="36233" y="53750"/>
                </a:cubicBezTo>
                <a:lnTo>
                  <a:pt x="35433" y="51749"/>
                </a:lnTo>
                <a:cubicBezTo>
                  <a:pt x="35347" y="51664"/>
                  <a:pt x="35176" y="51692"/>
                  <a:pt x="34890" y="51892"/>
                </a:cubicBezTo>
                <a:cubicBezTo>
                  <a:pt x="34719" y="52064"/>
                  <a:pt x="34547" y="52235"/>
                  <a:pt x="34376" y="52407"/>
                </a:cubicBezTo>
                <a:cubicBezTo>
                  <a:pt x="29146" y="57379"/>
                  <a:pt x="23832" y="59865"/>
                  <a:pt x="18431" y="59865"/>
                </a:cubicBezTo>
                <a:cubicBezTo>
                  <a:pt x="13573" y="59865"/>
                  <a:pt x="9287" y="58064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19" y="12059"/>
                </a:cubicBezTo>
                <a:cubicBezTo>
                  <a:pt x="41091" y="10658"/>
                  <a:pt x="40091" y="9087"/>
                  <a:pt x="38491" y="7430"/>
                </a:cubicBezTo>
                <a:cubicBezTo>
                  <a:pt x="36890" y="5744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887"/>
                </a:cubicBezTo>
                <a:cubicBezTo>
                  <a:pt x="20660" y="11630"/>
                  <a:pt x="18431" y="15202"/>
                  <a:pt x="16859" y="19631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62"/>
                  <a:pt x="11401" y="42148"/>
                  <a:pt x="11401" y="42862"/>
                </a:cubicBezTo>
                <a:cubicBezTo>
                  <a:pt x="11401" y="43577"/>
                  <a:pt x="11373" y="44091"/>
                  <a:pt x="11259" y="44434"/>
                </a:cubicBezTo>
                <a:cubicBezTo>
                  <a:pt x="11259" y="48435"/>
                  <a:pt x="12087" y="51178"/>
                  <a:pt x="13659" y="52692"/>
                </a:cubicBezTo>
                <a:cubicBezTo>
                  <a:pt x="15259" y="54178"/>
                  <a:pt x="17145" y="54978"/>
                  <a:pt x="19374" y="55064"/>
                </a:cubicBezTo>
                <a:cubicBezTo>
                  <a:pt x="22746" y="55064"/>
                  <a:pt x="26060" y="53607"/>
                  <a:pt x="29318" y="50692"/>
                </a:cubicBezTo>
                <a:cubicBezTo>
                  <a:pt x="32604" y="47777"/>
                  <a:pt x="34547" y="45520"/>
                  <a:pt x="35176" y="43920"/>
                </a:cubicBezTo>
                <a:cubicBezTo>
                  <a:pt x="35347" y="43577"/>
                  <a:pt x="36519" y="38833"/>
                  <a:pt x="38748" y="29718"/>
                </a:cubicBezTo>
                <a:cubicBezTo>
                  <a:pt x="40948" y="20603"/>
                  <a:pt x="42120" y="15688"/>
                  <a:pt x="42205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BD892-70BE-4A64-A2D8-7541FE6C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094" y="3591306"/>
            <a:ext cx="166707" cy="98012"/>
          </a:xfrm>
          <a:custGeom xmlns:a="http://schemas.openxmlformats.org/drawingml/2006/main">
            <a:pathLst>
              <a:path w="166707" h="98012">
                <a:moveTo>
                  <a:pt x="0" y="51435"/>
                </a:moveTo>
                <a:cubicBezTo>
                  <a:pt x="0" y="51435"/>
                  <a:pt x="0" y="50635"/>
                  <a:pt x="0" y="49006"/>
                </a:cubicBezTo>
                <a:cubicBezTo>
                  <a:pt x="0" y="47377"/>
                  <a:pt x="886" y="46149"/>
                  <a:pt x="2629" y="45263"/>
                </a:cubicBezTo>
                <a:lnTo>
                  <a:pt x="146247" y="45263"/>
                </a:lnTo>
                <a:cubicBezTo>
                  <a:pt x="131731" y="34376"/>
                  <a:pt x="122787" y="20403"/>
                  <a:pt x="119386" y="3372"/>
                </a:cubicBezTo>
                <a:cubicBezTo>
                  <a:pt x="119386" y="3258"/>
                  <a:pt x="119386" y="3058"/>
                  <a:pt x="119386" y="2829"/>
                </a:cubicBezTo>
                <a:cubicBezTo>
                  <a:pt x="119386" y="2572"/>
                  <a:pt x="119329" y="2400"/>
                  <a:pt x="119215" y="2257"/>
                </a:cubicBezTo>
                <a:cubicBezTo>
                  <a:pt x="119215" y="772"/>
                  <a:pt x="120272" y="0"/>
                  <a:pt x="122387" y="0"/>
                </a:cubicBezTo>
                <a:lnTo>
                  <a:pt x="122958" y="0"/>
                </a:lnTo>
                <a:cubicBezTo>
                  <a:pt x="124073" y="0"/>
                  <a:pt x="124844" y="57"/>
                  <a:pt x="125216" y="200"/>
                </a:cubicBezTo>
                <a:cubicBezTo>
                  <a:pt x="125587" y="314"/>
                  <a:pt x="125959" y="571"/>
                  <a:pt x="126330" y="943"/>
                </a:cubicBezTo>
                <a:cubicBezTo>
                  <a:pt x="126730" y="1314"/>
                  <a:pt x="126902" y="1886"/>
                  <a:pt x="126902" y="2629"/>
                </a:cubicBezTo>
                <a:cubicBezTo>
                  <a:pt x="126902" y="3372"/>
                  <a:pt x="127102" y="4401"/>
                  <a:pt x="127473" y="5629"/>
                </a:cubicBezTo>
                <a:cubicBezTo>
                  <a:pt x="127845" y="6887"/>
                  <a:pt x="128359" y="8458"/>
                  <a:pt x="128988" y="10344"/>
                </a:cubicBezTo>
                <a:cubicBezTo>
                  <a:pt x="131731" y="18717"/>
                  <a:pt x="136303" y="26232"/>
                  <a:pt x="142675" y="32861"/>
                </a:cubicBezTo>
                <a:cubicBezTo>
                  <a:pt x="149047" y="39491"/>
                  <a:pt x="156505" y="44206"/>
                  <a:pt x="165021" y="46949"/>
                </a:cubicBezTo>
                <a:cubicBezTo>
                  <a:pt x="166135" y="47320"/>
                  <a:pt x="166707" y="48006"/>
                  <a:pt x="166707" y="49006"/>
                </a:cubicBezTo>
                <a:cubicBezTo>
                  <a:pt x="166707" y="49749"/>
                  <a:pt x="166392" y="50321"/>
                  <a:pt x="165764" y="50692"/>
                </a:cubicBezTo>
                <a:cubicBezTo>
                  <a:pt x="165135" y="51064"/>
                  <a:pt x="163649" y="51692"/>
                  <a:pt x="161277" y="52578"/>
                </a:cubicBezTo>
                <a:cubicBezTo>
                  <a:pt x="158877" y="53435"/>
                  <a:pt x="156505" y="54635"/>
                  <a:pt x="154134" y="56150"/>
                </a:cubicBezTo>
                <a:cubicBezTo>
                  <a:pt x="148990" y="59407"/>
                  <a:pt x="144561" y="63151"/>
                  <a:pt x="140789" y="67408"/>
                </a:cubicBezTo>
                <a:cubicBezTo>
                  <a:pt x="137046" y="71666"/>
                  <a:pt x="134245" y="75838"/>
                  <a:pt x="132359" y="79981"/>
                </a:cubicBezTo>
                <a:cubicBezTo>
                  <a:pt x="130473" y="84096"/>
                  <a:pt x="129159" y="87239"/>
                  <a:pt x="128416" y="89354"/>
                </a:cubicBezTo>
                <a:cubicBezTo>
                  <a:pt x="127645" y="91497"/>
                  <a:pt x="127159" y="93440"/>
                  <a:pt x="126902" y="95183"/>
                </a:cubicBezTo>
                <a:cubicBezTo>
                  <a:pt x="126644" y="96441"/>
                  <a:pt x="126330" y="97184"/>
                  <a:pt x="125959" y="97441"/>
                </a:cubicBezTo>
                <a:cubicBezTo>
                  <a:pt x="125587" y="97698"/>
                  <a:pt x="124587" y="97869"/>
                  <a:pt x="122958" y="98012"/>
                </a:cubicBezTo>
                <a:cubicBezTo>
                  <a:pt x="120472" y="98012"/>
                  <a:pt x="119215" y="97326"/>
                  <a:pt x="119215" y="95926"/>
                </a:cubicBezTo>
                <a:cubicBezTo>
                  <a:pt x="119215" y="95069"/>
                  <a:pt x="119529" y="93497"/>
                  <a:pt x="120158" y="91240"/>
                </a:cubicBezTo>
                <a:cubicBezTo>
                  <a:pt x="124158" y="75467"/>
                  <a:pt x="132845" y="62665"/>
                  <a:pt x="146247" y="52778"/>
                </a:cubicBezTo>
                <a:lnTo>
                  <a:pt x="2629" y="52778"/>
                </a:lnTo>
                <a:cubicBezTo>
                  <a:pt x="886" y="51892"/>
                  <a:pt x="0" y="50635"/>
                  <a:pt x="0" y="49006"/>
                </a:cubicBezTo>
                <a:lnTo>
                  <a:pt x="0" y="5143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8AAF4-1337-4488-AFC7-A9377421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094" y="3591306"/>
            <a:ext cx="166707" cy="98012"/>
          </a:xfrm>
          <a:custGeom xmlns:a="http://schemas.openxmlformats.org/drawingml/2006/main">
            <a:pathLst>
              <a:path w="166707" h="98012" fill="none">
                <a:moveTo>
                  <a:pt x="0" y="51435"/>
                </a:moveTo>
                <a:cubicBezTo>
                  <a:pt x="0" y="51435"/>
                  <a:pt x="0" y="50635"/>
                  <a:pt x="0" y="49006"/>
                </a:cubicBezTo>
                <a:cubicBezTo>
                  <a:pt x="0" y="47377"/>
                  <a:pt x="886" y="46149"/>
                  <a:pt x="2629" y="45263"/>
                </a:cubicBezTo>
                <a:lnTo>
                  <a:pt x="146247" y="45263"/>
                </a:lnTo>
                <a:cubicBezTo>
                  <a:pt x="131731" y="34376"/>
                  <a:pt x="122787" y="20403"/>
                  <a:pt x="119386" y="3372"/>
                </a:cubicBezTo>
                <a:cubicBezTo>
                  <a:pt x="119386" y="3258"/>
                  <a:pt x="119386" y="3058"/>
                  <a:pt x="119386" y="2829"/>
                </a:cubicBezTo>
                <a:cubicBezTo>
                  <a:pt x="119386" y="2572"/>
                  <a:pt x="119329" y="2400"/>
                  <a:pt x="119215" y="2257"/>
                </a:cubicBezTo>
                <a:cubicBezTo>
                  <a:pt x="119215" y="772"/>
                  <a:pt x="120272" y="0"/>
                  <a:pt x="122387" y="0"/>
                </a:cubicBezTo>
                <a:lnTo>
                  <a:pt x="122958" y="0"/>
                </a:lnTo>
                <a:cubicBezTo>
                  <a:pt x="124073" y="0"/>
                  <a:pt x="124844" y="57"/>
                  <a:pt x="125216" y="200"/>
                </a:cubicBezTo>
                <a:cubicBezTo>
                  <a:pt x="125587" y="314"/>
                  <a:pt x="125959" y="571"/>
                  <a:pt x="126330" y="943"/>
                </a:cubicBezTo>
                <a:cubicBezTo>
                  <a:pt x="126730" y="1314"/>
                  <a:pt x="126902" y="1886"/>
                  <a:pt x="126902" y="2629"/>
                </a:cubicBezTo>
                <a:cubicBezTo>
                  <a:pt x="126902" y="3372"/>
                  <a:pt x="127102" y="4401"/>
                  <a:pt x="127473" y="5629"/>
                </a:cubicBezTo>
                <a:cubicBezTo>
                  <a:pt x="127845" y="6887"/>
                  <a:pt x="128359" y="8458"/>
                  <a:pt x="128988" y="10344"/>
                </a:cubicBezTo>
                <a:cubicBezTo>
                  <a:pt x="131731" y="18717"/>
                  <a:pt x="136303" y="26232"/>
                  <a:pt x="142675" y="32861"/>
                </a:cubicBezTo>
                <a:cubicBezTo>
                  <a:pt x="149047" y="39491"/>
                  <a:pt x="156505" y="44206"/>
                  <a:pt x="165021" y="46949"/>
                </a:cubicBezTo>
                <a:cubicBezTo>
                  <a:pt x="166135" y="47320"/>
                  <a:pt x="166707" y="48006"/>
                  <a:pt x="166707" y="49006"/>
                </a:cubicBezTo>
                <a:cubicBezTo>
                  <a:pt x="166707" y="49749"/>
                  <a:pt x="166392" y="50321"/>
                  <a:pt x="165764" y="50692"/>
                </a:cubicBezTo>
                <a:cubicBezTo>
                  <a:pt x="165135" y="51064"/>
                  <a:pt x="163649" y="51692"/>
                  <a:pt x="161277" y="52578"/>
                </a:cubicBezTo>
                <a:cubicBezTo>
                  <a:pt x="158877" y="53435"/>
                  <a:pt x="156505" y="54635"/>
                  <a:pt x="154134" y="56150"/>
                </a:cubicBezTo>
                <a:cubicBezTo>
                  <a:pt x="148990" y="59407"/>
                  <a:pt x="144561" y="63151"/>
                  <a:pt x="140789" y="67408"/>
                </a:cubicBezTo>
                <a:cubicBezTo>
                  <a:pt x="137046" y="71666"/>
                  <a:pt x="134245" y="75838"/>
                  <a:pt x="132359" y="79981"/>
                </a:cubicBezTo>
                <a:cubicBezTo>
                  <a:pt x="130473" y="84096"/>
                  <a:pt x="129159" y="87239"/>
                  <a:pt x="128416" y="89354"/>
                </a:cubicBezTo>
                <a:cubicBezTo>
                  <a:pt x="127645" y="91497"/>
                  <a:pt x="127159" y="93440"/>
                  <a:pt x="126902" y="95183"/>
                </a:cubicBezTo>
                <a:cubicBezTo>
                  <a:pt x="126644" y="96441"/>
                  <a:pt x="126330" y="97184"/>
                  <a:pt x="125959" y="97441"/>
                </a:cubicBezTo>
                <a:cubicBezTo>
                  <a:pt x="125587" y="97698"/>
                  <a:pt x="124587" y="97869"/>
                  <a:pt x="122958" y="98012"/>
                </a:cubicBezTo>
                <a:cubicBezTo>
                  <a:pt x="120472" y="98012"/>
                  <a:pt x="119215" y="97326"/>
                  <a:pt x="119215" y="95926"/>
                </a:cubicBezTo>
                <a:cubicBezTo>
                  <a:pt x="119215" y="95069"/>
                  <a:pt x="119529" y="93497"/>
                  <a:pt x="120158" y="91240"/>
                </a:cubicBezTo>
                <a:cubicBezTo>
                  <a:pt x="124158" y="75467"/>
                  <a:pt x="132845" y="62665"/>
                  <a:pt x="146247" y="52778"/>
                </a:cubicBezTo>
                <a:lnTo>
                  <a:pt x="2629" y="52778"/>
                </a:lnTo>
                <a:cubicBezTo>
                  <a:pt x="886" y="51892"/>
                  <a:pt x="0" y="50635"/>
                  <a:pt x="0" y="49006"/>
                </a:cubicBezTo>
                <a:lnTo>
                  <a:pt x="0" y="514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8931C-1F1B-4FF0-9AF5-6B3AA229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982" y="3546443"/>
            <a:ext cx="42005" cy="187738"/>
          </a:xfrm>
          <a:custGeom xmlns:a="http://schemas.openxmlformats.org/drawingml/2006/main">
            <a:pathLst>
              <a:path w="42005" h="187738">
                <a:moveTo>
                  <a:pt x="42005" y="184366"/>
                </a:moveTo>
                <a:cubicBezTo>
                  <a:pt x="41862" y="185223"/>
                  <a:pt x="41491" y="185995"/>
                  <a:pt x="40862" y="186623"/>
                </a:cubicBezTo>
                <a:cubicBezTo>
                  <a:pt x="40234" y="187223"/>
                  <a:pt x="39376" y="187623"/>
                  <a:pt x="38233" y="187738"/>
                </a:cubicBezTo>
                <a:cubicBezTo>
                  <a:pt x="36976" y="187738"/>
                  <a:pt x="35919" y="187109"/>
                  <a:pt x="35062" y="185852"/>
                </a:cubicBezTo>
                <a:cubicBezTo>
                  <a:pt x="34661" y="184995"/>
                  <a:pt x="28804" y="169593"/>
                  <a:pt x="17402" y="139675"/>
                </a:cubicBezTo>
                <a:cubicBezTo>
                  <a:pt x="6001" y="109757"/>
                  <a:pt x="257" y="94498"/>
                  <a:pt x="143" y="93869"/>
                </a:cubicBezTo>
                <a:cubicBezTo>
                  <a:pt x="0" y="93240"/>
                  <a:pt x="5686" y="77981"/>
                  <a:pt x="17231" y="48063"/>
                </a:cubicBezTo>
                <a:cubicBezTo>
                  <a:pt x="28718" y="18145"/>
                  <a:pt x="34661" y="2772"/>
                  <a:pt x="35062" y="1886"/>
                </a:cubicBezTo>
                <a:cubicBezTo>
                  <a:pt x="35433" y="1257"/>
                  <a:pt x="36062" y="686"/>
                  <a:pt x="36919" y="200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43"/>
                  <a:pt x="42005" y="3400"/>
                </a:cubicBezTo>
                <a:cubicBezTo>
                  <a:pt x="42005" y="4000"/>
                  <a:pt x="36347" y="19202"/>
                  <a:pt x="25089" y="49006"/>
                </a:cubicBezTo>
                <a:cubicBezTo>
                  <a:pt x="13716" y="78667"/>
                  <a:pt x="8030" y="93612"/>
                  <a:pt x="8030" y="93869"/>
                </a:cubicBezTo>
                <a:cubicBezTo>
                  <a:pt x="8030" y="94126"/>
                  <a:pt x="13716" y="109071"/>
                  <a:pt x="25089" y="138732"/>
                </a:cubicBezTo>
                <a:cubicBezTo>
                  <a:pt x="36347" y="168535"/>
                  <a:pt x="42005" y="183737"/>
                  <a:pt x="42005" y="184366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5F455-C4F2-48AA-9B52-0D72A11A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982" y="3546443"/>
            <a:ext cx="42005" cy="187738"/>
          </a:xfrm>
          <a:custGeom xmlns:a="http://schemas.openxmlformats.org/drawingml/2006/main">
            <a:pathLst>
              <a:path w="42005" h="187738" fill="none">
                <a:moveTo>
                  <a:pt x="42005" y="184366"/>
                </a:moveTo>
                <a:cubicBezTo>
                  <a:pt x="41862" y="185223"/>
                  <a:pt x="41491" y="185995"/>
                  <a:pt x="40862" y="186623"/>
                </a:cubicBezTo>
                <a:cubicBezTo>
                  <a:pt x="40234" y="187223"/>
                  <a:pt x="39376" y="187623"/>
                  <a:pt x="38233" y="187738"/>
                </a:cubicBezTo>
                <a:cubicBezTo>
                  <a:pt x="36976" y="187738"/>
                  <a:pt x="35919" y="187109"/>
                  <a:pt x="35062" y="185852"/>
                </a:cubicBezTo>
                <a:cubicBezTo>
                  <a:pt x="34661" y="184995"/>
                  <a:pt x="28804" y="169593"/>
                  <a:pt x="17402" y="139675"/>
                </a:cubicBezTo>
                <a:cubicBezTo>
                  <a:pt x="6001" y="109757"/>
                  <a:pt x="257" y="94498"/>
                  <a:pt x="143" y="93869"/>
                </a:cubicBezTo>
                <a:cubicBezTo>
                  <a:pt x="0" y="93240"/>
                  <a:pt x="5686" y="77981"/>
                  <a:pt x="17231" y="48063"/>
                </a:cubicBezTo>
                <a:cubicBezTo>
                  <a:pt x="28718" y="18145"/>
                  <a:pt x="34661" y="2772"/>
                  <a:pt x="35062" y="1886"/>
                </a:cubicBezTo>
                <a:cubicBezTo>
                  <a:pt x="35433" y="1257"/>
                  <a:pt x="36062" y="686"/>
                  <a:pt x="36919" y="200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43"/>
                  <a:pt x="42005" y="3400"/>
                </a:cubicBezTo>
                <a:cubicBezTo>
                  <a:pt x="42005" y="4000"/>
                  <a:pt x="36347" y="19202"/>
                  <a:pt x="25089" y="49006"/>
                </a:cubicBezTo>
                <a:cubicBezTo>
                  <a:pt x="13716" y="78667"/>
                  <a:pt x="8030" y="93612"/>
                  <a:pt x="8030" y="93869"/>
                </a:cubicBezTo>
                <a:cubicBezTo>
                  <a:pt x="8030" y="94126"/>
                  <a:pt x="13716" y="109071"/>
                  <a:pt x="25089" y="138732"/>
                </a:cubicBezTo>
                <a:cubicBezTo>
                  <a:pt x="36347" y="168535"/>
                  <a:pt x="42005" y="183737"/>
                  <a:pt x="42005" y="1843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A28A7-9B8E-4F5B-B687-43AFDE6B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447" y="3560159"/>
            <a:ext cx="128216" cy="127073"/>
          </a:xfrm>
          <a:custGeom xmlns:a="http://schemas.openxmlformats.org/drawingml/2006/main">
            <a:pathLst>
              <a:path w="128216" h="127073">
                <a:moveTo>
                  <a:pt x="3572" y="45034"/>
                </a:moveTo>
                <a:cubicBezTo>
                  <a:pt x="1172" y="45034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01" y="26660"/>
                  <a:pt x="7115" y="20345"/>
                  <a:pt x="9373" y="14059"/>
                </a:cubicBezTo>
                <a:lnTo>
                  <a:pt x="12573" y="4886"/>
                </a:lnTo>
                <a:cubicBezTo>
                  <a:pt x="13202" y="2629"/>
                  <a:pt x="14002" y="1000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58" y="0"/>
                  <a:pt x="126130" y="57"/>
                  <a:pt x="126902" y="171"/>
                </a:cubicBezTo>
                <a:cubicBezTo>
                  <a:pt x="127645" y="314"/>
                  <a:pt x="128073" y="857"/>
                  <a:pt x="128216" y="1857"/>
                </a:cubicBezTo>
                <a:cubicBezTo>
                  <a:pt x="128216" y="2629"/>
                  <a:pt x="127159" y="9744"/>
                  <a:pt x="125016" y="23260"/>
                </a:cubicBezTo>
                <a:cubicBezTo>
                  <a:pt x="122901" y="36776"/>
                  <a:pt x="121701" y="43605"/>
                  <a:pt x="121444" y="43748"/>
                </a:cubicBezTo>
                <a:cubicBezTo>
                  <a:pt x="121444" y="44606"/>
                  <a:pt x="120272" y="45034"/>
                  <a:pt x="117872" y="45034"/>
                </a:cubicBezTo>
                <a:cubicBezTo>
                  <a:pt x="116757" y="45034"/>
                  <a:pt x="116015" y="45034"/>
                  <a:pt x="115614" y="45034"/>
                </a:cubicBezTo>
                <a:cubicBezTo>
                  <a:pt x="115272" y="45034"/>
                  <a:pt x="114872" y="44720"/>
                  <a:pt x="114500" y="44120"/>
                </a:cubicBezTo>
                <a:lnTo>
                  <a:pt x="114129" y="43548"/>
                </a:lnTo>
                <a:cubicBezTo>
                  <a:pt x="114129" y="42777"/>
                  <a:pt x="114500" y="39976"/>
                  <a:pt x="115272" y="35090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60"/>
                  <a:pt x="115586" y="15945"/>
                  <a:pt x="113929" y="13716"/>
                </a:cubicBezTo>
                <a:cubicBezTo>
                  <a:pt x="112300" y="11459"/>
                  <a:pt x="108871" y="9887"/>
                  <a:pt x="103613" y="9001"/>
                </a:cubicBezTo>
                <a:cubicBezTo>
                  <a:pt x="102984" y="8887"/>
                  <a:pt x="99355" y="8744"/>
                  <a:pt x="92726" y="8630"/>
                </a:cubicBezTo>
                <a:cubicBezTo>
                  <a:pt x="86982" y="8630"/>
                  <a:pt x="83325" y="8687"/>
                  <a:pt x="81839" y="8801"/>
                </a:cubicBezTo>
                <a:cubicBezTo>
                  <a:pt x="80324" y="8944"/>
                  <a:pt x="79210" y="9430"/>
                  <a:pt x="78467" y="10316"/>
                </a:cubicBezTo>
                <a:cubicBezTo>
                  <a:pt x="78324" y="10430"/>
                  <a:pt x="73895" y="27889"/>
                  <a:pt x="65122" y="62694"/>
                </a:cubicBezTo>
                <a:cubicBezTo>
                  <a:pt x="56378" y="97498"/>
                  <a:pt x="52007" y="115186"/>
                  <a:pt x="52007" y="115814"/>
                </a:cubicBezTo>
                <a:cubicBezTo>
                  <a:pt x="52007" y="117329"/>
                  <a:pt x="57493" y="118215"/>
                  <a:pt x="68523" y="118443"/>
                </a:cubicBezTo>
                <a:cubicBezTo>
                  <a:pt x="72523" y="118443"/>
                  <a:pt x="75067" y="118501"/>
                  <a:pt x="76210" y="118643"/>
                </a:cubicBezTo>
                <a:cubicBezTo>
                  <a:pt x="77324" y="118758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24" y="122958"/>
                </a:cubicBezTo>
                <a:cubicBezTo>
                  <a:pt x="76838" y="125216"/>
                  <a:pt x="76267" y="126530"/>
                  <a:pt x="75638" y="126902"/>
                </a:cubicBezTo>
                <a:lnTo>
                  <a:pt x="75267" y="127073"/>
                </a:lnTo>
                <a:cubicBezTo>
                  <a:pt x="74895" y="127073"/>
                  <a:pt x="74438" y="127073"/>
                  <a:pt x="73952" y="127073"/>
                </a:cubicBezTo>
                <a:cubicBezTo>
                  <a:pt x="73323" y="127073"/>
                  <a:pt x="70066" y="127016"/>
                  <a:pt x="64179" y="126902"/>
                </a:cubicBezTo>
                <a:cubicBezTo>
                  <a:pt x="58322" y="126787"/>
                  <a:pt x="49863" y="126702"/>
                  <a:pt x="38833" y="126702"/>
                </a:cubicBezTo>
                <a:cubicBezTo>
                  <a:pt x="22717" y="126702"/>
                  <a:pt x="12459" y="126844"/>
                  <a:pt x="8058" y="127073"/>
                </a:cubicBezTo>
                <a:lnTo>
                  <a:pt x="5258" y="127073"/>
                </a:lnTo>
                <a:cubicBezTo>
                  <a:pt x="4486" y="126330"/>
                  <a:pt x="4115" y="125759"/>
                  <a:pt x="4115" y="125416"/>
                </a:cubicBezTo>
                <a:cubicBezTo>
                  <a:pt x="4115" y="125016"/>
                  <a:pt x="4229" y="123901"/>
                  <a:pt x="4486" y="122015"/>
                </a:cubicBezTo>
                <a:cubicBezTo>
                  <a:pt x="5001" y="120386"/>
                  <a:pt x="5629" y="119215"/>
                  <a:pt x="6372" y="118443"/>
                </a:cubicBezTo>
                <a:lnTo>
                  <a:pt x="11630" y="118443"/>
                </a:lnTo>
                <a:lnTo>
                  <a:pt x="13687" y="118443"/>
                </a:lnTo>
                <a:cubicBezTo>
                  <a:pt x="23717" y="118443"/>
                  <a:pt x="29632" y="117900"/>
                  <a:pt x="31547" y="116757"/>
                </a:cubicBezTo>
                <a:cubicBezTo>
                  <a:pt x="31661" y="116643"/>
                  <a:pt x="31775" y="116586"/>
                  <a:pt x="31890" y="116586"/>
                </a:cubicBezTo>
                <a:cubicBezTo>
                  <a:pt x="32518" y="116215"/>
                  <a:pt x="33147" y="114929"/>
                  <a:pt x="33776" y="112814"/>
                </a:cubicBezTo>
                <a:cubicBezTo>
                  <a:pt x="34404" y="110700"/>
                  <a:pt x="36919" y="100870"/>
                  <a:pt x="41291" y="83353"/>
                </a:cubicBezTo>
                <a:cubicBezTo>
                  <a:pt x="43434" y="74838"/>
                  <a:pt x="45177" y="67894"/>
                  <a:pt x="46549" y="62494"/>
                </a:cubicBezTo>
                <a:cubicBezTo>
                  <a:pt x="55321" y="28089"/>
                  <a:pt x="59693" y="10516"/>
                  <a:pt x="59693" y="9744"/>
                </a:cubicBezTo>
                <a:cubicBezTo>
                  <a:pt x="59693" y="9115"/>
                  <a:pt x="57864" y="8801"/>
                  <a:pt x="54235" y="8801"/>
                </a:cubicBezTo>
                <a:lnTo>
                  <a:pt x="48435" y="8801"/>
                </a:lnTo>
                <a:cubicBezTo>
                  <a:pt x="40034" y="8801"/>
                  <a:pt x="34547" y="9201"/>
                  <a:pt x="31890" y="9944"/>
                </a:cubicBezTo>
                <a:cubicBezTo>
                  <a:pt x="26289" y="11201"/>
                  <a:pt x="21888" y="13745"/>
                  <a:pt x="18774" y="17631"/>
                </a:cubicBezTo>
                <a:cubicBezTo>
                  <a:pt x="15631" y="21517"/>
                  <a:pt x="12259" y="28775"/>
                  <a:pt x="8630" y="39433"/>
                </a:cubicBezTo>
                <a:cubicBezTo>
                  <a:pt x="7744" y="42177"/>
                  <a:pt x="7115" y="43805"/>
                  <a:pt x="6744" y="44291"/>
                </a:cubicBezTo>
                <a:cubicBezTo>
                  <a:pt x="6372" y="44806"/>
                  <a:pt x="5486" y="45034"/>
                  <a:pt x="4115" y="45034"/>
                </a:cubicBezTo>
                <a:lnTo>
                  <a:pt x="3572" y="45034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20BBE-D611-4D96-A54D-AAB5FDBF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447" y="3560159"/>
            <a:ext cx="128216" cy="127073"/>
          </a:xfrm>
          <a:custGeom xmlns:a="http://schemas.openxmlformats.org/drawingml/2006/main">
            <a:pathLst>
              <a:path w="128216" h="127073" fill="none">
                <a:moveTo>
                  <a:pt x="3572" y="45034"/>
                </a:moveTo>
                <a:cubicBezTo>
                  <a:pt x="1172" y="45034"/>
                  <a:pt x="0" y="44548"/>
                  <a:pt x="0" y="43548"/>
                </a:cubicBezTo>
                <a:cubicBezTo>
                  <a:pt x="0" y="42920"/>
                  <a:pt x="1000" y="39433"/>
                  <a:pt x="3000" y="33033"/>
                </a:cubicBezTo>
                <a:cubicBezTo>
                  <a:pt x="5001" y="26660"/>
                  <a:pt x="7115" y="20345"/>
                  <a:pt x="9373" y="14059"/>
                </a:cubicBezTo>
                <a:lnTo>
                  <a:pt x="12573" y="4886"/>
                </a:lnTo>
                <a:cubicBezTo>
                  <a:pt x="13202" y="2629"/>
                  <a:pt x="14002" y="1000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58" y="0"/>
                  <a:pt x="126130" y="57"/>
                  <a:pt x="126902" y="171"/>
                </a:cubicBezTo>
                <a:cubicBezTo>
                  <a:pt x="127645" y="314"/>
                  <a:pt x="128073" y="857"/>
                  <a:pt x="128216" y="1857"/>
                </a:cubicBezTo>
                <a:cubicBezTo>
                  <a:pt x="128216" y="2629"/>
                  <a:pt x="127159" y="9744"/>
                  <a:pt x="125016" y="23260"/>
                </a:cubicBezTo>
                <a:cubicBezTo>
                  <a:pt x="122901" y="36776"/>
                  <a:pt x="121701" y="43605"/>
                  <a:pt x="121444" y="43748"/>
                </a:cubicBezTo>
                <a:cubicBezTo>
                  <a:pt x="121444" y="44606"/>
                  <a:pt x="120272" y="45034"/>
                  <a:pt x="117872" y="45034"/>
                </a:cubicBezTo>
                <a:cubicBezTo>
                  <a:pt x="116757" y="45034"/>
                  <a:pt x="116015" y="45034"/>
                  <a:pt x="115614" y="45034"/>
                </a:cubicBezTo>
                <a:cubicBezTo>
                  <a:pt x="115272" y="45034"/>
                  <a:pt x="114872" y="44720"/>
                  <a:pt x="114500" y="44120"/>
                </a:cubicBezTo>
                <a:lnTo>
                  <a:pt x="114129" y="43548"/>
                </a:lnTo>
                <a:cubicBezTo>
                  <a:pt x="114129" y="42777"/>
                  <a:pt x="114500" y="39976"/>
                  <a:pt x="115272" y="35090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60"/>
                  <a:pt x="115586" y="15945"/>
                  <a:pt x="113929" y="13716"/>
                </a:cubicBezTo>
                <a:cubicBezTo>
                  <a:pt x="112300" y="11459"/>
                  <a:pt x="108871" y="9887"/>
                  <a:pt x="103613" y="9001"/>
                </a:cubicBezTo>
                <a:cubicBezTo>
                  <a:pt x="102984" y="8887"/>
                  <a:pt x="99355" y="8744"/>
                  <a:pt x="92726" y="8630"/>
                </a:cubicBezTo>
                <a:cubicBezTo>
                  <a:pt x="86982" y="8630"/>
                  <a:pt x="83325" y="8687"/>
                  <a:pt x="81839" y="8801"/>
                </a:cubicBezTo>
                <a:cubicBezTo>
                  <a:pt x="80324" y="8944"/>
                  <a:pt x="79210" y="9430"/>
                  <a:pt x="78467" y="10316"/>
                </a:cubicBezTo>
                <a:cubicBezTo>
                  <a:pt x="78324" y="10430"/>
                  <a:pt x="73895" y="27889"/>
                  <a:pt x="65122" y="62694"/>
                </a:cubicBezTo>
                <a:cubicBezTo>
                  <a:pt x="56378" y="97498"/>
                  <a:pt x="52007" y="115186"/>
                  <a:pt x="52007" y="115814"/>
                </a:cubicBezTo>
                <a:cubicBezTo>
                  <a:pt x="52007" y="117329"/>
                  <a:pt x="57493" y="118215"/>
                  <a:pt x="68523" y="118443"/>
                </a:cubicBezTo>
                <a:cubicBezTo>
                  <a:pt x="72523" y="118443"/>
                  <a:pt x="75067" y="118501"/>
                  <a:pt x="76210" y="118643"/>
                </a:cubicBezTo>
                <a:cubicBezTo>
                  <a:pt x="77324" y="118758"/>
                  <a:pt x="77895" y="119329"/>
                  <a:pt x="77895" y="120329"/>
                </a:cubicBezTo>
                <a:cubicBezTo>
                  <a:pt x="77895" y="120958"/>
                  <a:pt x="77724" y="121844"/>
                  <a:pt x="77324" y="122958"/>
                </a:cubicBezTo>
                <a:cubicBezTo>
                  <a:pt x="76838" y="125216"/>
                  <a:pt x="76267" y="126530"/>
                  <a:pt x="75638" y="126902"/>
                </a:cubicBezTo>
                <a:lnTo>
                  <a:pt x="75267" y="127073"/>
                </a:lnTo>
                <a:cubicBezTo>
                  <a:pt x="74895" y="127073"/>
                  <a:pt x="74438" y="127073"/>
                  <a:pt x="73952" y="127073"/>
                </a:cubicBezTo>
                <a:cubicBezTo>
                  <a:pt x="73323" y="127073"/>
                  <a:pt x="70066" y="127016"/>
                  <a:pt x="64179" y="126902"/>
                </a:cubicBezTo>
                <a:cubicBezTo>
                  <a:pt x="58322" y="126787"/>
                  <a:pt x="49863" y="126702"/>
                  <a:pt x="38833" y="126702"/>
                </a:cubicBezTo>
                <a:cubicBezTo>
                  <a:pt x="22717" y="126702"/>
                  <a:pt x="12459" y="126844"/>
                  <a:pt x="8058" y="127073"/>
                </a:cubicBezTo>
                <a:lnTo>
                  <a:pt x="5258" y="127073"/>
                </a:lnTo>
                <a:cubicBezTo>
                  <a:pt x="4486" y="126330"/>
                  <a:pt x="4115" y="125759"/>
                  <a:pt x="4115" y="125416"/>
                </a:cubicBezTo>
                <a:cubicBezTo>
                  <a:pt x="4115" y="125016"/>
                  <a:pt x="4229" y="123901"/>
                  <a:pt x="4486" y="122015"/>
                </a:cubicBezTo>
                <a:cubicBezTo>
                  <a:pt x="5001" y="120386"/>
                  <a:pt x="5629" y="119215"/>
                  <a:pt x="6372" y="118443"/>
                </a:cubicBezTo>
                <a:lnTo>
                  <a:pt x="11630" y="118443"/>
                </a:lnTo>
                <a:lnTo>
                  <a:pt x="13687" y="118443"/>
                </a:lnTo>
                <a:cubicBezTo>
                  <a:pt x="23717" y="118443"/>
                  <a:pt x="29632" y="117900"/>
                  <a:pt x="31547" y="116757"/>
                </a:cubicBezTo>
                <a:cubicBezTo>
                  <a:pt x="31661" y="116643"/>
                  <a:pt x="31775" y="116586"/>
                  <a:pt x="31890" y="116586"/>
                </a:cubicBezTo>
                <a:cubicBezTo>
                  <a:pt x="32518" y="116215"/>
                  <a:pt x="33147" y="114929"/>
                  <a:pt x="33776" y="112814"/>
                </a:cubicBezTo>
                <a:cubicBezTo>
                  <a:pt x="34404" y="110700"/>
                  <a:pt x="36919" y="100870"/>
                  <a:pt x="41291" y="83353"/>
                </a:cubicBezTo>
                <a:cubicBezTo>
                  <a:pt x="43434" y="74838"/>
                  <a:pt x="45177" y="67894"/>
                  <a:pt x="46549" y="62494"/>
                </a:cubicBezTo>
                <a:cubicBezTo>
                  <a:pt x="55321" y="28089"/>
                  <a:pt x="59693" y="10516"/>
                  <a:pt x="59693" y="9744"/>
                </a:cubicBezTo>
                <a:cubicBezTo>
                  <a:pt x="59693" y="9115"/>
                  <a:pt x="57864" y="8801"/>
                  <a:pt x="54235" y="8801"/>
                </a:cubicBezTo>
                <a:lnTo>
                  <a:pt x="48435" y="8801"/>
                </a:lnTo>
                <a:cubicBezTo>
                  <a:pt x="40034" y="8801"/>
                  <a:pt x="34547" y="9201"/>
                  <a:pt x="31890" y="9944"/>
                </a:cubicBezTo>
                <a:cubicBezTo>
                  <a:pt x="26289" y="11201"/>
                  <a:pt x="21888" y="13745"/>
                  <a:pt x="18774" y="17631"/>
                </a:cubicBezTo>
                <a:cubicBezTo>
                  <a:pt x="15631" y="21517"/>
                  <a:pt x="12259" y="28775"/>
                  <a:pt x="8630" y="39433"/>
                </a:cubicBezTo>
                <a:cubicBezTo>
                  <a:pt x="7744" y="42177"/>
                  <a:pt x="7115" y="43805"/>
                  <a:pt x="6744" y="44291"/>
                </a:cubicBezTo>
                <a:cubicBezTo>
                  <a:pt x="6372" y="44806"/>
                  <a:pt x="5486" y="45034"/>
                  <a:pt x="4115" y="45034"/>
                </a:cubicBezTo>
                <a:lnTo>
                  <a:pt x="3572" y="450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19578-B6F7-4C38-BE2B-08758D40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690" y="3656886"/>
            <a:ext cx="62808" cy="59865"/>
          </a:xfrm>
          <a:custGeom xmlns:a="http://schemas.openxmlformats.org/drawingml/2006/main">
            <a:pathLst>
              <a:path w="62808" h="59865">
                <a:moveTo>
                  <a:pt x="0" y="37690"/>
                </a:moveTo>
                <a:cubicBezTo>
                  <a:pt x="0" y="28746"/>
                  <a:pt x="3372" y="20260"/>
                  <a:pt x="10087" y="12202"/>
                </a:cubicBezTo>
                <a:cubicBezTo>
                  <a:pt x="16831" y="4143"/>
                  <a:pt x="24374" y="86"/>
                  <a:pt x="32804" y="0"/>
                </a:cubicBezTo>
                <a:cubicBezTo>
                  <a:pt x="37319" y="0"/>
                  <a:pt x="41291" y="2143"/>
                  <a:pt x="44748" y="6487"/>
                </a:cubicBezTo>
                <a:cubicBezTo>
                  <a:pt x="46149" y="3829"/>
                  <a:pt x="48206" y="2515"/>
                  <a:pt x="50835" y="2515"/>
                </a:cubicBezTo>
                <a:cubicBezTo>
                  <a:pt x="52007" y="2515"/>
                  <a:pt x="53007" y="2858"/>
                  <a:pt x="53892" y="3572"/>
                </a:cubicBezTo>
                <a:cubicBezTo>
                  <a:pt x="54778" y="4286"/>
                  <a:pt x="55235" y="5172"/>
                  <a:pt x="55235" y="6229"/>
                </a:cubicBezTo>
                <a:cubicBezTo>
                  <a:pt x="55235" y="7372"/>
                  <a:pt x="53578" y="14459"/>
                  <a:pt x="50321" y="27461"/>
                </a:cubicBezTo>
                <a:cubicBezTo>
                  <a:pt x="47034" y="40462"/>
                  <a:pt x="45349" y="47806"/>
                  <a:pt x="45263" y="49492"/>
                </a:cubicBezTo>
                <a:cubicBezTo>
                  <a:pt x="45263" y="51692"/>
                  <a:pt x="45577" y="53178"/>
                  <a:pt x="46206" y="53892"/>
                </a:cubicBezTo>
                <a:cubicBezTo>
                  <a:pt x="46834" y="54578"/>
                  <a:pt x="47749" y="54978"/>
                  <a:pt x="48978" y="55064"/>
                </a:cubicBezTo>
                <a:cubicBezTo>
                  <a:pt x="49778" y="54978"/>
                  <a:pt x="50663" y="54578"/>
                  <a:pt x="51635" y="53892"/>
                </a:cubicBezTo>
                <a:cubicBezTo>
                  <a:pt x="53492" y="52092"/>
                  <a:pt x="55321" y="47863"/>
                  <a:pt x="57093" y="41119"/>
                </a:cubicBezTo>
                <a:cubicBezTo>
                  <a:pt x="57607" y="39376"/>
                  <a:pt x="58064" y="38433"/>
                  <a:pt x="58407" y="38348"/>
                </a:cubicBezTo>
                <a:cubicBezTo>
                  <a:pt x="58579" y="38262"/>
                  <a:pt x="59036" y="38205"/>
                  <a:pt x="59750" y="38205"/>
                </a:cubicBezTo>
                <a:lnTo>
                  <a:pt x="60265" y="38205"/>
                </a:lnTo>
                <a:cubicBezTo>
                  <a:pt x="61951" y="38205"/>
                  <a:pt x="62808" y="38605"/>
                  <a:pt x="62808" y="39405"/>
                </a:cubicBezTo>
                <a:cubicBezTo>
                  <a:pt x="62808" y="39948"/>
                  <a:pt x="62579" y="41119"/>
                  <a:pt x="62122" y="43005"/>
                </a:cubicBezTo>
                <a:cubicBezTo>
                  <a:pt x="61693" y="44863"/>
                  <a:pt x="60808" y="47234"/>
                  <a:pt x="59465" y="50149"/>
                </a:cubicBezTo>
                <a:cubicBezTo>
                  <a:pt x="58150" y="53064"/>
                  <a:pt x="56750" y="55293"/>
                  <a:pt x="55235" y="56779"/>
                </a:cubicBezTo>
                <a:cubicBezTo>
                  <a:pt x="54092" y="57950"/>
                  <a:pt x="52664" y="58893"/>
                  <a:pt x="50978" y="59579"/>
                </a:cubicBezTo>
                <a:cubicBezTo>
                  <a:pt x="50263" y="59750"/>
                  <a:pt x="49206" y="59865"/>
                  <a:pt x="47806" y="59865"/>
                </a:cubicBezTo>
                <a:cubicBezTo>
                  <a:pt x="44777" y="59865"/>
                  <a:pt x="42262" y="59179"/>
                  <a:pt x="40234" y="57864"/>
                </a:cubicBezTo>
                <a:cubicBezTo>
                  <a:pt x="38205" y="56521"/>
                  <a:pt x="36862" y="55150"/>
                  <a:pt x="36262" y="53750"/>
                </a:cubicBezTo>
                <a:lnTo>
                  <a:pt x="35462" y="51749"/>
                </a:lnTo>
                <a:cubicBezTo>
                  <a:pt x="35347" y="51664"/>
                  <a:pt x="35176" y="51692"/>
                  <a:pt x="34919" y="51892"/>
                </a:cubicBezTo>
                <a:cubicBezTo>
                  <a:pt x="34747" y="52064"/>
                  <a:pt x="34576" y="52235"/>
                  <a:pt x="34376" y="52407"/>
                </a:cubicBezTo>
                <a:cubicBezTo>
                  <a:pt x="29175" y="57379"/>
                  <a:pt x="23860" y="59865"/>
                  <a:pt x="18459" y="59865"/>
                </a:cubicBezTo>
                <a:cubicBezTo>
                  <a:pt x="13602" y="59865"/>
                  <a:pt x="9315" y="58064"/>
                  <a:pt x="5601" y="54550"/>
                </a:cubicBezTo>
                <a:cubicBezTo>
                  <a:pt x="1886" y="51006"/>
                  <a:pt x="0" y="45377"/>
                  <a:pt x="0" y="37690"/>
                </a:cubicBezTo>
                <a:close/>
                <a:moveTo>
                  <a:pt x="42234" y="15002"/>
                </a:moveTo>
                <a:cubicBezTo>
                  <a:pt x="42234" y="14459"/>
                  <a:pt x="42005" y="13487"/>
                  <a:pt x="41548" y="12059"/>
                </a:cubicBezTo>
                <a:cubicBezTo>
                  <a:pt x="41119" y="10658"/>
                  <a:pt x="40091" y="9087"/>
                  <a:pt x="38519" y="7430"/>
                </a:cubicBezTo>
                <a:cubicBezTo>
                  <a:pt x="36919" y="5744"/>
                  <a:pt x="34890" y="4858"/>
                  <a:pt x="32404" y="4772"/>
                </a:cubicBezTo>
                <a:cubicBezTo>
                  <a:pt x="29289" y="4772"/>
                  <a:pt x="26346" y="6144"/>
                  <a:pt x="23517" y="8887"/>
                </a:cubicBezTo>
                <a:cubicBezTo>
                  <a:pt x="20660" y="11630"/>
                  <a:pt x="18459" y="15202"/>
                  <a:pt x="16859" y="19631"/>
                </a:cubicBezTo>
                <a:cubicBezTo>
                  <a:pt x="14316" y="26632"/>
                  <a:pt x="12487" y="33890"/>
                  <a:pt x="11430" y="41405"/>
                </a:cubicBezTo>
                <a:cubicBezTo>
                  <a:pt x="11430" y="41662"/>
                  <a:pt x="11430" y="42148"/>
                  <a:pt x="11430" y="42862"/>
                </a:cubicBezTo>
                <a:cubicBezTo>
                  <a:pt x="11430" y="43577"/>
                  <a:pt x="11373" y="44091"/>
                  <a:pt x="11287" y="44434"/>
                </a:cubicBezTo>
                <a:cubicBezTo>
                  <a:pt x="11287" y="48435"/>
                  <a:pt x="12087" y="51178"/>
                  <a:pt x="13687" y="52692"/>
                </a:cubicBezTo>
                <a:cubicBezTo>
                  <a:pt x="15288" y="54178"/>
                  <a:pt x="17174" y="54978"/>
                  <a:pt x="19374" y="55064"/>
                </a:cubicBezTo>
                <a:cubicBezTo>
                  <a:pt x="22746" y="55064"/>
                  <a:pt x="26060" y="53607"/>
                  <a:pt x="29347" y="50692"/>
                </a:cubicBezTo>
                <a:cubicBezTo>
                  <a:pt x="32604" y="47777"/>
                  <a:pt x="34576" y="45520"/>
                  <a:pt x="35176" y="43920"/>
                </a:cubicBezTo>
                <a:cubicBezTo>
                  <a:pt x="35347" y="43577"/>
                  <a:pt x="36547" y="38833"/>
                  <a:pt x="38776" y="29718"/>
                </a:cubicBezTo>
                <a:cubicBezTo>
                  <a:pt x="40977" y="20603"/>
                  <a:pt x="42148" y="15688"/>
                  <a:pt x="42234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247B4-FE78-4A5C-884B-1E65B602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690" y="3656886"/>
            <a:ext cx="62808" cy="59865"/>
          </a:xfrm>
          <a:custGeom xmlns:a="http://schemas.openxmlformats.org/drawingml/2006/main">
            <a:pathLst>
              <a:path w="62808" h="59865" fill="none">
                <a:moveTo>
                  <a:pt x="0" y="37690"/>
                </a:moveTo>
                <a:cubicBezTo>
                  <a:pt x="0" y="28746"/>
                  <a:pt x="3372" y="20260"/>
                  <a:pt x="10087" y="12202"/>
                </a:cubicBezTo>
                <a:cubicBezTo>
                  <a:pt x="16831" y="4143"/>
                  <a:pt x="24374" y="86"/>
                  <a:pt x="32804" y="0"/>
                </a:cubicBezTo>
                <a:cubicBezTo>
                  <a:pt x="37319" y="0"/>
                  <a:pt x="41291" y="2143"/>
                  <a:pt x="44748" y="6487"/>
                </a:cubicBezTo>
                <a:cubicBezTo>
                  <a:pt x="46149" y="3829"/>
                  <a:pt x="48206" y="2515"/>
                  <a:pt x="50835" y="2515"/>
                </a:cubicBezTo>
                <a:cubicBezTo>
                  <a:pt x="52007" y="2515"/>
                  <a:pt x="53007" y="2858"/>
                  <a:pt x="53892" y="3572"/>
                </a:cubicBezTo>
                <a:cubicBezTo>
                  <a:pt x="54778" y="4286"/>
                  <a:pt x="55235" y="5172"/>
                  <a:pt x="55235" y="6229"/>
                </a:cubicBezTo>
                <a:cubicBezTo>
                  <a:pt x="55235" y="7372"/>
                  <a:pt x="53578" y="14459"/>
                  <a:pt x="50321" y="27461"/>
                </a:cubicBezTo>
                <a:cubicBezTo>
                  <a:pt x="47034" y="40462"/>
                  <a:pt x="45349" y="47806"/>
                  <a:pt x="45263" y="49492"/>
                </a:cubicBezTo>
                <a:cubicBezTo>
                  <a:pt x="45263" y="51692"/>
                  <a:pt x="45577" y="53178"/>
                  <a:pt x="46206" y="53892"/>
                </a:cubicBezTo>
                <a:cubicBezTo>
                  <a:pt x="46834" y="54578"/>
                  <a:pt x="47749" y="54978"/>
                  <a:pt x="48978" y="55064"/>
                </a:cubicBezTo>
                <a:cubicBezTo>
                  <a:pt x="49778" y="54978"/>
                  <a:pt x="50663" y="54578"/>
                  <a:pt x="51635" y="53892"/>
                </a:cubicBezTo>
                <a:cubicBezTo>
                  <a:pt x="53492" y="52092"/>
                  <a:pt x="55321" y="47863"/>
                  <a:pt x="57093" y="41119"/>
                </a:cubicBezTo>
                <a:cubicBezTo>
                  <a:pt x="57607" y="39376"/>
                  <a:pt x="58064" y="38433"/>
                  <a:pt x="58407" y="38348"/>
                </a:cubicBezTo>
                <a:cubicBezTo>
                  <a:pt x="58579" y="38262"/>
                  <a:pt x="59036" y="38205"/>
                  <a:pt x="59750" y="38205"/>
                </a:cubicBezTo>
                <a:lnTo>
                  <a:pt x="60265" y="38205"/>
                </a:lnTo>
                <a:cubicBezTo>
                  <a:pt x="61951" y="38205"/>
                  <a:pt x="62808" y="38605"/>
                  <a:pt x="62808" y="39405"/>
                </a:cubicBezTo>
                <a:cubicBezTo>
                  <a:pt x="62808" y="39948"/>
                  <a:pt x="62579" y="41119"/>
                  <a:pt x="62122" y="43005"/>
                </a:cubicBezTo>
                <a:cubicBezTo>
                  <a:pt x="61693" y="44863"/>
                  <a:pt x="60808" y="47234"/>
                  <a:pt x="59465" y="50149"/>
                </a:cubicBezTo>
                <a:cubicBezTo>
                  <a:pt x="58150" y="53064"/>
                  <a:pt x="56750" y="55293"/>
                  <a:pt x="55235" y="56779"/>
                </a:cubicBezTo>
                <a:cubicBezTo>
                  <a:pt x="54092" y="57950"/>
                  <a:pt x="52664" y="58893"/>
                  <a:pt x="50978" y="59579"/>
                </a:cubicBezTo>
                <a:cubicBezTo>
                  <a:pt x="50263" y="59750"/>
                  <a:pt x="49206" y="59865"/>
                  <a:pt x="47806" y="59865"/>
                </a:cubicBezTo>
                <a:cubicBezTo>
                  <a:pt x="44777" y="59865"/>
                  <a:pt x="42262" y="59179"/>
                  <a:pt x="40234" y="57864"/>
                </a:cubicBezTo>
                <a:cubicBezTo>
                  <a:pt x="38205" y="56521"/>
                  <a:pt x="36862" y="55150"/>
                  <a:pt x="36262" y="53750"/>
                </a:cubicBezTo>
                <a:lnTo>
                  <a:pt x="35462" y="51749"/>
                </a:lnTo>
                <a:cubicBezTo>
                  <a:pt x="35347" y="51664"/>
                  <a:pt x="35176" y="51692"/>
                  <a:pt x="34919" y="51892"/>
                </a:cubicBezTo>
                <a:cubicBezTo>
                  <a:pt x="34747" y="52064"/>
                  <a:pt x="34576" y="52235"/>
                  <a:pt x="34376" y="52407"/>
                </a:cubicBezTo>
                <a:cubicBezTo>
                  <a:pt x="29175" y="57379"/>
                  <a:pt x="23860" y="59865"/>
                  <a:pt x="18459" y="59865"/>
                </a:cubicBezTo>
                <a:cubicBezTo>
                  <a:pt x="13602" y="59865"/>
                  <a:pt x="9315" y="58064"/>
                  <a:pt x="5601" y="54550"/>
                </a:cubicBezTo>
                <a:cubicBezTo>
                  <a:pt x="1886" y="51006"/>
                  <a:pt x="0" y="45377"/>
                  <a:pt x="0" y="37690"/>
                </a:cubicBezTo>
                <a:close/>
                <a:moveTo>
                  <a:pt x="42234" y="15002"/>
                </a:moveTo>
                <a:cubicBezTo>
                  <a:pt x="42234" y="14459"/>
                  <a:pt x="42005" y="13487"/>
                  <a:pt x="41548" y="12059"/>
                </a:cubicBezTo>
                <a:cubicBezTo>
                  <a:pt x="41119" y="10658"/>
                  <a:pt x="40091" y="9087"/>
                  <a:pt x="38519" y="7430"/>
                </a:cubicBezTo>
                <a:cubicBezTo>
                  <a:pt x="36919" y="5744"/>
                  <a:pt x="34890" y="4858"/>
                  <a:pt x="32404" y="4772"/>
                </a:cubicBezTo>
                <a:cubicBezTo>
                  <a:pt x="29289" y="4772"/>
                  <a:pt x="26346" y="6144"/>
                  <a:pt x="23517" y="8887"/>
                </a:cubicBezTo>
                <a:cubicBezTo>
                  <a:pt x="20660" y="11630"/>
                  <a:pt x="18459" y="15202"/>
                  <a:pt x="16859" y="19631"/>
                </a:cubicBezTo>
                <a:cubicBezTo>
                  <a:pt x="14316" y="26632"/>
                  <a:pt x="12487" y="33890"/>
                  <a:pt x="11430" y="41405"/>
                </a:cubicBezTo>
                <a:cubicBezTo>
                  <a:pt x="11430" y="41662"/>
                  <a:pt x="11430" y="42148"/>
                  <a:pt x="11430" y="42862"/>
                </a:cubicBezTo>
                <a:cubicBezTo>
                  <a:pt x="11430" y="43577"/>
                  <a:pt x="11373" y="44091"/>
                  <a:pt x="11287" y="44434"/>
                </a:cubicBezTo>
                <a:cubicBezTo>
                  <a:pt x="11287" y="48435"/>
                  <a:pt x="12087" y="51178"/>
                  <a:pt x="13687" y="52692"/>
                </a:cubicBezTo>
                <a:cubicBezTo>
                  <a:pt x="15288" y="54178"/>
                  <a:pt x="17174" y="54978"/>
                  <a:pt x="19374" y="55064"/>
                </a:cubicBezTo>
                <a:cubicBezTo>
                  <a:pt x="22746" y="55064"/>
                  <a:pt x="26060" y="53607"/>
                  <a:pt x="29347" y="50692"/>
                </a:cubicBezTo>
                <a:cubicBezTo>
                  <a:pt x="32604" y="47777"/>
                  <a:pt x="34576" y="45520"/>
                  <a:pt x="35176" y="43920"/>
                </a:cubicBezTo>
                <a:cubicBezTo>
                  <a:pt x="35347" y="43577"/>
                  <a:pt x="36547" y="38833"/>
                  <a:pt x="38776" y="29718"/>
                </a:cubicBezTo>
                <a:cubicBezTo>
                  <a:pt x="40977" y="20603"/>
                  <a:pt x="42148" y="15688"/>
                  <a:pt x="42234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2981D-78D7-46F6-B07F-E84F127D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587" y="3664544"/>
            <a:ext cx="24775" cy="59236"/>
          </a:xfrm>
          <a:custGeom xmlns:a="http://schemas.openxmlformats.org/drawingml/2006/main">
            <a:pathLst>
              <a:path w="24775" h="59236">
                <a:moveTo>
                  <a:pt x="0" y="16116"/>
                </a:moveTo>
                <a:cubicBezTo>
                  <a:pt x="0" y="16116"/>
                  <a:pt x="0" y="14573"/>
                  <a:pt x="0" y="11430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573" y="0"/>
                  <a:pt x="17717" y="1543"/>
                  <a:pt x="20460" y="4686"/>
                </a:cubicBezTo>
                <a:cubicBezTo>
                  <a:pt x="23203" y="7801"/>
                  <a:pt x="24660" y="13316"/>
                  <a:pt x="24775" y="21203"/>
                </a:cubicBezTo>
                <a:cubicBezTo>
                  <a:pt x="24775" y="25575"/>
                  <a:pt x="24203" y="29832"/>
                  <a:pt x="23089" y="33976"/>
                </a:cubicBezTo>
                <a:cubicBezTo>
                  <a:pt x="21946" y="38090"/>
                  <a:pt x="20660" y="41662"/>
                  <a:pt x="19145" y="44663"/>
                </a:cubicBezTo>
                <a:cubicBezTo>
                  <a:pt x="17659" y="47663"/>
                  <a:pt x="16031" y="50235"/>
                  <a:pt x="14259" y="52349"/>
                </a:cubicBezTo>
                <a:cubicBezTo>
                  <a:pt x="12516" y="54493"/>
                  <a:pt x="11001" y="56178"/>
                  <a:pt x="9744" y="57436"/>
                </a:cubicBezTo>
                <a:cubicBezTo>
                  <a:pt x="8515" y="58693"/>
                  <a:pt x="7687" y="59236"/>
                  <a:pt x="7315" y="59122"/>
                </a:cubicBezTo>
                <a:cubicBezTo>
                  <a:pt x="6829" y="59122"/>
                  <a:pt x="6001" y="58550"/>
                  <a:pt x="4886" y="57436"/>
                </a:cubicBezTo>
                <a:cubicBezTo>
                  <a:pt x="3743" y="56321"/>
                  <a:pt x="3172" y="55493"/>
                  <a:pt x="3172" y="55007"/>
                </a:cubicBezTo>
                <a:cubicBezTo>
                  <a:pt x="3172" y="54493"/>
                  <a:pt x="3886" y="53492"/>
                  <a:pt x="5258" y="51978"/>
                </a:cubicBezTo>
                <a:cubicBezTo>
                  <a:pt x="6629" y="50492"/>
                  <a:pt x="8201" y="48606"/>
                  <a:pt x="9944" y="46349"/>
                </a:cubicBezTo>
                <a:cubicBezTo>
                  <a:pt x="11687" y="44091"/>
                  <a:pt x="13316" y="40977"/>
                  <a:pt x="14830" y="36976"/>
                </a:cubicBezTo>
                <a:cubicBezTo>
                  <a:pt x="16345" y="32947"/>
                  <a:pt x="17316" y="28404"/>
                  <a:pt x="17831" y="23260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17"/>
                  <a:pt x="17088" y="21460"/>
                  <a:pt x="16688" y="21574"/>
                </a:cubicBezTo>
                <a:cubicBezTo>
                  <a:pt x="16345" y="21688"/>
                  <a:pt x="15945" y="21888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574"/>
                  <a:pt x="11630" y="22689"/>
                </a:cubicBezTo>
                <a:cubicBezTo>
                  <a:pt x="8258" y="22689"/>
                  <a:pt x="5515" y="21631"/>
                  <a:pt x="3372" y="19517"/>
                </a:cubicBezTo>
                <a:lnTo>
                  <a:pt x="0" y="16116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5F1E1-46F2-460E-8547-71A956D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587" y="3664544"/>
            <a:ext cx="24775" cy="59236"/>
          </a:xfrm>
          <a:custGeom xmlns:a="http://schemas.openxmlformats.org/drawingml/2006/main">
            <a:pathLst>
              <a:path w="24775" h="59236" fill="none">
                <a:moveTo>
                  <a:pt x="0" y="16116"/>
                </a:moveTo>
                <a:cubicBezTo>
                  <a:pt x="0" y="16116"/>
                  <a:pt x="0" y="14573"/>
                  <a:pt x="0" y="11430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573" y="0"/>
                  <a:pt x="17717" y="1543"/>
                  <a:pt x="20460" y="4686"/>
                </a:cubicBezTo>
                <a:cubicBezTo>
                  <a:pt x="23203" y="7801"/>
                  <a:pt x="24660" y="13316"/>
                  <a:pt x="24775" y="21203"/>
                </a:cubicBezTo>
                <a:cubicBezTo>
                  <a:pt x="24775" y="25575"/>
                  <a:pt x="24203" y="29832"/>
                  <a:pt x="23089" y="33976"/>
                </a:cubicBezTo>
                <a:cubicBezTo>
                  <a:pt x="21946" y="38090"/>
                  <a:pt x="20660" y="41662"/>
                  <a:pt x="19145" y="44663"/>
                </a:cubicBezTo>
                <a:cubicBezTo>
                  <a:pt x="17659" y="47663"/>
                  <a:pt x="16031" y="50235"/>
                  <a:pt x="14259" y="52349"/>
                </a:cubicBezTo>
                <a:cubicBezTo>
                  <a:pt x="12516" y="54493"/>
                  <a:pt x="11001" y="56178"/>
                  <a:pt x="9744" y="57436"/>
                </a:cubicBezTo>
                <a:cubicBezTo>
                  <a:pt x="8515" y="58693"/>
                  <a:pt x="7687" y="59236"/>
                  <a:pt x="7315" y="59122"/>
                </a:cubicBezTo>
                <a:cubicBezTo>
                  <a:pt x="6829" y="59122"/>
                  <a:pt x="6001" y="58550"/>
                  <a:pt x="4886" y="57436"/>
                </a:cubicBezTo>
                <a:cubicBezTo>
                  <a:pt x="3743" y="56321"/>
                  <a:pt x="3172" y="55493"/>
                  <a:pt x="3172" y="55007"/>
                </a:cubicBezTo>
                <a:cubicBezTo>
                  <a:pt x="3172" y="54493"/>
                  <a:pt x="3886" y="53492"/>
                  <a:pt x="5258" y="51978"/>
                </a:cubicBezTo>
                <a:cubicBezTo>
                  <a:pt x="6629" y="50492"/>
                  <a:pt x="8201" y="48606"/>
                  <a:pt x="9944" y="46349"/>
                </a:cubicBezTo>
                <a:cubicBezTo>
                  <a:pt x="11687" y="44091"/>
                  <a:pt x="13316" y="40977"/>
                  <a:pt x="14830" y="36976"/>
                </a:cubicBezTo>
                <a:cubicBezTo>
                  <a:pt x="16345" y="32947"/>
                  <a:pt x="17316" y="28404"/>
                  <a:pt x="17831" y="23260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17"/>
                  <a:pt x="17088" y="21460"/>
                  <a:pt x="16688" y="21574"/>
                </a:cubicBezTo>
                <a:cubicBezTo>
                  <a:pt x="16345" y="21688"/>
                  <a:pt x="15945" y="21888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574"/>
                  <a:pt x="11630" y="22689"/>
                </a:cubicBezTo>
                <a:cubicBezTo>
                  <a:pt x="8258" y="22689"/>
                  <a:pt x="5515" y="21631"/>
                  <a:pt x="3372" y="19517"/>
                </a:cubicBezTo>
                <a:lnTo>
                  <a:pt x="0" y="161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F76E7-4FD5-4066-B8B0-83BB0167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911" y="3620424"/>
            <a:ext cx="104184" cy="50121"/>
          </a:xfrm>
          <a:custGeom xmlns:a="http://schemas.openxmlformats.org/drawingml/2006/main">
            <a:pathLst>
              <a:path w="104184" h="50121">
                <a:moveTo>
                  <a:pt x="0" y="6201"/>
                </a:moveTo>
                <a:cubicBezTo>
                  <a:pt x="0" y="6201"/>
                  <a:pt x="0" y="5372"/>
                  <a:pt x="0" y="3743"/>
                </a:cubicBezTo>
                <a:cubicBezTo>
                  <a:pt x="0" y="2115"/>
                  <a:pt x="886" y="857"/>
                  <a:pt x="2629" y="0"/>
                </a:cubicBezTo>
                <a:lnTo>
                  <a:pt x="101384" y="0"/>
                </a:lnTo>
                <a:cubicBezTo>
                  <a:pt x="102270" y="371"/>
                  <a:pt x="103213" y="1172"/>
                  <a:pt x="104184" y="2429"/>
                </a:cubicBezTo>
                <a:lnTo>
                  <a:pt x="104184" y="47692"/>
                </a:lnTo>
                <a:cubicBezTo>
                  <a:pt x="102584" y="49292"/>
                  <a:pt x="101327" y="50121"/>
                  <a:pt x="100441" y="50121"/>
                </a:cubicBezTo>
                <a:cubicBezTo>
                  <a:pt x="99927" y="50121"/>
                  <a:pt x="99498" y="50063"/>
                  <a:pt x="99127" y="49921"/>
                </a:cubicBezTo>
                <a:cubicBezTo>
                  <a:pt x="98755" y="49806"/>
                  <a:pt x="98441" y="49549"/>
                  <a:pt x="98184" y="49178"/>
                </a:cubicBezTo>
                <a:cubicBezTo>
                  <a:pt x="97955" y="48806"/>
                  <a:pt x="97698" y="48549"/>
                  <a:pt x="97441" y="48435"/>
                </a:cubicBezTo>
                <a:cubicBezTo>
                  <a:pt x="97184" y="48292"/>
                  <a:pt x="97012" y="48035"/>
                  <a:pt x="96869" y="47692"/>
                </a:cubicBezTo>
                <a:lnTo>
                  <a:pt x="96698" y="27575"/>
                </a:lnTo>
                <a:lnTo>
                  <a:pt x="96698" y="7487"/>
                </a:lnTo>
                <a:lnTo>
                  <a:pt x="2629" y="7487"/>
                </a:lnTo>
                <a:cubicBezTo>
                  <a:pt x="886" y="6629"/>
                  <a:pt x="0" y="5372"/>
                  <a:pt x="0" y="3743"/>
                </a:cubicBezTo>
                <a:lnTo>
                  <a:pt x="0" y="620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7A703-BDB3-40C0-BAFD-D7D4770F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911" y="3620424"/>
            <a:ext cx="104184" cy="50121"/>
          </a:xfrm>
          <a:custGeom xmlns:a="http://schemas.openxmlformats.org/drawingml/2006/main">
            <a:pathLst>
              <a:path w="104184" h="50121" fill="none">
                <a:moveTo>
                  <a:pt x="0" y="6201"/>
                </a:moveTo>
                <a:cubicBezTo>
                  <a:pt x="0" y="6201"/>
                  <a:pt x="0" y="5372"/>
                  <a:pt x="0" y="3743"/>
                </a:cubicBezTo>
                <a:cubicBezTo>
                  <a:pt x="0" y="2115"/>
                  <a:pt x="886" y="857"/>
                  <a:pt x="2629" y="0"/>
                </a:cubicBezTo>
                <a:lnTo>
                  <a:pt x="101384" y="0"/>
                </a:lnTo>
                <a:cubicBezTo>
                  <a:pt x="102270" y="371"/>
                  <a:pt x="103213" y="1172"/>
                  <a:pt x="104184" y="2429"/>
                </a:cubicBezTo>
                <a:lnTo>
                  <a:pt x="104184" y="47692"/>
                </a:lnTo>
                <a:cubicBezTo>
                  <a:pt x="102584" y="49292"/>
                  <a:pt x="101327" y="50121"/>
                  <a:pt x="100441" y="50121"/>
                </a:cubicBezTo>
                <a:cubicBezTo>
                  <a:pt x="99927" y="50121"/>
                  <a:pt x="99498" y="50063"/>
                  <a:pt x="99127" y="49921"/>
                </a:cubicBezTo>
                <a:cubicBezTo>
                  <a:pt x="98755" y="49806"/>
                  <a:pt x="98441" y="49549"/>
                  <a:pt x="98184" y="49178"/>
                </a:cubicBezTo>
                <a:cubicBezTo>
                  <a:pt x="97955" y="48806"/>
                  <a:pt x="97698" y="48549"/>
                  <a:pt x="97441" y="48435"/>
                </a:cubicBezTo>
                <a:cubicBezTo>
                  <a:pt x="97184" y="48292"/>
                  <a:pt x="97012" y="48035"/>
                  <a:pt x="96869" y="47692"/>
                </a:cubicBezTo>
                <a:lnTo>
                  <a:pt x="96698" y="27575"/>
                </a:lnTo>
                <a:lnTo>
                  <a:pt x="96698" y="7487"/>
                </a:lnTo>
                <a:lnTo>
                  <a:pt x="2629" y="7487"/>
                </a:lnTo>
                <a:cubicBezTo>
                  <a:pt x="886" y="6629"/>
                  <a:pt x="0" y="5372"/>
                  <a:pt x="0" y="3743"/>
                </a:cubicBezTo>
                <a:lnTo>
                  <a:pt x="0" y="6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9B9FB-D276-4A0F-A2DA-8D4CD524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012" y="3604279"/>
            <a:ext cx="74266" cy="85268"/>
          </a:xfrm>
          <a:custGeom xmlns:a="http://schemas.openxmlformats.org/drawingml/2006/main">
            <a:pathLst>
              <a:path w="74266" h="85268">
                <a:moveTo>
                  <a:pt x="0" y="53121"/>
                </a:moveTo>
                <a:cubicBezTo>
                  <a:pt x="0" y="39491"/>
                  <a:pt x="5372" y="27203"/>
                  <a:pt x="16145" y="16316"/>
                </a:cubicBezTo>
                <a:cubicBezTo>
                  <a:pt x="26918" y="5429"/>
                  <a:pt x="38548" y="0"/>
                  <a:pt x="51064" y="0"/>
                </a:cubicBezTo>
                <a:cubicBezTo>
                  <a:pt x="58064" y="0"/>
                  <a:pt x="63579" y="1486"/>
                  <a:pt x="67580" y="4486"/>
                </a:cubicBezTo>
                <a:cubicBezTo>
                  <a:pt x="71580" y="7487"/>
                  <a:pt x="73638" y="11430"/>
                  <a:pt x="73781" y="16316"/>
                </a:cubicBezTo>
                <a:cubicBezTo>
                  <a:pt x="73781" y="19945"/>
                  <a:pt x="72581" y="23003"/>
                  <a:pt x="70209" y="25517"/>
                </a:cubicBezTo>
                <a:cubicBezTo>
                  <a:pt x="67837" y="28032"/>
                  <a:pt x="64808" y="29347"/>
                  <a:pt x="61208" y="29461"/>
                </a:cubicBezTo>
                <a:cubicBezTo>
                  <a:pt x="58807" y="29461"/>
                  <a:pt x="56950" y="28832"/>
                  <a:pt x="55550" y="27603"/>
                </a:cubicBezTo>
                <a:cubicBezTo>
                  <a:pt x="54178" y="26318"/>
                  <a:pt x="53492" y="24460"/>
                  <a:pt x="53492" y="21946"/>
                </a:cubicBezTo>
                <a:cubicBezTo>
                  <a:pt x="53492" y="19460"/>
                  <a:pt x="54178" y="17316"/>
                  <a:pt x="55550" y="15573"/>
                </a:cubicBezTo>
                <a:cubicBezTo>
                  <a:pt x="56950" y="13830"/>
                  <a:pt x="58322" y="12487"/>
                  <a:pt x="59693" y="11630"/>
                </a:cubicBezTo>
                <a:cubicBezTo>
                  <a:pt x="61065" y="10744"/>
                  <a:pt x="61951" y="10373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22" y="9887"/>
                  <a:pt x="61379" y="9373"/>
                </a:cubicBezTo>
                <a:cubicBezTo>
                  <a:pt x="60636" y="8887"/>
                  <a:pt x="59322" y="8372"/>
                  <a:pt x="57436" y="7887"/>
                </a:cubicBezTo>
                <a:cubicBezTo>
                  <a:pt x="55550" y="7372"/>
                  <a:pt x="53435" y="7115"/>
                  <a:pt x="51064" y="7115"/>
                </a:cubicBezTo>
                <a:cubicBezTo>
                  <a:pt x="47292" y="7115"/>
                  <a:pt x="43748" y="8001"/>
                  <a:pt x="40348" y="9744"/>
                </a:cubicBezTo>
                <a:cubicBezTo>
                  <a:pt x="37719" y="10887"/>
                  <a:pt x="35033" y="12802"/>
                  <a:pt x="32290" y="15573"/>
                </a:cubicBezTo>
                <a:cubicBezTo>
                  <a:pt x="26775" y="21088"/>
                  <a:pt x="22774" y="28832"/>
                  <a:pt x="20260" y="38862"/>
                </a:cubicBezTo>
                <a:cubicBezTo>
                  <a:pt x="17774" y="48863"/>
                  <a:pt x="16459" y="56121"/>
                  <a:pt x="16316" y="60636"/>
                </a:cubicBezTo>
                <a:cubicBezTo>
                  <a:pt x="16316" y="66380"/>
                  <a:pt x="17945" y="70695"/>
                  <a:pt x="21203" y="73581"/>
                </a:cubicBezTo>
                <a:cubicBezTo>
                  <a:pt x="23946" y="76581"/>
                  <a:pt x="27603" y="78095"/>
                  <a:pt x="32090" y="78095"/>
                </a:cubicBezTo>
                <a:lnTo>
                  <a:pt x="32833" y="78095"/>
                </a:lnTo>
                <a:cubicBezTo>
                  <a:pt x="46863" y="78095"/>
                  <a:pt x="58436" y="72752"/>
                  <a:pt x="67580" y="62122"/>
                </a:cubicBezTo>
                <a:cubicBezTo>
                  <a:pt x="68694" y="60865"/>
                  <a:pt x="69466" y="60265"/>
                  <a:pt x="69837" y="60265"/>
                </a:cubicBezTo>
                <a:cubicBezTo>
                  <a:pt x="70323" y="60265"/>
                  <a:pt x="71152" y="60808"/>
                  <a:pt x="72266" y="61951"/>
                </a:cubicBezTo>
                <a:cubicBezTo>
                  <a:pt x="73381" y="63065"/>
                  <a:pt x="74009" y="63951"/>
                  <a:pt x="74152" y="64579"/>
                </a:cubicBezTo>
                <a:cubicBezTo>
                  <a:pt x="74266" y="65208"/>
                  <a:pt x="73695" y="66123"/>
                  <a:pt x="72466" y="67380"/>
                </a:cubicBezTo>
                <a:cubicBezTo>
                  <a:pt x="71209" y="68637"/>
                  <a:pt x="69380" y="70380"/>
                  <a:pt x="67008" y="72638"/>
                </a:cubicBezTo>
                <a:cubicBezTo>
                  <a:pt x="64637" y="74895"/>
                  <a:pt x="61808" y="76781"/>
                  <a:pt x="58579" y="78267"/>
                </a:cubicBezTo>
                <a:cubicBezTo>
                  <a:pt x="55321" y="79781"/>
                  <a:pt x="51292" y="81324"/>
                  <a:pt x="46549" y="82953"/>
                </a:cubicBezTo>
                <a:cubicBezTo>
                  <a:pt x="41805" y="84611"/>
                  <a:pt x="36805" y="85268"/>
                  <a:pt x="31547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09"/>
                  <a:pt x="114" y="62379"/>
                  <a:pt x="0" y="53121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4A152-148B-4EAF-AC6E-218A6176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012" y="3604279"/>
            <a:ext cx="74266" cy="85268"/>
          </a:xfrm>
          <a:custGeom xmlns:a="http://schemas.openxmlformats.org/drawingml/2006/main">
            <a:pathLst>
              <a:path w="74266" h="85268" fill="none">
                <a:moveTo>
                  <a:pt x="0" y="53121"/>
                </a:moveTo>
                <a:cubicBezTo>
                  <a:pt x="0" y="39491"/>
                  <a:pt x="5372" y="27203"/>
                  <a:pt x="16145" y="16316"/>
                </a:cubicBezTo>
                <a:cubicBezTo>
                  <a:pt x="26918" y="5429"/>
                  <a:pt x="38548" y="0"/>
                  <a:pt x="51064" y="0"/>
                </a:cubicBezTo>
                <a:cubicBezTo>
                  <a:pt x="58064" y="0"/>
                  <a:pt x="63579" y="1486"/>
                  <a:pt x="67580" y="4486"/>
                </a:cubicBezTo>
                <a:cubicBezTo>
                  <a:pt x="71580" y="7487"/>
                  <a:pt x="73638" y="11430"/>
                  <a:pt x="73781" y="16316"/>
                </a:cubicBezTo>
                <a:cubicBezTo>
                  <a:pt x="73781" y="19945"/>
                  <a:pt x="72581" y="23003"/>
                  <a:pt x="70209" y="25517"/>
                </a:cubicBezTo>
                <a:cubicBezTo>
                  <a:pt x="67837" y="28032"/>
                  <a:pt x="64808" y="29347"/>
                  <a:pt x="61208" y="29461"/>
                </a:cubicBezTo>
                <a:cubicBezTo>
                  <a:pt x="58807" y="29461"/>
                  <a:pt x="56950" y="28832"/>
                  <a:pt x="55550" y="27603"/>
                </a:cubicBezTo>
                <a:cubicBezTo>
                  <a:pt x="54178" y="26318"/>
                  <a:pt x="53492" y="24460"/>
                  <a:pt x="53492" y="21946"/>
                </a:cubicBezTo>
                <a:cubicBezTo>
                  <a:pt x="53492" y="19460"/>
                  <a:pt x="54178" y="17316"/>
                  <a:pt x="55550" y="15573"/>
                </a:cubicBezTo>
                <a:cubicBezTo>
                  <a:pt x="56950" y="13830"/>
                  <a:pt x="58322" y="12487"/>
                  <a:pt x="59693" y="11630"/>
                </a:cubicBezTo>
                <a:cubicBezTo>
                  <a:pt x="61065" y="10744"/>
                  <a:pt x="61951" y="10373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22" y="9887"/>
                  <a:pt x="61379" y="9373"/>
                </a:cubicBezTo>
                <a:cubicBezTo>
                  <a:pt x="60636" y="8887"/>
                  <a:pt x="59322" y="8372"/>
                  <a:pt x="57436" y="7887"/>
                </a:cubicBezTo>
                <a:cubicBezTo>
                  <a:pt x="55550" y="7372"/>
                  <a:pt x="53435" y="7115"/>
                  <a:pt x="51064" y="7115"/>
                </a:cubicBezTo>
                <a:cubicBezTo>
                  <a:pt x="47292" y="7115"/>
                  <a:pt x="43748" y="8001"/>
                  <a:pt x="40348" y="9744"/>
                </a:cubicBezTo>
                <a:cubicBezTo>
                  <a:pt x="37719" y="10887"/>
                  <a:pt x="35033" y="12802"/>
                  <a:pt x="32290" y="15573"/>
                </a:cubicBezTo>
                <a:cubicBezTo>
                  <a:pt x="26775" y="21088"/>
                  <a:pt x="22774" y="28832"/>
                  <a:pt x="20260" y="38862"/>
                </a:cubicBezTo>
                <a:cubicBezTo>
                  <a:pt x="17774" y="48863"/>
                  <a:pt x="16459" y="56121"/>
                  <a:pt x="16316" y="60636"/>
                </a:cubicBezTo>
                <a:cubicBezTo>
                  <a:pt x="16316" y="66380"/>
                  <a:pt x="17945" y="70695"/>
                  <a:pt x="21203" y="73581"/>
                </a:cubicBezTo>
                <a:cubicBezTo>
                  <a:pt x="23946" y="76581"/>
                  <a:pt x="27603" y="78095"/>
                  <a:pt x="32090" y="78095"/>
                </a:cubicBezTo>
                <a:lnTo>
                  <a:pt x="32833" y="78095"/>
                </a:lnTo>
                <a:cubicBezTo>
                  <a:pt x="46863" y="78095"/>
                  <a:pt x="58436" y="72752"/>
                  <a:pt x="67580" y="62122"/>
                </a:cubicBezTo>
                <a:cubicBezTo>
                  <a:pt x="68694" y="60865"/>
                  <a:pt x="69466" y="60265"/>
                  <a:pt x="69837" y="60265"/>
                </a:cubicBezTo>
                <a:cubicBezTo>
                  <a:pt x="70323" y="60265"/>
                  <a:pt x="71152" y="60808"/>
                  <a:pt x="72266" y="61951"/>
                </a:cubicBezTo>
                <a:cubicBezTo>
                  <a:pt x="73381" y="63065"/>
                  <a:pt x="74009" y="63951"/>
                  <a:pt x="74152" y="64579"/>
                </a:cubicBezTo>
                <a:cubicBezTo>
                  <a:pt x="74266" y="65208"/>
                  <a:pt x="73695" y="66123"/>
                  <a:pt x="72466" y="67380"/>
                </a:cubicBezTo>
                <a:cubicBezTo>
                  <a:pt x="71209" y="68637"/>
                  <a:pt x="69380" y="70380"/>
                  <a:pt x="67008" y="72638"/>
                </a:cubicBezTo>
                <a:cubicBezTo>
                  <a:pt x="64637" y="74895"/>
                  <a:pt x="61808" y="76781"/>
                  <a:pt x="58579" y="78267"/>
                </a:cubicBezTo>
                <a:cubicBezTo>
                  <a:pt x="55321" y="79781"/>
                  <a:pt x="51292" y="81324"/>
                  <a:pt x="46549" y="82953"/>
                </a:cubicBezTo>
                <a:cubicBezTo>
                  <a:pt x="41805" y="84611"/>
                  <a:pt x="36805" y="85268"/>
                  <a:pt x="31547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09"/>
                  <a:pt x="114" y="62379"/>
                  <a:pt x="0" y="531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53DE8-8514-45B6-95F1-BA5F2ED0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0" y="3627025"/>
            <a:ext cx="55893" cy="91297"/>
          </a:xfrm>
          <a:custGeom xmlns:a="http://schemas.openxmlformats.org/drawingml/2006/main">
            <a:pathLst>
              <a:path w="55893" h="91297">
                <a:moveTo>
                  <a:pt x="7572" y="10744"/>
                </a:moveTo>
                <a:cubicBezTo>
                  <a:pt x="12516" y="3572"/>
                  <a:pt x="19288" y="0"/>
                  <a:pt x="27889" y="0"/>
                </a:cubicBezTo>
                <a:cubicBezTo>
                  <a:pt x="32118" y="0"/>
                  <a:pt x="36376" y="1143"/>
                  <a:pt x="40605" y="3429"/>
                </a:cubicBezTo>
                <a:cubicBezTo>
                  <a:pt x="44863" y="5744"/>
                  <a:pt x="48320" y="9801"/>
                  <a:pt x="50978" y="15659"/>
                </a:cubicBezTo>
                <a:cubicBezTo>
                  <a:pt x="54235" y="23003"/>
                  <a:pt x="55893" y="33061"/>
                  <a:pt x="55893" y="45920"/>
                </a:cubicBezTo>
                <a:cubicBezTo>
                  <a:pt x="55893" y="59607"/>
                  <a:pt x="53978" y="70123"/>
                  <a:pt x="50178" y="77353"/>
                </a:cubicBezTo>
                <a:cubicBezTo>
                  <a:pt x="48406" y="81096"/>
                  <a:pt x="45977" y="84039"/>
                  <a:pt x="42862" y="86268"/>
                </a:cubicBezTo>
                <a:cubicBezTo>
                  <a:pt x="39776" y="88468"/>
                  <a:pt x="37090" y="89840"/>
                  <a:pt x="34776" y="90383"/>
                </a:cubicBezTo>
                <a:cubicBezTo>
                  <a:pt x="32490" y="90897"/>
                  <a:pt x="30232" y="91211"/>
                  <a:pt x="28003" y="91297"/>
                </a:cubicBezTo>
                <a:cubicBezTo>
                  <a:pt x="25689" y="91297"/>
                  <a:pt x="23403" y="91040"/>
                  <a:pt x="21117" y="90497"/>
                </a:cubicBezTo>
                <a:cubicBezTo>
                  <a:pt x="18802" y="89983"/>
                  <a:pt x="16116" y="88554"/>
                  <a:pt x="13002" y="86268"/>
                </a:cubicBezTo>
                <a:cubicBezTo>
                  <a:pt x="9916" y="83953"/>
                  <a:pt x="7487" y="80982"/>
                  <a:pt x="5715" y="77353"/>
                </a:cubicBezTo>
                <a:cubicBezTo>
                  <a:pt x="1915" y="70123"/>
                  <a:pt x="0" y="59607"/>
                  <a:pt x="0" y="45920"/>
                </a:cubicBezTo>
                <a:cubicBezTo>
                  <a:pt x="0" y="30518"/>
                  <a:pt x="2515" y="18774"/>
                  <a:pt x="7572" y="10744"/>
                </a:cubicBezTo>
                <a:close/>
                <a:moveTo>
                  <a:pt x="37433" y="9144"/>
                </a:moveTo>
                <a:cubicBezTo>
                  <a:pt x="34776" y="6315"/>
                  <a:pt x="31633" y="4915"/>
                  <a:pt x="28003" y="4915"/>
                </a:cubicBezTo>
                <a:cubicBezTo>
                  <a:pt x="24289" y="4915"/>
                  <a:pt x="21117" y="6315"/>
                  <a:pt x="18459" y="9144"/>
                </a:cubicBezTo>
                <a:cubicBezTo>
                  <a:pt x="16231" y="11430"/>
                  <a:pt x="14773" y="14630"/>
                  <a:pt x="14059" y="18688"/>
                </a:cubicBezTo>
                <a:cubicBezTo>
                  <a:pt x="13373" y="22774"/>
                  <a:pt x="13002" y="31261"/>
                  <a:pt x="13002" y="44177"/>
                </a:cubicBezTo>
                <a:cubicBezTo>
                  <a:pt x="13002" y="58179"/>
                  <a:pt x="13373" y="67351"/>
                  <a:pt x="14059" y="71780"/>
                </a:cubicBezTo>
                <a:cubicBezTo>
                  <a:pt x="14773" y="76210"/>
                  <a:pt x="16373" y="79724"/>
                  <a:pt x="18860" y="82267"/>
                </a:cubicBezTo>
                <a:cubicBezTo>
                  <a:pt x="21317" y="84925"/>
                  <a:pt x="24374" y="86268"/>
                  <a:pt x="28003" y="86268"/>
                </a:cubicBezTo>
                <a:cubicBezTo>
                  <a:pt x="31547" y="86268"/>
                  <a:pt x="34547" y="84925"/>
                  <a:pt x="37033" y="82267"/>
                </a:cubicBezTo>
                <a:cubicBezTo>
                  <a:pt x="39605" y="79610"/>
                  <a:pt x="41205" y="75895"/>
                  <a:pt x="41805" y="71123"/>
                </a:cubicBezTo>
                <a:cubicBezTo>
                  <a:pt x="42434" y="66351"/>
                  <a:pt x="42777" y="57350"/>
                  <a:pt x="42862" y="44177"/>
                </a:cubicBezTo>
                <a:cubicBezTo>
                  <a:pt x="42862" y="31347"/>
                  <a:pt x="42520" y="22917"/>
                  <a:pt x="41805" y="18831"/>
                </a:cubicBezTo>
                <a:cubicBezTo>
                  <a:pt x="41119" y="14745"/>
                  <a:pt x="39634" y="11544"/>
                  <a:pt x="37433" y="9144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B3898-F6DD-4A23-9E71-42F06D16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0" y="3627025"/>
            <a:ext cx="55893" cy="91297"/>
          </a:xfrm>
          <a:custGeom xmlns:a="http://schemas.openxmlformats.org/drawingml/2006/main">
            <a:pathLst>
              <a:path w="55893" h="91297" fill="none">
                <a:moveTo>
                  <a:pt x="7572" y="10744"/>
                </a:moveTo>
                <a:cubicBezTo>
                  <a:pt x="12516" y="3572"/>
                  <a:pt x="19288" y="0"/>
                  <a:pt x="27889" y="0"/>
                </a:cubicBezTo>
                <a:cubicBezTo>
                  <a:pt x="32118" y="0"/>
                  <a:pt x="36376" y="1143"/>
                  <a:pt x="40605" y="3429"/>
                </a:cubicBezTo>
                <a:cubicBezTo>
                  <a:pt x="44863" y="5744"/>
                  <a:pt x="48320" y="9801"/>
                  <a:pt x="50978" y="15659"/>
                </a:cubicBezTo>
                <a:cubicBezTo>
                  <a:pt x="54235" y="23003"/>
                  <a:pt x="55893" y="33061"/>
                  <a:pt x="55893" y="45920"/>
                </a:cubicBezTo>
                <a:cubicBezTo>
                  <a:pt x="55893" y="59607"/>
                  <a:pt x="53978" y="70123"/>
                  <a:pt x="50178" y="77353"/>
                </a:cubicBezTo>
                <a:cubicBezTo>
                  <a:pt x="48406" y="81096"/>
                  <a:pt x="45977" y="84039"/>
                  <a:pt x="42862" y="86268"/>
                </a:cubicBezTo>
                <a:cubicBezTo>
                  <a:pt x="39776" y="88468"/>
                  <a:pt x="37090" y="89840"/>
                  <a:pt x="34776" y="90383"/>
                </a:cubicBezTo>
                <a:cubicBezTo>
                  <a:pt x="32490" y="90897"/>
                  <a:pt x="30232" y="91211"/>
                  <a:pt x="28003" y="91297"/>
                </a:cubicBezTo>
                <a:cubicBezTo>
                  <a:pt x="25689" y="91297"/>
                  <a:pt x="23403" y="91040"/>
                  <a:pt x="21117" y="90497"/>
                </a:cubicBezTo>
                <a:cubicBezTo>
                  <a:pt x="18802" y="89983"/>
                  <a:pt x="16116" y="88554"/>
                  <a:pt x="13002" y="86268"/>
                </a:cubicBezTo>
                <a:cubicBezTo>
                  <a:pt x="9916" y="83953"/>
                  <a:pt x="7487" y="80982"/>
                  <a:pt x="5715" y="77353"/>
                </a:cubicBezTo>
                <a:cubicBezTo>
                  <a:pt x="1915" y="70123"/>
                  <a:pt x="0" y="59607"/>
                  <a:pt x="0" y="45920"/>
                </a:cubicBezTo>
                <a:cubicBezTo>
                  <a:pt x="0" y="30518"/>
                  <a:pt x="2515" y="18774"/>
                  <a:pt x="7572" y="10744"/>
                </a:cubicBezTo>
                <a:close/>
                <a:moveTo>
                  <a:pt x="37433" y="9144"/>
                </a:moveTo>
                <a:cubicBezTo>
                  <a:pt x="34776" y="6315"/>
                  <a:pt x="31633" y="4915"/>
                  <a:pt x="28003" y="4915"/>
                </a:cubicBezTo>
                <a:cubicBezTo>
                  <a:pt x="24289" y="4915"/>
                  <a:pt x="21117" y="6315"/>
                  <a:pt x="18459" y="9144"/>
                </a:cubicBezTo>
                <a:cubicBezTo>
                  <a:pt x="16231" y="11430"/>
                  <a:pt x="14773" y="14630"/>
                  <a:pt x="14059" y="18688"/>
                </a:cubicBezTo>
                <a:cubicBezTo>
                  <a:pt x="13373" y="22774"/>
                  <a:pt x="13002" y="31261"/>
                  <a:pt x="13002" y="44177"/>
                </a:cubicBezTo>
                <a:cubicBezTo>
                  <a:pt x="13002" y="58179"/>
                  <a:pt x="13373" y="67351"/>
                  <a:pt x="14059" y="71780"/>
                </a:cubicBezTo>
                <a:cubicBezTo>
                  <a:pt x="14773" y="76210"/>
                  <a:pt x="16373" y="79724"/>
                  <a:pt x="18860" y="82267"/>
                </a:cubicBezTo>
                <a:cubicBezTo>
                  <a:pt x="21317" y="84925"/>
                  <a:pt x="24374" y="86268"/>
                  <a:pt x="28003" y="86268"/>
                </a:cubicBezTo>
                <a:cubicBezTo>
                  <a:pt x="31547" y="86268"/>
                  <a:pt x="34547" y="84925"/>
                  <a:pt x="37033" y="82267"/>
                </a:cubicBezTo>
                <a:cubicBezTo>
                  <a:pt x="39605" y="79610"/>
                  <a:pt x="41205" y="75895"/>
                  <a:pt x="41805" y="71123"/>
                </a:cubicBezTo>
                <a:cubicBezTo>
                  <a:pt x="42434" y="66351"/>
                  <a:pt x="42777" y="57350"/>
                  <a:pt x="42862" y="44177"/>
                </a:cubicBezTo>
                <a:cubicBezTo>
                  <a:pt x="42862" y="31347"/>
                  <a:pt x="42520" y="22917"/>
                  <a:pt x="41805" y="18831"/>
                </a:cubicBezTo>
                <a:cubicBezTo>
                  <a:pt x="41119" y="14745"/>
                  <a:pt x="39634" y="11544"/>
                  <a:pt x="37433" y="91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30295-6EE7-4646-AF16-BDDF4358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204" y="3546443"/>
            <a:ext cx="41977" cy="187738"/>
          </a:xfrm>
          <a:custGeom xmlns:a="http://schemas.openxmlformats.org/drawingml/2006/main">
            <a:pathLst>
              <a:path w="41977" h="187738">
                <a:moveTo>
                  <a:pt x="0" y="3400"/>
                </a:moveTo>
                <a:cubicBezTo>
                  <a:pt x="114" y="2515"/>
                  <a:pt x="486" y="1743"/>
                  <a:pt x="1114" y="1143"/>
                </a:cubicBezTo>
                <a:cubicBezTo>
                  <a:pt x="1743" y="514"/>
                  <a:pt x="2629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72"/>
                  <a:pt x="13202" y="18145"/>
                  <a:pt x="24574" y="48063"/>
                </a:cubicBezTo>
                <a:cubicBezTo>
                  <a:pt x="35976" y="77981"/>
                  <a:pt x="41719" y="93240"/>
                  <a:pt x="41862" y="93869"/>
                </a:cubicBezTo>
                <a:cubicBezTo>
                  <a:pt x="41977" y="94498"/>
                  <a:pt x="36290" y="109757"/>
                  <a:pt x="24775" y="139675"/>
                </a:cubicBezTo>
                <a:cubicBezTo>
                  <a:pt x="13259" y="169593"/>
                  <a:pt x="7315" y="184995"/>
                  <a:pt x="6944" y="185852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29" y="185366"/>
                  <a:pt x="0" y="184366"/>
                </a:cubicBezTo>
                <a:cubicBezTo>
                  <a:pt x="0" y="183737"/>
                  <a:pt x="5629" y="168535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02"/>
                  <a:pt x="0" y="4000"/>
                  <a:pt x="0" y="340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68A7F-E8FE-4510-BEAF-82040DAE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204" y="3546443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0" y="3400"/>
                </a:moveTo>
                <a:cubicBezTo>
                  <a:pt x="114" y="2515"/>
                  <a:pt x="486" y="1743"/>
                  <a:pt x="1114" y="1143"/>
                </a:cubicBezTo>
                <a:cubicBezTo>
                  <a:pt x="1743" y="514"/>
                  <a:pt x="2629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72"/>
                  <a:pt x="13202" y="18145"/>
                  <a:pt x="24574" y="48063"/>
                </a:cubicBezTo>
                <a:cubicBezTo>
                  <a:pt x="35976" y="77981"/>
                  <a:pt x="41719" y="93240"/>
                  <a:pt x="41862" y="93869"/>
                </a:cubicBezTo>
                <a:cubicBezTo>
                  <a:pt x="41977" y="94498"/>
                  <a:pt x="36290" y="109757"/>
                  <a:pt x="24775" y="139675"/>
                </a:cubicBezTo>
                <a:cubicBezTo>
                  <a:pt x="13259" y="169593"/>
                  <a:pt x="7315" y="184995"/>
                  <a:pt x="6944" y="185852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29" y="185366"/>
                  <a:pt x="0" y="184366"/>
                </a:cubicBezTo>
                <a:cubicBezTo>
                  <a:pt x="0" y="183737"/>
                  <a:pt x="5629" y="168535"/>
                  <a:pt x="16888" y="138732"/>
                </a:cubicBezTo>
                <a:cubicBezTo>
                  <a:pt x="28289" y="109071"/>
                  <a:pt x="33976" y="94126"/>
                  <a:pt x="33976" y="93869"/>
                </a:cubicBezTo>
                <a:cubicBezTo>
                  <a:pt x="33976" y="93612"/>
                  <a:pt x="28289" y="78667"/>
                  <a:pt x="16888" y="49006"/>
                </a:cubicBezTo>
                <a:cubicBezTo>
                  <a:pt x="5629" y="19202"/>
                  <a:pt x="0" y="4000"/>
                  <a:pt x="0" y="3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ABF50-A355-4FDA-B260-0D227F81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992" y="1789144"/>
            <a:ext cx="15493" cy="15482"/>
          </a:xfrm>
          <a:custGeom xmlns:a="http://schemas.openxmlformats.org/drawingml/2006/main">
            <a:pathLst>
              <a:path w="15493" h="15482">
                <a:moveTo>
                  <a:pt x="0" y="15482"/>
                </a:moveTo>
                <a:lnTo>
                  <a:pt x="15493" y="15482"/>
                </a:lnTo>
                <a:lnTo>
                  <a:pt x="15493" y="0"/>
                </a:lnTo>
                <a:lnTo>
                  <a:pt x="0" y="0"/>
                </a:lnTo>
                <a:lnTo>
                  <a:pt x="0" y="1548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53B0C-0327-4D66-B1AB-D8993DE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504" y="1833715"/>
            <a:ext cx="46463" cy="46463"/>
          </a:xfrm>
          <a:custGeom xmlns:a="http://schemas.openxmlformats.org/drawingml/2006/main">
            <a:pathLst>
              <a:path w="46463" h="46463">
                <a:moveTo>
                  <a:pt x="23231" y="46463"/>
                </a:moveTo>
                <a:lnTo>
                  <a:pt x="0" y="0"/>
                </a:lnTo>
                <a:lnTo>
                  <a:pt x="23231" y="11630"/>
                </a:lnTo>
                <a:lnTo>
                  <a:pt x="46463" y="0"/>
                </a:lnTo>
                <a:lnTo>
                  <a:pt x="23231" y="46463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766EA-09EB-4D7F-BBB7-E52F01AB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504" y="1833715"/>
            <a:ext cx="46463" cy="46463"/>
          </a:xfrm>
          <a:custGeom xmlns:a="http://schemas.openxmlformats.org/drawingml/2006/main">
            <a:pathLst>
              <a:path w="46463" h="46463" fill="none">
                <a:moveTo>
                  <a:pt x="23231" y="46463"/>
                </a:moveTo>
                <a:lnTo>
                  <a:pt x="0" y="0"/>
                </a:lnTo>
                <a:lnTo>
                  <a:pt x="23231" y="11630"/>
                </a:lnTo>
                <a:lnTo>
                  <a:pt x="46463" y="0"/>
                </a:lnTo>
                <a:lnTo>
                  <a:pt x="23231" y="464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97947-623B-488A-A01A-6909B8DE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031" y="697573"/>
            <a:ext cx="41977" cy="187738"/>
          </a:xfrm>
          <a:custGeom xmlns:a="http://schemas.openxmlformats.org/drawingml/2006/main">
            <a:pathLst>
              <a:path w="41977" h="187738">
                <a:moveTo>
                  <a:pt x="41977" y="184366"/>
                </a:moveTo>
                <a:cubicBezTo>
                  <a:pt x="41862" y="185223"/>
                  <a:pt x="41462" y="185966"/>
                  <a:pt x="40862" y="186595"/>
                </a:cubicBezTo>
                <a:cubicBezTo>
                  <a:pt x="40234" y="187223"/>
                  <a:pt x="39348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95"/>
                  <a:pt x="28775" y="169593"/>
                  <a:pt x="17402" y="139675"/>
                </a:cubicBezTo>
                <a:cubicBezTo>
                  <a:pt x="6001" y="109757"/>
                  <a:pt x="257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57"/>
                  <a:pt x="36033" y="686"/>
                  <a:pt x="36919" y="200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62" y="0"/>
                  <a:pt x="41720" y="1143"/>
                  <a:pt x="41977" y="3372"/>
                </a:cubicBezTo>
                <a:cubicBezTo>
                  <a:pt x="41977" y="4001"/>
                  <a:pt x="36347" y="19202"/>
                  <a:pt x="25089" y="49006"/>
                </a:cubicBezTo>
                <a:cubicBezTo>
                  <a:pt x="13687" y="78667"/>
                  <a:pt x="8001" y="93612"/>
                  <a:pt x="8001" y="93869"/>
                </a:cubicBezTo>
                <a:cubicBezTo>
                  <a:pt x="8001" y="94097"/>
                  <a:pt x="13687" y="109071"/>
                  <a:pt x="25089" y="138732"/>
                </a:cubicBezTo>
                <a:cubicBezTo>
                  <a:pt x="36347" y="168507"/>
                  <a:pt x="41977" y="183737"/>
                  <a:pt x="41977" y="184366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13A22-E663-458C-BA36-2227A08B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031" y="697573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41977" y="184366"/>
                </a:moveTo>
                <a:cubicBezTo>
                  <a:pt x="41862" y="185223"/>
                  <a:pt x="41462" y="185966"/>
                  <a:pt x="40862" y="186595"/>
                </a:cubicBezTo>
                <a:cubicBezTo>
                  <a:pt x="40234" y="187223"/>
                  <a:pt x="39348" y="187595"/>
                  <a:pt x="38233" y="187738"/>
                </a:cubicBezTo>
                <a:cubicBezTo>
                  <a:pt x="36976" y="187738"/>
                  <a:pt x="35919" y="187109"/>
                  <a:pt x="35033" y="185852"/>
                </a:cubicBezTo>
                <a:cubicBezTo>
                  <a:pt x="34661" y="184995"/>
                  <a:pt x="28775" y="169593"/>
                  <a:pt x="17402" y="139675"/>
                </a:cubicBezTo>
                <a:cubicBezTo>
                  <a:pt x="6001" y="109757"/>
                  <a:pt x="257" y="94498"/>
                  <a:pt x="114" y="93869"/>
                </a:cubicBezTo>
                <a:cubicBezTo>
                  <a:pt x="0" y="93240"/>
                  <a:pt x="5686" y="77981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57"/>
                  <a:pt x="36033" y="686"/>
                  <a:pt x="36919" y="200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62" y="0"/>
                  <a:pt x="41720" y="1143"/>
                  <a:pt x="41977" y="3372"/>
                </a:cubicBezTo>
                <a:cubicBezTo>
                  <a:pt x="41977" y="4001"/>
                  <a:pt x="36347" y="19202"/>
                  <a:pt x="25089" y="49006"/>
                </a:cubicBezTo>
                <a:cubicBezTo>
                  <a:pt x="13687" y="78667"/>
                  <a:pt x="8001" y="93612"/>
                  <a:pt x="8001" y="93869"/>
                </a:cubicBezTo>
                <a:cubicBezTo>
                  <a:pt x="8001" y="94097"/>
                  <a:pt x="13687" y="109071"/>
                  <a:pt x="25089" y="138732"/>
                </a:cubicBezTo>
                <a:cubicBezTo>
                  <a:pt x="36347" y="168507"/>
                  <a:pt x="41977" y="183737"/>
                  <a:pt x="41977" y="1843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F10D4-A90C-40BB-972D-356C8285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467" y="711260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72" y="45063"/>
                </a:moveTo>
                <a:cubicBezTo>
                  <a:pt x="1200" y="45063"/>
                  <a:pt x="0" y="44577"/>
                  <a:pt x="0" y="43577"/>
                </a:cubicBezTo>
                <a:cubicBezTo>
                  <a:pt x="0" y="42948"/>
                  <a:pt x="1000" y="39433"/>
                  <a:pt x="3000" y="33061"/>
                </a:cubicBezTo>
                <a:cubicBezTo>
                  <a:pt x="5001" y="26689"/>
                  <a:pt x="7144" y="20345"/>
                  <a:pt x="9373" y="14087"/>
                </a:cubicBezTo>
                <a:lnTo>
                  <a:pt x="12573" y="4886"/>
                </a:lnTo>
                <a:cubicBezTo>
                  <a:pt x="13202" y="2657"/>
                  <a:pt x="14030" y="1029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57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00" y="44148"/>
                </a:cubicBezTo>
                <a:lnTo>
                  <a:pt x="114129" y="43577"/>
                </a:lnTo>
                <a:cubicBezTo>
                  <a:pt x="114129" y="42805"/>
                  <a:pt x="114500" y="40005"/>
                  <a:pt x="115272" y="35119"/>
                </a:cubicBezTo>
                <a:cubicBezTo>
                  <a:pt x="116015" y="30232"/>
                  <a:pt x="116386" y="26432"/>
                  <a:pt x="116386" y="23689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71" y="9887"/>
                  <a:pt x="103613" y="9030"/>
                </a:cubicBezTo>
                <a:cubicBezTo>
                  <a:pt x="103013" y="8915"/>
                  <a:pt x="99384" y="8773"/>
                  <a:pt x="92726" y="8658"/>
                </a:cubicBezTo>
                <a:cubicBezTo>
                  <a:pt x="86982" y="8658"/>
                  <a:pt x="83353" y="8715"/>
                  <a:pt x="81839" y="8830"/>
                </a:cubicBezTo>
                <a:cubicBezTo>
                  <a:pt x="80353" y="8973"/>
                  <a:pt x="79210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526"/>
                  <a:pt x="52006" y="115214"/>
                  <a:pt x="52006" y="115843"/>
                </a:cubicBezTo>
                <a:cubicBezTo>
                  <a:pt x="52006" y="117358"/>
                  <a:pt x="57493" y="118243"/>
                  <a:pt x="68523" y="118472"/>
                </a:cubicBezTo>
                <a:cubicBezTo>
                  <a:pt x="72523" y="118472"/>
                  <a:pt x="75095" y="118529"/>
                  <a:pt x="76210" y="118672"/>
                </a:cubicBezTo>
                <a:cubicBezTo>
                  <a:pt x="77353" y="118786"/>
                  <a:pt x="77895" y="119358"/>
                  <a:pt x="77895" y="120358"/>
                </a:cubicBezTo>
                <a:cubicBezTo>
                  <a:pt x="77895" y="120987"/>
                  <a:pt x="77724" y="121844"/>
                  <a:pt x="77353" y="122987"/>
                </a:cubicBezTo>
                <a:cubicBezTo>
                  <a:pt x="76838" y="125244"/>
                  <a:pt x="76267" y="126559"/>
                  <a:pt x="75667" y="126930"/>
                </a:cubicBezTo>
                <a:lnTo>
                  <a:pt x="75267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23" y="127102"/>
                  <a:pt x="70094" y="127044"/>
                  <a:pt x="64208" y="126930"/>
                </a:cubicBezTo>
                <a:cubicBezTo>
                  <a:pt x="58322" y="126816"/>
                  <a:pt x="49863" y="126730"/>
                  <a:pt x="38862" y="126730"/>
                </a:cubicBezTo>
                <a:cubicBezTo>
                  <a:pt x="22717" y="126730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15" y="125787"/>
                  <a:pt x="4115" y="125416"/>
                </a:cubicBezTo>
                <a:cubicBezTo>
                  <a:pt x="4115" y="125044"/>
                  <a:pt x="4258" y="123930"/>
                  <a:pt x="4515" y="122044"/>
                </a:cubicBezTo>
                <a:cubicBezTo>
                  <a:pt x="5001" y="120415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29"/>
                  <a:pt x="31547" y="116786"/>
                </a:cubicBezTo>
                <a:cubicBezTo>
                  <a:pt x="31661" y="116643"/>
                  <a:pt x="31775" y="116586"/>
                  <a:pt x="31918" y="116586"/>
                </a:cubicBezTo>
                <a:cubicBezTo>
                  <a:pt x="32547" y="116215"/>
                  <a:pt x="33147" y="114957"/>
                  <a:pt x="33776" y="112843"/>
                </a:cubicBezTo>
                <a:cubicBezTo>
                  <a:pt x="34404" y="110728"/>
                  <a:pt x="36919" y="100898"/>
                  <a:pt x="41291" y="83382"/>
                </a:cubicBezTo>
                <a:cubicBezTo>
                  <a:pt x="43434" y="74867"/>
                  <a:pt x="45177" y="67923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34" y="8830"/>
                  <a:pt x="34547" y="9230"/>
                  <a:pt x="31918" y="9973"/>
                </a:cubicBezTo>
                <a:cubicBezTo>
                  <a:pt x="26289" y="11230"/>
                  <a:pt x="21888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44" y="42205"/>
                  <a:pt x="7144" y="43834"/>
                  <a:pt x="6744" y="44320"/>
                </a:cubicBezTo>
                <a:cubicBezTo>
                  <a:pt x="6372" y="44834"/>
                  <a:pt x="5515" y="45063"/>
                  <a:pt x="4115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200B6-06FC-4FB9-8F1B-F999ACC1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467" y="711260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72" y="45063"/>
                </a:moveTo>
                <a:cubicBezTo>
                  <a:pt x="1200" y="45063"/>
                  <a:pt x="0" y="44577"/>
                  <a:pt x="0" y="43577"/>
                </a:cubicBezTo>
                <a:cubicBezTo>
                  <a:pt x="0" y="42948"/>
                  <a:pt x="1000" y="39433"/>
                  <a:pt x="3000" y="33061"/>
                </a:cubicBezTo>
                <a:cubicBezTo>
                  <a:pt x="5001" y="26689"/>
                  <a:pt x="7144" y="20345"/>
                  <a:pt x="9373" y="14087"/>
                </a:cubicBezTo>
                <a:lnTo>
                  <a:pt x="12573" y="4886"/>
                </a:lnTo>
                <a:cubicBezTo>
                  <a:pt x="13202" y="2657"/>
                  <a:pt x="14030" y="1029"/>
                  <a:pt x="15002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57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00" y="44148"/>
                </a:cubicBezTo>
                <a:lnTo>
                  <a:pt x="114129" y="43577"/>
                </a:lnTo>
                <a:cubicBezTo>
                  <a:pt x="114129" y="42805"/>
                  <a:pt x="114500" y="40005"/>
                  <a:pt x="115272" y="35119"/>
                </a:cubicBezTo>
                <a:cubicBezTo>
                  <a:pt x="116015" y="30232"/>
                  <a:pt x="116386" y="26432"/>
                  <a:pt x="116386" y="23689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71" y="9887"/>
                  <a:pt x="103613" y="9030"/>
                </a:cubicBezTo>
                <a:cubicBezTo>
                  <a:pt x="103013" y="8915"/>
                  <a:pt x="99384" y="8773"/>
                  <a:pt x="92726" y="8658"/>
                </a:cubicBezTo>
                <a:cubicBezTo>
                  <a:pt x="86982" y="8658"/>
                  <a:pt x="83353" y="8715"/>
                  <a:pt x="81839" y="8830"/>
                </a:cubicBezTo>
                <a:cubicBezTo>
                  <a:pt x="80353" y="8973"/>
                  <a:pt x="79210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526"/>
                  <a:pt x="52006" y="115214"/>
                  <a:pt x="52006" y="115843"/>
                </a:cubicBezTo>
                <a:cubicBezTo>
                  <a:pt x="52006" y="117358"/>
                  <a:pt x="57493" y="118243"/>
                  <a:pt x="68523" y="118472"/>
                </a:cubicBezTo>
                <a:cubicBezTo>
                  <a:pt x="72523" y="118472"/>
                  <a:pt x="75095" y="118529"/>
                  <a:pt x="76210" y="118672"/>
                </a:cubicBezTo>
                <a:cubicBezTo>
                  <a:pt x="77353" y="118786"/>
                  <a:pt x="77895" y="119358"/>
                  <a:pt x="77895" y="120358"/>
                </a:cubicBezTo>
                <a:cubicBezTo>
                  <a:pt x="77895" y="120987"/>
                  <a:pt x="77724" y="121844"/>
                  <a:pt x="77353" y="122987"/>
                </a:cubicBezTo>
                <a:cubicBezTo>
                  <a:pt x="76838" y="125244"/>
                  <a:pt x="76267" y="126559"/>
                  <a:pt x="75667" y="126930"/>
                </a:cubicBezTo>
                <a:lnTo>
                  <a:pt x="75267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23" y="127102"/>
                  <a:pt x="70094" y="127044"/>
                  <a:pt x="64208" y="126930"/>
                </a:cubicBezTo>
                <a:cubicBezTo>
                  <a:pt x="58322" y="126816"/>
                  <a:pt x="49863" y="126730"/>
                  <a:pt x="38862" y="126730"/>
                </a:cubicBezTo>
                <a:cubicBezTo>
                  <a:pt x="22717" y="126730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15" y="125787"/>
                  <a:pt x="4115" y="125416"/>
                </a:cubicBezTo>
                <a:cubicBezTo>
                  <a:pt x="4115" y="125044"/>
                  <a:pt x="4258" y="123930"/>
                  <a:pt x="4515" y="122044"/>
                </a:cubicBezTo>
                <a:cubicBezTo>
                  <a:pt x="5001" y="120415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29"/>
                  <a:pt x="31547" y="116786"/>
                </a:cubicBezTo>
                <a:cubicBezTo>
                  <a:pt x="31661" y="116643"/>
                  <a:pt x="31775" y="116586"/>
                  <a:pt x="31918" y="116586"/>
                </a:cubicBezTo>
                <a:cubicBezTo>
                  <a:pt x="32547" y="116215"/>
                  <a:pt x="33147" y="114957"/>
                  <a:pt x="33776" y="112843"/>
                </a:cubicBezTo>
                <a:cubicBezTo>
                  <a:pt x="34404" y="110728"/>
                  <a:pt x="36919" y="100898"/>
                  <a:pt x="41291" y="83382"/>
                </a:cubicBezTo>
                <a:cubicBezTo>
                  <a:pt x="43434" y="74867"/>
                  <a:pt x="45177" y="67923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34" y="8830"/>
                  <a:pt x="34547" y="9230"/>
                  <a:pt x="31918" y="9973"/>
                </a:cubicBezTo>
                <a:cubicBezTo>
                  <a:pt x="26289" y="11230"/>
                  <a:pt x="21888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44" y="42205"/>
                  <a:pt x="7144" y="43834"/>
                  <a:pt x="6744" y="44320"/>
                </a:cubicBezTo>
                <a:cubicBezTo>
                  <a:pt x="6372" y="44834"/>
                  <a:pt x="5515" y="45063"/>
                  <a:pt x="4115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BE458-47EF-48CC-BF29-72AC06B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738" y="808015"/>
            <a:ext cx="62779" cy="59836"/>
          </a:xfrm>
          <a:custGeom xmlns:a="http://schemas.openxmlformats.org/drawingml/2006/main">
            <a:pathLst>
              <a:path w="62779" h="59836">
                <a:moveTo>
                  <a:pt x="0" y="37690"/>
                </a:moveTo>
                <a:cubicBezTo>
                  <a:pt x="0" y="28746"/>
                  <a:pt x="3372" y="20260"/>
                  <a:pt x="10087" y="12202"/>
                </a:cubicBezTo>
                <a:cubicBezTo>
                  <a:pt x="16802" y="4143"/>
                  <a:pt x="24374" y="86"/>
                  <a:pt x="32776" y="0"/>
                </a:cubicBezTo>
                <a:cubicBezTo>
                  <a:pt x="37290" y="0"/>
                  <a:pt x="41262" y="2143"/>
                  <a:pt x="44720" y="6487"/>
                </a:cubicBezTo>
                <a:cubicBezTo>
                  <a:pt x="46149" y="3829"/>
                  <a:pt x="48177" y="2515"/>
                  <a:pt x="50835" y="2515"/>
                </a:cubicBezTo>
                <a:cubicBezTo>
                  <a:pt x="51978" y="2515"/>
                  <a:pt x="53007" y="2858"/>
                  <a:pt x="53892" y="3572"/>
                </a:cubicBezTo>
                <a:cubicBezTo>
                  <a:pt x="54750" y="4286"/>
                  <a:pt x="55207" y="5143"/>
                  <a:pt x="55207" y="6229"/>
                </a:cubicBezTo>
                <a:cubicBezTo>
                  <a:pt x="55207" y="7372"/>
                  <a:pt x="53578" y="14459"/>
                  <a:pt x="50292" y="27461"/>
                </a:cubicBezTo>
                <a:cubicBezTo>
                  <a:pt x="47034" y="40462"/>
                  <a:pt x="45349" y="47806"/>
                  <a:pt x="45263" y="49492"/>
                </a:cubicBezTo>
                <a:cubicBezTo>
                  <a:pt x="45263" y="51692"/>
                  <a:pt x="45577" y="53149"/>
                  <a:pt x="46177" y="53864"/>
                </a:cubicBezTo>
                <a:cubicBezTo>
                  <a:pt x="46806" y="54578"/>
                  <a:pt x="47720" y="54978"/>
                  <a:pt x="48978" y="55064"/>
                </a:cubicBezTo>
                <a:cubicBezTo>
                  <a:pt x="49749" y="54978"/>
                  <a:pt x="50663" y="54578"/>
                  <a:pt x="51635" y="53864"/>
                </a:cubicBezTo>
                <a:cubicBezTo>
                  <a:pt x="53492" y="52092"/>
                  <a:pt x="55293" y="47863"/>
                  <a:pt x="57064" y="41119"/>
                </a:cubicBezTo>
                <a:cubicBezTo>
                  <a:pt x="57607" y="39348"/>
                  <a:pt x="58036" y="38433"/>
                  <a:pt x="58379" y="38348"/>
                </a:cubicBezTo>
                <a:cubicBezTo>
                  <a:pt x="58579" y="38262"/>
                  <a:pt x="59007" y="38205"/>
                  <a:pt x="59722" y="38205"/>
                </a:cubicBezTo>
                <a:lnTo>
                  <a:pt x="60265" y="38205"/>
                </a:lnTo>
                <a:cubicBezTo>
                  <a:pt x="61922" y="38205"/>
                  <a:pt x="62779" y="38605"/>
                  <a:pt x="62779" y="39405"/>
                </a:cubicBezTo>
                <a:cubicBezTo>
                  <a:pt x="62779" y="39948"/>
                  <a:pt x="62551" y="41119"/>
                  <a:pt x="62122" y="42977"/>
                </a:cubicBezTo>
                <a:cubicBezTo>
                  <a:pt x="61665" y="44834"/>
                  <a:pt x="60779" y="47234"/>
                  <a:pt x="59465" y="50149"/>
                </a:cubicBezTo>
                <a:cubicBezTo>
                  <a:pt x="58122" y="53064"/>
                  <a:pt x="56721" y="55293"/>
                  <a:pt x="55207" y="56779"/>
                </a:cubicBezTo>
                <a:cubicBezTo>
                  <a:pt x="54064" y="57950"/>
                  <a:pt x="52635" y="58864"/>
                  <a:pt x="50949" y="59579"/>
                </a:cubicBezTo>
                <a:cubicBezTo>
                  <a:pt x="50263" y="59750"/>
                  <a:pt x="49206" y="59836"/>
                  <a:pt x="47777" y="59836"/>
                </a:cubicBezTo>
                <a:cubicBezTo>
                  <a:pt x="44748" y="59836"/>
                  <a:pt x="42262" y="59179"/>
                  <a:pt x="40205" y="57864"/>
                </a:cubicBezTo>
                <a:cubicBezTo>
                  <a:pt x="38176" y="56521"/>
                  <a:pt x="36862" y="55150"/>
                  <a:pt x="36233" y="53721"/>
                </a:cubicBezTo>
                <a:lnTo>
                  <a:pt x="35433" y="51749"/>
                </a:lnTo>
                <a:cubicBezTo>
                  <a:pt x="35347" y="51664"/>
                  <a:pt x="35176" y="51692"/>
                  <a:pt x="34919" y="51892"/>
                </a:cubicBezTo>
                <a:cubicBezTo>
                  <a:pt x="34719" y="52064"/>
                  <a:pt x="34547" y="52235"/>
                  <a:pt x="34376" y="52407"/>
                </a:cubicBezTo>
                <a:cubicBezTo>
                  <a:pt x="29146" y="57350"/>
                  <a:pt x="23832" y="59836"/>
                  <a:pt x="18431" y="59836"/>
                </a:cubicBezTo>
                <a:cubicBezTo>
                  <a:pt x="13573" y="59836"/>
                  <a:pt x="9287" y="58064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4973"/>
                </a:moveTo>
                <a:cubicBezTo>
                  <a:pt x="42205" y="14459"/>
                  <a:pt x="41977" y="13459"/>
                  <a:pt x="41548" y="12059"/>
                </a:cubicBezTo>
                <a:cubicBezTo>
                  <a:pt x="41091" y="10658"/>
                  <a:pt x="40062" y="9087"/>
                  <a:pt x="38491" y="7401"/>
                </a:cubicBezTo>
                <a:cubicBezTo>
                  <a:pt x="36890" y="5744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858"/>
                </a:cubicBezTo>
                <a:cubicBezTo>
                  <a:pt x="20660" y="11630"/>
                  <a:pt x="18431" y="15202"/>
                  <a:pt x="16859" y="19631"/>
                </a:cubicBezTo>
                <a:cubicBezTo>
                  <a:pt x="14288" y="26632"/>
                  <a:pt x="12459" y="33861"/>
                  <a:pt x="11401" y="41405"/>
                </a:cubicBezTo>
                <a:cubicBezTo>
                  <a:pt x="11401" y="41662"/>
                  <a:pt x="11401" y="42148"/>
                  <a:pt x="11401" y="42862"/>
                </a:cubicBezTo>
                <a:cubicBezTo>
                  <a:pt x="11401" y="43577"/>
                  <a:pt x="11373" y="44091"/>
                  <a:pt x="11287" y="44434"/>
                </a:cubicBezTo>
                <a:cubicBezTo>
                  <a:pt x="11287" y="48435"/>
                  <a:pt x="12059" y="51178"/>
                  <a:pt x="13659" y="52664"/>
                </a:cubicBezTo>
                <a:cubicBezTo>
                  <a:pt x="15259" y="54178"/>
                  <a:pt x="17145" y="54978"/>
                  <a:pt x="19374" y="55064"/>
                </a:cubicBezTo>
                <a:cubicBezTo>
                  <a:pt x="22746" y="55064"/>
                  <a:pt x="26060" y="53607"/>
                  <a:pt x="29318" y="50692"/>
                </a:cubicBezTo>
                <a:cubicBezTo>
                  <a:pt x="32604" y="47749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48" y="29718"/>
                </a:cubicBezTo>
                <a:cubicBezTo>
                  <a:pt x="40977" y="20603"/>
                  <a:pt x="42120" y="15688"/>
                  <a:pt x="42205" y="149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44BC6-260C-4A85-AB82-C283426F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738" y="808015"/>
            <a:ext cx="62779" cy="59836"/>
          </a:xfrm>
          <a:custGeom xmlns:a="http://schemas.openxmlformats.org/drawingml/2006/main">
            <a:pathLst>
              <a:path w="62779" h="59836" fill="none">
                <a:moveTo>
                  <a:pt x="0" y="37690"/>
                </a:moveTo>
                <a:cubicBezTo>
                  <a:pt x="0" y="28746"/>
                  <a:pt x="3372" y="20260"/>
                  <a:pt x="10087" y="12202"/>
                </a:cubicBezTo>
                <a:cubicBezTo>
                  <a:pt x="16802" y="4143"/>
                  <a:pt x="24374" y="86"/>
                  <a:pt x="32776" y="0"/>
                </a:cubicBezTo>
                <a:cubicBezTo>
                  <a:pt x="37290" y="0"/>
                  <a:pt x="41262" y="2143"/>
                  <a:pt x="44720" y="6487"/>
                </a:cubicBezTo>
                <a:cubicBezTo>
                  <a:pt x="46149" y="3829"/>
                  <a:pt x="48177" y="2515"/>
                  <a:pt x="50835" y="2515"/>
                </a:cubicBezTo>
                <a:cubicBezTo>
                  <a:pt x="51978" y="2515"/>
                  <a:pt x="53007" y="2858"/>
                  <a:pt x="53892" y="3572"/>
                </a:cubicBezTo>
                <a:cubicBezTo>
                  <a:pt x="54750" y="4286"/>
                  <a:pt x="55207" y="5143"/>
                  <a:pt x="55207" y="6229"/>
                </a:cubicBezTo>
                <a:cubicBezTo>
                  <a:pt x="55207" y="7372"/>
                  <a:pt x="53578" y="14459"/>
                  <a:pt x="50292" y="27461"/>
                </a:cubicBezTo>
                <a:cubicBezTo>
                  <a:pt x="47034" y="40462"/>
                  <a:pt x="45349" y="47806"/>
                  <a:pt x="45263" y="49492"/>
                </a:cubicBezTo>
                <a:cubicBezTo>
                  <a:pt x="45263" y="51692"/>
                  <a:pt x="45577" y="53149"/>
                  <a:pt x="46177" y="53864"/>
                </a:cubicBezTo>
                <a:cubicBezTo>
                  <a:pt x="46806" y="54578"/>
                  <a:pt x="47720" y="54978"/>
                  <a:pt x="48978" y="55064"/>
                </a:cubicBezTo>
                <a:cubicBezTo>
                  <a:pt x="49749" y="54978"/>
                  <a:pt x="50663" y="54578"/>
                  <a:pt x="51635" y="53864"/>
                </a:cubicBezTo>
                <a:cubicBezTo>
                  <a:pt x="53492" y="52092"/>
                  <a:pt x="55293" y="47863"/>
                  <a:pt x="57064" y="41119"/>
                </a:cubicBezTo>
                <a:cubicBezTo>
                  <a:pt x="57607" y="39348"/>
                  <a:pt x="58036" y="38433"/>
                  <a:pt x="58379" y="38348"/>
                </a:cubicBezTo>
                <a:cubicBezTo>
                  <a:pt x="58579" y="38262"/>
                  <a:pt x="59007" y="38205"/>
                  <a:pt x="59722" y="38205"/>
                </a:cubicBezTo>
                <a:lnTo>
                  <a:pt x="60265" y="38205"/>
                </a:lnTo>
                <a:cubicBezTo>
                  <a:pt x="61922" y="38205"/>
                  <a:pt x="62779" y="38605"/>
                  <a:pt x="62779" y="39405"/>
                </a:cubicBezTo>
                <a:cubicBezTo>
                  <a:pt x="62779" y="39948"/>
                  <a:pt x="62551" y="41119"/>
                  <a:pt x="62122" y="42977"/>
                </a:cubicBezTo>
                <a:cubicBezTo>
                  <a:pt x="61665" y="44834"/>
                  <a:pt x="60779" y="47234"/>
                  <a:pt x="59465" y="50149"/>
                </a:cubicBezTo>
                <a:cubicBezTo>
                  <a:pt x="58122" y="53064"/>
                  <a:pt x="56721" y="55293"/>
                  <a:pt x="55207" y="56779"/>
                </a:cubicBezTo>
                <a:cubicBezTo>
                  <a:pt x="54064" y="57950"/>
                  <a:pt x="52635" y="58864"/>
                  <a:pt x="50949" y="59579"/>
                </a:cubicBezTo>
                <a:cubicBezTo>
                  <a:pt x="50263" y="59750"/>
                  <a:pt x="49206" y="59836"/>
                  <a:pt x="47777" y="59836"/>
                </a:cubicBezTo>
                <a:cubicBezTo>
                  <a:pt x="44748" y="59836"/>
                  <a:pt x="42262" y="59179"/>
                  <a:pt x="40205" y="57864"/>
                </a:cubicBezTo>
                <a:cubicBezTo>
                  <a:pt x="38176" y="56521"/>
                  <a:pt x="36862" y="55150"/>
                  <a:pt x="36233" y="53721"/>
                </a:cubicBezTo>
                <a:lnTo>
                  <a:pt x="35433" y="51749"/>
                </a:lnTo>
                <a:cubicBezTo>
                  <a:pt x="35347" y="51664"/>
                  <a:pt x="35176" y="51692"/>
                  <a:pt x="34919" y="51892"/>
                </a:cubicBezTo>
                <a:cubicBezTo>
                  <a:pt x="34719" y="52064"/>
                  <a:pt x="34547" y="52235"/>
                  <a:pt x="34376" y="52407"/>
                </a:cubicBezTo>
                <a:cubicBezTo>
                  <a:pt x="29146" y="57350"/>
                  <a:pt x="23832" y="59836"/>
                  <a:pt x="18431" y="59836"/>
                </a:cubicBezTo>
                <a:cubicBezTo>
                  <a:pt x="13573" y="59836"/>
                  <a:pt x="9287" y="58064"/>
                  <a:pt x="5572" y="54550"/>
                </a:cubicBezTo>
                <a:cubicBezTo>
                  <a:pt x="1857" y="51006"/>
                  <a:pt x="0" y="45377"/>
                  <a:pt x="0" y="37690"/>
                </a:cubicBezTo>
                <a:close/>
                <a:moveTo>
                  <a:pt x="42205" y="14973"/>
                </a:moveTo>
                <a:cubicBezTo>
                  <a:pt x="42205" y="14459"/>
                  <a:pt x="41977" y="13459"/>
                  <a:pt x="41548" y="12059"/>
                </a:cubicBezTo>
                <a:cubicBezTo>
                  <a:pt x="41091" y="10658"/>
                  <a:pt x="40062" y="9087"/>
                  <a:pt x="38491" y="7401"/>
                </a:cubicBezTo>
                <a:cubicBezTo>
                  <a:pt x="36890" y="5744"/>
                  <a:pt x="34861" y="4858"/>
                  <a:pt x="32375" y="4772"/>
                </a:cubicBezTo>
                <a:cubicBezTo>
                  <a:pt x="29289" y="4772"/>
                  <a:pt x="26318" y="6144"/>
                  <a:pt x="23489" y="8858"/>
                </a:cubicBezTo>
                <a:cubicBezTo>
                  <a:pt x="20660" y="11630"/>
                  <a:pt x="18431" y="15202"/>
                  <a:pt x="16859" y="19631"/>
                </a:cubicBezTo>
                <a:cubicBezTo>
                  <a:pt x="14288" y="26632"/>
                  <a:pt x="12459" y="33861"/>
                  <a:pt x="11401" y="41405"/>
                </a:cubicBezTo>
                <a:cubicBezTo>
                  <a:pt x="11401" y="41662"/>
                  <a:pt x="11401" y="42148"/>
                  <a:pt x="11401" y="42862"/>
                </a:cubicBezTo>
                <a:cubicBezTo>
                  <a:pt x="11401" y="43577"/>
                  <a:pt x="11373" y="44091"/>
                  <a:pt x="11287" y="44434"/>
                </a:cubicBezTo>
                <a:cubicBezTo>
                  <a:pt x="11287" y="48435"/>
                  <a:pt x="12059" y="51178"/>
                  <a:pt x="13659" y="52664"/>
                </a:cubicBezTo>
                <a:cubicBezTo>
                  <a:pt x="15259" y="54178"/>
                  <a:pt x="17145" y="54978"/>
                  <a:pt x="19374" y="55064"/>
                </a:cubicBezTo>
                <a:cubicBezTo>
                  <a:pt x="22746" y="55064"/>
                  <a:pt x="26060" y="53607"/>
                  <a:pt x="29318" y="50692"/>
                </a:cubicBezTo>
                <a:cubicBezTo>
                  <a:pt x="32604" y="47749"/>
                  <a:pt x="34547" y="45520"/>
                  <a:pt x="35176" y="43920"/>
                </a:cubicBezTo>
                <a:cubicBezTo>
                  <a:pt x="35347" y="43577"/>
                  <a:pt x="36547" y="38833"/>
                  <a:pt x="38748" y="29718"/>
                </a:cubicBezTo>
                <a:cubicBezTo>
                  <a:pt x="40977" y="20603"/>
                  <a:pt x="42120" y="15688"/>
                  <a:pt x="42205" y="149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F9332-647F-421B-9D4D-FE3105D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607" y="815673"/>
            <a:ext cx="24803" cy="59236"/>
          </a:xfrm>
          <a:custGeom xmlns:a="http://schemas.openxmlformats.org/drawingml/2006/main">
            <a:pathLst>
              <a:path w="24803" h="59236">
                <a:moveTo>
                  <a:pt x="0" y="16116"/>
                </a:moveTo>
                <a:cubicBezTo>
                  <a:pt x="0" y="16116"/>
                  <a:pt x="0" y="14573"/>
                  <a:pt x="0" y="11430"/>
                </a:cubicBezTo>
                <a:cubicBezTo>
                  <a:pt x="0" y="8315"/>
                  <a:pt x="1000" y="5601"/>
                  <a:pt x="3000" y="3343"/>
                </a:cubicBezTo>
                <a:cubicBezTo>
                  <a:pt x="5001" y="1114"/>
                  <a:pt x="7715" y="0"/>
                  <a:pt x="11087" y="0"/>
                </a:cubicBezTo>
                <a:cubicBezTo>
                  <a:pt x="14602" y="0"/>
                  <a:pt x="17716" y="1543"/>
                  <a:pt x="20460" y="4686"/>
                </a:cubicBezTo>
                <a:cubicBezTo>
                  <a:pt x="23203" y="7801"/>
                  <a:pt x="24660" y="13316"/>
                  <a:pt x="24803" y="21203"/>
                </a:cubicBezTo>
                <a:cubicBezTo>
                  <a:pt x="24803" y="25575"/>
                  <a:pt x="24232" y="29832"/>
                  <a:pt x="23089" y="33976"/>
                </a:cubicBezTo>
                <a:cubicBezTo>
                  <a:pt x="21974" y="38090"/>
                  <a:pt x="20660" y="41662"/>
                  <a:pt x="19145" y="44663"/>
                </a:cubicBezTo>
                <a:cubicBezTo>
                  <a:pt x="17659" y="47663"/>
                  <a:pt x="16031" y="50235"/>
                  <a:pt x="14288" y="52349"/>
                </a:cubicBezTo>
                <a:cubicBezTo>
                  <a:pt x="12516" y="54493"/>
                  <a:pt x="11030" y="56178"/>
                  <a:pt x="9773" y="57436"/>
                </a:cubicBezTo>
                <a:cubicBezTo>
                  <a:pt x="8515" y="58664"/>
                  <a:pt x="7715" y="59236"/>
                  <a:pt x="7315" y="59122"/>
                </a:cubicBezTo>
                <a:cubicBezTo>
                  <a:pt x="6829" y="59122"/>
                  <a:pt x="6029" y="58550"/>
                  <a:pt x="4886" y="57436"/>
                </a:cubicBezTo>
                <a:cubicBezTo>
                  <a:pt x="3772" y="56293"/>
                  <a:pt x="3200" y="55493"/>
                  <a:pt x="3200" y="54978"/>
                </a:cubicBezTo>
                <a:cubicBezTo>
                  <a:pt x="3200" y="54493"/>
                  <a:pt x="3886" y="53492"/>
                  <a:pt x="5258" y="51978"/>
                </a:cubicBezTo>
                <a:cubicBezTo>
                  <a:pt x="6629" y="50492"/>
                  <a:pt x="8201" y="48606"/>
                  <a:pt x="9944" y="46349"/>
                </a:cubicBezTo>
                <a:cubicBezTo>
                  <a:pt x="11716" y="44091"/>
                  <a:pt x="13345" y="40977"/>
                  <a:pt x="14830" y="36976"/>
                </a:cubicBezTo>
                <a:cubicBezTo>
                  <a:pt x="16345" y="32947"/>
                  <a:pt x="17345" y="28404"/>
                  <a:pt x="17831" y="23260"/>
                </a:cubicBezTo>
                <a:lnTo>
                  <a:pt x="17831" y="21003"/>
                </a:lnTo>
                <a:lnTo>
                  <a:pt x="17659" y="21203"/>
                </a:lnTo>
                <a:cubicBezTo>
                  <a:pt x="17402" y="21317"/>
                  <a:pt x="17088" y="21460"/>
                  <a:pt x="16716" y="21574"/>
                </a:cubicBezTo>
                <a:cubicBezTo>
                  <a:pt x="16345" y="21688"/>
                  <a:pt x="15973" y="21888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574"/>
                  <a:pt x="11630" y="22689"/>
                </a:cubicBezTo>
                <a:cubicBezTo>
                  <a:pt x="8258" y="22689"/>
                  <a:pt x="5515" y="21631"/>
                  <a:pt x="3372" y="19517"/>
                </a:cubicBezTo>
                <a:lnTo>
                  <a:pt x="0" y="16116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F8FFE-F803-4ADE-8F89-4CA41B01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607" y="815673"/>
            <a:ext cx="24803" cy="59236"/>
          </a:xfrm>
          <a:custGeom xmlns:a="http://schemas.openxmlformats.org/drawingml/2006/main">
            <a:pathLst>
              <a:path w="24803" h="59236" fill="none">
                <a:moveTo>
                  <a:pt x="0" y="16116"/>
                </a:moveTo>
                <a:cubicBezTo>
                  <a:pt x="0" y="16116"/>
                  <a:pt x="0" y="14573"/>
                  <a:pt x="0" y="11430"/>
                </a:cubicBezTo>
                <a:cubicBezTo>
                  <a:pt x="0" y="8315"/>
                  <a:pt x="1000" y="5601"/>
                  <a:pt x="3000" y="3343"/>
                </a:cubicBezTo>
                <a:cubicBezTo>
                  <a:pt x="5001" y="1114"/>
                  <a:pt x="7715" y="0"/>
                  <a:pt x="11087" y="0"/>
                </a:cubicBezTo>
                <a:cubicBezTo>
                  <a:pt x="14602" y="0"/>
                  <a:pt x="17716" y="1543"/>
                  <a:pt x="20460" y="4686"/>
                </a:cubicBezTo>
                <a:cubicBezTo>
                  <a:pt x="23203" y="7801"/>
                  <a:pt x="24660" y="13316"/>
                  <a:pt x="24803" y="21203"/>
                </a:cubicBezTo>
                <a:cubicBezTo>
                  <a:pt x="24803" y="25575"/>
                  <a:pt x="24232" y="29832"/>
                  <a:pt x="23089" y="33976"/>
                </a:cubicBezTo>
                <a:cubicBezTo>
                  <a:pt x="21974" y="38090"/>
                  <a:pt x="20660" y="41662"/>
                  <a:pt x="19145" y="44663"/>
                </a:cubicBezTo>
                <a:cubicBezTo>
                  <a:pt x="17659" y="47663"/>
                  <a:pt x="16031" y="50235"/>
                  <a:pt x="14288" y="52349"/>
                </a:cubicBezTo>
                <a:cubicBezTo>
                  <a:pt x="12516" y="54493"/>
                  <a:pt x="11030" y="56178"/>
                  <a:pt x="9773" y="57436"/>
                </a:cubicBezTo>
                <a:cubicBezTo>
                  <a:pt x="8515" y="58664"/>
                  <a:pt x="7715" y="59236"/>
                  <a:pt x="7315" y="59122"/>
                </a:cubicBezTo>
                <a:cubicBezTo>
                  <a:pt x="6829" y="59122"/>
                  <a:pt x="6029" y="58550"/>
                  <a:pt x="4886" y="57436"/>
                </a:cubicBezTo>
                <a:cubicBezTo>
                  <a:pt x="3772" y="56293"/>
                  <a:pt x="3200" y="55493"/>
                  <a:pt x="3200" y="54978"/>
                </a:cubicBezTo>
                <a:cubicBezTo>
                  <a:pt x="3200" y="54493"/>
                  <a:pt x="3886" y="53492"/>
                  <a:pt x="5258" y="51978"/>
                </a:cubicBezTo>
                <a:cubicBezTo>
                  <a:pt x="6629" y="50492"/>
                  <a:pt x="8201" y="48606"/>
                  <a:pt x="9944" y="46349"/>
                </a:cubicBezTo>
                <a:cubicBezTo>
                  <a:pt x="11716" y="44091"/>
                  <a:pt x="13345" y="40977"/>
                  <a:pt x="14830" y="36976"/>
                </a:cubicBezTo>
                <a:cubicBezTo>
                  <a:pt x="16345" y="32947"/>
                  <a:pt x="17345" y="28404"/>
                  <a:pt x="17831" y="23260"/>
                </a:cubicBezTo>
                <a:lnTo>
                  <a:pt x="17831" y="21003"/>
                </a:lnTo>
                <a:lnTo>
                  <a:pt x="17659" y="21203"/>
                </a:lnTo>
                <a:cubicBezTo>
                  <a:pt x="17402" y="21317"/>
                  <a:pt x="17088" y="21460"/>
                  <a:pt x="16716" y="21574"/>
                </a:cubicBezTo>
                <a:cubicBezTo>
                  <a:pt x="16345" y="21688"/>
                  <a:pt x="15973" y="21888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574"/>
                  <a:pt x="11630" y="22689"/>
                </a:cubicBezTo>
                <a:cubicBezTo>
                  <a:pt x="8258" y="22689"/>
                  <a:pt x="5515" y="21631"/>
                  <a:pt x="3372" y="19517"/>
                </a:cubicBezTo>
                <a:lnTo>
                  <a:pt x="0" y="161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BC5CA-0758-4E7E-8FAF-474470D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759" y="712975"/>
            <a:ext cx="125416" cy="125387"/>
          </a:xfrm>
          <a:custGeom xmlns:a="http://schemas.openxmlformats.org/drawingml/2006/main">
            <a:pathLst>
              <a:path w="125416" h="125387">
                <a:moveTo>
                  <a:pt x="0" y="4858"/>
                </a:moveTo>
                <a:cubicBezTo>
                  <a:pt x="0" y="4858"/>
                  <a:pt x="0" y="4486"/>
                  <a:pt x="0" y="3743"/>
                </a:cubicBezTo>
                <a:cubicBezTo>
                  <a:pt x="0" y="3000"/>
                  <a:pt x="257" y="2315"/>
                  <a:pt x="743" y="1686"/>
                </a:cubicBezTo>
                <a:cubicBezTo>
                  <a:pt x="1257" y="1057"/>
                  <a:pt x="1686" y="629"/>
                  <a:pt x="2057" y="371"/>
                </a:cubicBezTo>
                <a:cubicBezTo>
                  <a:pt x="2429" y="114"/>
                  <a:pt x="2743" y="0"/>
                  <a:pt x="3000" y="0"/>
                </a:cubicBezTo>
                <a:lnTo>
                  <a:pt x="122587" y="0"/>
                </a:lnTo>
                <a:cubicBezTo>
                  <a:pt x="124473" y="1000"/>
                  <a:pt x="125416" y="2257"/>
                  <a:pt x="125416" y="3743"/>
                </a:cubicBezTo>
                <a:cubicBezTo>
                  <a:pt x="125416" y="5258"/>
                  <a:pt x="124473" y="6515"/>
                  <a:pt x="122587" y="7515"/>
                </a:cubicBezTo>
                <a:lnTo>
                  <a:pt x="66465" y="7515"/>
                </a:lnTo>
                <a:lnTo>
                  <a:pt x="66465" y="122587"/>
                </a:lnTo>
                <a:cubicBezTo>
                  <a:pt x="65580" y="124216"/>
                  <a:pt x="64465" y="125130"/>
                  <a:pt x="63065" y="125387"/>
                </a:cubicBezTo>
                <a:cubicBezTo>
                  <a:pt x="62579" y="125387"/>
                  <a:pt x="62151" y="125330"/>
                  <a:pt x="61779" y="125216"/>
                </a:cubicBezTo>
                <a:cubicBezTo>
                  <a:pt x="61379" y="125101"/>
                  <a:pt x="61065" y="124958"/>
                  <a:pt x="60836" y="124844"/>
                </a:cubicBezTo>
                <a:cubicBezTo>
                  <a:pt x="60579" y="124701"/>
                  <a:pt x="60322" y="124530"/>
                  <a:pt x="60065" y="124273"/>
                </a:cubicBezTo>
                <a:cubicBezTo>
                  <a:pt x="59836" y="124015"/>
                  <a:pt x="59693" y="123844"/>
                  <a:pt x="59693" y="123701"/>
                </a:cubicBezTo>
                <a:cubicBezTo>
                  <a:pt x="59693" y="123587"/>
                  <a:pt x="59579" y="123330"/>
                  <a:pt x="59322" y="122958"/>
                </a:cubicBezTo>
                <a:cubicBezTo>
                  <a:pt x="59065" y="122587"/>
                  <a:pt x="58950" y="122387"/>
                  <a:pt x="58950" y="122387"/>
                </a:cubicBezTo>
                <a:lnTo>
                  <a:pt x="58950" y="7515"/>
                </a:lnTo>
                <a:lnTo>
                  <a:pt x="3000" y="7515"/>
                </a:lnTo>
                <a:cubicBezTo>
                  <a:pt x="2886" y="7515"/>
                  <a:pt x="2629" y="7372"/>
                  <a:pt x="2257" y="7115"/>
                </a:cubicBezTo>
                <a:cubicBezTo>
                  <a:pt x="1886" y="6887"/>
                  <a:pt x="1372" y="6429"/>
                  <a:pt x="743" y="5801"/>
                </a:cubicBezTo>
                <a:lnTo>
                  <a:pt x="0" y="4858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10B8B-7040-42B1-B78B-E5DC5184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759" y="712975"/>
            <a:ext cx="125416" cy="125387"/>
          </a:xfrm>
          <a:custGeom xmlns:a="http://schemas.openxmlformats.org/drawingml/2006/main">
            <a:pathLst>
              <a:path w="125416" h="125387" fill="none">
                <a:moveTo>
                  <a:pt x="0" y="4858"/>
                </a:moveTo>
                <a:cubicBezTo>
                  <a:pt x="0" y="4858"/>
                  <a:pt x="0" y="4486"/>
                  <a:pt x="0" y="3743"/>
                </a:cubicBezTo>
                <a:cubicBezTo>
                  <a:pt x="0" y="3000"/>
                  <a:pt x="257" y="2315"/>
                  <a:pt x="743" y="1686"/>
                </a:cubicBezTo>
                <a:cubicBezTo>
                  <a:pt x="1257" y="1057"/>
                  <a:pt x="1686" y="629"/>
                  <a:pt x="2057" y="371"/>
                </a:cubicBezTo>
                <a:cubicBezTo>
                  <a:pt x="2429" y="114"/>
                  <a:pt x="2743" y="0"/>
                  <a:pt x="3000" y="0"/>
                </a:cubicBezTo>
                <a:lnTo>
                  <a:pt x="122587" y="0"/>
                </a:lnTo>
                <a:cubicBezTo>
                  <a:pt x="124473" y="1000"/>
                  <a:pt x="125416" y="2257"/>
                  <a:pt x="125416" y="3743"/>
                </a:cubicBezTo>
                <a:cubicBezTo>
                  <a:pt x="125416" y="5258"/>
                  <a:pt x="124473" y="6515"/>
                  <a:pt x="122587" y="7515"/>
                </a:cubicBezTo>
                <a:lnTo>
                  <a:pt x="66465" y="7515"/>
                </a:lnTo>
                <a:lnTo>
                  <a:pt x="66465" y="122587"/>
                </a:lnTo>
                <a:cubicBezTo>
                  <a:pt x="65580" y="124216"/>
                  <a:pt x="64465" y="125130"/>
                  <a:pt x="63065" y="125387"/>
                </a:cubicBezTo>
                <a:cubicBezTo>
                  <a:pt x="62579" y="125387"/>
                  <a:pt x="62151" y="125330"/>
                  <a:pt x="61779" y="125216"/>
                </a:cubicBezTo>
                <a:cubicBezTo>
                  <a:pt x="61379" y="125101"/>
                  <a:pt x="61065" y="124958"/>
                  <a:pt x="60836" y="124844"/>
                </a:cubicBezTo>
                <a:cubicBezTo>
                  <a:pt x="60579" y="124701"/>
                  <a:pt x="60322" y="124530"/>
                  <a:pt x="60065" y="124273"/>
                </a:cubicBezTo>
                <a:cubicBezTo>
                  <a:pt x="59836" y="124015"/>
                  <a:pt x="59693" y="123844"/>
                  <a:pt x="59693" y="123701"/>
                </a:cubicBezTo>
                <a:cubicBezTo>
                  <a:pt x="59693" y="123587"/>
                  <a:pt x="59579" y="123330"/>
                  <a:pt x="59322" y="122958"/>
                </a:cubicBezTo>
                <a:cubicBezTo>
                  <a:pt x="59065" y="122587"/>
                  <a:pt x="58950" y="122387"/>
                  <a:pt x="58950" y="122387"/>
                </a:cubicBezTo>
                <a:lnTo>
                  <a:pt x="58950" y="7515"/>
                </a:lnTo>
                <a:lnTo>
                  <a:pt x="3000" y="7515"/>
                </a:lnTo>
                <a:cubicBezTo>
                  <a:pt x="2886" y="7515"/>
                  <a:pt x="2629" y="7372"/>
                  <a:pt x="2257" y="7115"/>
                </a:cubicBezTo>
                <a:cubicBezTo>
                  <a:pt x="1886" y="6887"/>
                  <a:pt x="1372" y="6429"/>
                  <a:pt x="743" y="5801"/>
                </a:cubicBezTo>
                <a:lnTo>
                  <a:pt x="0" y="48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BECCE-FFAC-4E1F-8163-0FF0C319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1806" y="697573"/>
            <a:ext cx="42005" cy="187738"/>
          </a:xfrm>
          <a:custGeom xmlns:a="http://schemas.openxmlformats.org/drawingml/2006/main">
            <a:pathLst>
              <a:path w="42005" h="187738">
                <a:moveTo>
                  <a:pt x="0" y="3372"/>
                </a:moveTo>
                <a:cubicBezTo>
                  <a:pt x="143" y="2515"/>
                  <a:pt x="514" y="1743"/>
                  <a:pt x="1143" y="1143"/>
                </a:cubicBezTo>
                <a:cubicBezTo>
                  <a:pt x="1772" y="514"/>
                  <a:pt x="2629" y="114"/>
                  <a:pt x="3772" y="0"/>
                </a:cubicBezTo>
                <a:cubicBezTo>
                  <a:pt x="5029" y="0"/>
                  <a:pt x="6086" y="629"/>
                  <a:pt x="6972" y="1886"/>
                </a:cubicBezTo>
                <a:cubicBezTo>
                  <a:pt x="7315" y="2743"/>
                  <a:pt x="13202" y="18145"/>
                  <a:pt x="24603" y="48063"/>
                </a:cubicBezTo>
                <a:cubicBezTo>
                  <a:pt x="36005" y="77981"/>
                  <a:pt x="41748" y="93240"/>
                  <a:pt x="41862" y="93869"/>
                </a:cubicBezTo>
                <a:cubicBezTo>
                  <a:pt x="42005" y="94498"/>
                  <a:pt x="36319" y="109757"/>
                  <a:pt x="24775" y="139675"/>
                </a:cubicBezTo>
                <a:cubicBezTo>
                  <a:pt x="13287" y="169593"/>
                  <a:pt x="7315" y="184995"/>
                  <a:pt x="6972" y="185852"/>
                </a:cubicBezTo>
                <a:cubicBezTo>
                  <a:pt x="6086" y="187109"/>
                  <a:pt x="5029" y="187738"/>
                  <a:pt x="3772" y="187738"/>
                </a:cubicBezTo>
                <a:cubicBezTo>
                  <a:pt x="2772" y="187738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66"/>
                </a:cubicBezTo>
                <a:cubicBezTo>
                  <a:pt x="0" y="183737"/>
                  <a:pt x="5658" y="168507"/>
                  <a:pt x="16916" y="138732"/>
                </a:cubicBezTo>
                <a:cubicBezTo>
                  <a:pt x="28289" y="109071"/>
                  <a:pt x="33976" y="94097"/>
                  <a:pt x="33976" y="93869"/>
                </a:cubicBezTo>
                <a:cubicBezTo>
                  <a:pt x="33976" y="93612"/>
                  <a:pt x="28289" y="78667"/>
                  <a:pt x="16916" y="49006"/>
                </a:cubicBezTo>
                <a:cubicBezTo>
                  <a:pt x="5658" y="19202"/>
                  <a:pt x="0" y="4001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9E67B-D5B4-4501-8641-19E811A6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1806" y="697573"/>
            <a:ext cx="42005" cy="187738"/>
          </a:xfrm>
          <a:custGeom xmlns:a="http://schemas.openxmlformats.org/drawingml/2006/main">
            <a:pathLst>
              <a:path w="42005" h="187738" fill="none">
                <a:moveTo>
                  <a:pt x="0" y="3372"/>
                </a:moveTo>
                <a:cubicBezTo>
                  <a:pt x="143" y="2515"/>
                  <a:pt x="514" y="1743"/>
                  <a:pt x="1143" y="1143"/>
                </a:cubicBezTo>
                <a:cubicBezTo>
                  <a:pt x="1772" y="514"/>
                  <a:pt x="2629" y="114"/>
                  <a:pt x="3772" y="0"/>
                </a:cubicBezTo>
                <a:cubicBezTo>
                  <a:pt x="5029" y="0"/>
                  <a:pt x="6086" y="629"/>
                  <a:pt x="6972" y="1886"/>
                </a:cubicBezTo>
                <a:cubicBezTo>
                  <a:pt x="7315" y="2743"/>
                  <a:pt x="13202" y="18145"/>
                  <a:pt x="24603" y="48063"/>
                </a:cubicBezTo>
                <a:cubicBezTo>
                  <a:pt x="36005" y="77981"/>
                  <a:pt x="41748" y="93240"/>
                  <a:pt x="41862" y="93869"/>
                </a:cubicBezTo>
                <a:cubicBezTo>
                  <a:pt x="42005" y="94498"/>
                  <a:pt x="36319" y="109757"/>
                  <a:pt x="24775" y="139675"/>
                </a:cubicBezTo>
                <a:cubicBezTo>
                  <a:pt x="13287" y="169593"/>
                  <a:pt x="7315" y="184995"/>
                  <a:pt x="6972" y="185852"/>
                </a:cubicBezTo>
                <a:cubicBezTo>
                  <a:pt x="6086" y="187109"/>
                  <a:pt x="5029" y="187738"/>
                  <a:pt x="3772" y="187738"/>
                </a:cubicBezTo>
                <a:cubicBezTo>
                  <a:pt x="2772" y="187738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66"/>
                </a:cubicBezTo>
                <a:cubicBezTo>
                  <a:pt x="0" y="183737"/>
                  <a:pt x="5658" y="168507"/>
                  <a:pt x="16916" y="138732"/>
                </a:cubicBezTo>
                <a:cubicBezTo>
                  <a:pt x="28289" y="109071"/>
                  <a:pt x="33976" y="94097"/>
                  <a:pt x="33976" y="93869"/>
                </a:cubicBezTo>
                <a:cubicBezTo>
                  <a:pt x="33976" y="93612"/>
                  <a:pt x="28289" y="78667"/>
                  <a:pt x="16916" y="49006"/>
                </a:cubicBezTo>
                <a:cubicBezTo>
                  <a:pt x="5658" y="19202"/>
                  <a:pt x="0" y="4001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BB4B9-23B6-4019-8FA2-C73673E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617" y="751745"/>
            <a:ext cx="15482" cy="15493"/>
          </a:xfrm>
          <a:custGeom xmlns:a="http://schemas.openxmlformats.org/drawingml/2006/main">
            <a:pathLst>
              <a:path w="15482" h="15493">
                <a:moveTo>
                  <a:pt x="0" y="15493"/>
                </a:moveTo>
                <a:lnTo>
                  <a:pt x="15482" y="15493"/>
                </a:lnTo>
                <a:lnTo>
                  <a:pt x="15482" y="0"/>
                </a:lnTo>
                <a:lnTo>
                  <a:pt x="0" y="0"/>
                </a:lnTo>
                <a:lnTo>
                  <a:pt x="0" y="1549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3D150-0C46-41DC-A113-F18E53AF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129" y="796357"/>
            <a:ext cx="46463" cy="46463"/>
          </a:xfrm>
          <a:custGeom xmlns:a="http://schemas.openxmlformats.org/drawingml/2006/main">
            <a:pathLst>
              <a:path w="46463" h="46463">
                <a:moveTo>
                  <a:pt x="23231" y="46463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63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FB789-ABF2-4AD4-98D3-E5728571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129" y="796357"/>
            <a:ext cx="46463" cy="46463"/>
          </a:xfrm>
          <a:custGeom xmlns:a="http://schemas.openxmlformats.org/drawingml/2006/main">
            <a:pathLst>
              <a:path w="46463" h="46463" fill="none">
                <a:moveTo>
                  <a:pt x="23231" y="46463"/>
                </a:moveTo>
                <a:lnTo>
                  <a:pt x="0" y="0"/>
                </a:lnTo>
                <a:lnTo>
                  <a:pt x="23231" y="11601"/>
                </a:lnTo>
                <a:lnTo>
                  <a:pt x="46463" y="0"/>
                </a:lnTo>
                <a:lnTo>
                  <a:pt x="23231" y="464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17281-2DA5-48A2-82DE-5F57306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120" y="620163"/>
            <a:ext cx="188366" cy="700145"/>
          </a:xfrm>
          <a:custGeom xmlns:a="http://schemas.openxmlformats.org/drawingml/2006/main">
            <a:pathLst>
              <a:path w="188366" h="700145" fill="none">
                <a:moveTo>
                  <a:pt x="0" y="0"/>
                </a:moveTo>
                <a:cubicBezTo>
                  <a:pt x="178565" y="233486"/>
                  <a:pt x="188366" y="466858"/>
                  <a:pt x="29432" y="70014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31332-4024-4C04-981D-3AA0DE4C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893" y="1297534"/>
            <a:ext cx="45349" cy="51549"/>
          </a:xfrm>
          <a:custGeom xmlns:a="http://schemas.openxmlformats.org/drawingml/2006/main">
            <a:pathLst>
              <a:path w="45349" h="51549">
                <a:moveTo>
                  <a:pt x="0" y="51549"/>
                </a:moveTo>
                <a:lnTo>
                  <a:pt x="6944" y="0"/>
                </a:lnTo>
                <a:lnTo>
                  <a:pt x="19660" y="22774"/>
                </a:lnTo>
                <a:lnTo>
                  <a:pt x="45349" y="26175"/>
                </a:lnTo>
                <a:lnTo>
                  <a:pt x="0" y="515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ADC0E-C14E-4F34-811F-F979C6B8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893" y="1297534"/>
            <a:ext cx="45349" cy="51549"/>
          </a:xfrm>
          <a:custGeom xmlns:a="http://schemas.openxmlformats.org/drawingml/2006/main">
            <a:pathLst>
              <a:path w="45349" h="51549" fill="none">
                <a:moveTo>
                  <a:pt x="0" y="51549"/>
                </a:moveTo>
                <a:lnTo>
                  <a:pt x="6944" y="0"/>
                </a:lnTo>
                <a:lnTo>
                  <a:pt x="19660" y="22774"/>
                </a:lnTo>
                <a:lnTo>
                  <a:pt x="45349" y="26175"/>
                </a:lnTo>
                <a:lnTo>
                  <a:pt x="0" y="51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84323-CC3D-40A9-AB02-C27ECEFB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722" y="1709842"/>
            <a:ext cx="1335310" cy="1471984"/>
          </a:xfrm>
          <a:custGeom xmlns:a="http://schemas.openxmlformats.org/drawingml/2006/main">
            <a:pathLst>
              <a:path w="1335310" h="1471984" fill="none">
                <a:moveTo>
                  <a:pt x="0" y="0"/>
                </a:moveTo>
                <a:cubicBezTo>
                  <a:pt x="1173404" y="539239"/>
                  <a:pt x="1335310" y="1029900"/>
                  <a:pt x="485689" y="14719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1AF31-499A-4A2E-B47F-89C0055D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465" y="3155794"/>
            <a:ext cx="52006" cy="41977"/>
          </a:xfrm>
          <a:custGeom xmlns:a="http://schemas.openxmlformats.org/drawingml/2006/main">
            <a:pathLst>
              <a:path w="52006" h="41977">
                <a:moveTo>
                  <a:pt x="0" y="41977"/>
                </a:moveTo>
                <a:lnTo>
                  <a:pt x="30490" y="0"/>
                </a:lnTo>
                <a:lnTo>
                  <a:pt x="30947" y="26032"/>
                </a:lnTo>
                <a:lnTo>
                  <a:pt x="52006" y="41205"/>
                </a:lnTo>
                <a:lnTo>
                  <a:pt x="0" y="419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975C3-EDF1-4144-8C54-970FFCDD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465" y="3155794"/>
            <a:ext cx="52006" cy="41977"/>
          </a:xfrm>
          <a:custGeom xmlns:a="http://schemas.openxmlformats.org/drawingml/2006/main">
            <a:pathLst>
              <a:path w="52006" h="41977" fill="none">
                <a:moveTo>
                  <a:pt x="0" y="41977"/>
                </a:moveTo>
                <a:lnTo>
                  <a:pt x="30490" y="0"/>
                </a:lnTo>
                <a:lnTo>
                  <a:pt x="30947" y="26032"/>
                </a:lnTo>
                <a:lnTo>
                  <a:pt x="52006" y="41205"/>
                </a:lnTo>
                <a:lnTo>
                  <a:pt x="0" y="419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pic>
        <p:nvPicPr>
          <p:cNvPr id="13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e32a555ac4a1d"/>
          <a:stretch xmlns:a="http://schemas.openxmlformats.org/drawingml/2006/main"/>
        </p:blipFill>
        <p:spPr>
          <a:xfrm xmlns:a="http://schemas.openxmlformats.org/drawingml/2006/main">
            <a:off x="7355405" y="155623"/>
            <a:ext cx="871686" cy="469369"/>
          </a:xfrm>
          <a:prstGeom xmlns:a="http://schemas.openxmlformats.org/drawingml/2006/main" prst="rect">
            <a:avLst/>
          </a:prstGeom>
        </p:spPr>
      </p:pic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F0F90-6F86-429A-8286-B4E43C8D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315" y="264062"/>
            <a:ext cx="134703" cy="132445"/>
          </a:xfrm>
          <a:custGeom xmlns:a="http://schemas.openxmlformats.org/drawingml/2006/main">
            <a:pathLst>
              <a:path w="134703" h="132445">
                <a:moveTo>
                  <a:pt x="0" y="6572"/>
                </a:moveTo>
                <a:cubicBezTo>
                  <a:pt x="0" y="3800"/>
                  <a:pt x="800" y="1629"/>
                  <a:pt x="2429" y="0"/>
                </a:cubicBezTo>
                <a:lnTo>
                  <a:pt x="4515" y="0"/>
                </a:lnTo>
                <a:cubicBezTo>
                  <a:pt x="9773" y="371"/>
                  <a:pt x="16345" y="543"/>
                  <a:pt x="24232" y="543"/>
                </a:cubicBezTo>
                <a:cubicBezTo>
                  <a:pt x="39005" y="543"/>
                  <a:pt x="47720" y="371"/>
                  <a:pt x="50349" y="0"/>
                </a:cubicBezTo>
                <a:lnTo>
                  <a:pt x="52207" y="0"/>
                </a:lnTo>
                <a:cubicBezTo>
                  <a:pt x="52978" y="743"/>
                  <a:pt x="53350" y="1314"/>
                  <a:pt x="53350" y="1686"/>
                </a:cubicBezTo>
                <a:cubicBezTo>
                  <a:pt x="53350" y="2057"/>
                  <a:pt x="53235" y="3172"/>
                  <a:pt x="52978" y="5058"/>
                </a:cubicBezTo>
                <a:cubicBezTo>
                  <a:pt x="52349" y="6944"/>
                  <a:pt x="51778" y="8115"/>
                  <a:pt x="51292" y="8630"/>
                </a:cubicBezTo>
                <a:lnTo>
                  <a:pt x="47349" y="8630"/>
                </a:lnTo>
                <a:cubicBezTo>
                  <a:pt x="44577" y="8887"/>
                  <a:pt x="42691" y="9001"/>
                  <a:pt x="41719" y="9001"/>
                </a:cubicBezTo>
                <a:cubicBezTo>
                  <a:pt x="38062" y="9630"/>
                  <a:pt x="36062" y="10573"/>
                  <a:pt x="35690" y="11830"/>
                </a:cubicBezTo>
                <a:cubicBezTo>
                  <a:pt x="35690" y="12059"/>
                  <a:pt x="37519" y="27803"/>
                  <a:pt x="41148" y="58979"/>
                </a:cubicBezTo>
                <a:cubicBezTo>
                  <a:pt x="44777" y="90154"/>
                  <a:pt x="46663" y="105870"/>
                  <a:pt x="46777" y="106128"/>
                </a:cubicBezTo>
                <a:lnTo>
                  <a:pt x="60493" y="84153"/>
                </a:lnTo>
                <a:cubicBezTo>
                  <a:pt x="69637" y="69494"/>
                  <a:pt x="78781" y="54721"/>
                  <a:pt x="87925" y="39805"/>
                </a:cubicBezTo>
                <a:cubicBezTo>
                  <a:pt x="97069" y="24917"/>
                  <a:pt x="101756" y="17202"/>
                  <a:pt x="102013" y="16716"/>
                </a:cubicBezTo>
                <a:cubicBezTo>
                  <a:pt x="102499" y="15831"/>
                  <a:pt x="102756" y="14888"/>
                  <a:pt x="102756" y="13887"/>
                </a:cubicBezTo>
                <a:cubicBezTo>
                  <a:pt x="102756" y="10887"/>
                  <a:pt x="100012" y="9144"/>
                  <a:pt x="94498" y="8630"/>
                </a:cubicBezTo>
                <a:cubicBezTo>
                  <a:pt x="92240" y="8630"/>
                  <a:pt x="91097" y="7944"/>
                  <a:pt x="91097" y="6572"/>
                </a:cubicBezTo>
                <a:cubicBezTo>
                  <a:pt x="91097" y="6429"/>
                  <a:pt x="91240" y="5629"/>
                  <a:pt x="91497" y="4115"/>
                </a:cubicBezTo>
                <a:cubicBezTo>
                  <a:pt x="91869" y="2372"/>
                  <a:pt x="92240" y="1229"/>
                  <a:pt x="92612" y="743"/>
                </a:cubicBezTo>
                <a:cubicBezTo>
                  <a:pt x="92983" y="229"/>
                  <a:pt x="93812" y="0"/>
                  <a:pt x="95069" y="0"/>
                </a:cubicBezTo>
                <a:cubicBezTo>
                  <a:pt x="95298" y="0"/>
                  <a:pt x="96041" y="0"/>
                  <a:pt x="97326" y="0"/>
                </a:cubicBezTo>
                <a:cubicBezTo>
                  <a:pt x="98555" y="0"/>
                  <a:pt x="100698" y="57"/>
                  <a:pt x="103699" y="171"/>
                </a:cubicBezTo>
                <a:cubicBezTo>
                  <a:pt x="106699" y="314"/>
                  <a:pt x="110700" y="371"/>
                  <a:pt x="115729" y="371"/>
                </a:cubicBezTo>
                <a:cubicBezTo>
                  <a:pt x="124358" y="371"/>
                  <a:pt x="129816" y="229"/>
                  <a:pt x="132074" y="0"/>
                </a:cubicBezTo>
                <a:lnTo>
                  <a:pt x="133388" y="0"/>
                </a:lnTo>
                <a:cubicBezTo>
                  <a:pt x="134274" y="857"/>
                  <a:pt x="134703" y="1543"/>
                  <a:pt x="134703" y="2057"/>
                </a:cubicBezTo>
                <a:cubicBezTo>
                  <a:pt x="134703" y="4172"/>
                  <a:pt x="134131" y="6172"/>
                  <a:pt x="133017" y="8058"/>
                </a:cubicBezTo>
                <a:cubicBezTo>
                  <a:pt x="132645" y="8430"/>
                  <a:pt x="131559" y="8630"/>
                  <a:pt x="129816" y="8630"/>
                </a:cubicBezTo>
                <a:cubicBezTo>
                  <a:pt x="128187" y="8744"/>
                  <a:pt x="126673" y="8887"/>
                  <a:pt x="125301" y="9001"/>
                </a:cubicBezTo>
                <a:cubicBezTo>
                  <a:pt x="123930" y="9144"/>
                  <a:pt x="122615" y="9430"/>
                  <a:pt x="121358" y="9944"/>
                </a:cubicBezTo>
                <a:cubicBezTo>
                  <a:pt x="120101" y="10458"/>
                  <a:pt x="119101" y="10887"/>
                  <a:pt x="118358" y="11259"/>
                </a:cubicBezTo>
                <a:cubicBezTo>
                  <a:pt x="117586" y="11630"/>
                  <a:pt x="116843" y="12144"/>
                  <a:pt x="116100" y="12744"/>
                </a:cubicBezTo>
                <a:cubicBezTo>
                  <a:pt x="115329" y="13373"/>
                  <a:pt x="114729" y="13830"/>
                  <a:pt x="114214" y="14087"/>
                </a:cubicBezTo>
                <a:cubicBezTo>
                  <a:pt x="113728" y="14316"/>
                  <a:pt x="113214" y="14888"/>
                  <a:pt x="112728" y="15773"/>
                </a:cubicBezTo>
                <a:cubicBezTo>
                  <a:pt x="112214" y="16631"/>
                  <a:pt x="111785" y="17088"/>
                  <a:pt x="111414" y="17088"/>
                </a:cubicBezTo>
                <a:lnTo>
                  <a:pt x="75152" y="75324"/>
                </a:lnTo>
                <a:cubicBezTo>
                  <a:pt x="52607" y="111757"/>
                  <a:pt x="40948" y="130416"/>
                  <a:pt x="40205" y="131302"/>
                </a:cubicBezTo>
                <a:cubicBezTo>
                  <a:pt x="39805" y="131559"/>
                  <a:pt x="39376" y="131874"/>
                  <a:pt x="38891" y="132245"/>
                </a:cubicBezTo>
                <a:lnTo>
                  <a:pt x="35490" y="132445"/>
                </a:lnTo>
                <a:lnTo>
                  <a:pt x="34176" y="132445"/>
                </a:lnTo>
                <a:cubicBezTo>
                  <a:pt x="31918" y="132445"/>
                  <a:pt x="30804" y="131988"/>
                  <a:pt x="30804" y="131131"/>
                </a:cubicBezTo>
                <a:cubicBezTo>
                  <a:pt x="30432" y="130359"/>
                  <a:pt x="27975" y="110328"/>
                  <a:pt x="23489" y="71009"/>
                </a:cubicBezTo>
                <a:cubicBezTo>
                  <a:pt x="18717" y="31175"/>
                  <a:pt x="16288" y="11087"/>
                  <a:pt x="16145" y="10687"/>
                </a:cubicBezTo>
                <a:cubicBezTo>
                  <a:pt x="15516" y="9315"/>
                  <a:pt x="11659" y="8630"/>
                  <a:pt x="4515" y="8630"/>
                </a:cubicBezTo>
                <a:lnTo>
                  <a:pt x="1314" y="8630"/>
                </a:lnTo>
                <a:cubicBezTo>
                  <a:pt x="429" y="8001"/>
                  <a:pt x="0" y="7315"/>
                  <a:pt x="0" y="65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93BEF-C6B6-4208-940D-A8A82214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315" y="264062"/>
            <a:ext cx="134703" cy="132445"/>
          </a:xfrm>
          <a:custGeom xmlns:a="http://schemas.openxmlformats.org/drawingml/2006/main">
            <a:pathLst>
              <a:path w="134703" h="132445" fill="none">
                <a:moveTo>
                  <a:pt x="0" y="6572"/>
                </a:moveTo>
                <a:cubicBezTo>
                  <a:pt x="0" y="3800"/>
                  <a:pt x="800" y="1629"/>
                  <a:pt x="2429" y="0"/>
                </a:cubicBezTo>
                <a:lnTo>
                  <a:pt x="4515" y="0"/>
                </a:lnTo>
                <a:cubicBezTo>
                  <a:pt x="9773" y="371"/>
                  <a:pt x="16345" y="543"/>
                  <a:pt x="24232" y="543"/>
                </a:cubicBezTo>
                <a:cubicBezTo>
                  <a:pt x="39005" y="543"/>
                  <a:pt x="47720" y="371"/>
                  <a:pt x="50349" y="0"/>
                </a:cubicBezTo>
                <a:lnTo>
                  <a:pt x="52207" y="0"/>
                </a:lnTo>
                <a:cubicBezTo>
                  <a:pt x="52978" y="743"/>
                  <a:pt x="53350" y="1314"/>
                  <a:pt x="53350" y="1686"/>
                </a:cubicBezTo>
                <a:cubicBezTo>
                  <a:pt x="53350" y="2057"/>
                  <a:pt x="53235" y="3172"/>
                  <a:pt x="52978" y="5058"/>
                </a:cubicBezTo>
                <a:cubicBezTo>
                  <a:pt x="52349" y="6944"/>
                  <a:pt x="51778" y="8115"/>
                  <a:pt x="51292" y="8630"/>
                </a:cubicBezTo>
                <a:lnTo>
                  <a:pt x="47349" y="8630"/>
                </a:lnTo>
                <a:cubicBezTo>
                  <a:pt x="44577" y="8887"/>
                  <a:pt x="42691" y="9001"/>
                  <a:pt x="41719" y="9001"/>
                </a:cubicBezTo>
                <a:cubicBezTo>
                  <a:pt x="38062" y="9630"/>
                  <a:pt x="36062" y="10573"/>
                  <a:pt x="35690" y="11830"/>
                </a:cubicBezTo>
                <a:cubicBezTo>
                  <a:pt x="35690" y="12059"/>
                  <a:pt x="37519" y="27803"/>
                  <a:pt x="41148" y="58979"/>
                </a:cubicBezTo>
                <a:cubicBezTo>
                  <a:pt x="44777" y="90154"/>
                  <a:pt x="46663" y="105870"/>
                  <a:pt x="46777" y="106128"/>
                </a:cubicBezTo>
                <a:lnTo>
                  <a:pt x="60493" y="84153"/>
                </a:lnTo>
                <a:cubicBezTo>
                  <a:pt x="69637" y="69494"/>
                  <a:pt x="78781" y="54721"/>
                  <a:pt x="87925" y="39805"/>
                </a:cubicBezTo>
                <a:cubicBezTo>
                  <a:pt x="97069" y="24917"/>
                  <a:pt x="101756" y="17202"/>
                  <a:pt x="102013" y="16716"/>
                </a:cubicBezTo>
                <a:cubicBezTo>
                  <a:pt x="102499" y="15831"/>
                  <a:pt x="102756" y="14888"/>
                  <a:pt x="102756" y="13887"/>
                </a:cubicBezTo>
                <a:cubicBezTo>
                  <a:pt x="102756" y="10887"/>
                  <a:pt x="100012" y="9144"/>
                  <a:pt x="94498" y="8630"/>
                </a:cubicBezTo>
                <a:cubicBezTo>
                  <a:pt x="92240" y="8630"/>
                  <a:pt x="91097" y="7944"/>
                  <a:pt x="91097" y="6572"/>
                </a:cubicBezTo>
                <a:cubicBezTo>
                  <a:pt x="91097" y="6429"/>
                  <a:pt x="91240" y="5629"/>
                  <a:pt x="91497" y="4115"/>
                </a:cubicBezTo>
                <a:cubicBezTo>
                  <a:pt x="91869" y="2372"/>
                  <a:pt x="92240" y="1229"/>
                  <a:pt x="92612" y="743"/>
                </a:cubicBezTo>
                <a:cubicBezTo>
                  <a:pt x="92983" y="229"/>
                  <a:pt x="93812" y="0"/>
                  <a:pt x="95069" y="0"/>
                </a:cubicBezTo>
                <a:cubicBezTo>
                  <a:pt x="95298" y="0"/>
                  <a:pt x="96041" y="0"/>
                  <a:pt x="97326" y="0"/>
                </a:cubicBezTo>
                <a:cubicBezTo>
                  <a:pt x="98555" y="0"/>
                  <a:pt x="100698" y="57"/>
                  <a:pt x="103699" y="171"/>
                </a:cubicBezTo>
                <a:cubicBezTo>
                  <a:pt x="106699" y="314"/>
                  <a:pt x="110700" y="371"/>
                  <a:pt x="115729" y="371"/>
                </a:cubicBezTo>
                <a:cubicBezTo>
                  <a:pt x="124358" y="371"/>
                  <a:pt x="129816" y="229"/>
                  <a:pt x="132074" y="0"/>
                </a:cubicBezTo>
                <a:lnTo>
                  <a:pt x="133388" y="0"/>
                </a:lnTo>
                <a:cubicBezTo>
                  <a:pt x="134274" y="857"/>
                  <a:pt x="134703" y="1543"/>
                  <a:pt x="134703" y="2057"/>
                </a:cubicBezTo>
                <a:cubicBezTo>
                  <a:pt x="134703" y="4172"/>
                  <a:pt x="134131" y="6172"/>
                  <a:pt x="133017" y="8058"/>
                </a:cubicBezTo>
                <a:cubicBezTo>
                  <a:pt x="132645" y="8430"/>
                  <a:pt x="131559" y="8630"/>
                  <a:pt x="129816" y="8630"/>
                </a:cubicBezTo>
                <a:cubicBezTo>
                  <a:pt x="128187" y="8744"/>
                  <a:pt x="126673" y="8887"/>
                  <a:pt x="125301" y="9001"/>
                </a:cubicBezTo>
                <a:cubicBezTo>
                  <a:pt x="123930" y="9144"/>
                  <a:pt x="122615" y="9430"/>
                  <a:pt x="121358" y="9944"/>
                </a:cubicBezTo>
                <a:cubicBezTo>
                  <a:pt x="120101" y="10458"/>
                  <a:pt x="119101" y="10887"/>
                  <a:pt x="118358" y="11259"/>
                </a:cubicBezTo>
                <a:cubicBezTo>
                  <a:pt x="117586" y="11630"/>
                  <a:pt x="116843" y="12144"/>
                  <a:pt x="116100" y="12744"/>
                </a:cubicBezTo>
                <a:cubicBezTo>
                  <a:pt x="115329" y="13373"/>
                  <a:pt x="114729" y="13830"/>
                  <a:pt x="114214" y="14087"/>
                </a:cubicBezTo>
                <a:cubicBezTo>
                  <a:pt x="113728" y="14316"/>
                  <a:pt x="113214" y="14888"/>
                  <a:pt x="112728" y="15773"/>
                </a:cubicBezTo>
                <a:cubicBezTo>
                  <a:pt x="112214" y="16631"/>
                  <a:pt x="111785" y="17088"/>
                  <a:pt x="111414" y="17088"/>
                </a:cubicBezTo>
                <a:lnTo>
                  <a:pt x="75152" y="75324"/>
                </a:lnTo>
                <a:cubicBezTo>
                  <a:pt x="52607" y="111757"/>
                  <a:pt x="40948" y="130416"/>
                  <a:pt x="40205" y="131302"/>
                </a:cubicBezTo>
                <a:cubicBezTo>
                  <a:pt x="39805" y="131559"/>
                  <a:pt x="39376" y="131874"/>
                  <a:pt x="38891" y="132245"/>
                </a:cubicBezTo>
                <a:lnTo>
                  <a:pt x="35490" y="132445"/>
                </a:lnTo>
                <a:lnTo>
                  <a:pt x="34176" y="132445"/>
                </a:lnTo>
                <a:cubicBezTo>
                  <a:pt x="31918" y="132445"/>
                  <a:pt x="30804" y="131988"/>
                  <a:pt x="30804" y="131131"/>
                </a:cubicBezTo>
                <a:cubicBezTo>
                  <a:pt x="30432" y="130359"/>
                  <a:pt x="27975" y="110328"/>
                  <a:pt x="23489" y="71009"/>
                </a:cubicBezTo>
                <a:cubicBezTo>
                  <a:pt x="18717" y="31175"/>
                  <a:pt x="16288" y="11087"/>
                  <a:pt x="16145" y="10687"/>
                </a:cubicBezTo>
                <a:cubicBezTo>
                  <a:pt x="15516" y="9315"/>
                  <a:pt x="11659" y="8630"/>
                  <a:pt x="4515" y="8630"/>
                </a:cubicBezTo>
                <a:lnTo>
                  <a:pt x="1314" y="8630"/>
                </a:lnTo>
                <a:cubicBezTo>
                  <a:pt x="429" y="8001"/>
                  <a:pt x="0" y="7315"/>
                  <a:pt x="0" y="65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0930"/>
              </a:srgbClr>
            </a:solidFill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5F3B87-3FDF-40F1-96F7-1DE1010D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9072" y="330613"/>
            <a:ext cx="90697" cy="89926"/>
          </a:xfrm>
          <a:custGeom xmlns:a="http://schemas.openxmlformats.org/drawingml/2006/main">
            <a:pathLst>
              <a:path w="90697" h="89926">
                <a:moveTo>
                  <a:pt x="2515" y="31890"/>
                </a:moveTo>
                <a:cubicBezTo>
                  <a:pt x="829" y="31890"/>
                  <a:pt x="0" y="31518"/>
                  <a:pt x="0" y="30832"/>
                </a:cubicBezTo>
                <a:cubicBezTo>
                  <a:pt x="0" y="30375"/>
                  <a:pt x="686" y="27889"/>
                  <a:pt x="2115" y="23374"/>
                </a:cubicBezTo>
                <a:cubicBezTo>
                  <a:pt x="3515" y="18860"/>
                  <a:pt x="5029" y="14402"/>
                  <a:pt x="6629" y="9973"/>
                </a:cubicBezTo>
                <a:lnTo>
                  <a:pt x="8887" y="3458"/>
                </a:lnTo>
                <a:cubicBezTo>
                  <a:pt x="9344" y="1886"/>
                  <a:pt x="9887" y="714"/>
                  <a:pt x="10601" y="0"/>
                </a:cubicBezTo>
                <a:lnTo>
                  <a:pt x="72781" y="0"/>
                </a:lnTo>
                <a:lnTo>
                  <a:pt x="84725" y="0"/>
                </a:lnTo>
                <a:cubicBezTo>
                  <a:pt x="87554" y="0"/>
                  <a:pt x="89240" y="57"/>
                  <a:pt x="89783" y="143"/>
                </a:cubicBezTo>
                <a:cubicBezTo>
                  <a:pt x="90326" y="229"/>
                  <a:pt x="90611" y="629"/>
                  <a:pt x="90697" y="1343"/>
                </a:cubicBezTo>
                <a:cubicBezTo>
                  <a:pt x="90697" y="1886"/>
                  <a:pt x="89954" y="6915"/>
                  <a:pt x="88440" y="16459"/>
                </a:cubicBezTo>
                <a:cubicBezTo>
                  <a:pt x="86954" y="26032"/>
                  <a:pt x="86096" y="30861"/>
                  <a:pt x="85925" y="30975"/>
                </a:cubicBezTo>
                <a:cubicBezTo>
                  <a:pt x="85925" y="31575"/>
                  <a:pt x="85068" y="31890"/>
                  <a:pt x="83410" y="31890"/>
                </a:cubicBezTo>
                <a:cubicBezTo>
                  <a:pt x="82610" y="31890"/>
                  <a:pt x="82067" y="31890"/>
                  <a:pt x="81810" y="31890"/>
                </a:cubicBezTo>
                <a:cubicBezTo>
                  <a:pt x="81553" y="31890"/>
                  <a:pt x="81267" y="31661"/>
                  <a:pt x="81010" y="31204"/>
                </a:cubicBezTo>
                <a:lnTo>
                  <a:pt x="80753" y="30832"/>
                </a:lnTo>
                <a:cubicBezTo>
                  <a:pt x="80753" y="30290"/>
                  <a:pt x="81010" y="28318"/>
                  <a:pt x="81553" y="24832"/>
                </a:cubicBezTo>
                <a:cubicBezTo>
                  <a:pt x="82067" y="21403"/>
                  <a:pt x="82353" y="18688"/>
                  <a:pt x="82353" y="16745"/>
                </a:cubicBezTo>
                <a:cubicBezTo>
                  <a:pt x="82353" y="13659"/>
                  <a:pt x="81753" y="11287"/>
                  <a:pt x="80610" y="9716"/>
                </a:cubicBezTo>
                <a:cubicBezTo>
                  <a:pt x="79467" y="8115"/>
                  <a:pt x="77038" y="7001"/>
                  <a:pt x="73295" y="6372"/>
                </a:cubicBezTo>
                <a:cubicBezTo>
                  <a:pt x="72866" y="6287"/>
                  <a:pt x="70294" y="6201"/>
                  <a:pt x="65608" y="6115"/>
                </a:cubicBezTo>
                <a:cubicBezTo>
                  <a:pt x="61522" y="6115"/>
                  <a:pt x="58950" y="6172"/>
                  <a:pt x="57893" y="6258"/>
                </a:cubicBezTo>
                <a:cubicBezTo>
                  <a:pt x="56836" y="6344"/>
                  <a:pt x="56036" y="6687"/>
                  <a:pt x="55521" y="7315"/>
                </a:cubicBezTo>
                <a:cubicBezTo>
                  <a:pt x="55407" y="7401"/>
                  <a:pt x="52264" y="19745"/>
                  <a:pt x="46063" y="44377"/>
                </a:cubicBezTo>
                <a:cubicBezTo>
                  <a:pt x="39891" y="68980"/>
                  <a:pt x="36776" y="81524"/>
                  <a:pt x="36776" y="81953"/>
                </a:cubicBezTo>
                <a:cubicBezTo>
                  <a:pt x="36776" y="83010"/>
                  <a:pt x="40662" y="83639"/>
                  <a:pt x="48463" y="83839"/>
                </a:cubicBezTo>
                <a:cubicBezTo>
                  <a:pt x="51292" y="83839"/>
                  <a:pt x="53121" y="83868"/>
                  <a:pt x="53921" y="83953"/>
                </a:cubicBezTo>
                <a:cubicBezTo>
                  <a:pt x="54693" y="84039"/>
                  <a:pt x="55121" y="84439"/>
                  <a:pt x="55121" y="85154"/>
                </a:cubicBezTo>
                <a:cubicBezTo>
                  <a:pt x="55121" y="85582"/>
                  <a:pt x="54978" y="86211"/>
                  <a:pt x="54693" y="87011"/>
                </a:cubicBezTo>
                <a:cubicBezTo>
                  <a:pt x="54350" y="88611"/>
                  <a:pt x="53950" y="89525"/>
                  <a:pt x="53521" y="89783"/>
                </a:cubicBezTo>
                <a:lnTo>
                  <a:pt x="53264" y="89926"/>
                </a:lnTo>
                <a:cubicBezTo>
                  <a:pt x="52978" y="89926"/>
                  <a:pt x="52664" y="89926"/>
                  <a:pt x="52321" y="89926"/>
                </a:cubicBezTo>
                <a:cubicBezTo>
                  <a:pt x="51892" y="89926"/>
                  <a:pt x="49578" y="89897"/>
                  <a:pt x="45406" y="89783"/>
                </a:cubicBezTo>
                <a:cubicBezTo>
                  <a:pt x="41262" y="89697"/>
                  <a:pt x="35262" y="89668"/>
                  <a:pt x="27489" y="89668"/>
                </a:cubicBezTo>
                <a:cubicBezTo>
                  <a:pt x="16059" y="89668"/>
                  <a:pt x="8801" y="89754"/>
                  <a:pt x="5686" y="89926"/>
                </a:cubicBezTo>
                <a:lnTo>
                  <a:pt x="3715" y="89926"/>
                </a:lnTo>
                <a:cubicBezTo>
                  <a:pt x="3172" y="89383"/>
                  <a:pt x="2915" y="89011"/>
                  <a:pt x="2915" y="88725"/>
                </a:cubicBezTo>
                <a:cubicBezTo>
                  <a:pt x="2915" y="88468"/>
                  <a:pt x="3000" y="87668"/>
                  <a:pt x="3172" y="86354"/>
                </a:cubicBezTo>
                <a:cubicBezTo>
                  <a:pt x="3515" y="85211"/>
                  <a:pt x="3972" y="84353"/>
                  <a:pt x="4486" y="83839"/>
                </a:cubicBezTo>
                <a:lnTo>
                  <a:pt x="8230" y="83839"/>
                </a:lnTo>
                <a:lnTo>
                  <a:pt x="9687" y="83839"/>
                </a:lnTo>
                <a:cubicBezTo>
                  <a:pt x="16774" y="83839"/>
                  <a:pt x="20974" y="83410"/>
                  <a:pt x="22288" y="82610"/>
                </a:cubicBezTo>
                <a:cubicBezTo>
                  <a:pt x="22403" y="82553"/>
                  <a:pt x="22489" y="82496"/>
                  <a:pt x="22574" y="82496"/>
                </a:cubicBezTo>
                <a:cubicBezTo>
                  <a:pt x="23003" y="82239"/>
                  <a:pt x="23460" y="81324"/>
                  <a:pt x="23889" y="79839"/>
                </a:cubicBezTo>
                <a:cubicBezTo>
                  <a:pt x="24346" y="78324"/>
                  <a:pt x="26118" y="71380"/>
                  <a:pt x="29204" y="58979"/>
                </a:cubicBezTo>
                <a:cubicBezTo>
                  <a:pt x="30718" y="52949"/>
                  <a:pt x="31947" y="48063"/>
                  <a:pt x="32918" y="44234"/>
                </a:cubicBezTo>
                <a:cubicBezTo>
                  <a:pt x="39119" y="19888"/>
                  <a:pt x="42234" y="7429"/>
                  <a:pt x="42234" y="6915"/>
                </a:cubicBezTo>
                <a:cubicBezTo>
                  <a:pt x="42234" y="6458"/>
                  <a:pt x="40948" y="6258"/>
                  <a:pt x="38376" y="6258"/>
                </a:cubicBezTo>
                <a:lnTo>
                  <a:pt x="34261" y="6258"/>
                </a:lnTo>
                <a:cubicBezTo>
                  <a:pt x="28318" y="6258"/>
                  <a:pt x="24432" y="6515"/>
                  <a:pt x="22574" y="7058"/>
                </a:cubicBezTo>
                <a:cubicBezTo>
                  <a:pt x="18574" y="7944"/>
                  <a:pt x="15488" y="9744"/>
                  <a:pt x="13259" y="12487"/>
                </a:cubicBezTo>
                <a:cubicBezTo>
                  <a:pt x="11059" y="15230"/>
                  <a:pt x="8658" y="20374"/>
                  <a:pt x="6086" y="27889"/>
                </a:cubicBezTo>
                <a:cubicBezTo>
                  <a:pt x="5486" y="29832"/>
                  <a:pt x="5029" y="31004"/>
                  <a:pt x="4772" y="31347"/>
                </a:cubicBezTo>
                <a:cubicBezTo>
                  <a:pt x="4486" y="31718"/>
                  <a:pt x="3886" y="31890"/>
                  <a:pt x="2915" y="31890"/>
                </a:cubicBezTo>
                <a:lnTo>
                  <a:pt x="2515" y="318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531F8-2153-444B-9CC1-C89BB686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9072" y="330613"/>
            <a:ext cx="90697" cy="89926"/>
          </a:xfrm>
          <a:custGeom xmlns:a="http://schemas.openxmlformats.org/drawingml/2006/main">
            <a:pathLst>
              <a:path w="90697" h="89926" fill="none">
                <a:moveTo>
                  <a:pt x="2515" y="31890"/>
                </a:moveTo>
                <a:cubicBezTo>
                  <a:pt x="829" y="31890"/>
                  <a:pt x="0" y="31518"/>
                  <a:pt x="0" y="30832"/>
                </a:cubicBezTo>
                <a:cubicBezTo>
                  <a:pt x="0" y="30375"/>
                  <a:pt x="686" y="27889"/>
                  <a:pt x="2115" y="23374"/>
                </a:cubicBezTo>
                <a:cubicBezTo>
                  <a:pt x="3515" y="18860"/>
                  <a:pt x="5029" y="14402"/>
                  <a:pt x="6629" y="9973"/>
                </a:cubicBezTo>
                <a:lnTo>
                  <a:pt x="8887" y="3458"/>
                </a:lnTo>
                <a:cubicBezTo>
                  <a:pt x="9344" y="1886"/>
                  <a:pt x="9887" y="714"/>
                  <a:pt x="10601" y="0"/>
                </a:cubicBezTo>
                <a:lnTo>
                  <a:pt x="72781" y="0"/>
                </a:lnTo>
                <a:lnTo>
                  <a:pt x="84725" y="0"/>
                </a:lnTo>
                <a:cubicBezTo>
                  <a:pt x="87554" y="0"/>
                  <a:pt x="89240" y="57"/>
                  <a:pt x="89783" y="143"/>
                </a:cubicBezTo>
                <a:cubicBezTo>
                  <a:pt x="90326" y="229"/>
                  <a:pt x="90611" y="629"/>
                  <a:pt x="90697" y="1343"/>
                </a:cubicBezTo>
                <a:cubicBezTo>
                  <a:pt x="90697" y="1886"/>
                  <a:pt x="89954" y="6915"/>
                  <a:pt x="88440" y="16459"/>
                </a:cubicBezTo>
                <a:cubicBezTo>
                  <a:pt x="86954" y="26032"/>
                  <a:pt x="86096" y="30861"/>
                  <a:pt x="85925" y="30975"/>
                </a:cubicBezTo>
                <a:cubicBezTo>
                  <a:pt x="85925" y="31575"/>
                  <a:pt x="85068" y="31890"/>
                  <a:pt x="83410" y="31890"/>
                </a:cubicBezTo>
                <a:cubicBezTo>
                  <a:pt x="82610" y="31890"/>
                  <a:pt x="82067" y="31890"/>
                  <a:pt x="81810" y="31890"/>
                </a:cubicBezTo>
                <a:cubicBezTo>
                  <a:pt x="81553" y="31890"/>
                  <a:pt x="81267" y="31661"/>
                  <a:pt x="81010" y="31204"/>
                </a:cubicBezTo>
                <a:lnTo>
                  <a:pt x="80753" y="30832"/>
                </a:lnTo>
                <a:cubicBezTo>
                  <a:pt x="80753" y="30290"/>
                  <a:pt x="81010" y="28318"/>
                  <a:pt x="81553" y="24832"/>
                </a:cubicBezTo>
                <a:cubicBezTo>
                  <a:pt x="82067" y="21403"/>
                  <a:pt x="82353" y="18688"/>
                  <a:pt x="82353" y="16745"/>
                </a:cubicBezTo>
                <a:cubicBezTo>
                  <a:pt x="82353" y="13659"/>
                  <a:pt x="81753" y="11287"/>
                  <a:pt x="80610" y="9716"/>
                </a:cubicBezTo>
                <a:cubicBezTo>
                  <a:pt x="79467" y="8115"/>
                  <a:pt x="77038" y="7001"/>
                  <a:pt x="73295" y="6372"/>
                </a:cubicBezTo>
                <a:cubicBezTo>
                  <a:pt x="72866" y="6287"/>
                  <a:pt x="70294" y="6201"/>
                  <a:pt x="65608" y="6115"/>
                </a:cubicBezTo>
                <a:cubicBezTo>
                  <a:pt x="61522" y="6115"/>
                  <a:pt x="58950" y="6172"/>
                  <a:pt x="57893" y="6258"/>
                </a:cubicBezTo>
                <a:cubicBezTo>
                  <a:pt x="56836" y="6344"/>
                  <a:pt x="56036" y="6687"/>
                  <a:pt x="55521" y="7315"/>
                </a:cubicBezTo>
                <a:cubicBezTo>
                  <a:pt x="55407" y="7401"/>
                  <a:pt x="52264" y="19745"/>
                  <a:pt x="46063" y="44377"/>
                </a:cubicBezTo>
                <a:cubicBezTo>
                  <a:pt x="39891" y="68980"/>
                  <a:pt x="36776" y="81524"/>
                  <a:pt x="36776" y="81953"/>
                </a:cubicBezTo>
                <a:cubicBezTo>
                  <a:pt x="36776" y="83010"/>
                  <a:pt x="40662" y="83639"/>
                  <a:pt x="48463" y="83839"/>
                </a:cubicBezTo>
                <a:cubicBezTo>
                  <a:pt x="51292" y="83839"/>
                  <a:pt x="53121" y="83868"/>
                  <a:pt x="53921" y="83953"/>
                </a:cubicBezTo>
                <a:cubicBezTo>
                  <a:pt x="54693" y="84039"/>
                  <a:pt x="55121" y="84439"/>
                  <a:pt x="55121" y="85154"/>
                </a:cubicBezTo>
                <a:cubicBezTo>
                  <a:pt x="55121" y="85582"/>
                  <a:pt x="54978" y="86211"/>
                  <a:pt x="54693" y="87011"/>
                </a:cubicBezTo>
                <a:cubicBezTo>
                  <a:pt x="54350" y="88611"/>
                  <a:pt x="53950" y="89525"/>
                  <a:pt x="53521" y="89783"/>
                </a:cubicBezTo>
                <a:lnTo>
                  <a:pt x="53264" y="89926"/>
                </a:lnTo>
                <a:cubicBezTo>
                  <a:pt x="52978" y="89926"/>
                  <a:pt x="52664" y="89926"/>
                  <a:pt x="52321" y="89926"/>
                </a:cubicBezTo>
                <a:cubicBezTo>
                  <a:pt x="51892" y="89926"/>
                  <a:pt x="49578" y="89897"/>
                  <a:pt x="45406" y="89783"/>
                </a:cubicBezTo>
                <a:cubicBezTo>
                  <a:pt x="41262" y="89697"/>
                  <a:pt x="35262" y="89668"/>
                  <a:pt x="27489" y="89668"/>
                </a:cubicBezTo>
                <a:cubicBezTo>
                  <a:pt x="16059" y="89668"/>
                  <a:pt x="8801" y="89754"/>
                  <a:pt x="5686" y="89926"/>
                </a:cubicBezTo>
                <a:lnTo>
                  <a:pt x="3715" y="89926"/>
                </a:lnTo>
                <a:cubicBezTo>
                  <a:pt x="3172" y="89383"/>
                  <a:pt x="2915" y="89011"/>
                  <a:pt x="2915" y="88725"/>
                </a:cubicBezTo>
                <a:cubicBezTo>
                  <a:pt x="2915" y="88468"/>
                  <a:pt x="3000" y="87668"/>
                  <a:pt x="3172" y="86354"/>
                </a:cubicBezTo>
                <a:cubicBezTo>
                  <a:pt x="3515" y="85211"/>
                  <a:pt x="3972" y="84353"/>
                  <a:pt x="4486" y="83839"/>
                </a:cubicBezTo>
                <a:lnTo>
                  <a:pt x="8230" y="83839"/>
                </a:lnTo>
                <a:lnTo>
                  <a:pt x="9687" y="83839"/>
                </a:lnTo>
                <a:cubicBezTo>
                  <a:pt x="16774" y="83839"/>
                  <a:pt x="20974" y="83410"/>
                  <a:pt x="22288" y="82610"/>
                </a:cubicBezTo>
                <a:cubicBezTo>
                  <a:pt x="22403" y="82553"/>
                  <a:pt x="22489" y="82496"/>
                  <a:pt x="22574" y="82496"/>
                </a:cubicBezTo>
                <a:cubicBezTo>
                  <a:pt x="23003" y="82239"/>
                  <a:pt x="23460" y="81324"/>
                  <a:pt x="23889" y="79839"/>
                </a:cubicBezTo>
                <a:cubicBezTo>
                  <a:pt x="24346" y="78324"/>
                  <a:pt x="26118" y="71380"/>
                  <a:pt x="29204" y="58979"/>
                </a:cubicBezTo>
                <a:cubicBezTo>
                  <a:pt x="30718" y="52949"/>
                  <a:pt x="31947" y="48063"/>
                  <a:pt x="32918" y="44234"/>
                </a:cubicBezTo>
                <a:cubicBezTo>
                  <a:pt x="39119" y="19888"/>
                  <a:pt x="42234" y="7429"/>
                  <a:pt x="42234" y="6915"/>
                </a:cubicBezTo>
                <a:cubicBezTo>
                  <a:pt x="42234" y="6458"/>
                  <a:pt x="40948" y="6258"/>
                  <a:pt x="38376" y="6258"/>
                </a:cubicBezTo>
                <a:lnTo>
                  <a:pt x="34261" y="6258"/>
                </a:lnTo>
                <a:cubicBezTo>
                  <a:pt x="28318" y="6258"/>
                  <a:pt x="24432" y="6515"/>
                  <a:pt x="22574" y="7058"/>
                </a:cubicBezTo>
                <a:cubicBezTo>
                  <a:pt x="18574" y="7944"/>
                  <a:pt x="15488" y="9744"/>
                  <a:pt x="13259" y="12487"/>
                </a:cubicBezTo>
                <a:cubicBezTo>
                  <a:pt x="11059" y="15230"/>
                  <a:pt x="8658" y="20374"/>
                  <a:pt x="6086" y="27889"/>
                </a:cubicBezTo>
                <a:cubicBezTo>
                  <a:pt x="5486" y="29832"/>
                  <a:pt x="5029" y="31004"/>
                  <a:pt x="4772" y="31347"/>
                </a:cubicBezTo>
                <a:cubicBezTo>
                  <a:pt x="4486" y="31718"/>
                  <a:pt x="3886" y="31890"/>
                  <a:pt x="2915" y="31890"/>
                </a:cubicBezTo>
                <a:lnTo>
                  <a:pt x="2515" y="318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1DF66-12B1-47AE-9F22-57D89A1C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426" y="329698"/>
            <a:ext cx="134960" cy="90840"/>
          </a:xfrm>
          <a:custGeom xmlns:a="http://schemas.openxmlformats.org/drawingml/2006/main">
            <a:pathLst>
              <a:path w="134960" h="90840">
                <a:moveTo>
                  <a:pt x="33747" y="7287"/>
                </a:moveTo>
                <a:cubicBezTo>
                  <a:pt x="33747" y="6772"/>
                  <a:pt x="31204" y="6401"/>
                  <a:pt x="26175" y="6229"/>
                </a:cubicBezTo>
                <a:cubicBezTo>
                  <a:pt x="24060" y="6229"/>
                  <a:pt x="22660" y="6201"/>
                  <a:pt x="22060" y="6115"/>
                </a:cubicBezTo>
                <a:cubicBezTo>
                  <a:pt x="21431" y="6001"/>
                  <a:pt x="21117" y="5572"/>
                  <a:pt x="21117" y="4772"/>
                </a:cubicBezTo>
                <a:cubicBezTo>
                  <a:pt x="21117" y="4686"/>
                  <a:pt x="21203" y="4201"/>
                  <a:pt x="21403" y="3315"/>
                </a:cubicBezTo>
                <a:cubicBezTo>
                  <a:pt x="21488" y="3058"/>
                  <a:pt x="21546" y="2743"/>
                  <a:pt x="21660" y="2372"/>
                </a:cubicBezTo>
                <a:cubicBezTo>
                  <a:pt x="21746" y="2029"/>
                  <a:pt x="21774" y="1800"/>
                  <a:pt x="21774" y="1714"/>
                </a:cubicBezTo>
                <a:cubicBezTo>
                  <a:pt x="21774" y="1629"/>
                  <a:pt x="21860" y="1400"/>
                  <a:pt x="22060" y="1057"/>
                </a:cubicBezTo>
                <a:cubicBezTo>
                  <a:pt x="22231" y="686"/>
                  <a:pt x="22317" y="571"/>
                  <a:pt x="22317" y="657"/>
                </a:cubicBezTo>
                <a:cubicBezTo>
                  <a:pt x="22317" y="743"/>
                  <a:pt x="22489" y="657"/>
                  <a:pt x="22831" y="400"/>
                </a:cubicBezTo>
                <a:cubicBezTo>
                  <a:pt x="23203" y="143"/>
                  <a:pt x="23431" y="29"/>
                  <a:pt x="23517" y="143"/>
                </a:cubicBezTo>
                <a:cubicBezTo>
                  <a:pt x="23603" y="200"/>
                  <a:pt x="23946" y="200"/>
                  <a:pt x="24574" y="143"/>
                </a:cubicBezTo>
                <a:cubicBezTo>
                  <a:pt x="25203" y="29"/>
                  <a:pt x="25717" y="0"/>
                  <a:pt x="26175" y="0"/>
                </a:cubicBezTo>
                <a:cubicBezTo>
                  <a:pt x="26689" y="0"/>
                  <a:pt x="28032" y="0"/>
                  <a:pt x="30147" y="0"/>
                </a:cubicBezTo>
                <a:cubicBezTo>
                  <a:pt x="32261" y="0"/>
                  <a:pt x="34261" y="29"/>
                  <a:pt x="36119" y="143"/>
                </a:cubicBezTo>
                <a:cubicBezTo>
                  <a:pt x="43120" y="143"/>
                  <a:pt x="47149" y="143"/>
                  <a:pt x="48206" y="143"/>
                </a:cubicBezTo>
                <a:cubicBezTo>
                  <a:pt x="49292" y="143"/>
                  <a:pt x="49978" y="343"/>
                  <a:pt x="50349" y="800"/>
                </a:cubicBezTo>
                <a:cubicBezTo>
                  <a:pt x="50435" y="1143"/>
                  <a:pt x="52064" y="13630"/>
                  <a:pt x="55264" y="38262"/>
                </a:cubicBezTo>
                <a:lnTo>
                  <a:pt x="60036" y="75295"/>
                </a:lnTo>
                <a:lnTo>
                  <a:pt x="63094" y="70380"/>
                </a:lnTo>
                <a:cubicBezTo>
                  <a:pt x="65208" y="67208"/>
                  <a:pt x="68037" y="62779"/>
                  <a:pt x="71609" y="57093"/>
                </a:cubicBezTo>
                <a:cubicBezTo>
                  <a:pt x="75124" y="51435"/>
                  <a:pt x="79038" y="45234"/>
                  <a:pt x="83296" y="38519"/>
                </a:cubicBezTo>
                <a:cubicBezTo>
                  <a:pt x="98784" y="13802"/>
                  <a:pt x="106613" y="1372"/>
                  <a:pt x="106785" y="1200"/>
                </a:cubicBezTo>
                <a:cubicBezTo>
                  <a:pt x="106871" y="1114"/>
                  <a:pt x="107013" y="972"/>
                  <a:pt x="107185" y="800"/>
                </a:cubicBezTo>
                <a:cubicBezTo>
                  <a:pt x="107385" y="600"/>
                  <a:pt x="107528" y="486"/>
                  <a:pt x="107728" y="400"/>
                </a:cubicBezTo>
                <a:lnTo>
                  <a:pt x="108528" y="143"/>
                </a:lnTo>
                <a:lnTo>
                  <a:pt x="121272" y="143"/>
                </a:lnTo>
                <a:cubicBezTo>
                  <a:pt x="122787" y="143"/>
                  <a:pt x="124558" y="143"/>
                  <a:pt x="126587" y="143"/>
                </a:cubicBezTo>
                <a:cubicBezTo>
                  <a:pt x="128616" y="143"/>
                  <a:pt x="129902" y="86"/>
                  <a:pt x="130445" y="0"/>
                </a:cubicBezTo>
                <a:cubicBezTo>
                  <a:pt x="133445" y="0"/>
                  <a:pt x="134960" y="486"/>
                  <a:pt x="134960" y="1457"/>
                </a:cubicBezTo>
                <a:cubicBezTo>
                  <a:pt x="134960" y="1886"/>
                  <a:pt x="134817" y="2657"/>
                  <a:pt x="134560" y="3715"/>
                </a:cubicBezTo>
                <a:cubicBezTo>
                  <a:pt x="134274" y="4772"/>
                  <a:pt x="134160" y="5344"/>
                  <a:pt x="134160" y="5458"/>
                </a:cubicBezTo>
                <a:cubicBezTo>
                  <a:pt x="133817" y="5972"/>
                  <a:pt x="132159" y="6229"/>
                  <a:pt x="129245" y="6229"/>
                </a:cubicBezTo>
                <a:cubicBezTo>
                  <a:pt x="125701" y="6315"/>
                  <a:pt x="123444" y="6458"/>
                  <a:pt x="122472" y="6629"/>
                </a:cubicBezTo>
                <a:cubicBezTo>
                  <a:pt x="121501" y="6801"/>
                  <a:pt x="120701" y="7287"/>
                  <a:pt x="120072" y="8087"/>
                </a:cubicBezTo>
                <a:cubicBezTo>
                  <a:pt x="119815" y="8544"/>
                  <a:pt x="116615" y="21060"/>
                  <a:pt x="110500" y="45691"/>
                </a:cubicBezTo>
                <a:cubicBezTo>
                  <a:pt x="104413" y="70294"/>
                  <a:pt x="101298" y="82753"/>
                  <a:pt x="101213" y="83010"/>
                </a:cubicBezTo>
                <a:cubicBezTo>
                  <a:pt x="101213" y="83353"/>
                  <a:pt x="101241" y="83582"/>
                  <a:pt x="101356" y="83668"/>
                </a:cubicBezTo>
                <a:cubicBezTo>
                  <a:pt x="101441" y="83753"/>
                  <a:pt x="101756" y="83925"/>
                  <a:pt x="102270" y="84211"/>
                </a:cubicBezTo>
                <a:cubicBezTo>
                  <a:pt x="102813" y="84468"/>
                  <a:pt x="103556" y="84553"/>
                  <a:pt x="104527" y="84468"/>
                </a:cubicBezTo>
                <a:cubicBezTo>
                  <a:pt x="105499" y="84382"/>
                  <a:pt x="106956" y="84468"/>
                  <a:pt x="108899" y="84753"/>
                </a:cubicBezTo>
                <a:lnTo>
                  <a:pt x="113043" y="84753"/>
                </a:lnTo>
                <a:cubicBezTo>
                  <a:pt x="113557" y="85525"/>
                  <a:pt x="113843" y="86011"/>
                  <a:pt x="113843" y="86182"/>
                </a:cubicBezTo>
                <a:cubicBezTo>
                  <a:pt x="113843" y="87611"/>
                  <a:pt x="113528" y="88925"/>
                  <a:pt x="112900" y="90183"/>
                </a:cubicBezTo>
                <a:cubicBezTo>
                  <a:pt x="112471" y="90611"/>
                  <a:pt x="111757" y="90840"/>
                  <a:pt x="110785" y="90840"/>
                </a:cubicBezTo>
                <a:cubicBezTo>
                  <a:pt x="110328" y="90840"/>
                  <a:pt x="108528" y="90811"/>
                  <a:pt x="105327" y="90697"/>
                </a:cubicBezTo>
                <a:cubicBezTo>
                  <a:pt x="102156" y="90611"/>
                  <a:pt x="98069" y="90583"/>
                  <a:pt x="93097" y="90583"/>
                </a:cubicBezTo>
                <a:cubicBezTo>
                  <a:pt x="87697" y="90583"/>
                  <a:pt x="83639" y="90583"/>
                  <a:pt x="80896" y="90583"/>
                </a:cubicBezTo>
                <a:cubicBezTo>
                  <a:pt x="78153" y="90583"/>
                  <a:pt x="76610" y="90611"/>
                  <a:pt x="76238" y="90697"/>
                </a:cubicBezTo>
                <a:cubicBezTo>
                  <a:pt x="74724" y="90697"/>
                  <a:pt x="73981" y="90268"/>
                  <a:pt x="73981" y="89383"/>
                </a:cubicBezTo>
                <a:cubicBezTo>
                  <a:pt x="73981" y="89211"/>
                  <a:pt x="74066" y="88582"/>
                  <a:pt x="74266" y="87525"/>
                </a:cubicBezTo>
                <a:cubicBezTo>
                  <a:pt x="74609" y="86125"/>
                  <a:pt x="74952" y="85296"/>
                  <a:pt x="75324" y="85125"/>
                </a:cubicBezTo>
                <a:cubicBezTo>
                  <a:pt x="75667" y="84953"/>
                  <a:pt x="76695" y="84811"/>
                  <a:pt x="78381" y="84753"/>
                </a:cubicBezTo>
                <a:cubicBezTo>
                  <a:pt x="80753" y="84753"/>
                  <a:pt x="83410" y="84611"/>
                  <a:pt x="86325" y="84325"/>
                </a:cubicBezTo>
                <a:cubicBezTo>
                  <a:pt x="87582" y="84068"/>
                  <a:pt x="88411" y="83525"/>
                  <a:pt x="88868" y="82753"/>
                </a:cubicBezTo>
                <a:cubicBezTo>
                  <a:pt x="89040" y="82382"/>
                  <a:pt x="90726" y="75924"/>
                  <a:pt x="93897" y="63351"/>
                </a:cubicBezTo>
                <a:cubicBezTo>
                  <a:pt x="97098" y="50778"/>
                  <a:pt x="100241" y="38262"/>
                  <a:pt x="103356" y="25746"/>
                </a:cubicBezTo>
                <a:cubicBezTo>
                  <a:pt x="106442" y="13287"/>
                  <a:pt x="107985" y="7029"/>
                  <a:pt x="107985" y="7029"/>
                </a:cubicBezTo>
                <a:lnTo>
                  <a:pt x="82210" y="48063"/>
                </a:lnTo>
                <a:cubicBezTo>
                  <a:pt x="64865" y="75695"/>
                  <a:pt x="55950" y="89754"/>
                  <a:pt x="55521" y="90183"/>
                </a:cubicBezTo>
                <a:cubicBezTo>
                  <a:pt x="55350" y="90268"/>
                  <a:pt x="55178" y="90354"/>
                  <a:pt x="54978" y="90440"/>
                </a:cubicBezTo>
                <a:cubicBezTo>
                  <a:pt x="54550" y="90697"/>
                  <a:pt x="53835" y="90840"/>
                  <a:pt x="52864" y="90840"/>
                </a:cubicBezTo>
                <a:cubicBezTo>
                  <a:pt x="51549" y="90840"/>
                  <a:pt x="50721" y="90526"/>
                  <a:pt x="50492" y="89926"/>
                </a:cubicBezTo>
                <a:cubicBezTo>
                  <a:pt x="50292" y="89554"/>
                  <a:pt x="48492" y="75838"/>
                  <a:pt x="45034" y="48749"/>
                </a:cubicBezTo>
                <a:lnTo>
                  <a:pt x="39862" y="7972"/>
                </a:lnTo>
                <a:lnTo>
                  <a:pt x="30804" y="43805"/>
                </a:lnTo>
                <a:cubicBezTo>
                  <a:pt x="24889" y="67380"/>
                  <a:pt x="21917" y="79553"/>
                  <a:pt x="21917" y="80353"/>
                </a:cubicBezTo>
                <a:cubicBezTo>
                  <a:pt x="22460" y="83268"/>
                  <a:pt x="25632" y="84753"/>
                  <a:pt x="31490" y="84753"/>
                </a:cubicBezTo>
                <a:lnTo>
                  <a:pt x="32804" y="84753"/>
                </a:lnTo>
                <a:cubicBezTo>
                  <a:pt x="33347" y="85182"/>
                  <a:pt x="33633" y="85582"/>
                  <a:pt x="33747" y="85925"/>
                </a:cubicBezTo>
                <a:cubicBezTo>
                  <a:pt x="33833" y="86268"/>
                  <a:pt x="33690" y="87097"/>
                  <a:pt x="33347" y="88325"/>
                </a:cubicBezTo>
                <a:cubicBezTo>
                  <a:pt x="32976" y="89754"/>
                  <a:pt x="32633" y="90526"/>
                  <a:pt x="32261" y="90697"/>
                </a:cubicBezTo>
                <a:cubicBezTo>
                  <a:pt x="31918" y="90811"/>
                  <a:pt x="31432" y="90840"/>
                  <a:pt x="30804" y="90840"/>
                </a:cubicBezTo>
                <a:cubicBezTo>
                  <a:pt x="30632" y="90840"/>
                  <a:pt x="30118" y="90840"/>
                  <a:pt x="29232" y="90840"/>
                </a:cubicBezTo>
                <a:cubicBezTo>
                  <a:pt x="28346" y="90840"/>
                  <a:pt x="26832" y="90811"/>
                  <a:pt x="24717" y="90697"/>
                </a:cubicBezTo>
                <a:cubicBezTo>
                  <a:pt x="22574" y="90611"/>
                  <a:pt x="19745" y="90583"/>
                  <a:pt x="16202" y="90583"/>
                </a:cubicBezTo>
                <a:cubicBezTo>
                  <a:pt x="13545" y="90583"/>
                  <a:pt x="10801" y="90611"/>
                  <a:pt x="7972" y="90697"/>
                </a:cubicBezTo>
                <a:cubicBezTo>
                  <a:pt x="5144" y="90811"/>
                  <a:pt x="3486" y="90840"/>
                  <a:pt x="3058" y="90840"/>
                </a:cubicBezTo>
                <a:cubicBezTo>
                  <a:pt x="1715" y="90840"/>
                  <a:pt x="886" y="90754"/>
                  <a:pt x="514" y="90583"/>
                </a:cubicBezTo>
                <a:cubicBezTo>
                  <a:pt x="171" y="90411"/>
                  <a:pt x="0" y="90011"/>
                  <a:pt x="0" y="89383"/>
                </a:cubicBezTo>
                <a:cubicBezTo>
                  <a:pt x="0" y="89211"/>
                  <a:pt x="143" y="88582"/>
                  <a:pt x="400" y="87525"/>
                </a:cubicBezTo>
                <a:cubicBezTo>
                  <a:pt x="657" y="86468"/>
                  <a:pt x="886" y="85811"/>
                  <a:pt x="1057" y="85525"/>
                </a:cubicBezTo>
                <a:cubicBezTo>
                  <a:pt x="1229" y="84982"/>
                  <a:pt x="2200" y="84753"/>
                  <a:pt x="4000" y="84753"/>
                </a:cubicBezTo>
                <a:cubicBezTo>
                  <a:pt x="10173" y="84753"/>
                  <a:pt x="14116" y="82953"/>
                  <a:pt x="15802" y="79438"/>
                </a:cubicBezTo>
                <a:cubicBezTo>
                  <a:pt x="16173" y="78896"/>
                  <a:pt x="19202" y="67037"/>
                  <a:pt x="24975" y="43805"/>
                </a:cubicBezTo>
                <a:cubicBezTo>
                  <a:pt x="30718" y="20631"/>
                  <a:pt x="33633" y="8458"/>
                  <a:pt x="33747" y="728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1A08EB-1C50-463B-B6A5-8E89A99E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426" y="329698"/>
            <a:ext cx="134960" cy="90840"/>
          </a:xfrm>
          <a:custGeom xmlns:a="http://schemas.openxmlformats.org/drawingml/2006/main">
            <a:pathLst>
              <a:path w="134960" h="90840" fill="none">
                <a:moveTo>
                  <a:pt x="33747" y="7287"/>
                </a:moveTo>
                <a:cubicBezTo>
                  <a:pt x="33747" y="6772"/>
                  <a:pt x="31204" y="6401"/>
                  <a:pt x="26175" y="6229"/>
                </a:cubicBezTo>
                <a:cubicBezTo>
                  <a:pt x="24060" y="6229"/>
                  <a:pt x="22660" y="6201"/>
                  <a:pt x="22060" y="6115"/>
                </a:cubicBezTo>
                <a:cubicBezTo>
                  <a:pt x="21431" y="6001"/>
                  <a:pt x="21117" y="5572"/>
                  <a:pt x="21117" y="4772"/>
                </a:cubicBezTo>
                <a:cubicBezTo>
                  <a:pt x="21117" y="4686"/>
                  <a:pt x="21203" y="4201"/>
                  <a:pt x="21403" y="3315"/>
                </a:cubicBezTo>
                <a:cubicBezTo>
                  <a:pt x="21488" y="3058"/>
                  <a:pt x="21546" y="2743"/>
                  <a:pt x="21660" y="2372"/>
                </a:cubicBezTo>
                <a:cubicBezTo>
                  <a:pt x="21746" y="2029"/>
                  <a:pt x="21774" y="1800"/>
                  <a:pt x="21774" y="1714"/>
                </a:cubicBezTo>
                <a:cubicBezTo>
                  <a:pt x="21774" y="1629"/>
                  <a:pt x="21860" y="1400"/>
                  <a:pt x="22060" y="1057"/>
                </a:cubicBezTo>
                <a:cubicBezTo>
                  <a:pt x="22231" y="686"/>
                  <a:pt x="22317" y="571"/>
                  <a:pt x="22317" y="657"/>
                </a:cubicBezTo>
                <a:cubicBezTo>
                  <a:pt x="22317" y="743"/>
                  <a:pt x="22489" y="657"/>
                  <a:pt x="22831" y="400"/>
                </a:cubicBezTo>
                <a:cubicBezTo>
                  <a:pt x="23203" y="143"/>
                  <a:pt x="23431" y="29"/>
                  <a:pt x="23517" y="143"/>
                </a:cubicBezTo>
                <a:cubicBezTo>
                  <a:pt x="23603" y="200"/>
                  <a:pt x="23946" y="200"/>
                  <a:pt x="24574" y="143"/>
                </a:cubicBezTo>
                <a:cubicBezTo>
                  <a:pt x="25203" y="29"/>
                  <a:pt x="25717" y="0"/>
                  <a:pt x="26175" y="0"/>
                </a:cubicBezTo>
                <a:cubicBezTo>
                  <a:pt x="26689" y="0"/>
                  <a:pt x="28032" y="0"/>
                  <a:pt x="30147" y="0"/>
                </a:cubicBezTo>
                <a:cubicBezTo>
                  <a:pt x="32261" y="0"/>
                  <a:pt x="34261" y="29"/>
                  <a:pt x="36119" y="143"/>
                </a:cubicBezTo>
                <a:cubicBezTo>
                  <a:pt x="43120" y="143"/>
                  <a:pt x="47149" y="143"/>
                  <a:pt x="48206" y="143"/>
                </a:cubicBezTo>
                <a:cubicBezTo>
                  <a:pt x="49292" y="143"/>
                  <a:pt x="49978" y="343"/>
                  <a:pt x="50349" y="800"/>
                </a:cubicBezTo>
                <a:cubicBezTo>
                  <a:pt x="50435" y="1143"/>
                  <a:pt x="52064" y="13630"/>
                  <a:pt x="55264" y="38262"/>
                </a:cubicBezTo>
                <a:lnTo>
                  <a:pt x="60036" y="75295"/>
                </a:lnTo>
                <a:lnTo>
                  <a:pt x="63094" y="70380"/>
                </a:lnTo>
                <a:cubicBezTo>
                  <a:pt x="65208" y="67208"/>
                  <a:pt x="68037" y="62779"/>
                  <a:pt x="71609" y="57093"/>
                </a:cubicBezTo>
                <a:cubicBezTo>
                  <a:pt x="75124" y="51435"/>
                  <a:pt x="79038" y="45234"/>
                  <a:pt x="83296" y="38519"/>
                </a:cubicBezTo>
                <a:cubicBezTo>
                  <a:pt x="98784" y="13802"/>
                  <a:pt x="106613" y="1372"/>
                  <a:pt x="106785" y="1200"/>
                </a:cubicBezTo>
                <a:cubicBezTo>
                  <a:pt x="106871" y="1114"/>
                  <a:pt x="107013" y="972"/>
                  <a:pt x="107185" y="800"/>
                </a:cubicBezTo>
                <a:cubicBezTo>
                  <a:pt x="107385" y="600"/>
                  <a:pt x="107528" y="486"/>
                  <a:pt x="107728" y="400"/>
                </a:cubicBezTo>
                <a:lnTo>
                  <a:pt x="108528" y="143"/>
                </a:lnTo>
                <a:lnTo>
                  <a:pt x="121272" y="143"/>
                </a:lnTo>
                <a:cubicBezTo>
                  <a:pt x="122787" y="143"/>
                  <a:pt x="124558" y="143"/>
                  <a:pt x="126587" y="143"/>
                </a:cubicBezTo>
                <a:cubicBezTo>
                  <a:pt x="128616" y="143"/>
                  <a:pt x="129902" y="86"/>
                  <a:pt x="130445" y="0"/>
                </a:cubicBezTo>
                <a:cubicBezTo>
                  <a:pt x="133445" y="0"/>
                  <a:pt x="134960" y="486"/>
                  <a:pt x="134960" y="1457"/>
                </a:cubicBezTo>
                <a:cubicBezTo>
                  <a:pt x="134960" y="1886"/>
                  <a:pt x="134817" y="2657"/>
                  <a:pt x="134560" y="3715"/>
                </a:cubicBezTo>
                <a:cubicBezTo>
                  <a:pt x="134274" y="4772"/>
                  <a:pt x="134160" y="5344"/>
                  <a:pt x="134160" y="5458"/>
                </a:cubicBezTo>
                <a:cubicBezTo>
                  <a:pt x="133817" y="5972"/>
                  <a:pt x="132159" y="6229"/>
                  <a:pt x="129245" y="6229"/>
                </a:cubicBezTo>
                <a:cubicBezTo>
                  <a:pt x="125701" y="6315"/>
                  <a:pt x="123444" y="6458"/>
                  <a:pt x="122472" y="6629"/>
                </a:cubicBezTo>
                <a:cubicBezTo>
                  <a:pt x="121501" y="6801"/>
                  <a:pt x="120701" y="7287"/>
                  <a:pt x="120072" y="8087"/>
                </a:cubicBezTo>
                <a:cubicBezTo>
                  <a:pt x="119815" y="8544"/>
                  <a:pt x="116615" y="21060"/>
                  <a:pt x="110500" y="45691"/>
                </a:cubicBezTo>
                <a:cubicBezTo>
                  <a:pt x="104413" y="70294"/>
                  <a:pt x="101298" y="82753"/>
                  <a:pt x="101213" y="83010"/>
                </a:cubicBezTo>
                <a:cubicBezTo>
                  <a:pt x="101213" y="83353"/>
                  <a:pt x="101241" y="83582"/>
                  <a:pt x="101356" y="83668"/>
                </a:cubicBezTo>
                <a:cubicBezTo>
                  <a:pt x="101441" y="83753"/>
                  <a:pt x="101756" y="83925"/>
                  <a:pt x="102270" y="84211"/>
                </a:cubicBezTo>
                <a:cubicBezTo>
                  <a:pt x="102813" y="84468"/>
                  <a:pt x="103556" y="84553"/>
                  <a:pt x="104527" y="84468"/>
                </a:cubicBezTo>
                <a:cubicBezTo>
                  <a:pt x="105499" y="84382"/>
                  <a:pt x="106956" y="84468"/>
                  <a:pt x="108899" y="84753"/>
                </a:cubicBezTo>
                <a:lnTo>
                  <a:pt x="113043" y="84753"/>
                </a:lnTo>
                <a:cubicBezTo>
                  <a:pt x="113557" y="85525"/>
                  <a:pt x="113843" y="86011"/>
                  <a:pt x="113843" y="86182"/>
                </a:cubicBezTo>
                <a:cubicBezTo>
                  <a:pt x="113843" y="87611"/>
                  <a:pt x="113528" y="88925"/>
                  <a:pt x="112900" y="90183"/>
                </a:cubicBezTo>
                <a:cubicBezTo>
                  <a:pt x="112471" y="90611"/>
                  <a:pt x="111757" y="90840"/>
                  <a:pt x="110785" y="90840"/>
                </a:cubicBezTo>
                <a:cubicBezTo>
                  <a:pt x="110328" y="90840"/>
                  <a:pt x="108528" y="90811"/>
                  <a:pt x="105327" y="90697"/>
                </a:cubicBezTo>
                <a:cubicBezTo>
                  <a:pt x="102156" y="90611"/>
                  <a:pt x="98069" y="90583"/>
                  <a:pt x="93097" y="90583"/>
                </a:cubicBezTo>
                <a:cubicBezTo>
                  <a:pt x="87697" y="90583"/>
                  <a:pt x="83639" y="90583"/>
                  <a:pt x="80896" y="90583"/>
                </a:cubicBezTo>
                <a:cubicBezTo>
                  <a:pt x="78153" y="90583"/>
                  <a:pt x="76610" y="90611"/>
                  <a:pt x="76238" y="90697"/>
                </a:cubicBezTo>
                <a:cubicBezTo>
                  <a:pt x="74724" y="90697"/>
                  <a:pt x="73981" y="90268"/>
                  <a:pt x="73981" y="89383"/>
                </a:cubicBezTo>
                <a:cubicBezTo>
                  <a:pt x="73981" y="89211"/>
                  <a:pt x="74066" y="88582"/>
                  <a:pt x="74266" y="87525"/>
                </a:cubicBezTo>
                <a:cubicBezTo>
                  <a:pt x="74609" y="86125"/>
                  <a:pt x="74952" y="85296"/>
                  <a:pt x="75324" y="85125"/>
                </a:cubicBezTo>
                <a:cubicBezTo>
                  <a:pt x="75667" y="84953"/>
                  <a:pt x="76695" y="84811"/>
                  <a:pt x="78381" y="84753"/>
                </a:cubicBezTo>
                <a:cubicBezTo>
                  <a:pt x="80753" y="84753"/>
                  <a:pt x="83410" y="84611"/>
                  <a:pt x="86325" y="84325"/>
                </a:cubicBezTo>
                <a:cubicBezTo>
                  <a:pt x="87582" y="84068"/>
                  <a:pt x="88411" y="83525"/>
                  <a:pt x="88868" y="82753"/>
                </a:cubicBezTo>
                <a:cubicBezTo>
                  <a:pt x="89040" y="82382"/>
                  <a:pt x="90726" y="75924"/>
                  <a:pt x="93897" y="63351"/>
                </a:cubicBezTo>
                <a:cubicBezTo>
                  <a:pt x="97098" y="50778"/>
                  <a:pt x="100241" y="38262"/>
                  <a:pt x="103356" y="25746"/>
                </a:cubicBezTo>
                <a:cubicBezTo>
                  <a:pt x="106442" y="13287"/>
                  <a:pt x="107985" y="7029"/>
                  <a:pt x="107985" y="7029"/>
                </a:cubicBezTo>
                <a:lnTo>
                  <a:pt x="82210" y="48063"/>
                </a:lnTo>
                <a:cubicBezTo>
                  <a:pt x="64865" y="75695"/>
                  <a:pt x="55950" y="89754"/>
                  <a:pt x="55521" y="90183"/>
                </a:cubicBezTo>
                <a:cubicBezTo>
                  <a:pt x="55350" y="90268"/>
                  <a:pt x="55178" y="90354"/>
                  <a:pt x="54978" y="90440"/>
                </a:cubicBezTo>
                <a:cubicBezTo>
                  <a:pt x="54550" y="90697"/>
                  <a:pt x="53835" y="90840"/>
                  <a:pt x="52864" y="90840"/>
                </a:cubicBezTo>
                <a:cubicBezTo>
                  <a:pt x="51549" y="90840"/>
                  <a:pt x="50721" y="90526"/>
                  <a:pt x="50492" y="89926"/>
                </a:cubicBezTo>
                <a:cubicBezTo>
                  <a:pt x="50292" y="89554"/>
                  <a:pt x="48492" y="75838"/>
                  <a:pt x="45034" y="48749"/>
                </a:cubicBezTo>
                <a:lnTo>
                  <a:pt x="39862" y="7972"/>
                </a:lnTo>
                <a:lnTo>
                  <a:pt x="30804" y="43805"/>
                </a:lnTo>
                <a:cubicBezTo>
                  <a:pt x="24889" y="67380"/>
                  <a:pt x="21917" y="79553"/>
                  <a:pt x="21917" y="80353"/>
                </a:cubicBezTo>
                <a:cubicBezTo>
                  <a:pt x="22460" y="83268"/>
                  <a:pt x="25632" y="84753"/>
                  <a:pt x="31490" y="84753"/>
                </a:cubicBezTo>
                <a:lnTo>
                  <a:pt x="32804" y="84753"/>
                </a:lnTo>
                <a:cubicBezTo>
                  <a:pt x="33347" y="85182"/>
                  <a:pt x="33633" y="85582"/>
                  <a:pt x="33747" y="85925"/>
                </a:cubicBezTo>
                <a:cubicBezTo>
                  <a:pt x="33833" y="86268"/>
                  <a:pt x="33690" y="87097"/>
                  <a:pt x="33347" y="88325"/>
                </a:cubicBezTo>
                <a:cubicBezTo>
                  <a:pt x="32976" y="89754"/>
                  <a:pt x="32633" y="90526"/>
                  <a:pt x="32261" y="90697"/>
                </a:cubicBezTo>
                <a:cubicBezTo>
                  <a:pt x="31918" y="90811"/>
                  <a:pt x="31432" y="90840"/>
                  <a:pt x="30804" y="90840"/>
                </a:cubicBezTo>
                <a:cubicBezTo>
                  <a:pt x="30632" y="90840"/>
                  <a:pt x="30118" y="90840"/>
                  <a:pt x="29232" y="90840"/>
                </a:cubicBezTo>
                <a:cubicBezTo>
                  <a:pt x="28346" y="90840"/>
                  <a:pt x="26832" y="90811"/>
                  <a:pt x="24717" y="90697"/>
                </a:cubicBezTo>
                <a:cubicBezTo>
                  <a:pt x="22574" y="90611"/>
                  <a:pt x="19745" y="90583"/>
                  <a:pt x="16202" y="90583"/>
                </a:cubicBezTo>
                <a:cubicBezTo>
                  <a:pt x="13545" y="90583"/>
                  <a:pt x="10801" y="90611"/>
                  <a:pt x="7972" y="90697"/>
                </a:cubicBezTo>
                <a:cubicBezTo>
                  <a:pt x="5144" y="90811"/>
                  <a:pt x="3486" y="90840"/>
                  <a:pt x="3058" y="90840"/>
                </a:cubicBezTo>
                <a:cubicBezTo>
                  <a:pt x="1715" y="90840"/>
                  <a:pt x="886" y="90754"/>
                  <a:pt x="514" y="90583"/>
                </a:cubicBezTo>
                <a:cubicBezTo>
                  <a:pt x="171" y="90411"/>
                  <a:pt x="0" y="90011"/>
                  <a:pt x="0" y="89383"/>
                </a:cubicBezTo>
                <a:cubicBezTo>
                  <a:pt x="0" y="89211"/>
                  <a:pt x="143" y="88582"/>
                  <a:pt x="400" y="87525"/>
                </a:cubicBezTo>
                <a:cubicBezTo>
                  <a:pt x="657" y="86468"/>
                  <a:pt x="886" y="85811"/>
                  <a:pt x="1057" y="85525"/>
                </a:cubicBezTo>
                <a:cubicBezTo>
                  <a:pt x="1229" y="84982"/>
                  <a:pt x="2200" y="84753"/>
                  <a:pt x="4000" y="84753"/>
                </a:cubicBezTo>
                <a:cubicBezTo>
                  <a:pt x="10173" y="84753"/>
                  <a:pt x="14116" y="82953"/>
                  <a:pt x="15802" y="79438"/>
                </a:cubicBezTo>
                <a:cubicBezTo>
                  <a:pt x="16173" y="78896"/>
                  <a:pt x="19202" y="67037"/>
                  <a:pt x="24975" y="43805"/>
                </a:cubicBezTo>
                <a:cubicBezTo>
                  <a:pt x="30718" y="20631"/>
                  <a:pt x="33633" y="8458"/>
                  <a:pt x="33747" y="72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EFF73-0264-4267-B881-97102C5F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73" y="326898"/>
            <a:ext cx="78781" cy="96583"/>
          </a:xfrm>
          <a:custGeom xmlns:a="http://schemas.openxmlformats.org/drawingml/2006/main">
            <a:pathLst>
              <a:path w="78781" h="96583">
                <a:moveTo>
                  <a:pt x="34004" y="90440"/>
                </a:moveTo>
                <a:cubicBezTo>
                  <a:pt x="39233" y="90440"/>
                  <a:pt x="44005" y="88154"/>
                  <a:pt x="48349" y="83553"/>
                </a:cubicBezTo>
                <a:cubicBezTo>
                  <a:pt x="52692" y="78953"/>
                  <a:pt x="54921" y="73581"/>
                  <a:pt x="55007" y="67494"/>
                </a:cubicBezTo>
                <a:cubicBezTo>
                  <a:pt x="55007" y="61893"/>
                  <a:pt x="52692" y="58036"/>
                  <a:pt x="48092" y="55921"/>
                </a:cubicBezTo>
                <a:cubicBezTo>
                  <a:pt x="38691" y="53521"/>
                  <a:pt x="32690" y="51892"/>
                  <a:pt x="30032" y="51006"/>
                </a:cubicBezTo>
                <a:cubicBezTo>
                  <a:pt x="27375" y="50121"/>
                  <a:pt x="25517" y="49235"/>
                  <a:pt x="24460" y="48349"/>
                </a:cubicBezTo>
                <a:cubicBezTo>
                  <a:pt x="19145" y="44634"/>
                  <a:pt x="16488" y="39262"/>
                  <a:pt x="16488" y="32290"/>
                </a:cubicBezTo>
                <a:cubicBezTo>
                  <a:pt x="16488" y="26861"/>
                  <a:pt x="17888" y="21974"/>
                  <a:pt x="20745" y="17545"/>
                </a:cubicBezTo>
                <a:cubicBezTo>
                  <a:pt x="23574" y="13116"/>
                  <a:pt x="26432" y="9773"/>
                  <a:pt x="29375" y="7572"/>
                </a:cubicBezTo>
                <a:cubicBezTo>
                  <a:pt x="31918" y="5372"/>
                  <a:pt x="35033" y="3600"/>
                  <a:pt x="38662" y="2257"/>
                </a:cubicBezTo>
                <a:cubicBezTo>
                  <a:pt x="42291" y="943"/>
                  <a:pt x="45120" y="229"/>
                  <a:pt x="47177" y="143"/>
                </a:cubicBezTo>
                <a:lnTo>
                  <a:pt x="48635" y="143"/>
                </a:lnTo>
                <a:lnTo>
                  <a:pt x="49549" y="143"/>
                </a:lnTo>
                <a:cubicBezTo>
                  <a:pt x="58064" y="143"/>
                  <a:pt x="64208" y="2972"/>
                  <a:pt x="68008" y="8630"/>
                </a:cubicBezTo>
                <a:cubicBezTo>
                  <a:pt x="68094" y="8630"/>
                  <a:pt x="68694" y="8058"/>
                  <a:pt x="69752" y="6915"/>
                </a:cubicBezTo>
                <a:cubicBezTo>
                  <a:pt x="70809" y="5744"/>
                  <a:pt x="71952" y="4458"/>
                  <a:pt x="73181" y="3058"/>
                </a:cubicBezTo>
                <a:cubicBezTo>
                  <a:pt x="74438" y="1629"/>
                  <a:pt x="75324" y="657"/>
                  <a:pt x="75838" y="143"/>
                </a:cubicBezTo>
                <a:cubicBezTo>
                  <a:pt x="75952" y="143"/>
                  <a:pt x="76124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81" y="314"/>
                  <a:pt x="78781" y="943"/>
                </a:cubicBezTo>
                <a:cubicBezTo>
                  <a:pt x="78781" y="1572"/>
                  <a:pt x="77524" y="6915"/>
                  <a:pt x="75067" y="17002"/>
                </a:cubicBezTo>
                <a:cubicBezTo>
                  <a:pt x="72580" y="27089"/>
                  <a:pt x="71152" y="32318"/>
                  <a:pt x="70809" y="32690"/>
                </a:cubicBezTo>
                <a:cubicBezTo>
                  <a:pt x="70437" y="33033"/>
                  <a:pt x="69752" y="33176"/>
                  <a:pt x="68694" y="33090"/>
                </a:cubicBezTo>
                <a:cubicBezTo>
                  <a:pt x="66923" y="33090"/>
                  <a:pt x="66037" y="32690"/>
                  <a:pt x="66037" y="31890"/>
                </a:cubicBezTo>
                <a:cubicBezTo>
                  <a:pt x="66037" y="31347"/>
                  <a:pt x="66065" y="30890"/>
                  <a:pt x="66151" y="30547"/>
                </a:cubicBezTo>
                <a:cubicBezTo>
                  <a:pt x="66151" y="30290"/>
                  <a:pt x="66208" y="29432"/>
                  <a:pt x="66294" y="28032"/>
                </a:cubicBezTo>
                <a:cubicBezTo>
                  <a:pt x="66380" y="26603"/>
                  <a:pt x="66465" y="25460"/>
                  <a:pt x="66551" y="24575"/>
                </a:cubicBezTo>
                <a:cubicBezTo>
                  <a:pt x="66551" y="21574"/>
                  <a:pt x="66151" y="18945"/>
                  <a:pt x="65351" y="16745"/>
                </a:cubicBezTo>
                <a:cubicBezTo>
                  <a:pt x="64579" y="14516"/>
                  <a:pt x="63751" y="12887"/>
                  <a:pt x="62979" y="11830"/>
                </a:cubicBezTo>
                <a:cubicBezTo>
                  <a:pt x="62179" y="10773"/>
                  <a:pt x="61065" y="9658"/>
                  <a:pt x="59636" y="8487"/>
                </a:cubicBezTo>
                <a:cubicBezTo>
                  <a:pt x="56464" y="6658"/>
                  <a:pt x="52835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47" y="15888"/>
                  <a:pt x="28118" y="20603"/>
                  <a:pt x="28032" y="25889"/>
                </a:cubicBezTo>
                <a:cubicBezTo>
                  <a:pt x="28032" y="28546"/>
                  <a:pt x="28689" y="30861"/>
                  <a:pt x="30032" y="32804"/>
                </a:cubicBezTo>
                <a:cubicBezTo>
                  <a:pt x="31347" y="34747"/>
                  <a:pt x="33176" y="36119"/>
                  <a:pt x="35490" y="36919"/>
                </a:cubicBezTo>
                <a:cubicBezTo>
                  <a:pt x="35833" y="37119"/>
                  <a:pt x="38919" y="37948"/>
                  <a:pt x="44777" y="39462"/>
                </a:cubicBezTo>
                <a:cubicBezTo>
                  <a:pt x="50606" y="40948"/>
                  <a:pt x="53578" y="41748"/>
                  <a:pt x="53664" y="41834"/>
                </a:cubicBezTo>
                <a:cubicBezTo>
                  <a:pt x="56693" y="42805"/>
                  <a:pt x="59607" y="44948"/>
                  <a:pt x="62436" y="48206"/>
                </a:cubicBezTo>
                <a:cubicBezTo>
                  <a:pt x="65265" y="51492"/>
                  <a:pt x="66694" y="55921"/>
                  <a:pt x="66694" y="61493"/>
                </a:cubicBezTo>
                <a:cubicBezTo>
                  <a:pt x="66694" y="63808"/>
                  <a:pt x="66323" y="66294"/>
                  <a:pt x="65637" y="68951"/>
                </a:cubicBezTo>
                <a:cubicBezTo>
                  <a:pt x="65180" y="70895"/>
                  <a:pt x="64379" y="73066"/>
                  <a:pt x="63236" y="75438"/>
                </a:cubicBezTo>
                <a:cubicBezTo>
                  <a:pt x="62093" y="77838"/>
                  <a:pt x="60493" y="80439"/>
                  <a:pt x="58436" y="83296"/>
                </a:cubicBezTo>
                <a:cubicBezTo>
                  <a:pt x="56407" y="86125"/>
                  <a:pt x="53492" y="88783"/>
                  <a:pt x="49692" y="91269"/>
                </a:cubicBezTo>
                <a:cubicBezTo>
                  <a:pt x="45891" y="93726"/>
                  <a:pt x="41719" y="95412"/>
                  <a:pt x="37205" y="96298"/>
                </a:cubicBezTo>
                <a:cubicBezTo>
                  <a:pt x="36147" y="96469"/>
                  <a:pt x="34633" y="96583"/>
                  <a:pt x="32690" y="96583"/>
                </a:cubicBezTo>
                <a:cubicBezTo>
                  <a:pt x="23917" y="96583"/>
                  <a:pt x="17116" y="94126"/>
                  <a:pt x="12230" y="89268"/>
                </a:cubicBezTo>
                <a:lnTo>
                  <a:pt x="10887" y="87782"/>
                </a:lnTo>
                <a:lnTo>
                  <a:pt x="7172" y="91926"/>
                </a:lnTo>
                <a:cubicBezTo>
                  <a:pt x="5144" y="94297"/>
                  <a:pt x="3886" y="95669"/>
                  <a:pt x="3458" y="96041"/>
                </a:cubicBezTo>
                <a:cubicBezTo>
                  <a:pt x="3029" y="96383"/>
                  <a:pt x="2457" y="96583"/>
                  <a:pt x="1743" y="96583"/>
                </a:cubicBezTo>
                <a:cubicBezTo>
                  <a:pt x="571" y="96583"/>
                  <a:pt x="0" y="96212"/>
                  <a:pt x="0" y="95498"/>
                </a:cubicBezTo>
                <a:cubicBezTo>
                  <a:pt x="0" y="95240"/>
                  <a:pt x="2572" y="84839"/>
                  <a:pt x="7715" y="64294"/>
                </a:cubicBezTo>
                <a:cubicBezTo>
                  <a:pt x="7887" y="63751"/>
                  <a:pt x="8773" y="63494"/>
                  <a:pt x="10373" y="63494"/>
                </a:cubicBezTo>
                <a:lnTo>
                  <a:pt x="12087" y="63494"/>
                </a:lnTo>
                <a:cubicBezTo>
                  <a:pt x="12630" y="64008"/>
                  <a:pt x="12887" y="64522"/>
                  <a:pt x="12887" y="64951"/>
                </a:cubicBezTo>
                <a:cubicBezTo>
                  <a:pt x="12887" y="65122"/>
                  <a:pt x="12859" y="65522"/>
                  <a:pt x="12773" y="66151"/>
                </a:cubicBezTo>
                <a:cubicBezTo>
                  <a:pt x="12687" y="66780"/>
                  <a:pt x="12487" y="67694"/>
                  <a:pt x="12230" y="68951"/>
                </a:cubicBezTo>
                <a:cubicBezTo>
                  <a:pt x="11973" y="70180"/>
                  <a:pt x="11859" y="71638"/>
                  <a:pt x="11973" y="73323"/>
                </a:cubicBezTo>
                <a:cubicBezTo>
                  <a:pt x="12144" y="76781"/>
                  <a:pt x="12944" y="79696"/>
                  <a:pt x="14373" y="82096"/>
                </a:cubicBezTo>
                <a:cubicBezTo>
                  <a:pt x="15773" y="84468"/>
                  <a:pt x="17688" y="86268"/>
                  <a:pt x="20060" y="87411"/>
                </a:cubicBezTo>
                <a:cubicBezTo>
                  <a:pt x="22460" y="88554"/>
                  <a:pt x="24775" y="89354"/>
                  <a:pt x="26975" y="89783"/>
                </a:cubicBezTo>
                <a:cubicBezTo>
                  <a:pt x="29175" y="90240"/>
                  <a:pt x="31547" y="90440"/>
                  <a:pt x="34004" y="904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D898A-4F97-44A1-A17C-DA83B214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73" y="326898"/>
            <a:ext cx="78781" cy="96583"/>
          </a:xfrm>
          <a:custGeom xmlns:a="http://schemas.openxmlformats.org/drawingml/2006/main">
            <a:pathLst>
              <a:path w="78781" h="96583" fill="none">
                <a:moveTo>
                  <a:pt x="34004" y="90440"/>
                </a:moveTo>
                <a:cubicBezTo>
                  <a:pt x="39233" y="90440"/>
                  <a:pt x="44005" y="88154"/>
                  <a:pt x="48349" y="83553"/>
                </a:cubicBezTo>
                <a:cubicBezTo>
                  <a:pt x="52692" y="78953"/>
                  <a:pt x="54921" y="73581"/>
                  <a:pt x="55007" y="67494"/>
                </a:cubicBezTo>
                <a:cubicBezTo>
                  <a:pt x="55007" y="61893"/>
                  <a:pt x="52692" y="58036"/>
                  <a:pt x="48092" y="55921"/>
                </a:cubicBezTo>
                <a:cubicBezTo>
                  <a:pt x="38691" y="53521"/>
                  <a:pt x="32690" y="51892"/>
                  <a:pt x="30032" y="51006"/>
                </a:cubicBezTo>
                <a:cubicBezTo>
                  <a:pt x="27375" y="50121"/>
                  <a:pt x="25517" y="49235"/>
                  <a:pt x="24460" y="48349"/>
                </a:cubicBezTo>
                <a:cubicBezTo>
                  <a:pt x="19145" y="44634"/>
                  <a:pt x="16488" y="39262"/>
                  <a:pt x="16488" y="32290"/>
                </a:cubicBezTo>
                <a:cubicBezTo>
                  <a:pt x="16488" y="26861"/>
                  <a:pt x="17888" y="21974"/>
                  <a:pt x="20745" y="17545"/>
                </a:cubicBezTo>
                <a:cubicBezTo>
                  <a:pt x="23574" y="13116"/>
                  <a:pt x="26432" y="9773"/>
                  <a:pt x="29375" y="7572"/>
                </a:cubicBezTo>
                <a:cubicBezTo>
                  <a:pt x="31918" y="5372"/>
                  <a:pt x="35033" y="3600"/>
                  <a:pt x="38662" y="2257"/>
                </a:cubicBezTo>
                <a:cubicBezTo>
                  <a:pt x="42291" y="943"/>
                  <a:pt x="45120" y="229"/>
                  <a:pt x="47177" y="143"/>
                </a:cubicBezTo>
                <a:lnTo>
                  <a:pt x="48635" y="143"/>
                </a:lnTo>
                <a:lnTo>
                  <a:pt x="49549" y="143"/>
                </a:lnTo>
                <a:cubicBezTo>
                  <a:pt x="58064" y="143"/>
                  <a:pt x="64208" y="2972"/>
                  <a:pt x="68008" y="8630"/>
                </a:cubicBezTo>
                <a:cubicBezTo>
                  <a:pt x="68094" y="8630"/>
                  <a:pt x="68694" y="8058"/>
                  <a:pt x="69752" y="6915"/>
                </a:cubicBezTo>
                <a:cubicBezTo>
                  <a:pt x="70809" y="5744"/>
                  <a:pt x="71952" y="4458"/>
                  <a:pt x="73181" y="3058"/>
                </a:cubicBezTo>
                <a:cubicBezTo>
                  <a:pt x="74438" y="1629"/>
                  <a:pt x="75324" y="657"/>
                  <a:pt x="75838" y="143"/>
                </a:cubicBezTo>
                <a:cubicBezTo>
                  <a:pt x="75952" y="143"/>
                  <a:pt x="76124" y="143"/>
                  <a:pt x="76381" y="143"/>
                </a:cubicBezTo>
                <a:cubicBezTo>
                  <a:pt x="76638" y="143"/>
                  <a:pt x="76867" y="86"/>
                  <a:pt x="77038" y="0"/>
                </a:cubicBezTo>
                <a:cubicBezTo>
                  <a:pt x="78181" y="0"/>
                  <a:pt x="78781" y="314"/>
                  <a:pt x="78781" y="943"/>
                </a:cubicBezTo>
                <a:cubicBezTo>
                  <a:pt x="78781" y="1572"/>
                  <a:pt x="77524" y="6915"/>
                  <a:pt x="75067" y="17002"/>
                </a:cubicBezTo>
                <a:cubicBezTo>
                  <a:pt x="72580" y="27089"/>
                  <a:pt x="71152" y="32318"/>
                  <a:pt x="70809" y="32690"/>
                </a:cubicBezTo>
                <a:cubicBezTo>
                  <a:pt x="70437" y="33033"/>
                  <a:pt x="69752" y="33176"/>
                  <a:pt x="68694" y="33090"/>
                </a:cubicBezTo>
                <a:cubicBezTo>
                  <a:pt x="66923" y="33090"/>
                  <a:pt x="66037" y="32690"/>
                  <a:pt x="66037" y="31890"/>
                </a:cubicBezTo>
                <a:cubicBezTo>
                  <a:pt x="66037" y="31347"/>
                  <a:pt x="66065" y="30890"/>
                  <a:pt x="66151" y="30547"/>
                </a:cubicBezTo>
                <a:cubicBezTo>
                  <a:pt x="66151" y="30290"/>
                  <a:pt x="66208" y="29432"/>
                  <a:pt x="66294" y="28032"/>
                </a:cubicBezTo>
                <a:cubicBezTo>
                  <a:pt x="66380" y="26603"/>
                  <a:pt x="66465" y="25460"/>
                  <a:pt x="66551" y="24575"/>
                </a:cubicBezTo>
                <a:cubicBezTo>
                  <a:pt x="66551" y="21574"/>
                  <a:pt x="66151" y="18945"/>
                  <a:pt x="65351" y="16745"/>
                </a:cubicBezTo>
                <a:cubicBezTo>
                  <a:pt x="64579" y="14516"/>
                  <a:pt x="63751" y="12887"/>
                  <a:pt x="62979" y="11830"/>
                </a:cubicBezTo>
                <a:cubicBezTo>
                  <a:pt x="62179" y="10773"/>
                  <a:pt x="61065" y="9658"/>
                  <a:pt x="59636" y="8487"/>
                </a:cubicBezTo>
                <a:cubicBezTo>
                  <a:pt x="56464" y="6658"/>
                  <a:pt x="52835" y="5715"/>
                  <a:pt x="48749" y="5715"/>
                </a:cubicBezTo>
                <a:cubicBezTo>
                  <a:pt x="43691" y="5715"/>
                  <a:pt x="39005" y="7744"/>
                  <a:pt x="34661" y="11830"/>
                </a:cubicBezTo>
                <a:cubicBezTo>
                  <a:pt x="30347" y="15888"/>
                  <a:pt x="28118" y="20603"/>
                  <a:pt x="28032" y="25889"/>
                </a:cubicBezTo>
                <a:cubicBezTo>
                  <a:pt x="28032" y="28546"/>
                  <a:pt x="28689" y="30861"/>
                  <a:pt x="30032" y="32804"/>
                </a:cubicBezTo>
                <a:cubicBezTo>
                  <a:pt x="31347" y="34747"/>
                  <a:pt x="33176" y="36119"/>
                  <a:pt x="35490" y="36919"/>
                </a:cubicBezTo>
                <a:cubicBezTo>
                  <a:pt x="35833" y="37119"/>
                  <a:pt x="38919" y="37948"/>
                  <a:pt x="44777" y="39462"/>
                </a:cubicBezTo>
                <a:cubicBezTo>
                  <a:pt x="50606" y="40948"/>
                  <a:pt x="53578" y="41748"/>
                  <a:pt x="53664" y="41834"/>
                </a:cubicBezTo>
                <a:cubicBezTo>
                  <a:pt x="56693" y="42805"/>
                  <a:pt x="59607" y="44948"/>
                  <a:pt x="62436" y="48206"/>
                </a:cubicBezTo>
                <a:cubicBezTo>
                  <a:pt x="65265" y="51492"/>
                  <a:pt x="66694" y="55921"/>
                  <a:pt x="66694" y="61493"/>
                </a:cubicBezTo>
                <a:cubicBezTo>
                  <a:pt x="66694" y="63808"/>
                  <a:pt x="66323" y="66294"/>
                  <a:pt x="65637" y="68951"/>
                </a:cubicBezTo>
                <a:cubicBezTo>
                  <a:pt x="65180" y="70895"/>
                  <a:pt x="64379" y="73066"/>
                  <a:pt x="63236" y="75438"/>
                </a:cubicBezTo>
                <a:cubicBezTo>
                  <a:pt x="62093" y="77838"/>
                  <a:pt x="60493" y="80439"/>
                  <a:pt x="58436" y="83296"/>
                </a:cubicBezTo>
                <a:cubicBezTo>
                  <a:pt x="56407" y="86125"/>
                  <a:pt x="53492" y="88783"/>
                  <a:pt x="49692" y="91269"/>
                </a:cubicBezTo>
                <a:cubicBezTo>
                  <a:pt x="45891" y="93726"/>
                  <a:pt x="41719" y="95412"/>
                  <a:pt x="37205" y="96298"/>
                </a:cubicBezTo>
                <a:cubicBezTo>
                  <a:pt x="36147" y="96469"/>
                  <a:pt x="34633" y="96583"/>
                  <a:pt x="32690" y="96583"/>
                </a:cubicBezTo>
                <a:cubicBezTo>
                  <a:pt x="23917" y="96583"/>
                  <a:pt x="17116" y="94126"/>
                  <a:pt x="12230" y="89268"/>
                </a:cubicBezTo>
                <a:lnTo>
                  <a:pt x="10887" y="87782"/>
                </a:lnTo>
                <a:lnTo>
                  <a:pt x="7172" y="91926"/>
                </a:lnTo>
                <a:cubicBezTo>
                  <a:pt x="5144" y="94297"/>
                  <a:pt x="3886" y="95669"/>
                  <a:pt x="3458" y="96041"/>
                </a:cubicBezTo>
                <a:cubicBezTo>
                  <a:pt x="3029" y="96383"/>
                  <a:pt x="2457" y="96583"/>
                  <a:pt x="1743" y="96583"/>
                </a:cubicBezTo>
                <a:cubicBezTo>
                  <a:pt x="571" y="96583"/>
                  <a:pt x="0" y="96212"/>
                  <a:pt x="0" y="95498"/>
                </a:cubicBezTo>
                <a:cubicBezTo>
                  <a:pt x="0" y="95240"/>
                  <a:pt x="2572" y="84839"/>
                  <a:pt x="7715" y="64294"/>
                </a:cubicBezTo>
                <a:cubicBezTo>
                  <a:pt x="7887" y="63751"/>
                  <a:pt x="8773" y="63494"/>
                  <a:pt x="10373" y="63494"/>
                </a:cubicBezTo>
                <a:lnTo>
                  <a:pt x="12087" y="63494"/>
                </a:lnTo>
                <a:cubicBezTo>
                  <a:pt x="12630" y="64008"/>
                  <a:pt x="12887" y="64522"/>
                  <a:pt x="12887" y="64951"/>
                </a:cubicBezTo>
                <a:cubicBezTo>
                  <a:pt x="12887" y="65122"/>
                  <a:pt x="12859" y="65522"/>
                  <a:pt x="12773" y="66151"/>
                </a:cubicBezTo>
                <a:cubicBezTo>
                  <a:pt x="12687" y="66780"/>
                  <a:pt x="12487" y="67694"/>
                  <a:pt x="12230" y="68951"/>
                </a:cubicBezTo>
                <a:cubicBezTo>
                  <a:pt x="11973" y="70180"/>
                  <a:pt x="11859" y="71638"/>
                  <a:pt x="11973" y="73323"/>
                </a:cubicBezTo>
                <a:cubicBezTo>
                  <a:pt x="12144" y="76781"/>
                  <a:pt x="12944" y="79696"/>
                  <a:pt x="14373" y="82096"/>
                </a:cubicBezTo>
                <a:cubicBezTo>
                  <a:pt x="15773" y="84468"/>
                  <a:pt x="17688" y="86268"/>
                  <a:pt x="20060" y="87411"/>
                </a:cubicBezTo>
                <a:cubicBezTo>
                  <a:pt x="22460" y="88554"/>
                  <a:pt x="24775" y="89354"/>
                  <a:pt x="26975" y="89783"/>
                </a:cubicBezTo>
                <a:cubicBezTo>
                  <a:pt x="29175" y="90240"/>
                  <a:pt x="31547" y="90440"/>
                  <a:pt x="34004" y="904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7730"/>
              </a:srgbClr>
            </a:solidFill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C391E-D615-4C6E-AEA2-5CFB1F9F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497" y="203968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489"/>
                  <a:pt x="165735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19" y="224657"/>
                </a:cubicBezTo>
                <a:cubicBezTo>
                  <a:pt x="32433" y="218570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687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687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19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35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26430-B518-4D62-9099-9444161E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497" y="203968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70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489"/>
                  <a:pt x="165735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19" y="224657"/>
                </a:cubicBezTo>
                <a:cubicBezTo>
                  <a:pt x="32433" y="218570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687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687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19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35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6975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6C697-B737-494E-A9F6-963E4DA2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53" y="883368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489" y="173993"/>
                  <a:pt x="253175" y="181966"/>
                </a:cubicBezTo>
                <a:cubicBezTo>
                  <a:pt x="249860" y="189938"/>
                  <a:pt x="245831" y="197539"/>
                  <a:pt x="241030" y="204740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10" y="245831"/>
                  <a:pt x="189938" y="249888"/>
                  <a:pt x="181966" y="253203"/>
                </a:cubicBezTo>
                <a:cubicBezTo>
                  <a:pt x="173993" y="256489"/>
                  <a:pt x="165735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66" y="249888"/>
                  <a:pt x="65665" y="245831"/>
                  <a:pt x="58464" y="241030"/>
                </a:cubicBezTo>
                <a:cubicBezTo>
                  <a:pt x="51292" y="236230"/>
                  <a:pt x="44634" y="230772"/>
                  <a:pt x="38548" y="224657"/>
                </a:cubicBezTo>
                <a:cubicBezTo>
                  <a:pt x="32433" y="218542"/>
                  <a:pt x="26975" y="211912"/>
                  <a:pt x="22174" y="204740"/>
                </a:cubicBezTo>
                <a:cubicBezTo>
                  <a:pt x="17374" y="197539"/>
                  <a:pt x="13316" y="189938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11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34" y="32433"/>
                  <a:pt x="51292" y="26975"/>
                  <a:pt x="58464" y="22174"/>
                </a:cubicBezTo>
                <a:cubicBezTo>
                  <a:pt x="65665" y="17374"/>
                  <a:pt x="73266" y="13316"/>
                  <a:pt x="81239" y="10001"/>
                </a:cubicBezTo>
                <a:cubicBezTo>
                  <a:pt x="89211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35" y="4201"/>
                  <a:pt x="173993" y="6715"/>
                  <a:pt x="181966" y="10001"/>
                </a:cubicBezTo>
                <a:cubicBezTo>
                  <a:pt x="189938" y="13316"/>
                  <a:pt x="197510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60" y="73266"/>
                  <a:pt x="253175" y="81239"/>
                </a:cubicBezTo>
                <a:cubicBezTo>
                  <a:pt x="256489" y="89211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58039-2742-4178-A253-8AFAFA71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53" y="883368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489" y="173993"/>
                  <a:pt x="253175" y="181966"/>
                </a:cubicBezTo>
                <a:cubicBezTo>
                  <a:pt x="249860" y="189938"/>
                  <a:pt x="245831" y="197539"/>
                  <a:pt x="241030" y="204740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10" y="245831"/>
                  <a:pt x="189938" y="249888"/>
                  <a:pt x="181966" y="253203"/>
                </a:cubicBezTo>
                <a:cubicBezTo>
                  <a:pt x="173993" y="256489"/>
                  <a:pt x="165735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489"/>
                  <a:pt x="81239" y="253203"/>
                </a:cubicBezTo>
                <a:cubicBezTo>
                  <a:pt x="73266" y="249888"/>
                  <a:pt x="65665" y="245831"/>
                  <a:pt x="58464" y="241030"/>
                </a:cubicBezTo>
                <a:cubicBezTo>
                  <a:pt x="51292" y="236230"/>
                  <a:pt x="44634" y="230772"/>
                  <a:pt x="38548" y="224657"/>
                </a:cubicBezTo>
                <a:cubicBezTo>
                  <a:pt x="32433" y="218542"/>
                  <a:pt x="26975" y="211912"/>
                  <a:pt x="22174" y="204740"/>
                </a:cubicBezTo>
                <a:cubicBezTo>
                  <a:pt x="17374" y="197539"/>
                  <a:pt x="13316" y="189938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790"/>
                  <a:pt x="0" y="140246"/>
                  <a:pt x="0" y="131616"/>
                </a:cubicBezTo>
                <a:cubicBezTo>
                  <a:pt x="0" y="122958"/>
                  <a:pt x="829" y="114414"/>
                  <a:pt x="2515" y="105928"/>
                </a:cubicBezTo>
                <a:cubicBezTo>
                  <a:pt x="4201" y="97469"/>
                  <a:pt x="6715" y="89211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34" y="32433"/>
                  <a:pt x="51292" y="26975"/>
                  <a:pt x="58464" y="22174"/>
                </a:cubicBezTo>
                <a:cubicBezTo>
                  <a:pt x="65665" y="17374"/>
                  <a:pt x="73266" y="13316"/>
                  <a:pt x="81239" y="10001"/>
                </a:cubicBezTo>
                <a:cubicBezTo>
                  <a:pt x="89211" y="6715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35" y="4201"/>
                  <a:pt x="173993" y="6715"/>
                  <a:pt x="181966" y="10001"/>
                </a:cubicBezTo>
                <a:cubicBezTo>
                  <a:pt x="189938" y="13316"/>
                  <a:pt x="197510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60" y="73266"/>
                  <a:pt x="253175" y="81239"/>
                </a:cubicBezTo>
                <a:cubicBezTo>
                  <a:pt x="256489" y="89211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pic>
        <p:nvPicPr>
          <p:cNvPr id="1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d52df749c4299"/>
          <a:stretch xmlns:a="http://schemas.openxmlformats.org/drawingml/2006/main"/>
        </p:blipFill>
        <p:spPr>
          <a:xfrm xmlns:a="http://schemas.openxmlformats.org/drawingml/2006/main">
            <a:off x="3744897" y="124657"/>
            <a:ext cx="907790" cy="670527"/>
          </a:xfrm>
          <a:prstGeom xmlns:a="http://schemas.openxmlformats.org/drawingml/2006/main" prst="rect">
            <a:avLst/>
          </a:prstGeom>
        </p:spPr>
      </p:pic>
      <p:sp>
        <p:nvSpPr>
          <p:cNvPr id="557" name="Text Call">
            <a:extLst xmlns:a="http://schemas.openxmlformats.org/drawingml/2006/main">
              <a:ext uri="{FF2B5EF4-FFF2-40B4-BE49-F238E27FC236}">
                <a16:creationId xmlns:a16="http://schemas.microsoft.com/office/drawing/2014/main" id="{5D60EBBF-993F-4741-9848-143C14A8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48" y="220813"/>
            <a:ext cx="270073" cy="123199"/>
          </a:xfrm>
          <a:custGeom xmlns:a="http://schemas.openxmlformats.org/drawingml/2006/main">
            <a:pathLst>
              <a:path w="270073" h="123199">
                <a:moveTo>
                  <a:pt x="99430" y="9874"/>
                </a:moveTo>
                <a:cubicBezTo>
                  <a:pt x="100156" y="14513"/>
                  <a:pt x="100519" y="19271"/>
                  <a:pt x="100519" y="24149"/>
                </a:cubicBezTo>
                <a:cubicBezTo>
                  <a:pt x="100519" y="25113"/>
                  <a:pt x="100488" y="26407"/>
                  <a:pt x="100428" y="28033"/>
                </a:cubicBezTo>
                <a:cubicBezTo>
                  <a:pt x="99581" y="28214"/>
                  <a:pt x="98946" y="28305"/>
                  <a:pt x="98523" y="28305"/>
                </a:cubicBezTo>
                <a:cubicBezTo>
                  <a:pt x="98160" y="28305"/>
                  <a:pt x="97646" y="28244"/>
                  <a:pt x="96981" y="28123"/>
                </a:cubicBezTo>
                <a:cubicBezTo>
                  <a:pt x="94440" y="21076"/>
                  <a:pt x="90298" y="15655"/>
                  <a:pt x="84552" y="11862"/>
                </a:cubicBezTo>
                <a:cubicBezTo>
                  <a:pt x="78806" y="8067"/>
                  <a:pt x="71700" y="6169"/>
                  <a:pt x="63232" y="6169"/>
                </a:cubicBezTo>
                <a:cubicBezTo>
                  <a:pt x="58757" y="6169"/>
                  <a:pt x="54977" y="6682"/>
                  <a:pt x="51892" y="7708"/>
                </a:cubicBezTo>
                <a:cubicBezTo>
                  <a:pt x="46449" y="9578"/>
                  <a:pt x="41671" y="12157"/>
                  <a:pt x="37558" y="15445"/>
                </a:cubicBezTo>
                <a:cubicBezTo>
                  <a:pt x="33446" y="18734"/>
                  <a:pt x="29968" y="22656"/>
                  <a:pt x="27126" y="27211"/>
                </a:cubicBezTo>
                <a:cubicBezTo>
                  <a:pt x="24283" y="31766"/>
                  <a:pt x="22030" y="37286"/>
                  <a:pt x="20367" y="43773"/>
                </a:cubicBezTo>
                <a:cubicBezTo>
                  <a:pt x="18704" y="50259"/>
                  <a:pt x="17872" y="56881"/>
                  <a:pt x="17872" y="63638"/>
                </a:cubicBezTo>
                <a:cubicBezTo>
                  <a:pt x="17872" y="76550"/>
                  <a:pt x="19838" y="87215"/>
                  <a:pt x="23769" y="95631"/>
                </a:cubicBezTo>
                <a:cubicBezTo>
                  <a:pt x="27700" y="104047"/>
                  <a:pt x="33083" y="110051"/>
                  <a:pt x="39917" y="113642"/>
                </a:cubicBezTo>
                <a:cubicBezTo>
                  <a:pt x="46751" y="117231"/>
                  <a:pt x="53646" y="119026"/>
                  <a:pt x="60602" y="119026"/>
                </a:cubicBezTo>
                <a:lnTo>
                  <a:pt x="64865" y="118935"/>
                </a:lnTo>
                <a:cubicBezTo>
                  <a:pt x="69704" y="118332"/>
                  <a:pt x="73000" y="117759"/>
                  <a:pt x="74754" y="117217"/>
                </a:cubicBezTo>
                <a:cubicBezTo>
                  <a:pt x="79169" y="115953"/>
                  <a:pt x="82813" y="114462"/>
                  <a:pt x="85686" y="112746"/>
                </a:cubicBezTo>
                <a:cubicBezTo>
                  <a:pt x="88559" y="111028"/>
                  <a:pt x="91371" y="108602"/>
                  <a:pt x="94123" y="105469"/>
                </a:cubicBezTo>
                <a:cubicBezTo>
                  <a:pt x="96875" y="102335"/>
                  <a:pt x="99218" y="98689"/>
                  <a:pt x="101154" y="94531"/>
                </a:cubicBezTo>
                <a:lnTo>
                  <a:pt x="102242" y="94168"/>
                </a:lnTo>
                <a:cubicBezTo>
                  <a:pt x="102545" y="94168"/>
                  <a:pt x="102998" y="94349"/>
                  <a:pt x="103603" y="94710"/>
                </a:cubicBezTo>
                <a:cubicBezTo>
                  <a:pt x="103543" y="96156"/>
                  <a:pt x="103482" y="97089"/>
                  <a:pt x="103422" y="97511"/>
                </a:cubicBezTo>
                <a:cubicBezTo>
                  <a:pt x="100882" y="107696"/>
                  <a:pt x="99037" y="114657"/>
                  <a:pt x="97888" y="118394"/>
                </a:cubicBezTo>
                <a:cubicBezTo>
                  <a:pt x="96920" y="118639"/>
                  <a:pt x="95711" y="119009"/>
                  <a:pt x="94259" y="119502"/>
                </a:cubicBezTo>
                <a:cubicBezTo>
                  <a:pt x="87183" y="121967"/>
                  <a:pt x="77718" y="123199"/>
                  <a:pt x="65863" y="123199"/>
                </a:cubicBezTo>
                <a:cubicBezTo>
                  <a:pt x="56307" y="123199"/>
                  <a:pt x="49156" y="122550"/>
                  <a:pt x="44408" y="121251"/>
                </a:cubicBezTo>
                <a:cubicBezTo>
                  <a:pt x="39660" y="119953"/>
                  <a:pt x="34489" y="117930"/>
                  <a:pt x="28895" y="115182"/>
                </a:cubicBezTo>
                <a:cubicBezTo>
                  <a:pt x="23300" y="112433"/>
                  <a:pt x="18386" y="108795"/>
                  <a:pt x="14152" y="104267"/>
                </a:cubicBezTo>
                <a:cubicBezTo>
                  <a:pt x="9919" y="99738"/>
                  <a:pt x="6502" y="94017"/>
                  <a:pt x="3901" y="87103"/>
                </a:cubicBezTo>
                <a:cubicBezTo>
                  <a:pt x="1300" y="80188"/>
                  <a:pt x="0" y="72653"/>
                  <a:pt x="0" y="64500"/>
                </a:cubicBezTo>
                <a:cubicBezTo>
                  <a:pt x="0" y="56770"/>
                  <a:pt x="1028" y="50021"/>
                  <a:pt x="3085" y="44255"/>
                </a:cubicBezTo>
                <a:cubicBezTo>
                  <a:pt x="5141" y="38486"/>
                  <a:pt x="8316" y="32643"/>
                  <a:pt x="12610" y="26726"/>
                </a:cubicBezTo>
                <a:cubicBezTo>
                  <a:pt x="16904" y="20808"/>
                  <a:pt x="21970" y="15887"/>
                  <a:pt x="27806" y="11961"/>
                </a:cubicBezTo>
                <a:cubicBezTo>
                  <a:pt x="33642" y="8035"/>
                  <a:pt x="40129" y="5257"/>
                  <a:pt x="47266" y="3626"/>
                </a:cubicBezTo>
                <a:cubicBezTo>
                  <a:pt x="52285" y="2539"/>
                  <a:pt x="59392" y="1996"/>
                  <a:pt x="68585" y="1996"/>
                </a:cubicBezTo>
                <a:cubicBezTo>
                  <a:pt x="75298" y="1996"/>
                  <a:pt x="81619" y="2887"/>
                  <a:pt x="87546" y="4669"/>
                </a:cubicBezTo>
                <a:cubicBezTo>
                  <a:pt x="93473" y="6450"/>
                  <a:pt x="97434" y="8185"/>
                  <a:pt x="99430" y="9874"/>
                </a:cubicBezTo>
                <a:close/>
                <a:moveTo>
                  <a:pt x="183663" y="108139"/>
                </a:moveTo>
                <a:cubicBezTo>
                  <a:pt x="184026" y="108935"/>
                  <a:pt x="184207" y="109517"/>
                  <a:pt x="184207" y="109886"/>
                </a:cubicBezTo>
                <a:cubicBezTo>
                  <a:pt x="184207" y="110804"/>
                  <a:pt x="183482" y="112427"/>
                  <a:pt x="182030" y="114753"/>
                </a:cubicBezTo>
                <a:cubicBezTo>
                  <a:pt x="180155" y="117815"/>
                  <a:pt x="178068" y="120050"/>
                  <a:pt x="175770" y="121458"/>
                </a:cubicBezTo>
                <a:cubicBezTo>
                  <a:pt x="174319" y="122377"/>
                  <a:pt x="172323" y="122836"/>
                  <a:pt x="169783" y="122836"/>
                </a:cubicBezTo>
                <a:cubicBezTo>
                  <a:pt x="165428" y="122836"/>
                  <a:pt x="162162" y="121512"/>
                  <a:pt x="159985" y="118864"/>
                </a:cubicBezTo>
                <a:cubicBezTo>
                  <a:pt x="158654" y="117299"/>
                  <a:pt x="157717" y="114500"/>
                  <a:pt x="157172" y="110467"/>
                </a:cubicBezTo>
                <a:lnTo>
                  <a:pt x="147012" y="117560"/>
                </a:lnTo>
                <a:cubicBezTo>
                  <a:pt x="143443" y="119622"/>
                  <a:pt x="140722" y="120926"/>
                  <a:pt x="138847" y="121472"/>
                </a:cubicBezTo>
                <a:cubicBezTo>
                  <a:pt x="135823" y="122261"/>
                  <a:pt x="132194" y="122655"/>
                  <a:pt x="127960" y="122655"/>
                </a:cubicBezTo>
                <a:cubicBezTo>
                  <a:pt x="124876" y="122655"/>
                  <a:pt x="122441" y="121729"/>
                  <a:pt x="120657" y="119876"/>
                </a:cubicBezTo>
                <a:cubicBezTo>
                  <a:pt x="118873" y="118024"/>
                  <a:pt x="117981" y="115641"/>
                  <a:pt x="117981" y="112726"/>
                </a:cubicBezTo>
                <a:cubicBezTo>
                  <a:pt x="117981" y="108536"/>
                  <a:pt x="120536" y="103526"/>
                  <a:pt x="125647" y="97695"/>
                </a:cubicBezTo>
                <a:cubicBezTo>
                  <a:pt x="130758" y="91864"/>
                  <a:pt x="137698" y="87097"/>
                  <a:pt x="146467" y="83392"/>
                </a:cubicBezTo>
                <a:cubicBezTo>
                  <a:pt x="152636" y="80782"/>
                  <a:pt x="156416" y="79112"/>
                  <a:pt x="157807" y="78383"/>
                </a:cubicBezTo>
                <a:cubicBezTo>
                  <a:pt x="157928" y="76366"/>
                  <a:pt x="157989" y="74166"/>
                  <a:pt x="157989" y="71783"/>
                </a:cubicBezTo>
                <a:cubicBezTo>
                  <a:pt x="157989" y="64022"/>
                  <a:pt x="156915" y="58767"/>
                  <a:pt x="154768" y="56017"/>
                </a:cubicBezTo>
                <a:cubicBezTo>
                  <a:pt x="152621" y="53267"/>
                  <a:pt x="149552" y="51892"/>
                  <a:pt x="145560" y="51892"/>
                </a:cubicBezTo>
                <a:cubicBezTo>
                  <a:pt x="141387" y="51892"/>
                  <a:pt x="137486" y="53538"/>
                  <a:pt x="133857" y="56828"/>
                </a:cubicBezTo>
                <a:cubicBezTo>
                  <a:pt x="131619" y="58900"/>
                  <a:pt x="129926" y="62800"/>
                  <a:pt x="128777" y="68528"/>
                </a:cubicBezTo>
                <a:cubicBezTo>
                  <a:pt x="128414" y="70112"/>
                  <a:pt x="127718" y="71818"/>
                  <a:pt x="126690" y="73646"/>
                </a:cubicBezTo>
                <a:cubicBezTo>
                  <a:pt x="124090" y="75352"/>
                  <a:pt x="122003" y="76206"/>
                  <a:pt x="120430" y="76206"/>
                </a:cubicBezTo>
                <a:cubicBezTo>
                  <a:pt x="119100" y="76206"/>
                  <a:pt x="117890" y="75811"/>
                  <a:pt x="116802" y="75023"/>
                </a:cubicBezTo>
                <a:cubicBezTo>
                  <a:pt x="116197" y="74598"/>
                  <a:pt x="115894" y="74112"/>
                  <a:pt x="115894" y="73566"/>
                </a:cubicBezTo>
                <a:cubicBezTo>
                  <a:pt x="115894" y="71990"/>
                  <a:pt x="117573" y="68426"/>
                  <a:pt x="120929" y="62875"/>
                </a:cubicBezTo>
                <a:cubicBezTo>
                  <a:pt x="124286" y="57324"/>
                  <a:pt x="128520" y="53169"/>
                  <a:pt x="133630" y="50410"/>
                </a:cubicBezTo>
                <a:cubicBezTo>
                  <a:pt x="138741" y="47648"/>
                  <a:pt x="143201" y="46268"/>
                  <a:pt x="147012" y="46268"/>
                </a:cubicBezTo>
                <a:cubicBezTo>
                  <a:pt x="152213" y="46268"/>
                  <a:pt x="156084" y="46738"/>
                  <a:pt x="158624" y="47679"/>
                </a:cubicBezTo>
                <a:cubicBezTo>
                  <a:pt x="161164" y="48619"/>
                  <a:pt x="163402" y="50271"/>
                  <a:pt x="165337" y="52635"/>
                </a:cubicBezTo>
                <a:cubicBezTo>
                  <a:pt x="167273" y="55000"/>
                  <a:pt x="168452" y="57577"/>
                  <a:pt x="168875" y="60366"/>
                </a:cubicBezTo>
                <a:cubicBezTo>
                  <a:pt x="169117" y="61701"/>
                  <a:pt x="169238" y="66462"/>
                  <a:pt x="169238" y="74649"/>
                </a:cubicBezTo>
                <a:lnTo>
                  <a:pt x="168966" y="89113"/>
                </a:lnTo>
                <a:lnTo>
                  <a:pt x="169057" y="99665"/>
                </a:lnTo>
                <a:cubicBezTo>
                  <a:pt x="169057" y="101060"/>
                  <a:pt x="169027" y="102242"/>
                  <a:pt x="168966" y="103212"/>
                </a:cubicBezTo>
                <a:cubicBezTo>
                  <a:pt x="168906" y="104970"/>
                  <a:pt x="168875" y="106274"/>
                  <a:pt x="168875" y="107124"/>
                </a:cubicBezTo>
                <a:cubicBezTo>
                  <a:pt x="168875" y="109126"/>
                  <a:pt x="169450" y="110732"/>
                  <a:pt x="170599" y="111944"/>
                </a:cubicBezTo>
                <a:cubicBezTo>
                  <a:pt x="171748" y="113157"/>
                  <a:pt x="173109" y="113764"/>
                  <a:pt x="174682" y="113764"/>
                </a:cubicBezTo>
                <a:cubicBezTo>
                  <a:pt x="176980" y="113764"/>
                  <a:pt x="178945" y="112596"/>
                  <a:pt x="180578" y="110260"/>
                </a:cubicBezTo>
                <a:lnTo>
                  <a:pt x="181667" y="108786"/>
                </a:lnTo>
                <a:cubicBezTo>
                  <a:pt x="181969" y="108600"/>
                  <a:pt x="182635" y="108385"/>
                  <a:pt x="183663" y="108139"/>
                </a:cubicBezTo>
                <a:moveTo>
                  <a:pt x="156991" y="105724"/>
                </a:moveTo>
                <a:cubicBezTo>
                  <a:pt x="157414" y="98001"/>
                  <a:pt x="157626" y="92559"/>
                  <a:pt x="157626" y="89397"/>
                </a:cubicBezTo>
                <a:cubicBezTo>
                  <a:pt x="157626" y="87755"/>
                  <a:pt x="157535" y="85535"/>
                  <a:pt x="157354" y="82737"/>
                </a:cubicBezTo>
                <a:cubicBezTo>
                  <a:pt x="153302" y="84197"/>
                  <a:pt x="149008" y="86416"/>
                  <a:pt x="144472" y="89397"/>
                </a:cubicBezTo>
                <a:cubicBezTo>
                  <a:pt x="139935" y="92376"/>
                  <a:pt x="136337" y="95812"/>
                  <a:pt x="133676" y="99705"/>
                </a:cubicBezTo>
                <a:cubicBezTo>
                  <a:pt x="131740" y="102502"/>
                  <a:pt x="130773" y="105147"/>
                  <a:pt x="130773" y="107640"/>
                </a:cubicBezTo>
                <a:cubicBezTo>
                  <a:pt x="130773" y="110012"/>
                  <a:pt x="131574" y="111989"/>
                  <a:pt x="133177" y="113571"/>
                </a:cubicBezTo>
                <a:cubicBezTo>
                  <a:pt x="134780" y="115151"/>
                  <a:pt x="136790" y="115941"/>
                  <a:pt x="139210" y="115941"/>
                </a:cubicBezTo>
                <a:cubicBezTo>
                  <a:pt x="141085" y="115941"/>
                  <a:pt x="143353" y="115272"/>
                  <a:pt x="146014" y="113934"/>
                </a:cubicBezTo>
                <a:cubicBezTo>
                  <a:pt x="149522" y="112171"/>
                  <a:pt x="153181" y="109434"/>
                  <a:pt x="156991" y="105724"/>
                </a:cubicBezTo>
                <a:close/>
                <a:moveTo>
                  <a:pt x="190058" y="8165"/>
                </a:moveTo>
                <a:lnTo>
                  <a:pt x="190058" y="6169"/>
                </a:lnTo>
                <a:cubicBezTo>
                  <a:pt x="191751" y="5625"/>
                  <a:pt x="193626" y="5050"/>
                  <a:pt x="195682" y="4445"/>
                </a:cubicBezTo>
                <a:cubicBezTo>
                  <a:pt x="198706" y="3478"/>
                  <a:pt x="203182" y="1996"/>
                  <a:pt x="209109" y="0"/>
                </a:cubicBezTo>
                <a:lnTo>
                  <a:pt x="213373" y="0"/>
                </a:lnTo>
                <a:cubicBezTo>
                  <a:pt x="213433" y="2905"/>
                  <a:pt x="213463" y="4569"/>
                  <a:pt x="213463" y="4992"/>
                </a:cubicBezTo>
                <a:cubicBezTo>
                  <a:pt x="213463" y="54687"/>
                  <a:pt x="213312" y="84316"/>
                  <a:pt x="213010" y="93879"/>
                </a:cubicBezTo>
                <a:cubicBezTo>
                  <a:pt x="212828" y="99508"/>
                  <a:pt x="212738" y="102503"/>
                  <a:pt x="212738" y="102866"/>
                </a:cubicBezTo>
                <a:cubicBezTo>
                  <a:pt x="212738" y="109646"/>
                  <a:pt x="213010" y="113429"/>
                  <a:pt x="213554" y="114215"/>
                </a:cubicBezTo>
                <a:cubicBezTo>
                  <a:pt x="214280" y="115303"/>
                  <a:pt x="216503" y="116060"/>
                  <a:pt x="220222" y="116486"/>
                </a:cubicBezTo>
                <a:cubicBezTo>
                  <a:pt x="223942" y="116909"/>
                  <a:pt x="226134" y="117332"/>
                  <a:pt x="226799" y="117756"/>
                </a:cubicBezTo>
                <a:cubicBezTo>
                  <a:pt x="227283" y="117998"/>
                  <a:pt x="227525" y="118421"/>
                  <a:pt x="227525" y="119026"/>
                </a:cubicBezTo>
                <a:cubicBezTo>
                  <a:pt x="227525" y="119691"/>
                  <a:pt x="227389" y="120160"/>
                  <a:pt x="227117" y="120432"/>
                </a:cubicBezTo>
                <a:cubicBezTo>
                  <a:pt x="226845" y="120704"/>
                  <a:pt x="226346" y="120840"/>
                  <a:pt x="225620" y="120840"/>
                </a:cubicBezTo>
                <a:cubicBezTo>
                  <a:pt x="225197" y="120840"/>
                  <a:pt x="222021" y="120736"/>
                  <a:pt x="216094" y="120528"/>
                </a:cubicBezTo>
                <a:lnTo>
                  <a:pt x="204210" y="120114"/>
                </a:lnTo>
                <a:lnTo>
                  <a:pt x="188969" y="120840"/>
                </a:lnTo>
                <a:cubicBezTo>
                  <a:pt x="188001" y="120901"/>
                  <a:pt x="187275" y="120715"/>
                  <a:pt x="186792" y="120282"/>
                </a:cubicBezTo>
                <a:cubicBezTo>
                  <a:pt x="186429" y="119972"/>
                  <a:pt x="186247" y="119538"/>
                  <a:pt x="186247" y="118980"/>
                </a:cubicBezTo>
                <a:cubicBezTo>
                  <a:pt x="186247" y="118359"/>
                  <a:pt x="186444" y="117909"/>
                  <a:pt x="186837" y="117631"/>
                </a:cubicBezTo>
                <a:cubicBezTo>
                  <a:pt x="187230" y="117351"/>
                  <a:pt x="189407" y="116879"/>
                  <a:pt x="193369" y="116213"/>
                </a:cubicBezTo>
                <a:cubicBezTo>
                  <a:pt x="197330" y="115548"/>
                  <a:pt x="199598" y="114989"/>
                  <a:pt x="200173" y="114535"/>
                </a:cubicBezTo>
                <a:cubicBezTo>
                  <a:pt x="200747" y="114082"/>
                  <a:pt x="201125" y="113068"/>
                  <a:pt x="201307" y="111496"/>
                </a:cubicBezTo>
                <a:cubicBezTo>
                  <a:pt x="201549" y="109319"/>
                  <a:pt x="201670" y="103180"/>
                  <a:pt x="201670" y="93080"/>
                </a:cubicBezTo>
                <a:lnTo>
                  <a:pt x="201579" y="72214"/>
                </a:lnTo>
                <a:lnTo>
                  <a:pt x="201851" y="50622"/>
                </a:lnTo>
                <a:lnTo>
                  <a:pt x="201760" y="29031"/>
                </a:lnTo>
                <a:lnTo>
                  <a:pt x="202033" y="18416"/>
                </a:lnTo>
                <a:cubicBezTo>
                  <a:pt x="202033" y="16300"/>
                  <a:pt x="201700" y="14772"/>
                  <a:pt x="201035" y="13835"/>
                </a:cubicBezTo>
                <a:cubicBezTo>
                  <a:pt x="200369" y="12897"/>
                  <a:pt x="198948" y="11975"/>
                  <a:pt x="196771" y="11068"/>
                </a:cubicBezTo>
                <a:cubicBezTo>
                  <a:pt x="193505" y="9737"/>
                  <a:pt x="191267" y="8770"/>
                  <a:pt x="190058" y="8165"/>
                </a:cubicBezTo>
                <a:close/>
                <a:moveTo>
                  <a:pt x="232605" y="8165"/>
                </a:moveTo>
                <a:lnTo>
                  <a:pt x="232605" y="6169"/>
                </a:lnTo>
                <a:cubicBezTo>
                  <a:pt x="234298" y="5625"/>
                  <a:pt x="236173" y="5050"/>
                  <a:pt x="238230" y="4445"/>
                </a:cubicBezTo>
                <a:cubicBezTo>
                  <a:pt x="241254" y="3478"/>
                  <a:pt x="245729" y="1996"/>
                  <a:pt x="251656" y="0"/>
                </a:cubicBezTo>
                <a:lnTo>
                  <a:pt x="255920" y="0"/>
                </a:lnTo>
                <a:cubicBezTo>
                  <a:pt x="255981" y="2905"/>
                  <a:pt x="256011" y="4569"/>
                  <a:pt x="256011" y="4992"/>
                </a:cubicBezTo>
                <a:cubicBezTo>
                  <a:pt x="256011" y="54687"/>
                  <a:pt x="255860" y="84316"/>
                  <a:pt x="255557" y="93879"/>
                </a:cubicBezTo>
                <a:cubicBezTo>
                  <a:pt x="255376" y="99508"/>
                  <a:pt x="255285" y="102503"/>
                  <a:pt x="255285" y="102866"/>
                </a:cubicBezTo>
                <a:cubicBezTo>
                  <a:pt x="255285" y="109646"/>
                  <a:pt x="255557" y="113429"/>
                  <a:pt x="256102" y="114215"/>
                </a:cubicBezTo>
                <a:cubicBezTo>
                  <a:pt x="256827" y="115303"/>
                  <a:pt x="259050" y="116060"/>
                  <a:pt x="262770" y="116486"/>
                </a:cubicBezTo>
                <a:cubicBezTo>
                  <a:pt x="266489" y="116909"/>
                  <a:pt x="268681" y="117332"/>
                  <a:pt x="269347" y="117756"/>
                </a:cubicBezTo>
                <a:cubicBezTo>
                  <a:pt x="269831" y="117998"/>
                  <a:pt x="270073" y="118421"/>
                  <a:pt x="270073" y="119026"/>
                </a:cubicBezTo>
                <a:cubicBezTo>
                  <a:pt x="270073" y="119691"/>
                  <a:pt x="269936" y="120160"/>
                  <a:pt x="269664" y="120432"/>
                </a:cubicBezTo>
                <a:cubicBezTo>
                  <a:pt x="269392" y="120704"/>
                  <a:pt x="268893" y="120840"/>
                  <a:pt x="268167" y="120840"/>
                </a:cubicBezTo>
                <a:cubicBezTo>
                  <a:pt x="267744" y="120840"/>
                  <a:pt x="264569" y="120736"/>
                  <a:pt x="258642" y="120528"/>
                </a:cubicBezTo>
                <a:lnTo>
                  <a:pt x="246757" y="120114"/>
                </a:lnTo>
                <a:lnTo>
                  <a:pt x="231516" y="120840"/>
                </a:lnTo>
                <a:cubicBezTo>
                  <a:pt x="230548" y="120901"/>
                  <a:pt x="229823" y="120715"/>
                  <a:pt x="229339" y="120282"/>
                </a:cubicBezTo>
                <a:cubicBezTo>
                  <a:pt x="228976" y="119972"/>
                  <a:pt x="228795" y="119538"/>
                  <a:pt x="228795" y="118980"/>
                </a:cubicBezTo>
                <a:cubicBezTo>
                  <a:pt x="228795" y="118359"/>
                  <a:pt x="228991" y="117909"/>
                  <a:pt x="229384" y="117631"/>
                </a:cubicBezTo>
                <a:cubicBezTo>
                  <a:pt x="229777" y="117351"/>
                  <a:pt x="231955" y="116879"/>
                  <a:pt x="235916" y="116213"/>
                </a:cubicBezTo>
                <a:cubicBezTo>
                  <a:pt x="239878" y="115548"/>
                  <a:pt x="242146" y="114989"/>
                  <a:pt x="242720" y="114535"/>
                </a:cubicBezTo>
                <a:cubicBezTo>
                  <a:pt x="243295" y="114082"/>
                  <a:pt x="243673" y="113068"/>
                  <a:pt x="243854" y="111496"/>
                </a:cubicBezTo>
                <a:cubicBezTo>
                  <a:pt x="244096" y="109319"/>
                  <a:pt x="244217" y="103180"/>
                  <a:pt x="244217" y="93080"/>
                </a:cubicBezTo>
                <a:lnTo>
                  <a:pt x="244126" y="72214"/>
                </a:lnTo>
                <a:lnTo>
                  <a:pt x="244399" y="50622"/>
                </a:lnTo>
                <a:lnTo>
                  <a:pt x="244308" y="29031"/>
                </a:lnTo>
                <a:lnTo>
                  <a:pt x="244580" y="18416"/>
                </a:lnTo>
                <a:cubicBezTo>
                  <a:pt x="244580" y="16300"/>
                  <a:pt x="244247" y="14772"/>
                  <a:pt x="243582" y="13835"/>
                </a:cubicBezTo>
                <a:cubicBezTo>
                  <a:pt x="242917" y="12897"/>
                  <a:pt x="241495" y="11975"/>
                  <a:pt x="239318" y="11068"/>
                </a:cubicBezTo>
                <a:cubicBezTo>
                  <a:pt x="236052" y="9737"/>
                  <a:pt x="233814" y="8770"/>
                  <a:pt x="232605" y="8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Text Return">
            <a:extLst xmlns:a="http://schemas.openxmlformats.org/drawingml/2006/main">
              <a:ext uri="{FF2B5EF4-FFF2-40B4-BE49-F238E27FC236}">
                <a16:creationId xmlns:a16="http://schemas.microsoft.com/office/drawing/2014/main" id="{850AEEA4-F1B9-49D5-B556-D9131FBC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984" y="456692"/>
            <a:ext cx="488811" cy="119389"/>
          </a:xfrm>
          <a:custGeom xmlns:a="http://schemas.openxmlformats.org/drawingml/2006/main">
            <a:pathLst>
              <a:path w="488811" h="119389">
                <a:moveTo>
                  <a:pt x="1270" y="114127"/>
                </a:moveTo>
                <a:cubicBezTo>
                  <a:pt x="10100" y="113101"/>
                  <a:pt x="15090" y="112376"/>
                  <a:pt x="16239" y="111952"/>
                </a:cubicBezTo>
                <a:cubicBezTo>
                  <a:pt x="17025" y="111652"/>
                  <a:pt x="17751" y="110747"/>
                  <a:pt x="18416" y="109236"/>
                </a:cubicBezTo>
                <a:lnTo>
                  <a:pt x="18416" y="108239"/>
                </a:lnTo>
                <a:cubicBezTo>
                  <a:pt x="18416" y="106730"/>
                  <a:pt x="18658" y="101266"/>
                  <a:pt x="19142" y="91846"/>
                </a:cubicBezTo>
                <a:cubicBezTo>
                  <a:pt x="19263" y="89189"/>
                  <a:pt x="19324" y="86593"/>
                  <a:pt x="19324" y="84059"/>
                </a:cubicBezTo>
                <a:lnTo>
                  <a:pt x="19051" y="73280"/>
                </a:lnTo>
                <a:lnTo>
                  <a:pt x="19233" y="61052"/>
                </a:lnTo>
                <a:lnTo>
                  <a:pt x="19142" y="38318"/>
                </a:lnTo>
                <a:lnTo>
                  <a:pt x="19233" y="22017"/>
                </a:lnTo>
                <a:cubicBezTo>
                  <a:pt x="19293" y="15133"/>
                  <a:pt x="18764" y="10937"/>
                  <a:pt x="17645" y="9426"/>
                </a:cubicBezTo>
                <a:cubicBezTo>
                  <a:pt x="16526" y="7916"/>
                  <a:pt x="13638" y="6845"/>
                  <a:pt x="8981" y="6212"/>
                </a:cubicBezTo>
                <a:cubicBezTo>
                  <a:pt x="4324" y="5576"/>
                  <a:pt x="1754" y="5109"/>
                  <a:pt x="1270" y="4808"/>
                </a:cubicBezTo>
                <a:cubicBezTo>
                  <a:pt x="786" y="4506"/>
                  <a:pt x="544" y="4015"/>
                  <a:pt x="544" y="3337"/>
                </a:cubicBezTo>
                <a:cubicBezTo>
                  <a:pt x="544" y="2904"/>
                  <a:pt x="635" y="2347"/>
                  <a:pt x="816" y="1667"/>
                </a:cubicBezTo>
                <a:cubicBezTo>
                  <a:pt x="1421" y="1111"/>
                  <a:pt x="2812" y="802"/>
                  <a:pt x="4990" y="740"/>
                </a:cubicBezTo>
                <a:cubicBezTo>
                  <a:pt x="5292" y="740"/>
                  <a:pt x="6124" y="663"/>
                  <a:pt x="7484" y="510"/>
                </a:cubicBezTo>
                <a:cubicBezTo>
                  <a:pt x="8845" y="355"/>
                  <a:pt x="10130" y="278"/>
                  <a:pt x="11340" y="278"/>
                </a:cubicBezTo>
                <a:lnTo>
                  <a:pt x="18779" y="278"/>
                </a:lnTo>
                <a:lnTo>
                  <a:pt x="42639" y="0"/>
                </a:lnTo>
                <a:cubicBezTo>
                  <a:pt x="56126" y="0"/>
                  <a:pt x="65576" y="1000"/>
                  <a:pt x="70989" y="2999"/>
                </a:cubicBezTo>
                <a:cubicBezTo>
                  <a:pt x="76402" y="4997"/>
                  <a:pt x="80711" y="8374"/>
                  <a:pt x="83917" y="13129"/>
                </a:cubicBezTo>
                <a:cubicBezTo>
                  <a:pt x="87122" y="17884"/>
                  <a:pt x="88725" y="23200"/>
                  <a:pt x="88725" y="29076"/>
                </a:cubicBezTo>
                <a:cubicBezTo>
                  <a:pt x="88725" y="40223"/>
                  <a:pt x="82889" y="48734"/>
                  <a:pt x="71216" y="54608"/>
                </a:cubicBezTo>
                <a:cubicBezTo>
                  <a:pt x="69220" y="55638"/>
                  <a:pt x="67648" y="56547"/>
                  <a:pt x="66498" y="57336"/>
                </a:cubicBezTo>
                <a:cubicBezTo>
                  <a:pt x="68555" y="61662"/>
                  <a:pt x="71428" y="66859"/>
                  <a:pt x="75117" y="72928"/>
                </a:cubicBezTo>
                <a:lnTo>
                  <a:pt x="86638" y="92575"/>
                </a:lnTo>
                <a:cubicBezTo>
                  <a:pt x="91235" y="99789"/>
                  <a:pt x="94410" y="104313"/>
                  <a:pt x="96164" y="106146"/>
                </a:cubicBezTo>
                <a:cubicBezTo>
                  <a:pt x="97918" y="107980"/>
                  <a:pt x="100050" y="109497"/>
                  <a:pt x="102560" y="110699"/>
                </a:cubicBezTo>
                <a:cubicBezTo>
                  <a:pt x="105070" y="111901"/>
                  <a:pt x="109288" y="113044"/>
                  <a:pt x="115216" y="114127"/>
                </a:cubicBezTo>
                <a:cubicBezTo>
                  <a:pt x="115276" y="114751"/>
                  <a:pt x="115306" y="115250"/>
                  <a:pt x="115306" y="115627"/>
                </a:cubicBezTo>
                <a:cubicBezTo>
                  <a:pt x="115306" y="116001"/>
                  <a:pt x="115276" y="116469"/>
                  <a:pt x="115216" y="117030"/>
                </a:cubicBezTo>
                <a:cubicBezTo>
                  <a:pt x="106930" y="117151"/>
                  <a:pt x="97223" y="117211"/>
                  <a:pt x="86094" y="117211"/>
                </a:cubicBezTo>
                <a:cubicBezTo>
                  <a:pt x="85308" y="117211"/>
                  <a:pt x="84219" y="117151"/>
                  <a:pt x="82828" y="117030"/>
                </a:cubicBezTo>
                <a:cubicBezTo>
                  <a:pt x="78534" y="108818"/>
                  <a:pt x="73484" y="99790"/>
                  <a:pt x="67678" y="89947"/>
                </a:cubicBezTo>
                <a:lnTo>
                  <a:pt x="54251" y="65492"/>
                </a:lnTo>
                <a:cubicBezTo>
                  <a:pt x="52437" y="62957"/>
                  <a:pt x="50940" y="61374"/>
                  <a:pt x="49760" y="60740"/>
                </a:cubicBezTo>
                <a:cubicBezTo>
                  <a:pt x="48581" y="60107"/>
                  <a:pt x="47024" y="59791"/>
                  <a:pt x="45088" y="59791"/>
                </a:cubicBezTo>
                <a:lnTo>
                  <a:pt x="37377" y="59876"/>
                </a:lnTo>
                <a:lnTo>
                  <a:pt x="34837" y="59791"/>
                </a:lnTo>
                <a:cubicBezTo>
                  <a:pt x="34655" y="61739"/>
                  <a:pt x="34565" y="65727"/>
                  <a:pt x="34565" y="71755"/>
                </a:cubicBezTo>
                <a:lnTo>
                  <a:pt x="34565" y="102988"/>
                </a:lnTo>
                <a:cubicBezTo>
                  <a:pt x="34504" y="104145"/>
                  <a:pt x="34746" y="105758"/>
                  <a:pt x="35290" y="107827"/>
                </a:cubicBezTo>
                <a:cubicBezTo>
                  <a:pt x="35774" y="108984"/>
                  <a:pt x="36606" y="109913"/>
                  <a:pt x="37785" y="110614"/>
                </a:cubicBezTo>
                <a:cubicBezTo>
                  <a:pt x="38965" y="111314"/>
                  <a:pt x="42367" y="112363"/>
                  <a:pt x="47991" y="113764"/>
                </a:cubicBezTo>
                <a:lnTo>
                  <a:pt x="51711" y="114629"/>
                </a:lnTo>
                <a:cubicBezTo>
                  <a:pt x="52195" y="115205"/>
                  <a:pt x="52437" y="115983"/>
                  <a:pt x="52437" y="116962"/>
                </a:cubicBezTo>
                <a:cubicBezTo>
                  <a:pt x="50804" y="117249"/>
                  <a:pt x="49655" y="117393"/>
                  <a:pt x="48989" y="117393"/>
                </a:cubicBezTo>
                <a:cubicBezTo>
                  <a:pt x="43546" y="117393"/>
                  <a:pt x="39706" y="117312"/>
                  <a:pt x="37468" y="117152"/>
                </a:cubicBezTo>
                <a:cubicBezTo>
                  <a:pt x="36319" y="117071"/>
                  <a:pt x="35381" y="117030"/>
                  <a:pt x="34655" y="117030"/>
                </a:cubicBezTo>
                <a:lnTo>
                  <a:pt x="22317" y="117211"/>
                </a:lnTo>
                <a:lnTo>
                  <a:pt x="10251" y="117121"/>
                </a:lnTo>
                <a:cubicBezTo>
                  <a:pt x="9707" y="117121"/>
                  <a:pt x="6955" y="117211"/>
                  <a:pt x="1996" y="117393"/>
                </a:cubicBezTo>
                <a:lnTo>
                  <a:pt x="181" y="117019"/>
                </a:lnTo>
                <a:lnTo>
                  <a:pt x="0" y="116086"/>
                </a:lnTo>
                <a:cubicBezTo>
                  <a:pt x="0" y="115526"/>
                  <a:pt x="423" y="114873"/>
                  <a:pt x="1270" y="114127"/>
                </a:cubicBezTo>
                <a:moveTo>
                  <a:pt x="35018" y="54705"/>
                </a:moveTo>
                <a:cubicBezTo>
                  <a:pt x="36651" y="54765"/>
                  <a:pt x="37861" y="54795"/>
                  <a:pt x="38647" y="54795"/>
                </a:cubicBezTo>
                <a:cubicBezTo>
                  <a:pt x="43002" y="54795"/>
                  <a:pt x="48022" y="54284"/>
                  <a:pt x="53707" y="53262"/>
                </a:cubicBezTo>
                <a:cubicBezTo>
                  <a:pt x="57698" y="52479"/>
                  <a:pt x="60934" y="51202"/>
                  <a:pt x="63414" y="49429"/>
                </a:cubicBezTo>
                <a:cubicBezTo>
                  <a:pt x="65894" y="47654"/>
                  <a:pt x="67965" y="45022"/>
                  <a:pt x="69628" y="41533"/>
                </a:cubicBezTo>
                <a:cubicBezTo>
                  <a:pt x="71291" y="38044"/>
                  <a:pt x="72123" y="34435"/>
                  <a:pt x="72123" y="30706"/>
                </a:cubicBezTo>
                <a:cubicBezTo>
                  <a:pt x="72123" y="26616"/>
                  <a:pt x="70823" y="22285"/>
                  <a:pt x="68222" y="17713"/>
                </a:cubicBezTo>
                <a:cubicBezTo>
                  <a:pt x="66226" y="14224"/>
                  <a:pt x="62854" y="11307"/>
                  <a:pt x="58107" y="8962"/>
                </a:cubicBezTo>
                <a:cubicBezTo>
                  <a:pt x="53359" y="6616"/>
                  <a:pt x="47659" y="5443"/>
                  <a:pt x="41006" y="5443"/>
                </a:cubicBezTo>
                <a:cubicBezTo>
                  <a:pt x="39373" y="5443"/>
                  <a:pt x="37256" y="5533"/>
                  <a:pt x="34655" y="5713"/>
                </a:cubicBezTo>
                <a:cubicBezTo>
                  <a:pt x="34413" y="8841"/>
                  <a:pt x="34292" y="11247"/>
                  <a:pt x="34292" y="12931"/>
                </a:cubicBezTo>
                <a:lnTo>
                  <a:pt x="34746" y="29805"/>
                </a:lnTo>
                <a:lnTo>
                  <a:pt x="34655" y="36750"/>
                </a:lnTo>
                <a:cubicBezTo>
                  <a:pt x="34655" y="41441"/>
                  <a:pt x="34776" y="47426"/>
                  <a:pt x="35018" y="54705"/>
                </a:cubicBezTo>
                <a:close/>
                <a:moveTo>
                  <a:pt x="179539" y="69311"/>
                </a:moveTo>
                <a:lnTo>
                  <a:pt x="143160" y="69640"/>
                </a:lnTo>
                <a:lnTo>
                  <a:pt x="136265" y="69736"/>
                </a:lnTo>
                <a:cubicBezTo>
                  <a:pt x="133483" y="69736"/>
                  <a:pt x="130641" y="69836"/>
                  <a:pt x="127738" y="70037"/>
                </a:cubicBezTo>
                <a:cubicBezTo>
                  <a:pt x="127193" y="71834"/>
                  <a:pt x="126921" y="73062"/>
                  <a:pt x="126921" y="73722"/>
                </a:cubicBezTo>
                <a:lnTo>
                  <a:pt x="127012" y="74621"/>
                </a:lnTo>
                <a:lnTo>
                  <a:pt x="127012" y="75519"/>
                </a:lnTo>
                <a:lnTo>
                  <a:pt x="126921" y="79925"/>
                </a:lnTo>
                <a:cubicBezTo>
                  <a:pt x="126921" y="83582"/>
                  <a:pt x="128085" y="88064"/>
                  <a:pt x="130414" y="93369"/>
                </a:cubicBezTo>
                <a:cubicBezTo>
                  <a:pt x="132742" y="98672"/>
                  <a:pt x="136069" y="102718"/>
                  <a:pt x="140393" y="105506"/>
                </a:cubicBezTo>
                <a:cubicBezTo>
                  <a:pt x="144717" y="108291"/>
                  <a:pt x="150115" y="109774"/>
                  <a:pt x="156587" y="109954"/>
                </a:cubicBezTo>
                <a:cubicBezTo>
                  <a:pt x="160034" y="109772"/>
                  <a:pt x="162786" y="109349"/>
                  <a:pt x="164842" y="108684"/>
                </a:cubicBezTo>
                <a:cubicBezTo>
                  <a:pt x="166899" y="108018"/>
                  <a:pt x="169802" y="106476"/>
                  <a:pt x="173552" y="104057"/>
                </a:cubicBezTo>
                <a:lnTo>
                  <a:pt x="180083" y="98704"/>
                </a:lnTo>
                <a:lnTo>
                  <a:pt x="180628" y="102333"/>
                </a:lnTo>
                <a:cubicBezTo>
                  <a:pt x="180628" y="102757"/>
                  <a:pt x="180598" y="103210"/>
                  <a:pt x="180537" y="103694"/>
                </a:cubicBezTo>
                <a:cubicBezTo>
                  <a:pt x="177815" y="107162"/>
                  <a:pt x="174368" y="110204"/>
                  <a:pt x="170195" y="112820"/>
                </a:cubicBezTo>
                <a:cubicBezTo>
                  <a:pt x="166022" y="115436"/>
                  <a:pt x="161788" y="117351"/>
                  <a:pt x="157494" y="118567"/>
                </a:cubicBezTo>
                <a:cubicBezTo>
                  <a:pt x="155438" y="119115"/>
                  <a:pt x="152051" y="119389"/>
                  <a:pt x="147333" y="119389"/>
                </a:cubicBezTo>
                <a:cubicBezTo>
                  <a:pt x="143039" y="119389"/>
                  <a:pt x="138805" y="118514"/>
                  <a:pt x="134632" y="116763"/>
                </a:cubicBezTo>
                <a:cubicBezTo>
                  <a:pt x="128463" y="114110"/>
                  <a:pt x="123610" y="109841"/>
                  <a:pt x="120072" y="103958"/>
                </a:cubicBezTo>
                <a:cubicBezTo>
                  <a:pt x="116534" y="98074"/>
                  <a:pt x="114764" y="90939"/>
                  <a:pt x="114764" y="82553"/>
                </a:cubicBezTo>
                <a:cubicBezTo>
                  <a:pt x="114764" y="79898"/>
                  <a:pt x="115263" y="76488"/>
                  <a:pt x="116261" y="72324"/>
                </a:cubicBezTo>
                <a:cubicBezTo>
                  <a:pt x="117259" y="68161"/>
                  <a:pt x="119059" y="63726"/>
                  <a:pt x="121659" y="59020"/>
                </a:cubicBezTo>
                <a:cubicBezTo>
                  <a:pt x="123413" y="55822"/>
                  <a:pt x="125560" y="53197"/>
                  <a:pt x="128100" y="51147"/>
                </a:cubicBezTo>
                <a:cubicBezTo>
                  <a:pt x="131729" y="48251"/>
                  <a:pt x="134904" y="46230"/>
                  <a:pt x="137626" y="45083"/>
                </a:cubicBezTo>
                <a:cubicBezTo>
                  <a:pt x="141557" y="43453"/>
                  <a:pt x="146124" y="42639"/>
                  <a:pt x="151325" y="42639"/>
                </a:cubicBezTo>
                <a:cubicBezTo>
                  <a:pt x="156950" y="42639"/>
                  <a:pt x="161546" y="43667"/>
                  <a:pt x="165115" y="45723"/>
                </a:cubicBezTo>
                <a:cubicBezTo>
                  <a:pt x="169953" y="48445"/>
                  <a:pt x="173567" y="51953"/>
                  <a:pt x="175956" y="56247"/>
                </a:cubicBezTo>
                <a:cubicBezTo>
                  <a:pt x="178345" y="60541"/>
                  <a:pt x="179539" y="64472"/>
                  <a:pt x="179539" y="68041"/>
                </a:cubicBezTo>
                <a:lnTo>
                  <a:pt x="179539" y="69311"/>
                </a:lnTo>
                <a:moveTo>
                  <a:pt x="128917" y="66408"/>
                </a:moveTo>
                <a:lnTo>
                  <a:pt x="133181" y="66408"/>
                </a:lnTo>
                <a:cubicBezTo>
                  <a:pt x="136265" y="66408"/>
                  <a:pt x="145458" y="65924"/>
                  <a:pt x="160760" y="64956"/>
                </a:cubicBezTo>
                <a:cubicBezTo>
                  <a:pt x="163179" y="64833"/>
                  <a:pt x="164661" y="64588"/>
                  <a:pt x="165205" y="64219"/>
                </a:cubicBezTo>
                <a:cubicBezTo>
                  <a:pt x="166294" y="63053"/>
                  <a:pt x="166838" y="62009"/>
                  <a:pt x="166838" y="61086"/>
                </a:cubicBezTo>
                <a:cubicBezTo>
                  <a:pt x="166838" y="59183"/>
                  <a:pt x="166233" y="57019"/>
                  <a:pt x="165024" y="54594"/>
                </a:cubicBezTo>
                <a:cubicBezTo>
                  <a:pt x="163814" y="52167"/>
                  <a:pt x="161954" y="50294"/>
                  <a:pt x="159444" y="48975"/>
                </a:cubicBezTo>
                <a:cubicBezTo>
                  <a:pt x="156935" y="47654"/>
                  <a:pt x="154016" y="46993"/>
                  <a:pt x="150690" y="46993"/>
                </a:cubicBezTo>
                <a:cubicBezTo>
                  <a:pt x="143674" y="46993"/>
                  <a:pt x="138049" y="49662"/>
                  <a:pt x="133816" y="55000"/>
                </a:cubicBezTo>
                <a:cubicBezTo>
                  <a:pt x="130550" y="59048"/>
                  <a:pt x="128917" y="62851"/>
                  <a:pt x="128917" y="66408"/>
                </a:cubicBezTo>
                <a:close/>
                <a:moveTo>
                  <a:pt x="211112" y="27398"/>
                </a:moveTo>
                <a:lnTo>
                  <a:pt x="213924" y="27488"/>
                </a:lnTo>
                <a:lnTo>
                  <a:pt x="214287" y="36107"/>
                </a:lnTo>
                <a:lnTo>
                  <a:pt x="214105" y="47266"/>
                </a:lnTo>
                <a:cubicBezTo>
                  <a:pt x="215254" y="47326"/>
                  <a:pt x="215980" y="47356"/>
                  <a:pt x="216283" y="47356"/>
                </a:cubicBezTo>
                <a:cubicBezTo>
                  <a:pt x="217855" y="47356"/>
                  <a:pt x="220849" y="47235"/>
                  <a:pt x="225264" y="46993"/>
                </a:cubicBezTo>
                <a:cubicBezTo>
                  <a:pt x="228107" y="46812"/>
                  <a:pt x="230828" y="46721"/>
                  <a:pt x="233429" y="46721"/>
                </a:cubicBezTo>
                <a:cubicBezTo>
                  <a:pt x="234638" y="46721"/>
                  <a:pt x="236453" y="46751"/>
                  <a:pt x="238872" y="46812"/>
                </a:cubicBezTo>
                <a:cubicBezTo>
                  <a:pt x="238993" y="47993"/>
                  <a:pt x="239054" y="48937"/>
                  <a:pt x="239054" y="49644"/>
                </a:cubicBezTo>
                <a:cubicBezTo>
                  <a:pt x="239054" y="50410"/>
                  <a:pt x="238872" y="51616"/>
                  <a:pt x="238509" y="53264"/>
                </a:cubicBezTo>
                <a:lnTo>
                  <a:pt x="236967" y="53264"/>
                </a:lnTo>
                <a:lnTo>
                  <a:pt x="222905" y="53707"/>
                </a:lnTo>
                <a:lnTo>
                  <a:pt x="215920" y="53888"/>
                </a:lnTo>
                <a:lnTo>
                  <a:pt x="214287" y="54072"/>
                </a:lnTo>
                <a:cubicBezTo>
                  <a:pt x="213803" y="55590"/>
                  <a:pt x="213561" y="57352"/>
                  <a:pt x="213561" y="59357"/>
                </a:cubicBezTo>
                <a:lnTo>
                  <a:pt x="213833" y="73027"/>
                </a:lnTo>
                <a:lnTo>
                  <a:pt x="213652" y="97088"/>
                </a:lnTo>
                <a:cubicBezTo>
                  <a:pt x="213652" y="103409"/>
                  <a:pt x="214468" y="107602"/>
                  <a:pt x="216101" y="109667"/>
                </a:cubicBezTo>
                <a:cubicBezTo>
                  <a:pt x="217674" y="111794"/>
                  <a:pt x="220032" y="112857"/>
                  <a:pt x="223177" y="112857"/>
                </a:cubicBezTo>
                <a:cubicBezTo>
                  <a:pt x="224750" y="112857"/>
                  <a:pt x="227713" y="112363"/>
                  <a:pt x="232068" y="111377"/>
                </a:cubicBezTo>
                <a:cubicBezTo>
                  <a:pt x="233399" y="111067"/>
                  <a:pt x="235183" y="110048"/>
                  <a:pt x="237421" y="108321"/>
                </a:cubicBezTo>
                <a:lnTo>
                  <a:pt x="238237" y="108321"/>
                </a:lnTo>
                <a:cubicBezTo>
                  <a:pt x="238781" y="108321"/>
                  <a:pt x="239220" y="108489"/>
                  <a:pt x="239553" y="108825"/>
                </a:cubicBezTo>
                <a:cubicBezTo>
                  <a:pt x="239885" y="109160"/>
                  <a:pt x="240051" y="109601"/>
                  <a:pt x="240051" y="110149"/>
                </a:cubicBezTo>
                <a:lnTo>
                  <a:pt x="239961" y="110790"/>
                </a:lnTo>
                <a:cubicBezTo>
                  <a:pt x="237360" y="113657"/>
                  <a:pt x="234381" y="115747"/>
                  <a:pt x="231025" y="117058"/>
                </a:cubicBezTo>
                <a:cubicBezTo>
                  <a:pt x="227668" y="118370"/>
                  <a:pt x="223208" y="119026"/>
                  <a:pt x="217643" y="119026"/>
                </a:cubicBezTo>
                <a:cubicBezTo>
                  <a:pt x="213712" y="119026"/>
                  <a:pt x="210461" y="118116"/>
                  <a:pt x="207891" y="116296"/>
                </a:cubicBezTo>
                <a:cubicBezTo>
                  <a:pt x="205320" y="114476"/>
                  <a:pt x="203672" y="112322"/>
                  <a:pt x="202947" y="109835"/>
                </a:cubicBezTo>
                <a:cubicBezTo>
                  <a:pt x="202221" y="107345"/>
                  <a:pt x="201858" y="101915"/>
                  <a:pt x="201858" y="93542"/>
                </a:cubicBezTo>
                <a:lnTo>
                  <a:pt x="202221" y="73064"/>
                </a:lnTo>
                <a:lnTo>
                  <a:pt x="202130" y="63235"/>
                </a:lnTo>
                <a:lnTo>
                  <a:pt x="202130" y="59595"/>
                </a:lnTo>
                <a:cubicBezTo>
                  <a:pt x="202130" y="57896"/>
                  <a:pt x="202070" y="56197"/>
                  <a:pt x="201949" y="54498"/>
                </a:cubicBezTo>
                <a:lnTo>
                  <a:pt x="200406" y="54399"/>
                </a:lnTo>
                <a:lnTo>
                  <a:pt x="192967" y="54696"/>
                </a:lnTo>
                <a:lnTo>
                  <a:pt x="192242" y="54795"/>
                </a:lnTo>
                <a:cubicBezTo>
                  <a:pt x="191576" y="54795"/>
                  <a:pt x="191077" y="54644"/>
                  <a:pt x="190745" y="54342"/>
                </a:cubicBezTo>
                <a:cubicBezTo>
                  <a:pt x="190412" y="54039"/>
                  <a:pt x="190246" y="53677"/>
                  <a:pt x="190246" y="53253"/>
                </a:cubicBezTo>
                <a:cubicBezTo>
                  <a:pt x="190246" y="52527"/>
                  <a:pt x="190473" y="51938"/>
                  <a:pt x="190926" y="51484"/>
                </a:cubicBezTo>
                <a:cubicBezTo>
                  <a:pt x="191380" y="51030"/>
                  <a:pt x="192756" y="50320"/>
                  <a:pt x="195054" y="49352"/>
                </a:cubicBezTo>
                <a:cubicBezTo>
                  <a:pt x="196626" y="48689"/>
                  <a:pt x="198456" y="47439"/>
                  <a:pt x="200543" y="45601"/>
                </a:cubicBezTo>
                <a:cubicBezTo>
                  <a:pt x="202629" y="43764"/>
                  <a:pt x="204398" y="41732"/>
                  <a:pt x="205850" y="39503"/>
                </a:cubicBezTo>
                <a:cubicBezTo>
                  <a:pt x="206575" y="38299"/>
                  <a:pt x="207604" y="36011"/>
                  <a:pt x="208934" y="32637"/>
                </a:cubicBezTo>
                <a:cubicBezTo>
                  <a:pt x="209902" y="30168"/>
                  <a:pt x="210628" y="28422"/>
                  <a:pt x="211112" y="27398"/>
                </a:cubicBezTo>
                <a:close/>
                <a:moveTo>
                  <a:pt x="242412" y="45723"/>
                </a:moveTo>
                <a:lnTo>
                  <a:pt x="249216" y="45723"/>
                </a:lnTo>
                <a:lnTo>
                  <a:pt x="252210" y="45905"/>
                </a:lnTo>
                <a:lnTo>
                  <a:pt x="254569" y="45723"/>
                </a:lnTo>
                <a:cubicBezTo>
                  <a:pt x="260798" y="45723"/>
                  <a:pt x="264669" y="45784"/>
                  <a:pt x="266181" y="45905"/>
                </a:cubicBezTo>
                <a:lnTo>
                  <a:pt x="266272" y="47634"/>
                </a:lnTo>
                <a:cubicBezTo>
                  <a:pt x="266272" y="56186"/>
                  <a:pt x="266151" y="64466"/>
                  <a:pt x="265909" y="72472"/>
                </a:cubicBezTo>
                <a:cubicBezTo>
                  <a:pt x="265727" y="77203"/>
                  <a:pt x="265636" y="79901"/>
                  <a:pt x="265636" y="80569"/>
                </a:cubicBezTo>
                <a:cubicBezTo>
                  <a:pt x="265636" y="91243"/>
                  <a:pt x="265984" y="97915"/>
                  <a:pt x="266680" y="100584"/>
                </a:cubicBezTo>
                <a:cubicBezTo>
                  <a:pt x="267375" y="103253"/>
                  <a:pt x="269008" y="105391"/>
                  <a:pt x="271579" y="107000"/>
                </a:cubicBezTo>
                <a:cubicBezTo>
                  <a:pt x="274149" y="108606"/>
                  <a:pt x="277249" y="109409"/>
                  <a:pt x="280878" y="109409"/>
                </a:cubicBezTo>
                <a:cubicBezTo>
                  <a:pt x="285293" y="109409"/>
                  <a:pt x="289511" y="108484"/>
                  <a:pt x="293533" y="106634"/>
                </a:cubicBezTo>
                <a:cubicBezTo>
                  <a:pt x="297555" y="104784"/>
                  <a:pt x="300987" y="102524"/>
                  <a:pt x="303830" y="99855"/>
                </a:cubicBezTo>
                <a:cubicBezTo>
                  <a:pt x="304132" y="97550"/>
                  <a:pt x="304284" y="95002"/>
                  <a:pt x="304284" y="92212"/>
                </a:cubicBezTo>
                <a:cubicBezTo>
                  <a:pt x="304284" y="83174"/>
                  <a:pt x="304374" y="77078"/>
                  <a:pt x="304556" y="73923"/>
                </a:cubicBezTo>
                <a:cubicBezTo>
                  <a:pt x="304616" y="72043"/>
                  <a:pt x="304646" y="70404"/>
                  <a:pt x="304646" y="69007"/>
                </a:cubicBezTo>
                <a:cubicBezTo>
                  <a:pt x="304646" y="59181"/>
                  <a:pt x="304163" y="53631"/>
                  <a:pt x="303195" y="52357"/>
                </a:cubicBezTo>
                <a:cubicBezTo>
                  <a:pt x="302227" y="51083"/>
                  <a:pt x="298538" y="50113"/>
                  <a:pt x="292127" y="49446"/>
                </a:cubicBezTo>
                <a:cubicBezTo>
                  <a:pt x="290010" y="49202"/>
                  <a:pt x="288468" y="48989"/>
                  <a:pt x="287500" y="48808"/>
                </a:cubicBezTo>
                <a:cubicBezTo>
                  <a:pt x="287016" y="48022"/>
                  <a:pt x="286774" y="47417"/>
                  <a:pt x="286774" y="46993"/>
                </a:cubicBezTo>
                <a:lnTo>
                  <a:pt x="287047" y="45995"/>
                </a:lnTo>
                <a:cubicBezTo>
                  <a:pt x="288619" y="45814"/>
                  <a:pt x="290161" y="45723"/>
                  <a:pt x="291673" y="45723"/>
                </a:cubicBezTo>
                <a:lnTo>
                  <a:pt x="306098" y="45905"/>
                </a:lnTo>
                <a:cubicBezTo>
                  <a:pt x="311239" y="45784"/>
                  <a:pt x="313960" y="45723"/>
                  <a:pt x="314263" y="45723"/>
                </a:cubicBezTo>
                <a:cubicBezTo>
                  <a:pt x="314928" y="45723"/>
                  <a:pt x="315563" y="45754"/>
                  <a:pt x="316168" y="45814"/>
                </a:cubicBezTo>
                <a:lnTo>
                  <a:pt x="316349" y="52445"/>
                </a:lnTo>
                <a:cubicBezTo>
                  <a:pt x="315926" y="61651"/>
                  <a:pt x="315684" y="73039"/>
                  <a:pt x="315624" y="86607"/>
                </a:cubicBezTo>
                <a:lnTo>
                  <a:pt x="315442" y="93964"/>
                </a:lnTo>
                <a:lnTo>
                  <a:pt x="315805" y="106322"/>
                </a:lnTo>
                <a:cubicBezTo>
                  <a:pt x="316349" y="107290"/>
                  <a:pt x="316833" y="107864"/>
                  <a:pt x="317257" y="108046"/>
                </a:cubicBezTo>
                <a:cubicBezTo>
                  <a:pt x="317982" y="108350"/>
                  <a:pt x="319464" y="108502"/>
                  <a:pt x="321702" y="108502"/>
                </a:cubicBezTo>
                <a:lnTo>
                  <a:pt x="322518" y="108502"/>
                </a:lnTo>
                <a:cubicBezTo>
                  <a:pt x="323305" y="108502"/>
                  <a:pt x="325542" y="108684"/>
                  <a:pt x="329232" y="109046"/>
                </a:cubicBezTo>
                <a:cubicBezTo>
                  <a:pt x="329292" y="109833"/>
                  <a:pt x="329323" y="110407"/>
                  <a:pt x="329323" y="110770"/>
                </a:cubicBezTo>
                <a:lnTo>
                  <a:pt x="329323" y="111768"/>
                </a:lnTo>
                <a:cubicBezTo>
                  <a:pt x="321218" y="113522"/>
                  <a:pt x="314656" y="115276"/>
                  <a:pt x="309636" y="117030"/>
                </a:cubicBezTo>
                <a:cubicBezTo>
                  <a:pt x="307640" y="117695"/>
                  <a:pt x="305947" y="118179"/>
                  <a:pt x="304556" y="118481"/>
                </a:cubicBezTo>
                <a:cubicBezTo>
                  <a:pt x="304253" y="116376"/>
                  <a:pt x="304102" y="115083"/>
                  <a:pt x="304102" y="114603"/>
                </a:cubicBezTo>
                <a:lnTo>
                  <a:pt x="304102" y="107294"/>
                </a:lnTo>
                <a:cubicBezTo>
                  <a:pt x="304102" y="106994"/>
                  <a:pt x="304072" y="106182"/>
                  <a:pt x="304011" y="104859"/>
                </a:cubicBezTo>
                <a:cubicBezTo>
                  <a:pt x="303225" y="105403"/>
                  <a:pt x="302318" y="106070"/>
                  <a:pt x="301290" y="106858"/>
                </a:cubicBezTo>
                <a:cubicBezTo>
                  <a:pt x="296512" y="110551"/>
                  <a:pt x="291462" y="113669"/>
                  <a:pt x="286139" y="116211"/>
                </a:cubicBezTo>
                <a:cubicBezTo>
                  <a:pt x="282571" y="117966"/>
                  <a:pt x="279124" y="118844"/>
                  <a:pt x="275797" y="118844"/>
                </a:cubicBezTo>
                <a:cubicBezTo>
                  <a:pt x="269447" y="118844"/>
                  <a:pt x="264276" y="116480"/>
                  <a:pt x="260284" y="111751"/>
                </a:cubicBezTo>
                <a:cubicBezTo>
                  <a:pt x="256232" y="107020"/>
                  <a:pt x="254206" y="98955"/>
                  <a:pt x="254206" y="87554"/>
                </a:cubicBezTo>
                <a:cubicBezTo>
                  <a:pt x="254206" y="86949"/>
                  <a:pt x="254236" y="85858"/>
                  <a:pt x="254296" y="84280"/>
                </a:cubicBezTo>
                <a:cubicBezTo>
                  <a:pt x="254538" y="81371"/>
                  <a:pt x="254659" y="79340"/>
                  <a:pt x="254659" y="78187"/>
                </a:cubicBezTo>
                <a:cubicBezTo>
                  <a:pt x="254659" y="77762"/>
                  <a:pt x="254629" y="76428"/>
                  <a:pt x="254569" y="74184"/>
                </a:cubicBezTo>
                <a:cubicBezTo>
                  <a:pt x="254508" y="73215"/>
                  <a:pt x="254478" y="72366"/>
                  <a:pt x="254478" y="71638"/>
                </a:cubicBezTo>
                <a:cubicBezTo>
                  <a:pt x="254478" y="71092"/>
                  <a:pt x="254508" y="69865"/>
                  <a:pt x="254569" y="67956"/>
                </a:cubicBezTo>
                <a:cubicBezTo>
                  <a:pt x="254629" y="66045"/>
                  <a:pt x="254659" y="64695"/>
                  <a:pt x="254659" y="63907"/>
                </a:cubicBezTo>
                <a:cubicBezTo>
                  <a:pt x="254659" y="62877"/>
                  <a:pt x="254629" y="61967"/>
                  <a:pt x="254569" y="61177"/>
                </a:cubicBezTo>
                <a:lnTo>
                  <a:pt x="254387" y="56358"/>
                </a:lnTo>
                <a:lnTo>
                  <a:pt x="254478" y="53812"/>
                </a:lnTo>
                <a:cubicBezTo>
                  <a:pt x="254478" y="52840"/>
                  <a:pt x="253994" y="51960"/>
                  <a:pt x="253026" y="51172"/>
                </a:cubicBezTo>
                <a:cubicBezTo>
                  <a:pt x="249216" y="50142"/>
                  <a:pt x="246721" y="49552"/>
                  <a:pt x="245542" y="49400"/>
                </a:cubicBezTo>
                <a:cubicBezTo>
                  <a:pt x="244362" y="49247"/>
                  <a:pt x="243319" y="48989"/>
                  <a:pt x="242412" y="48626"/>
                </a:cubicBezTo>
                <a:lnTo>
                  <a:pt x="242412" y="45723"/>
                </a:lnTo>
                <a:close/>
                <a:moveTo>
                  <a:pt x="334178" y="117756"/>
                </a:moveTo>
                <a:lnTo>
                  <a:pt x="333815" y="116576"/>
                </a:lnTo>
                <a:cubicBezTo>
                  <a:pt x="333815" y="116153"/>
                  <a:pt x="334087" y="115518"/>
                  <a:pt x="334631" y="114671"/>
                </a:cubicBezTo>
                <a:lnTo>
                  <a:pt x="339984" y="113574"/>
                </a:lnTo>
                <a:lnTo>
                  <a:pt x="347514" y="112205"/>
                </a:lnTo>
                <a:cubicBezTo>
                  <a:pt x="348118" y="111900"/>
                  <a:pt x="348542" y="111474"/>
                  <a:pt x="348784" y="110926"/>
                </a:cubicBezTo>
                <a:cubicBezTo>
                  <a:pt x="349147" y="110136"/>
                  <a:pt x="349328" y="107792"/>
                  <a:pt x="349328" y="103895"/>
                </a:cubicBezTo>
                <a:cubicBezTo>
                  <a:pt x="349328" y="83198"/>
                  <a:pt x="349207" y="71251"/>
                  <a:pt x="348965" y="68055"/>
                </a:cubicBezTo>
                <a:cubicBezTo>
                  <a:pt x="348723" y="64859"/>
                  <a:pt x="348179" y="62835"/>
                  <a:pt x="347332" y="61982"/>
                </a:cubicBezTo>
                <a:cubicBezTo>
                  <a:pt x="346485" y="61130"/>
                  <a:pt x="344308" y="60461"/>
                  <a:pt x="340800" y="59975"/>
                </a:cubicBezTo>
                <a:cubicBezTo>
                  <a:pt x="338744" y="59671"/>
                  <a:pt x="337111" y="59275"/>
                  <a:pt x="335901" y="58787"/>
                </a:cubicBezTo>
                <a:lnTo>
                  <a:pt x="336264" y="55975"/>
                </a:lnTo>
                <a:cubicBezTo>
                  <a:pt x="342615" y="53361"/>
                  <a:pt x="346879" y="51112"/>
                  <a:pt x="349056" y="49227"/>
                </a:cubicBezTo>
                <a:cubicBezTo>
                  <a:pt x="352080" y="46491"/>
                  <a:pt x="354650" y="42903"/>
                  <a:pt x="356767" y="38466"/>
                </a:cubicBezTo>
                <a:lnTo>
                  <a:pt x="359852" y="38556"/>
                </a:lnTo>
                <a:cubicBezTo>
                  <a:pt x="360215" y="41628"/>
                  <a:pt x="360396" y="48445"/>
                  <a:pt x="360396" y="59008"/>
                </a:cubicBezTo>
                <a:lnTo>
                  <a:pt x="360305" y="60576"/>
                </a:lnTo>
                <a:cubicBezTo>
                  <a:pt x="360305" y="60945"/>
                  <a:pt x="360366" y="61528"/>
                  <a:pt x="360487" y="62325"/>
                </a:cubicBezTo>
                <a:cubicBezTo>
                  <a:pt x="362785" y="58152"/>
                  <a:pt x="365658" y="54312"/>
                  <a:pt x="369105" y="50804"/>
                </a:cubicBezTo>
                <a:lnTo>
                  <a:pt x="371192" y="48717"/>
                </a:lnTo>
                <a:cubicBezTo>
                  <a:pt x="372038" y="47749"/>
                  <a:pt x="372855" y="46993"/>
                  <a:pt x="373641" y="46449"/>
                </a:cubicBezTo>
                <a:cubicBezTo>
                  <a:pt x="377875" y="43909"/>
                  <a:pt x="381020" y="42639"/>
                  <a:pt x="383076" y="42639"/>
                </a:cubicBezTo>
                <a:cubicBezTo>
                  <a:pt x="385737" y="42639"/>
                  <a:pt x="387915" y="43531"/>
                  <a:pt x="389608" y="45315"/>
                </a:cubicBezTo>
                <a:cubicBezTo>
                  <a:pt x="391302" y="47099"/>
                  <a:pt x="392148" y="49292"/>
                  <a:pt x="392148" y="51892"/>
                </a:cubicBezTo>
                <a:cubicBezTo>
                  <a:pt x="392148" y="53949"/>
                  <a:pt x="391543" y="55551"/>
                  <a:pt x="390334" y="56701"/>
                </a:cubicBezTo>
                <a:cubicBezTo>
                  <a:pt x="388701" y="58213"/>
                  <a:pt x="386826" y="58969"/>
                  <a:pt x="384709" y="58969"/>
                </a:cubicBezTo>
                <a:cubicBezTo>
                  <a:pt x="383741" y="58969"/>
                  <a:pt x="381836" y="58454"/>
                  <a:pt x="378994" y="57426"/>
                </a:cubicBezTo>
                <a:cubicBezTo>
                  <a:pt x="376151" y="56398"/>
                  <a:pt x="374276" y="55884"/>
                  <a:pt x="373369" y="55884"/>
                </a:cubicBezTo>
                <a:cubicBezTo>
                  <a:pt x="371676" y="55884"/>
                  <a:pt x="370496" y="56156"/>
                  <a:pt x="369831" y="56701"/>
                </a:cubicBezTo>
                <a:cubicBezTo>
                  <a:pt x="368137" y="58031"/>
                  <a:pt x="366081" y="60753"/>
                  <a:pt x="363662" y="64865"/>
                </a:cubicBezTo>
                <a:cubicBezTo>
                  <a:pt x="361787" y="67950"/>
                  <a:pt x="360850" y="70793"/>
                  <a:pt x="360850" y="73393"/>
                </a:cubicBezTo>
                <a:lnTo>
                  <a:pt x="361303" y="88362"/>
                </a:lnTo>
                <a:lnTo>
                  <a:pt x="361485" y="106325"/>
                </a:lnTo>
                <a:cubicBezTo>
                  <a:pt x="361666" y="108381"/>
                  <a:pt x="361908" y="109712"/>
                  <a:pt x="362210" y="110317"/>
                </a:cubicBezTo>
                <a:cubicBezTo>
                  <a:pt x="362452" y="110740"/>
                  <a:pt x="363057" y="111254"/>
                  <a:pt x="364025" y="111859"/>
                </a:cubicBezTo>
                <a:cubicBezTo>
                  <a:pt x="370557" y="112403"/>
                  <a:pt x="374427" y="112796"/>
                  <a:pt x="375637" y="113038"/>
                </a:cubicBezTo>
                <a:cubicBezTo>
                  <a:pt x="376484" y="113099"/>
                  <a:pt x="377119" y="113159"/>
                  <a:pt x="377542" y="113220"/>
                </a:cubicBezTo>
                <a:cubicBezTo>
                  <a:pt x="380143" y="113280"/>
                  <a:pt x="381957" y="113643"/>
                  <a:pt x="382985" y="114308"/>
                </a:cubicBezTo>
                <a:cubicBezTo>
                  <a:pt x="383530" y="114620"/>
                  <a:pt x="383802" y="115088"/>
                  <a:pt x="383802" y="115712"/>
                </a:cubicBezTo>
                <a:cubicBezTo>
                  <a:pt x="383802" y="116088"/>
                  <a:pt x="383560" y="116588"/>
                  <a:pt x="383076" y="117211"/>
                </a:cubicBezTo>
                <a:lnTo>
                  <a:pt x="373006" y="117030"/>
                </a:lnTo>
                <a:lnTo>
                  <a:pt x="369196" y="116939"/>
                </a:lnTo>
                <a:lnTo>
                  <a:pt x="363662" y="117030"/>
                </a:lnTo>
                <a:lnTo>
                  <a:pt x="354408" y="117030"/>
                </a:lnTo>
                <a:lnTo>
                  <a:pt x="349419" y="117393"/>
                </a:lnTo>
                <a:lnTo>
                  <a:pt x="334178" y="117756"/>
                </a:lnTo>
                <a:close/>
                <a:moveTo>
                  <a:pt x="399360" y="113945"/>
                </a:moveTo>
                <a:cubicBezTo>
                  <a:pt x="400872" y="113524"/>
                  <a:pt x="402626" y="113163"/>
                  <a:pt x="404622" y="112862"/>
                </a:cubicBezTo>
                <a:cubicBezTo>
                  <a:pt x="408432" y="112320"/>
                  <a:pt x="410715" y="111688"/>
                  <a:pt x="411471" y="110966"/>
                </a:cubicBezTo>
                <a:cubicBezTo>
                  <a:pt x="412227" y="110244"/>
                  <a:pt x="412605" y="108589"/>
                  <a:pt x="412605" y="106002"/>
                </a:cubicBezTo>
                <a:lnTo>
                  <a:pt x="412787" y="102753"/>
                </a:lnTo>
                <a:cubicBezTo>
                  <a:pt x="412847" y="101549"/>
                  <a:pt x="412878" y="100014"/>
                  <a:pt x="412878" y="98149"/>
                </a:cubicBezTo>
                <a:lnTo>
                  <a:pt x="412696" y="70436"/>
                </a:lnTo>
                <a:cubicBezTo>
                  <a:pt x="412696" y="66705"/>
                  <a:pt x="412212" y="64298"/>
                  <a:pt x="411245" y="63215"/>
                </a:cubicBezTo>
                <a:cubicBezTo>
                  <a:pt x="409612" y="61530"/>
                  <a:pt x="406588" y="60356"/>
                  <a:pt x="402173" y="59694"/>
                </a:cubicBezTo>
                <a:lnTo>
                  <a:pt x="402173" y="56338"/>
                </a:lnTo>
                <a:cubicBezTo>
                  <a:pt x="406588" y="55120"/>
                  <a:pt x="409975" y="53539"/>
                  <a:pt x="412333" y="51592"/>
                </a:cubicBezTo>
                <a:cubicBezTo>
                  <a:pt x="415781" y="48855"/>
                  <a:pt x="418684" y="45145"/>
                  <a:pt x="421043" y="40462"/>
                </a:cubicBezTo>
                <a:lnTo>
                  <a:pt x="424127" y="40555"/>
                </a:lnTo>
                <a:cubicBezTo>
                  <a:pt x="424308" y="43451"/>
                  <a:pt x="424399" y="45514"/>
                  <a:pt x="424399" y="46747"/>
                </a:cubicBezTo>
                <a:lnTo>
                  <a:pt x="424399" y="52848"/>
                </a:lnTo>
                <a:lnTo>
                  <a:pt x="424490" y="54512"/>
                </a:lnTo>
                <a:cubicBezTo>
                  <a:pt x="425216" y="54022"/>
                  <a:pt x="426062" y="53409"/>
                  <a:pt x="427030" y="52672"/>
                </a:cubicBezTo>
                <a:cubicBezTo>
                  <a:pt x="430659" y="49914"/>
                  <a:pt x="434378" y="47662"/>
                  <a:pt x="438189" y="45916"/>
                </a:cubicBezTo>
                <a:cubicBezTo>
                  <a:pt x="441999" y="44170"/>
                  <a:pt x="445386" y="42959"/>
                  <a:pt x="448349" y="42284"/>
                </a:cubicBezTo>
                <a:cubicBezTo>
                  <a:pt x="450224" y="41795"/>
                  <a:pt x="452341" y="41550"/>
                  <a:pt x="454700" y="41550"/>
                </a:cubicBezTo>
                <a:cubicBezTo>
                  <a:pt x="459659" y="41550"/>
                  <a:pt x="463923" y="42879"/>
                  <a:pt x="467492" y="45536"/>
                </a:cubicBezTo>
                <a:cubicBezTo>
                  <a:pt x="471060" y="48194"/>
                  <a:pt x="473373" y="51320"/>
                  <a:pt x="474432" y="54914"/>
                </a:cubicBezTo>
                <a:cubicBezTo>
                  <a:pt x="475490" y="58509"/>
                  <a:pt x="476019" y="65653"/>
                  <a:pt x="476019" y="76344"/>
                </a:cubicBezTo>
                <a:lnTo>
                  <a:pt x="476019" y="90026"/>
                </a:lnTo>
                <a:cubicBezTo>
                  <a:pt x="476019" y="90387"/>
                  <a:pt x="475974" y="91595"/>
                  <a:pt x="475883" y="93649"/>
                </a:cubicBezTo>
                <a:cubicBezTo>
                  <a:pt x="475793" y="95704"/>
                  <a:pt x="475747" y="98060"/>
                  <a:pt x="475747" y="100717"/>
                </a:cubicBezTo>
                <a:cubicBezTo>
                  <a:pt x="475747" y="104945"/>
                  <a:pt x="475929" y="107633"/>
                  <a:pt x="476292" y="108780"/>
                </a:cubicBezTo>
                <a:cubicBezTo>
                  <a:pt x="476594" y="109566"/>
                  <a:pt x="477380" y="110352"/>
                  <a:pt x="478650" y="111136"/>
                </a:cubicBezTo>
                <a:cubicBezTo>
                  <a:pt x="484456" y="111922"/>
                  <a:pt x="487843" y="112859"/>
                  <a:pt x="488811" y="113945"/>
                </a:cubicBezTo>
                <a:lnTo>
                  <a:pt x="488811" y="114694"/>
                </a:lnTo>
                <a:cubicBezTo>
                  <a:pt x="488811" y="115316"/>
                  <a:pt x="488630" y="116094"/>
                  <a:pt x="488267" y="117030"/>
                </a:cubicBezTo>
                <a:lnTo>
                  <a:pt x="486543" y="117030"/>
                </a:lnTo>
                <a:lnTo>
                  <a:pt x="474568" y="116848"/>
                </a:lnTo>
                <a:lnTo>
                  <a:pt x="462774" y="117121"/>
                </a:lnTo>
                <a:cubicBezTo>
                  <a:pt x="458420" y="117242"/>
                  <a:pt x="454398" y="117211"/>
                  <a:pt x="450708" y="117030"/>
                </a:cubicBezTo>
                <a:lnTo>
                  <a:pt x="450164" y="114972"/>
                </a:lnTo>
                <a:cubicBezTo>
                  <a:pt x="450164" y="114579"/>
                  <a:pt x="450376" y="114055"/>
                  <a:pt x="450799" y="113401"/>
                </a:cubicBezTo>
                <a:cubicBezTo>
                  <a:pt x="452432" y="112679"/>
                  <a:pt x="454730" y="112198"/>
                  <a:pt x="457694" y="111958"/>
                </a:cubicBezTo>
                <a:cubicBezTo>
                  <a:pt x="459448" y="111837"/>
                  <a:pt x="460657" y="111657"/>
                  <a:pt x="461323" y="111417"/>
                </a:cubicBezTo>
                <a:cubicBezTo>
                  <a:pt x="461988" y="111177"/>
                  <a:pt x="462804" y="110696"/>
                  <a:pt x="463772" y="109974"/>
                </a:cubicBezTo>
                <a:cubicBezTo>
                  <a:pt x="464498" y="108530"/>
                  <a:pt x="464861" y="107327"/>
                  <a:pt x="464861" y="106365"/>
                </a:cubicBezTo>
                <a:cubicBezTo>
                  <a:pt x="464861" y="105945"/>
                  <a:pt x="464800" y="105104"/>
                  <a:pt x="464679" y="103841"/>
                </a:cubicBezTo>
                <a:cubicBezTo>
                  <a:pt x="464498" y="101074"/>
                  <a:pt x="464377" y="94189"/>
                  <a:pt x="464316" y="83185"/>
                </a:cubicBezTo>
                <a:lnTo>
                  <a:pt x="464316" y="78493"/>
                </a:lnTo>
                <a:lnTo>
                  <a:pt x="464498" y="71278"/>
                </a:lnTo>
                <a:cubicBezTo>
                  <a:pt x="464498" y="63522"/>
                  <a:pt x="462925" y="58170"/>
                  <a:pt x="459780" y="55223"/>
                </a:cubicBezTo>
                <a:cubicBezTo>
                  <a:pt x="456635" y="52277"/>
                  <a:pt x="452432" y="50804"/>
                  <a:pt x="447170" y="50804"/>
                </a:cubicBezTo>
                <a:cubicBezTo>
                  <a:pt x="443118" y="50804"/>
                  <a:pt x="439156" y="51694"/>
                  <a:pt x="435286" y="53474"/>
                </a:cubicBezTo>
                <a:cubicBezTo>
                  <a:pt x="431415" y="55253"/>
                  <a:pt x="427665" y="57921"/>
                  <a:pt x="424036" y="61480"/>
                </a:cubicBezTo>
                <a:cubicBezTo>
                  <a:pt x="423915" y="64380"/>
                  <a:pt x="423855" y="66857"/>
                  <a:pt x="423855" y="68911"/>
                </a:cubicBezTo>
                <a:lnTo>
                  <a:pt x="424127" y="88935"/>
                </a:lnTo>
                <a:cubicBezTo>
                  <a:pt x="424127" y="99387"/>
                  <a:pt x="424278" y="105790"/>
                  <a:pt x="424581" y="108145"/>
                </a:cubicBezTo>
                <a:cubicBezTo>
                  <a:pt x="424702" y="109113"/>
                  <a:pt x="424913" y="109777"/>
                  <a:pt x="425216" y="110138"/>
                </a:cubicBezTo>
                <a:cubicBezTo>
                  <a:pt x="425700" y="110622"/>
                  <a:pt x="426667" y="111015"/>
                  <a:pt x="428119" y="111317"/>
                </a:cubicBezTo>
                <a:cubicBezTo>
                  <a:pt x="429570" y="111620"/>
                  <a:pt x="431249" y="112043"/>
                  <a:pt x="433154" y="112587"/>
                </a:cubicBezTo>
                <a:cubicBezTo>
                  <a:pt x="435059" y="113130"/>
                  <a:pt x="436314" y="113462"/>
                  <a:pt x="436919" y="113583"/>
                </a:cubicBezTo>
                <a:cubicBezTo>
                  <a:pt x="438128" y="113885"/>
                  <a:pt x="438945" y="114490"/>
                  <a:pt x="439368" y="115397"/>
                </a:cubicBezTo>
                <a:lnTo>
                  <a:pt x="439277" y="117211"/>
                </a:lnTo>
                <a:lnTo>
                  <a:pt x="429752" y="117211"/>
                </a:lnTo>
                <a:lnTo>
                  <a:pt x="410156" y="116848"/>
                </a:lnTo>
                <a:cubicBezTo>
                  <a:pt x="405620" y="116969"/>
                  <a:pt x="402747" y="117030"/>
                  <a:pt x="401538" y="117030"/>
                </a:cubicBezTo>
                <a:lnTo>
                  <a:pt x="399269" y="117030"/>
                </a:lnTo>
                <a:lnTo>
                  <a:pt x="399088" y="115814"/>
                </a:lnTo>
                <a:cubicBezTo>
                  <a:pt x="399088" y="115379"/>
                  <a:pt x="399179" y="114756"/>
                  <a:pt x="399360" y="1139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F660A-2FD8-430E-AA91-6B6EE79B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770" y="302752"/>
            <a:ext cx="381362" cy="10"/>
          </a:xfrm>
          <a:custGeom xmlns:a="http://schemas.openxmlformats.org/drawingml/2006/main">
            <a:pathLst>
              <a:path w="381362" h="1" fill="none">
                <a:moveTo>
                  <a:pt x="0" y="0"/>
                </a:moveTo>
                <a:lnTo>
                  <a:pt x="381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FF0000"/>
            </a:solidFill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0E2DA-34DB-490E-A993-A44B0E23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043" y="248574"/>
            <a:ext cx="108385" cy="108356"/>
          </a:xfrm>
          <a:custGeom xmlns:a="http://schemas.openxmlformats.org/drawingml/2006/main">
            <a:pathLst>
              <a:path w="108385" h="108356">
                <a:moveTo>
                  <a:pt x="108385" y="54178"/>
                </a:moveTo>
                <a:lnTo>
                  <a:pt x="0" y="108356"/>
                </a:lnTo>
                <a:lnTo>
                  <a:pt x="27089" y="54178"/>
                </a:lnTo>
                <a:lnTo>
                  <a:pt x="0" y="0"/>
                </a:lnTo>
                <a:lnTo>
                  <a:pt x="108385" y="54178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617F5-3D47-476E-BD89-FFCF4125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043" y="248574"/>
            <a:ext cx="108385" cy="108356"/>
          </a:xfrm>
          <a:custGeom xmlns:a="http://schemas.openxmlformats.org/drawingml/2006/main">
            <a:pathLst>
              <a:path w="108385" h="108356" fill="none">
                <a:moveTo>
                  <a:pt x="108385" y="54178"/>
                </a:moveTo>
                <a:lnTo>
                  <a:pt x="0" y="108356"/>
                </a:lnTo>
                <a:lnTo>
                  <a:pt x="27089" y="54178"/>
                </a:lnTo>
                <a:lnTo>
                  <a:pt x="0" y="0"/>
                </a:lnTo>
                <a:lnTo>
                  <a:pt x="108385" y="541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FF0000"/>
            </a:solidFill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C0A17-A952-49B8-A54C-F790B425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770" y="519522"/>
            <a:ext cx="381362" cy="10"/>
          </a:xfrm>
          <a:custGeom xmlns:a="http://schemas.openxmlformats.org/drawingml/2006/main">
            <a:pathLst>
              <a:path w="381362" h="1" fill="none">
                <a:moveTo>
                  <a:pt x="0" y="0"/>
                </a:moveTo>
                <a:lnTo>
                  <a:pt x="381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7F00FF"/>
            </a:solidFill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BDA85-8B6B-4CDD-8769-2CC24085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043" y="465315"/>
            <a:ext cx="108385" cy="108385"/>
          </a:xfrm>
          <a:custGeom xmlns:a="http://schemas.openxmlformats.org/drawingml/2006/main">
            <a:pathLst>
              <a:path w="108385" h="108385">
                <a:moveTo>
                  <a:pt x="108385" y="54207"/>
                </a:moveTo>
                <a:lnTo>
                  <a:pt x="0" y="108385"/>
                </a:lnTo>
                <a:lnTo>
                  <a:pt x="27089" y="54207"/>
                </a:lnTo>
                <a:lnTo>
                  <a:pt x="0" y="0"/>
                </a:lnTo>
                <a:lnTo>
                  <a:pt x="108385" y="54207"/>
                </a:lnTo>
              </a:path>
            </a:pathLst>
          </a:custGeom>
          <a:solidFill xmlns:a="http://schemas.openxmlformats.org/drawingml/2006/main">
            <a:srgbClr val="7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E7EBE-C414-44E4-AE12-ACAB98E6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043" y="465315"/>
            <a:ext cx="108385" cy="108385"/>
          </a:xfrm>
          <a:custGeom xmlns:a="http://schemas.openxmlformats.org/drawingml/2006/main">
            <a:pathLst>
              <a:path w="108385" h="108385" fill="none">
                <a:moveTo>
                  <a:pt x="108385" y="54207"/>
                </a:moveTo>
                <a:lnTo>
                  <a:pt x="0" y="108385"/>
                </a:lnTo>
                <a:lnTo>
                  <a:pt x="27089" y="54207"/>
                </a:lnTo>
                <a:lnTo>
                  <a:pt x="0" y="0"/>
                </a:lnTo>
                <a:lnTo>
                  <a:pt x="108385" y="542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7F00FF"/>
            </a:solidFill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EADFE-B21A-4132-882B-DCA301C7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76" y="1820399"/>
            <a:ext cx="1052874" cy="12373"/>
          </a:xfrm>
          <a:custGeom xmlns:a="http://schemas.openxmlformats.org/drawingml/2006/main">
            <a:pathLst>
              <a:path w="1052874" h="12373">
                <a:moveTo>
                  <a:pt x="0" y="0"/>
                </a:moveTo>
                <a:lnTo>
                  <a:pt x="9344" y="0"/>
                </a:lnTo>
                <a:lnTo>
                  <a:pt x="9344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5920" y="0"/>
                </a:moveTo>
                <a:lnTo>
                  <a:pt x="60750" y="0"/>
                </a:lnTo>
                <a:lnTo>
                  <a:pt x="60750" y="12373"/>
                </a:lnTo>
                <a:lnTo>
                  <a:pt x="45920" y="12373"/>
                </a:lnTo>
                <a:lnTo>
                  <a:pt x="45920" y="0"/>
                </a:lnTo>
                <a:close/>
                <a:moveTo>
                  <a:pt x="95155" y="0"/>
                </a:moveTo>
                <a:lnTo>
                  <a:pt x="107442" y="0"/>
                </a:lnTo>
                <a:lnTo>
                  <a:pt x="107442" y="12373"/>
                </a:lnTo>
                <a:lnTo>
                  <a:pt x="95155" y="12373"/>
                </a:lnTo>
                <a:lnTo>
                  <a:pt x="95155" y="0"/>
                </a:lnTo>
                <a:close/>
                <a:moveTo>
                  <a:pt x="148561" y="0"/>
                </a:moveTo>
                <a:lnTo>
                  <a:pt x="159391" y="0"/>
                </a:lnTo>
                <a:lnTo>
                  <a:pt x="159391" y="12373"/>
                </a:lnTo>
                <a:lnTo>
                  <a:pt x="148561" y="12373"/>
                </a:lnTo>
                <a:lnTo>
                  <a:pt x="148561" y="0"/>
                </a:lnTo>
                <a:close/>
                <a:moveTo>
                  <a:pt x="194139" y="0"/>
                </a:moveTo>
                <a:lnTo>
                  <a:pt x="206512" y="0"/>
                </a:lnTo>
                <a:lnTo>
                  <a:pt x="206512" y="12373"/>
                </a:lnTo>
                <a:lnTo>
                  <a:pt x="194139" y="12373"/>
                </a:lnTo>
                <a:lnTo>
                  <a:pt x="194139" y="0"/>
                </a:lnTo>
                <a:close/>
                <a:moveTo>
                  <a:pt x="245831" y="0"/>
                </a:moveTo>
                <a:lnTo>
                  <a:pt x="259690" y="0"/>
                </a:lnTo>
                <a:lnTo>
                  <a:pt x="259690" y="12373"/>
                </a:lnTo>
                <a:lnTo>
                  <a:pt x="245831" y="12373"/>
                </a:lnTo>
                <a:lnTo>
                  <a:pt x="245831" y="0"/>
                </a:lnTo>
                <a:close/>
                <a:moveTo>
                  <a:pt x="294380" y="0"/>
                </a:moveTo>
                <a:lnTo>
                  <a:pt x="306124" y="0"/>
                </a:lnTo>
                <a:lnTo>
                  <a:pt x="306124" y="12373"/>
                </a:lnTo>
                <a:lnTo>
                  <a:pt x="294380" y="12373"/>
                </a:lnTo>
                <a:lnTo>
                  <a:pt x="294380" y="0"/>
                </a:lnTo>
                <a:close/>
                <a:moveTo>
                  <a:pt x="342786" y="0"/>
                </a:moveTo>
                <a:lnTo>
                  <a:pt x="355473" y="0"/>
                </a:lnTo>
                <a:lnTo>
                  <a:pt x="355473" y="12373"/>
                </a:lnTo>
                <a:lnTo>
                  <a:pt x="342786" y="12373"/>
                </a:lnTo>
                <a:lnTo>
                  <a:pt x="342786" y="0"/>
                </a:lnTo>
                <a:close/>
                <a:moveTo>
                  <a:pt x="394878" y="0"/>
                </a:moveTo>
                <a:lnTo>
                  <a:pt x="408480" y="0"/>
                </a:lnTo>
                <a:lnTo>
                  <a:pt x="408480" y="12373"/>
                </a:lnTo>
                <a:lnTo>
                  <a:pt x="394878" y="12373"/>
                </a:lnTo>
                <a:lnTo>
                  <a:pt x="394878" y="0"/>
                </a:lnTo>
                <a:close/>
                <a:moveTo>
                  <a:pt x="443370" y="0"/>
                </a:moveTo>
                <a:lnTo>
                  <a:pt x="455143" y="0"/>
                </a:lnTo>
                <a:lnTo>
                  <a:pt x="455143" y="12373"/>
                </a:lnTo>
                <a:lnTo>
                  <a:pt x="443370" y="12373"/>
                </a:lnTo>
                <a:lnTo>
                  <a:pt x="443370" y="0"/>
                </a:lnTo>
                <a:close/>
                <a:moveTo>
                  <a:pt x="491376" y="0"/>
                </a:moveTo>
                <a:lnTo>
                  <a:pt x="503777" y="0"/>
                </a:lnTo>
                <a:lnTo>
                  <a:pt x="503777" y="12373"/>
                </a:lnTo>
                <a:lnTo>
                  <a:pt x="491376" y="12373"/>
                </a:lnTo>
                <a:lnTo>
                  <a:pt x="491376" y="0"/>
                </a:lnTo>
                <a:close/>
                <a:moveTo>
                  <a:pt x="541839" y="0"/>
                </a:moveTo>
                <a:lnTo>
                  <a:pt x="554841" y="0"/>
                </a:lnTo>
                <a:lnTo>
                  <a:pt x="554841" y="12373"/>
                </a:lnTo>
                <a:lnTo>
                  <a:pt x="541839" y="12373"/>
                </a:lnTo>
                <a:lnTo>
                  <a:pt x="541839" y="0"/>
                </a:lnTo>
                <a:close/>
                <a:moveTo>
                  <a:pt x="594389" y="0"/>
                </a:moveTo>
                <a:lnTo>
                  <a:pt x="605904" y="0"/>
                </a:lnTo>
                <a:lnTo>
                  <a:pt x="605904" y="12373"/>
                </a:lnTo>
                <a:lnTo>
                  <a:pt x="594389" y="12373"/>
                </a:lnTo>
                <a:lnTo>
                  <a:pt x="594389" y="0"/>
                </a:lnTo>
                <a:close/>
                <a:moveTo>
                  <a:pt x="641080" y="0"/>
                </a:moveTo>
                <a:lnTo>
                  <a:pt x="653024" y="0"/>
                </a:lnTo>
                <a:lnTo>
                  <a:pt x="653024" y="12373"/>
                </a:lnTo>
                <a:lnTo>
                  <a:pt x="641080" y="12373"/>
                </a:lnTo>
                <a:lnTo>
                  <a:pt x="641080" y="0"/>
                </a:lnTo>
                <a:close/>
                <a:moveTo>
                  <a:pt x="689543" y="0"/>
                </a:moveTo>
                <a:lnTo>
                  <a:pt x="701945" y="0"/>
                </a:lnTo>
                <a:lnTo>
                  <a:pt x="701945" y="12373"/>
                </a:lnTo>
                <a:lnTo>
                  <a:pt x="689543" y="12373"/>
                </a:lnTo>
                <a:lnTo>
                  <a:pt x="689543" y="0"/>
                </a:lnTo>
                <a:close/>
                <a:moveTo>
                  <a:pt x="739778" y="0"/>
                </a:moveTo>
                <a:lnTo>
                  <a:pt x="752608" y="0"/>
                </a:lnTo>
                <a:lnTo>
                  <a:pt x="752608" y="12373"/>
                </a:lnTo>
                <a:lnTo>
                  <a:pt x="739778" y="12373"/>
                </a:lnTo>
                <a:lnTo>
                  <a:pt x="739778" y="0"/>
                </a:lnTo>
                <a:close/>
                <a:moveTo>
                  <a:pt x="791785" y="0"/>
                </a:moveTo>
                <a:lnTo>
                  <a:pt x="805043" y="0"/>
                </a:lnTo>
                <a:lnTo>
                  <a:pt x="805043" y="12373"/>
                </a:lnTo>
                <a:lnTo>
                  <a:pt x="791785" y="12373"/>
                </a:lnTo>
                <a:lnTo>
                  <a:pt x="791785" y="0"/>
                </a:lnTo>
                <a:close/>
                <a:moveTo>
                  <a:pt x="840248" y="0"/>
                </a:moveTo>
                <a:lnTo>
                  <a:pt x="852078" y="0"/>
                </a:lnTo>
                <a:lnTo>
                  <a:pt x="852078" y="12373"/>
                </a:lnTo>
                <a:lnTo>
                  <a:pt x="840248" y="12373"/>
                </a:lnTo>
                <a:lnTo>
                  <a:pt x="840248" y="0"/>
                </a:lnTo>
                <a:close/>
                <a:moveTo>
                  <a:pt x="888111" y="0"/>
                </a:moveTo>
                <a:lnTo>
                  <a:pt x="900284" y="0"/>
                </a:lnTo>
                <a:lnTo>
                  <a:pt x="900284" y="12373"/>
                </a:lnTo>
                <a:lnTo>
                  <a:pt x="888111" y="12373"/>
                </a:lnTo>
                <a:lnTo>
                  <a:pt x="888111" y="0"/>
                </a:lnTo>
                <a:close/>
                <a:moveTo>
                  <a:pt x="937317" y="0"/>
                </a:moveTo>
                <a:lnTo>
                  <a:pt x="949804" y="0"/>
                </a:lnTo>
                <a:lnTo>
                  <a:pt x="949804" y="12373"/>
                </a:lnTo>
                <a:lnTo>
                  <a:pt x="937317" y="12373"/>
                </a:lnTo>
                <a:lnTo>
                  <a:pt x="937317" y="0"/>
                </a:lnTo>
                <a:close/>
                <a:moveTo>
                  <a:pt x="987838" y="0"/>
                </a:moveTo>
                <a:lnTo>
                  <a:pt x="1000668" y="0"/>
                </a:lnTo>
                <a:lnTo>
                  <a:pt x="1000668" y="12373"/>
                </a:lnTo>
                <a:lnTo>
                  <a:pt x="987838" y="12373"/>
                </a:lnTo>
                <a:lnTo>
                  <a:pt x="987838" y="0"/>
                </a:lnTo>
                <a:close/>
                <a:moveTo>
                  <a:pt x="1039701" y="0"/>
                </a:moveTo>
                <a:lnTo>
                  <a:pt x="1052874" y="0"/>
                </a:lnTo>
                <a:lnTo>
                  <a:pt x="1052874" y="12373"/>
                </a:lnTo>
                <a:lnTo>
                  <a:pt x="1039701" y="12373"/>
                </a:lnTo>
                <a:lnTo>
                  <a:pt x="1039701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8B434-2EED-4F98-A0F0-5C937D6F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231" y="1719443"/>
            <a:ext cx="42034" cy="187995"/>
          </a:xfrm>
          <a:custGeom xmlns:a="http://schemas.openxmlformats.org/drawingml/2006/main">
            <a:pathLst>
              <a:path w="42034" h="187995">
                <a:moveTo>
                  <a:pt x="42034" y="184595"/>
                </a:moveTo>
                <a:cubicBezTo>
                  <a:pt x="41920" y="185480"/>
                  <a:pt x="41548" y="186223"/>
                  <a:pt x="40919" y="186852"/>
                </a:cubicBezTo>
                <a:cubicBezTo>
                  <a:pt x="40291" y="187481"/>
                  <a:pt x="39405" y="187852"/>
                  <a:pt x="38290" y="187995"/>
                </a:cubicBezTo>
                <a:cubicBezTo>
                  <a:pt x="37033" y="187995"/>
                  <a:pt x="35976" y="187366"/>
                  <a:pt x="35090" y="186109"/>
                </a:cubicBezTo>
                <a:cubicBezTo>
                  <a:pt x="34719" y="185223"/>
                  <a:pt x="28832" y="169821"/>
                  <a:pt x="17431" y="139875"/>
                </a:cubicBezTo>
                <a:cubicBezTo>
                  <a:pt x="6001" y="109928"/>
                  <a:pt x="257" y="94612"/>
                  <a:pt x="114" y="93983"/>
                </a:cubicBezTo>
                <a:cubicBezTo>
                  <a:pt x="0" y="93383"/>
                  <a:pt x="5715" y="78067"/>
                  <a:pt x="17231" y="48120"/>
                </a:cubicBezTo>
                <a:cubicBezTo>
                  <a:pt x="28775" y="18174"/>
                  <a:pt x="34719" y="2772"/>
                  <a:pt x="35090" y="1886"/>
                </a:cubicBezTo>
                <a:cubicBezTo>
                  <a:pt x="35462" y="1257"/>
                  <a:pt x="36090" y="714"/>
                  <a:pt x="36976" y="200"/>
                </a:cubicBezTo>
                <a:lnTo>
                  <a:pt x="37548" y="0"/>
                </a:lnTo>
                <a:cubicBezTo>
                  <a:pt x="37890" y="0"/>
                  <a:pt x="38148" y="0"/>
                  <a:pt x="38290" y="0"/>
                </a:cubicBezTo>
                <a:cubicBezTo>
                  <a:pt x="40548" y="0"/>
                  <a:pt x="41777" y="1143"/>
                  <a:pt x="42034" y="3400"/>
                </a:cubicBezTo>
                <a:cubicBezTo>
                  <a:pt x="42034" y="4029"/>
                  <a:pt x="36405" y="19231"/>
                  <a:pt x="25117" y="49063"/>
                </a:cubicBezTo>
                <a:cubicBezTo>
                  <a:pt x="13716" y="78781"/>
                  <a:pt x="8030" y="93755"/>
                  <a:pt x="8030" y="93983"/>
                </a:cubicBezTo>
                <a:cubicBezTo>
                  <a:pt x="8030" y="94240"/>
                  <a:pt x="13716" y="109214"/>
                  <a:pt x="25117" y="138932"/>
                </a:cubicBezTo>
                <a:cubicBezTo>
                  <a:pt x="36405" y="168764"/>
                  <a:pt x="42034" y="183966"/>
                  <a:pt x="42034" y="184595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72EC5-FA6C-4D9F-AA54-C9632FEE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231" y="1719443"/>
            <a:ext cx="42034" cy="187995"/>
          </a:xfrm>
          <a:custGeom xmlns:a="http://schemas.openxmlformats.org/drawingml/2006/main">
            <a:pathLst>
              <a:path w="42034" h="187995" fill="none">
                <a:moveTo>
                  <a:pt x="42034" y="184595"/>
                </a:moveTo>
                <a:cubicBezTo>
                  <a:pt x="41920" y="185480"/>
                  <a:pt x="41548" y="186223"/>
                  <a:pt x="40919" y="186852"/>
                </a:cubicBezTo>
                <a:cubicBezTo>
                  <a:pt x="40291" y="187481"/>
                  <a:pt x="39405" y="187852"/>
                  <a:pt x="38290" y="187995"/>
                </a:cubicBezTo>
                <a:cubicBezTo>
                  <a:pt x="37033" y="187995"/>
                  <a:pt x="35976" y="187366"/>
                  <a:pt x="35090" y="186109"/>
                </a:cubicBezTo>
                <a:cubicBezTo>
                  <a:pt x="34719" y="185223"/>
                  <a:pt x="28832" y="169821"/>
                  <a:pt x="17431" y="139875"/>
                </a:cubicBezTo>
                <a:cubicBezTo>
                  <a:pt x="6001" y="109928"/>
                  <a:pt x="257" y="94612"/>
                  <a:pt x="114" y="93983"/>
                </a:cubicBezTo>
                <a:cubicBezTo>
                  <a:pt x="0" y="93383"/>
                  <a:pt x="5715" y="78067"/>
                  <a:pt x="17231" y="48120"/>
                </a:cubicBezTo>
                <a:cubicBezTo>
                  <a:pt x="28775" y="18174"/>
                  <a:pt x="34719" y="2772"/>
                  <a:pt x="35090" y="1886"/>
                </a:cubicBezTo>
                <a:cubicBezTo>
                  <a:pt x="35462" y="1257"/>
                  <a:pt x="36090" y="714"/>
                  <a:pt x="36976" y="200"/>
                </a:cubicBezTo>
                <a:lnTo>
                  <a:pt x="37548" y="0"/>
                </a:lnTo>
                <a:cubicBezTo>
                  <a:pt x="37890" y="0"/>
                  <a:pt x="38148" y="0"/>
                  <a:pt x="38290" y="0"/>
                </a:cubicBezTo>
                <a:cubicBezTo>
                  <a:pt x="40548" y="0"/>
                  <a:pt x="41777" y="1143"/>
                  <a:pt x="42034" y="3400"/>
                </a:cubicBezTo>
                <a:cubicBezTo>
                  <a:pt x="42034" y="4029"/>
                  <a:pt x="36405" y="19231"/>
                  <a:pt x="25117" y="49063"/>
                </a:cubicBezTo>
                <a:cubicBezTo>
                  <a:pt x="13716" y="78781"/>
                  <a:pt x="8030" y="93755"/>
                  <a:pt x="8030" y="93983"/>
                </a:cubicBezTo>
                <a:cubicBezTo>
                  <a:pt x="8030" y="94240"/>
                  <a:pt x="13716" y="109214"/>
                  <a:pt x="25117" y="138932"/>
                </a:cubicBezTo>
                <a:cubicBezTo>
                  <a:pt x="36405" y="168764"/>
                  <a:pt x="42034" y="183966"/>
                  <a:pt x="42034" y="1845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4D61D-FFE7-49AB-8A6F-E5A22186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753" y="1733188"/>
            <a:ext cx="128387" cy="127244"/>
          </a:xfrm>
          <a:custGeom xmlns:a="http://schemas.openxmlformats.org/drawingml/2006/main">
            <a:pathLst>
              <a:path w="128387" h="127244">
                <a:moveTo>
                  <a:pt x="3572" y="45091"/>
                </a:moveTo>
                <a:cubicBezTo>
                  <a:pt x="1172" y="45091"/>
                  <a:pt x="0" y="44606"/>
                  <a:pt x="0" y="43605"/>
                </a:cubicBezTo>
                <a:cubicBezTo>
                  <a:pt x="0" y="42977"/>
                  <a:pt x="1000" y="39462"/>
                  <a:pt x="3000" y="33061"/>
                </a:cubicBezTo>
                <a:cubicBezTo>
                  <a:pt x="5001" y="26689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01" y="57"/>
                  <a:pt x="127073" y="171"/>
                </a:cubicBezTo>
                <a:cubicBezTo>
                  <a:pt x="127816" y="314"/>
                  <a:pt x="128245" y="857"/>
                  <a:pt x="128387" y="1886"/>
                </a:cubicBezTo>
                <a:cubicBezTo>
                  <a:pt x="128387" y="2629"/>
                  <a:pt x="127330" y="9773"/>
                  <a:pt x="125187" y="23317"/>
                </a:cubicBezTo>
                <a:cubicBezTo>
                  <a:pt x="123044" y="36833"/>
                  <a:pt x="121844" y="43663"/>
                  <a:pt x="121615" y="43777"/>
                </a:cubicBezTo>
                <a:cubicBezTo>
                  <a:pt x="121615" y="44663"/>
                  <a:pt x="120415" y="45091"/>
                  <a:pt x="118043" y="45091"/>
                </a:cubicBezTo>
                <a:cubicBezTo>
                  <a:pt x="116900" y="45091"/>
                  <a:pt x="116157" y="45091"/>
                  <a:pt x="115786" y="45091"/>
                </a:cubicBezTo>
                <a:cubicBezTo>
                  <a:pt x="115414" y="45091"/>
                  <a:pt x="115014" y="44777"/>
                  <a:pt x="114671" y="44177"/>
                </a:cubicBezTo>
                <a:lnTo>
                  <a:pt x="114271" y="43605"/>
                </a:lnTo>
                <a:cubicBezTo>
                  <a:pt x="114271" y="42862"/>
                  <a:pt x="114671" y="40034"/>
                  <a:pt x="115414" y="35147"/>
                </a:cubicBezTo>
                <a:cubicBezTo>
                  <a:pt x="116157" y="30261"/>
                  <a:pt x="116529" y="26432"/>
                  <a:pt x="116529" y="23660"/>
                </a:cubicBezTo>
                <a:cubicBezTo>
                  <a:pt x="116529" y="19288"/>
                  <a:pt x="115729" y="15973"/>
                  <a:pt x="114100" y="13716"/>
                </a:cubicBezTo>
                <a:cubicBezTo>
                  <a:pt x="112471" y="11459"/>
                  <a:pt x="109014" y="9887"/>
                  <a:pt x="103756" y="9030"/>
                </a:cubicBezTo>
                <a:cubicBezTo>
                  <a:pt x="103127" y="8887"/>
                  <a:pt x="99498" y="8773"/>
                  <a:pt x="92840" y="8630"/>
                </a:cubicBezTo>
                <a:cubicBezTo>
                  <a:pt x="87097" y="8630"/>
                  <a:pt x="83439" y="8715"/>
                  <a:pt x="81953" y="8830"/>
                </a:cubicBezTo>
                <a:cubicBezTo>
                  <a:pt x="80439" y="8944"/>
                  <a:pt x="79324" y="9458"/>
                  <a:pt x="78553" y="10344"/>
                </a:cubicBezTo>
                <a:cubicBezTo>
                  <a:pt x="78438" y="10458"/>
                  <a:pt x="73981" y="27946"/>
                  <a:pt x="65208" y="62779"/>
                </a:cubicBezTo>
                <a:cubicBezTo>
                  <a:pt x="56436" y="97612"/>
                  <a:pt x="52064" y="115357"/>
                  <a:pt x="52064" y="115957"/>
                </a:cubicBezTo>
                <a:cubicBezTo>
                  <a:pt x="52064" y="117472"/>
                  <a:pt x="57579" y="118358"/>
                  <a:pt x="68609" y="118586"/>
                </a:cubicBezTo>
                <a:cubicBezTo>
                  <a:pt x="72609" y="118586"/>
                  <a:pt x="75181" y="118672"/>
                  <a:pt x="76295" y="118786"/>
                </a:cubicBezTo>
                <a:cubicBezTo>
                  <a:pt x="77438" y="118901"/>
                  <a:pt x="78010" y="119472"/>
                  <a:pt x="78010" y="120472"/>
                </a:cubicBezTo>
                <a:cubicBezTo>
                  <a:pt x="78010" y="121101"/>
                  <a:pt x="77810" y="121987"/>
                  <a:pt x="77438" y="123101"/>
                </a:cubicBezTo>
                <a:cubicBezTo>
                  <a:pt x="76952" y="125359"/>
                  <a:pt x="76381" y="126673"/>
                  <a:pt x="75752" y="127044"/>
                </a:cubicBezTo>
                <a:lnTo>
                  <a:pt x="75381" y="127244"/>
                </a:lnTo>
                <a:cubicBezTo>
                  <a:pt x="75009" y="127244"/>
                  <a:pt x="74552" y="127244"/>
                  <a:pt x="74038" y="127244"/>
                </a:cubicBezTo>
                <a:cubicBezTo>
                  <a:pt x="73438" y="127244"/>
                  <a:pt x="70180" y="127187"/>
                  <a:pt x="64294" y="127044"/>
                </a:cubicBezTo>
                <a:cubicBezTo>
                  <a:pt x="58379" y="126930"/>
                  <a:pt x="49921" y="126873"/>
                  <a:pt x="38891" y="126873"/>
                </a:cubicBezTo>
                <a:cubicBezTo>
                  <a:pt x="22746" y="126873"/>
                  <a:pt x="12459" y="126987"/>
                  <a:pt x="8087" y="127244"/>
                </a:cubicBezTo>
                <a:lnTo>
                  <a:pt x="5258" y="127244"/>
                </a:lnTo>
                <a:cubicBezTo>
                  <a:pt x="4515" y="126502"/>
                  <a:pt x="4143" y="125930"/>
                  <a:pt x="4143" y="125559"/>
                </a:cubicBezTo>
                <a:cubicBezTo>
                  <a:pt x="4143" y="125187"/>
                  <a:pt x="4258" y="124044"/>
                  <a:pt x="4515" y="122158"/>
                </a:cubicBezTo>
                <a:cubicBezTo>
                  <a:pt x="5001" y="120529"/>
                  <a:pt x="5629" y="119358"/>
                  <a:pt x="6372" y="118586"/>
                </a:cubicBezTo>
                <a:lnTo>
                  <a:pt x="11630" y="118586"/>
                </a:lnTo>
                <a:lnTo>
                  <a:pt x="13716" y="118586"/>
                </a:lnTo>
                <a:cubicBezTo>
                  <a:pt x="23746" y="118586"/>
                  <a:pt x="29689" y="118043"/>
                  <a:pt x="31575" y="116900"/>
                </a:cubicBezTo>
                <a:cubicBezTo>
                  <a:pt x="31690" y="116786"/>
                  <a:pt x="31833" y="116729"/>
                  <a:pt x="31947" y="116729"/>
                </a:cubicBezTo>
                <a:cubicBezTo>
                  <a:pt x="32575" y="116329"/>
                  <a:pt x="33204" y="115100"/>
                  <a:pt x="33833" y="112957"/>
                </a:cubicBezTo>
                <a:cubicBezTo>
                  <a:pt x="34461" y="110814"/>
                  <a:pt x="36947" y="100984"/>
                  <a:pt x="41348" y="83439"/>
                </a:cubicBezTo>
                <a:cubicBezTo>
                  <a:pt x="43491" y="74924"/>
                  <a:pt x="45234" y="67980"/>
                  <a:pt x="46606" y="62579"/>
                </a:cubicBezTo>
                <a:cubicBezTo>
                  <a:pt x="55378" y="28118"/>
                  <a:pt x="59750" y="10516"/>
                  <a:pt x="59750" y="9773"/>
                </a:cubicBezTo>
                <a:cubicBezTo>
                  <a:pt x="59750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01"/>
                  <a:pt x="31947" y="9944"/>
                </a:cubicBezTo>
                <a:cubicBezTo>
                  <a:pt x="26318" y="11201"/>
                  <a:pt x="21917" y="13773"/>
                  <a:pt x="18774" y="17659"/>
                </a:cubicBezTo>
                <a:cubicBezTo>
                  <a:pt x="15659" y="21546"/>
                  <a:pt x="12287" y="28804"/>
                  <a:pt x="8630" y="39462"/>
                </a:cubicBezTo>
                <a:cubicBezTo>
                  <a:pt x="7772" y="42234"/>
                  <a:pt x="7144" y="43863"/>
                  <a:pt x="6772" y="44348"/>
                </a:cubicBezTo>
                <a:cubicBezTo>
                  <a:pt x="6372" y="44863"/>
                  <a:pt x="5515" y="45091"/>
                  <a:pt x="4143" y="45091"/>
                </a:cubicBezTo>
                <a:lnTo>
                  <a:pt x="3572" y="4509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92FCB-4CC8-4045-808A-7C330B3E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753" y="1733188"/>
            <a:ext cx="128387" cy="127244"/>
          </a:xfrm>
          <a:custGeom xmlns:a="http://schemas.openxmlformats.org/drawingml/2006/main">
            <a:pathLst>
              <a:path w="128387" h="127244" fill="none">
                <a:moveTo>
                  <a:pt x="3572" y="45091"/>
                </a:moveTo>
                <a:cubicBezTo>
                  <a:pt x="1172" y="45091"/>
                  <a:pt x="0" y="44606"/>
                  <a:pt x="0" y="43605"/>
                </a:cubicBezTo>
                <a:cubicBezTo>
                  <a:pt x="0" y="42977"/>
                  <a:pt x="1000" y="39462"/>
                  <a:pt x="3000" y="33061"/>
                </a:cubicBezTo>
                <a:cubicBezTo>
                  <a:pt x="5001" y="26689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01" y="57"/>
                  <a:pt x="127073" y="171"/>
                </a:cubicBezTo>
                <a:cubicBezTo>
                  <a:pt x="127816" y="314"/>
                  <a:pt x="128245" y="857"/>
                  <a:pt x="128387" y="1886"/>
                </a:cubicBezTo>
                <a:cubicBezTo>
                  <a:pt x="128387" y="2629"/>
                  <a:pt x="127330" y="9773"/>
                  <a:pt x="125187" y="23317"/>
                </a:cubicBezTo>
                <a:cubicBezTo>
                  <a:pt x="123044" y="36833"/>
                  <a:pt x="121844" y="43663"/>
                  <a:pt x="121615" y="43777"/>
                </a:cubicBezTo>
                <a:cubicBezTo>
                  <a:pt x="121615" y="44663"/>
                  <a:pt x="120415" y="45091"/>
                  <a:pt x="118043" y="45091"/>
                </a:cubicBezTo>
                <a:cubicBezTo>
                  <a:pt x="116900" y="45091"/>
                  <a:pt x="116157" y="45091"/>
                  <a:pt x="115786" y="45091"/>
                </a:cubicBezTo>
                <a:cubicBezTo>
                  <a:pt x="115414" y="45091"/>
                  <a:pt x="115014" y="44777"/>
                  <a:pt x="114671" y="44177"/>
                </a:cubicBezTo>
                <a:lnTo>
                  <a:pt x="114271" y="43605"/>
                </a:lnTo>
                <a:cubicBezTo>
                  <a:pt x="114271" y="42862"/>
                  <a:pt x="114671" y="40034"/>
                  <a:pt x="115414" y="35147"/>
                </a:cubicBezTo>
                <a:cubicBezTo>
                  <a:pt x="116157" y="30261"/>
                  <a:pt x="116529" y="26432"/>
                  <a:pt x="116529" y="23660"/>
                </a:cubicBezTo>
                <a:cubicBezTo>
                  <a:pt x="116529" y="19288"/>
                  <a:pt x="115729" y="15973"/>
                  <a:pt x="114100" y="13716"/>
                </a:cubicBezTo>
                <a:cubicBezTo>
                  <a:pt x="112471" y="11459"/>
                  <a:pt x="109014" y="9887"/>
                  <a:pt x="103756" y="9030"/>
                </a:cubicBezTo>
                <a:cubicBezTo>
                  <a:pt x="103127" y="8887"/>
                  <a:pt x="99498" y="8773"/>
                  <a:pt x="92840" y="8630"/>
                </a:cubicBezTo>
                <a:cubicBezTo>
                  <a:pt x="87097" y="8630"/>
                  <a:pt x="83439" y="8715"/>
                  <a:pt x="81953" y="8830"/>
                </a:cubicBezTo>
                <a:cubicBezTo>
                  <a:pt x="80439" y="8944"/>
                  <a:pt x="79324" y="9458"/>
                  <a:pt x="78553" y="10344"/>
                </a:cubicBezTo>
                <a:cubicBezTo>
                  <a:pt x="78438" y="10458"/>
                  <a:pt x="73981" y="27946"/>
                  <a:pt x="65208" y="62779"/>
                </a:cubicBezTo>
                <a:cubicBezTo>
                  <a:pt x="56436" y="97612"/>
                  <a:pt x="52064" y="115357"/>
                  <a:pt x="52064" y="115957"/>
                </a:cubicBezTo>
                <a:cubicBezTo>
                  <a:pt x="52064" y="117472"/>
                  <a:pt x="57579" y="118358"/>
                  <a:pt x="68609" y="118586"/>
                </a:cubicBezTo>
                <a:cubicBezTo>
                  <a:pt x="72609" y="118586"/>
                  <a:pt x="75181" y="118672"/>
                  <a:pt x="76295" y="118786"/>
                </a:cubicBezTo>
                <a:cubicBezTo>
                  <a:pt x="77438" y="118901"/>
                  <a:pt x="78010" y="119472"/>
                  <a:pt x="78010" y="120472"/>
                </a:cubicBezTo>
                <a:cubicBezTo>
                  <a:pt x="78010" y="121101"/>
                  <a:pt x="77810" y="121987"/>
                  <a:pt x="77438" y="123101"/>
                </a:cubicBezTo>
                <a:cubicBezTo>
                  <a:pt x="76952" y="125359"/>
                  <a:pt x="76381" y="126673"/>
                  <a:pt x="75752" y="127044"/>
                </a:cubicBezTo>
                <a:lnTo>
                  <a:pt x="75381" y="127244"/>
                </a:lnTo>
                <a:cubicBezTo>
                  <a:pt x="75009" y="127244"/>
                  <a:pt x="74552" y="127244"/>
                  <a:pt x="74038" y="127244"/>
                </a:cubicBezTo>
                <a:cubicBezTo>
                  <a:pt x="73438" y="127244"/>
                  <a:pt x="70180" y="127187"/>
                  <a:pt x="64294" y="127044"/>
                </a:cubicBezTo>
                <a:cubicBezTo>
                  <a:pt x="58379" y="126930"/>
                  <a:pt x="49921" y="126873"/>
                  <a:pt x="38891" y="126873"/>
                </a:cubicBezTo>
                <a:cubicBezTo>
                  <a:pt x="22746" y="126873"/>
                  <a:pt x="12459" y="126987"/>
                  <a:pt x="8087" y="127244"/>
                </a:cubicBezTo>
                <a:lnTo>
                  <a:pt x="5258" y="127244"/>
                </a:lnTo>
                <a:cubicBezTo>
                  <a:pt x="4515" y="126502"/>
                  <a:pt x="4143" y="125930"/>
                  <a:pt x="4143" y="125559"/>
                </a:cubicBezTo>
                <a:cubicBezTo>
                  <a:pt x="4143" y="125187"/>
                  <a:pt x="4258" y="124044"/>
                  <a:pt x="4515" y="122158"/>
                </a:cubicBezTo>
                <a:cubicBezTo>
                  <a:pt x="5001" y="120529"/>
                  <a:pt x="5629" y="119358"/>
                  <a:pt x="6372" y="118586"/>
                </a:cubicBezTo>
                <a:lnTo>
                  <a:pt x="11630" y="118586"/>
                </a:lnTo>
                <a:lnTo>
                  <a:pt x="13716" y="118586"/>
                </a:lnTo>
                <a:cubicBezTo>
                  <a:pt x="23746" y="118586"/>
                  <a:pt x="29689" y="118043"/>
                  <a:pt x="31575" y="116900"/>
                </a:cubicBezTo>
                <a:cubicBezTo>
                  <a:pt x="31690" y="116786"/>
                  <a:pt x="31833" y="116729"/>
                  <a:pt x="31947" y="116729"/>
                </a:cubicBezTo>
                <a:cubicBezTo>
                  <a:pt x="32575" y="116329"/>
                  <a:pt x="33204" y="115100"/>
                  <a:pt x="33833" y="112957"/>
                </a:cubicBezTo>
                <a:cubicBezTo>
                  <a:pt x="34461" y="110814"/>
                  <a:pt x="36947" y="100984"/>
                  <a:pt x="41348" y="83439"/>
                </a:cubicBezTo>
                <a:cubicBezTo>
                  <a:pt x="43491" y="74924"/>
                  <a:pt x="45234" y="67980"/>
                  <a:pt x="46606" y="62579"/>
                </a:cubicBezTo>
                <a:cubicBezTo>
                  <a:pt x="55378" y="28118"/>
                  <a:pt x="59750" y="10516"/>
                  <a:pt x="59750" y="9773"/>
                </a:cubicBezTo>
                <a:cubicBezTo>
                  <a:pt x="59750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01"/>
                  <a:pt x="31947" y="9944"/>
                </a:cubicBezTo>
                <a:cubicBezTo>
                  <a:pt x="26318" y="11201"/>
                  <a:pt x="21917" y="13773"/>
                  <a:pt x="18774" y="17659"/>
                </a:cubicBezTo>
                <a:cubicBezTo>
                  <a:pt x="15659" y="21546"/>
                  <a:pt x="12287" y="28804"/>
                  <a:pt x="8630" y="39462"/>
                </a:cubicBezTo>
                <a:cubicBezTo>
                  <a:pt x="7772" y="42234"/>
                  <a:pt x="7144" y="43863"/>
                  <a:pt x="6772" y="44348"/>
                </a:cubicBezTo>
                <a:cubicBezTo>
                  <a:pt x="6372" y="44863"/>
                  <a:pt x="5515" y="45091"/>
                  <a:pt x="4143" y="45091"/>
                </a:cubicBezTo>
                <a:lnTo>
                  <a:pt x="3572" y="450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4F956-6CB7-46FF-BF2D-77DDB89B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082" y="1794939"/>
            <a:ext cx="65780" cy="120929"/>
          </a:xfrm>
          <a:custGeom xmlns:a="http://schemas.openxmlformats.org/drawingml/2006/main">
            <a:pathLst>
              <a:path w="65780" h="120929">
                <a:moveTo>
                  <a:pt x="8372" y="115214"/>
                </a:moveTo>
                <a:cubicBezTo>
                  <a:pt x="8544" y="115214"/>
                  <a:pt x="8801" y="115300"/>
                  <a:pt x="9173" y="115500"/>
                </a:cubicBezTo>
                <a:cubicBezTo>
                  <a:pt x="9515" y="115643"/>
                  <a:pt x="10030" y="115786"/>
                  <a:pt x="10630" y="115872"/>
                </a:cubicBezTo>
                <a:cubicBezTo>
                  <a:pt x="11259" y="115957"/>
                  <a:pt x="11773" y="116015"/>
                  <a:pt x="12230" y="116015"/>
                </a:cubicBezTo>
                <a:cubicBezTo>
                  <a:pt x="13373" y="116015"/>
                  <a:pt x="14430" y="115443"/>
                  <a:pt x="15430" y="114271"/>
                </a:cubicBezTo>
                <a:cubicBezTo>
                  <a:pt x="16402" y="113128"/>
                  <a:pt x="17116" y="111843"/>
                  <a:pt x="17545" y="110442"/>
                </a:cubicBezTo>
                <a:cubicBezTo>
                  <a:pt x="18431" y="108042"/>
                  <a:pt x="19945" y="101270"/>
                  <a:pt x="22060" y="90097"/>
                </a:cubicBezTo>
                <a:cubicBezTo>
                  <a:pt x="24203" y="78953"/>
                  <a:pt x="26232" y="68294"/>
                  <a:pt x="28175" y="58207"/>
                </a:cubicBezTo>
                <a:cubicBezTo>
                  <a:pt x="30118" y="48092"/>
                  <a:pt x="31090" y="43005"/>
                  <a:pt x="31090" y="42920"/>
                </a:cubicBezTo>
                <a:lnTo>
                  <a:pt x="31090" y="42520"/>
                </a:lnTo>
                <a:lnTo>
                  <a:pt x="24860" y="42520"/>
                </a:lnTo>
                <a:cubicBezTo>
                  <a:pt x="20688" y="42520"/>
                  <a:pt x="18488" y="42434"/>
                  <a:pt x="18202" y="42262"/>
                </a:cubicBezTo>
                <a:cubicBezTo>
                  <a:pt x="17859" y="42005"/>
                  <a:pt x="17688" y="41548"/>
                  <a:pt x="17688" y="40919"/>
                </a:cubicBezTo>
                <a:lnTo>
                  <a:pt x="18602" y="37205"/>
                </a:lnTo>
                <a:cubicBezTo>
                  <a:pt x="18774" y="36776"/>
                  <a:pt x="19145" y="36547"/>
                  <a:pt x="19660" y="36547"/>
                </a:cubicBezTo>
                <a:cubicBezTo>
                  <a:pt x="20203" y="36547"/>
                  <a:pt x="22288" y="36519"/>
                  <a:pt x="25918" y="36405"/>
                </a:cubicBezTo>
                <a:cubicBezTo>
                  <a:pt x="30175" y="36405"/>
                  <a:pt x="32290" y="36376"/>
                  <a:pt x="32290" y="36290"/>
                </a:cubicBezTo>
                <a:cubicBezTo>
                  <a:pt x="32290" y="36119"/>
                  <a:pt x="32690" y="33890"/>
                  <a:pt x="33490" y="29632"/>
                </a:cubicBezTo>
                <a:cubicBezTo>
                  <a:pt x="34290" y="25403"/>
                  <a:pt x="34833" y="22803"/>
                  <a:pt x="35090" y="21917"/>
                </a:cubicBezTo>
                <a:cubicBezTo>
                  <a:pt x="38376" y="7315"/>
                  <a:pt x="44834" y="0"/>
                  <a:pt x="54493" y="0"/>
                </a:cubicBezTo>
                <a:cubicBezTo>
                  <a:pt x="57779" y="171"/>
                  <a:pt x="60465" y="1143"/>
                  <a:pt x="62579" y="2915"/>
                </a:cubicBezTo>
                <a:cubicBezTo>
                  <a:pt x="64722" y="4686"/>
                  <a:pt x="65780" y="7058"/>
                  <a:pt x="65780" y="9973"/>
                </a:cubicBezTo>
                <a:cubicBezTo>
                  <a:pt x="65780" y="13145"/>
                  <a:pt x="64865" y="15459"/>
                  <a:pt x="63008" y="16888"/>
                </a:cubicBezTo>
                <a:cubicBezTo>
                  <a:pt x="61122" y="18288"/>
                  <a:pt x="59265" y="19060"/>
                  <a:pt x="57407" y="19145"/>
                </a:cubicBezTo>
                <a:cubicBezTo>
                  <a:pt x="53521" y="19145"/>
                  <a:pt x="51578" y="17288"/>
                  <a:pt x="51578" y="13545"/>
                </a:cubicBezTo>
                <a:cubicBezTo>
                  <a:pt x="51578" y="11859"/>
                  <a:pt x="52064" y="10401"/>
                  <a:pt x="53035" y="9173"/>
                </a:cubicBezTo>
                <a:cubicBezTo>
                  <a:pt x="54007" y="7944"/>
                  <a:pt x="55064" y="7001"/>
                  <a:pt x="56207" y="6372"/>
                </a:cubicBezTo>
                <a:lnTo>
                  <a:pt x="57407" y="5715"/>
                </a:lnTo>
                <a:cubicBezTo>
                  <a:pt x="56007" y="5172"/>
                  <a:pt x="54664" y="4915"/>
                  <a:pt x="53435" y="4915"/>
                </a:cubicBezTo>
                <a:cubicBezTo>
                  <a:pt x="52378" y="4915"/>
                  <a:pt x="51349" y="5372"/>
                  <a:pt x="50378" y="6258"/>
                </a:cubicBezTo>
                <a:cubicBezTo>
                  <a:pt x="49406" y="7115"/>
                  <a:pt x="48720" y="8372"/>
                  <a:pt x="48377" y="9973"/>
                </a:cubicBezTo>
                <a:cubicBezTo>
                  <a:pt x="47749" y="12544"/>
                  <a:pt x="47034" y="16002"/>
                  <a:pt x="46263" y="20345"/>
                </a:cubicBezTo>
                <a:cubicBezTo>
                  <a:pt x="45434" y="24689"/>
                  <a:pt x="44748" y="28346"/>
                  <a:pt x="44120" y="31347"/>
                </a:cubicBezTo>
                <a:cubicBezTo>
                  <a:pt x="43491" y="34376"/>
                  <a:pt x="43205" y="35976"/>
                  <a:pt x="43205" y="36147"/>
                </a:cubicBezTo>
                <a:cubicBezTo>
                  <a:pt x="43205" y="36319"/>
                  <a:pt x="45634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36" y="36633"/>
                  <a:pt x="58522" y="36890"/>
                  <a:pt x="58864" y="37348"/>
                </a:cubicBezTo>
                <a:cubicBezTo>
                  <a:pt x="58950" y="37690"/>
                  <a:pt x="58864" y="38462"/>
                  <a:pt x="58607" y="39605"/>
                </a:cubicBezTo>
                <a:cubicBezTo>
                  <a:pt x="58350" y="40748"/>
                  <a:pt x="58122" y="41462"/>
                  <a:pt x="57950" y="41720"/>
                </a:cubicBezTo>
                <a:cubicBezTo>
                  <a:pt x="57779" y="42177"/>
                  <a:pt x="57379" y="42377"/>
                  <a:pt x="56750" y="42377"/>
                </a:cubicBezTo>
                <a:cubicBezTo>
                  <a:pt x="56121" y="42377"/>
                  <a:pt x="53750" y="42434"/>
                  <a:pt x="49578" y="42520"/>
                </a:cubicBezTo>
                <a:lnTo>
                  <a:pt x="42120" y="42520"/>
                </a:lnTo>
                <a:lnTo>
                  <a:pt x="39062" y="58750"/>
                </a:lnTo>
                <a:cubicBezTo>
                  <a:pt x="34833" y="80696"/>
                  <a:pt x="31861" y="94440"/>
                  <a:pt x="30175" y="99927"/>
                </a:cubicBezTo>
                <a:cubicBezTo>
                  <a:pt x="27775" y="107471"/>
                  <a:pt x="24660" y="113043"/>
                  <a:pt x="20860" y="116672"/>
                </a:cubicBezTo>
                <a:cubicBezTo>
                  <a:pt x="17574" y="119529"/>
                  <a:pt x="14373" y="120929"/>
                  <a:pt x="11173" y="120929"/>
                </a:cubicBezTo>
                <a:cubicBezTo>
                  <a:pt x="8344" y="120929"/>
                  <a:pt x="5772" y="120101"/>
                  <a:pt x="3458" y="118415"/>
                </a:cubicBezTo>
                <a:cubicBezTo>
                  <a:pt x="1143" y="116729"/>
                  <a:pt x="0" y="114329"/>
                  <a:pt x="0" y="111242"/>
                </a:cubicBezTo>
                <a:cubicBezTo>
                  <a:pt x="0" y="107956"/>
                  <a:pt x="943" y="105556"/>
                  <a:pt x="2800" y="104070"/>
                </a:cubicBezTo>
                <a:cubicBezTo>
                  <a:pt x="4658" y="102556"/>
                  <a:pt x="6515" y="101784"/>
                  <a:pt x="8372" y="101784"/>
                </a:cubicBezTo>
                <a:cubicBezTo>
                  <a:pt x="12287" y="101784"/>
                  <a:pt x="14230" y="103670"/>
                  <a:pt x="14230" y="107385"/>
                </a:cubicBezTo>
                <a:cubicBezTo>
                  <a:pt x="14230" y="109071"/>
                  <a:pt x="13745" y="110528"/>
                  <a:pt x="12773" y="111757"/>
                </a:cubicBezTo>
                <a:cubicBezTo>
                  <a:pt x="11773" y="113014"/>
                  <a:pt x="10716" y="113929"/>
                  <a:pt x="9573" y="114557"/>
                </a:cubicBezTo>
                <a:lnTo>
                  <a:pt x="8372" y="115214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046B6-A3E7-494B-AFD0-F7CC212C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082" y="1794939"/>
            <a:ext cx="65780" cy="120929"/>
          </a:xfrm>
          <a:custGeom xmlns:a="http://schemas.openxmlformats.org/drawingml/2006/main">
            <a:pathLst>
              <a:path w="65780" h="120929" fill="none">
                <a:moveTo>
                  <a:pt x="8372" y="115214"/>
                </a:moveTo>
                <a:cubicBezTo>
                  <a:pt x="8544" y="115214"/>
                  <a:pt x="8801" y="115300"/>
                  <a:pt x="9173" y="115500"/>
                </a:cubicBezTo>
                <a:cubicBezTo>
                  <a:pt x="9515" y="115643"/>
                  <a:pt x="10030" y="115786"/>
                  <a:pt x="10630" y="115872"/>
                </a:cubicBezTo>
                <a:cubicBezTo>
                  <a:pt x="11259" y="115957"/>
                  <a:pt x="11773" y="116015"/>
                  <a:pt x="12230" y="116015"/>
                </a:cubicBezTo>
                <a:cubicBezTo>
                  <a:pt x="13373" y="116015"/>
                  <a:pt x="14430" y="115443"/>
                  <a:pt x="15430" y="114271"/>
                </a:cubicBezTo>
                <a:cubicBezTo>
                  <a:pt x="16402" y="113128"/>
                  <a:pt x="17116" y="111843"/>
                  <a:pt x="17545" y="110442"/>
                </a:cubicBezTo>
                <a:cubicBezTo>
                  <a:pt x="18431" y="108042"/>
                  <a:pt x="19945" y="101270"/>
                  <a:pt x="22060" y="90097"/>
                </a:cubicBezTo>
                <a:cubicBezTo>
                  <a:pt x="24203" y="78953"/>
                  <a:pt x="26232" y="68294"/>
                  <a:pt x="28175" y="58207"/>
                </a:cubicBezTo>
                <a:cubicBezTo>
                  <a:pt x="30118" y="48092"/>
                  <a:pt x="31090" y="43005"/>
                  <a:pt x="31090" y="42920"/>
                </a:cubicBezTo>
                <a:lnTo>
                  <a:pt x="31090" y="42520"/>
                </a:lnTo>
                <a:lnTo>
                  <a:pt x="24860" y="42520"/>
                </a:lnTo>
                <a:cubicBezTo>
                  <a:pt x="20688" y="42520"/>
                  <a:pt x="18488" y="42434"/>
                  <a:pt x="18202" y="42262"/>
                </a:cubicBezTo>
                <a:cubicBezTo>
                  <a:pt x="17859" y="42005"/>
                  <a:pt x="17688" y="41548"/>
                  <a:pt x="17688" y="40919"/>
                </a:cubicBezTo>
                <a:lnTo>
                  <a:pt x="18602" y="37205"/>
                </a:lnTo>
                <a:cubicBezTo>
                  <a:pt x="18774" y="36776"/>
                  <a:pt x="19145" y="36547"/>
                  <a:pt x="19660" y="36547"/>
                </a:cubicBezTo>
                <a:cubicBezTo>
                  <a:pt x="20203" y="36547"/>
                  <a:pt x="22288" y="36519"/>
                  <a:pt x="25918" y="36405"/>
                </a:cubicBezTo>
                <a:cubicBezTo>
                  <a:pt x="30175" y="36405"/>
                  <a:pt x="32290" y="36376"/>
                  <a:pt x="32290" y="36290"/>
                </a:cubicBezTo>
                <a:cubicBezTo>
                  <a:pt x="32290" y="36119"/>
                  <a:pt x="32690" y="33890"/>
                  <a:pt x="33490" y="29632"/>
                </a:cubicBezTo>
                <a:cubicBezTo>
                  <a:pt x="34290" y="25403"/>
                  <a:pt x="34833" y="22803"/>
                  <a:pt x="35090" y="21917"/>
                </a:cubicBezTo>
                <a:cubicBezTo>
                  <a:pt x="38376" y="7315"/>
                  <a:pt x="44834" y="0"/>
                  <a:pt x="54493" y="0"/>
                </a:cubicBezTo>
                <a:cubicBezTo>
                  <a:pt x="57779" y="171"/>
                  <a:pt x="60465" y="1143"/>
                  <a:pt x="62579" y="2915"/>
                </a:cubicBezTo>
                <a:cubicBezTo>
                  <a:pt x="64722" y="4686"/>
                  <a:pt x="65780" y="7058"/>
                  <a:pt x="65780" y="9973"/>
                </a:cubicBezTo>
                <a:cubicBezTo>
                  <a:pt x="65780" y="13145"/>
                  <a:pt x="64865" y="15459"/>
                  <a:pt x="63008" y="16888"/>
                </a:cubicBezTo>
                <a:cubicBezTo>
                  <a:pt x="61122" y="18288"/>
                  <a:pt x="59265" y="19060"/>
                  <a:pt x="57407" y="19145"/>
                </a:cubicBezTo>
                <a:cubicBezTo>
                  <a:pt x="53521" y="19145"/>
                  <a:pt x="51578" y="17288"/>
                  <a:pt x="51578" y="13545"/>
                </a:cubicBezTo>
                <a:cubicBezTo>
                  <a:pt x="51578" y="11859"/>
                  <a:pt x="52064" y="10401"/>
                  <a:pt x="53035" y="9173"/>
                </a:cubicBezTo>
                <a:cubicBezTo>
                  <a:pt x="54007" y="7944"/>
                  <a:pt x="55064" y="7001"/>
                  <a:pt x="56207" y="6372"/>
                </a:cubicBezTo>
                <a:lnTo>
                  <a:pt x="57407" y="5715"/>
                </a:lnTo>
                <a:cubicBezTo>
                  <a:pt x="56007" y="5172"/>
                  <a:pt x="54664" y="4915"/>
                  <a:pt x="53435" y="4915"/>
                </a:cubicBezTo>
                <a:cubicBezTo>
                  <a:pt x="52378" y="4915"/>
                  <a:pt x="51349" y="5372"/>
                  <a:pt x="50378" y="6258"/>
                </a:cubicBezTo>
                <a:cubicBezTo>
                  <a:pt x="49406" y="7115"/>
                  <a:pt x="48720" y="8372"/>
                  <a:pt x="48377" y="9973"/>
                </a:cubicBezTo>
                <a:cubicBezTo>
                  <a:pt x="47749" y="12544"/>
                  <a:pt x="47034" y="16002"/>
                  <a:pt x="46263" y="20345"/>
                </a:cubicBezTo>
                <a:cubicBezTo>
                  <a:pt x="45434" y="24689"/>
                  <a:pt x="44748" y="28346"/>
                  <a:pt x="44120" y="31347"/>
                </a:cubicBezTo>
                <a:cubicBezTo>
                  <a:pt x="43491" y="34376"/>
                  <a:pt x="43205" y="35976"/>
                  <a:pt x="43205" y="36147"/>
                </a:cubicBezTo>
                <a:cubicBezTo>
                  <a:pt x="43205" y="36319"/>
                  <a:pt x="45634" y="36405"/>
                  <a:pt x="50492" y="36405"/>
                </a:cubicBezTo>
                <a:cubicBezTo>
                  <a:pt x="54493" y="36405"/>
                  <a:pt x="56779" y="36462"/>
                  <a:pt x="57407" y="36547"/>
                </a:cubicBezTo>
                <a:cubicBezTo>
                  <a:pt x="58036" y="36633"/>
                  <a:pt x="58522" y="36890"/>
                  <a:pt x="58864" y="37348"/>
                </a:cubicBezTo>
                <a:cubicBezTo>
                  <a:pt x="58950" y="37690"/>
                  <a:pt x="58864" y="38462"/>
                  <a:pt x="58607" y="39605"/>
                </a:cubicBezTo>
                <a:cubicBezTo>
                  <a:pt x="58350" y="40748"/>
                  <a:pt x="58122" y="41462"/>
                  <a:pt x="57950" y="41720"/>
                </a:cubicBezTo>
                <a:cubicBezTo>
                  <a:pt x="57779" y="42177"/>
                  <a:pt x="57379" y="42377"/>
                  <a:pt x="56750" y="42377"/>
                </a:cubicBezTo>
                <a:cubicBezTo>
                  <a:pt x="56121" y="42377"/>
                  <a:pt x="53750" y="42434"/>
                  <a:pt x="49578" y="42520"/>
                </a:cubicBezTo>
                <a:lnTo>
                  <a:pt x="42120" y="42520"/>
                </a:lnTo>
                <a:lnTo>
                  <a:pt x="39062" y="58750"/>
                </a:lnTo>
                <a:cubicBezTo>
                  <a:pt x="34833" y="80696"/>
                  <a:pt x="31861" y="94440"/>
                  <a:pt x="30175" y="99927"/>
                </a:cubicBezTo>
                <a:cubicBezTo>
                  <a:pt x="27775" y="107471"/>
                  <a:pt x="24660" y="113043"/>
                  <a:pt x="20860" y="116672"/>
                </a:cubicBezTo>
                <a:cubicBezTo>
                  <a:pt x="17574" y="119529"/>
                  <a:pt x="14373" y="120929"/>
                  <a:pt x="11173" y="120929"/>
                </a:cubicBezTo>
                <a:cubicBezTo>
                  <a:pt x="8344" y="120929"/>
                  <a:pt x="5772" y="120101"/>
                  <a:pt x="3458" y="118415"/>
                </a:cubicBezTo>
                <a:cubicBezTo>
                  <a:pt x="1143" y="116729"/>
                  <a:pt x="0" y="114329"/>
                  <a:pt x="0" y="111242"/>
                </a:cubicBezTo>
                <a:cubicBezTo>
                  <a:pt x="0" y="107956"/>
                  <a:pt x="943" y="105556"/>
                  <a:pt x="2800" y="104070"/>
                </a:cubicBezTo>
                <a:cubicBezTo>
                  <a:pt x="4658" y="102556"/>
                  <a:pt x="6515" y="101784"/>
                  <a:pt x="8372" y="101784"/>
                </a:cubicBezTo>
                <a:cubicBezTo>
                  <a:pt x="12287" y="101784"/>
                  <a:pt x="14230" y="103670"/>
                  <a:pt x="14230" y="107385"/>
                </a:cubicBezTo>
                <a:cubicBezTo>
                  <a:pt x="14230" y="109071"/>
                  <a:pt x="13745" y="110528"/>
                  <a:pt x="12773" y="111757"/>
                </a:cubicBezTo>
                <a:cubicBezTo>
                  <a:pt x="11773" y="113014"/>
                  <a:pt x="10716" y="113929"/>
                  <a:pt x="9573" y="114557"/>
                </a:cubicBezTo>
                <a:lnTo>
                  <a:pt x="8372" y="1152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1E476-DF53-4A08-A95B-2AB98522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922" y="1837687"/>
            <a:ext cx="24832" cy="59322"/>
          </a:xfrm>
          <a:custGeom xmlns:a="http://schemas.openxmlformats.org/drawingml/2006/main">
            <a:pathLst>
              <a:path w="24832" h="59322">
                <a:moveTo>
                  <a:pt x="0" y="16173"/>
                </a:moveTo>
                <a:cubicBezTo>
                  <a:pt x="0" y="16173"/>
                  <a:pt x="0" y="14602"/>
                  <a:pt x="0" y="11459"/>
                </a:cubicBezTo>
                <a:cubicBezTo>
                  <a:pt x="0" y="8344"/>
                  <a:pt x="1029" y="5658"/>
                  <a:pt x="3029" y="3400"/>
                </a:cubicBezTo>
                <a:cubicBezTo>
                  <a:pt x="5029" y="1114"/>
                  <a:pt x="7715" y="0"/>
                  <a:pt x="11116" y="0"/>
                </a:cubicBezTo>
                <a:cubicBezTo>
                  <a:pt x="14602" y="0"/>
                  <a:pt x="17745" y="1572"/>
                  <a:pt x="20517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32"/>
                  <a:pt x="24260" y="29889"/>
                  <a:pt x="23146" y="34033"/>
                </a:cubicBezTo>
                <a:cubicBezTo>
                  <a:pt x="22003" y="38148"/>
                  <a:pt x="20688" y="41720"/>
                  <a:pt x="19174" y="44748"/>
                </a:cubicBezTo>
                <a:cubicBezTo>
                  <a:pt x="17688" y="47749"/>
                  <a:pt x="16059" y="50321"/>
                  <a:pt x="14288" y="52435"/>
                </a:cubicBezTo>
                <a:cubicBezTo>
                  <a:pt x="12544" y="54578"/>
                  <a:pt x="11030" y="56264"/>
                  <a:pt x="9801" y="57521"/>
                </a:cubicBezTo>
                <a:cubicBezTo>
                  <a:pt x="8544" y="58779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521"/>
                </a:cubicBezTo>
                <a:cubicBezTo>
                  <a:pt x="3772" y="56378"/>
                  <a:pt x="3200" y="55578"/>
                  <a:pt x="3200" y="55093"/>
                </a:cubicBezTo>
                <a:cubicBezTo>
                  <a:pt x="3200" y="54578"/>
                  <a:pt x="3886" y="53578"/>
                  <a:pt x="5286" y="52064"/>
                </a:cubicBezTo>
                <a:cubicBezTo>
                  <a:pt x="6658" y="50549"/>
                  <a:pt x="8230" y="48692"/>
                  <a:pt x="9973" y="46434"/>
                </a:cubicBezTo>
                <a:cubicBezTo>
                  <a:pt x="11744" y="44177"/>
                  <a:pt x="13373" y="41034"/>
                  <a:pt x="14859" y="37033"/>
                </a:cubicBezTo>
                <a:cubicBezTo>
                  <a:pt x="16373" y="33033"/>
                  <a:pt x="17374" y="28461"/>
                  <a:pt x="17859" y="23317"/>
                </a:cubicBezTo>
                <a:lnTo>
                  <a:pt x="17859" y="21060"/>
                </a:lnTo>
                <a:lnTo>
                  <a:pt x="17688" y="21231"/>
                </a:lnTo>
                <a:cubicBezTo>
                  <a:pt x="17431" y="21374"/>
                  <a:pt x="17116" y="21488"/>
                  <a:pt x="16745" y="21631"/>
                </a:cubicBezTo>
                <a:cubicBezTo>
                  <a:pt x="16373" y="21746"/>
                  <a:pt x="16002" y="21946"/>
                  <a:pt x="15602" y="22174"/>
                </a:cubicBezTo>
                <a:cubicBezTo>
                  <a:pt x="15230" y="22431"/>
                  <a:pt x="14688" y="22546"/>
                  <a:pt x="13916" y="22546"/>
                </a:cubicBezTo>
                <a:cubicBezTo>
                  <a:pt x="13173" y="22546"/>
                  <a:pt x="12430" y="22631"/>
                  <a:pt x="11659" y="22746"/>
                </a:cubicBezTo>
                <a:cubicBezTo>
                  <a:pt x="8287" y="22746"/>
                  <a:pt x="5515" y="21688"/>
                  <a:pt x="3400" y="19545"/>
                </a:cubicBezTo>
                <a:lnTo>
                  <a:pt x="0" y="1617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CE910-01CD-4B7E-BAE4-1644533F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922" y="1837687"/>
            <a:ext cx="24832" cy="59322"/>
          </a:xfrm>
          <a:custGeom xmlns:a="http://schemas.openxmlformats.org/drawingml/2006/main">
            <a:pathLst>
              <a:path w="24832" h="59322" fill="none">
                <a:moveTo>
                  <a:pt x="0" y="16173"/>
                </a:moveTo>
                <a:cubicBezTo>
                  <a:pt x="0" y="16173"/>
                  <a:pt x="0" y="14602"/>
                  <a:pt x="0" y="11459"/>
                </a:cubicBezTo>
                <a:cubicBezTo>
                  <a:pt x="0" y="8344"/>
                  <a:pt x="1029" y="5658"/>
                  <a:pt x="3029" y="3400"/>
                </a:cubicBezTo>
                <a:cubicBezTo>
                  <a:pt x="5029" y="1114"/>
                  <a:pt x="7715" y="0"/>
                  <a:pt x="11116" y="0"/>
                </a:cubicBezTo>
                <a:cubicBezTo>
                  <a:pt x="14602" y="0"/>
                  <a:pt x="17745" y="1572"/>
                  <a:pt x="20517" y="4686"/>
                </a:cubicBezTo>
                <a:cubicBezTo>
                  <a:pt x="23260" y="7830"/>
                  <a:pt x="24689" y="13345"/>
                  <a:pt x="24832" y="21231"/>
                </a:cubicBezTo>
                <a:cubicBezTo>
                  <a:pt x="24832" y="25632"/>
                  <a:pt x="24260" y="29889"/>
                  <a:pt x="23146" y="34033"/>
                </a:cubicBezTo>
                <a:cubicBezTo>
                  <a:pt x="22003" y="38148"/>
                  <a:pt x="20688" y="41720"/>
                  <a:pt x="19174" y="44748"/>
                </a:cubicBezTo>
                <a:cubicBezTo>
                  <a:pt x="17688" y="47749"/>
                  <a:pt x="16059" y="50321"/>
                  <a:pt x="14288" y="52435"/>
                </a:cubicBezTo>
                <a:cubicBezTo>
                  <a:pt x="12544" y="54578"/>
                  <a:pt x="11030" y="56264"/>
                  <a:pt x="9801" y="57521"/>
                </a:cubicBezTo>
                <a:cubicBezTo>
                  <a:pt x="8544" y="58779"/>
                  <a:pt x="7715" y="59322"/>
                  <a:pt x="7344" y="59207"/>
                </a:cubicBezTo>
                <a:cubicBezTo>
                  <a:pt x="6829" y="59207"/>
                  <a:pt x="6029" y="58636"/>
                  <a:pt x="4886" y="57521"/>
                </a:cubicBezTo>
                <a:cubicBezTo>
                  <a:pt x="3772" y="56378"/>
                  <a:pt x="3200" y="55578"/>
                  <a:pt x="3200" y="55093"/>
                </a:cubicBezTo>
                <a:cubicBezTo>
                  <a:pt x="3200" y="54578"/>
                  <a:pt x="3886" y="53578"/>
                  <a:pt x="5286" y="52064"/>
                </a:cubicBezTo>
                <a:cubicBezTo>
                  <a:pt x="6658" y="50549"/>
                  <a:pt x="8230" y="48692"/>
                  <a:pt x="9973" y="46434"/>
                </a:cubicBezTo>
                <a:cubicBezTo>
                  <a:pt x="11744" y="44177"/>
                  <a:pt x="13373" y="41034"/>
                  <a:pt x="14859" y="37033"/>
                </a:cubicBezTo>
                <a:cubicBezTo>
                  <a:pt x="16373" y="33033"/>
                  <a:pt x="17374" y="28461"/>
                  <a:pt x="17859" y="23317"/>
                </a:cubicBezTo>
                <a:lnTo>
                  <a:pt x="17859" y="21060"/>
                </a:lnTo>
                <a:lnTo>
                  <a:pt x="17688" y="21231"/>
                </a:lnTo>
                <a:cubicBezTo>
                  <a:pt x="17431" y="21374"/>
                  <a:pt x="17116" y="21488"/>
                  <a:pt x="16745" y="21631"/>
                </a:cubicBezTo>
                <a:cubicBezTo>
                  <a:pt x="16373" y="21746"/>
                  <a:pt x="16002" y="21946"/>
                  <a:pt x="15602" y="22174"/>
                </a:cubicBezTo>
                <a:cubicBezTo>
                  <a:pt x="15230" y="22431"/>
                  <a:pt x="14688" y="22546"/>
                  <a:pt x="13916" y="22546"/>
                </a:cubicBezTo>
                <a:cubicBezTo>
                  <a:pt x="13173" y="22546"/>
                  <a:pt x="12430" y="22631"/>
                  <a:pt x="11659" y="22746"/>
                </a:cubicBezTo>
                <a:cubicBezTo>
                  <a:pt x="8287" y="22746"/>
                  <a:pt x="5515" y="21688"/>
                  <a:pt x="3400" y="19545"/>
                </a:cubicBezTo>
                <a:lnTo>
                  <a:pt x="0" y="16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0E20E-8A11-496C-8902-BE54B4ED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245" y="1777365"/>
            <a:ext cx="74381" cy="85382"/>
          </a:xfrm>
          <a:custGeom xmlns:a="http://schemas.openxmlformats.org/drawingml/2006/main">
            <a:pathLst>
              <a:path w="74381" h="85382">
                <a:moveTo>
                  <a:pt x="0" y="53178"/>
                </a:moveTo>
                <a:cubicBezTo>
                  <a:pt x="0" y="39519"/>
                  <a:pt x="5401" y="27261"/>
                  <a:pt x="16173" y="16345"/>
                </a:cubicBezTo>
                <a:cubicBezTo>
                  <a:pt x="26946" y="5429"/>
                  <a:pt x="38605" y="0"/>
                  <a:pt x="51149" y="0"/>
                </a:cubicBezTo>
                <a:cubicBezTo>
                  <a:pt x="58150" y="0"/>
                  <a:pt x="63665" y="1486"/>
                  <a:pt x="67666" y="4486"/>
                </a:cubicBezTo>
                <a:cubicBezTo>
                  <a:pt x="71695" y="7487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5" y="25546"/>
                </a:cubicBezTo>
                <a:cubicBezTo>
                  <a:pt x="67923" y="28061"/>
                  <a:pt x="64922" y="29375"/>
                  <a:pt x="61293" y="29489"/>
                </a:cubicBezTo>
                <a:cubicBezTo>
                  <a:pt x="58922" y="29489"/>
                  <a:pt x="57036" y="28889"/>
                  <a:pt x="55664" y="27603"/>
                </a:cubicBezTo>
                <a:cubicBezTo>
                  <a:pt x="54264" y="26375"/>
                  <a:pt x="53578" y="24489"/>
                  <a:pt x="53578" y="21974"/>
                </a:cubicBezTo>
                <a:cubicBezTo>
                  <a:pt x="53578" y="19488"/>
                  <a:pt x="54264" y="17345"/>
                  <a:pt x="55664" y="15602"/>
                </a:cubicBezTo>
                <a:cubicBezTo>
                  <a:pt x="57036" y="13830"/>
                  <a:pt x="58407" y="12516"/>
                  <a:pt x="59779" y="11630"/>
                </a:cubicBezTo>
                <a:cubicBezTo>
                  <a:pt x="61179" y="10773"/>
                  <a:pt x="62036" y="10401"/>
                  <a:pt x="62408" y="10516"/>
                </a:cubicBezTo>
                <a:lnTo>
                  <a:pt x="62608" y="10516"/>
                </a:lnTo>
                <a:cubicBezTo>
                  <a:pt x="62608" y="10258"/>
                  <a:pt x="62236" y="9887"/>
                  <a:pt x="61465" y="9401"/>
                </a:cubicBezTo>
                <a:cubicBezTo>
                  <a:pt x="60722" y="8887"/>
                  <a:pt x="59407" y="8372"/>
                  <a:pt x="57521" y="7887"/>
                </a:cubicBezTo>
                <a:cubicBezTo>
                  <a:pt x="55664" y="7372"/>
                  <a:pt x="53521" y="7144"/>
                  <a:pt x="51149" y="7144"/>
                </a:cubicBezTo>
                <a:cubicBezTo>
                  <a:pt x="47377" y="7144"/>
                  <a:pt x="43805" y="8001"/>
                  <a:pt x="40434" y="9773"/>
                </a:cubicBezTo>
                <a:cubicBezTo>
                  <a:pt x="37805" y="10887"/>
                  <a:pt x="35090" y="12830"/>
                  <a:pt x="32347" y="15602"/>
                </a:cubicBezTo>
                <a:cubicBezTo>
                  <a:pt x="26832" y="21117"/>
                  <a:pt x="22803" y="28889"/>
                  <a:pt x="20317" y="38891"/>
                </a:cubicBezTo>
                <a:cubicBezTo>
                  <a:pt x="17802" y="48920"/>
                  <a:pt x="16488" y="56178"/>
                  <a:pt x="16373" y="60693"/>
                </a:cubicBezTo>
                <a:cubicBezTo>
                  <a:pt x="16373" y="66465"/>
                  <a:pt x="18002" y="70780"/>
                  <a:pt x="21260" y="73666"/>
                </a:cubicBezTo>
                <a:cubicBezTo>
                  <a:pt x="24003" y="76695"/>
                  <a:pt x="27632" y="78181"/>
                  <a:pt x="32147" y="78181"/>
                </a:cubicBezTo>
                <a:lnTo>
                  <a:pt x="32890" y="78181"/>
                </a:lnTo>
                <a:cubicBezTo>
                  <a:pt x="46920" y="78181"/>
                  <a:pt x="58522" y="72866"/>
                  <a:pt x="67666" y="62208"/>
                </a:cubicBezTo>
                <a:cubicBezTo>
                  <a:pt x="68809" y="60950"/>
                  <a:pt x="69552" y="60322"/>
                  <a:pt x="69952" y="60322"/>
                </a:cubicBezTo>
                <a:cubicBezTo>
                  <a:pt x="70437" y="60322"/>
                  <a:pt x="71237" y="60893"/>
                  <a:pt x="72380" y="62008"/>
                </a:cubicBezTo>
                <a:cubicBezTo>
                  <a:pt x="73523" y="63151"/>
                  <a:pt x="74124" y="64037"/>
                  <a:pt x="74266" y="64637"/>
                </a:cubicBezTo>
                <a:cubicBezTo>
                  <a:pt x="74381" y="65265"/>
                  <a:pt x="73809" y="66208"/>
                  <a:pt x="72552" y="67466"/>
                </a:cubicBezTo>
                <a:cubicBezTo>
                  <a:pt x="71323" y="68723"/>
                  <a:pt x="69494" y="70466"/>
                  <a:pt x="67123" y="72723"/>
                </a:cubicBezTo>
                <a:cubicBezTo>
                  <a:pt x="64751" y="74981"/>
                  <a:pt x="61922" y="76867"/>
                  <a:pt x="58664" y="78381"/>
                </a:cubicBezTo>
                <a:cubicBezTo>
                  <a:pt x="55407" y="79867"/>
                  <a:pt x="51378" y="81439"/>
                  <a:pt x="46634" y="83068"/>
                </a:cubicBezTo>
                <a:cubicBezTo>
                  <a:pt x="41862" y="84696"/>
                  <a:pt x="36862" y="85382"/>
                  <a:pt x="31575" y="85125"/>
                </a:cubicBezTo>
                <a:cubicBezTo>
                  <a:pt x="22174" y="85125"/>
                  <a:pt x="14602" y="82125"/>
                  <a:pt x="8858" y="76124"/>
                </a:cubicBezTo>
                <a:cubicBezTo>
                  <a:pt x="3086" y="70094"/>
                  <a:pt x="143" y="62465"/>
                  <a:pt x="0" y="53178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65466-A3CE-4F52-ACE9-E598C44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245" y="1777365"/>
            <a:ext cx="74381" cy="85382"/>
          </a:xfrm>
          <a:custGeom xmlns:a="http://schemas.openxmlformats.org/drawingml/2006/main">
            <a:pathLst>
              <a:path w="74381" h="85382" fill="none">
                <a:moveTo>
                  <a:pt x="0" y="53178"/>
                </a:moveTo>
                <a:cubicBezTo>
                  <a:pt x="0" y="39519"/>
                  <a:pt x="5401" y="27261"/>
                  <a:pt x="16173" y="16345"/>
                </a:cubicBezTo>
                <a:cubicBezTo>
                  <a:pt x="26946" y="5429"/>
                  <a:pt x="38605" y="0"/>
                  <a:pt x="51149" y="0"/>
                </a:cubicBezTo>
                <a:cubicBezTo>
                  <a:pt x="58150" y="0"/>
                  <a:pt x="63665" y="1486"/>
                  <a:pt x="67666" y="4486"/>
                </a:cubicBezTo>
                <a:cubicBezTo>
                  <a:pt x="71695" y="7487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5" y="25546"/>
                </a:cubicBezTo>
                <a:cubicBezTo>
                  <a:pt x="67923" y="28061"/>
                  <a:pt x="64922" y="29375"/>
                  <a:pt x="61293" y="29489"/>
                </a:cubicBezTo>
                <a:cubicBezTo>
                  <a:pt x="58922" y="29489"/>
                  <a:pt x="57036" y="28889"/>
                  <a:pt x="55664" y="27603"/>
                </a:cubicBezTo>
                <a:cubicBezTo>
                  <a:pt x="54264" y="26375"/>
                  <a:pt x="53578" y="24489"/>
                  <a:pt x="53578" y="21974"/>
                </a:cubicBezTo>
                <a:cubicBezTo>
                  <a:pt x="53578" y="19488"/>
                  <a:pt x="54264" y="17345"/>
                  <a:pt x="55664" y="15602"/>
                </a:cubicBezTo>
                <a:cubicBezTo>
                  <a:pt x="57036" y="13830"/>
                  <a:pt x="58407" y="12516"/>
                  <a:pt x="59779" y="11630"/>
                </a:cubicBezTo>
                <a:cubicBezTo>
                  <a:pt x="61179" y="10773"/>
                  <a:pt x="62036" y="10401"/>
                  <a:pt x="62408" y="10516"/>
                </a:cubicBezTo>
                <a:lnTo>
                  <a:pt x="62608" y="10516"/>
                </a:lnTo>
                <a:cubicBezTo>
                  <a:pt x="62608" y="10258"/>
                  <a:pt x="62236" y="9887"/>
                  <a:pt x="61465" y="9401"/>
                </a:cubicBezTo>
                <a:cubicBezTo>
                  <a:pt x="60722" y="8887"/>
                  <a:pt x="59407" y="8372"/>
                  <a:pt x="57521" y="7887"/>
                </a:cubicBezTo>
                <a:cubicBezTo>
                  <a:pt x="55664" y="7372"/>
                  <a:pt x="53521" y="7144"/>
                  <a:pt x="51149" y="7144"/>
                </a:cubicBezTo>
                <a:cubicBezTo>
                  <a:pt x="47377" y="7144"/>
                  <a:pt x="43805" y="8001"/>
                  <a:pt x="40434" y="9773"/>
                </a:cubicBezTo>
                <a:cubicBezTo>
                  <a:pt x="37805" y="10887"/>
                  <a:pt x="35090" y="12830"/>
                  <a:pt x="32347" y="15602"/>
                </a:cubicBezTo>
                <a:cubicBezTo>
                  <a:pt x="26832" y="21117"/>
                  <a:pt x="22803" y="28889"/>
                  <a:pt x="20317" y="38891"/>
                </a:cubicBezTo>
                <a:cubicBezTo>
                  <a:pt x="17802" y="48920"/>
                  <a:pt x="16488" y="56178"/>
                  <a:pt x="16373" y="60693"/>
                </a:cubicBezTo>
                <a:cubicBezTo>
                  <a:pt x="16373" y="66465"/>
                  <a:pt x="18002" y="70780"/>
                  <a:pt x="21260" y="73666"/>
                </a:cubicBezTo>
                <a:cubicBezTo>
                  <a:pt x="24003" y="76695"/>
                  <a:pt x="27632" y="78181"/>
                  <a:pt x="32147" y="78181"/>
                </a:cubicBezTo>
                <a:lnTo>
                  <a:pt x="32890" y="78181"/>
                </a:lnTo>
                <a:cubicBezTo>
                  <a:pt x="46920" y="78181"/>
                  <a:pt x="58522" y="72866"/>
                  <a:pt x="67666" y="62208"/>
                </a:cubicBezTo>
                <a:cubicBezTo>
                  <a:pt x="68809" y="60950"/>
                  <a:pt x="69552" y="60322"/>
                  <a:pt x="69952" y="60322"/>
                </a:cubicBezTo>
                <a:cubicBezTo>
                  <a:pt x="70437" y="60322"/>
                  <a:pt x="71237" y="60893"/>
                  <a:pt x="72380" y="62008"/>
                </a:cubicBezTo>
                <a:cubicBezTo>
                  <a:pt x="73523" y="63151"/>
                  <a:pt x="74124" y="64037"/>
                  <a:pt x="74266" y="64637"/>
                </a:cubicBezTo>
                <a:cubicBezTo>
                  <a:pt x="74381" y="65265"/>
                  <a:pt x="73809" y="66208"/>
                  <a:pt x="72552" y="67466"/>
                </a:cubicBezTo>
                <a:cubicBezTo>
                  <a:pt x="71323" y="68723"/>
                  <a:pt x="69494" y="70466"/>
                  <a:pt x="67123" y="72723"/>
                </a:cubicBezTo>
                <a:cubicBezTo>
                  <a:pt x="64751" y="74981"/>
                  <a:pt x="61922" y="76867"/>
                  <a:pt x="58664" y="78381"/>
                </a:cubicBezTo>
                <a:cubicBezTo>
                  <a:pt x="55407" y="79867"/>
                  <a:pt x="51378" y="81439"/>
                  <a:pt x="46634" y="83068"/>
                </a:cubicBezTo>
                <a:cubicBezTo>
                  <a:pt x="41862" y="84696"/>
                  <a:pt x="36862" y="85382"/>
                  <a:pt x="31575" y="85125"/>
                </a:cubicBezTo>
                <a:cubicBezTo>
                  <a:pt x="22174" y="85125"/>
                  <a:pt x="14602" y="82125"/>
                  <a:pt x="8858" y="76124"/>
                </a:cubicBezTo>
                <a:cubicBezTo>
                  <a:pt x="3086" y="70094"/>
                  <a:pt x="143" y="62465"/>
                  <a:pt x="0" y="531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ABAD1-F53A-4B3C-AD8C-72D8BC1D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627" y="1800111"/>
            <a:ext cx="55978" cy="91440"/>
          </a:xfrm>
          <a:custGeom xmlns:a="http://schemas.openxmlformats.org/drawingml/2006/main">
            <a:pathLst>
              <a:path w="55978" h="91440">
                <a:moveTo>
                  <a:pt x="7601" y="10773"/>
                </a:moveTo>
                <a:cubicBezTo>
                  <a:pt x="12544" y="3600"/>
                  <a:pt x="19345" y="0"/>
                  <a:pt x="27918" y="0"/>
                </a:cubicBezTo>
                <a:cubicBezTo>
                  <a:pt x="32175" y="0"/>
                  <a:pt x="36433" y="1172"/>
                  <a:pt x="40662" y="3458"/>
                </a:cubicBezTo>
                <a:cubicBezTo>
                  <a:pt x="44920" y="5772"/>
                  <a:pt x="48377" y="9858"/>
                  <a:pt x="51035" y="15688"/>
                </a:cubicBezTo>
                <a:cubicBezTo>
                  <a:pt x="54321" y="23031"/>
                  <a:pt x="55978" y="33147"/>
                  <a:pt x="55978" y="45977"/>
                </a:cubicBezTo>
                <a:cubicBezTo>
                  <a:pt x="55978" y="59722"/>
                  <a:pt x="54064" y="70237"/>
                  <a:pt x="50263" y="77495"/>
                </a:cubicBezTo>
                <a:cubicBezTo>
                  <a:pt x="48463" y="81210"/>
                  <a:pt x="46034" y="84182"/>
                  <a:pt x="42948" y="86411"/>
                </a:cubicBezTo>
                <a:cubicBezTo>
                  <a:pt x="39834" y="88611"/>
                  <a:pt x="37148" y="89983"/>
                  <a:pt x="34833" y="90526"/>
                </a:cubicBezTo>
                <a:cubicBezTo>
                  <a:pt x="32518" y="91040"/>
                  <a:pt x="30261" y="91354"/>
                  <a:pt x="28061" y="91440"/>
                </a:cubicBezTo>
                <a:cubicBezTo>
                  <a:pt x="25746" y="91440"/>
                  <a:pt x="23460" y="91183"/>
                  <a:pt x="21146" y="90640"/>
                </a:cubicBezTo>
                <a:cubicBezTo>
                  <a:pt x="18831" y="90126"/>
                  <a:pt x="16145" y="88697"/>
                  <a:pt x="13030" y="86411"/>
                </a:cubicBezTo>
                <a:cubicBezTo>
                  <a:pt x="9944" y="84096"/>
                  <a:pt x="7487" y="81124"/>
                  <a:pt x="5715" y="77495"/>
                </a:cubicBezTo>
                <a:cubicBezTo>
                  <a:pt x="1915" y="70237"/>
                  <a:pt x="0" y="59722"/>
                  <a:pt x="0" y="45977"/>
                </a:cubicBezTo>
                <a:cubicBezTo>
                  <a:pt x="0" y="30575"/>
                  <a:pt x="2543" y="18831"/>
                  <a:pt x="7601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15"/>
                  <a:pt x="28061" y="4915"/>
                </a:cubicBezTo>
                <a:cubicBezTo>
                  <a:pt x="24346" y="4915"/>
                  <a:pt x="21146" y="6344"/>
                  <a:pt x="18488" y="9173"/>
                </a:cubicBezTo>
                <a:cubicBezTo>
                  <a:pt x="16259" y="11487"/>
                  <a:pt x="14802" y="14659"/>
                  <a:pt x="14087" y="18745"/>
                </a:cubicBezTo>
                <a:cubicBezTo>
                  <a:pt x="13402" y="22831"/>
                  <a:pt x="13030" y="31347"/>
                  <a:pt x="13030" y="44263"/>
                </a:cubicBezTo>
                <a:cubicBezTo>
                  <a:pt x="13030" y="58264"/>
                  <a:pt x="13402" y="67466"/>
                  <a:pt x="14087" y="71895"/>
                </a:cubicBezTo>
                <a:cubicBezTo>
                  <a:pt x="14802" y="76352"/>
                  <a:pt x="16402" y="79839"/>
                  <a:pt x="18888" y="82410"/>
                </a:cubicBezTo>
                <a:cubicBezTo>
                  <a:pt x="21374" y="85068"/>
                  <a:pt x="24432" y="86411"/>
                  <a:pt x="28061" y="86411"/>
                </a:cubicBezTo>
                <a:cubicBezTo>
                  <a:pt x="31604" y="86411"/>
                  <a:pt x="34604" y="85068"/>
                  <a:pt x="37090" y="82410"/>
                </a:cubicBezTo>
                <a:cubicBezTo>
                  <a:pt x="39662" y="79753"/>
                  <a:pt x="41262" y="76038"/>
                  <a:pt x="41891" y="71237"/>
                </a:cubicBezTo>
                <a:cubicBezTo>
                  <a:pt x="42491" y="66465"/>
                  <a:pt x="42862" y="57464"/>
                  <a:pt x="42948" y="44263"/>
                </a:cubicBezTo>
                <a:cubicBezTo>
                  <a:pt x="42948" y="31433"/>
                  <a:pt x="42577" y="22974"/>
                  <a:pt x="41891" y="18888"/>
                </a:cubicBezTo>
                <a:cubicBezTo>
                  <a:pt x="41177" y="14802"/>
                  <a:pt x="39691" y="11573"/>
                  <a:pt x="37490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CED48-5274-4E13-9D7D-E4F566BF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627" y="1800111"/>
            <a:ext cx="55978" cy="91440"/>
          </a:xfrm>
          <a:custGeom xmlns:a="http://schemas.openxmlformats.org/drawingml/2006/main">
            <a:pathLst>
              <a:path w="55978" h="91440" fill="none">
                <a:moveTo>
                  <a:pt x="7601" y="10773"/>
                </a:moveTo>
                <a:cubicBezTo>
                  <a:pt x="12544" y="3600"/>
                  <a:pt x="19345" y="0"/>
                  <a:pt x="27918" y="0"/>
                </a:cubicBezTo>
                <a:cubicBezTo>
                  <a:pt x="32175" y="0"/>
                  <a:pt x="36433" y="1172"/>
                  <a:pt x="40662" y="3458"/>
                </a:cubicBezTo>
                <a:cubicBezTo>
                  <a:pt x="44920" y="5772"/>
                  <a:pt x="48377" y="9858"/>
                  <a:pt x="51035" y="15688"/>
                </a:cubicBezTo>
                <a:cubicBezTo>
                  <a:pt x="54321" y="23031"/>
                  <a:pt x="55978" y="33147"/>
                  <a:pt x="55978" y="45977"/>
                </a:cubicBezTo>
                <a:cubicBezTo>
                  <a:pt x="55978" y="59722"/>
                  <a:pt x="54064" y="70237"/>
                  <a:pt x="50263" y="77495"/>
                </a:cubicBezTo>
                <a:cubicBezTo>
                  <a:pt x="48463" y="81210"/>
                  <a:pt x="46034" y="84182"/>
                  <a:pt x="42948" y="86411"/>
                </a:cubicBezTo>
                <a:cubicBezTo>
                  <a:pt x="39834" y="88611"/>
                  <a:pt x="37148" y="89983"/>
                  <a:pt x="34833" y="90526"/>
                </a:cubicBezTo>
                <a:cubicBezTo>
                  <a:pt x="32518" y="91040"/>
                  <a:pt x="30261" y="91354"/>
                  <a:pt x="28061" y="91440"/>
                </a:cubicBezTo>
                <a:cubicBezTo>
                  <a:pt x="25746" y="91440"/>
                  <a:pt x="23460" y="91183"/>
                  <a:pt x="21146" y="90640"/>
                </a:cubicBezTo>
                <a:cubicBezTo>
                  <a:pt x="18831" y="90126"/>
                  <a:pt x="16145" y="88697"/>
                  <a:pt x="13030" y="86411"/>
                </a:cubicBezTo>
                <a:cubicBezTo>
                  <a:pt x="9944" y="84096"/>
                  <a:pt x="7487" y="81124"/>
                  <a:pt x="5715" y="77495"/>
                </a:cubicBezTo>
                <a:cubicBezTo>
                  <a:pt x="1915" y="70237"/>
                  <a:pt x="0" y="59722"/>
                  <a:pt x="0" y="45977"/>
                </a:cubicBezTo>
                <a:cubicBezTo>
                  <a:pt x="0" y="30575"/>
                  <a:pt x="2543" y="18831"/>
                  <a:pt x="7601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15"/>
                  <a:pt x="28061" y="4915"/>
                </a:cubicBezTo>
                <a:cubicBezTo>
                  <a:pt x="24346" y="4915"/>
                  <a:pt x="21146" y="6344"/>
                  <a:pt x="18488" y="9173"/>
                </a:cubicBezTo>
                <a:cubicBezTo>
                  <a:pt x="16259" y="11487"/>
                  <a:pt x="14802" y="14659"/>
                  <a:pt x="14087" y="18745"/>
                </a:cubicBezTo>
                <a:cubicBezTo>
                  <a:pt x="13402" y="22831"/>
                  <a:pt x="13030" y="31347"/>
                  <a:pt x="13030" y="44263"/>
                </a:cubicBezTo>
                <a:cubicBezTo>
                  <a:pt x="13030" y="58264"/>
                  <a:pt x="13402" y="67466"/>
                  <a:pt x="14087" y="71895"/>
                </a:cubicBezTo>
                <a:cubicBezTo>
                  <a:pt x="14802" y="76352"/>
                  <a:pt x="16402" y="79839"/>
                  <a:pt x="18888" y="82410"/>
                </a:cubicBezTo>
                <a:cubicBezTo>
                  <a:pt x="21374" y="85068"/>
                  <a:pt x="24432" y="86411"/>
                  <a:pt x="28061" y="86411"/>
                </a:cubicBezTo>
                <a:cubicBezTo>
                  <a:pt x="31604" y="86411"/>
                  <a:pt x="34604" y="85068"/>
                  <a:pt x="37090" y="82410"/>
                </a:cubicBezTo>
                <a:cubicBezTo>
                  <a:pt x="39662" y="79753"/>
                  <a:pt x="41262" y="76038"/>
                  <a:pt x="41891" y="71237"/>
                </a:cubicBezTo>
                <a:cubicBezTo>
                  <a:pt x="42491" y="66465"/>
                  <a:pt x="42862" y="57464"/>
                  <a:pt x="42948" y="44263"/>
                </a:cubicBezTo>
                <a:cubicBezTo>
                  <a:pt x="42948" y="31433"/>
                  <a:pt x="42577" y="22974"/>
                  <a:pt x="41891" y="18888"/>
                </a:cubicBezTo>
                <a:cubicBezTo>
                  <a:pt x="41177" y="14802"/>
                  <a:pt x="39691" y="11573"/>
                  <a:pt x="37490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D2456-6BBF-4EC4-AD7A-9F1A1D74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638" y="1719443"/>
            <a:ext cx="42062" cy="187995"/>
          </a:xfrm>
          <a:custGeom xmlns:a="http://schemas.openxmlformats.org/drawingml/2006/main">
            <a:pathLst>
              <a:path w="42062" h="187995">
                <a:moveTo>
                  <a:pt x="0" y="3400"/>
                </a:moveTo>
                <a:cubicBezTo>
                  <a:pt x="114" y="2515"/>
                  <a:pt x="514" y="1772"/>
                  <a:pt x="1143" y="1143"/>
                </a:cubicBezTo>
                <a:cubicBezTo>
                  <a:pt x="1743" y="514"/>
                  <a:pt x="2629" y="143"/>
                  <a:pt x="3772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44" y="2772"/>
                  <a:pt x="13230" y="18174"/>
                  <a:pt x="24632" y="48120"/>
                </a:cubicBezTo>
                <a:cubicBezTo>
                  <a:pt x="36033" y="78067"/>
                  <a:pt x="41805" y="93383"/>
                  <a:pt x="41920" y="93983"/>
                </a:cubicBezTo>
                <a:cubicBezTo>
                  <a:pt x="42062" y="94612"/>
                  <a:pt x="36347" y="109928"/>
                  <a:pt x="24803" y="139875"/>
                </a:cubicBezTo>
                <a:cubicBezTo>
                  <a:pt x="13287" y="169821"/>
                  <a:pt x="7344" y="185223"/>
                  <a:pt x="6944" y="186109"/>
                </a:cubicBezTo>
                <a:cubicBezTo>
                  <a:pt x="6086" y="187366"/>
                  <a:pt x="5001" y="187995"/>
                  <a:pt x="3772" y="187995"/>
                </a:cubicBezTo>
                <a:cubicBezTo>
                  <a:pt x="2772" y="187995"/>
                  <a:pt x="1943" y="187681"/>
                  <a:pt x="1314" y="187052"/>
                </a:cubicBezTo>
                <a:cubicBezTo>
                  <a:pt x="686" y="186423"/>
                  <a:pt x="257" y="185595"/>
                  <a:pt x="0" y="184595"/>
                </a:cubicBezTo>
                <a:cubicBezTo>
                  <a:pt x="0" y="183966"/>
                  <a:pt x="5629" y="168764"/>
                  <a:pt x="16916" y="138932"/>
                </a:cubicBezTo>
                <a:cubicBezTo>
                  <a:pt x="28318" y="109214"/>
                  <a:pt x="34033" y="94240"/>
                  <a:pt x="34033" y="93983"/>
                </a:cubicBezTo>
                <a:cubicBezTo>
                  <a:pt x="34033" y="93755"/>
                  <a:pt x="28318" y="78781"/>
                  <a:pt x="16916" y="49063"/>
                </a:cubicBezTo>
                <a:cubicBezTo>
                  <a:pt x="5629" y="19231"/>
                  <a:pt x="0" y="4029"/>
                  <a:pt x="0" y="340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E8988-C63C-4AB0-92FF-F6EFFDC4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638" y="1719443"/>
            <a:ext cx="42062" cy="187995"/>
          </a:xfrm>
          <a:custGeom xmlns:a="http://schemas.openxmlformats.org/drawingml/2006/main">
            <a:pathLst>
              <a:path w="42062" h="187995" fill="none">
                <a:moveTo>
                  <a:pt x="0" y="3400"/>
                </a:moveTo>
                <a:cubicBezTo>
                  <a:pt x="114" y="2515"/>
                  <a:pt x="514" y="1772"/>
                  <a:pt x="1143" y="1143"/>
                </a:cubicBezTo>
                <a:cubicBezTo>
                  <a:pt x="1743" y="514"/>
                  <a:pt x="2629" y="143"/>
                  <a:pt x="3772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44" y="2772"/>
                  <a:pt x="13230" y="18174"/>
                  <a:pt x="24632" y="48120"/>
                </a:cubicBezTo>
                <a:cubicBezTo>
                  <a:pt x="36033" y="78067"/>
                  <a:pt x="41805" y="93383"/>
                  <a:pt x="41920" y="93983"/>
                </a:cubicBezTo>
                <a:cubicBezTo>
                  <a:pt x="42062" y="94612"/>
                  <a:pt x="36347" y="109928"/>
                  <a:pt x="24803" y="139875"/>
                </a:cubicBezTo>
                <a:cubicBezTo>
                  <a:pt x="13287" y="169821"/>
                  <a:pt x="7344" y="185223"/>
                  <a:pt x="6944" y="186109"/>
                </a:cubicBezTo>
                <a:cubicBezTo>
                  <a:pt x="6086" y="187366"/>
                  <a:pt x="5001" y="187995"/>
                  <a:pt x="3772" y="187995"/>
                </a:cubicBezTo>
                <a:cubicBezTo>
                  <a:pt x="2772" y="187995"/>
                  <a:pt x="1943" y="187681"/>
                  <a:pt x="1314" y="187052"/>
                </a:cubicBezTo>
                <a:cubicBezTo>
                  <a:pt x="686" y="186423"/>
                  <a:pt x="257" y="185595"/>
                  <a:pt x="0" y="184595"/>
                </a:cubicBezTo>
                <a:cubicBezTo>
                  <a:pt x="0" y="183966"/>
                  <a:pt x="5629" y="168764"/>
                  <a:pt x="16916" y="138932"/>
                </a:cubicBezTo>
                <a:cubicBezTo>
                  <a:pt x="28318" y="109214"/>
                  <a:pt x="34033" y="94240"/>
                  <a:pt x="34033" y="93983"/>
                </a:cubicBezTo>
                <a:cubicBezTo>
                  <a:pt x="34033" y="93755"/>
                  <a:pt x="28318" y="78781"/>
                  <a:pt x="16916" y="49063"/>
                </a:cubicBezTo>
                <a:cubicBezTo>
                  <a:pt x="5629" y="19231"/>
                  <a:pt x="0" y="4029"/>
                  <a:pt x="0" y="3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82151-1BD1-46CD-BAB8-4B2085F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03" y="175022"/>
            <a:ext cx="1130256" cy="518693"/>
          </a:xfrm>
          <a:custGeom xmlns:a="http://schemas.openxmlformats.org/drawingml/2006/main">
            <a:pathLst>
              <a:path w="1130256" h="518693">
                <a:moveTo>
                  <a:pt x="126959" y="0"/>
                </a:moveTo>
                <a:lnTo>
                  <a:pt x="150190" y="0"/>
                </a:lnTo>
                <a:lnTo>
                  <a:pt x="150190" y="7744"/>
                </a:lnTo>
                <a:lnTo>
                  <a:pt x="126959" y="7744"/>
                </a:lnTo>
                <a:lnTo>
                  <a:pt x="126959" y="0"/>
                </a:lnTo>
                <a:close/>
                <a:moveTo>
                  <a:pt x="173393" y="0"/>
                </a:moveTo>
                <a:lnTo>
                  <a:pt x="196625" y="0"/>
                </a:lnTo>
                <a:lnTo>
                  <a:pt x="196625" y="7744"/>
                </a:lnTo>
                <a:lnTo>
                  <a:pt x="173393" y="7744"/>
                </a:lnTo>
                <a:lnTo>
                  <a:pt x="173393" y="0"/>
                </a:lnTo>
                <a:close/>
                <a:moveTo>
                  <a:pt x="219856" y="0"/>
                </a:moveTo>
                <a:lnTo>
                  <a:pt x="243059" y="0"/>
                </a:lnTo>
                <a:lnTo>
                  <a:pt x="243059" y="7744"/>
                </a:lnTo>
                <a:lnTo>
                  <a:pt x="219856" y="7744"/>
                </a:lnTo>
                <a:lnTo>
                  <a:pt x="219856" y="0"/>
                </a:lnTo>
                <a:close/>
                <a:moveTo>
                  <a:pt x="266290" y="0"/>
                </a:moveTo>
                <a:lnTo>
                  <a:pt x="289522" y="0"/>
                </a:lnTo>
                <a:lnTo>
                  <a:pt x="289522" y="7744"/>
                </a:lnTo>
                <a:lnTo>
                  <a:pt x="266290" y="7744"/>
                </a:lnTo>
                <a:lnTo>
                  <a:pt x="266290" y="0"/>
                </a:lnTo>
                <a:close/>
                <a:moveTo>
                  <a:pt x="312753" y="0"/>
                </a:moveTo>
                <a:lnTo>
                  <a:pt x="335985" y="0"/>
                </a:lnTo>
                <a:lnTo>
                  <a:pt x="335985" y="7744"/>
                </a:lnTo>
                <a:lnTo>
                  <a:pt x="312753" y="7744"/>
                </a:lnTo>
                <a:lnTo>
                  <a:pt x="312753" y="0"/>
                </a:lnTo>
                <a:close/>
                <a:moveTo>
                  <a:pt x="359216" y="0"/>
                </a:moveTo>
                <a:lnTo>
                  <a:pt x="382419" y="0"/>
                </a:lnTo>
                <a:lnTo>
                  <a:pt x="382419" y="7744"/>
                </a:lnTo>
                <a:lnTo>
                  <a:pt x="359216" y="7744"/>
                </a:lnTo>
                <a:lnTo>
                  <a:pt x="359216" y="0"/>
                </a:lnTo>
                <a:close/>
                <a:moveTo>
                  <a:pt x="405651" y="0"/>
                </a:moveTo>
                <a:lnTo>
                  <a:pt x="428882" y="0"/>
                </a:lnTo>
                <a:lnTo>
                  <a:pt x="428882" y="7744"/>
                </a:lnTo>
                <a:lnTo>
                  <a:pt x="405651" y="7744"/>
                </a:lnTo>
                <a:lnTo>
                  <a:pt x="405651" y="0"/>
                </a:lnTo>
                <a:close/>
                <a:moveTo>
                  <a:pt x="452085" y="0"/>
                </a:moveTo>
                <a:lnTo>
                  <a:pt x="475317" y="0"/>
                </a:lnTo>
                <a:lnTo>
                  <a:pt x="475317" y="7744"/>
                </a:lnTo>
                <a:lnTo>
                  <a:pt x="452085" y="7744"/>
                </a:lnTo>
                <a:lnTo>
                  <a:pt x="452085" y="0"/>
                </a:lnTo>
                <a:close/>
                <a:moveTo>
                  <a:pt x="498548" y="0"/>
                </a:moveTo>
                <a:lnTo>
                  <a:pt x="521780" y="0"/>
                </a:lnTo>
                <a:lnTo>
                  <a:pt x="521780" y="7744"/>
                </a:lnTo>
                <a:lnTo>
                  <a:pt x="498548" y="7744"/>
                </a:lnTo>
                <a:lnTo>
                  <a:pt x="498548" y="0"/>
                </a:lnTo>
                <a:close/>
                <a:moveTo>
                  <a:pt x="544982" y="0"/>
                </a:moveTo>
                <a:lnTo>
                  <a:pt x="568214" y="0"/>
                </a:lnTo>
                <a:lnTo>
                  <a:pt x="568214" y="7744"/>
                </a:lnTo>
                <a:lnTo>
                  <a:pt x="544982" y="7744"/>
                </a:lnTo>
                <a:lnTo>
                  <a:pt x="544982" y="0"/>
                </a:lnTo>
                <a:close/>
                <a:moveTo>
                  <a:pt x="591445" y="0"/>
                </a:moveTo>
                <a:lnTo>
                  <a:pt x="614677" y="0"/>
                </a:lnTo>
                <a:lnTo>
                  <a:pt x="614677" y="7744"/>
                </a:lnTo>
                <a:lnTo>
                  <a:pt x="591445" y="7744"/>
                </a:lnTo>
                <a:lnTo>
                  <a:pt x="591445" y="0"/>
                </a:lnTo>
                <a:close/>
                <a:moveTo>
                  <a:pt x="637908" y="0"/>
                </a:moveTo>
                <a:lnTo>
                  <a:pt x="661111" y="0"/>
                </a:lnTo>
                <a:lnTo>
                  <a:pt x="661111" y="7744"/>
                </a:lnTo>
                <a:lnTo>
                  <a:pt x="637908" y="7744"/>
                </a:lnTo>
                <a:lnTo>
                  <a:pt x="637908" y="0"/>
                </a:lnTo>
                <a:close/>
                <a:moveTo>
                  <a:pt x="684343" y="0"/>
                </a:moveTo>
                <a:lnTo>
                  <a:pt x="707574" y="0"/>
                </a:lnTo>
                <a:lnTo>
                  <a:pt x="707574" y="7744"/>
                </a:lnTo>
                <a:lnTo>
                  <a:pt x="684343" y="7744"/>
                </a:lnTo>
                <a:lnTo>
                  <a:pt x="684343" y="0"/>
                </a:lnTo>
                <a:close/>
                <a:moveTo>
                  <a:pt x="730777" y="0"/>
                </a:moveTo>
                <a:lnTo>
                  <a:pt x="754009" y="0"/>
                </a:lnTo>
                <a:lnTo>
                  <a:pt x="754009" y="7744"/>
                </a:lnTo>
                <a:lnTo>
                  <a:pt x="730777" y="7744"/>
                </a:lnTo>
                <a:lnTo>
                  <a:pt x="730777" y="0"/>
                </a:lnTo>
                <a:close/>
                <a:moveTo>
                  <a:pt x="777240" y="0"/>
                </a:moveTo>
                <a:lnTo>
                  <a:pt x="800471" y="0"/>
                </a:lnTo>
                <a:lnTo>
                  <a:pt x="800471" y="7744"/>
                </a:lnTo>
                <a:lnTo>
                  <a:pt x="777240" y="7744"/>
                </a:lnTo>
                <a:lnTo>
                  <a:pt x="777240" y="0"/>
                </a:lnTo>
                <a:close/>
                <a:moveTo>
                  <a:pt x="823703" y="0"/>
                </a:moveTo>
                <a:lnTo>
                  <a:pt x="846906" y="0"/>
                </a:lnTo>
                <a:lnTo>
                  <a:pt x="846906" y="7744"/>
                </a:lnTo>
                <a:lnTo>
                  <a:pt x="823703" y="7744"/>
                </a:lnTo>
                <a:lnTo>
                  <a:pt x="823703" y="0"/>
                </a:lnTo>
                <a:close/>
                <a:moveTo>
                  <a:pt x="870137" y="0"/>
                </a:moveTo>
                <a:lnTo>
                  <a:pt x="893369" y="0"/>
                </a:lnTo>
                <a:lnTo>
                  <a:pt x="893369" y="7744"/>
                </a:lnTo>
                <a:lnTo>
                  <a:pt x="870137" y="7744"/>
                </a:lnTo>
                <a:lnTo>
                  <a:pt x="870137" y="0"/>
                </a:lnTo>
                <a:close/>
                <a:moveTo>
                  <a:pt x="916600" y="0"/>
                </a:moveTo>
                <a:lnTo>
                  <a:pt x="939803" y="0"/>
                </a:lnTo>
                <a:lnTo>
                  <a:pt x="939803" y="7744"/>
                </a:lnTo>
                <a:lnTo>
                  <a:pt x="916600" y="7744"/>
                </a:lnTo>
                <a:lnTo>
                  <a:pt x="916600" y="0"/>
                </a:lnTo>
                <a:close/>
                <a:moveTo>
                  <a:pt x="963035" y="0"/>
                </a:moveTo>
                <a:lnTo>
                  <a:pt x="986266" y="0"/>
                </a:lnTo>
                <a:lnTo>
                  <a:pt x="986266" y="7744"/>
                </a:lnTo>
                <a:lnTo>
                  <a:pt x="963035" y="7744"/>
                </a:lnTo>
                <a:lnTo>
                  <a:pt x="963035" y="0"/>
                </a:lnTo>
                <a:close/>
                <a:moveTo>
                  <a:pt x="1009498" y="0"/>
                </a:moveTo>
                <a:lnTo>
                  <a:pt x="1032701" y="0"/>
                </a:lnTo>
                <a:lnTo>
                  <a:pt x="1032701" y="7744"/>
                </a:lnTo>
                <a:lnTo>
                  <a:pt x="1009498" y="7744"/>
                </a:lnTo>
                <a:lnTo>
                  <a:pt x="1009498" y="0"/>
                </a:lnTo>
                <a:close/>
                <a:moveTo>
                  <a:pt x="1055846" y="229"/>
                </a:moveTo>
                <a:cubicBezTo>
                  <a:pt x="1063990" y="857"/>
                  <a:pt x="1071877" y="2657"/>
                  <a:pt x="1079478" y="5686"/>
                </a:cubicBezTo>
                <a:lnTo>
                  <a:pt x="1076620" y="12887"/>
                </a:lnTo>
                <a:cubicBezTo>
                  <a:pt x="1069734" y="10144"/>
                  <a:pt x="1062619" y="8515"/>
                  <a:pt x="1055246" y="7944"/>
                </a:cubicBezTo>
                <a:lnTo>
                  <a:pt x="1055846" y="229"/>
                </a:lnTo>
                <a:close/>
                <a:moveTo>
                  <a:pt x="1101652" y="18945"/>
                </a:moveTo>
                <a:cubicBezTo>
                  <a:pt x="1108396" y="24660"/>
                  <a:pt x="1114082" y="31290"/>
                  <a:pt x="1118654" y="38862"/>
                </a:cubicBezTo>
                <a:lnTo>
                  <a:pt x="1112025" y="42862"/>
                </a:lnTo>
                <a:cubicBezTo>
                  <a:pt x="1107881" y="36033"/>
                  <a:pt x="1102766" y="30032"/>
                  <a:pt x="1096651" y="24860"/>
                </a:cubicBezTo>
                <a:lnTo>
                  <a:pt x="1101652" y="18945"/>
                </a:lnTo>
                <a:close/>
                <a:moveTo>
                  <a:pt x="1128141" y="62208"/>
                </a:moveTo>
                <a:cubicBezTo>
                  <a:pt x="1129570" y="68237"/>
                  <a:pt x="1130256" y="74324"/>
                  <a:pt x="1130256" y="80524"/>
                </a:cubicBezTo>
                <a:lnTo>
                  <a:pt x="1130256" y="85525"/>
                </a:lnTo>
                <a:lnTo>
                  <a:pt x="1122512" y="85525"/>
                </a:lnTo>
                <a:lnTo>
                  <a:pt x="1122512" y="80524"/>
                </a:lnTo>
                <a:cubicBezTo>
                  <a:pt x="1122512" y="74924"/>
                  <a:pt x="1121883" y="69409"/>
                  <a:pt x="1120626" y="63979"/>
                </a:cubicBezTo>
                <a:lnTo>
                  <a:pt x="1128141" y="62208"/>
                </a:lnTo>
                <a:close/>
                <a:moveTo>
                  <a:pt x="1130256" y="108728"/>
                </a:moveTo>
                <a:lnTo>
                  <a:pt x="1130256" y="131959"/>
                </a:lnTo>
                <a:lnTo>
                  <a:pt x="1122512" y="131959"/>
                </a:lnTo>
                <a:lnTo>
                  <a:pt x="1122512" y="108728"/>
                </a:lnTo>
                <a:lnTo>
                  <a:pt x="1130256" y="108728"/>
                </a:lnTo>
                <a:close/>
                <a:moveTo>
                  <a:pt x="1130256" y="155191"/>
                </a:moveTo>
                <a:lnTo>
                  <a:pt x="1130256" y="178394"/>
                </a:lnTo>
                <a:lnTo>
                  <a:pt x="1122512" y="178394"/>
                </a:lnTo>
                <a:lnTo>
                  <a:pt x="1122512" y="155191"/>
                </a:lnTo>
                <a:lnTo>
                  <a:pt x="1130256" y="155191"/>
                </a:lnTo>
                <a:close/>
                <a:moveTo>
                  <a:pt x="1130256" y="201625"/>
                </a:moveTo>
                <a:lnTo>
                  <a:pt x="1130256" y="224857"/>
                </a:lnTo>
                <a:lnTo>
                  <a:pt x="1122512" y="224857"/>
                </a:lnTo>
                <a:lnTo>
                  <a:pt x="1122512" y="201625"/>
                </a:lnTo>
                <a:lnTo>
                  <a:pt x="1130256" y="201625"/>
                </a:lnTo>
                <a:close/>
                <a:moveTo>
                  <a:pt x="1130256" y="248088"/>
                </a:moveTo>
                <a:lnTo>
                  <a:pt x="1130256" y="271320"/>
                </a:lnTo>
                <a:lnTo>
                  <a:pt x="1122512" y="271320"/>
                </a:lnTo>
                <a:lnTo>
                  <a:pt x="1122512" y="248088"/>
                </a:lnTo>
                <a:lnTo>
                  <a:pt x="1130256" y="248088"/>
                </a:lnTo>
                <a:close/>
                <a:moveTo>
                  <a:pt x="1130256" y="294523"/>
                </a:moveTo>
                <a:lnTo>
                  <a:pt x="1130256" y="317754"/>
                </a:lnTo>
                <a:lnTo>
                  <a:pt x="1122512" y="317754"/>
                </a:lnTo>
                <a:lnTo>
                  <a:pt x="1122512" y="294523"/>
                </a:lnTo>
                <a:lnTo>
                  <a:pt x="1130256" y="294523"/>
                </a:lnTo>
                <a:close/>
                <a:moveTo>
                  <a:pt x="1130256" y="340985"/>
                </a:moveTo>
                <a:lnTo>
                  <a:pt x="1130256" y="364217"/>
                </a:lnTo>
                <a:lnTo>
                  <a:pt x="1122512" y="364217"/>
                </a:lnTo>
                <a:lnTo>
                  <a:pt x="1122512" y="340985"/>
                </a:lnTo>
                <a:lnTo>
                  <a:pt x="1130256" y="340985"/>
                </a:lnTo>
                <a:close/>
                <a:moveTo>
                  <a:pt x="1130256" y="387420"/>
                </a:moveTo>
                <a:lnTo>
                  <a:pt x="1130256" y="410651"/>
                </a:lnTo>
                <a:lnTo>
                  <a:pt x="1122512" y="410651"/>
                </a:lnTo>
                <a:lnTo>
                  <a:pt x="1122512" y="387420"/>
                </a:lnTo>
                <a:lnTo>
                  <a:pt x="1130256" y="387420"/>
                </a:lnTo>
                <a:close/>
                <a:moveTo>
                  <a:pt x="1130256" y="433883"/>
                </a:moveTo>
                <a:lnTo>
                  <a:pt x="1130256" y="438169"/>
                </a:lnTo>
                <a:cubicBezTo>
                  <a:pt x="1130256" y="444598"/>
                  <a:pt x="1129513" y="450942"/>
                  <a:pt x="1127970" y="457171"/>
                </a:cubicBezTo>
                <a:lnTo>
                  <a:pt x="1120454" y="455371"/>
                </a:lnTo>
                <a:cubicBezTo>
                  <a:pt x="1121826" y="449713"/>
                  <a:pt x="1122512" y="443970"/>
                  <a:pt x="1122512" y="438169"/>
                </a:cubicBezTo>
                <a:lnTo>
                  <a:pt x="1122512" y="433883"/>
                </a:lnTo>
                <a:lnTo>
                  <a:pt x="1130256" y="433883"/>
                </a:lnTo>
                <a:close/>
                <a:moveTo>
                  <a:pt x="1118225" y="480489"/>
                </a:moveTo>
                <a:cubicBezTo>
                  <a:pt x="1113596" y="488032"/>
                  <a:pt x="1107853" y="494605"/>
                  <a:pt x="1101023" y="500234"/>
                </a:cubicBezTo>
                <a:lnTo>
                  <a:pt x="1096080" y="494262"/>
                </a:lnTo>
                <a:cubicBezTo>
                  <a:pt x="1102252" y="489175"/>
                  <a:pt x="1107453" y="483232"/>
                  <a:pt x="1111653" y="476402"/>
                </a:cubicBezTo>
                <a:lnTo>
                  <a:pt x="1118225" y="480489"/>
                </a:lnTo>
                <a:close/>
                <a:moveTo>
                  <a:pt x="1078735" y="513264"/>
                </a:moveTo>
                <a:cubicBezTo>
                  <a:pt x="1071134" y="516207"/>
                  <a:pt x="1063276" y="517950"/>
                  <a:pt x="1055132" y="518493"/>
                </a:cubicBezTo>
                <a:lnTo>
                  <a:pt x="1054618" y="510778"/>
                </a:lnTo>
                <a:cubicBezTo>
                  <a:pt x="1061961" y="510264"/>
                  <a:pt x="1069076" y="508692"/>
                  <a:pt x="1075963" y="506035"/>
                </a:cubicBezTo>
                <a:lnTo>
                  <a:pt x="1078735" y="513264"/>
                </a:lnTo>
                <a:close/>
                <a:moveTo>
                  <a:pt x="1031986" y="518693"/>
                </a:moveTo>
                <a:lnTo>
                  <a:pt x="1008783" y="518693"/>
                </a:lnTo>
                <a:lnTo>
                  <a:pt x="1008783" y="510921"/>
                </a:lnTo>
                <a:lnTo>
                  <a:pt x="1031986" y="510921"/>
                </a:lnTo>
                <a:lnTo>
                  <a:pt x="1031986" y="518693"/>
                </a:lnTo>
                <a:close/>
                <a:moveTo>
                  <a:pt x="985552" y="518693"/>
                </a:moveTo>
                <a:lnTo>
                  <a:pt x="962320" y="518693"/>
                </a:lnTo>
                <a:lnTo>
                  <a:pt x="962320" y="510921"/>
                </a:lnTo>
                <a:lnTo>
                  <a:pt x="985552" y="510921"/>
                </a:lnTo>
                <a:lnTo>
                  <a:pt x="985552" y="518693"/>
                </a:lnTo>
                <a:close/>
                <a:moveTo>
                  <a:pt x="939117" y="518693"/>
                </a:moveTo>
                <a:lnTo>
                  <a:pt x="915886" y="518693"/>
                </a:lnTo>
                <a:lnTo>
                  <a:pt x="915886" y="510921"/>
                </a:lnTo>
                <a:lnTo>
                  <a:pt x="939117" y="510921"/>
                </a:lnTo>
                <a:lnTo>
                  <a:pt x="939117" y="518693"/>
                </a:lnTo>
                <a:close/>
                <a:moveTo>
                  <a:pt x="892654" y="518693"/>
                </a:moveTo>
                <a:lnTo>
                  <a:pt x="869423" y="518693"/>
                </a:lnTo>
                <a:lnTo>
                  <a:pt x="869423" y="510921"/>
                </a:lnTo>
                <a:lnTo>
                  <a:pt x="892654" y="510921"/>
                </a:lnTo>
                <a:lnTo>
                  <a:pt x="892654" y="518693"/>
                </a:lnTo>
                <a:close/>
                <a:moveTo>
                  <a:pt x="846191" y="518693"/>
                </a:moveTo>
                <a:lnTo>
                  <a:pt x="822989" y="518693"/>
                </a:lnTo>
                <a:lnTo>
                  <a:pt x="822989" y="510921"/>
                </a:lnTo>
                <a:lnTo>
                  <a:pt x="846191" y="510921"/>
                </a:lnTo>
                <a:lnTo>
                  <a:pt x="846191" y="518693"/>
                </a:lnTo>
                <a:close/>
                <a:moveTo>
                  <a:pt x="799757" y="518693"/>
                </a:moveTo>
                <a:lnTo>
                  <a:pt x="776526" y="518693"/>
                </a:lnTo>
                <a:lnTo>
                  <a:pt x="776526" y="510921"/>
                </a:lnTo>
                <a:lnTo>
                  <a:pt x="799757" y="510921"/>
                </a:lnTo>
                <a:lnTo>
                  <a:pt x="799757" y="518693"/>
                </a:lnTo>
                <a:close/>
                <a:moveTo>
                  <a:pt x="753294" y="518693"/>
                </a:moveTo>
                <a:lnTo>
                  <a:pt x="730091" y="518693"/>
                </a:lnTo>
                <a:lnTo>
                  <a:pt x="730091" y="510921"/>
                </a:lnTo>
                <a:lnTo>
                  <a:pt x="753294" y="510921"/>
                </a:lnTo>
                <a:lnTo>
                  <a:pt x="753294" y="518693"/>
                </a:lnTo>
                <a:close/>
                <a:moveTo>
                  <a:pt x="706860" y="518693"/>
                </a:moveTo>
                <a:lnTo>
                  <a:pt x="683628" y="518693"/>
                </a:lnTo>
                <a:lnTo>
                  <a:pt x="683628" y="510921"/>
                </a:lnTo>
                <a:lnTo>
                  <a:pt x="706860" y="510921"/>
                </a:lnTo>
                <a:lnTo>
                  <a:pt x="706860" y="518693"/>
                </a:lnTo>
                <a:close/>
                <a:moveTo>
                  <a:pt x="660425" y="518693"/>
                </a:moveTo>
                <a:lnTo>
                  <a:pt x="637194" y="518693"/>
                </a:lnTo>
                <a:lnTo>
                  <a:pt x="637194" y="510921"/>
                </a:lnTo>
                <a:lnTo>
                  <a:pt x="660425" y="510921"/>
                </a:lnTo>
                <a:lnTo>
                  <a:pt x="660425" y="518693"/>
                </a:lnTo>
                <a:close/>
                <a:moveTo>
                  <a:pt x="613962" y="518693"/>
                </a:moveTo>
                <a:lnTo>
                  <a:pt x="590731" y="518693"/>
                </a:lnTo>
                <a:lnTo>
                  <a:pt x="590731" y="510921"/>
                </a:lnTo>
                <a:lnTo>
                  <a:pt x="613962" y="510921"/>
                </a:lnTo>
                <a:lnTo>
                  <a:pt x="613962" y="518693"/>
                </a:lnTo>
                <a:close/>
                <a:moveTo>
                  <a:pt x="567500" y="518693"/>
                </a:moveTo>
                <a:lnTo>
                  <a:pt x="544268" y="518693"/>
                </a:lnTo>
                <a:lnTo>
                  <a:pt x="544268" y="510921"/>
                </a:lnTo>
                <a:lnTo>
                  <a:pt x="567500" y="510921"/>
                </a:lnTo>
                <a:lnTo>
                  <a:pt x="567500" y="518693"/>
                </a:lnTo>
                <a:close/>
                <a:moveTo>
                  <a:pt x="521065" y="518693"/>
                </a:moveTo>
                <a:lnTo>
                  <a:pt x="497834" y="518693"/>
                </a:lnTo>
                <a:lnTo>
                  <a:pt x="497834" y="510921"/>
                </a:lnTo>
                <a:lnTo>
                  <a:pt x="521065" y="510921"/>
                </a:lnTo>
                <a:lnTo>
                  <a:pt x="521065" y="518693"/>
                </a:lnTo>
                <a:close/>
                <a:moveTo>
                  <a:pt x="474631" y="518693"/>
                </a:moveTo>
                <a:lnTo>
                  <a:pt x="451399" y="518693"/>
                </a:lnTo>
                <a:lnTo>
                  <a:pt x="451399" y="510921"/>
                </a:lnTo>
                <a:lnTo>
                  <a:pt x="474631" y="510921"/>
                </a:lnTo>
                <a:lnTo>
                  <a:pt x="474631" y="518693"/>
                </a:lnTo>
                <a:close/>
                <a:moveTo>
                  <a:pt x="428168" y="518693"/>
                </a:moveTo>
                <a:lnTo>
                  <a:pt x="404936" y="518693"/>
                </a:lnTo>
                <a:lnTo>
                  <a:pt x="404936" y="510921"/>
                </a:lnTo>
                <a:lnTo>
                  <a:pt x="428168" y="510921"/>
                </a:lnTo>
                <a:lnTo>
                  <a:pt x="428168" y="518693"/>
                </a:lnTo>
                <a:close/>
                <a:moveTo>
                  <a:pt x="381705" y="518693"/>
                </a:moveTo>
                <a:lnTo>
                  <a:pt x="358502" y="518693"/>
                </a:lnTo>
                <a:lnTo>
                  <a:pt x="358502" y="510921"/>
                </a:lnTo>
                <a:lnTo>
                  <a:pt x="381705" y="510921"/>
                </a:lnTo>
                <a:lnTo>
                  <a:pt x="381705" y="518693"/>
                </a:lnTo>
                <a:close/>
                <a:moveTo>
                  <a:pt x="335270" y="518693"/>
                </a:moveTo>
                <a:lnTo>
                  <a:pt x="312039" y="518693"/>
                </a:lnTo>
                <a:lnTo>
                  <a:pt x="312039" y="510921"/>
                </a:lnTo>
                <a:lnTo>
                  <a:pt x="335270" y="510921"/>
                </a:lnTo>
                <a:lnTo>
                  <a:pt x="335270" y="518693"/>
                </a:lnTo>
                <a:close/>
                <a:moveTo>
                  <a:pt x="288808" y="518693"/>
                </a:moveTo>
                <a:lnTo>
                  <a:pt x="265605" y="518693"/>
                </a:lnTo>
                <a:lnTo>
                  <a:pt x="265605" y="510921"/>
                </a:lnTo>
                <a:lnTo>
                  <a:pt x="288808" y="510921"/>
                </a:lnTo>
                <a:lnTo>
                  <a:pt x="288808" y="518693"/>
                </a:lnTo>
                <a:close/>
                <a:moveTo>
                  <a:pt x="242373" y="518693"/>
                </a:moveTo>
                <a:lnTo>
                  <a:pt x="219142" y="518693"/>
                </a:lnTo>
                <a:lnTo>
                  <a:pt x="219142" y="510921"/>
                </a:lnTo>
                <a:lnTo>
                  <a:pt x="242373" y="510921"/>
                </a:lnTo>
                <a:lnTo>
                  <a:pt x="242373" y="518693"/>
                </a:lnTo>
                <a:close/>
                <a:moveTo>
                  <a:pt x="195910" y="518693"/>
                </a:moveTo>
                <a:lnTo>
                  <a:pt x="172707" y="518693"/>
                </a:lnTo>
                <a:lnTo>
                  <a:pt x="172707" y="510921"/>
                </a:lnTo>
                <a:lnTo>
                  <a:pt x="195910" y="510921"/>
                </a:lnTo>
                <a:lnTo>
                  <a:pt x="195910" y="518693"/>
                </a:lnTo>
                <a:close/>
                <a:moveTo>
                  <a:pt x="149476" y="518693"/>
                </a:moveTo>
                <a:lnTo>
                  <a:pt x="126244" y="518693"/>
                </a:lnTo>
                <a:lnTo>
                  <a:pt x="126244" y="510921"/>
                </a:lnTo>
                <a:lnTo>
                  <a:pt x="149476" y="510921"/>
                </a:lnTo>
                <a:lnTo>
                  <a:pt x="149476" y="518693"/>
                </a:lnTo>
                <a:close/>
                <a:moveTo>
                  <a:pt x="103013" y="518693"/>
                </a:moveTo>
                <a:lnTo>
                  <a:pt x="79839" y="518693"/>
                </a:lnTo>
                <a:lnTo>
                  <a:pt x="79867" y="510921"/>
                </a:lnTo>
                <a:lnTo>
                  <a:pt x="103013" y="510921"/>
                </a:lnTo>
                <a:lnTo>
                  <a:pt x="103013" y="518693"/>
                </a:lnTo>
                <a:close/>
                <a:moveTo>
                  <a:pt x="56350" y="514979"/>
                </a:moveTo>
                <a:cubicBezTo>
                  <a:pt x="48149" y="512378"/>
                  <a:pt x="40519" y="508578"/>
                  <a:pt x="33490" y="503520"/>
                </a:cubicBezTo>
                <a:lnTo>
                  <a:pt x="38033" y="497262"/>
                </a:lnTo>
                <a:cubicBezTo>
                  <a:pt x="44377" y="501806"/>
                  <a:pt x="51264" y="505263"/>
                  <a:pt x="58693" y="507578"/>
                </a:cubicBezTo>
                <a:lnTo>
                  <a:pt x="56350" y="514979"/>
                </a:lnTo>
                <a:close/>
                <a:moveTo>
                  <a:pt x="14973" y="484946"/>
                </a:moveTo>
                <a:cubicBezTo>
                  <a:pt x="9973" y="477945"/>
                  <a:pt x="6201" y="470316"/>
                  <a:pt x="3629" y="462086"/>
                </a:cubicBezTo>
                <a:lnTo>
                  <a:pt x="11030" y="459772"/>
                </a:lnTo>
                <a:cubicBezTo>
                  <a:pt x="13345" y="467230"/>
                  <a:pt x="16774" y="474116"/>
                  <a:pt x="21288" y="480460"/>
                </a:cubicBezTo>
                <a:lnTo>
                  <a:pt x="14973" y="484946"/>
                </a:lnTo>
                <a:close/>
                <a:moveTo>
                  <a:pt x="0" y="438626"/>
                </a:moveTo>
                <a:lnTo>
                  <a:pt x="0" y="415423"/>
                </a:lnTo>
                <a:lnTo>
                  <a:pt x="7744" y="415423"/>
                </a:lnTo>
                <a:lnTo>
                  <a:pt x="7744" y="438598"/>
                </a:lnTo>
                <a:lnTo>
                  <a:pt x="0" y="438626"/>
                </a:lnTo>
                <a:close/>
                <a:moveTo>
                  <a:pt x="0" y="392192"/>
                </a:moveTo>
                <a:lnTo>
                  <a:pt x="0" y="368960"/>
                </a:lnTo>
                <a:lnTo>
                  <a:pt x="7744" y="368960"/>
                </a:lnTo>
                <a:lnTo>
                  <a:pt x="7744" y="392192"/>
                </a:lnTo>
                <a:lnTo>
                  <a:pt x="0" y="392192"/>
                </a:lnTo>
                <a:close/>
                <a:moveTo>
                  <a:pt x="0" y="345757"/>
                </a:moveTo>
                <a:lnTo>
                  <a:pt x="0" y="322526"/>
                </a:lnTo>
                <a:lnTo>
                  <a:pt x="7744" y="322526"/>
                </a:lnTo>
                <a:lnTo>
                  <a:pt x="7744" y="345757"/>
                </a:lnTo>
                <a:lnTo>
                  <a:pt x="0" y="345757"/>
                </a:lnTo>
                <a:close/>
                <a:moveTo>
                  <a:pt x="0" y="299295"/>
                </a:moveTo>
                <a:lnTo>
                  <a:pt x="0" y="276092"/>
                </a:lnTo>
                <a:lnTo>
                  <a:pt x="7744" y="276092"/>
                </a:lnTo>
                <a:lnTo>
                  <a:pt x="7744" y="299295"/>
                </a:lnTo>
                <a:lnTo>
                  <a:pt x="0" y="299295"/>
                </a:lnTo>
                <a:close/>
                <a:moveTo>
                  <a:pt x="0" y="252860"/>
                </a:moveTo>
                <a:lnTo>
                  <a:pt x="0" y="229629"/>
                </a:lnTo>
                <a:lnTo>
                  <a:pt x="7744" y="229629"/>
                </a:lnTo>
                <a:lnTo>
                  <a:pt x="7744" y="252860"/>
                </a:lnTo>
                <a:lnTo>
                  <a:pt x="0" y="252860"/>
                </a:lnTo>
                <a:close/>
                <a:moveTo>
                  <a:pt x="0" y="206397"/>
                </a:moveTo>
                <a:lnTo>
                  <a:pt x="0" y="183194"/>
                </a:lnTo>
                <a:lnTo>
                  <a:pt x="7744" y="183194"/>
                </a:lnTo>
                <a:lnTo>
                  <a:pt x="7744" y="206397"/>
                </a:lnTo>
                <a:lnTo>
                  <a:pt x="0" y="206397"/>
                </a:lnTo>
                <a:close/>
                <a:moveTo>
                  <a:pt x="0" y="159963"/>
                </a:moveTo>
                <a:lnTo>
                  <a:pt x="0" y="136731"/>
                </a:lnTo>
                <a:lnTo>
                  <a:pt x="7744" y="136731"/>
                </a:lnTo>
                <a:lnTo>
                  <a:pt x="7744" y="159963"/>
                </a:lnTo>
                <a:lnTo>
                  <a:pt x="0" y="159963"/>
                </a:lnTo>
                <a:close/>
                <a:moveTo>
                  <a:pt x="0" y="113500"/>
                </a:moveTo>
                <a:lnTo>
                  <a:pt x="0" y="90268"/>
                </a:lnTo>
                <a:lnTo>
                  <a:pt x="7744" y="90268"/>
                </a:lnTo>
                <a:lnTo>
                  <a:pt x="7744" y="113500"/>
                </a:lnTo>
                <a:lnTo>
                  <a:pt x="0" y="113500"/>
                </a:lnTo>
                <a:close/>
                <a:moveTo>
                  <a:pt x="1114" y="67094"/>
                </a:moveTo>
                <a:cubicBezTo>
                  <a:pt x="2515" y="58836"/>
                  <a:pt x="5144" y="50978"/>
                  <a:pt x="9001" y="43520"/>
                </a:cubicBezTo>
                <a:lnTo>
                  <a:pt x="15859" y="47063"/>
                </a:lnTo>
                <a:cubicBezTo>
                  <a:pt x="12373" y="53807"/>
                  <a:pt x="10030" y="60922"/>
                  <a:pt x="8744" y="68380"/>
                </a:cubicBezTo>
                <a:lnTo>
                  <a:pt x="1114" y="67094"/>
                </a:lnTo>
                <a:close/>
                <a:moveTo>
                  <a:pt x="24575" y="22603"/>
                </a:moveTo>
                <a:cubicBezTo>
                  <a:pt x="30890" y="16488"/>
                  <a:pt x="38033" y="11544"/>
                  <a:pt x="45977" y="7772"/>
                </a:cubicBezTo>
                <a:lnTo>
                  <a:pt x="49292" y="14773"/>
                </a:lnTo>
                <a:cubicBezTo>
                  <a:pt x="42120" y="18174"/>
                  <a:pt x="35662" y="22631"/>
                  <a:pt x="29947" y="28175"/>
                </a:cubicBezTo>
                <a:lnTo>
                  <a:pt x="24575" y="22603"/>
                </a:lnTo>
                <a:close/>
                <a:moveTo>
                  <a:pt x="69609" y="743"/>
                </a:moveTo>
                <a:cubicBezTo>
                  <a:pt x="73238" y="257"/>
                  <a:pt x="76867" y="0"/>
                  <a:pt x="80496" y="0"/>
                </a:cubicBezTo>
                <a:lnTo>
                  <a:pt x="103727" y="0"/>
                </a:lnTo>
                <a:lnTo>
                  <a:pt x="103727" y="7744"/>
                </a:lnTo>
                <a:lnTo>
                  <a:pt x="80496" y="7744"/>
                </a:lnTo>
                <a:cubicBezTo>
                  <a:pt x="77210" y="7744"/>
                  <a:pt x="73924" y="7972"/>
                  <a:pt x="70666" y="8401"/>
                </a:cubicBezTo>
                <a:lnTo>
                  <a:pt x="69609" y="7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Text 1">
            <a:extLst xmlns:a="http://schemas.openxmlformats.org/drawingml/2006/main">
              <a:ext uri="{FF2B5EF4-FFF2-40B4-BE49-F238E27FC236}">
                <a16:creationId xmlns:a16="http://schemas.microsoft.com/office/drawing/2014/main" id="{812B7478-6C55-4B7F-A80D-728FEAB8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1" y="191717"/>
            <a:ext cx="45542" cy="134448"/>
          </a:xfrm>
          <a:custGeom xmlns:a="http://schemas.openxmlformats.org/drawingml/2006/main">
            <a:pathLst>
              <a:path w="45542" h="134448">
                <a:moveTo>
                  <a:pt x="45542" y="0"/>
                </a:moveTo>
                <a:lnTo>
                  <a:pt x="45542" y="134448"/>
                </a:lnTo>
                <a:lnTo>
                  <a:pt x="30482" y="134448"/>
                </a:lnTo>
                <a:lnTo>
                  <a:pt x="30482" y="18689"/>
                </a:lnTo>
                <a:lnTo>
                  <a:pt x="3447" y="26672"/>
                </a:lnTo>
                <a:lnTo>
                  <a:pt x="0" y="18326"/>
                </a:lnTo>
                <a:lnTo>
                  <a:pt x="35018" y="0"/>
                </a:lnTo>
                <a:lnTo>
                  <a:pt x="45542" y="0"/>
                </a:ln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Text void">
            <a:extLst xmlns:a="http://schemas.openxmlformats.org/drawingml/2006/main">
              <a:ext uri="{FF2B5EF4-FFF2-40B4-BE49-F238E27FC236}">
                <a16:creationId xmlns:a16="http://schemas.microsoft.com/office/drawing/2014/main" id="{09E83673-9E62-4156-92B4-8CB46DD9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68" y="182645"/>
            <a:ext cx="428710" cy="145879"/>
          </a:xfrm>
          <a:custGeom xmlns:a="http://schemas.openxmlformats.org/drawingml/2006/main">
            <a:pathLst>
              <a:path w="428710" h="145879">
                <a:moveTo>
                  <a:pt x="41187" y="144065"/>
                </a:moveTo>
                <a:lnTo>
                  <a:pt x="0" y="44816"/>
                </a:lnTo>
                <a:lnTo>
                  <a:pt x="24858" y="44816"/>
                </a:lnTo>
                <a:lnTo>
                  <a:pt x="25402" y="46993"/>
                </a:lnTo>
                <a:cubicBezTo>
                  <a:pt x="25523" y="47961"/>
                  <a:pt x="25538" y="48808"/>
                  <a:pt x="25447" y="49534"/>
                </a:cubicBezTo>
                <a:cubicBezTo>
                  <a:pt x="25356" y="50259"/>
                  <a:pt x="25220" y="50834"/>
                  <a:pt x="25039" y="51257"/>
                </a:cubicBezTo>
                <a:lnTo>
                  <a:pt x="24676" y="51892"/>
                </a:lnTo>
                <a:cubicBezTo>
                  <a:pt x="24797" y="52013"/>
                  <a:pt x="24858" y="52134"/>
                  <a:pt x="24858" y="52255"/>
                </a:cubicBezTo>
                <a:lnTo>
                  <a:pt x="50804" y="117756"/>
                </a:lnTo>
                <a:lnTo>
                  <a:pt x="63868" y="87455"/>
                </a:lnTo>
                <a:cubicBezTo>
                  <a:pt x="70641" y="71972"/>
                  <a:pt x="75056" y="58545"/>
                  <a:pt x="77113" y="47175"/>
                </a:cubicBezTo>
                <a:lnTo>
                  <a:pt x="77476" y="44816"/>
                </a:lnTo>
                <a:lnTo>
                  <a:pt x="97253" y="44816"/>
                </a:lnTo>
                <a:lnTo>
                  <a:pt x="96527" y="48082"/>
                </a:lnTo>
                <a:cubicBezTo>
                  <a:pt x="93926" y="59513"/>
                  <a:pt x="88967" y="73242"/>
                  <a:pt x="81649" y="89269"/>
                </a:cubicBezTo>
                <a:lnTo>
                  <a:pt x="56973" y="144065"/>
                </a:lnTo>
                <a:lnTo>
                  <a:pt x="41187" y="144065"/>
                </a:lnTo>
                <a:close/>
                <a:moveTo>
                  <a:pt x="162096" y="42820"/>
                </a:moveTo>
                <a:cubicBezTo>
                  <a:pt x="168144" y="42820"/>
                  <a:pt x="173950" y="43969"/>
                  <a:pt x="179514" y="46268"/>
                </a:cubicBezTo>
                <a:cubicBezTo>
                  <a:pt x="185078" y="48566"/>
                  <a:pt x="190038" y="51832"/>
                  <a:pt x="194392" y="56066"/>
                </a:cubicBezTo>
                <a:cubicBezTo>
                  <a:pt x="198747" y="60299"/>
                  <a:pt x="202225" y="65742"/>
                  <a:pt x="204825" y="72395"/>
                </a:cubicBezTo>
                <a:cubicBezTo>
                  <a:pt x="207426" y="79048"/>
                  <a:pt x="208726" y="86427"/>
                  <a:pt x="208726" y="94531"/>
                </a:cubicBezTo>
                <a:cubicBezTo>
                  <a:pt x="208726" y="102333"/>
                  <a:pt x="207441" y="109500"/>
                  <a:pt x="204871" y="116032"/>
                </a:cubicBezTo>
                <a:cubicBezTo>
                  <a:pt x="202300" y="122564"/>
                  <a:pt x="198853" y="127977"/>
                  <a:pt x="194529" y="132271"/>
                </a:cubicBezTo>
                <a:cubicBezTo>
                  <a:pt x="190204" y="136565"/>
                  <a:pt x="185199" y="139907"/>
                  <a:pt x="179514" y="142296"/>
                </a:cubicBezTo>
                <a:cubicBezTo>
                  <a:pt x="173829" y="144685"/>
                  <a:pt x="167842" y="145879"/>
                  <a:pt x="161552" y="145879"/>
                </a:cubicBezTo>
                <a:cubicBezTo>
                  <a:pt x="155020" y="145879"/>
                  <a:pt x="148760" y="144609"/>
                  <a:pt x="142772" y="142069"/>
                </a:cubicBezTo>
                <a:cubicBezTo>
                  <a:pt x="136785" y="139529"/>
                  <a:pt x="131583" y="136036"/>
                  <a:pt x="127168" y="131591"/>
                </a:cubicBezTo>
                <a:cubicBezTo>
                  <a:pt x="122753" y="127145"/>
                  <a:pt x="119245" y="121732"/>
                  <a:pt x="116645" y="115352"/>
                </a:cubicBezTo>
                <a:cubicBezTo>
                  <a:pt x="114044" y="108971"/>
                  <a:pt x="112744" y="102152"/>
                  <a:pt x="112744" y="94894"/>
                </a:cubicBezTo>
                <a:cubicBezTo>
                  <a:pt x="112744" y="85096"/>
                  <a:pt x="114981" y="76190"/>
                  <a:pt x="119457" y="68177"/>
                </a:cubicBezTo>
                <a:cubicBezTo>
                  <a:pt x="123933" y="60163"/>
                  <a:pt x="129935" y="53934"/>
                  <a:pt x="137465" y="49488"/>
                </a:cubicBezTo>
                <a:cubicBezTo>
                  <a:pt x="144995" y="45043"/>
                  <a:pt x="153205" y="42820"/>
                  <a:pt x="162096" y="42820"/>
                </a:cubicBezTo>
                <a:moveTo>
                  <a:pt x="187498" y="95257"/>
                </a:moveTo>
                <a:cubicBezTo>
                  <a:pt x="187498" y="89511"/>
                  <a:pt x="186711" y="84401"/>
                  <a:pt x="185139" y="79925"/>
                </a:cubicBezTo>
                <a:cubicBezTo>
                  <a:pt x="183566" y="75450"/>
                  <a:pt x="181465" y="71911"/>
                  <a:pt x="178834" y="69311"/>
                </a:cubicBezTo>
                <a:cubicBezTo>
                  <a:pt x="176203" y="66710"/>
                  <a:pt x="173375" y="64760"/>
                  <a:pt x="170351" y="63459"/>
                </a:cubicBezTo>
                <a:cubicBezTo>
                  <a:pt x="167327" y="62159"/>
                  <a:pt x="164213" y="61509"/>
                  <a:pt x="161007" y="61509"/>
                </a:cubicBezTo>
                <a:cubicBezTo>
                  <a:pt x="153870" y="61509"/>
                  <a:pt x="147701" y="64351"/>
                  <a:pt x="142500" y="70037"/>
                </a:cubicBezTo>
                <a:cubicBezTo>
                  <a:pt x="137299" y="75722"/>
                  <a:pt x="134698" y="83584"/>
                  <a:pt x="134698" y="93624"/>
                </a:cubicBezTo>
                <a:cubicBezTo>
                  <a:pt x="134698" y="103845"/>
                  <a:pt x="137374" y="111965"/>
                  <a:pt x="142727" y="117983"/>
                </a:cubicBezTo>
                <a:cubicBezTo>
                  <a:pt x="148079" y="124000"/>
                  <a:pt x="154415" y="127009"/>
                  <a:pt x="161733" y="127009"/>
                </a:cubicBezTo>
                <a:cubicBezTo>
                  <a:pt x="168628" y="127009"/>
                  <a:pt x="174646" y="124257"/>
                  <a:pt x="179786" y="118754"/>
                </a:cubicBezTo>
                <a:cubicBezTo>
                  <a:pt x="184927" y="113250"/>
                  <a:pt x="187498" y="105418"/>
                  <a:pt x="187498" y="95257"/>
                </a:cubicBezTo>
                <a:close/>
                <a:moveTo>
                  <a:pt x="238188" y="63142"/>
                </a:moveTo>
                <a:lnTo>
                  <a:pt x="238188" y="44816"/>
                </a:lnTo>
                <a:lnTo>
                  <a:pt x="283186" y="44816"/>
                </a:lnTo>
                <a:lnTo>
                  <a:pt x="283186" y="125376"/>
                </a:lnTo>
                <a:lnTo>
                  <a:pt x="306229" y="125376"/>
                </a:lnTo>
                <a:lnTo>
                  <a:pt x="306229" y="143339"/>
                </a:lnTo>
                <a:lnTo>
                  <a:pt x="236918" y="143339"/>
                </a:lnTo>
                <a:lnTo>
                  <a:pt x="236918" y="125376"/>
                </a:lnTo>
                <a:lnTo>
                  <a:pt x="261957" y="125376"/>
                </a:lnTo>
                <a:lnTo>
                  <a:pt x="261957" y="63142"/>
                </a:lnTo>
                <a:lnTo>
                  <a:pt x="238188" y="63142"/>
                </a:lnTo>
                <a:moveTo>
                  <a:pt x="263091" y="25719"/>
                </a:moveTo>
                <a:cubicBezTo>
                  <a:pt x="260400" y="23028"/>
                  <a:pt x="259054" y="19777"/>
                  <a:pt x="259054" y="15967"/>
                </a:cubicBezTo>
                <a:cubicBezTo>
                  <a:pt x="259054" y="12157"/>
                  <a:pt x="260400" y="8906"/>
                  <a:pt x="263091" y="6214"/>
                </a:cubicBezTo>
                <a:cubicBezTo>
                  <a:pt x="265783" y="3523"/>
                  <a:pt x="269033" y="2177"/>
                  <a:pt x="272844" y="2177"/>
                </a:cubicBezTo>
                <a:cubicBezTo>
                  <a:pt x="276654" y="2177"/>
                  <a:pt x="279935" y="3523"/>
                  <a:pt x="282687" y="6214"/>
                </a:cubicBezTo>
                <a:cubicBezTo>
                  <a:pt x="285439" y="8906"/>
                  <a:pt x="286815" y="12157"/>
                  <a:pt x="286815" y="15967"/>
                </a:cubicBezTo>
                <a:cubicBezTo>
                  <a:pt x="286815" y="19777"/>
                  <a:pt x="285439" y="23028"/>
                  <a:pt x="282687" y="25719"/>
                </a:cubicBezTo>
                <a:cubicBezTo>
                  <a:pt x="279935" y="28411"/>
                  <a:pt x="276654" y="29756"/>
                  <a:pt x="272844" y="29756"/>
                </a:cubicBezTo>
                <a:cubicBezTo>
                  <a:pt x="269033" y="29756"/>
                  <a:pt x="265783" y="28411"/>
                  <a:pt x="263091" y="25719"/>
                </a:cubicBezTo>
                <a:close/>
                <a:moveTo>
                  <a:pt x="380507" y="42457"/>
                </a:moveTo>
                <a:cubicBezTo>
                  <a:pt x="391091" y="42457"/>
                  <a:pt x="399740" y="46026"/>
                  <a:pt x="406453" y="53162"/>
                </a:cubicBezTo>
                <a:lnTo>
                  <a:pt x="406453" y="0"/>
                </a:lnTo>
                <a:lnTo>
                  <a:pt x="428408" y="0"/>
                </a:lnTo>
                <a:lnTo>
                  <a:pt x="428589" y="2722"/>
                </a:lnTo>
                <a:cubicBezTo>
                  <a:pt x="428710" y="4173"/>
                  <a:pt x="428166" y="5806"/>
                  <a:pt x="426956" y="7621"/>
                </a:cubicBezTo>
                <a:cubicBezTo>
                  <a:pt x="426714" y="8044"/>
                  <a:pt x="426593" y="8528"/>
                  <a:pt x="426593" y="9072"/>
                </a:cubicBezTo>
                <a:lnTo>
                  <a:pt x="426775" y="131908"/>
                </a:lnTo>
                <a:cubicBezTo>
                  <a:pt x="426775" y="135658"/>
                  <a:pt x="427016" y="138380"/>
                  <a:pt x="427500" y="140073"/>
                </a:cubicBezTo>
                <a:lnTo>
                  <a:pt x="428408" y="143339"/>
                </a:lnTo>
                <a:lnTo>
                  <a:pt x="407360" y="143339"/>
                </a:lnTo>
                <a:lnTo>
                  <a:pt x="406816" y="141343"/>
                </a:lnTo>
                <a:cubicBezTo>
                  <a:pt x="406090" y="139045"/>
                  <a:pt x="405727" y="136384"/>
                  <a:pt x="405727" y="133360"/>
                </a:cubicBezTo>
                <a:cubicBezTo>
                  <a:pt x="402159" y="137170"/>
                  <a:pt x="397971" y="140149"/>
                  <a:pt x="393162" y="142296"/>
                </a:cubicBezTo>
                <a:cubicBezTo>
                  <a:pt x="388354" y="144443"/>
                  <a:pt x="383350" y="145516"/>
                  <a:pt x="378148" y="145516"/>
                </a:cubicBezTo>
                <a:cubicBezTo>
                  <a:pt x="372765" y="145516"/>
                  <a:pt x="367625" y="144443"/>
                  <a:pt x="362726" y="142296"/>
                </a:cubicBezTo>
                <a:cubicBezTo>
                  <a:pt x="357827" y="140149"/>
                  <a:pt x="353381" y="137019"/>
                  <a:pt x="349390" y="132906"/>
                </a:cubicBezTo>
                <a:cubicBezTo>
                  <a:pt x="345398" y="128793"/>
                  <a:pt x="342208" y="123335"/>
                  <a:pt x="339819" y="116531"/>
                </a:cubicBezTo>
                <a:cubicBezTo>
                  <a:pt x="337430" y="109727"/>
                  <a:pt x="336235" y="102031"/>
                  <a:pt x="336235" y="93443"/>
                </a:cubicBezTo>
                <a:cubicBezTo>
                  <a:pt x="336235" y="84612"/>
                  <a:pt x="337581" y="76795"/>
                  <a:pt x="340272" y="69991"/>
                </a:cubicBezTo>
                <a:cubicBezTo>
                  <a:pt x="342964" y="63187"/>
                  <a:pt x="346502" y="57850"/>
                  <a:pt x="350887" y="53979"/>
                </a:cubicBezTo>
                <a:cubicBezTo>
                  <a:pt x="355271" y="50108"/>
                  <a:pt x="359974" y="47220"/>
                  <a:pt x="364994" y="45315"/>
                </a:cubicBezTo>
                <a:cubicBezTo>
                  <a:pt x="370014" y="43410"/>
                  <a:pt x="375185" y="42457"/>
                  <a:pt x="380507" y="42457"/>
                </a:cubicBezTo>
                <a:moveTo>
                  <a:pt x="403731" y="76387"/>
                </a:moveTo>
                <a:cubicBezTo>
                  <a:pt x="402643" y="72637"/>
                  <a:pt x="400753" y="69522"/>
                  <a:pt x="398061" y="67043"/>
                </a:cubicBezTo>
                <a:cubicBezTo>
                  <a:pt x="395370" y="64563"/>
                  <a:pt x="392618" y="62870"/>
                  <a:pt x="389806" y="61962"/>
                </a:cubicBezTo>
                <a:cubicBezTo>
                  <a:pt x="386993" y="61055"/>
                  <a:pt x="384136" y="60602"/>
                  <a:pt x="381233" y="60602"/>
                </a:cubicBezTo>
                <a:cubicBezTo>
                  <a:pt x="379116" y="60602"/>
                  <a:pt x="377014" y="60859"/>
                  <a:pt x="374928" y="61373"/>
                </a:cubicBezTo>
                <a:cubicBezTo>
                  <a:pt x="372841" y="61887"/>
                  <a:pt x="370679" y="62854"/>
                  <a:pt x="368441" y="64276"/>
                </a:cubicBezTo>
                <a:cubicBezTo>
                  <a:pt x="366203" y="65697"/>
                  <a:pt x="364268" y="67511"/>
                  <a:pt x="362635" y="69719"/>
                </a:cubicBezTo>
                <a:cubicBezTo>
                  <a:pt x="361002" y="71927"/>
                  <a:pt x="359641" y="74875"/>
                  <a:pt x="358552" y="78564"/>
                </a:cubicBezTo>
                <a:cubicBezTo>
                  <a:pt x="357464" y="82254"/>
                  <a:pt x="356919" y="86427"/>
                  <a:pt x="356919" y="91084"/>
                </a:cubicBezTo>
                <a:cubicBezTo>
                  <a:pt x="356919" y="96588"/>
                  <a:pt x="357494" y="101486"/>
                  <a:pt x="358643" y="105781"/>
                </a:cubicBezTo>
                <a:cubicBezTo>
                  <a:pt x="359792" y="110075"/>
                  <a:pt x="361229" y="113477"/>
                  <a:pt x="362952" y="115987"/>
                </a:cubicBezTo>
                <a:cubicBezTo>
                  <a:pt x="364676" y="118497"/>
                  <a:pt x="366687" y="120553"/>
                  <a:pt x="368985" y="122156"/>
                </a:cubicBezTo>
                <a:cubicBezTo>
                  <a:pt x="371284" y="123758"/>
                  <a:pt x="373461" y="124847"/>
                  <a:pt x="375517" y="125422"/>
                </a:cubicBezTo>
                <a:cubicBezTo>
                  <a:pt x="377574" y="125996"/>
                  <a:pt x="379660" y="126283"/>
                  <a:pt x="381777" y="126283"/>
                </a:cubicBezTo>
                <a:cubicBezTo>
                  <a:pt x="386434" y="126283"/>
                  <a:pt x="390774" y="124908"/>
                  <a:pt x="394795" y="122156"/>
                </a:cubicBezTo>
                <a:cubicBezTo>
                  <a:pt x="398817" y="119404"/>
                  <a:pt x="401675" y="115639"/>
                  <a:pt x="403369" y="110861"/>
                </a:cubicBezTo>
                <a:cubicBezTo>
                  <a:pt x="404578" y="107414"/>
                  <a:pt x="405183" y="102152"/>
                  <a:pt x="405183" y="95075"/>
                </a:cubicBezTo>
                <a:cubicBezTo>
                  <a:pt x="405183" y="86003"/>
                  <a:pt x="404699" y="79774"/>
                  <a:pt x="403731" y="76387"/>
                </a:cubicBezTo>
                <a:close/>
              </a:path>
            </a:pathLst>
          </a:custGeom>
          <a:solidFill xmlns:a="http://schemas.openxmlformats.org/drawingml/2006/main">
            <a:srgbClr val="B000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Text foo">
            <a:extLst xmlns:a="http://schemas.openxmlformats.org/drawingml/2006/main">
              <a:ext uri="{FF2B5EF4-FFF2-40B4-BE49-F238E27FC236}">
                <a16:creationId xmlns:a16="http://schemas.microsoft.com/office/drawing/2014/main" id="{CD17C619-9AE3-4B89-A7B3-23BB88D6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05" y="181557"/>
            <a:ext cx="313668" cy="146968"/>
          </a:xfrm>
          <a:custGeom xmlns:a="http://schemas.openxmlformats.org/drawingml/2006/main">
            <a:pathLst>
              <a:path w="313668" h="146968">
                <a:moveTo>
                  <a:pt x="27035" y="18507"/>
                </a:moveTo>
                <a:cubicBezTo>
                  <a:pt x="30664" y="12580"/>
                  <a:pt x="35714" y="8014"/>
                  <a:pt x="42185" y="4808"/>
                </a:cubicBezTo>
                <a:cubicBezTo>
                  <a:pt x="48657" y="1603"/>
                  <a:pt x="55642" y="0"/>
                  <a:pt x="63142" y="0"/>
                </a:cubicBezTo>
                <a:cubicBezTo>
                  <a:pt x="69734" y="0"/>
                  <a:pt x="75812" y="1255"/>
                  <a:pt x="81377" y="3765"/>
                </a:cubicBezTo>
                <a:cubicBezTo>
                  <a:pt x="86941" y="6275"/>
                  <a:pt x="91628" y="9858"/>
                  <a:pt x="95438" y="14515"/>
                </a:cubicBezTo>
                <a:lnTo>
                  <a:pt x="96527" y="15785"/>
                </a:lnTo>
                <a:lnTo>
                  <a:pt x="87818" y="33385"/>
                </a:lnTo>
                <a:lnTo>
                  <a:pt x="86185" y="33385"/>
                </a:lnTo>
                <a:cubicBezTo>
                  <a:pt x="85096" y="33385"/>
                  <a:pt x="84083" y="32947"/>
                  <a:pt x="83146" y="32070"/>
                </a:cubicBezTo>
                <a:cubicBezTo>
                  <a:pt x="82208" y="31193"/>
                  <a:pt x="81709" y="30119"/>
                  <a:pt x="81649" y="28849"/>
                </a:cubicBezTo>
                <a:lnTo>
                  <a:pt x="81649" y="28123"/>
                </a:lnTo>
                <a:lnTo>
                  <a:pt x="81467" y="27942"/>
                </a:lnTo>
                <a:lnTo>
                  <a:pt x="81467" y="27761"/>
                </a:lnTo>
                <a:cubicBezTo>
                  <a:pt x="79532" y="24797"/>
                  <a:pt x="76901" y="22393"/>
                  <a:pt x="73575" y="20548"/>
                </a:cubicBezTo>
                <a:cubicBezTo>
                  <a:pt x="70248" y="18704"/>
                  <a:pt x="66529" y="17781"/>
                  <a:pt x="62416" y="17781"/>
                </a:cubicBezTo>
                <a:cubicBezTo>
                  <a:pt x="58666" y="17781"/>
                  <a:pt x="55219" y="18583"/>
                  <a:pt x="52074" y="20185"/>
                </a:cubicBezTo>
                <a:cubicBezTo>
                  <a:pt x="48929" y="21788"/>
                  <a:pt x="46510" y="24132"/>
                  <a:pt x="44816" y="27216"/>
                </a:cubicBezTo>
                <a:cubicBezTo>
                  <a:pt x="42760" y="30845"/>
                  <a:pt x="41732" y="36833"/>
                  <a:pt x="41732" y="45179"/>
                </a:cubicBezTo>
                <a:lnTo>
                  <a:pt x="41732" y="46993"/>
                </a:lnTo>
                <a:lnTo>
                  <a:pt x="41732" y="51711"/>
                </a:lnTo>
                <a:lnTo>
                  <a:pt x="73847" y="51711"/>
                </a:lnTo>
                <a:lnTo>
                  <a:pt x="73847" y="68585"/>
                </a:lnTo>
                <a:lnTo>
                  <a:pt x="41732" y="68585"/>
                </a:lnTo>
                <a:lnTo>
                  <a:pt x="41732" y="144428"/>
                </a:lnTo>
                <a:lnTo>
                  <a:pt x="21229" y="144428"/>
                </a:lnTo>
                <a:lnTo>
                  <a:pt x="21229" y="68404"/>
                </a:lnTo>
                <a:lnTo>
                  <a:pt x="0" y="68404"/>
                </a:lnTo>
                <a:lnTo>
                  <a:pt x="0" y="51529"/>
                </a:lnTo>
                <a:lnTo>
                  <a:pt x="21229" y="51529"/>
                </a:lnTo>
                <a:lnTo>
                  <a:pt x="21229" y="44998"/>
                </a:lnTo>
                <a:cubicBezTo>
                  <a:pt x="21229" y="39494"/>
                  <a:pt x="21592" y="34701"/>
                  <a:pt x="22317" y="30618"/>
                </a:cubicBezTo>
                <a:cubicBezTo>
                  <a:pt x="23043" y="26536"/>
                  <a:pt x="24616" y="22499"/>
                  <a:pt x="27035" y="18507"/>
                </a:cubicBezTo>
                <a:close/>
                <a:moveTo>
                  <a:pt x="155745" y="43909"/>
                </a:moveTo>
                <a:cubicBezTo>
                  <a:pt x="161793" y="43909"/>
                  <a:pt x="167600" y="45058"/>
                  <a:pt x="173164" y="47356"/>
                </a:cubicBezTo>
                <a:cubicBezTo>
                  <a:pt x="178728" y="49655"/>
                  <a:pt x="183687" y="52921"/>
                  <a:pt x="188042" y="57154"/>
                </a:cubicBezTo>
                <a:cubicBezTo>
                  <a:pt x="192397" y="61388"/>
                  <a:pt x="195874" y="66831"/>
                  <a:pt x="198475" y="73484"/>
                </a:cubicBezTo>
                <a:cubicBezTo>
                  <a:pt x="201076" y="80137"/>
                  <a:pt x="202376" y="87515"/>
                  <a:pt x="202376" y="95620"/>
                </a:cubicBezTo>
                <a:cubicBezTo>
                  <a:pt x="202376" y="103422"/>
                  <a:pt x="201091" y="110589"/>
                  <a:pt x="198520" y="117121"/>
                </a:cubicBezTo>
                <a:cubicBezTo>
                  <a:pt x="195950" y="123653"/>
                  <a:pt x="192502" y="129066"/>
                  <a:pt x="188178" y="133360"/>
                </a:cubicBezTo>
                <a:cubicBezTo>
                  <a:pt x="183854" y="137654"/>
                  <a:pt x="178849" y="140995"/>
                  <a:pt x="173164" y="143384"/>
                </a:cubicBezTo>
                <a:cubicBezTo>
                  <a:pt x="167479" y="145773"/>
                  <a:pt x="161491" y="146968"/>
                  <a:pt x="155201" y="146968"/>
                </a:cubicBezTo>
                <a:cubicBezTo>
                  <a:pt x="148669" y="146968"/>
                  <a:pt x="142409" y="145698"/>
                  <a:pt x="136422" y="143158"/>
                </a:cubicBezTo>
                <a:cubicBezTo>
                  <a:pt x="130434" y="140617"/>
                  <a:pt x="125233" y="137125"/>
                  <a:pt x="120818" y="132679"/>
                </a:cubicBezTo>
                <a:cubicBezTo>
                  <a:pt x="116403" y="128234"/>
                  <a:pt x="112895" y="122821"/>
                  <a:pt x="110294" y="116440"/>
                </a:cubicBezTo>
                <a:cubicBezTo>
                  <a:pt x="107694" y="110060"/>
                  <a:pt x="106393" y="103240"/>
                  <a:pt x="106393" y="95983"/>
                </a:cubicBezTo>
                <a:cubicBezTo>
                  <a:pt x="106393" y="86185"/>
                  <a:pt x="108631" y="77279"/>
                  <a:pt x="113107" y="69265"/>
                </a:cubicBezTo>
                <a:cubicBezTo>
                  <a:pt x="117582" y="61252"/>
                  <a:pt x="123585" y="55022"/>
                  <a:pt x="131115" y="50577"/>
                </a:cubicBezTo>
                <a:cubicBezTo>
                  <a:pt x="138644" y="46132"/>
                  <a:pt x="146855" y="43909"/>
                  <a:pt x="155745" y="43909"/>
                </a:cubicBezTo>
                <a:moveTo>
                  <a:pt x="181147" y="96346"/>
                </a:moveTo>
                <a:cubicBezTo>
                  <a:pt x="181147" y="90600"/>
                  <a:pt x="180361" y="85489"/>
                  <a:pt x="178788" y="81014"/>
                </a:cubicBezTo>
                <a:cubicBezTo>
                  <a:pt x="177216" y="76538"/>
                  <a:pt x="175114" y="73000"/>
                  <a:pt x="172483" y="70399"/>
                </a:cubicBezTo>
                <a:cubicBezTo>
                  <a:pt x="169852" y="67799"/>
                  <a:pt x="167025" y="65848"/>
                  <a:pt x="164001" y="64548"/>
                </a:cubicBezTo>
                <a:cubicBezTo>
                  <a:pt x="160977" y="63248"/>
                  <a:pt x="157862" y="62597"/>
                  <a:pt x="154657" y="62597"/>
                </a:cubicBezTo>
                <a:cubicBezTo>
                  <a:pt x="147520" y="62597"/>
                  <a:pt x="141351" y="65440"/>
                  <a:pt x="136150" y="71125"/>
                </a:cubicBezTo>
                <a:cubicBezTo>
                  <a:pt x="130948" y="76810"/>
                  <a:pt x="128348" y="84673"/>
                  <a:pt x="128348" y="94713"/>
                </a:cubicBezTo>
                <a:cubicBezTo>
                  <a:pt x="128348" y="104934"/>
                  <a:pt x="131024" y="113053"/>
                  <a:pt x="136376" y="119071"/>
                </a:cubicBezTo>
                <a:cubicBezTo>
                  <a:pt x="141729" y="125089"/>
                  <a:pt x="148064" y="128098"/>
                  <a:pt x="155382" y="128098"/>
                </a:cubicBezTo>
                <a:cubicBezTo>
                  <a:pt x="162277" y="128098"/>
                  <a:pt x="168295" y="125346"/>
                  <a:pt x="173436" y="119842"/>
                </a:cubicBezTo>
                <a:cubicBezTo>
                  <a:pt x="178577" y="114339"/>
                  <a:pt x="181147" y="106506"/>
                  <a:pt x="181147" y="96346"/>
                </a:cubicBezTo>
                <a:close/>
                <a:moveTo>
                  <a:pt x="267037" y="43909"/>
                </a:moveTo>
                <a:cubicBezTo>
                  <a:pt x="273085" y="43909"/>
                  <a:pt x="278892" y="45058"/>
                  <a:pt x="284456" y="47356"/>
                </a:cubicBezTo>
                <a:cubicBezTo>
                  <a:pt x="290020" y="49655"/>
                  <a:pt x="294979" y="52921"/>
                  <a:pt x="299334" y="57154"/>
                </a:cubicBezTo>
                <a:cubicBezTo>
                  <a:pt x="303689" y="61388"/>
                  <a:pt x="307166" y="66831"/>
                  <a:pt x="309767" y="73484"/>
                </a:cubicBezTo>
                <a:cubicBezTo>
                  <a:pt x="312368" y="80137"/>
                  <a:pt x="313668" y="87515"/>
                  <a:pt x="313668" y="95620"/>
                </a:cubicBezTo>
                <a:cubicBezTo>
                  <a:pt x="313668" y="103422"/>
                  <a:pt x="312383" y="110589"/>
                  <a:pt x="309812" y="117121"/>
                </a:cubicBezTo>
                <a:cubicBezTo>
                  <a:pt x="307242" y="123653"/>
                  <a:pt x="303794" y="129066"/>
                  <a:pt x="299470" y="133360"/>
                </a:cubicBezTo>
                <a:cubicBezTo>
                  <a:pt x="295146" y="137654"/>
                  <a:pt x="290141" y="140995"/>
                  <a:pt x="284456" y="143384"/>
                </a:cubicBezTo>
                <a:cubicBezTo>
                  <a:pt x="278771" y="145773"/>
                  <a:pt x="272783" y="146968"/>
                  <a:pt x="266493" y="146968"/>
                </a:cubicBezTo>
                <a:cubicBezTo>
                  <a:pt x="259961" y="146968"/>
                  <a:pt x="253701" y="145698"/>
                  <a:pt x="247714" y="143158"/>
                </a:cubicBezTo>
                <a:cubicBezTo>
                  <a:pt x="241726" y="140617"/>
                  <a:pt x="236525" y="137125"/>
                  <a:pt x="232110" y="132679"/>
                </a:cubicBezTo>
                <a:cubicBezTo>
                  <a:pt x="227695" y="128234"/>
                  <a:pt x="224187" y="122821"/>
                  <a:pt x="221586" y="116440"/>
                </a:cubicBezTo>
                <a:cubicBezTo>
                  <a:pt x="218986" y="110060"/>
                  <a:pt x="217685" y="103240"/>
                  <a:pt x="217685" y="95983"/>
                </a:cubicBezTo>
                <a:cubicBezTo>
                  <a:pt x="217685" y="86185"/>
                  <a:pt x="219923" y="77279"/>
                  <a:pt x="224399" y="69265"/>
                </a:cubicBezTo>
                <a:cubicBezTo>
                  <a:pt x="228874" y="61252"/>
                  <a:pt x="234877" y="55022"/>
                  <a:pt x="242407" y="50577"/>
                </a:cubicBezTo>
                <a:cubicBezTo>
                  <a:pt x="249937" y="46132"/>
                  <a:pt x="258147" y="43909"/>
                  <a:pt x="267037" y="43909"/>
                </a:cubicBezTo>
                <a:moveTo>
                  <a:pt x="292439" y="96346"/>
                </a:moveTo>
                <a:cubicBezTo>
                  <a:pt x="292439" y="90600"/>
                  <a:pt x="291653" y="85489"/>
                  <a:pt x="290080" y="81014"/>
                </a:cubicBezTo>
                <a:cubicBezTo>
                  <a:pt x="288508" y="76538"/>
                  <a:pt x="286406" y="73000"/>
                  <a:pt x="283775" y="70399"/>
                </a:cubicBezTo>
                <a:cubicBezTo>
                  <a:pt x="281144" y="67799"/>
                  <a:pt x="278317" y="65848"/>
                  <a:pt x="275293" y="64548"/>
                </a:cubicBezTo>
                <a:cubicBezTo>
                  <a:pt x="272269" y="63248"/>
                  <a:pt x="269154" y="62597"/>
                  <a:pt x="265949" y="62597"/>
                </a:cubicBezTo>
                <a:cubicBezTo>
                  <a:pt x="258812" y="62597"/>
                  <a:pt x="252643" y="65440"/>
                  <a:pt x="247442" y="71125"/>
                </a:cubicBezTo>
                <a:cubicBezTo>
                  <a:pt x="242240" y="76810"/>
                  <a:pt x="239640" y="84673"/>
                  <a:pt x="239640" y="94713"/>
                </a:cubicBezTo>
                <a:cubicBezTo>
                  <a:pt x="239640" y="104934"/>
                  <a:pt x="242316" y="113053"/>
                  <a:pt x="247668" y="119071"/>
                </a:cubicBezTo>
                <a:cubicBezTo>
                  <a:pt x="253021" y="125089"/>
                  <a:pt x="259356" y="128098"/>
                  <a:pt x="266675" y="128098"/>
                </a:cubicBezTo>
                <a:cubicBezTo>
                  <a:pt x="273569" y="128098"/>
                  <a:pt x="279587" y="125346"/>
                  <a:pt x="284728" y="119842"/>
                </a:cubicBezTo>
                <a:cubicBezTo>
                  <a:pt x="289869" y="114339"/>
                  <a:pt x="292439" y="106506"/>
                  <a:pt x="292439" y="96346"/>
                </a:cubicBezTo>
                <a:close/>
              </a:path>
            </a:pathLst>
          </a:custGeom>
          <a:solidFill xmlns:a="http://schemas.openxmlformats.org/drawingml/2006/main">
            <a:srgbClr val="333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Text (">
            <a:extLst xmlns:a="http://schemas.openxmlformats.org/drawingml/2006/main">
              <a:ext uri="{FF2B5EF4-FFF2-40B4-BE49-F238E27FC236}">
                <a16:creationId xmlns:a16="http://schemas.microsoft.com/office/drawing/2014/main" id="{A49DF3BF-575D-40A2-964A-FE87D68F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504" y="182464"/>
            <a:ext cx="61690" cy="180716"/>
          </a:xfrm>
          <a:custGeom xmlns:a="http://schemas.openxmlformats.org/drawingml/2006/main">
            <a:pathLst>
              <a:path w="61690" h="180716">
                <a:moveTo>
                  <a:pt x="54433" y="0"/>
                </a:moveTo>
                <a:lnTo>
                  <a:pt x="60964" y="13245"/>
                </a:lnTo>
                <a:cubicBezTo>
                  <a:pt x="60239" y="13608"/>
                  <a:pt x="59634" y="13790"/>
                  <a:pt x="59150" y="13790"/>
                </a:cubicBezTo>
                <a:cubicBezTo>
                  <a:pt x="58848" y="13790"/>
                  <a:pt x="58470" y="13729"/>
                  <a:pt x="58016" y="13608"/>
                </a:cubicBezTo>
                <a:cubicBezTo>
                  <a:pt x="57562" y="13487"/>
                  <a:pt x="57215" y="13427"/>
                  <a:pt x="56973" y="13427"/>
                </a:cubicBezTo>
                <a:cubicBezTo>
                  <a:pt x="56368" y="13427"/>
                  <a:pt x="55703" y="13669"/>
                  <a:pt x="54977" y="14152"/>
                </a:cubicBezTo>
                <a:cubicBezTo>
                  <a:pt x="42397" y="21592"/>
                  <a:pt x="32569" y="31767"/>
                  <a:pt x="25493" y="44680"/>
                </a:cubicBezTo>
                <a:cubicBezTo>
                  <a:pt x="18416" y="57593"/>
                  <a:pt x="14878" y="71730"/>
                  <a:pt x="14878" y="87092"/>
                </a:cubicBezTo>
                <a:cubicBezTo>
                  <a:pt x="14878" y="103906"/>
                  <a:pt x="19036" y="119691"/>
                  <a:pt x="27352" y="134448"/>
                </a:cubicBezTo>
                <a:cubicBezTo>
                  <a:pt x="35668" y="149206"/>
                  <a:pt x="47114" y="160818"/>
                  <a:pt x="61690" y="169285"/>
                </a:cubicBezTo>
                <a:lnTo>
                  <a:pt x="54614" y="180716"/>
                </a:lnTo>
                <a:cubicBezTo>
                  <a:pt x="37619" y="171765"/>
                  <a:pt x="24268" y="158973"/>
                  <a:pt x="14561" y="142341"/>
                </a:cubicBezTo>
                <a:cubicBezTo>
                  <a:pt x="4854" y="125709"/>
                  <a:pt x="0" y="107534"/>
                  <a:pt x="0" y="87818"/>
                </a:cubicBezTo>
                <a:cubicBezTo>
                  <a:pt x="0" y="68162"/>
                  <a:pt x="4899" y="50456"/>
                  <a:pt x="14697" y="34701"/>
                </a:cubicBezTo>
                <a:cubicBezTo>
                  <a:pt x="24495" y="18946"/>
                  <a:pt x="37740" y="7379"/>
                  <a:pt x="5443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Text T">
            <a:extLst xmlns:a="http://schemas.openxmlformats.org/drawingml/2006/main">
              <a:ext uri="{FF2B5EF4-FFF2-40B4-BE49-F238E27FC236}">
                <a16:creationId xmlns:a16="http://schemas.microsoft.com/office/drawing/2014/main" id="{BEC68AEC-B0FA-46BD-87A2-0C595583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843" y="191717"/>
            <a:ext cx="98341" cy="134448"/>
          </a:xfrm>
          <a:custGeom xmlns:a="http://schemas.openxmlformats.org/drawingml/2006/main">
            <a:pathLst>
              <a:path w="98341" h="134448">
                <a:moveTo>
                  <a:pt x="0" y="19051"/>
                </a:moveTo>
                <a:lnTo>
                  <a:pt x="0" y="0"/>
                </a:lnTo>
                <a:lnTo>
                  <a:pt x="98341" y="0"/>
                </a:lnTo>
                <a:lnTo>
                  <a:pt x="98341" y="19051"/>
                </a:lnTo>
                <a:lnTo>
                  <a:pt x="58787" y="19051"/>
                </a:lnTo>
                <a:lnTo>
                  <a:pt x="58787" y="134448"/>
                </a:lnTo>
                <a:lnTo>
                  <a:pt x="38103" y="134448"/>
                </a:lnTo>
                <a:lnTo>
                  <a:pt x="38103" y="19051"/>
                </a:lnTo>
                <a:lnTo>
                  <a:pt x="0" y="19051"/>
                </a:lnTo>
                <a:close/>
              </a:path>
            </a:pathLst>
          </a:custGeom>
          <a:solidFill xmlns:a="http://schemas.openxmlformats.org/drawingml/2006/main">
            <a:srgbClr val="B000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Text t){">
            <a:extLst xmlns:a="http://schemas.openxmlformats.org/drawingml/2006/main">
              <a:ext uri="{FF2B5EF4-FFF2-40B4-BE49-F238E27FC236}">
                <a16:creationId xmlns:a16="http://schemas.microsoft.com/office/drawing/2014/main" id="{0DB10F1D-0B36-4971-A187-34E49B5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489" y="182645"/>
            <a:ext cx="406816" cy="180897"/>
          </a:xfrm>
          <a:custGeom xmlns:a="http://schemas.openxmlformats.org/drawingml/2006/main">
            <a:pathLst>
              <a:path w="406816" h="180897">
                <a:moveTo>
                  <a:pt x="25402" y="18689"/>
                </a:moveTo>
                <a:lnTo>
                  <a:pt x="42457" y="15967"/>
                </a:lnTo>
                <a:cubicBezTo>
                  <a:pt x="42578" y="16209"/>
                  <a:pt x="42639" y="16572"/>
                  <a:pt x="42639" y="17056"/>
                </a:cubicBezTo>
                <a:cubicBezTo>
                  <a:pt x="42639" y="17660"/>
                  <a:pt x="42397" y="18431"/>
                  <a:pt x="41913" y="19369"/>
                </a:cubicBezTo>
                <a:cubicBezTo>
                  <a:pt x="41429" y="20306"/>
                  <a:pt x="41127" y="21047"/>
                  <a:pt x="41006" y="21592"/>
                </a:cubicBezTo>
                <a:cubicBezTo>
                  <a:pt x="40764" y="23285"/>
                  <a:pt x="40446" y="26067"/>
                  <a:pt x="40053" y="29938"/>
                </a:cubicBezTo>
                <a:cubicBezTo>
                  <a:pt x="39660" y="33809"/>
                  <a:pt x="39312" y="37256"/>
                  <a:pt x="39010" y="40280"/>
                </a:cubicBezTo>
                <a:lnTo>
                  <a:pt x="38647" y="44816"/>
                </a:lnTo>
                <a:lnTo>
                  <a:pt x="70762" y="44816"/>
                </a:lnTo>
                <a:lnTo>
                  <a:pt x="70762" y="57698"/>
                </a:lnTo>
                <a:lnTo>
                  <a:pt x="38466" y="57698"/>
                </a:lnTo>
                <a:cubicBezTo>
                  <a:pt x="37256" y="69976"/>
                  <a:pt x="36651" y="82798"/>
                  <a:pt x="36651" y="96164"/>
                </a:cubicBezTo>
                <a:cubicBezTo>
                  <a:pt x="36651" y="100398"/>
                  <a:pt x="36697" y="103996"/>
                  <a:pt x="36787" y="106960"/>
                </a:cubicBezTo>
                <a:cubicBezTo>
                  <a:pt x="36878" y="109923"/>
                  <a:pt x="36954" y="112010"/>
                  <a:pt x="37014" y="113220"/>
                </a:cubicBezTo>
                <a:lnTo>
                  <a:pt x="37196" y="115034"/>
                </a:lnTo>
                <a:cubicBezTo>
                  <a:pt x="37982" y="120477"/>
                  <a:pt x="39902" y="124469"/>
                  <a:pt x="42956" y="127009"/>
                </a:cubicBezTo>
                <a:cubicBezTo>
                  <a:pt x="46011" y="129549"/>
                  <a:pt x="49594" y="130820"/>
                  <a:pt x="53707" y="130820"/>
                </a:cubicBezTo>
                <a:cubicBezTo>
                  <a:pt x="60420" y="130820"/>
                  <a:pt x="67799" y="127856"/>
                  <a:pt x="75843" y="121929"/>
                </a:cubicBezTo>
                <a:lnTo>
                  <a:pt x="80742" y="134267"/>
                </a:lnTo>
                <a:cubicBezTo>
                  <a:pt x="70944" y="141525"/>
                  <a:pt x="60481" y="145153"/>
                  <a:pt x="49352" y="145153"/>
                </a:cubicBezTo>
                <a:cubicBezTo>
                  <a:pt x="39312" y="145153"/>
                  <a:pt x="31813" y="141706"/>
                  <a:pt x="26853" y="134811"/>
                </a:cubicBezTo>
                <a:cubicBezTo>
                  <a:pt x="25039" y="132271"/>
                  <a:pt x="23678" y="129277"/>
                  <a:pt x="22771" y="125830"/>
                </a:cubicBezTo>
                <a:cubicBezTo>
                  <a:pt x="21864" y="122382"/>
                  <a:pt x="21350" y="119540"/>
                  <a:pt x="21229" y="117302"/>
                </a:cubicBezTo>
                <a:cubicBezTo>
                  <a:pt x="21108" y="115064"/>
                  <a:pt x="21047" y="111950"/>
                  <a:pt x="21047" y="107958"/>
                </a:cubicBezTo>
                <a:cubicBezTo>
                  <a:pt x="21047" y="92112"/>
                  <a:pt x="21713" y="75359"/>
                  <a:pt x="23043" y="57698"/>
                </a:cubicBezTo>
                <a:lnTo>
                  <a:pt x="0" y="57698"/>
                </a:lnTo>
                <a:lnTo>
                  <a:pt x="181" y="44998"/>
                </a:lnTo>
                <a:lnTo>
                  <a:pt x="23587" y="44998"/>
                </a:lnTo>
                <a:lnTo>
                  <a:pt x="25402" y="18689"/>
                </a:lnTo>
                <a:close/>
                <a:moveTo>
                  <a:pt x="112925" y="13427"/>
                </a:moveTo>
                <a:lnTo>
                  <a:pt x="117098" y="0"/>
                </a:lnTo>
                <a:cubicBezTo>
                  <a:pt x="134577" y="8044"/>
                  <a:pt x="148533" y="20170"/>
                  <a:pt x="158966" y="36379"/>
                </a:cubicBezTo>
                <a:cubicBezTo>
                  <a:pt x="169399" y="52588"/>
                  <a:pt x="174615" y="70278"/>
                  <a:pt x="174615" y="89451"/>
                </a:cubicBezTo>
                <a:cubicBezTo>
                  <a:pt x="174615" y="108805"/>
                  <a:pt x="169308" y="126752"/>
                  <a:pt x="158694" y="143294"/>
                </a:cubicBezTo>
                <a:cubicBezTo>
                  <a:pt x="148080" y="159835"/>
                  <a:pt x="133851" y="172370"/>
                  <a:pt x="116010" y="180897"/>
                </a:cubicBezTo>
                <a:lnTo>
                  <a:pt x="111837" y="167834"/>
                </a:lnTo>
                <a:cubicBezTo>
                  <a:pt x="126412" y="160092"/>
                  <a:pt x="137979" y="149236"/>
                  <a:pt x="146537" y="135265"/>
                </a:cubicBezTo>
                <a:cubicBezTo>
                  <a:pt x="155095" y="121294"/>
                  <a:pt x="159374" y="106204"/>
                  <a:pt x="159374" y="89995"/>
                </a:cubicBezTo>
                <a:cubicBezTo>
                  <a:pt x="159374" y="74028"/>
                  <a:pt x="155201" y="59165"/>
                  <a:pt x="146855" y="45406"/>
                </a:cubicBezTo>
                <a:cubicBezTo>
                  <a:pt x="138508" y="31646"/>
                  <a:pt x="127199" y="20987"/>
                  <a:pt x="112925" y="13427"/>
                </a:cubicBezTo>
                <a:close/>
                <a:moveTo>
                  <a:pt x="330247" y="82193"/>
                </a:moveTo>
                <a:lnTo>
                  <a:pt x="334421" y="82193"/>
                </a:lnTo>
                <a:cubicBezTo>
                  <a:pt x="336296" y="82193"/>
                  <a:pt x="337823" y="82148"/>
                  <a:pt x="339002" y="82057"/>
                </a:cubicBezTo>
                <a:cubicBezTo>
                  <a:pt x="340181" y="81966"/>
                  <a:pt x="341754" y="81528"/>
                  <a:pt x="343720" y="80742"/>
                </a:cubicBezTo>
                <a:cubicBezTo>
                  <a:pt x="345685" y="79955"/>
                  <a:pt x="347424" y="78806"/>
                  <a:pt x="348936" y="77294"/>
                </a:cubicBezTo>
                <a:cubicBezTo>
                  <a:pt x="352686" y="73302"/>
                  <a:pt x="354561" y="67254"/>
                  <a:pt x="354561" y="59150"/>
                </a:cubicBezTo>
                <a:cubicBezTo>
                  <a:pt x="354561" y="57396"/>
                  <a:pt x="354470" y="54826"/>
                  <a:pt x="354289" y="51439"/>
                </a:cubicBezTo>
                <a:cubicBezTo>
                  <a:pt x="354107" y="48052"/>
                  <a:pt x="354016" y="45481"/>
                  <a:pt x="354016" y="43727"/>
                </a:cubicBezTo>
                <a:cubicBezTo>
                  <a:pt x="354016" y="30845"/>
                  <a:pt x="357524" y="21168"/>
                  <a:pt x="364540" y="14697"/>
                </a:cubicBezTo>
                <a:cubicBezTo>
                  <a:pt x="368411" y="11128"/>
                  <a:pt x="372841" y="8815"/>
                  <a:pt x="377831" y="7757"/>
                </a:cubicBezTo>
                <a:cubicBezTo>
                  <a:pt x="382820" y="6698"/>
                  <a:pt x="388672" y="6169"/>
                  <a:pt x="395385" y="6169"/>
                </a:cubicBezTo>
                <a:lnTo>
                  <a:pt x="400284" y="6169"/>
                </a:lnTo>
                <a:lnTo>
                  <a:pt x="406816" y="6169"/>
                </a:lnTo>
                <a:lnTo>
                  <a:pt x="406816" y="18507"/>
                </a:lnTo>
                <a:lnTo>
                  <a:pt x="399377" y="18507"/>
                </a:lnTo>
                <a:cubicBezTo>
                  <a:pt x="398288" y="18507"/>
                  <a:pt x="396791" y="18477"/>
                  <a:pt x="394886" y="18416"/>
                </a:cubicBezTo>
                <a:cubicBezTo>
                  <a:pt x="392981" y="18356"/>
                  <a:pt x="391635" y="18326"/>
                  <a:pt x="390849" y="18326"/>
                </a:cubicBezTo>
                <a:cubicBezTo>
                  <a:pt x="385285" y="18326"/>
                  <a:pt x="380870" y="19293"/>
                  <a:pt x="377604" y="21229"/>
                </a:cubicBezTo>
                <a:cubicBezTo>
                  <a:pt x="371798" y="24918"/>
                  <a:pt x="368895" y="31631"/>
                  <a:pt x="368895" y="41369"/>
                </a:cubicBezTo>
                <a:cubicBezTo>
                  <a:pt x="368895" y="43062"/>
                  <a:pt x="369016" y="45557"/>
                  <a:pt x="369257" y="48853"/>
                </a:cubicBezTo>
                <a:cubicBezTo>
                  <a:pt x="369499" y="52149"/>
                  <a:pt x="369620" y="54674"/>
                  <a:pt x="369620" y="56428"/>
                </a:cubicBezTo>
                <a:cubicBezTo>
                  <a:pt x="369620" y="63081"/>
                  <a:pt x="368411" y="68827"/>
                  <a:pt x="365991" y="73665"/>
                </a:cubicBezTo>
                <a:cubicBezTo>
                  <a:pt x="362726" y="80560"/>
                  <a:pt x="357645" y="85399"/>
                  <a:pt x="350750" y="88181"/>
                </a:cubicBezTo>
                <a:cubicBezTo>
                  <a:pt x="353049" y="88967"/>
                  <a:pt x="355181" y="90071"/>
                  <a:pt x="357146" y="91492"/>
                </a:cubicBezTo>
                <a:cubicBezTo>
                  <a:pt x="359112" y="92913"/>
                  <a:pt x="361047" y="94879"/>
                  <a:pt x="362952" y="97389"/>
                </a:cubicBezTo>
                <a:cubicBezTo>
                  <a:pt x="364857" y="99899"/>
                  <a:pt x="366354" y="103225"/>
                  <a:pt x="367443" y="107368"/>
                </a:cubicBezTo>
                <a:cubicBezTo>
                  <a:pt x="368532" y="111511"/>
                  <a:pt x="369076" y="116244"/>
                  <a:pt x="369076" y="121566"/>
                </a:cubicBezTo>
                <a:cubicBezTo>
                  <a:pt x="369076" y="123925"/>
                  <a:pt x="368955" y="127100"/>
                  <a:pt x="368713" y="131092"/>
                </a:cubicBezTo>
                <a:cubicBezTo>
                  <a:pt x="368471" y="135083"/>
                  <a:pt x="368350" y="137956"/>
                  <a:pt x="368350" y="139710"/>
                </a:cubicBezTo>
                <a:cubicBezTo>
                  <a:pt x="368350" y="150355"/>
                  <a:pt x="371314" y="157733"/>
                  <a:pt x="377241" y="161846"/>
                </a:cubicBezTo>
                <a:cubicBezTo>
                  <a:pt x="379479" y="163358"/>
                  <a:pt x="381913" y="164341"/>
                  <a:pt x="384544" y="164794"/>
                </a:cubicBezTo>
                <a:cubicBezTo>
                  <a:pt x="387175" y="165248"/>
                  <a:pt x="390486" y="165475"/>
                  <a:pt x="394478" y="165475"/>
                </a:cubicBezTo>
                <a:lnTo>
                  <a:pt x="398651" y="165475"/>
                </a:lnTo>
                <a:lnTo>
                  <a:pt x="406634" y="165475"/>
                </a:lnTo>
                <a:lnTo>
                  <a:pt x="406634" y="177450"/>
                </a:lnTo>
                <a:lnTo>
                  <a:pt x="398832" y="177450"/>
                </a:lnTo>
                <a:lnTo>
                  <a:pt x="392119" y="177450"/>
                </a:lnTo>
                <a:cubicBezTo>
                  <a:pt x="385769" y="177450"/>
                  <a:pt x="380537" y="177072"/>
                  <a:pt x="376424" y="176316"/>
                </a:cubicBezTo>
                <a:cubicBezTo>
                  <a:pt x="372312" y="175560"/>
                  <a:pt x="368532" y="173821"/>
                  <a:pt x="365084" y="171100"/>
                </a:cubicBezTo>
                <a:cubicBezTo>
                  <a:pt x="357101" y="164931"/>
                  <a:pt x="353109" y="154528"/>
                  <a:pt x="353109" y="139892"/>
                </a:cubicBezTo>
                <a:cubicBezTo>
                  <a:pt x="353109" y="136989"/>
                  <a:pt x="353260" y="133193"/>
                  <a:pt x="353563" y="128506"/>
                </a:cubicBezTo>
                <a:cubicBezTo>
                  <a:pt x="353865" y="123819"/>
                  <a:pt x="354016" y="120417"/>
                  <a:pt x="354016" y="118300"/>
                </a:cubicBezTo>
                <a:cubicBezTo>
                  <a:pt x="354016" y="108805"/>
                  <a:pt x="352081" y="102212"/>
                  <a:pt x="348210" y="98523"/>
                </a:cubicBezTo>
                <a:cubicBezTo>
                  <a:pt x="346819" y="97192"/>
                  <a:pt x="345171" y="96194"/>
                  <a:pt x="343266" y="95529"/>
                </a:cubicBezTo>
                <a:cubicBezTo>
                  <a:pt x="341361" y="94864"/>
                  <a:pt x="339909" y="94501"/>
                  <a:pt x="338911" y="94440"/>
                </a:cubicBezTo>
                <a:cubicBezTo>
                  <a:pt x="337913" y="94380"/>
                  <a:pt x="336477" y="94350"/>
                  <a:pt x="334602" y="94350"/>
                </a:cubicBezTo>
                <a:lnTo>
                  <a:pt x="330247" y="94350"/>
                </a:lnTo>
                <a:lnTo>
                  <a:pt x="330247" y="821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Text 2">
            <a:extLst xmlns:a="http://schemas.openxmlformats.org/drawingml/2006/main">
              <a:ext uri="{FF2B5EF4-FFF2-40B4-BE49-F238E27FC236}">
                <a16:creationId xmlns:a16="http://schemas.microsoft.com/office/drawing/2014/main" id="{F94B2B3E-26B2-4478-97E4-FF3DAA8F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5" y="423249"/>
            <a:ext cx="78746" cy="134993"/>
          </a:xfrm>
          <a:custGeom xmlns:a="http://schemas.openxmlformats.org/drawingml/2006/main">
            <a:pathLst>
              <a:path w="78746" h="134993">
                <a:moveTo>
                  <a:pt x="907" y="21592"/>
                </a:moveTo>
                <a:cubicBezTo>
                  <a:pt x="4899" y="14878"/>
                  <a:pt x="10251" y="9601"/>
                  <a:pt x="16965" y="5761"/>
                </a:cubicBezTo>
                <a:cubicBezTo>
                  <a:pt x="23678" y="1920"/>
                  <a:pt x="30845" y="0"/>
                  <a:pt x="38466" y="0"/>
                </a:cubicBezTo>
                <a:cubicBezTo>
                  <a:pt x="49413" y="0"/>
                  <a:pt x="58651" y="3644"/>
                  <a:pt x="66181" y="10932"/>
                </a:cubicBezTo>
                <a:cubicBezTo>
                  <a:pt x="73711" y="18220"/>
                  <a:pt x="77476" y="27095"/>
                  <a:pt x="77476" y="37558"/>
                </a:cubicBezTo>
                <a:cubicBezTo>
                  <a:pt x="77476" y="42094"/>
                  <a:pt x="76765" y="46479"/>
                  <a:pt x="75344" y="50713"/>
                </a:cubicBezTo>
                <a:cubicBezTo>
                  <a:pt x="73922" y="54947"/>
                  <a:pt x="71866" y="58938"/>
                  <a:pt x="69175" y="62688"/>
                </a:cubicBezTo>
                <a:cubicBezTo>
                  <a:pt x="66483" y="66438"/>
                  <a:pt x="64064" y="69477"/>
                  <a:pt x="61917" y="71806"/>
                </a:cubicBezTo>
                <a:cubicBezTo>
                  <a:pt x="59770" y="74134"/>
                  <a:pt x="57094" y="76810"/>
                  <a:pt x="53888" y="79834"/>
                </a:cubicBezTo>
                <a:cubicBezTo>
                  <a:pt x="53586" y="80137"/>
                  <a:pt x="51892" y="81709"/>
                  <a:pt x="48808" y="84552"/>
                </a:cubicBezTo>
                <a:cubicBezTo>
                  <a:pt x="45723" y="87394"/>
                  <a:pt x="43607" y="89390"/>
                  <a:pt x="42457" y="90539"/>
                </a:cubicBezTo>
                <a:cubicBezTo>
                  <a:pt x="41308" y="91689"/>
                  <a:pt x="39297" y="93745"/>
                  <a:pt x="36424" y="96708"/>
                </a:cubicBezTo>
                <a:cubicBezTo>
                  <a:pt x="33552" y="99672"/>
                  <a:pt x="31253" y="102227"/>
                  <a:pt x="29530" y="104374"/>
                </a:cubicBezTo>
                <a:cubicBezTo>
                  <a:pt x="27806" y="106521"/>
                  <a:pt x="25810" y="109167"/>
                  <a:pt x="23542" y="112312"/>
                </a:cubicBezTo>
                <a:cubicBezTo>
                  <a:pt x="21274" y="115457"/>
                  <a:pt x="19233" y="118602"/>
                  <a:pt x="17418" y="121747"/>
                </a:cubicBezTo>
                <a:lnTo>
                  <a:pt x="73665" y="121747"/>
                </a:lnTo>
                <a:cubicBezTo>
                  <a:pt x="74391" y="121747"/>
                  <a:pt x="75117" y="121445"/>
                  <a:pt x="75843" y="120840"/>
                </a:cubicBezTo>
                <a:cubicBezTo>
                  <a:pt x="76810" y="119873"/>
                  <a:pt x="77778" y="119570"/>
                  <a:pt x="78746" y="119933"/>
                </a:cubicBezTo>
                <a:lnTo>
                  <a:pt x="78746" y="134993"/>
                </a:lnTo>
                <a:lnTo>
                  <a:pt x="0" y="134993"/>
                </a:lnTo>
                <a:lnTo>
                  <a:pt x="0" y="125558"/>
                </a:lnTo>
                <a:cubicBezTo>
                  <a:pt x="5262" y="115155"/>
                  <a:pt x="10962" y="106159"/>
                  <a:pt x="17101" y="98568"/>
                </a:cubicBezTo>
                <a:cubicBezTo>
                  <a:pt x="23240" y="90978"/>
                  <a:pt x="30543" y="83342"/>
                  <a:pt x="39010" y="75661"/>
                </a:cubicBezTo>
                <a:cubicBezTo>
                  <a:pt x="41853" y="73121"/>
                  <a:pt x="43969" y="71201"/>
                  <a:pt x="45360" y="69900"/>
                </a:cubicBezTo>
                <a:cubicBezTo>
                  <a:pt x="46751" y="68600"/>
                  <a:pt x="48762" y="66529"/>
                  <a:pt x="51393" y="63686"/>
                </a:cubicBezTo>
                <a:cubicBezTo>
                  <a:pt x="54024" y="60843"/>
                  <a:pt x="55990" y="58318"/>
                  <a:pt x="57290" y="56111"/>
                </a:cubicBezTo>
                <a:cubicBezTo>
                  <a:pt x="58591" y="53903"/>
                  <a:pt x="59800" y="51227"/>
                  <a:pt x="60919" y="48082"/>
                </a:cubicBezTo>
                <a:cubicBezTo>
                  <a:pt x="62038" y="44937"/>
                  <a:pt x="62597" y="41792"/>
                  <a:pt x="62597" y="38647"/>
                </a:cubicBezTo>
                <a:cubicBezTo>
                  <a:pt x="62597" y="31510"/>
                  <a:pt x="60103" y="25493"/>
                  <a:pt x="55113" y="20594"/>
                </a:cubicBezTo>
                <a:cubicBezTo>
                  <a:pt x="50123" y="15695"/>
                  <a:pt x="44030" y="13245"/>
                  <a:pt x="36833" y="13245"/>
                </a:cubicBezTo>
                <a:cubicBezTo>
                  <a:pt x="31510" y="13245"/>
                  <a:pt x="26823" y="14515"/>
                  <a:pt x="22771" y="17056"/>
                </a:cubicBezTo>
                <a:cubicBezTo>
                  <a:pt x="18719" y="19596"/>
                  <a:pt x="15725" y="22378"/>
                  <a:pt x="13790" y="25402"/>
                </a:cubicBezTo>
                <a:cubicBezTo>
                  <a:pt x="13427" y="25946"/>
                  <a:pt x="13139" y="26732"/>
                  <a:pt x="12928" y="27761"/>
                </a:cubicBezTo>
                <a:cubicBezTo>
                  <a:pt x="12716" y="28789"/>
                  <a:pt x="12399" y="29635"/>
                  <a:pt x="11975" y="30301"/>
                </a:cubicBezTo>
                <a:lnTo>
                  <a:pt x="907" y="21592"/>
                </a:ln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Text int">
            <a:extLst xmlns:a="http://schemas.openxmlformats.org/drawingml/2006/main">
              <a:ext uri="{FF2B5EF4-FFF2-40B4-BE49-F238E27FC236}">
                <a16:creationId xmlns:a16="http://schemas.microsoft.com/office/drawing/2014/main" id="{24081BF3-AE6D-43EF-9B87-6A1EA0C6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30" y="417080"/>
            <a:ext cx="302782" cy="142976"/>
          </a:xfrm>
          <a:custGeom xmlns:a="http://schemas.openxmlformats.org/drawingml/2006/main">
            <a:pathLst>
              <a:path w="302782" h="142976">
                <a:moveTo>
                  <a:pt x="1270" y="60964"/>
                </a:moveTo>
                <a:lnTo>
                  <a:pt x="1270" y="42639"/>
                </a:lnTo>
                <a:lnTo>
                  <a:pt x="46268" y="42639"/>
                </a:lnTo>
                <a:lnTo>
                  <a:pt x="46268" y="123199"/>
                </a:lnTo>
                <a:lnTo>
                  <a:pt x="69311" y="123199"/>
                </a:lnTo>
                <a:lnTo>
                  <a:pt x="69311" y="141162"/>
                </a:lnTo>
                <a:lnTo>
                  <a:pt x="0" y="141162"/>
                </a:lnTo>
                <a:lnTo>
                  <a:pt x="0" y="123199"/>
                </a:lnTo>
                <a:lnTo>
                  <a:pt x="25039" y="123199"/>
                </a:lnTo>
                <a:lnTo>
                  <a:pt x="25039" y="60964"/>
                </a:lnTo>
                <a:lnTo>
                  <a:pt x="1270" y="60964"/>
                </a:lnTo>
                <a:moveTo>
                  <a:pt x="26173" y="23542"/>
                </a:moveTo>
                <a:cubicBezTo>
                  <a:pt x="23482" y="20851"/>
                  <a:pt x="22136" y="17600"/>
                  <a:pt x="22136" y="13790"/>
                </a:cubicBezTo>
                <a:cubicBezTo>
                  <a:pt x="22136" y="9979"/>
                  <a:pt x="23482" y="6728"/>
                  <a:pt x="26173" y="4037"/>
                </a:cubicBezTo>
                <a:cubicBezTo>
                  <a:pt x="28864" y="1346"/>
                  <a:pt x="32115" y="0"/>
                  <a:pt x="35925" y="0"/>
                </a:cubicBezTo>
                <a:cubicBezTo>
                  <a:pt x="39736" y="0"/>
                  <a:pt x="43017" y="1346"/>
                  <a:pt x="45769" y="4037"/>
                </a:cubicBezTo>
                <a:cubicBezTo>
                  <a:pt x="48521" y="6728"/>
                  <a:pt x="49896" y="9979"/>
                  <a:pt x="49896" y="13790"/>
                </a:cubicBezTo>
                <a:cubicBezTo>
                  <a:pt x="49896" y="17600"/>
                  <a:pt x="48521" y="20851"/>
                  <a:pt x="45769" y="23542"/>
                </a:cubicBezTo>
                <a:cubicBezTo>
                  <a:pt x="43017" y="26233"/>
                  <a:pt x="39736" y="27579"/>
                  <a:pt x="35925" y="27579"/>
                </a:cubicBezTo>
                <a:cubicBezTo>
                  <a:pt x="32115" y="27579"/>
                  <a:pt x="28864" y="26233"/>
                  <a:pt x="26173" y="23542"/>
                </a:cubicBezTo>
                <a:close/>
                <a:moveTo>
                  <a:pt x="125807" y="141162"/>
                </a:moveTo>
                <a:lnTo>
                  <a:pt x="104397" y="141162"/>
                </a:lnTo>
                <a:lnTo>
                  <a:pt x="104397" y="42820"/>
                </a:lnTo>
                <a:lnTo>
                  <a:pt x="125807" y="42820"/>
                </a:lnTo>
                <a:lnTo>
                  <a:pt x="125807" y="54795"/>
                </a:lnTo>
                <a:cubicBezTo>
                  <a:pt x="129799" y="50441"/>
                  <a:pt x="134365" y="46963"/>
                  <a:pt x="139506" y="44363"/>
                </a:cubicBezTo>
                <a:cubicBezTo>
                  <a:pt x="144647" y="41762"/>
                  <a:pt x="150000" y="40462"/>
                  <a:pt x="155564" y="40462"/>
                </a:cubicBezTo>
                <a:cubicBezTo>
                  <a:pt x="161854" y="40462"/>
                  <a:pt x="167584" y="42049"/>
                  <a:pt x="172755" y="45224"/>
                </a:cubicBezTo>
                <a:cubicBezTo>
                  <a:pt x="177927" y="48400"/>
                  <a:pt x="181812" y="52800"/>
                  <a:pt x="184413" y="58424"/>
                </a:cubicBezTo>
                <a:cubicBezTo>
                  <a:pt x="185623" y="60964"/>
                  <a:pt x="186515" y="63762"/>
                  <a:pt x="187089" y="66816"/>
                </a:cubicBezTo>
                <a:cubicBezTo>
                  <a:pt x="187664" y="69870"/>
                  <a:pt x="187997" y="72350"/>
                  <a:pt x="188087" y="74255"/>
                </a:cubicBezTo>
                <a:cubicBezTo>
                  <a:pt x="188178" y="76160"/>
                  <a:pt x="188223" y="78746"/>
                  <a:pt x="188223" y="82012"/>
                </a:cubicBezTo>
                <a:lnTo>
                  <a:pt x="188223" y="141162"/>
                </a:lnTo>
                <a:lnTo>
                  <a:pt x="167358" y="141162"/>
                </a:lnTo>
                <a:lnTo>
                  <a:pt x="167358" y="83100"/>
                </a:lnTo>
                <a:cubicBezTo>
                  <a:pt x="167358" y="80318"/>
                  <a:pt x="167297" y="78050"/>
                  <a:pt x="167176" y="76296"/>
                </a:cubicBezTo>
                <a:cubicBezTo>
                  <a:pt x="167055" y="74542"/>
                  <a:pt x="166617" y="72516"/>
                  <a:pt x="165861" y="70218"/>
                </a:cubicBezTo>
                <a:cubicBezTo>
                  <a:pt x="165105" y="67920"/>
                  <a:pt x="164031" y="65984"/>
                  <a:pt x="162640" y="64412"/>
                </a:cubicBezTo>
                <a:cubicBezTo>
                  <a:pt x="159737" y="61146"/>
                  <a:pt x="155987" y="59513"/>
                  <a:pt x="151391" y="59513"/>
                </a:cubicBezTo>
                <a:cubicBezTo>
                  <a:pt x="147399" y="59513"/>
                  <a:pt x="143377" y="60798"/>
                  <a:pt x="139325" y="63369"/>
                </a:cubicBezTo>
                <a:cubicBezTo>
                  <a:pt x="135273" y="65939"/>
                  <a:pt x="132158" y="68585"/>
                  <a:pt x="129981" y="71307"/>
                </a:cubicBezTo>
                <a:cubicBezTo>
                  <a:pt x="128287" y="73423"/>
                  <a:pt x="127168" y="75495"/>
                  <a:pt x="126624" y="77521"/>
                </a:cubicBezTo>
                <a:cubicBezTo>
                  <a:pt x="126080" y="79547"/>
                  <a:pt x="125807" y="82193"/>
                  <a:pt x="125807" y="85459"/>
                </a:cubicBezTo>
                <a:lnTo>
                  <a:pt x="125807" y="141162"/>
                </a:lnTo>
                <a:close/>
                <a:moveTo>
                  <a:pt x="239821" y="42820"/>
                </a:moveTo>
                <a:lnTo>
                  <a:pt x="241636" y="16874"/>
                </a:lnTo>
                <a:lnTo>
                  <a:pt x="262683" y="13427"/>
                </a:lnTo>
                <a:lnTo>
                  <a:pt x="263590" y="15241"/>
                </a:lnTo>
                <a:cubicBezTo>
                  <a:pt x="263953" y="15967"/>
                  <a:pt x="264134" y="16753"/>
                  <a:pt x="264134" y="17600"/>
                </a:cubicBezTo>
                <a:cubicBezTo>
                  <a:pt x="264134" y="18447"/>
                  <a:pt x="264029" y="19233"/>
                  <a:pt x="263817" y="19959"/>
                </a:cubicBezTo>
                <a:cubicBezTo>
                  <a:pt x="263605" y="20684"/>
                  <a:pt x="263363" y="21289"/>
                  <a:pt x="263091" y="21773"/>
                </a:cubicBezTo>
                <a:cubicBezTo>
                  <a:pt x="262819" y="22257"/>
                  <a:pt x="262683" y="22559"/>
                  <a:pt x="262683" y="22680"/>
                </a:cubicBezTo>
                <a:cubicBezTo>
                  <a:pt x="261836" y="27579"/>
                  <a:pt x="261110" y="34232"/>
                  <a:pt x="260506" y="42639"/>
                </a:cubicBezTo>
                <a:lnTo>
                  <a:pt x="292439" y="42639"/>
                </a:lnTo>
                <a:lnTo>
                  <a:pt x="292439" y="61146"/>
                </a:lnTo>
                <a:lnTo>
                  <a:pt x="259780" y="61146"/>
                </a:lnTo>
                <a:cubicBezTo>
                  <a:pt x="258691" y="72214"/>
                  <a:pt x="258147" y="83100"/>
                  <a:pt x="258147" y="93805"/>
                </a:cubicBezTo>
                <a:cubicBezTo>
                  <a:pt x="258147" y="97555"/>
                  <a:pt x="258192" y="100746"/>
                  <a:pt x="258283" y="103376"/>
                </a:cubicBezTo>
                <a:cubicBezTo>
                  <a:pt x="258374" y="106007"/>
                  <a:pt x="258464" y="107912"/>
                  <a:pt x="258555" y="109092"/>
                </a:cubicBezTo>
                <a:cubicBezTo>
                  <a:pt x="258646" y="110271"/>
                  <a:pt x="258691" y="110921"/>
                  <a:pt x="258691" y="111042"/>
                </a:cubicBezTo>
                <a:cubicBezTo>
                  <a:pt x="260082" y="119147"/>
                  <a:pt x="264679" y="123199"/>
                  <a:pt x="272481" y="123199"/>
                </a:cubicBezTo>
                <a:cubicBezTo>
                  <a:pt x="278589" y="123199"/>
                  <a:pt x="285424" y="120356"/>
                  <a:pt x="292984" y="114671"/>
                </a:cubicBezTo>
                <a:lnTo>
                  <a:pt x="295887" y="112675"/>
                </a:lnTo>
                <a:lnTo>
                  <a:pt x="302782" y="130275"/>
                </a:lnTo>
                <a:lnTo>
                  <a:pt x="301149" y="131545"/>
                </a:lnTo>
                <a:cubicBezTo>
                  <a:pt x="290685" y="139166"/>
                  <a:pt x="279678" y="142976"/>
                  <a:pt x="268126" y="142976"/>
                </a:cubicBezTo>
                <a:cubicBezTo>
                  <a:pt x="262804" y="142976"/>
                  <a:pt x="257996" y="142024"/>
                  <a:pt x="253702" y="140118"/>
                </a:cubicBezTo>
                <a:cubicBezTo>
                  <a:pt x="249407" y="138213"/>
                  <a:pt x="245930" y="135537"/>
                  <a:pt x="243269" y="132090"/>
                </a:cubicBezTo>
                <a:cubicBezTo>
                  <a:pt x="241757" y="130094"/>
                  <a:pt x="240547" y="127992"/>
                  <a:pt x="239640" y="125784"/>
                </a:cubicBezTo>
                <a:cubicBezTo>
                  <a:pt x="238733" y="123577"/>
                  <a:pt x="238113" y="121127"/>
                  <a:pt x="237780" y="118436"/>
                </a:cubicBezTo>
                <a:cubicBezTo>
                  <a:pt x="237447" y="115745"/>
                  <a:pt x="237251" y="113673"/>
                  <a:pt x="237190" y="112222"/>
                </a:cubicBezTo>
                <a:cubicBezTo>
                  <a:pt x="237130" y="110770"/>
                  <a:pt x="237100" y="108563"/>
                  <a:pt x="237100" y="105599"/>
                </a:cubicBezTo>
                <a:cubicBezTo>
                  <a:pt x="237100" y="92112"/>
                  <a:pt x="237704" y="77294"/>
                  <a:pt x="238914" y="61146"/>
                </a:cubicBezTo>
                <a:lnTo>
                  <a:pt x="216052" y="61146"/>
                </a:lnTo>
                <a:lnTo>
                  <a:pt x="216234" y="42820"/>
                </a:lnTo>
                <a:lnTo>
                  <a:pt x="239821" y="42820"/>
                </a:lnTo>
                <a:close/>
              </a:path>
            </a:pathLst>
          </a:custGeom>
          <a:solidFill xmlns:a="http://schemas.openxmlformats.org/drawingml/2006/main">
            <a:srgbClr val="B000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Text *">
            <a:extLst xmlns:a="http://schemas.openxmlformats.org/drawingml/2006/main">
              <a:ext uri="{FF2B5EF4-FFF2-40B4-BE49-F238E27FC236}">
                <a16:creationId xmlns:a16="http://schemas.microsoft.com/office/drawing/2014/main" id="{BC2FEE96-2202-45B7-847B-AA1DB375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883" y="446655"/>
            <a:ext cx="89814" cy="88725"/>
          </a:xfrm>
          <a:custGeom xmlns:a="http://schemas.openxmlformats.org/drawingml/2006/main">
            <a:pathLst>
              <a:path w="89814" h="88725">
                <a:moveTo>
                  <a:pt x="37014" y="0"/>
                </a:moveTo>
                <a:lnTo>
                  <a:pt x="54433" y="0"/>
                </a:lnTo>
                <a:cubicBezTo>
                  <a:pt x="54312" y="847"/>
                  <a:pt x="54100" y="1769"/>
                  <a:pt x="53797" y="2767"/>
                </a:cubicBezTo>
                <a:cubicBezTo>
                  <a:pt x="53495" y="3765"/>
                  <a:pt x="53283" y="4717"/>
                  <a:pt x="53162" y="5625"/>
                </a:cubicBezTo>
                <a:lnTo>
                  <a:pt x="49896" y="37921"/>
                </a:lnTo>
                <a:lnTo>
                  <a:pt x="84008" y="22317"/>
                </a:lnTo>
                <a:lnTo>
                  <a:pt x="89814" y="35563"/>
                </a:lnTo>
                <a:lnTo>
                  <a:pt x="52800" y="46812"/>
                </a:lnTo>
                <a:lnTo>
                  <a:pt x="80016" y="79290"/>
                </a:lnTo>
                <a:lnTo>
                  <a:pt x="68222" y="88544"/>
                </a:lnTo>
                <a:lnTo>
                  <a:pt x="44998" y="52800"/>
                </a:lnTo>
                <a:lnTo>
                  <a:pt x="20866" y="88725"/>
                </a:lnTo>
                <a:lnTo>
                  <a:pt x="9254" y="79290"/>
                </a:lnTo>
                <a:lnTo>
                  <a:pt x="37196" y="46993"/>
                </a:lnTo>
                <a:lnTo>
                  <a:pt x="0" y="35563"/>
                </a:lnTo>
                <a:lnTo>
                  <a:pt x="5625" y="21592"/>
                </a:lnTo>
                <a:lnTo>
                  <a:pt x="40462" y="37921"/>
                </a:lnTo>
                <a:lnTo>
                  <a:pt x="37014" y="0"/>
                </a:lnTo>
                <a:close/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Text p=malloc(">
            <a:extLst xmlns:a="http://schemas.openxmlformats.org/drawingml/2006/main">
              <a:ext uri="{FF2B5EF4-FFF2-40B4-BE49-F238E27FC236}">
                <a16:creationId xmlns:a16="http://schemas.microsoft.com/office/drawing/2014/main" id="{E31050CA-AB38-4CFC-BD90-2680DADC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163" y="414721"/>
            <a:ext cx="1191667" cy="180716"/>
          </a:xfrm>
          <a:custGeom xmlns:a="http://schemas.openxmlformats.org/drawingml/2006/main">
            <a:pathLst>
              <a:path w="1191667" h="180716">
                <a:moveTo>
                  <a:pt x="0" y="45179"/>
                </a:moveTo>
                <a:lnTo>
                  <a:pt x="15785" y="45179"/>
                </a:lnTo>
                <a:lnTo>
                  <a:pt x="15785" y="60239"/>
                </a:lnTo>
                <a:cubicBezTo>
                  <a:pt x="19172" y="54856"/>
                  <a:pt x="23603" y="50637"/>
                  <a:pt x="29076" y="47583"/>
                </a:cubicBezTo>
                <a:cubicBezTo>
                  <a:pt x="34550" y="44529"/>
                  <a:pt x="40462" y="43002"/>
                  <a:pt x="46812" y="43002"/>
                </a:cubicBezTo>
                <a:cubicBezTo>
                  <a:pt x="51771" y="43002"/>
                  <a:pt x="56564" y="44015"/>
                  <a:pt x="61191" y="46041"/>
                </a:cubicBezTo>
                <a:cubicBezTo>
                  <a:pt x="65818" y="48067"/>
                  <a:pt x="70067" y="51046"/>
                  <a:pt x="73938" y="54977"/>
                </a:cubicBezTo>
                <a:cubicBezTo>
                  <a:pt x="77808" y="58908"/>
                  <a:pt x="80908" y="64155"/>
                  <a:pt x="83236" y="70717"/>
                </a:cubicBezTo>
                <a:cubicBezTo>
                  <a:pt x="85565" y="77279"/>
                  <a:pt x="86729" y="84733"/>
                  <a:pt x="86729" y="93080"/>
                </a:cubicBezTo>
                <a:cubicBezTo>
                  <a:pt x="86729" y="101789"/>
                  <a:pt x="85535" y="109606"/>
                  <a:pt x="83146" y="116531"/>
                </a:cubicBezTo>
                <a:cubicBezTo>
                  <a:pt x="80757" y="123456"/>
                  <a:pt x="77581" y="129020"/>
                  <a:pt x="73620" y="133224"/>
                </a:cubicBezTo>
                <a:cubicBezTo>
                  <a:pt x="69659" y="137427"/>
                  <a:pt x="65289" y="140617"/>
                  <a:pt x="60511" y="142795"/>
                </a:cubicBezTo>
                <a:cubicBezTo>
                  <a:pt x="55733" y="144972"/>
                  <a:pt x="50743" y="146061"/>
                  <a:pt x="45542" y="146061"/>
                </a:cubicBezTo>
                <a:cubicBezTo>
                  <a:pt x="39615" y="146061"/>
                  <a:pt x="34020" y="144670"/>
                  <a:pt x="28759" y="141887"/>
                </a:cubicBezTo>
                <a:cubicBezTo>
                  <a:pt x="23497" y="139105"/>
                  <a:pt x="19233" y="135295"/>
                  <a:pt x="15967" y="130457"/>
                </a:cubicBezTo>
                <a:lnTo>
                  <a:pt x="15967" y="179446"/>
                </a:lnTo>
                <a:lnTo>
                  <a:pt x="181" y="179446"/>
                </a:lnTo>
                <a:lnTo>
                  <a:pt x="0" y="45179"/>
                </a:lnTo>
                <a:moveTo>
                  <a:pt x="41187" y="56247"/>
                </a:moveTo>
                <a:cubicBezTo>
                  <a:pt x="36107" y="56247"/>
                  <a:pt x="31480" y="57532"/>
                  <a:pt x="27307" y="60103"/>
                </a:cubicBezTo>
                <a:cubicBezTo>
                  <a:pt x="23134" y="62673"/>
                  <a:pt x="20140" y="66166"/>
                  <a:pt x="18326" y="70581"/>
                </a:cubicBezTo>
                <a:cubicBezTo>
                  <a:pt x="16632" y="74512"/>
                  <a:pt x="15785" y="80923"/>
                  <a:pt x="15785" y="89814"/>
                </a:cubicBezTo>
                <a:cubicBezTo>
                  <a:pt x="15785" y="98281"/>
                  <a:pt x="15922" y="104465"/>
                  <a:pt x="16194" y="108366"/>
                </a:cubicBezTo>
                <a:cubicBezTo>
                  <a:pt x="16466" y="112267"/>
                  <a:pt x="17237" y="115760"/>
                  <a:pt x="18507" y="118844"/>
                </a:cubicBezTo>
                <a:cubicBezTo>
                  <a:pt x="20442" y="123138"/>
                  <a:pt x="23482" y="126480"/>
                  <a:pt x="27625" y="128869"/>
                </a:cubicBezTo>
                <a:cubicBezTo>
                  <a:pt x="31767" y="131258"/>
                  <a:pt x="36228" y="132452"/>
                  <a:pt x="41006" y="132452"/>
                </a:cubicBezTo>
                <a:cubicBezTo>
                  <a:pt x="43183" y="132452"/>
                  <a:pt x="45406" y="132211"/>
                  <a:pt x="47674" y="131727"/>
                </a:cubicBezTo>
                <a:cubicBezTo>
                  <a:pt x="49942" y="131243"/>
                  <a:pt x="52497" y="130215"/>
                  <a:pt x="55340" y="128642"/>
                </a:cubicBezTo>
                <a:cubicBezTo>
                  <a:pt x="58182" y="127070"/>
                  <a:pt x="60692" y="125044"/>
                  <a:pt x="62870" y="122564"/>
                </a:cubicBezTo>
                <a:cubicBezTo>
                  <a:pt x="65047" y="120084"/>
                  <a:pt x="66876" y="116591"/>
                  <a:pt x="68358" y="112086"/>
                </a:cubicBezTo>
                <a:cubicBezTo>
                  <a:pt x="69840" y="107580"/>
                  <a:pt x="70581" y="102394"/>
                  <a:pt x="70581" y="96527"/>
                </a:cubicBezTo>
                <a:cubicBezTo>
                  <a:pt x="70581" y="89693"/>
                  <a:pt x="69810" y="83705"/>
                  <a:pt x="68267" y="78564"/>
                </a:cubicBezTo>
                <a:cubicBezTo>
                  <a:pt x="66725" y="73423"/>
                  <a:pt x="64881" y="69492"/>
                  <a:pt x="62733" y="66771"/>
                </a:cubicBezTo>
                <a:cubicBezTo>
                  <a:pt x="60586" y="64049"/>
                  <a:pt x="58061" y="61841"/>
                  <a:pt x="55158" y="60148"/>
                </a:cubicBezTo>
                <a:cubicBezTo>
                  <a:pt x="52255" y="58454"/>
                  <a:pt x="49730" y="57381"/>
                  <a:pt x="47583" y="56927"/>
                </a:cubicBezTo>
                <a:cubicBezTo>
                  <a:pt x="45436" y="56474"/>
                  <a:pt x="43304" y="56247"/>
                  <a:pt x="41187" y="56247"/>
                </a:cubicBezTo>
                <a:close/>
                <a:moveTo>
                  <a:pt x="219318" y="48989"/>
                </a:moveTo>
                <a:lnTo>
                  <a:pt x="307862" y="48989"/>
                </a:lnTo>
                <a:lnTo>
                  <a:pt x="307862" y="62235"/>
                </a:lnTo>
                <a:lnTo>
                  <a:pt x="219318" y="62235"/>
                </a:lnTo>
                <a:lnTo>
                  <a:pt x="219318" y="48989"/>
                </a:lnTo>
                <a:moveTo>
                  <a:pt x="219318" y="93624"/>
                </a:moveTo>
                <a:lnTo>
                  <a:pt x="307862" y="93624"/>
                </a:lnTo>
                <a:lnTo>
                  <a:pt x="307862" y="106869"/>
                </a:lnTo>
                <a:lnTo>
                  <a:pt x="219318" y="106869"/>
                </a:lnTo>
                <a:lnTo>
                  <a:pt x="219318" y="93624"/>
                </a:lnTo>
                <a:close/>
                <a:moveTo>
                  <a:pt x="440451" y="143520"/>
                </a:moveTo>
                <a:lnTo>
                  <a:pt x="440451" y="45179"/>
                </a:lnTo>
                <a:lnTo>
                  <a:pt x="454785" y="45179"/>
                </a:lnTo>
                <a:lnTo>
                  <a:pt x="454603" y="54977"/>
                </a:lnTo>
                <a:cubicBezTo>
                  <a:pt x="456962" y="51409"/>
                  <a:pt x="459941" y="48490"/>
                  <a:pt x="463539" y="46222"/>
                </a:cubicBezTo>
                <a:cubicBezTo>
                  <a:pt x="467138" y="43954"/>
                  <a:pt x="470873" y="42820"/>
                  <a:pt x="474744" y="42820"/>
                </a:cubicBezTo>
                <a:cubicBezTo>
                  <a:pt x="479159" y="42820"/>
                  <a:pt x="482984" y="44181"/>
                  <a:pt x="486220" y="46903"/>
                </a:cubicBezTo>
                <a:cubicBezTo>
                  <a:pt x="489455" y="49624"/>
                  <a:pt x="491436" y="53041"/>
                  <a:pt x="492162" y="57154"/>
                </a:cubicBezTo>
                <a:cubicBezTo>
                  <a:pt x="494158" y="52800"/>
                  <a:pt x="497167" y="49322"/>
                  <a:pt x="501189" y="46721"/>
                </a:cubicBezTo>
                <a:cubicBezTo>
                  <a:pt x="505211" y="44121"/>
                  <a:pt x="509580" y="42820"/>
                  <a:pt x="514298" y="42820"/>
                </a:cubicBezTo>
                <a:cubicBezTo>
                  <a:pt x="521193" y="42820"/>
                  <a:pt x="526273" y="45421"/>
                  <a:pt x="529539" y="50622"/>
                </a:cubicBezTo>
                <a:cubicBezTo>
                  <a:pt x="530809" y="52376"/>
                  <a:pt x="531746" y="54463"/>
                  <a:pt x="532351" y="56882"/>
                </a:cubicBezTo>
                <a:cubicBezTo>
                  <a:pt x="532956" y="59301"/>
                  <a:pt x="533304" y="61342"/>
                  <a:pt x="533395" y="63006"/>
                </a:cubicBezTo>
                <a:cubicBezTo>
                  <a:pt x="533485" y="64669"/>
                  <a:pt x="533531" y="67073"/>
                  <a:pt x="533531" y="70218"/>
                </a:cubicBezTo>
                <a:lnTo>
                  <a:pt x="533531" y="73665"/>
                </a:lnTo>
                <a:lnTo>
                  <a:pt x="533531" y="143702"/>
                </a:lnTo>
                <a:lnTo>
                  <a:pt x="518834" y="143702"/>
                </a:lnTo>
                <a:lnTo>
                  <a:pt x="518834" y="73847"/>
                </a:lnTo>
                <a:cubicBezTo>
                  <a:pt x="518834" y="73302"/>
                  <a:pt x="518864" y="72410"/>
                  <a:pt x="518925" y="71171"/>
                </a:cubicBezTo>
                <a:cubicBezTo>
                  <a:pt x="518985" y="69931"/>
                  <a:pt x="519015" y="69008"/>
                  <a:pt x="519015" y="68404"/>
                </a:cubicBezTo>
                <a:cubicBezTo>
                  <a:pt x="519015" y="64896"/>
                  <a:pt x="518531" y="61932"/>
                  <a:pt x="517564" y="59513"/>
                </a:cubicBezTo>
                <a:cubicBezTo>
                  <a:pt x="516778" y="57819"/>
                  <a:pt x="515674" y="56489"/>
                  <a:pt x="514252" y="55521"/>
                </a:cubicBezTo>
                <a:cubicBezTo>
                  <a:pt x="512831" y="54553"/>
                  <a:pt x="511334" y="54070"/>
                  <a:pt x="509762" y="54070"/>
                </a:cubicBezTo>
                <a:cubicBezTo>
                  <a:pt x="505770" y="54070"/>
                  <a:pt x="501960" y="57094"/>
                  <a:pt x="498331" y="63142"/>
                </a:cubicBezTo>
                <a:cubicBezTo>
                  <a:pt x="495549" y="67980"/>
                  <a:pt x="494158" y="73121"/>
                  <a:pt x="494158" y="78564"/>
                </a:cubicBezTo>
                <a:lnTo>
                  <a:pt x="494158" y="143520"/>
                </a:lnTo>
                <a:lnTo>
                  <a:pt x="479642" y="143520"/>
                </a:lnTo>
                <a:lnTo>
                  <a:pt x="479642" y="75117"/>
                </a:lnTo>
                <a:cubicBezTo>
                  <a:pt x="479642" y="74633"/>
                  <a:pt x="479673" y="73892"/>
                  <a:pt x="479733" y="72894"/>
                </a:cubicBezTo>
                <a:cubicBezTo>
                  <a:pt x="479794" y="71896"/>
                  <a:pt x="479824" y="71125"/>
                  <a:pt x="479824" y="70581"/>
                </a:cubicBezTo>
                <a:cubicBezTo>
                  <a:pt x="479824" y="67073"/>
                  <a:pt x="479461" y="64230"/>
                  <a:pt x="478735" y="62053"/>
                </a:cubicBezTo>
                <a:cubicBezTo>
                  <a:pt x="478009" y="59513"/>
                  <a:pt x="476800" y="57668"/>
                  <a:pt x="475106" y="56519"/>
                </a:cubicBezTo>
                <a:cubicBezTo>
                  <a:pt x="473413" y="55370"/>
                  <a:pt x="471599" y="54795"/>
                  <a:pt x="469663" y="54795"/>
                </a:cubicBezTo>
                <a:cubicBezTo>
                  <a:pt x="465006" y="54795"/>
                  <a:pt x="461075" y="57819"/>
                  <a:pt x="457869" y="63868"/>
                </a:cubicBezTo>
                <a:cubicBezTo>
                  <a:pt x="455692" y="68101"/>
                  <a:pt x="454603" y="72819"/>
                  <a:pt x="454603" y="78020"/>
                </a:cubicBezTo>
                <a:lnTo>
                  <a:pt x="454603" y="143520"/>
                </a:lnTo>
                <a:lnTo>
                  <a:pt x="440451" y="143520"/>
                </a:lnTo>
                <a:close/>
                <a:moveTo>
                  <a:pt x="563174" y="56791"/>
                </a:moveTo>
                <a:cubicBezTo>
                  <a:pt x="572004" y="47598"/>
                  <a:pt x="583677" y="43002"/>
                  <a:pt x="598192" y="43002"/>
                </a:cubicBezTo>
                <a:cubicBezTo>
                  <a:pt x="605873" y="43002"/>
                  <a:pt x="612708" y="44393"/>
                  <a:pt x="618695" y="47175"/>
                </a:cubicBezTo>
                <a:cubicBezTo>
                  <a:pt x="624683" y="49957"/>
                  <a:pt x="629279" y="54009"/>
                  <a:pt x="632485" y="59331"/>
                </a:cubicBezTo>
                <a:cubicBezTo>
                  <a:pt x="634541" y="62779"/>
                  <a:pt x="635841" y="66241"/>
                  <a:pt x="636386" y="69719"/>
                </a:cubicBezTo>
                <a:cubicBezTo>
                  <a:pt x="636930" y="73197"/>
                  <a:pt x="637202" y="77476"/>
                  <a:pt x="637202" y="82556"/>
                </a:cubicBezTo>
                <a:lnTo>
                  <a:pt x="637202" y="143520"/>
                </a:lnTo>
                <a:lnTo>
                  <a:pt x="622505" y="143520"/>
                </a:lnTo>
                <a:lnTo>
                  <a:pt x="622505" y="132815"/>
                </a:lnTo>
                <a:cubicBezTo>
                  <a:pt x="611800" y="141525"/>
                  <a:pt x="600067" y="145879"/>
                  <a:pt x="587306" y="145879"/>
                </a:cubicBezTo>
                <a:cubicBezTo>
                  <a:pt x="577326" y="145879"/>
                  <a:pt x="569328" y="143158"/>
                  <a:pt x="563310" y="137714"/>
                </a:cubicBezTo>
                <a:cubicBezTo>
                  <a:pt x="557292" y="132271"/>
                  <a:pt x="554283" y="125739"/>
                  <a:pt x="554283" y="118119"/>
                </a:cubicBezTo>
                <a:cubicBezTo>
                  <a:pt x="554283" y="112373"/>
                  <a:pt x="556189" y="106945"/>
                  <a:pt x="559999" y="101834"/>
                </a:cubicBezTo>
                <a:cubicBezTo>
                  <a:pt x="563809" y="96724"/>
                  <a:pt x="569404" y="92777"/>
                  <a:pt x="576782" y="89995"/>
                </a:cubicBezTo>
                <a:cubicBezTo>
                  <a:pt x="580351" y="88665"/>
                  <a:pt x="584584" y="87651"/>
                  <a:pt x="589483" y="86956"/>
                </a:cubicBezTo>
                <a:cubicBezTo>
                  <a:pt x="594382" y="86260"/>
                  <a:pt x="598495" y="85867"/>
                  <a:pt x="601821" y="85777"/>
                </a:cubicBezTo>
                <a:cubicBezTo>
                  <a:pt x="605148" y="85686"/>
                  <a:pt x="609865" y="85641"/>
                  <a:pt x="615974" y="85641"/>
                </a:cubicBezTo>
                <a:lnTo>
                  <a:pt x="619240" y="85641"/>
                </a:lnTo>
                <a:lnTo>
                  <a:pt x="622324" y="85641"/>
                </a:lnTo>
                <a:lnTo>
                  <a:pt x="622324" y="82012"/>
                </a:lnTo>
                <a:cubicBezTo>
                  <a:pt x="622324" y="79592"/>
                  <a:pt x="622294" y="77687"/>
                  <a:pt x="622233" y="76296"/>
                </a:cubicBezTo>
                <a:cubicBezTo>
                  <a:pt x="622173" y="74905"/>
                  <a:pt x="621901" y="73121"/>
                  <a:pt x="621417" y="70944"/>
                </a:cubicBezTo>
                <a:cubicBezTo>
                  <a:pt x="620933" y="68766"/>
                  <a:pt x="620207" y="66831"/>
                  <a:pt x="619240" y="65138"/>
                </a:cubicBezTo>
                <a:cubicBezTo>
                  <a:pt x="615611" y="58848"/>
                  <a:pt x="608837" y="55703"/>
                  <a:pt x="598918" y="55703"/>
                </a:cubicBezTo>
                <a:cubicBezTo>
                  <a:pt x="587124" y="55703"/>
                  <a:pt x="577750" y="59331"/>
                  <a:pt x="570795" y="66589"/>
                </a:cubicBezTo>
                <a:lnTo>
                  <a:pt x="563174" y="56791"/>
                </a:lnTo>
                <a:moveTo>
                  <a:pt x="622868" y="97434"/>
                </a:moveTo>
                <a:lnTo>
                  <a:pt x="619421" y="97434"/>
                </a:lnTo>
                <a:lnTo>
                  <a:pt x="607809" y="97434"/>
                </a:lnTo>
                <a:cubicBezTo>
                  <a:pt x="598434" y="97434"/>
                  <a:pt x="591539" y="97918"/>
                  <a:pt x="587124" y="98886"/>
                </a:cubicBezTo>
                <a:cubicBezTo>
                  <a:pt x="581379" y="100216"/>
                  <a:pt x="577069" y="102605"/>
                  <a:pt x="574197" y="106053"/>
                </a:cubicBezTo>
                <a:cubicBezTo>
                  <a:pt x="571324" y="109500"/>
                  <a:pt x="569887" y="113220"/>
                  <a:pt x="569887" y="117211"/>
                </a:cubicBezTo>
                <a:cubicBezTo>
                  <a:pt x="569887" y="121808"/>
                  <a:pt x="571747" y="125769"/>
                  <a:pt x="575467" y="129096"/>
                </a:cubicBezTo>
                <a:cubicBezTo>
                  <a:pt x="579186" y="132422"/>
                  <a:pt x="584161" y="134085"/>
                  <a:pt x="590390" y="134085"/>
                </a:cubicBezTo>
                <a:cubicBezTo>
                  <a:pt x="596015" y="134085"/>
                  <a:pt x="601095" y="132846"/>
                  <a:pt x="605631" y="130366"/>
                </a:cubicBezTo>
                <a:cubicBezTo>
                  <a:pt x="610167" y="127886"/>
                  <a:pt x="613736" y="125255"/>
                  <a:pt x="616336" y="122473"/>
                </a:cubicBezTo>
                <a:cubicBezTo>
                  <a:pt x="617909" y="120780"/>
                  <a:pt x="619179" y="119117"/>
                  <a:pt x="620147" y="117484"/>
                </a:cubicBezTo>
                <a:cubicBezTo>
                  <a:pt x="621114" y="115851"/>
                  <a:pt x="621780" y="114127"/>
                  <a:pt x="622143" y="112312"/>
                </a:cubicBezTo>
                <a:cubicBezTo>
                  <a:pt x="622505" y="110498"/>
                  <a:pt x="622717" y="109122"/>
                  <a:pt x="622778" y="108185"/>
                </a:cubicBezTo>
                <a:cubicBezTo>
                  <a:pt x="622838" y="107247"/>
                  <a:pt x="622868" y="105841"/>
                  <a:pt x="622868" y="103966"/>
                </a:cubicBezTo>
                <a:lnTo>
                  <a:pt x="622868" y="97434"/>
                </a:lnTo>
                <a:close/>
                <a:moveTo>
                  <a:pt x="673196" y="544"/>
                </a:moveTo>
                <a:lnTo>
                  <a:pt x="716561" y="544"/>
                </a:lnTo>
                <a:lnTo>
                  <a:pt x="716561" y="131001"/>
                </a:lnTo>
                <a:lnTo>
                  <a:pt x="745591" y="131001"/>
                </a:lnTo>
                <a:lnTo>
                  <a:pt x="745591" y="143520"/>
                </a:lnTo>
                <a:lnTo>
                  <a:pt x="671745" y="143520"/>
                </a:lnTo>
                <a:lnTo>
                  <a:pt x="671745" y="131001"/>
                </a:lnTo>
                <a:lnTo>
                  <a:pt x="700957" y="131001"/>
                </a:lnTo>
                <a:lnTo>
                  <a:pt x="700957" y="12882"/>
                </a:lnTo>
                <a:lnTo>
                  <a:pt x="673196" y="12882"/>
                </a:lnTo>
                <a:lnTo>
                  <a:pt x="673196" y="544"/>
                </a:lnTo>
                <a:close/>
                <a:moveTo>
                  <a:pt x="784488" y="544"/>
                </a:moveTo>
                <a:lnTo>
                  <a:pt x="827853" y="544"/>
                </a:lnTo>
                <a:lnTo>
                  <a:pt x="827853" y="131001"/>
                </a:lnTo>
                <a:lnTo>
                  <a:pt x="856883" y="131001"/>
                </a:lnTo>
                <a:lnTo>
                  <a:pt x="856883" y="143520"/>
                </a:lnTo>
                <a:lnTo>
                  <a:pt x="783037" y="143520"/>
                </a:lnTo>
                <a:lnTo>
                  <a:pt x="783037" y="131001"/>
                </a:lnTo>
                <a:lnTo>
                  <a:pt x="812249" y="131001"/>
                </a:lnTo>
                <a:lnTo>
                  <a:pt x="812249" y="12882"/>
                </a:lnTo>
                <a:lnTo>
                  <a:pt x="784488" y="12882"/>
                </a:lnTo>
                <a:lnTo>
                  <a:pt x="784488" y="544"/>
                </a:lnTo>
                <a:close/>
                <a:moveTo>
                  <a:pt x="976522" y="94713"/>
                </a:moveTo>
                <a:cubicBezTo>
                  <a:pt x="976522" y="102636"/>
                  <a:pt x="975312" y="109878"/>
                  <a:pt x="972893" y="116440"/>
                </a:cubicBezTo>
                <a:cubicBezTo>
                  <a:pt x="970474" y="123002"/>
                  <a:pt x="967208" y="128415"/>
                  <a:pt x="963095" y="132679"/>
                </a:cubicBezTo>
                <a:cubicBezTo>
                  <a:pt x="958982" y="136943"/>
                  <a:pt x="954280" y="140239"/>
                  <a:pt x="948988" y="142568"/>
                </a:cubicBezTo>
                <a:cubicBezTo>
                  <a:pt x="943696" y="144896"/>
                  <a:pt x="938117" y="146061"/>
                  <a:pt x="932250" y="146061"/>
                </a:cubicBezTo>
                <a:cubicBezTo>
                  <a:pt x="926081" y="146061"/>
                  <a:pt x="920184" y="144791"/>
                  <a:pt x="914559" y="142250"/>
                </a:cubicBezTo>
                <a:cubicBezTo>
                  <a:pt x="908935" y="139710"/>
                  <a:pt x="904036" y="136233"/>
                  <a:pt x="899863" y="131817"/>
                </a:cubicBezTo>
                <a:cubicBezTo>
                  <a:pt x="895690" y="127402"/>
                  <a:pt x="892363" y="122004"/>
                  <a:pt x="889883" y="115624"/>
                </a:cubicBezTo>
                <a:cubicBezTo>
                  <a:pt x="887404" y="109243"/>
                  <a:pt x="886164" y="102394"/>
                  <a:pt x="886164" y="95075"/>
                </a:cubicBezTo>
                <a:cubicBezTo>
                  <a:pt x="886164" y="85217"/>
                  <a:pt x="888311" y="76281"/>
                  <a:pt x="892605" y="68267"/>
                </a:cubicBezTo>
                <a:cubicBezTo>
                  <a:pt x="896899" y="60254"/>
                  <a:pt x="902599" y="54039"/>
                  <a:pt x="909706" y="49624"/>
                </a:cubicBezTo>
                <a:cubicBezTo>
                  <a:pt x="916812" y="45209"/>
                  <a:pt x="924509" y="43002"/>
                  <a:pt x="932794" y="43002"/>
                </a:cubicBezTo>
                <a:cubicBezTo>
                  <a:pt x="938480" y="43002"/>
                  <a:pt x="943908" y="44121"/>
                  <a:pt x="949079" y="46358"/>
                </a:cubicBezTo>
                <a:cubicBezTo>
                  <a:pt x="954250" y="48596"/>
                  <a:pt x="958892" y="51817"/>
                  <a:pt x="963004" y="56020"/>
                </a:cubicBezTo>
                <a:cubicBezTo>
                  <a:pt x="967117" y="60224"/>
                  <a:pt x="970398" y="65667"/>
                  <a:pt x="972848" y="72350"/>
                </a:cubicBezTo>
                <a:cubicBezTo>
                  <a:pt x="975297" y="79033"/>
                  <a:pt x="976522" y="86487"/>
                  <a:pt x="976522" y="94713"/>
                </a:cubicBezTo>
                <a:moveTo>
                  <a:pt x="931706" y="56247"/>
                </a:moveTo>
                <a:cubicBezTo>
                  <a:pt x="923722" y="56247"/>
                  <a:pt x="916858" y="59619"/>
                  <a:pt x="911112" y="66362"/>
                </a:cubicBezTo>
                <a:cubicBezTo>
                  <a:pt x="905366" y="73106"/>
                  <a:pt x="902494" y="82254"/>
                  <a:pt x="902494" y="93805"/>
                </a:cubicBezTo>
                <a:cubicBezTo>
                  <a:pt x="902494" y="105539"/>
                  <a:pt x="905442" y="114974"/>
                  <a:pt x="911339" y="122110"/>
                </a:cubicBezTo>
                <a:cubicBezTo>
                  <a:pt x="917236" y="129247"/>
                  <a:pt x="924267" y="132815"/>
                  <a:pt x="932431" y="132815"/>
                </a:cubicBezTo>
                <a:cubicBezTo>
                  <a:pt x="936060" y="132815"/>
                  <a:pt x="939553" y="132014"/>
                  <a:pt x="942910" y="130411"/>
                </a:cubicBezTo>
                <a:cubicBezTo>
                  <a:pt x="946266" y="128809"/>
                  <a:pt x="949306" y="126495"/>
                  <a:pt x="952027" y="123471"/>
                </a:cubicBezTo>
                <a:cubicBezTo>
                  <a:pt x="954749" y="120447"/>
                  <a:pt x="956911" y="116501"/>
                  <a:pt x="958514" y="111632"/>
                </a:cubicBezTo>
                <a:cubicBezTo>
                  <a:pt x="960116" y="106763"/>
                  <a:pt x="960918" y="101365"/>
                  <a:pt x="960918" y="95438"/>
                </a:cubicBezTo>
                <a:cubicBezTo>
                  <a:pt x="960918" y="88906"/>
                  <a:pt x="960071" y="83055"/>
                  <a:pt x="958378" y="77884"/>
                </a:cubicBezTo>
                <a:cubicBezTo>
                  <a:pt x="956684" y="72713"/>
                  <a:pt x="954416" y="68600"/>
                  <a:pt x="951574" y="65546"/>
                </a:cubicBezTo>
                <a:cubicBezTo>
                  <a:pt x="948731" y="62492"/>
                  <a:pt x="945616" y="60178"/>
                  <a:pt x="942229" y="58606"/>
                </a:cubicBezTo>
                <a:cubicBezTo>
                  <a:pt x="938842" y="57033"/>
                  <a:pt x="935335" y="56247"/>
                  <a:pt x="931706" y="56247"/>
                </a:cubicBezTo>
                <a:close/>
                <a:moveTo>
                  <a:pt x="1087088" y="61327"/>
                </a:moveTo>
                <a:lnTo>
                  <a:pt x="1076202" y="74210"/>
                </a:lnTo>
                <a:cubicBezTo>
                  <a:pt x="1075597" y="73726"/>
                  <a:pt x="1075264" y="72894"/>
                  <a:pt x="1075204" y="71715"/>
                </a:cubicBezTo>
                <a:cubicBezTo>
                  <a:pt x="1075143" y="70535"/>
                  <a:pt x="1074992" y="69734"/>
                  <a:pt x="1074750" y="69311"/>
                </a:cubicBezTo>
                <a:cubicBezTo>
                  <a:pt x="1074569" y="68948"/>
                  <a:pt x="1074176" y="68358"/>
                  <a:pt x="1073571" y="67542"/>
                </a:cubicBezTo>
                <a:cubicBezTo>
                  <a:pt x="1072966" y="66725"/>
                  <a:pt x="1071923" y="65652"/>
                  <a:pt x="1070441" y="64321"/>
                </a:cubicBezTo>
                <a:cubicBezTo>
                  <a:pt x="1068959" y="62991"/>
                  <a:pt x="1067296" y="61766"/>
                  <a:pt x="1065451" y="60647"/>
                </a:cubicBezTo>
                <a:cubicBezTo>
                  <a:pt x="1063607" y="59528"/>
                  <a:pt x="1061248" y="58545"/>
                  <a:pt x="1058375" y="57698"/>
                </a:cubicBezTo>
                <a:cubicBezTo>
                  <a:pt x="1055502" y="56852"/>
                  <a:pt x="1052493" y="56428"/>
                  <a:pt x="1049348" y="56428"/>
                </a:cubicBezTo>
                <a:cubicBezTo>
                  <a:pt x="1040034" y="56428"/>
                  <a:pt x="1032293" y="59725"/>
                  <a:pt x="1026124" y="66317"/>
                </a:cubicBezTo>
                <a:cubicBezTo>
                  <a:pt x="1019955" y="72909"/>
                  <a:pt x="1016870" y="81709"/>
                  <a:pt x="1016870" y="92717"/>
                </a:cubicBezTo>
                <a:cubicBezTo>
                  <a:pt x="1016870" y="104148"/>
                  <a:pt x="1020076" y="113567"/>
                  <a:pt x="1026487" y="120976"/>
                </a:cubicBezTo>
                <a:cubicBezTo>
                  <a:pt x="1032898" y="128385"/>
                  <a:pt x="1040942" y="132090"/>
                  <a:pt x="1050618" y="132090"/>
                </a:cubicBezTo>
                <a:cubicBezTo>
                  <a:pt x="1055517" y="132090"/>
                  <a:pt x="1060250" y="131016"/>
                  <a:pt x="1064816" y="128869"/>
                </a:cubicBezTo>
                <a:cubicBezTo>
                  <a:pt x="1069383" y="126722"/>
                  <a:pt x="1073359" y="123743"/>
                  <a:pt x="1076746" y="119933"/>
                </a:cubicBezTo>
                <a:lnTo>
                  <a:pt x="1085637" y="130275"/>
                </a:lnTo>
                <a:cubicBezTo>
                  <a:pt x="1080980" y="135295"/>
                  <a:pt x="1075506" y="139151"/>
                  <a:pt x="1069216" y="141842"/>
                </a:cubicBezTo>
                <a:cubicBezTo>
                  <a:pt x="1062926" y="144533"/>
                  <a:pt x="1056304" y="145879"/>
                  <a:pt x="1049348" y="145879"/>
                </a:cubicBezTo>
                <a:cubicBezTo>
                  <a:pt x="1040216" y="145879"/>
                  <a:pt x="1031945" y="143657"/>
                  <a:pt x="1024536" y="139211"/>
                </a:cubicBezTo>
                <a:cubicBezTo>
                  <a:pt x="1017127" y="134766"/>
                  <a:pt x="1011336" y="128612"/>
                  <a:pt x="1007163" y="120749"/>
                </a:cubicBezTo>
                <a:cubicBezTo>
                  <a:pt x="1002990" y="112887"/>
                  <a:pt x="1000903" y="104087"/>
                  <a:pt x="1000903" y="94350"/>
                </a:cubicBezTo>
                <a:cubicBezTo>
                  <a:pt x="1000903" y="79532"/>
                  <a:pt x="1005530" y="67300"/>
                  <a:pt x="1014784" y="57653"/>
                </a:cubicBezTo>
                <a:cubicBezTo>
                  <a:pt x="1024037" y="48006"/>
                  <a:pt x="1035861" y="43183"/>
                  <a:pt x="1050256" y="43183"/>
                </a:cubicBezTo>
                <a:cubicBezTo>
                  <a:pt x="1058118" y="43183"/>
                  <a:pt x="1065240" y="44771"/>
                  <a:pt x="1071620" y="47946"/>
                </a:cubicBezTo>
                <a:cubicBezTo>
                  <a:pt x="1078001" y="51121"/>
                  <a:pt x="1083157" y="55582"/>
                  <a:pt x="1087088" y="61327"/>
                </a:cubicBezTo>
                <a:close/>
                <a:moveTo>
                  <a:pt x="1184409" y="0"/>
                </a:moveTo>
                <a:lnTo>
                  <a:pt x="1190941" y="13245"/>
                </a:lnTo>
                <a:cubicBezTo>
                  <a:pt x="1190215" y="13608"/>
                  <a:pt x="1189610" y="13790"/>
                  <a:pt x="1189127" y="13790"/>
                </a:cubicBezTo>
                <a:cubicBezTo>
                  <a:pt x="1188824" y="13790"/>
                  <a:pt x="1188446" y="13729"/>
                  <a:pt x="1187993" y="13608"/>
                </a:cubicBezTo>
                <a:cubicBezTo>
                  <a:pt x="1187539" y="13487"/>
                  <a:pt x="1187191" y="13427"/>
                  <a:pt x="1186949" y="13427"/>
                </a:cubicBezTo>
                <a:cubicBezTo>
                  <a:pt x="1186345" y="13427"/>
                  <a:pt x="1185679" y="13669"/>
                  <a:pt x="1184953" y="14152"/>
                </a:cubicBezTo>
                <a:cubicBezTo>
                  <a:pt x="1172373" y="21592"/>
                  <a:pt x="1162545" y="31767"/>
                  <a:pt x="1155469" y="44680"/>
                </a:cubicBezTo>
                <a:cubicBezTo>
                  <a:pt x="1148393" y="57593"/>
                  <a:pt x="1144855" y="71730"/>
                  <a:pt x="1144855" y="87092"/>
                </a:cubicBezTo>
                <a:cubicBezTo>
                  <a:pt x="1144855" y="103906"/>
                  <a:pt x="1149013" y="119691"/>
                  <a:pt x="1157329" y="134448"/>
                </a:cubicBezTo>
                <a:cubicBezTo>
                  <a:pt x="1165645" y="149206"/>
                  <a:pt x="1177091" y="160818"/>
                  <a:pt x="1191667" y="169285"/>
                </a:cubicBezTo>
                <a:lnTo>
                  <a:pt x="1184591" y="180716"/>
                </a:lnTo>
                <a:cubicBezTo>
                  <a:pt x="1167596" y="171765"/>
                  <a:pt x="1154244" y="158973"/>
                  <a:pt x="1144537" y="142341"/>
                </a:cubicBezTo>
                <a:cubicBezTo>
                  <a:pt x="1134830" y="125709"/>
                  <a:pt x="1129977" y="107534"/>
                  <a:pt x="1129977" y="87818"/>
                </a:cubicBezTo>
                <a:cubicBezTo>
                  <a:pt x="1129977" y="68162"/>
                  <a:pt x="1134876" y="50456"/>
                  <a:pt x="1144673" y="34701"/>
                </a:cubicBezTo>
                <a:cubicBezTo>
                  <a:pt x="1154471" y="18946"/>
                  <a:pt x="1167716" y="7379"/>
                  <a:pt x="118440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Text 10">
            <a:extLst xmlns:a="http://schemas.openxmlformats.org/drawingml/2006/main">
              <a:ext uri="{FF2B5EF4-FFF2-40B4-BE49-F238E27FC236}">
                <a16:creationId xmlns:a16="http://schemas.microsoft.com/office/drawing/2014/main" id="{E68485E7-746F-418F-A617-866C68D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985" y="423249"/>
            <a:ext cx="189130" cy="137351"/>
          </a:xfrm>
          <a:custGeom xmlns:a="http://schemas.openxmlformats.org/drawingml/2006/main">
            <a:pathLst>
              <a:path w="189130" h="137351">
                <a:moveTo>
                  <a:pt x="45542" y="726"/>
                </a:moveTo>
                <a:lnTo>
                  <a:pt x="45542" y="135174"/>
                </a:lnTo>
                <a:lnTo>
                  <a:pt x="30482" y="135174"/>
                </a:lnTo>
                <a:lnTo>
                  <a:pt x="30482" y="19414"/>
                </a:lnTo>
                <a:lnTo>
                  <a:pt x="3447" y="27398"/>
                </a:lnTo>
                <a:lnTo>
                  <a:pt x="0" y="19051"/>
                </a:lnTo>
                <a:lnTo>
                  <a:pt x="35018" y="726"/>
                </a:lnTo>
                <a:lnTo>
                  <a:pt x="45542" y="726"/>
                </a:lnTo>
                <a:close/>
                <a:moveTo>
                  <a:pt x="146310" y="0"/>
                </a:moveTo>
                <a:cubicBezTo>
                  <a:pt x="151572" y="0"/>
                  <a:pt x="156713" y="1542"/>
                  <a:pt x="161733" y="4627"/>
                </a:cubicBezTo>
                <a:cubicBezTo>
                  <a:pt x="166753" y="7711"/>
                  <a:pt x="171319" y="12111"/>
                  <a:pt x="175432" y="17827"/>
                </a:cubicBezTo>
                <a:cubicBezTo>
                  <a:pt x="179544" y="23542"/>
                  <a:pt x="182856" y="30951"/>
                  <a:pt x="185366" y="40053"/>
                </a:cubicBezTo>
                <a:cubicBezTo>
                  <a:pt x="187875" y="49156"/>
                  <a:pt x="189130" y="59210"/>
                  <a:pt x="189130" y="70218"/>
                </a:cubicBezTo>
                <a:cubicBezTo>
                  <a:pt x="189130" y="81225"/>
                  <a:pt x="187830" y="91159"/>
                  <a:pt x="185229" y="100020"/>
                </a:cubicBezTo>
                <a:cubicBezTo>
                  <a:pt x="182629" y="108880"/>
                  <a:pt x="179242" y="115941"/>
                  <a:pt x="175069" y="121203"/>
                </a:cubicBezTo>
                <a:cubicBezTo>
                  <a:pt x="170896" y="126465"/>
                  <a:pt x="166359" y="130472"/>
                  <a:pt x="161461" y="133224"/>
                </a:cubicBezTo>
                <a:cubicBezTo>
                  <a:pt x="156562" y="135975"/>
                  <a:pt x="151632" y="137351"/>
                  <a:pt x="146673" y="137351"/>
                </a:cubicBezTo>
                <a:cubicBezTo>
                  <a:pt x="141290" y="137351"/>
                  <a:pt x="136028" y="135794"/>
                  <a:pt x="130888" y="132679"/>
                </a:cubicBezTo>
                <a:cubicBezTo>
                  <a:pt x="125747" y="129565"/>
                  <a:pt x="121105" y="125180"/>
                  <a:pt x="116962" y="119525"/>
                </a:cubicBezTo>
                <a:cubicBezTo>
                  <a:pt x="112819" y="113870"/>
                  <a:pt x="109477" y="106642"/>
                  <a:pt x="106937" y="97842"/>
                </a:cubicBezTo>
                <a:cubicBezTo>
                  <a:pt x="104397" y="89043"/>
                  <a:pt x="103127" y="79411"/>
                  <a:pt x="103127" y="68948"/>
                </a:cubicBezTo>
                <a:cubicBezTo>
                  <a:pt x="103127" y="58545"/>
                  <a:pt x="104382" y="48929"/>
                  <a:pt x="106892" y="40099"/>
                </a:cubicBezTo>
                <a:cubicBezTo>
                  <a:pt x="109402" y="31268"/>
                  <a:pt x="112698" y="23981"/>
                  <a:pt x="116781" y="18235"/>
                </a:cubicBezTo>
                <a:cubicBezTo>
                  <a:pt x="120863" y="12489"/>
                  <a:pt x="125475" y="8014"/>
                  <a:pt x="130615" y="4808"/>
                </a:cubicBezTo>
                <a:cubicBezTo>
                  <a:pt x="135756" y="1603"/>
                  <a:pt x="140988" y="0"/>
                  <a:pt x="146310" y="0"/>
                </a:cubicBezTo>
                <a:moveTo>
                  <a:pt x="167357" y="30664"/>
                </a:moveTo>
                <a:cubicBezTo>
                  <a:pt x="164575" y="24978"/>
                  <a:pt x="161279" y="20624"/>
                  <a:pt x="157469" y="17600"/>
                </a:cubicBezTo>
                <a:cubicBezTo>
                  <a:pt x="153659" y="14576"/>
                  <a:pt x="149879" y="13064"/>
                  <a:pt x="146129" y="13064"/>
                </a:cubicBezTo>
                <a:cubicBezTo>
                  <a:pt x="142742" y="13064"/>
                  <a:pt x="139355" y="14258"/>
                  <a:pt x="135968" y="16647"/>
                </a:cubicBezTo>
                <a:cubicBezTo>
                  <a:pt x="132581" y="19036"/>
                  <a:pt x="129481" y="22408"/>
                  <a:pt x="126669" y="26763"/>
                </a:cubicBezTo>
                <a:cubicBezTo>
                  <a:pt x="123857" y="31117"/>
                  <a:pt x="121558" y="36757"/>
                  <a:pt x="119774" y="43682"/>
                </a:cubicBezTo>
                <a:cubicBezTo>
                  <a:pt x="117990" y="50607"/>
                  <a:pt x="117098" y="58182"/>
                  <a:pt x="117098" y="66408"/>
                </a:cubicBezTo>
                <a:cubicBezTo>
                  <a:pt x="117098" y="74935"/>
                  <a:pt x="118126" y="83403"/>
                  <a:pt x="120183" y="91810"/>
                </a:cubicBezTo>
                <a:lnTo>
                  <a:pt x="167357" y="30664"/>
                </a:lnTo>
                <a:moveTo>
                  <a:pt x="172256" y="44998"/>
                </a:moveTo>
                <a:lnTo>
                  <a:pt x="125081" y="105418"/>
                </a:lnTo>
                <a:cubicBezTo>
                  <a:pt x="127924" y="111224"/>
                  <a:pt x="131311" y="115730"/>
                  <a:pt x="135242" y="118935"/>
                </a:cubicBezTo>
                <a:cubicBezTo>
                  <a:pt x="139173" y="122141"/>
                  <a:pt x="143165" y="123743"/>
                  <a:pt x="147217" y="123743"/>
                </a:cubicBezTo>
                <a:cubicBezTo>
                  <a:pt x="149697" y="123743"/>
                  <a:pt x="152177" y="123169"/>
                  <a:pt x="154656" y="122020"/>
                </a:cubicBezTo>
                <a:cubicBezTo>
                  <a:pt x="157136" y="120870"/>
                  <a:pt x="159631" y="118950"/>
                  <a:pt x="162141" y="116259"/>
                </a:cubicBezTo>
                <a:cubicBezTo>
                  <a:pt x="164651" y="113567"/>
                  <a:pt x="166858" y="110286"/>
                  <a:pt x="168764" y="106416"/>
                </a:cubicBezTo>
                <a:cubicBezTo>
                  <a:pt x="170669" y="102545"/>
                  <a:pt x="172211" y="97616"/>
                  <a:pt x="173390" y="91628"/>
                </a:cubicBezTo>
                <a:cubicBezTo>
                  <a:pt x="174570" y="85641"/>
                  <a:pt x="175159" y="79048"/>
                  <a:pt x="175159" y="71851"/>
                </a:cubicBezTo>
                <a:cubicBezTo>
                  <a:pt x="175159" y="62053"/>
                  <a:pt x="174192" y="53102"/>
                  <a:pt x="172256" y="44998"/>
                </a:cubicBezTo>
                <a:close/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Text );">
            <a:extLst xmlns:a="http://schemas.openxmlformats.org/drawingml/2006/main">
              <a:ext uri="{FF2B5EF4-FFF2-40B4-BE49-F238E27FC236}">
                <a16:creationId xmlns:a16="http://schemas.microsoft.com/office/drawing/2014/main" id="{565378EE-11AB-48FE-B0DA-ECD8866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080" y="414902"/>
            <a:ext cx="161551" cy="180897"/>
          </a:xfrm>
          <a:custGeom xmlns:a="http://schemas.openxmlformats.org/drawingml/2006/main">
            <a:pathLst>
              <a:path w="161551" h="180897">
                <a:moveTo>
                  <a:pt x="1089" y="13427"/>
                </a:moveTo>
                <a:lnTo>
                  <a:pt x="5262" y="0"/>
                </a:lnTo>
                <a:cubicBezTo>
                  <a:pt x="22741" y="8044"/>
                  <a:pt x="36697" y="20170"/>
                  <a:pt x="47129" y="36379"/>
                </a:cubicBezTo>
                <a:cubicBezTo>
                  <a:pt x="57562" y="52588"/>
                  <a:pt x="62779" y="70278"/>
                  <a:pt x="62779" y="89451"/>
                </a:cubicBezTo>
                <a:cubicBezTo>
                  <a:pt x="62779" y="108805"/>
                  <a:pt x="57472" y="126752"/>
                  <a:pt x="46857" y="143294"/>
                </a:cubicBezTo>
                <a:cubicBezTo>
                  <a:pt x="36243" y="159835"/>
                  <a:pt x="22015" y="172370"/>
                  <a:pt x="4173" y="180897"/>
                </a:cubicBezTo>
                <a:lnTo>
                  <a:pt x="0" y="167834"/>
                </a:lnTo>
                <a:cubicBezTo>
                  <a:pt x="14576" y="160092"/>
                  <a:pt x="26143" y="149236"/>
                  <a:pt x="34701" y="135265"/>
                </a:cubicBezTo>
                <a:cubicBezTo>
                  <a:pt x="43259" y="121294"/>
                  <a:pt x="47538" y="106204"/>
                  <a:pt x="47538" y="89995"/>
                </a:cubicBezTo>
                <a:cubicBezTo>
                  <a:pt x="47538" y="74028"/>
                  <a:pt x="43365" y="59165"/>
                  <a:pt x="35018" y="45406"/>
                </a:cubicBezTo>
                <a:cubicBezTo>
                  <a:pt x="26672" y="31646"/>
                  <a:pt x="15362" y="20987"/>
                  <a:pt x="1089" y="13427"/>
                </a:cubicBezTo>
                <a:close/>
                <a:moveTo>
                  <a:pt x="161551" y="139166"/>
                </a:moveTo>
                <a:cubicBezTo>
                  <a:pt x="161551" y="150718"/>
                  <a:pt x="153931" y="164205"/>
                  <a:pt x="138690" y="179627"/>
                </a:cubicBezTo>
                <a:lnTo>
                  <a:pt x="131251" y="173095"/>
                </a:lnTo>
                <a:cubicBezTo>
                  <a:pt x="134819" y="169769"/>
                  <a:pt x="138387" y="165293"/>
                  <a:pt x="141956" y="159669"/>
                </a:cubicBezTo>
                <a:cubicBezTo>
                  <a:pt x="144133" y="156040"/>
                  <a:pt x="145222" y="153076"/>
                  <a:pt x="145222" y="150778"/>
                </a:cubicBezTo>
                <a:cubicBezTo>
                  <a:pt x="145222" y="147936"/>
                  <a:pt x="143528" y="145335"/>
                  <a:pt x="140141" y="142976"/>
                </a:cubicBezTo>
                <a:lnTo>
                  <a:pt x="139506" y="142523"/>
                </a:lnTo>
                <a:cubicBezTo>
                  <a:pt x="139083" y="142220"/>
                  <a:pt x="138795" y="142024"/>
                  <a:pt x="138644" y="141933"/>
                </a:cubicBezTo>
                <a:cubicBezTo>
                  <a:pt x="138493" y="141842"/>
                  <a:pt x="138206" y="141630"/>
                  <a:pt x="137782" y="141298"/>
                </a:cubicBezTo>
                <a:cubicBezTo>
                  <a:pt x="137359" y="140965"/>
                  <a:pt x="137057" y="140678"/>
                  <a:pt x="136875" y="140436"/>
                </a:cubicBezTo>
                <a:cubicBezTo>
                  <a:pt x="136694" y="140194"/>
                  <a:pt x="136422" y="139876"/>
                  <a:pt x="136059" y="139483"/>
                </a:cubicBezTo>
                <a:cubicBezTo>
                  <a:pt x="135696" y="139090"/>
                  <a:pt x="135439" y="138697"/>
                  <a:pt x="135288" y="138304"/>
                </a:cubicBezTo>
                <a:cubicBezTo>
                  <a:pt x="135136" y="137911"/>
                  <a:pt x="134955" y="137457"/>
                  <a:pt x="134743" y="136943"/>
                </a:cubicBezTo>
                <a:cubicBezTo>
                  <a:pt x="134532" y="136429"/>
                  <a:pt x="134380" y="135885"/>
                  <a:pt x="134290" y="135310"/>
                </a:cubicBezTo>
                <a:cubicBezTo>
                  <a:pt x="134199" y="134736"/>
                  <a:pt x="134154" y="134146"/>
                  <a:pt x="134154" y="133541"/>
                </a:cubicBezTo>
                <a:cubicBezTo>
                  <a:pt x="134154" y="130215"/>
                  <a:pt x="135348" y="127327"/>
                  <a:pt x="137737" y="124877"/>
                </a:cubicBezTo>
                <a:cubicBezTo>
                  <a:pt x="140126" y="122428"/>
                  <a:pt x="143044" y="121203"/>
                  <a:pt x="146492" y="121203"/>
                </a:cubicBezTo>
                <a:cubicBezTo>
                  <a:pt x="150483" y="121203"/>
                  <a:pt x="153991" y="122866"/>
                  <a:pt x="157015" y="126193"/>
                </a:cubicBezTo>
                <a:cubicBezTo>
                  <a:pt x="160039" y="129519"/>
                  <a:pt x="161551" y="133844"/>
                  <a:pt x="161551" y="139166"/>
                </a:cubicBezTo>
                <a:moveTo>
                  <a:pt x="156108" y="55884"/>
                </a:moveTo>
                <a:cubicBezTo>
                  <a:pt x="158648" y="58303"/>
                  <a:pt x="159918" y="61206"/>
                  <a:pt x="159918" y="64593"/>
                </a:cubicBezTo>
                <a:cubicBezTo>
                  <a:pt x="159918" y="67980"/>
                  <a:pt x="158648" y="70883"/>
                  <a:pt x="156108" y="73302"/>
                </a:cubicBezTo>
                <a:cubicBezTo>
                  <a:pt x="153568" y="75722"/>
                  <a:pt x="150544" y="76931"/>
                  <a:pt x="147036" y="76931"/>
                </a:cubicBezTo>
                <a:cubicBezTo>
                  <a:pt x="143528" y="76931"/>
                  <a:pt x="140534" y="75722"/>
                  <a:pt x="138055" y="73302"/>
                </a:cubicBezTo>
                <a:cubicBezTo>
                  <a:pt x="135575" y="70883"/>
                  <a:pt x="134335" y="67980"/>
                  <a:pt x="134335" y="64593"/>
                </a:cubicBezTo>
                <a:cubicBezTo>
                  <a:pt x="134335" y="61206"/>
                  <a:pt x="135575" y="58303"/>
                  <a:pt x="138055" y="55884"/>
                </a:cubicBezTo>
                <a:cubicBezTo>
                  <a:pt x="140534" y="53465"/>
                  <a:pt x="143528" y="52255"/>
                  <a:pt x="147036" y="52255"/>
                </a:cubicBezTo>
                <a:cubicBezTo>
                  <a:pt x="150544" y="52255"/>
                  <a:pt x="153568" y="53465"/>
                  <a:pt x="156108" y="558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Text 3">
            <a:extLst xmlns:a="http://schemas.openxmlformats.org/drawingml/2006/main">
              <a:ext uri="{FF2B5EF4-FFF2-40B4-BE49-F238E27FC236}">
                <a16:creationId xmlns:a16="http://schemas.microsoft.com/office/drawing/2014/main" id="{ACFA1957-2D1F-438A-B711-099BDD92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8" y="655841"/>
            <a:ext cx="76568" cy="136807"/>
          </a:xfrm>
          <a:custGeom xmlns:a="http://schemas.openxmlformats.org/drawingml/2006/main">
            <a:pathLst>
              <a:path w="76568" h="136807">
                <a:moveTo>
                  <a:pt x="73665" y="34111"/>
                </a:moveTo>
                <a:cubicBezTo>
                  <a:pt x="73665" y="40582"/>
                  <a:pt x="71821" y="46464"/>
                  <a:pt x="68131" y="51756"/>
                </a:cubicBezTo>
                <a:cubicBezTo>
                  <a:pt x="64442" y="57048"/>
                  <a:pt x="59573" y="60843"/>
                  <a:pt x="53525" y="63142"/>
                </a:cubicBezTo>
                <a:cubicBezTo>
                  <a:pt x="60541" y="65682"/>
                  <a:pt x="66136" y="70097"/>
                  <a:pt x="70309" y="76387"/>
                </a:cubicBezTo>
                <a:cubicBezTo>
                  <a:pt x="74482" y="82677"/>
                  <a:pt x="76568" y="89814"/>
                  <a:pt x="76568" y="97797"/>
                </a:cubicBezTo>
                <a:cubicBezTo>
                  <a:pt x="76568" y="108623"/>
                  <a:pt x="72788" y="117831"/>
                  <a:pt x="65228" y="125422"/>
                </a:cubicBezTo>
                <a:cubicBezTo>
                  <a:pt x="57668" y="133012"/>
                  <a:pt x="47659" y="136807"/>
                  <a:pt x="35200" y="136807"/>
                </a:cubicBezTo>
                <a:cubicBezTo>
                  <a:pt x="28426" y="136807"/>
                  <a:pt x="21985" y="135507"/>
                  <a:pt x="15876" y="132906"/>
                </a:cubicBezTo>
                <a:cubicBezTo>
                  <a:pt x="9768" y="130305"/>
                  <a:pt x="4476" y="126525"/>
                  <a:pt x="0" y="121566"/>
                </a:cubicBezTo>
                <a:lnTo>
                  <a:pt x="11431" y="108139"/>
                </a:lnTo>
                <a:cubicBezTo>
                  <a:pt x="12096" y="108805"/>
                  <a:pt x="12565" y="109803"/>
                  <a:pt x="12837" y="111133"/>
                </a:cubicBezTo>
                <a:cubicBezTo>
                  <a:pt x="13109" y="112464"/>
                  <a:pt x="13548" y="113462"/>
                  <a:pt x="14152" y="114127"/>
                </a:cubicBezTo>
                <a:cubicBezTo>
                  <a:pt x="14878" y="114974"/>
                  <a:pt x="15906" y="115956"/>
                  <a:pt x="17237" y="117075"/>
                </a:cubicBezTo>
                <a:cubicBezTo>
                  <a:pt x="18568" y="118194"/>
                  <a:pt x="20957" y="119495"/>
                  <a:pt x="24404" y="120976"/>
                </a:cubicBezTo>
                <a:cubicBezTo>
                  <a:pt x="27851" y="122458"/>
                  <a:pt x="31450" y="123199"/>
                  <a:pt x="35200" y="123199"/>
                </a:cubicBezTo>
                <a:cubicBezTo>
                  <a:pt x="42941" y="123199"/>
                  <a:pt x="49352" y="120538"/>
                  <a:pt x="54433" y="115216"/>
                </a:cubicBezTo>
                <a:cubicBezTo>
                  <a:pt x="59513" y="109893"/>
                  <a:pt x="62053" y="103482"/>
                  <a:pt x="62053" y="95983"/>
                </a:cubicBezTo>
                <a:cubicBezTo>
                  <a:pt x="62053" y="88120"/>
                  <a:pt x="59135" y="81891"/>
                  <a:pt x="53299" y="77294"/>
                </a:cubicBezTo>
                <a:cubicBezTo>
                  <a:pt x="47462" y="72698"/>
                  <a:pt x="39917" y="70399"/>
                  <a:pt x="30664" y="70399"/>
                </a:cubicBezTo>
                <a:cubicBezTo>
                  <a:pt x="28244" y="70399"/>
                  <a:pt x="25946" y="70581"/>
                  <a:pt x="23769" y="70944"/>
                </a:cubicBezTo>
                <a:lnTo>
                  <a:pt x="23769" y="58787"/>
                </a:lnTo>
                <a:cubicBezTo>
                  <a:pt x="32962" y="58787"/>
                  <a:pt x="40038" y="57638"/>
                  <a:pt x="44998" y="55340"/>
                </a:cubicBezTo>
                <a:cubicBezTo>
                  <a:pt x="49473" y="53404"/>
                  <a:pt x="52981" y="50471"/>
                  <a:pt x="55521" y="46540"/>
                </a:cubicBezTo>
                <a:cubicBezTo>
                  <a:pt x="58061" y="42609"/>
                  <a:pt x="59331" y="38526"/>
                  <a:pt x="59331" y="34292"/>
                </a:cubicBezTo>
                <a:cubicBezTo>
                  <a:pt x="59331" y="28547"/>
                  <a:pt x="57124" y="23633"/>
                  <a:pt x="52709" y="19550"/>
                </a:cubicBezTo>
                <a:cubicBezTo>
                  <a:pt x="48294" y="15468"/>
                  <a:pt x="42699" y="13427"/>
                  <a:pt x="35925" y="13427"/>
                </a:cubicBezTo>
                <a:cubicBezTo>
                  <a:pt x="31692" y="13427"/>
                  <a:pt x="27549" y="14319"/>
                  <a:pt x="23497" y="16103"/>
                </a:cubicBezTo>
                <a:cubicBezTo>
                  <a:pt x="19445" y="17887"/>
                  <a:pt x="15906" y="20442"/>
                  <a:pt x="12882" y="23769"/>
                </a:cubicBezTo>
                <a:lnTo>
                  <a:pt x="4536" y="14334"/>
                </a:lnTo>
                <a:cubicBezTo>
                  <a:pt x="8709" y="9737"/>
                  <a:pt x="13578" y="6199"/>
                  <a:pt x="19142" y="3720"/>
                </a:cubicBezTo>
                <a:cubicBezTo>
                  <a:pt x="24706" y="1240"/>
                  <a:pt x="30543" y="0"/>
                  <a:pt x="36651" y="0"/>
                </a:cubicBezTo>
                <a:cubicBezTo>
                  <a:pt x="47114" y="0"/>
                  <a:pt x="55899" y="3357"/>
                  <a:pt x="63006" y="10070"/>
                </a:cubicBezTo>
                <a:cubicBezTo>
                  <a:pt x="70112" y="16783"/>
                  <a:pt x="73665" y="24797"/>
                  <a:pt x="73665" y="34111"/>
                </a:cubicBez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Text int">
            <a:extLst xmlns:a="http://schemas.openxmlformats.org/drawingml/2006/main">
              <a:ext uri="{FF2B5EF4-FFF2-40B4-BE49-F238E27FC236}">
                <a16:creationId xmlns:a16="http://schemas.microsoft.com/office/drawing/2014/main" id="{5FDF3BF7-0152-450C-A72D-B314EF1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30" y="649309"/>
            <a:ext cx="302782" cy="142976"/>
          </a:xfrm>
          <a:custGeom xmlns:a="http://schemas.openxmlformats.org/drawingml/2006/main">
            <a:pathLst>
              <a:path w="302782" h="142976">
                <a:moveTo>
                  <a:pt x="1270" y="60964"/>
                </a:moveTo>
                <a:lnTo>
                  <a:pt x="1270" y="42639"/>
                </a:lnTo>
                <a:lnTo>
                  <a:pt x="46268" y="42639"/>
                </a:lnTo>
                <a:lnTo>
                  <a:pt x="46268" y="123199"/>
                </a:lnTo>
                <a:lnTo>
                  <a:pt x="69311" y="123199"/>
                </a:lnTo>
                <a:lnTo>
                  <a:pt x="69311" y="141162"/>
                </a:lnTo>
                <a:lnTo>
                  <a:pt x="0" y="141162"/>
                </a:lnTo>
                <a:lnTo>
                  <a:pt x="0" y="123199"/>
                </a:lnTo>
                <a:lnTo>
                  <a:pt x="25039" y="123199"/>
                </a:lnTo>
                <a:lnTo>
                  <a:pt x="25039" y="60964"/>
                </a:lnTo>
                <a:lnTo>
                  <a:pt x="1270" y="60964"/>
                </a:lnTo>
                <a:moveTo>
                  <a:pt x="26173" y="23542"/>
                </a:moveTo>
                <a:cubicBezTo>
                  <a:pt x="23482" y="20851"/>
                  <a:pt x="22136" y="17600"/>
                  <a:pt x="22136" y="13790"/>
                </a:cubicBezTo>
                <a:cubicBezTo>
                  <a:pt x="22136" y="9979"/>
                  <a:pt x="23482" y="6728"/>
                  <a:pt x="26173" y="4037"/>
                </a:cubicBezTo>
                <a:cubicBezTo>
                  <a:pt x="28864" y="1346"/>
                  <a:pt x="32115" y="0"/>
                  <a:pt x="35925" y="0"/>
                </a:cubicBezTo>
                <a:cubicBezTo>
                  <a:pt x="39736" y="0"/>
                  <a:pt x="43017" y="1346"/>
                  <a:pt x="45769" y="4037"/>
                </a:cubicBezTo>
                <a:cubicBezTo>
                  <a:pt x="48521" y="6728"/>
                  <a:pt x="49896" y="9979"/>
                  <a:pt x="49896" y="13790"/>
                </a:cubicBezTo>
                <a:cubicBezTo>
                  <a:pt x="49896" y="17600"/>
                  <a:pt x="48521" y="20851"/>
                  <a:pt x="45769" y="23542"/>
                </a:cubicBezTo>
                <a:cubicBezTo>
                  <a:pt x="43017" y="26233"/>
                  <a:pt x="39736" y="27579"/>
                  <a:pt x="35925" y="27579"/>
                </a:cubicBezTo>
                <a:cubicBezTo>
                  <a:pt x="32115" y="27579"/>
                  <a:pt x="28864" y="26233"/>
                  <a:pt x="26173" y="23542"/>
                </a:cubicBezTo>
                <a:close/>
                <a:moveTo>
                  <a:pt x="125807" y="141162"/>
                </a:moveTo>
                <a:lnTo>
                  <a:pt x="104397" y="141162"/>
                </a:lnTo>
                <a:lnTo>
                  <a:pt x="104397" y="42820"/>
                </a:lnTo>
                <a:lnTo>
                  <a:pt x="125807" y="42820"/>
                </a:lnTo>
                <a:lnTo>
                  <a:pt x="125807" y="54795"/>
                </a:lnTo>
                <a:cubicBezTo>
                  <a:pt x="129799" y="50441"/>
                  <a:pt x="134365" y="46963"/>
                  <a:pt x="139506" y="44363"/>
                </a:cubicBezTo>
                <a:cubicBezTo>
                  <a:pt x="144647" y="41762"/>
                  <a:pt x="150000" y="40462"/>
                  <a:pt x="155564" y="40462"/>
                </a:cubicBezTo>
                <a:cubicBezTo>
                  <a:pt x="161854" y="40462"/>
                  <a:pt x="167584" y="42049"/>
                  <a:pt x="172755" y="45224"/>
                </a:cubicBezTo>
                <a:cubicBezTo>
                  <a:pt x="177927" y="48400"/>
                  <a:pt x="181812" y="52800"/>
                  <a:pt x="184413" y="58424"/>
                </a:cubicBezTo>
                <a:cubicBezTo>
                  <a:pt x="185623" y="60964"/>
                  <a:pt x="186515" y="63762"/>
                  <a:pt x="187089" y="66816"/>
                </a:cubicBezTo>
                <a:cubicBezTo>
                  <a:pt x="187664" y="69870"/>
                  <a:pt x="187997" y="72350"/>
                  <a:pt x="188087" y="74255"/>
                </a:cubicBezTo>
                <a:cubicBezTo>
                  <a:pt x="188178" y="76160"/>
                  <a:pt x="188223" y="78746"/>
                  <a:pt x="188223" y="82012"/>
                </a:cubicBezTo>
                <a:lnTo>
                  <a:pt x="188223" y="141162"/>
                </a:lnTo>
                <a:lnTo>
                  <a:pt x="167358" y="141162"/>
                </a:lnTo>
                <a:lnTo>
                  <a:pt x="167358" y="83100"/>
                </a:lnTo>
                <a:cubicBezTo>
                  <a:pt x="167358" y="80318"/>
                  <a:pt x="167297" y="78050"/>
                  <a:pt x="167176" y="76296"/>
                </a:cubicBezTo>
                <a:cubicBezTo>
                  <a:pt x="167055" y="74542"/>
                  <a:pt x="166617" y="72516"/>
                  <a:pt x="165861" y="70218"/>
                </a:cubicBezTo>
                <a:cubicBezTo>
                  <a:pt x="165105" y="67920"/>
                  <a:pt x="164031" y="65984"/>
                  <a:pt x="162640" y="64412"/>
                </a:cubicBezTo>
                <a:cubicBezTo>
                  <a:pt x="159737" y="61146"/>
                  <a:pt x="155987" y="59513"/>
                  <a:pt x="151391" y="59513"/>
                </a:cubicBezTo>
                <a:cubicBezTo>
                  <a:pt x="147399" y="59513"/>
                  <a:pt x="143377" y="60798"/>
                  <a:pt x="139325" y="63369"/>
                </a:cubicBezTo>
                <a:cubicBezTo>
                  <a:pt x="135273" y="65939"/>
                  <a:pt x="132158" y="68585"/>
                  <a:pt x="129981" y="71307"/>
                </a:cubicBezTo>
                <a:cubicBezTo>
                  <a:pt x="128287" y="73423"/>
                  <a:pt x="127168" y="75495"/>
                  <a:pt x="126624" y="77521"/>
                </a:cubicBezTo>
                <a:cubicBezTo>
                  <a:pt x="126080" y="79547"/>
                  <a:pt x="125807" y="82193"/>
                  <a:pt x="125807" y="85459"/>
                </a:cubicBezTo>
                <a:lnTo>
                  <a:pt x="125807" y="141162"/>
                </a:lnTo>
                <a:close/>
                <a:moveTo>
                  <a:pt x="239821" y="42820"/>
                </a:moveTo>
                <a:lnTo>
                  <a:pt x="241636" y="16874"/>
                </a:lnTo>
                <a:lnTo>
                  <a:pt x="262683" y="13427"/>
                </a:lnTo>
                <a:lnTo>
                  <a:pt x="263590" y="15241"/>
                </a:lnTo>
                <a:cubicBezTo>
                  <a:pt x="263953" y="15967"/>
                  <a:pt x="264134" y="16753"/>
                  <a:pt x="264134" y="17600"/>
                </a:cubicBezTo>
                <a:cubicBezTo>
                  <a:pt x="264134" y="18447"/>
                  <a:pt x="264029" y="19233"/>
                  <a:pt x="263817" y="19959"/>
                </a:cubicBezTo>
                <a:cubicBezTo>
                  <a:pt x="263605" y="20684"/>
                  <a:pt x="263363" y="21289"/>
                  <a:pt x="263091" y="21773"/>
                </a:cubicBezTo>
                <a:cubicBezTo>
                  <a:pt x="262819" y="22257"/>
                  <a:pt x="262683" y="22559"/>
                  <a:pt x="262683" y="22680"/>
                </a:cubicBezTo>
                <a:cubicBezTo>
                  <a:pt x="261836" y="27579"/>
                  <a:pt x="261110" y="34232"/>
                  <a:pt x="260506" y="42639"/>
                </a:cubicBezTo>
                <a:lnTo>
                  <a:pt x="292439" y="42639"/>
                </a:lnTo>
                <a:lnTo>
                  <a:pt x="292439" y="61146"/>
                </a:lnTo>
                <a:lnTo>
                  <a:pt x="259780" y="61146"/>
                </a:lnTo>
                <a:cubicBezTo>
                  <a:pt x="258691" y="72214"/>
                  <a:pt x="258147" y="83100"/>
                  <a:pt x="258147" y="93805"/>
                </a:cubicBezTo>
                <a:cubicBezTo>
                  <a:pt x="258147" y="97555"/>
                  <a:pt x="258192" y="100746"/>
                  <a:pt x="258283" y="103376"/>
                </a:cubicBezTo>
                <a:cubicBezTo>
                  <a:pt x="258374" y="106007"/>
                  <a:pt x="258464" y="107912"/>
                  <a:pt x="258555" y="109092"/>
                </a:cubicBezTo>
                <a:cubicBezTo>
                  <a:pt x="258646" y="110271"/>
                  <a:pt x="258691" y="110921"/>
                  <a:pt x="258691" y="111042"/>
                </a:cubicBezTo>
                <a:cubicBezTo>
                  <a:pt x="260082" y="119147"/>
                  <a:pt x="264679" y="123199"/>
                  <a:pt x="272481" y="123199"/>
                </a:cubicBezTo>
                <a:cubicBezTo>
                  <a:pt x="278589" y="123199"/>
                  <a:pt x="285424" y="120356"/>
                  <a:pt x="292984" y="114671"/>
                </a:cubicBezTo>
                <a:lnTo>
                  <a:pt x="295887" y="112675"/>
                </a:lnTo>
                <a:lnTo>
                  <a:pt x="302782" y="130275"/>
                </a:lnTo>
                <a:lnTo>
                  <a:pt x="301149" y="131545"/>
                </a:lnTo>
                <a:cubicBezTo>
                  <a:pt x="290685" y="139166"/>
                  <a:pt x="279678" y="142976"/>
                  <a:pt x="268126" y="142976"/>
                </a:cubicBezTo>
                <a:cubicBezTo>
                  <a:pt x="262804" y="142976"/>
                  <a:pt x="257996" y="142024"/>
                  <a:pt x="253702" y="140118"/>
                </a:cubicBezTo>
                <a:cubicBezTo>
                  <a:pt x="249407" y="138213"/>
                  <a:pt x="245930" y="135537"/>
                  <a:pt x="243269" y="132090"/>
                </a:cubicBezTo>
                <a:cubicBezTo>
                  <a:pt x="241757" y="130094"/>
                  <a:pt x="240547" y="127992"/>
                  <a:pt x="239640" y="125784"/>
                </a:cubicBezTo>
                <a:cubicBezTo>
                  <a:pt x="238733" y="123577"/>
                  <a:pt x="238113" y="121127"/>
                  <a:pt x="237780" y="118436"/>
                </a:cubicBezTo>
                <a:cubicBezTo>
                  <a:pt x="237447" y="115745"/>
                  <a:pt x="237251" y="113673"/>
                  <a:pt x="237190" y="112222"/>
                </a:cubicBezTo>
                <a:cubicBezTo>
                  <a:pt x="237130" y="110770"/>
                  <a:pt x="237100" y="108563"/>
                  <a:pt x="237100" y="105599"/>
                </a:cubicBezTo>
                <a:cubicBezTo>
                  <a:pt x="237100" y="92112"/>
                  <a:pt x="237704" y="77294"/>
                  <a:pt x="238914" y="61146"/>
                </a:cubicBezTo>
                <a:lnTo>
                  <a:pt x="216052" y="61146"/>
                </a:lnTo>
                <a:lnTo>
                  <a:pt x="216234" y="42820"/>
                </a:lnTo>
                <a:lnTo>
                  <a:pt x="239821" y="42820"/>
                </a:lnTo>
                <a:close/>
              </a:path>
            </a:pathLst>
          </a:custGeom>
          <a:solidFill xmlns:a="http://schemas.openxmlformats.org/drawingml/2006/main">
            <a:srgbClr val="B000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Text *">
            <a:extLst xmlns:a="http://schemas.openxmlformats.org/drawingml/2006/main">
              <a:ext uri="{FF2B5EF4-FFF2-40B4-BE49-F238E27FC236}">
                <a16:creationId xmlns:a16="http://schemas.microsoft.com/office/drawing/2014/main" id="{FDD1D62E-6C96-4FF0-BE6C-4BCA25DB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883" y="678884"/>
            <a:ext cx="89814" cy="88725"/>
          </a:xfrm>
          <a:custGeom xmlns:a="http://schemas.openxmlformats.org/drawingml/2006/main">
            <a:pathLst>
              <a:path w="89814" h="88725">
                <a:moveTo>
                  <a:pt x="37014" y="0"/>
                </a:moveTo>
                <a:lnTo>
                  <a:pt x="54433" y="0"/>
                </a:lnTo>
                <a:cubicBezTo>
                  <a:pt x="54312" y="847"/>
                  <a:pt x="54100" y="1769"/>
                  <a:pt x="53797" y="2767"/>
                </a:cubicBezTo>
                <a:cubicBezTo>
                  <a:pt x="53495" y="3765"/>
                  <a:pt x="53283" y="4717"/>
                  <a:pt x="53162" y="5625"/>
                </a:cubicBezTo>
                <a:lnTo>
                  <a:pt x="49896" y="37921"/>
                </a:lnTo>
                <a:lnTo>
                  <a:pt x="84008" y="22317"/>
                </a:lnTo>
                <a:lnTo>
                  <a:pt x="89814" y="35563"/>
                </a:lnTo>
                <a:lnTo>
                  <a:pt x="52800" y="46812"/>
                </a:lnTo>
                <a:lnTo>
                  <a:pt x="80016" y="79290"/>
                </a:lnTo>
                <a:lnTo>
                  <a:pt x="68222" y="88544"/>
                </a:lnTo>
                <a:lnTo>
                  <a:pt x="44998" y="52800"/>
                </a:lnTo>
                <a:lnTo>
                  <a:pt x="20866" y="88725"/>
                </a:lnTo>
                <a:lnTo>
                  <a:pt x="9254" y="79290"/>
                </a:lnTo>
                <a:lnTo>
                  <a:pt x="37196" y="46993"/>
                </a:lnTo>
                <a:lnTo>
                  <a:pt x="0" y="35563"/>
                </a:lnTo>
                <a:lnTo>
                  <a:pt x="5625" y="21592"/>
                </a:lnTo>
                <a:lnTo>
                  <a:pt x="40462" y="37921"/>
                </a:lnTo>
                <a:lnTo>
                  <a:pt x="37014" y="0"/>
                </a:lnTo>
                <a:close/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Text q=malloc(">
            <a:extLst xmlns:a="http://schemas.openxmlformats.org/drawingml/2006/main">
              <a:ext uri="{FF2B5EF4-FFF2-40B4-BE49-F238E27FC236}">
                <a16:creationId xmlns:a16="http://schemas.microsoft.com/office/drawing/2014/main" id="{E3E0CF34-1D73-4C78-9D5C-2A064CE1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353" y="646951"/>
            <a:ext cx="1195477" cy="180716"/>
          </a:xfrm>
          <a:custGeom xmlns:a="http://schemas.openxmlformats.org/drawingml/2006/main">
            <a:pathLst>
              <a:path w="1195477" h="180716">
                <a:moveTo>
                  <a:pt x="71488" y="59513"/>
                </a:moveTo>
                <a:lnTo>
                  <a:pt x="71488" y="45179"/>
                </a:lnTo>
                <a:lnTo>
                  <a:pt x="86185" y="45179"/>
                </a:lnTo>
                <a:lnTo>
                  <a:pt x="86185" y="179446"/>
                </a:lnTo>
                <a:lnTo>
                  <a:pt x="70762" y="179446"/>
                </a:lnTo>
                <a:lnTo>
                  <a:pt x="70762" y="127735"/>
                </a:lnTo>
                <a:cubicBezTo>
                  <a:pt x="67678" y="133239"/>
                  <a:pt x="63444" y="137608"/>
                  <a:pt x="58061" y="140844"/>
                </a:cubicBezTo>
                <a:cubicBezTo>
                  <a:pt x="52679" y="144080"/>
                  <a:pt x="46872" y="145698"/>
                  <a:pt x="40643" y="145698"/>
                </a:cubicBezTo>
                <a:cubicBezTo>
                  <a:pt x="35200" y="145698"/>
                  <a:pt x="30013" y="144458"/>
                  <a:pt x="25084" y="141978"/>
                </a:cubicBezTo>
                <a:cubicBezTo>
                  <a:pt x="20155" y="139498"/>
                  <a:pt x="15846" y="136036"/>
                  <a:pt x="12157" y="131591"/>
                </a:cubicBezTo>
                <a:cubicBezTo>
                  <a:pt x="8467" y="127145"/>
                  <a:pt x="5519" y="121626"/>
                  <a:pt x="3311" y="115034"/>
                </a:cubicBezTo>
                <a:cubicBezTo>
                  <a:pt x="1104" y="108442"/>
                  <a:pt x="0" y="101245"/>
                  <a:pt x="0" y="93443"/>
                </a:cubicBezTo>
                <a:cubicBezTo>
                  <a:pt x="0" y="85399"/>
                  <a:pt x="1210" y="78080"/>
                  <a:pt x="3629" y="71488"/>
                </a:cubicBezTo>
                <a:cubicBezTo>
                  <a:pt x="6048" y="64896"/>
                  <a:pt x="9284" y="59543"/>
                  <a:pt x="13336" y="55430"/>
                </a:cubicBezTo>
                <a:cubicBezTo>
                  <a:pt x="17388" y="51318"/>
                  <a:pt x="21939" y="48158"/>
                  <a:pt x="26989" y="45950"/>
                </a:cubicBezTo>
                <a:cubicBezTo>
                  <a:pt x="32040" y="43743"/>
                  <a:pt x="37317" y="42639"/>
                  <a:pt x="42820" y="42639"/>
                </a:cubicBezTo>
                <a:cubicBezTo>
                  <a:pt x="46872" y="42639"/>
                  <a:pt x="50637" y="43213"/>
                  <a:pt x="54115" y="44363"/>
                </a:cubicBezTo>
                <a:cubicBezTo>
                  <a:pt x="57593" y="45512"/>
                  <a:pt x="60345" y="46918"/>
                  <a:pt x="62371" y="48581"/>
                </a:cubicBezTo>
                <a:cubicBezTo>
                  <a:pt x="64397" y="50244"/>
                  <a:pt x="66136" y="51907"/>
                  <a:pt x="67587" y="53571"/>
                </a:cubicBezTo>
                <a:cubicBezTo>
                  <a:pt x="69039" y="55234"/>
                  <a:pt x="70037" y="56640"/>
                  <a:pt x="70581" y="57789"/>
                </a:cubicBezTo>
                <a:lnTo>
                  <a:pt x="71488" y="59513"/>
                </a:lnTo>
                <a:moveTo>
                  <a:pt x="43365" y="55340"/>
                </a:moveTo>
                <a:cubicBezTo>
                  <a:pt x="39917" y="55340"/>
                  <a:pt x="36606" y="56020"/>
                  <a:pt x="33431" y="57381"/>
                </a:cubicBezTo>
                <a:cubicBezTo>
                  <a:pt x="30255" y="58742"/>
                  <a:pt x="27307" y="60798"/>
                  <a:pt x="24585" y="63550"/>
                </a:cubicBezTo>
                <a:cubicBezTo>
                  <a:pt x="21864" y="66302"/>
                  <a:pt x="19686" y="70052"/>
                  <a:pt x="18053" y="74799"/>
                </a:cubicBezTo>
                <a:cubicBezTo>
                  <a:pt x="16420" y="79547"/>
                  <a:pt x="15604" y="84975"/>
                  <a:pt x="15604" y="91084"/>
                </a:cubicBezTo>
                <a:cubicBezTo>
                  <a:pt x="15604" y="97797"/>
                  <a:pt x="16420" y="103845"/>
                  <a:pt x="18053" y="109228"/>
                </a:cubicBezTo>
                <a:cubicBezTo>
                  <a:pt x="19686" y="114611"/>
                  <a:pt x="21849" y="118920"/>
                  <a:pt x="24540" y="122156"/>
                </a:cubicBezTo>
                <a:cubicBezTo>
                  <a:pt x="27231" y="125391"/>
                  <a:pt x="30240" y="127856"/>
                  <a:pt x="33567" y="129549"/>
                </a:cubicBezTo>
                <a:cubicBezTo>
                  <a:pt x="36893" y="131243"/>
                  <a:pt x="40341" y="132090"/>
                  <a:pt x="43909" y="132090"/>
                </a:cubicBezTo>
                <a:cubicBezTo>
                  <a:pt x="49171" y="132090"/>
                  <a:pt x="54070" y="130411"/>
                  <a:pt x="58606" y="127055"/>
                </a:cubicBezTo>
                <a:cubicBezTo>
                  <a:pt x="63142" y="123698"/>
                  <a:pt x="66287" y="119147"/>
                  <a:pt x="68041" y="113401"/>
                </a:cubicBezTo>
                <a:cubicBezTo>
                  <a:pt x="69371" y="109288"/>
                  <a:pt x="70037" y="103361"/>
                  <a:pt x="70037" y="95620"/>
                </a:cubicBezTo>
                <a:cubicBezTo>
                  <a:pt x="70037" y="89269"/>
                  <a:pt x="69885" y="84401"/>
                  <a:pt x="69583" y="81014"/>
                </a:cubicBezTo>
                <a:cubicBezTo>
                  <a:pt x="69281" y="77627"/>
                  <a:pt x="68645" y="74633"/>
                  <a:pt x="67678" y="72032"/>
                </a:cubicBezTo>
                <a:cubicBezTo>
                  <a:pt x="66287" y="68222"/>
                  <a:pt x="64185" y="65002"/>
                  <a:pt x="61373" y="62371"/>
                </a:cubicBezTo>
                <a:cubicBezTo>
                  <a:pt x="58560" y="59740"/>
                  <a:pt x="55642" y="57910"/>
                  <a:pt x="52618" y="56882"/>
                </a:cubicBezTo>
                <a:cubicBezTo>
                  <a:pt x="49594" y="55854"/>
                  <a:pt x="46510" y="55340"/>
                  <a:pt x="43365" y="55340"/>
                </a:cubicBezTo>
                <a:close/>
                <a:moveTo>
                  <a:pt x="223129" y="48989"/>
                </a:moveTo>
                <a:lnTo>
                  <a:pt x="311672" y="48989"/>
                </a:lnTo>
                <a:lnTo>
                  <a:pt x="311672" y="62235"/>
                </a:lnTo>
                <a:lnTo>
                  <a:pt x="223129" y="62235"/>
                </a:lnTo>
                <a:lnTo>
                  <a:pt x="223129" y="48989"/>
                </a:lnTo>
                <a:moveTo>
                  <a:pt x="223129" y="93624"/>
                </a:moveTo>
                <a:lnTo>
                  <a:pt x="311672" y="93624"/>
                </a:lnTo>
                <a:lnTo>
                  <a:pt x="311672" y="106869"/>
                </a:lnTo>
                <a:lnTo>
                  <a:pt x="223129" y="106869"/>
                </a:lnTo>
                <a:lnTo>
                  <a:pt x="223129" y="93624"/>
                </a:lnTo>
                <a:close/>
                <a:moveTo>
                  <a:pt x="444261" y="143520"/>
                </a:moveTo>
                <a:lnTo>
                  <a:pt x="444261" y="45179"/>
                </a:lnTo>
                <a:lnTo>
                  <a:pt x="458595" y="45179"/>
                </a:lnTo>
                <a:lnTo>
                  <a:pt x="458414" y="54977"/>
                </a:lnTo>
                <a:cubicBezTo>
                  <a:pt x="460772" y="51409"/>
                  <a:pt x="463751" y="48490"/>
                  <a:pt x="467350" y="46222"/>
                </a:cubicBezTo>
                <a:cubicBezTo>
                  <a:pt x="470948" y="43954"/>
                  <a:pt x="474683" y="42820"/>
                  <a:pt x="478554" y="42820"/>
                </a:cubicBezTo>
                <a:cubicBezTo>
                  <a:pt x="482969" y="42820"/>
                  <a:pt x="486794" y="44181"/>
                  <a:pt x="490030" y="46903"/>
                </a:cubicBezTo>
                <a:cubicBezTo>
                  <a:pt x="493266" y="49624"/>
                  <a:pt x="495246" y="53041"/>
                  <a:pt x="495972" y="57154"/>
                </a:cubicBezTo>
                <a:cubicBezTo>
                  <a:pt x="497968" y="52800"/>
                  <a:pt x="500977" y="49322"/>
                  <a:pt x="504999" y="46721"/>
                </a:cubicBezTo>
                <a:cubicBezTo>
                  <a:pt x="509021" y="44121"/>
                  <a:pt x="513391" y="42820"/>
                  <a:pt x="518108" y="42820"/>
                </a:cubicBezTo>
                <a:cubicBezTo>
                  <a:pt x="525003" y="42820"/>
                  <a:pt x="530083" y="45421"/>
                  <a:pt x="533349" y="50622"/>
                </a:cubicBezTo>
                <a:cubicBezTo>
                  <a:pt x="534619" y="52376"/>
                  <a:pt x="535557" y="54463"/>
                  <a:pt x="536162" y="56882"/>
                </a:cubicBezTo>
                <a:cubicBezTo>
                  <a:pt x="536766" y="59301"/>
                  <a:pt x="537114" y="61342"/>
                  <a:pt x="537205" y="63006"/>
                </a:cubicBezTo>
                <a:cubicBezTo>
                  <a:pt x="537296" y="64669"/>
                  <a:pt x="537341" y="67073"/>
                  <a:pt x="537341" y="70218"/>
                </a:cubicBezTo>
                <a:lnTo>
                  <a:pt x="537341" y="73665"/>
                </a:lnTo>
                <a:lnTo>
                  <a:pt x="537341" y="143702"/>
                </a:lnTo>
                <a:lnTo>
                  <a:pt x="522644" y="143702"/>
                </a:lnTo>
                <a:lnTo>
                  <a:pt x="522644" y="73847"/>
                </a:lnTo>
                <a:cubicBezTo>
                  <a:pt x="522644" y="73302"/>
                  <a:pt x="522674" y="72410"/>
                  <a:pt x="522735" y="71171"/>
                </a:cubicBezTo>
                <a:cubicBezTo>
                  <a:pt x="522795" y="69931"/>
                  <a:pt x="522826" y="69008"/>
                  <a:pt x="522826" y="68404"/>
                </a:cubicBezTo>
                <a:cubicBezTo>
                  <a:pt x="522826" y="64896"/>
                  <a:pt x="522342" y="61932"/>
                  <a:pt x="521374" y="59513"/>
                </a:cubicBezTo>
                <a:cubicBezTo>
                  <a:pt x="520588" y="57819"/>
                  <a:pt x="519484" y="56489"/>
                  <a:pt x="518063" y="55521"/>
                </a:cubicBezTo>
                <a:cubicBezTo>
                  <a:pt x="516641" y="54553"/>
                  <a:pt x="515145" y="54070"/>
                  <a:pt x="513572" y="54070"/>
                </a:cubicBezTo>
                <a:cubicBezTo>
                  <a:pt x="509580" y="54070"/>
                  <a:pt x="505770" y="57094"/>
                  <a:pt x="502141" y="63142"/>
                </a:cubicBezTo>
                <a:cubicBezTo>
                  <a:pt x="499359" y="67980"/>
                  <a:pt x="497968" y="73121"/>
                  <a:pt x="497968" y="78564"/>
                </a:cubicBezTo>
                <a:lnTo>
                  <a:pt x="497968" y="143520"/>
                </a:lnTo>
                <a:lnTo>
                  <a:pt x="483453" y="143520"/>
                </a:lnTo>
                <a:lnTo>
                  <a:pt x="483453" y="75117"/>
                </a:lnTo>
                <a:cubicBezTo>
                  <a:pt x="483453" y="74633"/>
                  <a:pt x="483483" y="73892"/>
                  <a:pt x="483543" y="72894"/>
                </a:cubicBezTo>
                <a:cubicBezTo>
                  <a:pt x="483604" y="71896"/>
                  <a:pt x="483634" y="71125"/>
                  <a:pt x="483634" y="70581"/>
                </a:cubicBezTo>
                <a:cubicBezTo>
                  <a:pt x="483634" y="67073"/>
                  <a:pt x="483271" y="64230"/>
                  <a:pt x="482546" y="62053"/>
                </a:cubicBezTo>
                <a:cubicBezTo>
                  <a:pt x="481820" y="59513"/>
                  <a:pt x="480610" y="57668"/>
                  <a:pt x="478917" y="56519"/>
                </a:cubicBezTo>
                <a:cubicBezTo>
                  <a:pt x="477223" y="55370"/>
                  <a:pt x="475409" y="54795"/>
                  <a:pt x="473473" y="54795"/>
                </a:cubicBezTo>
                <a:cubicBezTo>
                  <a:pt x="468816" y="54795"/>
                  <a:pt x="464885" y="57819"/>
                  <a:pt x="461680" y="63868"/>
                </a:cubicBezTo>
                <a:cubicBezTo>
                  <a:pt x="459502" y="68101"/>
                  <a:pt x="458414" y="72819"/>
                  <a:pt x="458414" y="78020"/>
                </a:cubicBezTo>
                <a:lnTo>
                  <a:pt x="458414" y="143520"/>
                </a:lnTo>
                <a:lnTo>
                  <a:pt x="444261" y="143520"/>
                </a:lnTo>
                <a:close/>
                <a:moveTo>
                  <a:pt x="566984" y="56791"/>
                </a:moveTo>
                <a:cubicBezTo>
                  <a:pt x="575814" y="47598"/>
                  <a:pt x="587487" y="43002"/>
                  <a:pt x="602003" y="43002"/>
                </a:cubicBezTo>
                <a:cubicBezTo>
                  <a:pt x="609684" y="43002"/>
                  <a:pt x="616518" y="44393"/>
                  <a:pt x="622505" y="47175"/>
                </a:cubicBezTo>
                <a:cubicBezTo>
                  <a:pt x="628493" y="49957"/>
                  <a:pt x="633090" y="54009"/>
                  <a:pt x="636295" y="59331"/>
                </a:cubicBezTo>
                <a:cubicBezTo>
                  <a:pt x="638351" y="62779"/>
                  <a:pt x="639652" y="66241"/>
                  <a:pt x="640196" y="69719"/>
                </a:cubicBezTo>
                <a:cubicBezTo>
                  <a:pt x="640740" y="73197"/>
                  <a:pt x="641013" y="77476"/>
                  <a:pt x="641013" y="82556"/>
                </a:cubicBezTo>
                <a:lnTo>
                  <a:pt x="641013" y="143520"/>
                </a:lnTo>
                <a:lnTo>
                  <a:pt x="626316" y="143520"/>
                </a:lnTo>
                <a:lnTo>
                  <a:pt x="626316" y="132815"/>
                </a:lnTo>
                <a:cubicBezTo>
                  <a:pt x="615611" y="141525"/>
                  <a:pt x="603877" y="145879"/>
                  <a:pt x="591116" y="145879"/>
                </a:cubicBezTo>
                <a:cubicBezTo>
                  <a:pt x="581137" y="145879"/>
                  <a:pt x="573138" y="143158"/>
                  <a:pt x="567120" y="137714"/>
                </a:cubicBezTo>
                <a:cubicBezTo>
                  <a:pt x="561103" y="132271"/>
                  <a:pt x="558094" y="125739"/>
                  <a:pt x="558094" y="118119"/>
                </a:cubicBezTo>
                <a:cubicBezTo>
                  <a:pt x="558094" y="112373"/>
                  <a:pt x="559999" y="106945"/>
                  <a:pt x="563809" y="101834"/>
                </a:cubicBezTo>
                <a:cubicBezTo>
                  <a:pt x="567619" y="96724"/>
                  <a:pt x="573214" y="92777"/>
                  <a:pt x="580592" y="89995"/>
                </a:cubicBezTo>
                <a:cubicBezTo>
                  <a:pt x="584161" y="88665"/>
                  <a:pt x="588394" y="87651"/>
                  <a:pt x="593293" y="86956"/>
                </a:cubicBezTo>
                <a:cubicBezTo>
                  <a:pt x="598192" y="86260"/>
                  <a:pt x="602305" y="85867"/>
                  <a:pt x="605631" y="85777"/>
                </a:cubicBezTo>
                <a:cubicBezTo>
                  <a:pt x="608958" y="85686"/>
                  <a:pt x="613675" y="85641"/>
                  <a:pt x="619784" y="85641"/>
                </a:cubicBezTo>
                <a:lnTo>
                  <a:pt x="623050" y="85641"/>
                </a:lnTo>
                <a:lnTo>
                  <a:pt x="626134" y="85641"/>
                </a:lnTo>
                <a:lnTo>
                  <a:pt x="626134" y="82012"/>
                </a:lnTo>
                <a:cubicBezTo>
                  <a:pt x="626134" y="79592"/>
                  <a:pt x="626104" y="77687"/>
                  <a:pt x="626044" y="76296"/>
                </a:cubicBezTo>
                <a:cubicBezTo>
                  <a:pt x="625983" y="74905"/>
                  <a:pt x="625711" y="73121"/>
                  <a:pt x="625227" y="70944"/>
                </a:cubicBezTo>
                <a:cubicBezTo>
                  <a:pt x="624743" y="68766"/>
                  <a:pt x="624018" y="66831"/>
                  <a:pt x="623050" y="65138"/>
                </a:cubicBezTo>
                <a:cubicBezTo>
                  <a:pt x="619421" y="58848"/>
                  <a:pt x="612647" y="55703"/>
                  <a:pt x="602728" y="55703"/>
                </a:cubicBezTo>
                <a:cubicBezTo>
                  <a:pt x="590935" y="55703"/>
                  <a:pt x="581560" y="59331"/>
                  <a:pt x="574605" y="66589"/>
                </a:cubicBezTo>
                <a:lnTo>
                  <a:pt x="566984" y="56791"/>
                </a:lnTo>
                <a:moveTo>
                  <a:pt x="626679" y="97434"/>
                </a:moveTo>
                <a:lnTo>
                  <a:pt x="623231" y="97434"/>
                </a:lnTo>
                <a:lnTo>
                  <a:pt x="611619" y="97434"/>
                </a:lnTo>
                <a:cubicBezTo>
                  <a:pt x="602244" y="97434"/>
                  <a:pt x="595350" y="97918"/>
                  <a:pt x="590935" y="98886"/>
                </a:cubicBezTo>
                <a:cubicBezTo>
                  <a:pt x="585189" y="100216"/>
                  <a:pt x="580880" y="102605"/>
                  <a:pt x="578007" y="106053"/>
                </a:cubicBezTo>
                <a:cubicBezTo>
                  <a:pt x="575134" y="109500"/>
                  <a:pt x="573698" y="113220"/>
                  <a:pt x="573698" y="117211"/>
                </a:cubicBezTo>
                <a:cubicBezTo>
                  <a:pt x="573698" y="121808"/>
                  <a:pt x="575557" y="125769"/>
                  <a:pt x="579277" y="129096"/>
                </a:cubicBezTo>
                <a:cubicBezTo>
                  <a:pt x="582997" y="132422"/>
                  <a:pt x="587971" y="134085"/>
                  <a:pt x="594201" y="134085"/>
                </a:cubicBezTo>
                <a:cubicBezTo>
                  <a:pt x="599825" y="134085"/>
                  <a:pt x="604906" y="132846"/>
                  <a:pt x="609442" y="130366"/>
                </a:cubicBezTo>
                <a:cubicBezTo>
                  <a:pt x="613978" y="127886"/>
                  <a:pt x="617546" y="125255"/>
                  <a:pt x="620147" y="122473"/>
                </a:cubicBezTo>
                <a:cubicBezTo>
                  <a:pt x="621719" y="120780"/>
                  <a:pt x="622989" y="119117"/>
                  <a:pt x="623957" y="117484"/>
                </a:cubicBezTo>
                <a:cubicBezTo>
                  <a:pt x="624925" y="115851"/>
                  <a:pt x="625590" y="114127"/>
                  <a:pt x="625953" y="112312"/>
                </a:cubicBezTo>
                <a:cubicBezTo>
                  <a:pt x="626316" y="110498"/>
                  <a:pt x="626527" y="109122"/>
                  <a:pt x="626588" y="108185"/>
                </a:cubicBezTo>
                <a:cubicBezTo>
                  <a:pt x="626648" y="107247"/>
                  <a:pt x="626679" y="105841"/>
                  <a:pt x="626679" y="103966"/>
                </a:cubicBezTo>
                <a:lnTo>
                  <a:pt x="626679" y="97434"/>
                </a:lnTo>
                <a:close/>
                <a:moveTo>
                  <a:pt x="677006" y="544"/>
                </a:moveTo>
                <a:lnTo>
                  <a:pt x="720371" y="544"/>
                </a:lnTo>
                <a:lnTo>
                  <a:pt x="720371" y="131001"/>
                </a:lnTo>
                <a:lnTo>
                  <a:pt x="749402" y="131001"/>
                </a:lnTo>
                <a:lnTo>
                  <a:pt x="749402" y="143520"/>
                </a:lnTo>
                <a:lnTo>
                  <a:pt x="675555" y="143520"/>
                </a:lnTo>
                <a:lnTo>
                  <a:pt x="675555" y="131001"/>
                </a:lnTo>
                <a:lnTo>
                  <a:pt x="704767" y="131001"/>
                </a:lnTo>
                <a:lnTo>
                  <a:pt x="704767" y="12882"/>
                </a:lnTo>
                <a:lnTo>
                  <a:pt x="677006" y="12882"/>
                </a:lnTo>
                <a:lnTo>
                  <a:pt x="677006" y="544"/>
                </a:lnTo>
                <a:close/>
                <a:moveTo>
                  <a:pt x="788298" y="544"/>
                </a:moveTo>
                <a:lnTo>
                  <a:pt x="831663" y="544"/>
                </a:lnTo>
                <a:lnTo>
                  <a:pt x="831663" y="131001"/>
                </a:lnTo>
                <a:lnTo>
                  <a:pt x="860694" y="131001"/>
                </a:lnTo>
                <a:lnTo>
                  <a:pt x="860694" y="143520"/>
                </a:lnTo>
                <a:lnTo>
                  <a:pt x="786847" y="143520"/>
                </a:lnTo>
                <a:lnTo>
                  <a:pt x="786847" y="131001"/>
                </a:lnTo>
                <a:lnTo>
                  <a:pt x="816059" y="131001"/>
                </a:lnTo>
                <a:lnTo>
                  <a:pt x="816059" y="12882"/>
                </a:lnTo>
                <a:lnTo>
                  <a:pt x="788298" y="12882"/>
                </a:lnTo>
                <a:lnTo>
                  <a:pt x="788298" y="544"/>
                </a:lnTo>
                <a:close/>
                <a:moveTo>
                  <a:pt x="980332" y="94713"/>
                </a:moveTo>
                <a:cubicBezTo>
                  <a:pt x="980332" y="102636"/>
                  <a:pt x="979122" y="109878"/>
                  <a:pt x="976703" y="116440"/>
                </a:cubicBezTo>
                <a:cubicBezTo>
                  <a:pt x="974284" y="123002"/>
                  <a:pt x="971018" y="128415"/>
                  <a:pt x="966905" y="132679"/>
                </a:cubicBezTo>
                <a:cubicBezTo>
                  <a:pt x="962793" y="136943"/>
                  <a:pt x="958090" y="140239"/>
                  <a:pt x="952798" y="142568"/>
                </a:cubicBezTo>
                <a:cubicBezTo>
                  <a:pt x="947506" y="144896"/>
                  <a:pt x="941927" y="146061"/>
                  <a:pt x="936060" y="146061"/>
                </a:cubicBezTo>
                <a:cubicBezTo>
                  <a:pt x="929891" y="146061"/>
                  <a:pt x="923994" y="144791"/>
                  <a:pt x="918370" y="142250"/>
                </a:cubicBezTo>
                <a:cubicBezTo>
                  <a:pt x="912745" y="139710"/>
                  <a:pt x="907846" y="136233"/>
                  <a:pt x="903673" y="131817"/>
                </a:cubicBezTo>
                <a:cubicBezTo>
                  <a:pt x="899500" y="127402"/>
                  <a:pt x="896173" y="122004"/>
                  <a:pt x="893694" y="115624"/>
                </a:cubicBezTo>
                <a:cubicBezTo>
                  <a:pt x="891214" y="109243"/>
                  <a:pt x="889974" y="102394"/>
                  <a:pt x="889974" y="95075"/>
                </a:cubicBezTo>
                <a:cubicBezTo>
                  <a:pt x="889974" y="85217"/>
                  <a:pt x="892121" y="76281"/>
                  <a:pt x="896415" y="68267"/>
                </a:cubicBezTo>
                <a:cubicBezTo>
                  <a:pt x="900709" y="60254"/>
                  <a:pt x="906410" y="54039"/>
                  <a:pt x="913516" y="49624"/>
                </a:cubicBezTo>
                <a:cubicBezTo>
                  <a:pt x="920623" y="45209"/>
                  <a:pt x="928319" y="43002"/>
                  <a:pt x="936605" y="43002"/>
                </a:cubicBezTo>
                <a:cubicBezTo>
                  <a:pt x="942290" y="43002"/>
                  <a:pt x="947718" y="44121"/>
                  <a:pt x="952889" y="46358"/>
                </a:cubicBezTo>
                <a:cubicBezTo>
                  <a:pt x="958060" y="48596"/>
                  <a:pt x="962702" y="51817"/>
                  <a:pt x="966815" y="56020"/>
                </a:cubicBezTo>
                <a:cubicBezTo>
                  <a:pt x="970927" y="60224"/>
                  <a:pt x="974208" y="65667"/>
                  <a:pt x="976658" y="72350"/>
                </a:cubicBezTo>
                <a:cubicBezTo>
                  <a:pt x="979107" y="79033"/>
                  <a:pt x="980332" y="86487"/>
                  <a:pt x="980332" y="94713"/>
                </a:cubicBezTo>
                <a:moveTo>
                  <a:pt x="935516" y="56247"/>
                </a:moveTo>
                <a:cubicBezTo>
                  <a:pt x="927533" y="56247"/>
                  <a:pt x="920668" y="59619"/>
                  <a:pt x="914922" y="66362"/>
                </a:cubicBezTo>
                <a:cubicBezTo>
                  <a:pt x="909177" y="73106"/>
                  <a:pt x="906304" y="82254"/>
                  <a:pt x="906304" y="93805"/>
                </a:cubicBezTo>
                <a:cubicBezTo>
                  <a:pt x="906304" y="105539"/>
                  <a:pt x="909252" y="114974"/>
                  <a:pt x="915149" y="122110"/>
                </a:cubicBezTo>
                <a:cubicBezTo>
                  <a:pt x="921046" y="129247"/>
                  <a:pt x="928077" y="132815"/>
                  <a:pt x="936242" y="132815"/>
                </a:cubicBezTo>
                <a:cubicBezTo>
                  <a:pt x="939871" y="132815"/>
                  <a:pt x="943363" y="132014"/>
                  <a:pt x="946720" y="130411"/>
                </a:cubicBezTo>
                <a:cubicBezTo>
                  <a:pt x="950077" y="128809"/>
                  <a:pt x="953116" y="126495"/>
                  <a:pt x="955837" y="123471"/>
                </a:cubicBezTo>
                <a:cubicBezTo>
                  <a:pt x="958559" y="120447"/>
                  <a:pt x="960721" y="116501"/>
                  <a:pt x="962324" y="111632"/>
                </a:cubicBezTo>
                <a:cubicBezTo>
                  <a:pt x="963927" y="106763"/>
                  <a:pt x="964728" y="101365"/>
                  <a:pt x="964728" y="95438"/>
                </a:cubicBezTo>
                <a:cubicBezTo>
                  <a:pt x="964728" y="88906"/>
                  <a:pt x="963881" y="83055"/>
                  <a:pt x="962188" y="77884"/>
                </a:cubicBezTo>
                <a:cubicBezTo>
                  <a:pt x="960494" y="72713"/>
                  <a:pt x="958226" y="68600"/>
                  <a:pt x="955384" y="65546"/>
                </a:cubicBezTo>
                <a:cubicBezTo>
                  <a:pt x="952541" y="62492"/>
                  <a:pt x="949427" y="60178"/>
                  <a:pt x="946040" y="58606"/>
                </a:cubicBezTo>
                <a:cubicBezTo>
                  <a:pt x="942653" y="57033"/>
                  <a:pt x="939145" y="56247"/>
                  <a:pt x="935516" y="56247"/>
                </a:cubicBezTo>
                <a:close/>
                <a:moveTo>
                  <a:pt x="1090899" y="61327"/>
                </a:moveTo>
                <a:lnTo>
                  <a:pt x="1080012" y="74210"/>
                </a:lnTo>
                <a:cubicBezTo>
                  <a:pt x="1079407" y="73726"/>
                  <a:pt x="1079075" y="72894"/>
                  <a:pt x="1079014" y="71715"/>
                </a:cubicBezTo>
                <a:cubicBezTo>
                  <a:pt x="1078954" y="70535"/>
                  <a:pt x="1078802" y="69734"/>
                  <a:pt x="1078560" y="69311"/>
                </a:cubicBezTo>
                <a:cubicBezTo>
                  <a:pt x="1078379" y="68948"/>
                  <a:pt x="1077986" y="68358"/>
                  <a:pt x="1077381" y="67542"/>
                </a:cubicBezTo>
                <a:cubicBezTo>
                  <a:pt x="1076776" y="66725"/>
                  <a:pt x="1075733" y="65652"/>
                  <a:pt x="1074251" y="64321"/>
                </a:cubicBezTo>
                <a:cubicBezTo>
                  <a:pt x="1072769" y="62991"/>
                  <a:pt x="1071106" y="61766"/>
                  <a:pt x="1069262" y="60647"/>
                </a:cubicBezTo>
                <a:cubicBezTo>
                  <a:pt x="1067417" y="59528"/>
                  <a:pt x="1065058" y="58545"/>
                  <a:pt x="1062185" y="57698"/>
                </a:cubicBezTo>
                <a:cubicBezTo>
                  <a:pt x="1059313" y="56852"/>
                  <a:pt x="1056304" y="56428"/>
                  <a:pt x="1053159" y="56428"/>
                </a:cubicBezTo>
                <a:cubicBezTo>
                  <a:pt x="1043845" y="56428"/>
                  <a:pt x="1036103" y="59725"/>
                  <a:pt x="1029934" y="66317"/>
                </a:cubicBezTo>
                <a:cubicBezTo>
                  <a:pt x="1023765" y="72909"/>
                  <a:pt x="1020681" y="81709"/>
                  <a:pt x="1020681" y="92717"/>
                </a:cubicBezTo>
                <a:cubicBezTo>
                  <a:pt x="1020681" y="104148"/>
                  <a:pt x="1023886" y="113567"/>
                  <a:pt x="1030297" y="120976"/>
                </a:cubicBezTo>
                <a:cubicBezTo>
                  <a:pt x="1036708" y="128385"/>
                  <a:pt x="1044752" y="132090"/>
                  <a:pt x="1054429" y="132090"/>
                </a:cubicBezTo>
                <a:cubicBezTo>
                  <a:pt x="1059328" y="132090"/>
                  <a:pt x="1064060" y="131016"/>
                  <a:pt x="1068627" y="128869"/>
                </a:cubicBezTo>
                <a:cubicBezTo>
                  <a:pt x="1073193" y="126722"/>
                  <a:pt x="1077169" y="123743"/>
                  <a:pt x="1080556" y="119933"/>
                </a:cubicBezTo>
                <a:lnTo>
                  <a:pt x="1089447" y="130275"/>
                </a:lnTo>
                <a:cubicBezTo>
                  <a:pt x="1084790" y="135295"/>
                  <a:pt x="1079316" y="139151"/>
                  <a:pt x="1073026" y="141842"/>
                </a:cubicBezTo>
                <a:cubicBezTo>
                  <a:pt x="1066737" y="144533"/>
                  <a:pt x="1060114" y="145879"/>
                  <a:pt x="1053159" y="145879"/>
                </a:cubicBezTo>
                <a:cubicBezTo>
                  <a:pt x="1044026" y="145879"/>
                  <a:pt x="1035755" y="143657"/>
                  <a:pt x="1028346" y="139211"/>
                </a:cubicBezTo>
                <a:cubicBezTo>
                  <a:pt x="1020938" y="134766"/>
                  <a:pt x="1015147" y="128612"/>
                  <a:pt x="1010973" y="120749"/>
                </a:cubicBezTo>
                <a:cubicBezTo>
                  <a:pt x="1006800" y="112887"/>
                  <a:pt x="1004714" y="104087"/>
                  <a:pt x="1004714" y="94350"/>
                </a:cubicBezTo>
                <a:cubicBezTo>
                  <a:pt x="1004714" y="79532"/>
                  <a:pt x="1009340" y="67300"/>
                  <a:pt x="1018594" y="57653"/>
                </a:cubicBezTo>
                <a:cubicBezTo>
                  <a:pt x="1027847" y="48006"/>
                  <a:pt x="1039671" y="43183"/>
                  <a:pt x="1054066" y="43183"/>
                </a:cubicBezTo>
                <a:cubicBezTo>
                  <a:pt x="1061928" y="43183"/>
                  <a:pt x="1069050" y="44771"/>
                  <a:pt x="1075431" y="47946"/>
                </a:cubicBezTo>
                <a:cubicBezTo>
                  <a:pt x="1081811" y="51121"/>
                  <a:pt x="1086967" y="55582"/>
                  <a:pt x="1090899" y="61327"/>
                </a:cubicBezTo>
                <a:close/>
                <a:moveTo>
                  <a:pt x="1188219" y="0"/>
                </a:moveTo>
                <a:lnTo>
                  <a:pt x="1194751" y="13245"/>
                </a:lnTo>
                <a:cubicBezTo>
                  <a:pt x="1194026" y="13608"/>
                  <a:pt x="1193421" y="13790"/>
                  <a:pt x="1192937" y="13790"/>
                </a:cubicBezTo>
                <a:cubicBezTo>
                  <a:pt x="1192634" y="13790"/>
                  <a:pt x="1192256" y="13729"/>
                  <a:pt x="1191803" y="13608"/>
                </a:cubicBezTo>
                <a:cubicBezTo>
                  <a:pt x="1191349" y="13487"/>
                  <a:pt x="1191002" y="13427"/>
                  <a:pt x="1190760" y="13427"/>
                </a:cubicBezTo>
                <a:cubicBezTo>
                  <a:pt x="1190155" y="13427"/>
                  <a:pt x="1189489" y="13669"/>
                  <a:pt x="1188764" y="14152"/>
                </a:cubicBezTo>
                <a:cubicBezTo>
                  <a:pt x="1176184" y="21592"/>
                  <a:pt x="1166356" y="31767"/>
                  <a:pt x="1159279" y="44680"/>
                </a:cubicBezTo>
                <a:cubicBezTo>
                  <a:pt x="1152203" y="57593"/>
                  <a:pt x="1148665" y="71730"/>
                  <a:pt x="1148665" y="87092"/>
                </a:cubicBezTo>
                <a:cubicBezTo>
                  <a:pt x="1148665" y="103906"/>
                  <a:pt x="1152823" y="119691"/>
                  <a:pt x="1161139" y="134448"/>
                </a:cubicBezTo>
                <a:cubicBezTo>
                  <a:pt x="1169455" y="149206"/>
                  <a:pt x="1180901" y="160818"/>
                  <a:pt x="1195477" y="169285"/>
                </a:cubicBezTo>
                <a:lnTo>
                  <a:pt x="1188401" y="180716"/>
                </a:lnTo>
                <a:cubicBezTo>
                  <a:pt x="1171406" y="171765"/>
                  <a:pt x="1158055" y="158973"/>
                  <a:pt x="1148348" y="142341"/>
                </a:cubicBezTo>
                <a:cubicBezTo>
                  <a:pt x="1138640" y="125709"/>
                  <a:pt x="1133787" y="107534"/>
                  <a:pt x="1133787" y="87818"/>
                </a:cubicBezTo>
                <a:cubicBezTo>
                  <a:pt x="1133787" y="68162"/>
                  <a:pt x="1138686" y="50456"/>
                  <a:pt x="1148484" y="34701"/>
                </a:cubicBezTo>
                <a:cubicBezTo>
                  <a:pt x="1158282" y="18946"/>
                  <a:pt x="1171527" y="7379"/>
                  <a:pt x="11882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Text 10">
            <a:extLst xmlns:a="http://schemas.openxmlformats.org/drawingml/2006/main">
              <a:ext uri="{FF2B5EF4-FFF2-40B4-BE49-F238E27FC236}">
                <a16:creationId xmlns:a16="http://schemas.microsoft.com/office/drawing/2014/main" id="{58A87D24-A03E-462D-A520-96717B5E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985" y="655478"/>
            <a:ext cx="189130" cy="137351"/>
          </a:xfrm>
          <a:custGeom xmlns:a="http://schemas.openxmlformats.org/drawingml/2006/main">
            <a:pathLst>
              <a:path w="189130" h="137351">
                <a:moveTo>
                  <a:pt x="45542" y="726"/>
                </a:moveTo>
                <a:lnTo>
                  <a:pt x="45542" y="135174"/>
                </a:lnTo>
                <a:lnTo>
                  <a:pt x="30482" y="135174"/>
                </a:lnTo>
                <a:lnTo>
                  <a:pt x="30482" y="19414"/>
                </a:lnTo>
                <a:lnTo>
                  <a:pt x="3447" y="27398"/>
                </a:lnTo>
                <a:lnTo>
                  <a:pt x="0" y="19051"/>
                </a:lnTo>
                <a:lnTo>
                  <a:pt x="35018" y="726"/>
                </a:lnTo>
                <a:lnTo>
                  <a:pt x="45542" y="726"/>
                </a:lnTo>
                <a:close/>
                <a:moveTo>
                  <a:pt x="146310" y="0"/>
                </a:moveTo>
                <a:cubicBezTo>
                  <a:pt x="151572" y="0"/>
                  <a:pt x="156713" y="1542"/>
                  <a:pt x="161733" y="4627"/>
                </a:cubicBezTo>
                <a:cubicBezTo>
                  <a:pt x="166753" y="7711"/>
                  <a:pt x="171319" y="12111"/>
                  <a:pt x="175432" y="17827"/>
                </a:cubicBezTo>
                <a:cubicBezTo>
                  <a:pt x="179544" y="23542"/>
                  <a:pt x="182856" y="30951"/>
                  <a:pt x="185366" y="40053"/>
                </a:cubicBezTo>
                <a:cubicBezTo>
                  <a:pt x="187875" y="49156"/>
                  <a:pt x="189130" y="59210"/>
                  <a:pt x="189130" y="70218"/>
                </a:cubicBezTo>
                <a:cubicBezTo>
                  <a:pt x="189130" y="81225"/>
                  <a:pt x="187830" y="91159"/>
                  <a:pt x="185229" y="100020"/>
                </a:cubicBezTo>
                <a:cubicBezTo>
                  <a:pt x="182629" y="108880"/>
                  <a:pt x="179242" y="115941"/>
                  <a:pt x="175069" y="121203"/>
                </a:cubicBezTo>
                <a:cubicBezTo>
                  <a:pt x="170896" y="126465"/>
                  <a:pt x="166359" y="130472"/>
                  <a:pt x="161461" y="133224"/>
                </a:cubicBezTo>
                <a:cubicBezTo>
                  <a:pt x="156562" y="135975"/>
                  <a:pt x="151632" y="137351"/>
                  <a:pt x="146673" y="137351"/>
                </a:cubicBezTo>
                <a:cubicBezTo>
                  <a:pt x="141290" y="137351"/>
                  <a:pt x="136028" y="135794"/>
                  <a:pt x="130888" y="132679"/>
                </a:cubicBezTo>
                <a:cubicBezTo>
                  <a:pt x="125747" y="129565"/>
                  <a:pt x="121105" y="125180"/>
                  <a:pt x="116962" y="119525"/>
                </a:cubicBezTo>
                <a:cubicBezTo>
                  <a:pt x="112819" y="113870"/>
                  <a:pt x="109477" y="106642"/>
                  <a:pt x="106937" y="97842"/>
                </a:cubicBezTo>
                <a:cubicBezTo>
                  <a:pt x="104397" y="89043"/>
                  <a:pt x="103127" y="79411"/>
                  <a:pt x="103127" y="68948"/>
                </a:cubicBezTo>
                <a:cubicBezTo>
                  <a:pt x="103127" y="58545"/>
                  <a:pt x="104382" y="48929"/>
                  <a:pt x="106892" y="40099"/>
                </a:cubicBezTo>
                <a:cubicBezTo>
                  <a:pt x="109402" y="31268"/>
                  <a:pt x="112698" y="23981"/>
                  <a:pt x="116781" y="18235"/>
                </a:cubicBezTo>
                <a:cubicBezTo>
                  <a:pt x="120863" y="12489"/>
                  <a:pt x="125475" y="8014"/>
                  <a:pt x="130615" y="4808"/>
                </a:cubicBezTo>
                <a:cubicBezTo>
                  <a:pt x="135756" y="1603"/>
                  <a:pt x="140988" y="0"/>
                  <a:pt x="146310" y="0"/>
                </a:cubicBezTo>
                <a:moveTo>
                  <a:pt x="167357" y="30664"/>
                </a:moveTo>
                <a:cubicBezTo>
                  <a:pt x="164575" y="24978"/>
                  <a:pt x="161279" y="20624"/>
                  <a:pt x="157469" y="17600"/>
                </a:cubicBezTo>
                <a:cubicBezTo>
                  <a:pt x="153659" y="14576"/>
                  <a:pt x="149879" y="13064"/>
                  <a:pt x="146129" y="13064"/>
                </a:cubicBezTo>
                <a:cubicBezTo>
                  <a:pt x="142742" y="13064"/>
                  <a:pt x="139355" y="14258"/>
                  <a:pt x="135968" y="16647"/>
                </a:cubicBezTo>
                <a:cubicBezTo>
                  <a:pt x="132581" y="19036"/>
                  <a:pt x="129481" y="22408"/>
                  <a:pt x="126669" y="26763"/>
                </a:cubicBezTo>
                <a:cubicBezTo>
                  <a:pt x="123857" y="31117"/>
                  <a:pt x="121558" y="36757"/>
                  <a:pt x="119774" y="43682"/>
                </a:cubicBezTo>
                <a:cubicBezTo>
                  <a:pt x="117990" y="50607"/>
                  <a:pt x="117098" y="58182"/>
                  <a:pt x="117098" y="66408"/>
                </a:cubicBezTo>
                <a:cubicBezTo>
                  <a:pt x="117098" y="74935"/>
                  <a:pt x="118126" y="83403"/>
                  <a:pt x="120183" y="91810"/>
                </a:cubicBezTo>
                <a:lnTo>
                  <a:pt x="167357" y="30664"/>
                </a:lnTo>
                <a:moveTo>
                  <a:pt x="172256" y="44998"/>
                </a:moveTo>
                <a:lnTo>
                  <a:pt x="125081" y="105418"/>
                </a:lnTo>
                <a:cubicBezTo>
                  <a:pt x="127924" y="111224"/>
                  <a:pt x="131311" y="115730"/>
                  <a:pt x="135242" y="118935"/>
                </a:cubicBezTo>
                <a:cubicBezTo>
                  <a:pt x="139173" y="122141"/>
                  <a:pt x="143165" y="123743"/>
                  <a:pt x="147217" y="123743"/>
                </a:cubicBezTo>
                <a:cubicBezTo>
                  <a:pt x="149697" y="123743"/>
                  <a:pt x="152177" y="123169"/>
                  <a:pt x="154656" y="122020"/>
                </a:cubicBezTo>
                <a:cubicBezTo>
                  <a:pt x="157136" y="120870"/>
                  <a:pt x="159631" y="118950"/>
                  <a:pt x="162141" y="116259"/>
                </a:cubicBezTo>
                <a:cubicBezTo>
                  <a:pt x="164651" y="113567"/>
                  <a:pt x="166858" y="110286"/>
                  <a:pt x="168764" y="106416"/>
                </a:cubicBezTo>
                <a:cubicBezTo>
                  <a:pt x="170669" y="102545"/>
                  <a:pt x="172211" y="97616"/>
                  <a:pt x="173390" y="91628"/>
                </a:cubicBezTo>
                <a:cubicBezTo>
                  <a:pt x="174570" y="85641"/>
                  <a:pt x="175159" y="79048"/>
                  <a:pt x="175159" y="71851"/>
                </a:cubicBezTo>
                <a:cubicBezTo>
                  <a:pt x="175159" y="62053"/>
                  <a:pt x="174192" y="53102"/>
                  <a:pt x="172256" y="44998"/>
                </a:cubicBezTo>
                <a:close/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Text );">
            <a:extLst xmlns:a="http://schemas.openxmlformats.org/drawingml/2006/main">
              <a:ext uri="{FF2B5EF4-FFF2-40B4-BE49-F238E27FC236}">
                <a16:creationId xmlns:a16="http://schemas.microsoft.com/office/drawing/2014/main" id="{A7F69682-9827-4147-AF49-34165999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080" y="647132"/>
            <a:ext cx="161551" cy="180897"/>
          </a:xfrm>
          <a:custGeom xmlns:a="http://schemas.openxmlformats.org/drawingml/2006/main">
            <a:pathLst>
              <a:path w="161551" h="180897">
                <a:moveTo>
                  <a:pt x="1089" y="13427"/>
                </a:moveTo>
                <a:lnTo>
                  <a:pt x="5262" y="0"/>
                </a:lnTo>
                <a:cubicBezTo>
                  <a:pt x="22741" y="8044"/>
                  <a:pt x="36697" y="20170"/>
                  <a:pt x="47129" y="36379"/>
                </a:cubicBezTo>
                <a:cubicBezTo>
                  <a:pt x="57562" y="52588"/>
                  <a:pt x="62779" y="70278"/>
                  <a:pt x="62779" y="89451"/>
                </a:cubicBezTo>
                <a:cubicBezTo>
                  <a:pt x="62779" y="108805"/>
                  <a:pt x="57472" y="126752"/>
                  <a:pt x="46857" y="143294"/>
                </a:cubicBezTo>
                <a:cubicBezTo>
                  <a:pt x="36243" y="159835"/>
                  <a:pt x="22015" y="172370"/>
                  <a:pt x="4173" y="180897"/>
                </a:cubicBezTo>
                <a:lnTo>
                  <a:pt x="0" y="167834"/>
                </a:lnTo>
                <a:cubicBezTo>
                  <a:pt x="14576" y="160092"/>
                  <a:pt x="26143" y="149236"/>
                  <a:pt x="34701" y="135265"/>
                </a:cubicBezTo>
                <a:cubicBezTo>
                  <a:pt x="43259" y="121294"/>
                  <a:pt x="47538" y="106204"/>
                  <a:pt x="47538" y="89995"/>
                </a:cubicBezTo>
                <a:cubicBezTo>
                  <a:pt x="47538" y="74028"/>
                  <a:pt x="43365" y="59165"/>
                  <a:pt x="35018" y="45406"/>
                </a:cubicBezTo>
                <a:cubicBezTo>
                  <a:pt x="26672" y="31646"/>
                  <a:pt x="15362" y="20987"/>
                  <a:pt x="1089" y="13427"/>
                </a:cubicBezTo>
                <a:close/>
                <a:moveTo>
                  <a:pt x="161551" y="139166"/>
                </a:moveTo>
                <a:cubicBezTo>
                  <a:pt x="161551" y="150718"/>
                  <a:pt x="153931" y="164205"/>
                  <a:pt x="138690" y="179627"/>
                </a:cubicBezTo>
                <a:lnTo>
                  <a:pt x="131251" y="173095"/>
                </a:lnTo>
                <a:cubicBezTo>
                  <a:pt x="134819" y="169769"/>
                  <a:pt x="138387" y="165293"/>
                  <a:pt x="141956" y="159669"/>
                </a:cubicBezTo>
                <a:cubicBezTo>
                  <a:pt x="144133" y="156040"/>
                  <a:pt x="145222" y="153076"/>
                  <a:pt x="145222" y="150778"/>
                </a:cubicBezTo>
                <a:cubicBezTo>
                  <a:pt x="145222" y="147936"/>
                  <a:pt x="143528" y="145335"/>
                  <a:pt x="140141" y="142976"/>
                </a:cubicBezTo>
                <a:lnTo>
                  <a:pt x="139506" y="142523"/>
                </a:lnTo>
                <a:cubicBezTo>
                  <a:pt x="139083" y="142220"/>
                  <a:pt x="138795" y="142024"/>
                  <a:pt x="138644" y="141933"/>
                </a:cubicBezTo>
                <a:cubicBezTo>
                  <a:pt x="138493" y="141842"/>
                  <a:pt x="138206" y="141630"/>
                  <a:pt x="137782" y="141298"/>
                </a:cubicBezTo>
                <a:cubicBezTo>
                  <a:pt x="137359" y="140965"/>
                  <a:pt x="137057" y="140678"/>
                  <a:pt x="136875" y="140436"/>
                </a:cubicBezTo>
                <a:cubicBezTo>
                  <a:pt x="136694" y="140194"/>
                  <a:pt x="136422" y="139876"/>
                  <a:pt x="136059" y="139483"/>
                </a:cubicBezTo>
                <a:cubicBezTo>
                  <a:pt x="135696" y="139090"/>
                  <a:pt x="135439" y="138697"/>
                  <a:pt x="135288" y="138304"/>
                </a:cubicBezTo>
                <a:cubicBezTo>
                  <a:pt x="135136" y="137911"/>
                  <a:pt x="134955" y="137457"/>
                  <a:pt x="134743" y="136943"/>
                </a:cubicBezTo>
                <a:cubicBezTo>
                  <a:pt x="134532" y="136429"/>
                  <a:pt x="134380" y="135885"/>
                  <a:pt x="134290" y="135310"/>
                </a:cubicBezTo>
                <a:cubicBezTo>
                  <a:pt x="134199" y="134736"/>
                  <a:pt x="134154" y="134146"/>
                  <a:pt x="134154" y="133541"/>
                </a:cubicBezTo>
                <a:cubicBezTo>
                  <a:pt x="134154" y="130215"/>
                  <a:pt x="135348" y="127327"/>
                  <a:pt x="137737" y="124877"/>
                </a:cubicBezTo>
                <a:cubicBezTo>
                  <a:pt x="140126" y="122428"/>
                  <a:pt x="143044" y="121203"/>
                  <a:pt x="146492" y="121203"/>
                </a:cubicBezTo>
                <a:cubicBezTo>
                  <a:pt x="150483" y="121203"/>
                  <a:pt x="153991" y="122866"/>
                  <a:pt x="157015" y="126193"/>
                </a:cubicBezTo>
                <a:cubicBezTo>
                  <a:pt x="160039" y="129519"/>
                  <a:pt x="161551" y="133844"/>
                  <a:pt x="161551" y="139166"/>
                </a:cubicBezTo>
                <a:moveTo>
                  <a:pt x="156108" y="55884"/>
                </a:moveTo>
                <a:cubicBezTo>
                  <a:pt x="158648" y="58303"/>
                  <a:pt x="159918" y="61206"/>
                  <a:pt x="159918" y="64593"/>
                </a:cubicBezTo>
                <a:cubicBezTo>
                  <a:pt x="159918" y="67980"/>
                  <a:pt x="158648" y="70883"/>
                  <a:pt x="156108" y="73302"/>
                </a:cubicBezTo>
                <a:cubicBezTo>
                  <a:pt x="153568" y="75722"/>
                  <a:pt x="150544" y="76931"/>
                  <a:pt x="147036" y="76931"/>
                </a:cubicBezTo>
                <a:cubicBezTo>
                  <a:pt x="143528" y="76931"/>
                  <a:pt x="140534" y="75722"/>
                  <a:pt x="138055" y="73302"/>
                </a:cubicBezTo>
                <a:cubicBezTo>
                  <a:pt x="135575" y="70883"/>
                  <a:pt x="134335" y="67980"/>
                  <a:pt x="134335" y="64593"/>
                </a:cubicBezTo>
                <a:cubicBezTo>
                  <a:pt x="134335" y="61206"/>
                  <a:pt x="135575" y="58303"/>
                  <a:pt x="138055" y="55884"/>
                </a:cubicBezTo>
                <a:cubicBezTo>
                  <a:pt x="140534" y="53465"/>
                  <a:pt x="143528" y="52255"/>
                  <a:pt x="147036" y="52255"/>
                </a:cubicBezTo>
                <a:cubicBezTo>
                  <a:pt x="150544" y="52255"/>
                  <a:pt x="153568" y="53465"/>
                  <a:pt x="156108" y="558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Text ...">
            <a:extLst xmlns:a="http://schemas.openxmlformats.org/drawingml/2006/main">
              <a:ext uri="{FF2B5EF4-FFF2-40B4-BE49-F238E27FC236}">
                <a16:creationId xmlns:a16="http://schemas.microsoft.com/office/drawing/2014/main" id="{8086957B-FBA2-4456-8BA8-37DF4F5F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87" y="1000404"/>
            <a:ext cx="248167" cy="24676"/>
          </a:xfrm>
          <a:custGeom xmlns:a="http://schemas.openxmlformats.org/drawingml/2006/main">
            <a:pathLst>
              <a:path w="248167" h="24676">
                <a:moveTo>
                  <a:pt x="21773" y="3629"/>
                </a:moveTo>
                <a:cubicBezTo>
                  <a:pt x="24313" y="6048"/>
                  <a:pt x="25583" y="8951"/>
                  <a:pt x="25583" y="12338"/>
                </a:cubicBezTo>
                <a:cubicBezTo>
                  <a:pt x="25583" y="15725"/>
                  <a:pt x="24313" y="18628"/>
                  <a:pt x="21773" y="21047"/>
                </a:cubicBezTo>
                <a:cubicBezTo>
                  <a:pt x="19233" y="23466"/>
                  <a:pt x="16209" y="24676"/>
                  <a:pt x="12701" y="24676"/>
                </a:cubicBezTo>
                <a:cubicBezTo>
                  <a:pt x="9193" y="24676"/>
                  <a:pt x="6199" y="23466"/>
                  <a:pt x="3720" y="21047"/>
                </a:cubicBezTo>
                <a:cubicBezTo>
                  <a:pt x="1240" y="18628"/>
                  <a:pt x="0" y="15725"/>
                  <a:pt x="0" y="12338"/>
                </a:cubicBezTo>
                <a:cubicBezTo>
                  <a:pt x="0" y="8951"/>
                  <a:pt x="1240" y="6048"/>
                  <a:pt x="3720" y="3629"/>
                </a:cubicBezTo>
                <a:cubicBezTo>
                  <a:pt x="6199" y="1210"/>
                  <a:pt x="9193" y="0"/>
                  <a:pt x="12701" y="0"/>
                </a:cubicBezTo>
                <a:cubicBezTo>
                  <a:pt x="16209" y="0"/>
                  <a:pt x="19233" y="1210"/>
                  <a:pt x="21773" y="3629"/>
                </a:cubicBezTo>
                <a:close/>
                <a:moveTo>
                  <a:pt x="133065" y="3629"/>
                </a:moveTo>
                <a:cubicBezTo>
                  <a:pt x="135605" y="6048"/>
                  <a:pt x="136875" y="8951"/>
                  <a:pt x="136875" y="12338"/>
                </a:cubicBezTo>
                <a:cubicBezTo>
                  <a:pt x="136875" y="15725"/>
                  <a:pt x="135605" y="18628"/>
                  <a:pt x="133065" y="21047"/>
                </a:cubicBezTo>
                <a:cubicBezTo>
                  <a:pt x="130525" y="23466"/>
                  <a:pt x="127501" y="24676"/>
                  <a:pt x="123993" y="24676"/>
                </a:cubicBezTo>
                <a:cubicBezTo>
                  <a:pt x="120485" y="24676"/>
                  <a:pt x="117491" y="23466"/>
                  <a:pt x="115012" y="21047"/>
                </a:cubicBezTo>
                <a:cubicBezTo>
                  <a:pt x="112532" y="18628"/>
                  <a:pt x="111292" y="15725"/>
                  <a:pt x="111292" y="12338"/>
                </a:cubicBezTo>
                <a:cubicBezTo>
                  <a:pt x="111292" y="8951"/>
                  <a:pt x="112532" y="6048"/>
                  <a:pt x="115012" y="3629"/>
                </a:cubicBezTo>
                <a:cubicBezTo>
                  <a:pt x="117491" y="1210"/>
                  <a:pt x="120485" y="0"/>
                  <a:pt x="123993" y="0"/>
                </a:cubicBezTo>
                <a:cubicBezTo>
                  <a:pt x="127501" y="0"/>
                  <a:pt x="130525" y="1210"/>
                  <a:pt x="133065" y="3629"/>
                </a:cubicBezTo>
                <a:close/>
                <a:moveTo>
                  <a:pt x="244357" y="3629"/>
                </a:moveTo>
                <a:cubicBezTo>
                  <a:pt x="246897" y="6048"/>
                  <a:pt x="248167" y="8951"/>
                  <a:pt x="248167" y="12338"/>
                </a:cubicBezTo>
                <a:cubicBezTo>
                  <a:pt x="248167" y="15725"/>
                  <a:pt x="246897" y="18628"/>
                  <a:pt x="244357" y="21047"/>
                </a:cubicBezTo>
                <a:cubicBezTo>
                  <a:pt x="241817" y="23466"/>
                  <a:pt x="238793" y="24676"/>
                  <a:pt x="235285" y="24676"/>
                </a:cubicBezTo>
                <a:cubicBezTo>
                  <a:pt x="231777" y="24676"/>
                  <a:pt x="228783" y="23466"/>
                  <a:pt x="226304" y="21047"/>
                </a:cubicBezTo>
                <a:cubicBezTo>
                  <a:pt x="223824" y="18628"/>
                  <a:pt x="222584" y="15725"/>
                  <a:pt x="222584" y="12338"/>
                </a:cubicBezTo>
                <a:cubicBezTo>
                  <a:pt x="222584" y="8951"/>
                  <a:pt x="223824" y="6048"/>
                  <a:pt x="226304" y="3629"/>
                </a:cubicBezTo>
                <a:cubicBezTo>
                  <a:pt x="228783" y="1210"/>
                  <a:pt x="231777" y="0"/>
                  <a:pt x="235285" y="0"/>
                </a:cubicBezTo>
                <a:cubicBezTo>
                  <a:pt x="238793" y="0"/>
                  <a:pt x="241817" y="1210"/>
                  <a:pt x="244357" y="3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Text 4">
            <a:extLst xmlns:a="http://schemas.openxmlformats.org/drawingml/2006/main">
              <a:ext uri="{FF2B5EF4-FFF2-40B4-BE49-F238E27FC236}">
                <a16:creationId xmlns:a16="http://schemas.microsoft.com/office/drawing/2014/main" id="{D56C534B-C260-4ABB-8AE9-240DFF7C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3" y="1136178"/>
            <a:ext cx="86911" cy="134267"/>
          </a:xfrm>
          <a:custGeom xmlns:a="http://schemas.openxmlformats.org/drawingml/2006/main">
            <a:pathLst>
              <a:path w="86911" h="134267">
                <a:moveTo>
                  <a:pt x="56973" y="0"/>
                </a:moveTo>
                <a:lnTo>
                  <a:pt x="69674" y="0"/>
                </a:lnTo>
                <a:lnTo>
                  <a:pt x="69674" y="83826"/>
                </a:lnTo>
                <a:lnTo>
                  <a:pt x="86911" y="83826"/>
                </a:lnTo>
                <a:lnTo>
                  <a:pt x="86911" y="97253"/>
                </a:lnTo>
                <a:lnTo>
                  <a:pt x="69674" y="97253"/>
                </a:lnTo>
                <a:lnTo>
                  <a:pt x="69674" y="134267"/>
                </a:lnTo>
                <a:lnTo>
                  <a:pt x="54070" y="134267"/>
                </a:lnTo>
                <a:lnTo>
                  <a:pt x="54070" y="97071"/>
                </a:lnTo>
                <a:lnTo>
                  <a:pt x="0" y="97071"/>
                </a:lnTo>
                <a:lnTo>
                  <a:pt x="0" y="86003"/>
                </a:lnTo>
                <a:lnTo>
                  <a:pt x="56973" y="0"/>
                </a:lnTo>
                <a:moveTo>
                  <a:pt x="54251" y="23950"/>
                </a:moveTo>
                <a:lnTo>
                  <a:pt x="14878" y="83826"/>
                </a:lnTo>
                <a:lnTo>
                  <a:pt x="54251" y="83826"/>
                </a:lnTo>
                <a:lnTo>
                  <a:pt x="54251" y="23950"/>
                </a:ln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Text if">
            <a:extLst xmlns:a="http://schemas.openxmlformats.org/drawingml/2006/main">
              <a:ext uri="{FF2B5EF4-FFF2-40B4-BE49-F238E27FC236}">
                <a16:creationId xmlns:a16="http://schemas.microsoft.com/office/drawing/2014/main" id="{7CCE612C-72D6-4AD0-B576-751A7815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30" y="1126018"/>
            <a:ext cx="199836" cy="144428"/>
          </a:xfrm>
          <a:custGeom xmlns:a="http://schemas.openxmlformats.org/drawingml/2006/main">
            <a:pathLst>
              <a:path w="199836" h="144428">
                <a:moveTo>
                  <a:pt x="1270" y="64230"/>
                </a:moveTo>
                <a:lnTo>
                  <a:pt x="1270" y="45905"/>
                </a:lnTo>
                <a:lnTo>
                  <a:pt x="46268" y="45905"/>
                </a:lnTo>
                <a:lnTo>
                  <a:pt x="46268" y="126465"/>
                </a:lnTo>
                <a:lnTo>
                  <a:pt x="69311" y="126465"/>
                </a:lnTo>
                <a:lnTo>
                  <a:pt x="69311" y="144428"/>
                </a:lnTo>
                <a:lnTo>
                  <a:pt x="0" y="144428"/>
                </a:lnTo>
                <a:lnTo>
                  <a:pt x="0" y="126465"/>
                </a:lnTo>
                <a:lnTo>
                  <a:pt x="25039" y="126465"/>
                </a:lnTo>
                <a:lnTo>
                  <a:pt x="25039" y="64230"/>
                </a:lnTo>
                <a:lnTo>
                  <a:pt x="1270" y="64230"/>
                </a:lnTo>
                <a:moveTo>
                  <a:pt x="26173" y="26808"/>
                </a:moveTo>
                <a:cubicBezTo>
                  <a:pt x="23482" y="24117"/>
                  <a:pt x="22136" y="20866"/>
                  <a:pt x="22136" y="17056"/>
                </a:cubicBezTo>
                <a:cubicBezTo>
                  <a:pt x="22136" y="13245"/>
                  <a:pt x="23482" y="9994"/>
                  <a:pt x="26173" y="7303"/>
                </a:cubicBezTo>
                <a:cubicBezTo>
                  <a:pt x="28864" y="4612"/>
                  <a:pt x="32115" y="3266"/>
                  <a:pt x="35925" y="3266"/>
                </a:cubicBezTo>
                <a:cubicBezTo>
                  <a:pt x="39736" y="3266"/>
                  <a:pt x="43017" y="4612"/>
                  <a:pt x="45769" y="7303"/>
                </a:cubicBezTo>
                <a:cubicBezTo>
                  <a:pt x="48521" y="9994"/>
                  <a:pt x="49896" y="13245"/>
                  <a:pt x="49896" y="17056"/>
                </a:cubicBezTo>
                <a:cubicBezTo>
                  <a:pt x="49896" y="20866"/>
                  <a:pt x="48521" y="24117"/>
                  <a:pt x="45769" y="26808"/>
                </a:cubicBezTo>
                <a:cubicBezTo>
                  <a:pt x="43017" y="29499"/>
                  <a:pt x="39736" y="30845"/>
                  <a:pt x="35925" y="30845"/>
                </a:cubicBezTo>
                <a:cubicBezTo>
                  <a:pt x="32115" y="30845"/>
                  <a:pt x="28864" y="29499"/>
                  <a:pt x="26173" y="26808"/>
                </a:cubicBezTo>
                <a:close/>
                <a:moveTo>
                  <a:pt x="130343" y="18507"/>
                </a:moveTo>
                <a:cubicBezTo>
                  <a:pt x="133972" y="12580"/>
                  <a:pt x="139022" y="8014"/>
                  <a:pt x="145494" y="4808"/>
                </a:cubicBezTo>
                <a:cubicBezTo>
                  <a:pt x="151965" y="1603"/>
                  <a:pt x="158951" y="0"/>
                  <a:pt x="166450" y="0"/>
                </a:cubicBezTo>
                <a:cubicBezTo>
                  <a:pt x="173043" y="0"/>
                  <a:pt x="179121" y="1255"/>
                  <a:pt x="184685" y="3765"/>
                </a:cubicBezTo>
                <a:cubicBezTo>
                  <a:pt x="190249" y="6275"/>
                  <a:pt x="194937" y="9858"/>
                  <a:pt x="198747" y="14515"/>
                </a:cubicBezTo>
                <a:lnTo>
                  <a:pt x="199836" y="15785"/>
                </a:lnTo>
                <a:lnTo>
                  <a:pt x="191126" y="33385"/>
                </a:lnTo>
                <a:lnTo>
                  <a:pt x="189493" y="33385"/>
                </a:lnTo>
                <a:cubicBezTo>
                  <a:pt x="188405" y="33385"/>
                  <a:pt x="187392" y="32947"/>
                  <a:pt x="186454" y="32070"/>
                </a:cubicBezTo>
                <a:cubicBezTo>
                  <a:pt x="185517" y="31193"/>
                  <a:pt x="185018" y="30119"/>
                  <a:pt x="184957" y="28849"/>
                </a:cubicBezTo>
                <a:lnTo>
                  <a:pt x="184957" y="28123"/>
                </a:lnTo>
                <a:lnTo>
                  <a:pt x="184776" y="27942"/>
                </a:lnTo>
                <a:lnTo>
                  <a:pt x="184776" y="27761"/>
                </a:lnTo>
                <a:cubicBezTo>
                  <a:pt x="182841" y="24797"/>
                  <a:pt x="180210" y="22393"/>
                  <a:pt x="176883" y="20548"/>
                </a:cubicBezTo>
                <a:cubicBezTo>
                  <a:pt x="173557" y="18704"/>
                  <a:pt x="169837" y="17781"/>
                  <a:pt x="165725" y="17781"/>
                </a:cubicBezTo>
                <a:cubicBezTo>
                  <a:pt x="161975" y="17781"/>
                  <a:pt x="158527" y="18583"/>
                  <a:pt x="155382" y="20185"/>
                </a:cubicBezTo>
                <a:cubicBezTo>
                  <a:pt x="152237" y="21788"/>
                  <a:pt x="149818" y="24132"/>
                  <a:pt x="148125" y="27216"/>
                </a:cubicBezTo>
                <a:cubicBezTo>
                  <a:pt x="146068" y="30845"/>
                  <a:pt x="145040" y="36833"/>
                  <a:pt x="145040" y="45179"/>
                </a:cubicBezTo>
                <a:lnTo>
                  <a:pt x="145040" y="46993"/>
                </a:lnTo>
                <a:lnTo>
                  <a:pt x="145040" y="51711"/>
                </a:lnTo>
                <a:lnTo>
                  <a:pt x="177155" y="51711"/>
                </a:lnTo>
                <a:lnTo>
                  <a:pt x="177155" y="68585"/>
                </a:lnTo>
                <a:lnTo>
                  <a:pt x="145040" y="68585"/>
                </a:lnTo>
                <a:lnTo>
                  <a:pt x="145040" y="144428"/>
                </a:lnTo>
                <a:lnTo>
                  <a:pt x="124537" y="144428"/>
                </a:lnTo>
                <a:lnTo>
                  <a:pt x="124537" y="68404"/>
                </a:lnTo>
                <a:lnTo>
                  <a:pt x="103309" y="68404"/>
                </a:lnTo>
                <a:lnTo>
                  <a:pt x="103309" y="51529"/>
                </a:lnTo>
                <a:lnTo>
                  <a:pt x="124537" y="51529"/>
                </a:lnTo>
                <a:lnTo>
                  <a:pt x="124537" y="44998"/>
                </a:lnTo>
                <a:cubicBezTo>
                  <a:pt x="124537" y="39494"/>
                  <a:pt x="124900" y="34701"/>
                  <a:pt x="125626" y="30618"/>
                </a:cubicBezTo>
                <a:cubicBezTo>
                  <a:pt x="126352" y="26536"/>
                  <a:pt x="127924" y="22499"/>
                  <a:pt x="130343" y="18507"/>
                </a:cubicBezTo>
                <a:close/>
              </a:path>
            </a:pathLst>
          </a:custGeom>
          <a:solidFill xmlns:a="http://schemas.openxmlformats.org/drawingml/2006/main">
            <a:srgbClr val="00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Text (t&gt;1){">
            <a:extLst xmlns:a="http://schemas.openxmlformats.org/drawingml/2006/main">
              <a:ext uri="{FF2B5EF4-FFF2-40B4-BE49-F238E27FC236}">
                <a16:creationId xmlns:a16="http://schemas.microsoft.com/office/drawing/2014/main" id="{EE69A325-7D9A-4F34-928D-9268DD0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64" y="1126925"/>
            <a:ext cx="948398" cy="181079"/>
          </a:xfrm>
          <a:custGeom xmlns:a="http://schemas.openxmlformats.org/drawingml/2006/main">
            <a:pathLst>
              <a:path w="948398" h="181079">
                <a:moveTo>
                  <a:pt x="54433" y="0"/>
                </a:moveTo>
                <a:lnTo>
                  <a:pt x="60964" y="13245"/>
                </a:lnTo>
                <a:cubicBezTo>
                  <a:pt x="60239" y="13608"/>
                  <a:pt x="59634" y="13790"/>
                  <a:pt x="59150" y="13790"/>
                </a:cubicBezTo>
                <a:cubicBezTo>
                  <a:pt x="58848" y="13790"/>
                  <a:pt x="58470" y="13729"/>
                  <a:pt x="58016" y="13608"/>
                </a:cubicBezTo>
                <a:cubicBezTo>
                  <a:pt x="57562" y="13487"/>
                  <a:pt x="57215" y="13427"/>
                  <a:pt x="56973" y="13427"/>
                </a:cubicBezTo>
                <a:cubicBezTo>
                  <a:pt x="56368" y="13427"/>
                  <a:pt x="55703" y="13669"/>
                  <a:pt x="54977" y="14152"/>
                </a:cubicBezTo>
                <a:cubicBezTo>
                  <a:pt x="42397" y="21592"/>
                  <a:pt x="32569" y="31767"/>
                  <a:pt x="25493" y="44680"/>
                </a:cubicBezTo>
                <a:cubicBezTo>
                  <a:pt x="18416" y="57593"/>
                  <a:pt x="14878" y="71730"/>
                  <a:pt x="14878" y="87092"/>
                </a:cubicBezTo>
                <a:cubicBezTo>
                  <a:pt x="14878" y="103906"/>
                  <a:pt x="19036" y="119691"/>
                  <a:pt x="27352" y="134448"/>
                </a:cubicBezTo>
                <a:cubicBezTo>
                  <a:pt x="35668" y="149206"/>
                  <a:pt x="47114" y="160818"/>
                  <a:pt x="61690" y="169285"/>
                </a:cubicBezTo>
                <a:lnTo>
                  <a:pt x="54614" y="180716"/>
                </a:lnTo>
                <a:cubicBezTo>
                  <a:pt x="37619" y="171765"/>
                  <a:pt x="24268" y="158973"/>
                  <a:pt x="14561" y="142341"/>
                </a:cubicBezTo>
                <a:cubicBezTo>
                  <a:pt x="4854" y="125709"/>
                  <a:pt x="0" y="107534"/>
                  <a:pt x="0" y="87818"/>
                </a:cubicBezTo>
                <a:cubicBezTo>
                  <a:pt x="0" y="68162"/>
                  <a:pt x="4899" y="50456"/>
                  <a:pt x="14697" y="34701"/>
                </a:cubicBezTo>
                <a:cubicBezTo>
                  <a:pt x="24495" y="18946"/>
                  <a:pt x="37740" y="7379"/>
                  <a:pt x="54433" y="0"/>
                </a:cubicBezTo>
                <a:close/>
                <a:moveTo>
                  <a:pt x="121816" y="18870"/>
                </a:moveTo>
                <a:lnTo>
                  <a:pt x="138871" y="16148"/>
                </a:lnTo>
                <a:cubicBezTo>
                  <a:pt x="138992" y="16390"/>
                  <a:pt x="139053" y="16753"/>
                  <a:pt x="139053" y="17237"/>
                </a:cubicBezTo>
                <a:cubicBezTo>
                  <a:pt x="139053" y="17842"/>
                  <a:pt x="138811" y="18613"/>
                  <a:pt x="138327" y="19550"/>
                </a:cubicBezTo>
                <a:cubicBezTo>
                  <a:pt x="137843" y="20488"/>
                  <a:pt x="137541" y="21229"/>
                  <a:pt x="137420" y="21773"/>
                </a:cubicBezTo>
                <a:cubicBezTo>
                  <a:pt x="137178" y="23466"/>
                  <a:pt x="136860" y="26249"/>
                  <a:pt x="136467" y="30119"/>
                </a:cubicBezTo>
                <a:cubicBezTo>
                  <a:pt x="136074" y="33990"/>
                  <a:pt x="135726" y="37437"/>
                  <a:pt x="135424" y="40462"/>
                </a:cubicBezTo>
                <a:lnTo>
                  <a:pt x="135061" y="44998"/>
                </a:lnTo>
                <a:lnTo>
                  <a:pt x="167176" y="44998"/>
                </a:lnTo>
                <a:lnTo>
                  <a:pt x="167176" y="57880"/>
                </a:lnTo>
                <a:lnTo>
                  <a:pt x="134880" y="57880"/>
                </a:lnTo>
                <a:cubicBezTo>
                  <a:pt x="133670" y="70157"/>
                  <a:pt x="133065" y="82979"/>
                  <a:pt x="133065" y="96346"/>
                </a:cubicBezTo>
                <a:cubicBezTo>
                  <a:pt x="133065" y="100579"/>
                  <a:pt x="133111" y="104178"/>
                  <a:pt x="133201" y="107141"/>
                </a:cubicBezTo>
                <a:cubicBezTo>
                  <a:pt x="133292" y="110105"/>
                  <a:pt x="133368" y="112191"/>
                  <a:pt x="133428" y="113401"/>
                </a:cubicBezTo>
                <a:lnTo>
                  <a:pt x="133610" y="115216"/>
                </a:lnTo>
                <a:cubicBezTo>
                  <a:pt x="134396" y="120659"/>
                  <a:pt x="136316" y="124650"/>
                  <a:pt x="139370" y="127191"/>
                </a:cubicBezTo>
                <a:cubicBezTo>
                  <a:pt x="142425" y="129731"/>
                  <a:pt x="146008" y="131001"/>
                  <a:pt x="150121" y="131001"/>
                </a:cubicBezTo>
                <a:cubicBezTo>
                  <a:pt x="156834" y="131001"/>
                  <a:pt x="164213" y="128037"/>
                  <a:pt x="172257" y="122110"/>
                </a:cubicBezTo>
                <a:lnTo>
                  <a:pt x="177156" y="134448"/>
                </a:lnTo>
                <a:cubicBezTo>
                  <a:pt x="167358" y="141706"/>
                  <a:pt x="156895" y="145335"/>
                  <a:pt x="145766" y="145335"/>
                </a:cubicBezTo>
                <a:cubicBezTo>
                  <a:pt x="135726" y="145335"/>
                  <a:pt x="128227" y="141887"/>
                  <a:pt x="123267" y="134993"/>
                </a:cubicBezTo>
                <a:cubicBezTo>
                  <a:pt x="121453" y="132452"/>
                  <a:pt x="120092" y="129459"/>
                  <a:pt x="119185" y="126011"/>
                </a:cubicBezTo>
                <a:cubicBezTo>
                  <a:pt x="118278" y="122564"/>
                  <a:pt x="117764" y="119721"/>
                  <a:pt x="117643" y="117484"/>
                </a:cubicBezTo>
                <a:cubicBezTo>
                  <a:pt x="117522" y="115246"/>
                  <a:pt x="117461" y="112131"/>
                  <a:pt x="117461" y="108139"/>
                </a:cubicBezTo>
                <a:cubicBezTo>
                  <a:pt x="117461" y="92293"/>
                  <a:pt x="118127" y="75540"/>
                  <a:pt x="119457" y="57880"/>
                </a:cubicBezTo>
                <a:lnTo>
                  <a:pt x="96414" y="57880"/>
                </a:lnTo>
                <a:lnTo>
                  <a:pt x="96595" y="45179"/>
                </a:lnTo>
                <a:lnTo>
                  <a:pt x="120001" y="45179"/>
                </a:lnTo>
                <a:lnTo>
                  <a:pt x="121816" y="18870"/>
                </a:lnTo>
                <a:close/>
                <a:moveTo>
                  <a:pt x="313011" y="36651"/>
                </a:moveTo>
                <a:lnTo>
                  <a:pt x="313011" y="21410"/>
                </a:lnTo>
                <a:lnTo>
                  <a:pt x="404276" y="69311"/>
                </a:lnTo>
                <a:lnTo>
                  <a:pt x="404276" y="79834"/>
                </a:lnTo>
                <a:lnTo>
                  <a:pt x="312466" y="133360"/>
                </a:lnTo>
                <a:lnTo>
                  <a:pt x="312466" y="117211"/>
                </a:lnTo>
                <a:lnTo>
                  <a:pt x="387765" y="74754"/>
                </a:lnTo>
                <a:lnTo>
                  <a:pt x="313011" y="36651"/>
                </a:lnTo>
                <a:close/>
                <a:moveTo>
                  <a:pt x="591116" y="9254"/>
                </a:moveTo>
                <a:lnTo>
                  <a:pt x="591116" y="143702"/>
                </a:lnTo>
                <a:lnTo>
                  <a:pt x="576056" y="143702"/>
                </a:lnTo>
                <a:lnTo>
                  <a:pt x="576056" y="27942"/>
                </a:lnTo>
                <a:lnTo>
                  <a:pt x="549022" y="35925"/>
                </a:lnTo>
                <a:lnTo>
                  <a:pt x="545574" y="27579"/>
                </a:lnTo>
                <a:lnTo>
                  <a:pt x="580592" y="9254"/>
                </a:lnTo>
                <a:lnTo>
                  <a:pt x="591116" y="9254"/>
                </a:lnTo>
                <a:close/>
                <a:moveTo>
                  <a:pt x="654508" y="13608"/>
                </a:moveTo>
                <a:lnTo>
                  <a:pt x="658681" y="181"/>
                </a:lnTo>
                <a:cubicBezTo>
                  <a:pt x="676160" y="8225"/>
                  <a:pt x="690115" y="20352"/>
                  <a:pt x="700548" y="36561"/>
                </a:cubicBezTo>
                <a:cubicBezTo>
                  <a:pt x="710981" y="52769"/>
                  <a:pt x="716198" y="70460"/>
                  <a:pt x="716198" y="89632"/>
                </a:cubicBezTo>
                <a:cubicBezTo>
                  <a:pt x="716198" y="108986"/>
                  <a:pt x="710891" y="126934"/>
                  <a:pt x="700276" y="143475"/>
                </a:cubicBezTo>
                <a:cubicBezTo>
                  <a:pt x="689662" y="160017"/>
                  <a:pt x="675434" y="172551"/>
                  <a:pt x="657592" y="181079"/>
                </a:cubicBezTo>
                <a:lnTo>
                  <a:pt x="653419" y="168015"/>
                </a:lnTo>
                <a:cubicBezTo>
                  <a:pt x="667995" y="160274"/>
                  <a:pt x="679562" y="149417"/>
                  <a:pt x="688120" y="135446"/>
                </a:cubicBezTo>
                <a:cubicBezTo>
                  <a:pt x="696678" y="121475"/>
                  <a:pt x="700957" y="106385"/>
                  <a:pt x="700957" y="90177"/>
                </a:cubicBezTo>
                <a:cubicBezTo>
                  <a:pt x="700957" y="74210"/>
                  <a:pt x="696783" y="59347"/>
                  <a:pt x="688437" y="45587"/>
                </a:cubicBezTo>
                <a:cubicBezTo>
                  <a:pt x="680091" y="31828"/>
                  <a:pt x="668781" y="21168"/>
                  <a:pt x="654508" y="13608"/>
                </a:cubicBezTo>
                <a:close/>
                <a:moveTo>
                  <a:pt x="871830" y="82375"/>
                </a:moveTo>
                <a:lnTo>
                  <a:pt x="876003" y="82375"/>
                </a:lnTo>
                <a:cubicBezTo>
                  <a:pt x="877878" y="82375"/>
                  <a:pt x="879405" y="82329"/>
                  <a:pt x="880584" y="82238"/>
                </a:cubicBezTo>
                <a:cubicBezTo>
                  <a:pt x="881764" y="82148"/>
                  <a:pt x="883336" y="81709"/>
                  <a:pt x="885302" y="80923"/>
                </a:cubicBezTo>
                <a:cubicBezTo>
                  <a:pt x="887268" y="80137"/>
                  <a:pt x="889006" y="78988"/>
                  <a:pt x="890518" y="77476"/>
                </a:cubicBezTo>
                <a:cubicBezTo>
                  <a:pt x="894268" y="73484"/>
                  <a:pt x="896143" y="67436"/>
                  <a:pt x="896143" y="59331"/>
                </a:cubicBezTo>
                <a:cubicBezTo>
                  <a:pt x="896143" y="57578"/>
                  <a:pt x="896052" y="55007"/>
                  <a:pt x="895871" y="51620"/>
                </a:cubicBezTo>
                <a:cubicBezTo>
                  <a:pt x="895690" y="48233"/>
                  <a:pt x="895599" y="45663"/>
                  <a:pt x="895599" y="43909"/>
                </a:cubicBezTo>
                <a:cubicBezTo>
                  <a:pt x="895599" y="31027"/>
                  <a:pt x="899107" y="21350"/>
                  <a:pt x="906122" y="14878"/>
                </a:cubicBezTo>
                <a:cubicBezTo>
                  <a:pt x="909993" y="11310"/>
                  <a:pt x="914423" y="8996"/>
                  <a:pt x="919413" y="7938"/>
                </a:cubicBezTo>
                <a:cubicBezTo>
                  <a:pt x="924403" y="6880"/>
                  <a:pt x="930254" y="6350"/>
                  <a:pt x="936968" y="6350"/>
                </a:cubicBezTo>
                <a:lnTo>
                  <a:pt x="941866" y="6350"/>
                </a:lnTo>
                <a:lnTo>
                  <a:pt x="948398" y="6350"/>
                </a:lnTo>
                <a:lnTo>
                  <a:pt x="948398" y="18689"/>
                </a:lnTo>
                <a:lnTo>
                  <a:pt x="940959" y="18689"/>
                </a:lnTo>
                <a:cubicBezTo>
                  <a:pt x="939871" y="18689"/>
                  <a:pt x="938374" y="18658"/>
                  <a:pt x="936469" y="18598"/>
                </a:cubicBezTo>
                <a:cubicBezTo>
                  <a:pt x="934563" y="18537"/>
                  <a:pt x="933218" y="18507"/>
                  <a:pt x="932431" y="18507"/>
                </a:cubicBezTo>
                <a:cubicBezTo>
                  <a:pt x="926867" y="18507"/>
                  <a:pt x="922452" y="19475"/>
                  <a:pt x="919186" y="21410"/>
                </a:cubicBezTo>
                <a:cubicBezTo>
                  <a:pt x="913380" y="25099"/>
                  <a:pt x="910477" y="31813"/>
                  <a:pt x="910477" y="41550"/>
                </a:cubicBezTo>
                <a:cubicBezTo>
                  <a:pt x="910477" y="43244"/>
                  <a:pt x="910598" y="45738"/>
                  <a:pt x="910840" y="49035"/>
                </a:cubicBezTo>
                <a:cubicBezTo>
                  <a:pt x="911082" y="52331"/>
                  <a:pt x="911203" y="54856"/>
                  <a:pt x="911203" y="56610"/>
                </a:cubicBezTo>
                <a:cubicBezTo>
                  <a:pt x="911203" y="63263"/>
                  <a:pt x="909993" y="69008"/>
                  <a:pt x="907574" y="73847"/>
                </a:cubicBezTo>
                <a:cubicBezTo>
                  <a:pt x="904308" y="80742"/>
                  <a:pt x="899228" y="85580"/>
                  <a:pt x="892333" y="88362"/>
                </a:cubicBezTo>
                <a:cubicBezTo>
                  <a:pt x="894631" y="89148"/>
                  <a:pt x="896763" y="90252"/>
                  <a:pt x="898729" y="91673"/>
                </a:cubicBezTo>
                <a:cubicBezTo>
                  <a:pt x="900694" y="93095"/>
                  <a:pt x="902630" y="95060"/>
                  <a:pt x="904535" y="97570"/>
                </a:cubicBezTo>
                <a:cubicBezTo>
                  <a:pt x="906440" y="100080"/>
                  <a:pt x="907937" y="103407"/>
                  <a:pt x="909025" y="107550"/>
                </a:cubicBezTo>
                <a:cubicBezTo>
                  <a:pt x="910114" y="111693"/>
                  <a:pt x="910658" y="116425"/>
                  <a:pt x="910658" y="121747"/>
                </a:cubicBezTo>
                <a:cubicBezTo>
                  <a:pt x="910658" y="124106"/>
                  <a:pt x="910538" y="127281"/>
                  <a:pt x="910296" y="131273"/>
                </a:cubicBezTo>
                <a:cubicBezTo>
                  <a:pt x="910054" y="135265"/>
                  <a:pt x="909933" y="138138"/>
                  <a:pt x="909933" y="139892"/>
                </a:cubicBezTo>
                <a:cubicBezTo>
                  <a:pt x="909933" y="150536"/>
                  <a:pt x="912896" y="157915"/>
                  <a:pt x="918823" y="162027"/>
                </a:cubicBezTo>
                <a:cubicBezTo>
                  <a:pt x="921061" y="163540"/>
                  <a:pt x="923495" y="164522"/>
                  <a:pt x="926126" y="164976"/>
                </a:cubicBezTo>
                <a:cubicBezTo>
                  <a:pt x="928757" y="165430"/>
                  <a:pt x="932069" y="165656"/>
                  <a:pt x="936060" y="165656"/>
                </a:cubicBezTo>
                <a:lnTo>
                  <a:pt x="940233" y="165656"/>
                </a:lnTo>
                <a:lnTo>
                  <a:pt x="948217" y="165656"/>
                </a:lnTo>
                <a:lnTo>
                  <a:pt x="948217" y="177631"/>
                </a:lnTo>
                <a:lnTo>
                  <a:pt x="940415" y="177631"/>
                </a:lnTo>
                <a:lnTo>
                  <a:pt x="933702" y="177631"/>
                </a:lnTo>
                <a:cubicBezTo>
                  <a:pt x="927351" y="177631"/>
                  <a:pt x="922120" y="177253"/>
                  <a:pt x="918007" y="176497"/>
                </a:cubicBezTo>
                <a:cubicBezTo>
                  <a:pt x="913894" y="175741"/>
                  <a:pt x="910114" y="174003"/>
                  <a:pt x="906667" y="171281"/>
                </a:cubicBezTo>
                <a:cubicBezTo>
                  <a:pt x="898683" y="165112"/>
                  <a:pt x="894692" y="154709"/>
                  <a:pt x="894692" y="140073"/>
                </a:cubicBezTo>
                <a:cubicBezTo>
                  <a:pt x="894692" y="137170"/>
                  <a:pt x="894843" y="133375"/>
                  <a:pt x="895145" y="128688"/>
                </a:cubicBezTo>
                <a:cubicBezTo>
                  <a:pt x="895448" y="124000"/>
                  <a:pt x="895599" y="120598"/>
                  <a:pt x="895599" y="118481"/>
                </a:cubicBezTo>
                <a:cubicBezTo>
                  <a:pt x="895599" y="108986"/>
                  <a:pt x="893663" y="102394"/>
                  <a:pt x="889793" y="98704"/>
                </a:cubicBezTo>
                <a:cubicBezTo>
                  <a:pt x="888402" y="97374"/>
                  <a:pt x="886754" y="96376"/>
                  <a:pt x="884848" y="95711"/>
                </a:cubicBezTo>
                <a:cubicBezTo>
                  <a:pt x="882943" y="95045"/>
                  <a:pt x="881492" y="94682"/>
                  <a:pt x="880494" y="94622"/>
                </a:cubicBezTo>
                <a:cubicBezTo>
                  <a:pt x="879496" y="94561"/>
                  <a:pt x="878059" y="94531"/>
                  <a:pt x="876185" y="94531"/>
                </a:cubicBezTo>
                <a:lnTo>
                  <a:pt x="871830" y="94531"/>
                </a:lnTo>
                <a:lnTo>
                  <a:pt x="871830" y="82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Text 5">
            <a:extLst xmlns:a="http://schemas.openxmlformats.org/drawingml/2006/main">
              <a:ext uri="{FF2B5EF4-FFF2-40B4-BE49-F238E27FC236}">
                <a16:creationId xmlns:a16="http://schemas.microsoft.com/office/drawing/2014/main" id="{78564677-9724-4FC6-BE12-4F591326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89" y="1368587"/>
            <a:ext cx="82193" cy="136444"/>
          </a:xfrm>
          <a:custGeom xmlns:a="http://schemas.openxmlformats.org/drawingml/2006/main">
            <a:pathLst>
              <a:path w="82193" h="136444">
                <a:moveTo>
                  <a:pt x="9072" y="0"/>
                </a:moveTo>
                <a:lnTo>
                  <a:pt x="77113" y="0"/>
                </a:lnTo>
                <a:lnTo>
                  <a:pt x="77113" y="13427"/>
                </a:lnTo>
                <a:lnTo>
                  <a:pt x="21773" y="13427"/>
                </a:lnTo>
                <a:lnTo>
                  <a:pt x="19777" y="52074"/>
                </a:lnTo>
                <a:cubicBezTo>
                  <a:pt x="26551" y="48687"/>
                  <a:pt x="33809" y="46993"/>
                  <a:pt x="41550" y="46993"/>
                </a:cubicBezTo>
                <a:cubicBezTo>
                  <a:pt x="53223" y="46993"/>
                  <a:pt x="62915" y="50970"/>
                  <a:pt x="70626" y="58923"/>
                </a:cubicBezTo>
                <a:cubicBezTo>
                  <a:pt x="78337" y="66876"/>
                  <a:pt x="82193" y="77778"/>
                  <a:pt x="82193" y="91628"/>
                </a:cubicBezTo>
                <a:cubicBezTo>
                  <a:pt x="82193" y="98704"/>
                  <a:pt x="81074" y="105100"/>
                  <a:pt x="78836" y="110816"/>
                </a:cubicBezTo>
                <a:cubicBezTo>
                  <a:pt x="76599" y="116531"/>
                  <a:pt x="73544" y="121248"/>
                  <a:pt x="69674" y="124968"/>
                </a:cubicBezTo>
                <a:cubicBezTo>
                  <a:pt x="65803" y="128688"/>
                  <a:pt x="61312" y="131530"/>
                  <a:pt x="56202" y="133496"/>
                </a:cubicBezTo>
                <a:cubicBezTo>
                  <a:pt x="51091" y="135461"/>
                  <a:pt x="45602" y="136444"/>
                  <a:pt x="39736" y="136444"/>
                </a:cubicBezTo>
                <a:cubicBezTo>
                  <a:pt x="31692" y="136444"/>
                  <a:pt x="24162" y="134645"/>
                  <a:pt x="17146" y="131046"/>
                </a:cubicBezTo>
                <a:cubicBezTo>
                  <a:pt x="10130" y="127448"/>
                  <a:pt x="4415" y="122413"/>
                  <a:pt x="0" y="115941"/>
                </a:cubicBezTo>
                <a:lnTo>
                  <a:pt x="13427" y="105781"/>
                </a:lnTo>
                <a:cubicBezTo>
                  <a:pt x="14092" y="106264"/>
                  <a:pt x="14470" y="107141"/>
                  <a:pt x="14561" y="108411"/>
                </a:cubicBezTo>
                <a:cubicBezTo>
                  <a:pt x="14651" y="109682"/>
                  <a:pt x="14818" y="110498"/>
                  <a:pt x="15060" y="110861"/>
                </a:cubicBezTo>
                <a:cubicBezTo>
                  <a:pt x="15362" y="111405"/>
                  <a:pt x="16103" y="112282"/>
                  <a:pt x="17282" y="113492"/>
                </a:cubicBezTo>
                <a:cubicBezTo>
                  <a:pt x="18462" y="114701"/>
                  <a:pt x="20049" y="116077"/>
                  <a:pt x="22045" y="117620"/>
                </a:cubicBezTo>
                <a:cubicBezTo>
                  <a:pt x="24041" y="119162"/>
                  <a:pt x="26627" y="120508"/>
                  <a:pt x="29802" y="121657"/>
                </a:cubicBezTo>
                <a:cubicBezTo>
                  <a:pt x="32977" y="122806"/>
                  <a:pt x="36228" y="123380"/>
                  <a:pt x="39554" y="123380"/>
                </a:cubicBezTo>
                <a:cubicBezTo>
                  <a:pt x="47114" y="123380"/>
                  <a:pt x="53540" y="120568"/>
                  <a:pt x="58832" y="114943"/>
                </a:cubicBezTo>
                <a:cubicBezTo>
                  <a:pt x="64125" y="109319"/>
                  <a:pt x="66771" y="101547"/>
                  <a:pt x="66771" y="91628"/>
                </a:cubicBezTo>
                <a:cubicBezTo>
                  <a:pt x="66771" y="81467"/>
                  <a:pt x="64079" y="73544"/>
                  <a:pt x="58696" y="67859"/>
                </a:cubicBezTo>
                <a:cubicBezTo>
                  <a:pt x="53314" y="62174"/>
                  <a:pt x="46812" y="59331"/>
                  <a:pt x="39191" y="59331"/>
                </a:cubicBezTo>
                <a:cubicBezTo>
                  <a:pt x="34595" y="59331"/>
                  <a:pt x="30074" y="60435"/>
                  <a:pt x="25629" y="62643"/>
                </a:cubicBezTo>
                <a:cubicBezTo>
                  <a:pt x="21183" y="64850"/>
                  <a:pt x="17358" y="67980"/>
                  <a:pt x="14152" y="72032"/>
                </a:cubicBezTo>
                <a:lnTo>
                  <a:pt x="4536" y="68041"/>
                </a:lnTo>
                <a:lnTo>
                  <a:pt x="9072" y="0"/>
                </a:ln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Text free(p);">
            <a:extLst xmlns:a="http://schemas.openxmlformats.org/drawingml/2006/main">
              <a:ext uri="{FF2B5EF4-FFF2-40B4-BE49-F238E27FC236}">
                <a16:creationId xmlns:a16="http://schemas.microsoft.com/office/drawing/2014/main" id="{FCCCE2DC-11BB-491C-A5A8-EAF707E4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42" y="1358245"/>
            <a:ext cx="831300" cy="181986"/>
          </a:xfrm>
          <a:custGeom xmlns:a="http://schemas.openxmlformats.org/drawingml/2006/main">
            <a:pathLst>
              <a:path w="831300" h="181986">
                <a:moveTo>
                  <a:pt x="60420" y="0"/>
                </a:moveTo>
                <a:cubicBezTo>
                  <a:pt x="73061" y="0"/>
                  <a:pt x="83100" y="4476"/>
                  <a:pt x="90539" y="13427"/>
                </a:cubicBezTo>
                <a:lnTo>
                  <a:pt x="83463" y="27761"/>
                </a:lnTo>
                <a:cubicBezTo>
                  <a:pt x="82375" y="27761"/>
                  <a:pt x="81830" y="27156"/>
                  <a:pt x="81830" y="25946"/>
                </a:cubicBezTo>
                <a:cubicBezTo>
                  <a:pt x="81588" y="24676"/>
                  <a:pt x="81286" y="23829"/>
                  <a:pt x="80923" y="23406"/>
                </a:cubicBezTo>
                <a:cubicBezTo>
                  <a:pt x="78746" y="20080"/>
                  <a:pt x="75797" y="17373"/>
                  <a:pt x="72078" y="15286"/>
                </a:cubicBezTo>
                <a:cubicBezTo>
                  <a:pt x="68358" y="13200"/>
                  <a:pt x="64230" y="12157"/>
                  <a:pt x="59694" y="12157"/>
                </a:cubicBezTo>
                <a:cubicBezTo>
                  <a:pt x="55461" y="12157"/>
                  <a:pt x="51590" y="13094"/>
                  <a:pt x="48082" y="14969"/>
                </a:cubicBezTo>
                <a:cubicBezTo>
                  <a:pt x="44574" y="16844"/>
                  <a:pt x="41792" y="19535"/>
                  <a:pt x="39736" y="23043"/>
                </a:cubicBezTo>
                <a:cubicBezTo>
                  <a:pt x="38647" y="24918"/>
                  <a:pt x="37846" y="27065"/>
                  <a:pt x="37332" y="29484"/>
                </a:cubicBezTo>
                <a:cubicBezTo>
                  <a:pt x="36818" y="31904"/>
                  <a:pt x="36515" y="33915"/>
                  <a:pt x="36424" y="35517"/>
                </a:cubicBezTo>
                <a:cubicBezTo>
                  <a:pt x="36334" y="37120"/>
                  <a:pt x="36288" y="39373"/>
                  <a:pt x="36288" y="42276"/>
                </a:cubicBezTo>
                <a:lnTo>
                  <a:pt x="36288" y="44272"/>
                </a:lnTo>
                <a:lnTo>
                  <a:pt x="36288" y="51892"/>
                </a:lnTo>
                <a:lnTo>
                  <a:pt x="68404" y="51892"/>
                </a:lnTo>
                <a:lnTo>
                  <a:pt x="68404" y="64230"/>
                </a:lnTo>
                <a:lnTo>
                  <a:pt x="36288" y="64230"/>
                </a:lnTo>
                <a:lnTo>
                  <a:pt x="36288" y="144428"/>
                </a:lnTo>
                <a:lnTo>
                  <a:pt x="21410" y="144428"/>
                </a:lnTo>
                <a:lnTo>
                  <a:pt x="21410" y="64230"/>
                </a:lnTo>
                <a:lnTo>
                  <a:pt x="0" y="64230"/>
                </a:lnTo>
                <a:lnTo>
                  <a:pt x="0" y="51892"/>
                </a:lnTo>
                <a:lnTo>
                  <a:pt x="21410" y="51892"/>
                </a:lnTo>
                <a:lnTo>
                  <a:pt x="21410" y="42276"/>
                </a:lnTo>
                <a:cubicBezTo>
                  <a:pt x="21410" y="38647"/>
                  <a:pt x="21486" y="35729"/>
                  <a:pt x="21637" y="33521"/>
                </a:cubicBezTo>
                <a:cubicBezTo>
                  <a:pt x="21788" y="31314"/>
                  <a:pt x="22272" y="28683"/>
                  <a:pt x="23088" y="25629"/>
                </a:cubicBezTo>
                <a:cubicBezTo>
                  <a:pt x="23905" y="22574"/>
                  <a:pt x="25099" y="19777"/>
                  <a:pt x="26672" y="17237"/>
                </a:cubicBezTo>
                <a:cubicBezTo>
                  <a:pt x="30059" y="11794"/>
                  <a:pt x="34776" y="7560"/>
                  <a:pt x="40824" y="4536"/>
                </a:cubicBezTo>
                <a:cubicBezTo>
                  <a:pt x="46872" y="1512"/>
                  <a:pt x="53404" y="0"/>
                  <a:pt x="60420" y="0"/>
                </a:cubicBezTo>
                <a:close/>
                <a:moveTo>
                  <a:pt x="119094" y="46086"/>
                </a:moveTo>
                <a:lnTo>
                  <a:pt x="135242" y="46086"/>
                </a:lnTo>
                <a:lnTo>
                  <a:pt x="134698" y="65138"/>
                </a:lnTo>
                <a:cubicBezTo>
                  <a:pt x="137843" y="58303"/>
                  <a:pt x="142651" y="53026"/>
                  <a:pt x="149123" y="49307"/>
                </a:cubicBezTo>
                <a:cubicBezTo>
                  <a:pt x="155594" y="45587"/>
                  <a:pt x="162580" y="43727"/>
                  <a:pt x="170079" y="43727"/>
                </a:cubicBezTo>
                <a:cubicBezTo>
                  <a:pt x="180663" y="43727"/>
                  <a:pt x="189433" y="47296"/>
                  <a:pt x="196388" y="54433"/>
                </a:cubicBezTo>
                <a:lnTo>
                  <a:pt x="189131" y="69311"/>
                </a:lnTo>
                <a:cubicBezTo>
                  <a:pt x="188526" y="68645"/>
                  <a:pt x="187830" y="67723"/>
                  <a:pt x="187044" y="66544"/>
                </a:cubicBezTo>
                <a:cubicBezTo>
                  <a:pt x="186258" y="65364"/>
                  <a:pt x="185744" y="64654"/>
                  <a:pt x="185502" y="64412"/>
                </a:cubicBezTo>
                <a:cubicBezTo>
                  <a:pt x="181691" y="59573"/>
                  <a:pt x="176248" y="57154"/>
                  <a:pt x="169172" y="57154"/>
                </a:cubicBezTo>
                <a:cubicBezTo>
                  <a:pt x="167176" y="57154"/>
                  <a:pt x="165150" y="57366"/>
                  <a:pt x="163094" y="57789"/>
                </a:cubicBezTo>
                <a:cubicBezTo>
                  <a:pt x="161037" y="58213"/>
                  <a:pt x="158739" y="58969"/>
                  <a:pt x="156199" y="60057"/>
                </a:cubicBezTo>
                <a:cubicBezTo>
                  <a:pt x="153659" y="61146"/>
                  <a:pt x="151119" y="62854"/>
                  <a:pt x="148578" y="65183"/>
                </a:cubicBezTo>
                <a:cubicBezTo>
                  <a:pt x="146038" y="67511"/>
                  <a:pt x="143710" y="70339"/>
                  <a:pt x="141593" y="73665"/>
                </a:cubicBezTo>
                <a:cubicBezTo>
                  <a:pt x="139476" y="76931"/>
                  <a:pt x="137888" y="80091"/>
                  <a:pt x="136830" y="83146"/>
                </a:cubicBezTo>
                <a:cubicBezTo>
                  <a:pt x="135772" y="86200"/>
                  <a:pt x="135152" y="88574"/>
                  <a:pt x="134970" y="90267"/>
                </a:cubicBezTo>
                <a:cubicBezTo>
                  <a:pt x="134789" y="91961"/>
                  <a:pt x="134698" y="94108"/>
                  <a:pt x="134698" y="96708"/>
                </a:cubicBezTo>
                <a:lnTo>
                  <a:pt x="134698" y="144609"/>
                </a:lnTo>
                <a:lnTo>
                  <a:pt x="119094" y="144609"/>
                </a:lnTo>
                <a:lnTo>
                  <a:pt x="119094" y="46086"/>
                </a:lnTo>
                <a:close/>
                <a:moveTo>
                  <a:pt x="264679" y="43727"/>
                </a:moveTo>
                <a:cubicBezTo>
                  <a:pt x="268005" y="43727"/>
                  <a:pt x="271256" y="44090"/>
                  <a:pt x="274431" y="44816"/>
                </a:cubicBezTo>
                <a:cubicBezTo>
                  <a:pt x="277606" y="45542"/>
                  <a:pt x="280782" y="46767"/>
                  <a:pt x="283957" y="48490"/>
                </a:cubicBezTo>
                <a:cubicBezTo>
                  <a:pt x="287132" y="50214"/>
                  <a:pt x="289990" y="52391"/>
                  <a:pt x="292530" y="55022"/>
                </a:cubicBezTo>
                <a:cubicBezTo>
                  <a:pt x="295070" y="57653"/>
                  <a:pt x="297323" y="60995"/>
                  <a:pt x="299289" y="65047"/>
                </a:cubicBezTo>
                <a:cubicBezTo>
                  <a:pt x="301254" y="69099"/>
                  <a:pt x="302661" y="73665"/>
                  <a:pt x="303507" y="78746"/>
                </a:cubicBezTo>
                <a:cubicBezTo>
                  <a:pt x="304233" y="82375"/>
                  <a:pt x="304596" y="86245"/>
                  <a:pt x="304596" y="90358"/>
                </a:cubicBezTo>
                <a:cubicBezTo>
                  <a:pt x="304596" y="93503"/>
                  <a:pt x="304535" y="95862"/>
                  <a:pt x="304414" y="97434"/>
                </a:cubicBezTo>
                <a:lnTo>
                  <a:pt x="234559" y="97434"/>
                </a:lnTo>
                <a:cubicBezTo>
                  <a:pt x="234801" y="103119"/>
                  <a:pt x="235709" y="108170"/>
                  <a:pt x="237281" y="112585"/>
                </a:cubicBezTo>
                <a:cubicBezTo>
                  <a:pt x="238854" y="117000"/>
                  <a:pt x="240774" y="120538"/>
                  <a:pt x="243042" y="123199"/>
                </a:cubicBezTo>
                <a:cubicBezTo>
                  <a:pt x="245310" y="125860"/>
                  <a:pt x="247926" y="128053"/>
                  <a:pt x="250889" y="129776"/>
                </a:cubicBezTo>
                <a:cubicBezTo>
                  <a:pt x="253853" y="131500"/>
                  <a:pt x="256710" y="132679"/>
                  <a:pt x="259462" y="133314"/>
                </a:cubicBezTo>
                <a:cubicBezTo>
                  <a:pt x="262214" y="133949"/>
                  <a:pt x="265042" y="134267"/>
                  <a:pt x="267945" y="134267"/>
                </a:cubicBezTo>
                <a:cubicBezTo>
                  <a:pt x="278105" y="134267"/>
                  <a:pt x="286573" y="130517"/>
                  <a:pt x="293347" y="123018"/>
                </a:cubicBezTo>
                <a:lnTo>
                  <a:pt x="301874" y="131364"/>
                </a:lnTo>
                <a:cubicBezTo>
                  <a:pt x="297762" y="136323"/>
                  <a:pt x="292651" y="140103"/>
                  <a:pt x="286542" y="142704"/>
                </a:cubicBezTo>
                <a:cubicBezTo>
                  <a:pt x="280434" y="145305"/>
                  <a:pt x="273811" y="146605"/>
                  <a:pt x="266675" y="146605"/>
                </a:cubicBezTo>
                <a:cubicBezTo>
                  <a:pt x="260022" y="146605"/>
                  <a:pt x="253838" y="145516"/>
                  <a:pt x="248122" y="143339"/>
                </a:cubicBezTo>
                <a:cubicBezTo>
                  <a:pt x="242407" y="141162"/>
                  <a:pt x="237417" y="138002"/>
                  <a:pt x="233153" y="133859"/>
                </a:cubicBezTo>
                <a:cubicBezTo>
                  <a:pt x="228889" y="129716"/>
                  <a:pt x="225548" y="124439"/>
                  <a:pt x="223129" y="118028"/>
                </a:cubicBezTo>
                <a:cubicBezTo>
                  <a:pt x="220709" y="111617"/>
                  <a:pt x="219500" y="104389"/>
                  <a:pt x="219500" y="96346"/>
                </a:cubicBezTo>
                <a:cubicBezTo>
                  <a:pt x="219500" y="87636"/>
                  <a:pt x="220740" y="79865"/>
                  <a:pt x="223219" y="73030"/>
                </a:cubicBezTo>
                <a:cubicBezTo>
                  <a:pt x="225699" y="66196"/>
                  <a:pt x="229056" y="60692"/>
                  <a:pt x="233289" y="56519"/>
                </a:cubicBezTo>
                <a:cubicBezTo>
                  <a:pt x="237523" y="52346"/>
                  <a:pt x="242301" y="49171"/>
                  <a:pt x="247623" y="46993"/>
                </a:cubicBezTo>
                <a:cubicBezTo>
                  <a:pt x="252946" y="44816"/>
                  <a:pt x="258631" y="43727"/>
                  <a:pt x="264679" y="43727"/>
                </a:cubicBezTo>
                <a:moveTo>
                  <a:pt x="235104" y="85459"/>
                </a:moveTo>
                <a:lnTo>
                  <a:pt x="289173" y="85459"/>
                </a:lnTo>
                <a:cubicBezTo>
                  <a:pt x="289294" y="84733"/>
                  <a:pt x="289355" y="83645"/>
                  <a:pt x="289355" y="82193"/>
                </a:cubicBezTo>
                <a:cubicBezTo>
                  <a:pt x="289355" y="74814"/>
                  <a:pt x="286905" y="68555"/>
                  <a:pt x="282006" y="63414"/>
                </a:cubicBezTo>
                <a:cubicBezTo>
                  <a:pt x="277107" y="58273"/>
                  <a:pt x="270969" y="55703"/>
                  <a:pt x="263590" y="55703"/>
                </a:cubicBezTo>
                <a:cubicBezTo>
                  <a:pt x="260687" y="55703"/>
                  <a:pt x="257829" y="56186"/>
                  <a:pt x="255017" y="57154"/>
                </a:cubicBezTo>
                <a:cubicBezTo>
                  <a:pt x="252205" y="58122"/>
                  <a:pt x="249392" y="59664"/>
                  <a:pt x="246580" y="61781"/>
                </a:cubicBezTo>
                <a:cubicBezTo>
                  <a:pt x="243768" y="63898"/>
                  <a:pt x="241318" y="66997"/>
                  <a:pt x="239232" y="71080"/>
                </a:cubicBezTo>
                <a:cubicBezTo>
                  <a:pt x="237145" y="75162"/>
                  <a:pt x="235769" y="79955"/>
                  <a:pt x="235104" y="85459"/>
                </a:cubicBezTo>
                <a:close/>
                <a:moveTo>
                  <a:pt x="375971" y="43727"/>
                </a:moveTo>
                <a:cubicBezTo>
                  <a:pt x="379297" y="43727"/>
                  <a:pt x="382548" y="44090"/>
                  <a:pt x="385723" y="44816"/>
                </a:cubicBezTo>
                <a:cubicBezTo>
                  <a:pt x="388899" y="45542"/>
                  <a:pt x="392074" y="46767"/>
                  <a:pt x="395249" y="48490"/>
                </a:cubicBezTo>
                <a:cubicBezTo>
                  <a:pt x="398424" y="50214"/>
                  <a:pt x="401282" y="52391"/>
                  <a:pt x="403822" y="55022"/>
                </a:cubicBezTo>
                <a:cubicBezTo>
                  <a:pt x="406362" y="57653"/>
                  <a:pt x="408615" y="60995"/>
                  <a:pt x="410581" y="65047"/>
                </a:cubicBezTo>
                <a:cubicBezTo>
                  <a:pt x="412546" y="69099"/>
                  <a:pt x="413953" y="73665"/>
                  <a:pt x="414799" y="78746"/>
                </a:cubicBezTo>
                <a:cubicBezTo>
                  <a:pt x="415525" y="82375"/>
                  <a:pt x="415888" y="86245"/>
                  <a:pt x="415888" y="90358"/>
                </a:cubicBezTo>
                <a:cubicBezTo>
                  <a:pt x="415888" y="93503"/>
                  <a:pt x="415828" y="95862"/>
                  <a:pt x="415707" y="97434"/>
                </a:cubicBezTo>
                <a:lnTo>
                  <a:pt x="345852" y="97434"/>
                </a:lnTo>
                <a:cubicBezTo>
                  <a:pt x="346093" y="103119"/>
                  <a:pt x="347001" y="108170"/>
                  <a:pt x="348573" y="112585"/>
                </a:cubicBezTo>
                <a:cubicBezTo>
                  <a:pt x="350146" y="117000"/>
                  <a:pt x="352066" y="120538"/>
                  <a:pt x="354334" y="123199"/>
                </a:cubicBezTo>
                <a:cubicBezTo>
                  <a:pt x="356602" y="125860"/>
                  <a:pt x="359218" y="128053"/>
                  <a:pt x="362181" y="129776"/>
                </a:cubicBezTo>
                <a:cubicBezTo>
                  <a:pt x="365145" y="131500"/>
                  <a:pt x="368003" y="132679"/>
                  <a:pt x="370754" y="133314"/>
                </a:cubicBezTo>
                <a:cubicBezTo>
                  <a:pt x="373506" y="133949"/>
                  <a:pt x="376334" y="134267"/>
                  <a:pt x="379237" y="134267"/>
                </a:cubicBezTo>
                <a:cubicBezTo>
                  <a:pt x="389398" y="134267"/>
                  <a:pt x="397865" y="130517"/>
                  <a:pt x="404639" y="123018"/>
                </a:cubicBezTo>
                <a:lnTo>
                  <a:pt x="413166" y="131364"/>
                </a:lnTo>
                <a:cubicBezTo>
                  <a:pt x="409054" y="136323"/>
                  <a:pt x="403943" y="140103"/>
                  <a:pt x="397835" y="142704"/>
                </a:cubicBezTo>
                <a:cubicBezTo>
                  <a:pt x="391726" y="145305"/>
                  <a:pt x="385103" y="146605"/>
                  <a:pt x="377967" y="146605"/>
                </a:cubicBezTo>
                <a:cubicBezTo>
                  <a:pt x="371314" y="146605"/>
                  <a:pt x="365130" y="145516"/>
                  <a:pt x="359414" y="143339"/>
                </a:cubicBezTo>
                <a:cubicBezTo>
                  <a:pt x="353699" y="141162"/>
                  <a:pt x="348709" y="138002"/>
                  <a:pt x="344445" y="133859"/>
                </a:cubicBezTo>
                <a:cubicBezTo>
                  <a:pt x="340181" y="129716"/>
                  <a:pt x="336840" y="124439"/>
                  <a:pt x="334421" y="118028"/>
                </a:cubicBezTo>
                <a:cubicBezTo>
                  <a:pt x="332001" y="111617"/>
                  <a:pt x="330792" y="104389"/>
                  <a:pt x="330792" y="96346"/>
                </a:cubicBezTo>
                <a:cubicBezTo>
                  <a:pt x="330792" y="87636"/>
                  <a:pt x="332032" y="79865"/>
                  <a:pt x="334511" y="73030"/>
                </a:cubicBezTo>
                <a:cubicBezTo>
                  <a:pt x="336991" y="66196"/>
                  <a:pt x="340348" y="60692"/>
                  <a:pt x="344581" y="56519"/>
                </a:cubicBezTo>
                <a:cubicBezTo>
                  <a:pt x="348815" y="52346"/>
                  <a:pt x="353593" y="49171"/>
                  <a:pt x="358915" y="46993"/>
                </a:cubicBezTo>
                <a:cubicBezTo>
                  <a:pt x="364238" y="44816"/>
                  <a:pt x="369923" y="43727"/>
                  <a:pt x="375971" y="43727"/>
                </a:cubicBezTo>
                <a:moveTo>
                  <a:pt x="346396" y="85459"/>
                </a:moveTo>
                <a:lnTo>
                  <a:pt x="400465" y="85459"/>
                </a:lnTo>
                <a:cubicBezTo>
                  <a:pt x="400586" y="84733"/>
                  <a:pt x="400647" y="83645"/>
                  <a:pt x="400647" y="82193"/>
                </a:cubicBezTo>
                <a:cubicBezTo>
                  <a:pt x="400647" y="74814"/>
                  <a:pt x="398197" y="68555"/>
                  <a:pt x="393299" y="63414"/>
                </a:cubicBezTo>
                <a:cubicBezTo>
                  <a:pt x="388400" y="58273"/>
                  <a:pt x="382261" y="55703"/>
                  <a:pt x="374882" y="55703"/>
                </a:cubicBezTo>
                <a:cubicBezTo>
                  <a:pt x="371979" y="55703"/>
                  <a:pt x="369121" y="56186"/>
                  <a:pt x="366309" y="57154"/>
                </a:cubicBezTo>
                <a:cubicBezTo>
                  <a:pt x="363497" y="58122"/>
                  <a:pt x="360684" y="59664"/>
                  <a:pt x="357872" y="61781"/>
                </a:cubicBezTo>
                <a:cubicBezTo>
                  <a:pt x="355060" y="63898"/>
                  <a:pt x="352610" y="66997"/>
                  <a:pt x="350524" y="71080"/>
                </a:cubicBezTo>
                <a:cubicBezTo>
                  <a:pt x="348437" y="75162"/>
                  <a:pt x="347061" y="79955"/>
                  <a:pt x="346396" y="85459"/>
                </a:cubicBezTo>
                <a:close/>
                <a:moveTo>
                  <a:pt x="515931" y="907"/>
                </a:moveTo>
                <a:lnTo>
                  <a:pt x="522463" y="14152"/>
                </a:lnTo>
                <a:cubicBezTo>
                  <a:pt x="521737" y="14515"/>
                  <a:pt x="521132" y="14697"/>
                  <a:pt x="520648" y="14697"/>
                </a:cubicBezTo>
                <a:cubicBezTo>
                  <a:pt x="520346" y="14697"/>
                  <a:pt x="519968" y="14636"/>
                  <a:pt x="519514" y="14515"/>
                </a:cubicBezTo>
                <a:cubicBezTo>
                  <a:pt x="519061" y="14394"/>
                  <a:pt x="518713" y="14334"/>
                  <a:pt x="518471" y="14334"/>
                </a:cubicBezTo>
                <a:cubicBezTo>
                  <a:pt x="517866" y="14334"/>
                  <a:pt x="517201" y="14576"/>
                  <a:pt x="516475" y="15060"/>
                </a:cubicBezTo>
                <a:cubicBezTo>
                  <a:pt x="503895" y="22499"/>
                  <a:pt x="494067" y="32675"/>
                  <a:pt x="486991" y="45587"/>
                </a:cubicBezTo>
                <a:cubicBezTo>
                  <a:pt x="479915" y="58500"/>
                  <a:pt x="476376" y="72637"/>
                  <a:pt x="476376" y="87999"/>
                </a:cubicBezTo>
                <a:cubicBezTo>
                  <a:pt x="476376" y="104813"/>
                  <a:pt x="480534" y="120598"/>
                  <a:pt x="488851" y="135356"/>
                </a:cubicBezTo>
                <a:cubicBezTo>
                  <a:pt x="497167" y="150113"/>
                  <a:pt x="508613" y="161725"/>
                  <a:pt x="523188" y="170192"/>
                </a:cubicBezTo>
                <a:lnTo>
                  <a:pt x="516112" y="181623"/>
                </a:lnTo>
                <a:cubicBezTo>
                  <a:pt x="499117" y="172672"/>
                  <a:pt x="485766" y="159880"/>
                  <a:pt x="476059" y="143248"/>
                </a:cubicBezTo>
                <a:cubicBezTo>
                  <a:pt x="466352" y="126616"/>
                  <a:pt x="461498" y="108442"/>
                  <a:pt x="461498" y="88725"/>
                </a:cubicBezTo>
                <a:cubicBezTo>
                  <a:pt x="461498" y="69069"/>
                  <a:pt x="466397" y="51363"/>
                  <a:pt x="476195" y="35608"/>
                </a:cubicBezTo>
                <a:cubicBezTo>
                  <a:pt x="485993" y="19853"/>
                  <a:pt x="499238" y="8286"/>
                  <a:pt x="515931" y="907"/>
                </a:cubicBezTo>
                <a:close/>
                <a:moveTo>
                  <a:pt x="555735" y="46086"/>
                </a:moveTo>
                <a:lnTo>
                  <a:pt x="571520" y="46086"/>
                </a:lnTo>
                <a:lnTo>
                  <a:pt x="571520" y="61146"/>
                </a:lnTo>
                <a:cubicBezTo>
                  <a:pt x="574907" y="55763"/>
                  <a:pt x="579337" y="51545"/>
                  <a:pt x="584811" y="48490"/>
                </a:cubicBezTo>
                <a:cubicBezTo>
                  <a:pt x="590284" y="45436"/>
                  <a:pt x="596196" y="43909"/>
                  <a:pt x="602547" y="43909"/>
                </a:cubicBezTo>
                <a:cubicBezTo>
                  <a:pt x="607506" y="43909"/>
                  <a:pt x="612299" y="44922"/>
                  <a:pt x="616926" y="46948"/>
                </a:cubicBezTo>
                <a:cubicBezTo>
                  <a:pt x="621553" y="48974"/>
                  <a:pt x="625802" y="51953"/>
                  <a:pt x="629672" y="55884"/>
                </a:cubicBezTo>
                <a:cubicBezTo>
                  <a:pt x="633543" y="59815"/>
                  <a:pt x="636643" y="65062"/>
                  <a:pt x="638971" y="71624"/>
                </a:cubicBezTo>
                <a:cubicBezTo>
                  <a:pt x="641300" y="78186"/>
                  <a:pt x="642464" y="85641"/>
                  <a:pt x="642464" y="93987"/>
                </a:cubicBezTo>
                <a:cubicBezTo>
                  <a:pt x="642464" y="102696"/>
                  <a:pt x="641269" y="110513"/>
                  <a:pt x="638880" y="117438"/>
                </a:cubicBezTo>
                <a:cubicBezTo>
                  <a:pt x="636491" y="124363"/>
                  <a:pt x="633316" y="129927"/>
                  <a:pt x="629355" y="134131"/>
                </a:cubicBezTo>
                <a:cubicBezTo>
                  <a:pt x="625393" y="138334"/>
                  <a:pt x="621024" y="141525"/>
                  <a:pt x="616246" y="143702"/>
                </a:cubicBezTo>
                <a:cubicBezTo>
                  <a:pt x="611468" y="145879"/>
                  <a:pt x="606478" y="146968"/>
                  <a:pt x="601277" y="146968"/>
                </a:cubicBezTo>
                <a:cubicBezTo>
                  <a:pt x="595350" y="146968"/>
                  <a:pt x="589755" y="145577"/>
                  <a:pt x="584493" y="142795"/>
                </a:cubicBezTo>
                <a:cubicBezTo>
                  <a:pt x="579231" y="140013"/>
                  <a:pt x="574968" y="136202"/>
                  <a:pt x="571702" y="131364"/>
                </a:cubicBezTo>
                <a:lnTo>
                  <a:pt x="571702" y="180353"/>
                </a:lnTo>
                <a:lnTo>
                  <a:pt x="555916" y="180353"/>
                </a:lnTo>
                <a:lnTo>
                  <a:pt x="555735" y="46086"/>
                </a:lnTo>
                <a:moveTo>
                  <a:pt x="596922" y="57154"/>
                </a:moveTo>
                <a:cubicBezTo>
                  <a:pt x="591842" y="57154"/>
                  <a:pt x="587215" y="58439"/>
                  <a:pt x="583042" y="61010"/>
                </a:cubicBezTo>
                <a:cubicBezTo>
                  <a:pt x="578869" y="63580"/>
                  <a:pt x="575875" y="67073"/>
                  <a:pt x="574060" y="71488"/>
                </a:cubicBezTo>
                <a:cubicBezTo>
                  <a:pt x="572367" y="75419"/>
                  <a:pt x="571520" y="81830"/>
                  <a:pt x="571520" y="90721"/>
                </a:cubicBezTo>
                <a:cubicBezTo>
                  <a:pt x="571520" y="99188"/>
                  <a:pt x="571656" y="105372"/>
                  <a:pt x="571928" y="109273"/>
                </a:cubicBezTo>
                <a:cubicBezTo>
                  <a:pt x="572201" y="113174"/>
                  <a:pt x="572972" y="116667"/>
                  <a:pt x="574242" y="119752"/>
                </a:cubicBezTo>
                <a:cubicBezTo>
                  <a:pt x="576177" y="124046"/>
                  <a:pt x="579216" y="127387"/>
                  <a:pt x="583359" y="129776"/>
                </a:cubicBezTo>
                <a:cubicBezTo>
                  <a:pt x="587502" y="132165"/>
                  <a:pt x="591963" y="133360"/>
                  <a:pt x="596741" y="133360"/>
                </a:cubicBezTo>
                <a:cubicBezTo>
                  <a:pt x="598918" y="133360"/>
                  <a:pt x="601141" y="133118"/>
                  <a:pt x="603409" y="132634"/>
                </a:cubicBezTo>
                <a:cubicBezTo>
                  <a:pt x="605677" y="132150"/>
                  <a:pt x="608232" y="131122"/>
                  <a:pt x="611075" y="129549"/>
                </a:cubicBezTo>
                <a:cubicBezTo>
                  <a:pt x="613917" y="127977"/>
                  <a:pt x="616427" y="125951"/>
                  <a:pt x="618604" y="123471"/>
                </a:cubicBezTo>
                <a:cubicBezTo>
                  <a:pt x="620782" y="120991"/>
                  <a:pt x="622611" y="117499"/>
                  <a:pt x="624093" y="112993"/>
                </a:cubicBezTo>
                <a:cubicBezTo>
                  <a:pt x="625575" y="108487"/>
                  <a:pt x="626316" y="103301"/>
                  <a:pt x="626316" y="97434"/>
                </a:cubicBezTo>
                <a:cubicBezTo>
                  <a:pt x="626316" y="90600"/>
                  <a:pt x="625545" y="84612"/>
                  <a:pt x="624002" y="79471"/>
                </a:cubicBezTo>
                <a:cubicBezTo>
                  <a:pt x="622460" y="74331"/>
                  <a:pt x="620615" y="70399"/>
                  <a:pt x="618468" y="67678"/>
                </a:cubicBezTo>
                <a:cubicBezTo>
                  <a:pt x="616321" y="64956"/>
                  <a:pt x="613796" y="62749"/>
                  <a:pt x="610893" y="61055"/>
                </a:cubicBezTo>
                <a:cubicBezTo>
                  <a:pt x="607990" y="59362"/>
                  <a:pt x="605465" y="58288"/>
                  <a:pt x="603318" y="57835"/>
                </a:cubicBezTo>
                <a:cubicBezTo>
                  <a:pt x="601171" y="57381"/>
                  <a:pt x="599039" y="57154"/>
                  <a:pt x="596922" y="57154"/>
                </a:cubicBezTo>
                <a:close/>
                <a:moveTo>
                  <a:pt x="670837" y="14515"/>
                </a:moveTo>
                <a:lnTo>
                  <a:pt x="675010" y="1089"/>
                </a:lnTo>
                <a:cubicBezTo>
                  <a:pt x="692489" y="9133"/>
                  <a:pt x="706445" y="21259"/>
                  <a:pt x="716878" y="37468"/>
                </a:cubicBezTo>
                <a:cubicBezTo>
                  <a:pt x="727311" y="53677"/>
                  <a:pt x="732527" y="71367"/>
                  <a:pt x="732527" y="90539"/>
                </a:cubicBezTo>
                <a:cubicBezTo>
                  <a:pt x="732527" y="109893"/>
                  <a:pt x="727220" y="127841"/>
                  <a:pt x="716606" y="144382"/>
                </a:cubicBezTo>
                <a:cubicBezTo>
                  <a:pt x="705992" y="160924"/>
                  <a:pt x="691764" y="173458"/>
                  <a:pt x="673922" y="181986"/>
                </a:cubicBezTo>
                <a:lnTo>
                  <a:pt x="669749" y="168922"/>
                </a:lnTo>
                <a:cubicBezTo>
                  <a:pt x="684324" y="161181"/>
                  <a:pt x="695891" y="150325"/>
                  <a:pt x="704449" y="136353"/>
                </a:cubicBezTo>
                <a:cubicBezTo>
                  <a:pt x="713007" y="122382"/>
                  <a:pt x="717286" y="107293"/>
                  <a:pt x="717286" y="91084"/>
                </a:cubicBezTo>
                <a:cubicBezTo>
                  <a:pt x="717286" y="75117"/>
                  <a:pt x="713113" y="60254"/>
                  <a:pt x="704767" y="46494"/>
                </a:cubicBezTo>
                <a:cubicBezTo>
                  <a:pt x="696421" y="32735"/>
                  <a:pt x="685111" y="22075"/>
                  <a:pt x="670837" y="14515"/>
                </a:cubicBezTo>
                <a:close/>
                <a:moveTo>
                  <a:pt x="831300" y="140254"/>
                </a:moveTo>
                <a:cubicBezTo>
                  <a:pt x="831300" y="151806"/>
                  <a:pt x="823680" y="165293"/>
                  <a:pt x="808438" y="180716"/>
                </a:cubicBezTo>
                <a:lnTo>
                  <a:pt x="800999" y="174184"/>
                </a:lnTo>
                <a:cubicBezTo>
                  <a:pt x="804568" y="170858"/>
                  <a:pt x="808136" y="166382"/>
                  <a:pt x="811704" y="160757"/>
                </a:cubicBezTo>
                <a:cubicBezTo>
                  <a:pt x="813882" y="157129"/>
                  <a:pt x="814970" y="154165"/>
                  <a:pt x="814970" y="151867"/>
                </a:cubicBezTo>
                <a:cubicBezTo>
                  <a:pt x="814970" y="149024"/>
                  <a:pt x="813277" y="146424"/>
                  <a:pt x="809890" y="144065"/>
                </a:cubicBezTo>
                <a:lnTo>
                  <a:pt x="809255" y="143611"/>
                </a:lnTo>
                <a:cubicBezTo>
                  <a:pt x="808832" y="143309"/>
                  <a:pt x="808544" y="143112"/>
                  <a:pt x="808393" y="143021"/>
                </a:cubicBezTo>
                <a:cubicBezTo>
                  <a:pt x="808242" y="142931"/>
                  <a:pt x="807955" y="142719"/>
                  <a:pt x="807531" y="142386"/>
                </a:cubicBezTo>
                <a:cubicBezTo>
                  <a:pt x="807108" y="142054"/>
                  <a:pt x="806805" y="141767"/>
                  <a:pt x="806624" y="141525"/>
                </a:cubicBezTo>
                <a:cubicBezTo>
                  <a:pt x="806443" y="141283"/>
                  <a:pt x="806170" y="140965"/>
                  <a:pt x="805807" y="140572"/>
                </a:cubicBezTo>
                <a:cubicBezTo>
                  <a:pt x="805445" y="140179"/>
                  <a:pt x="805188" y="139786"/>
                  <a:pt x="805036" y="139393"/>
                </a:cubicBezTo>
                <a:cubicBezTo>
                  <a:pt x="804885" y="139000"/>
                  <a:pt x="804704" y="138546"/>
                  <a:pt x="804492" y="138032"/>
                </a:cubicBezTo>
                <a:cubicBezTo>
                  <a:pt x="804280" y="137518"/>
                  <a:pt x="804129" y="136973"/>
                  <a:pt x="804038" y="136399"/>
                </a:cubicBezTo>
                <a:cubicBezTo>
                  <a:pt x="803948" y="135824"/>
                  <a:pt x="803902" y="135235"/>
                  <a:pt x="803902" y="134630"/>
                </a:cubicBezTo>
                <a:cubicBezTo>
                  <a:pt x="803902" y="131303"/>
                  <a:pt x="805097" y="128415"/>
                  <a:pt x="807486" y="125966"/>
                </a:cubicBezTo>
                <a:cubicBezTo>
                  <a:pt x="809875" y="123516"/>
                  <a:pt x="812793" y="122292"/>
                  <a:pt x="816240" y="122292"/>
                </a:cubicBezTo>
                <a:cubicBezTo>
                  <a:pt x="820232" y="122292"/>
                  <a:pt x="823740" y="123955"/>
                  <a:pt x="826764" y="127281"/>
                </a:cubicBezTo>
                <a:cubicBezTo>
                  <a:pt x="829788" y="130608"/>
                  <a:pt x="831300" y="134932"/>
                  <a:pt x="831300" y="140254"/>
                </a:cubicBezTo>
                <a:moveTo>
                  <a:pt x="825857" y="56973"/>
                </a:moveTo>
                <a:cubicBezTo>
                  <a:pt x="828397" y="59392"/>
                  <a:pt x="829667" y="62295"/>
                  <a:pt x="829667" y="65682"/>
                </a:cubicBezTo>
                <a:cubicBezTo>
                  <a:pt x="829667" y="69069"/>
                  <a:pt x="828397" y="71972"/>
                  <a:pt x="825857" y="74391"/>
                </a:cubicBezTo>
                <a:cubicBezTo>
                  <a:pt x="823317" y="76810"/>
                  <a:pt x="820293" y="78020"/>
                  <a:pt x="816785" y="78020"/>
                </a:cubicBezTo>
                <a:cubicBezTo>
                  <a:pt x="813277" y="78020"/>
                  <a:pt x="810283" y="76810"/>
                  <a:pt x="807803" y="74391"/>
                </a:cubicBezTo>
                <a:cubicBezTo>
                  <a:pt x="805324" y="71972"/>
                  <a:pt x="804084" y="69069"/>
                  <a:pt x="804084" y="65682"/>
                </a:cubicBezTo>
                <a:cubicBezTo>
                  <a:pt x="804084" y="62295"/>
                  <a:pt x="805324" y="59392"/>
                  <a:pt x="807803" y="56973"/>
                </a:cubicBezTo>
                <a:cubicBezTo>
                  <a:pt x="810283" y="54553"/>
                  <a:pt x="813277" y="53344"/>
                  <a:pt x="816785" y="53344"/>
                </a:cubicBezTo>
                <a:cubicBezTo>
                  <a:pt x="820293" y="53344"/>
                  <a:pt x="823317" y="54553"/>
                  <a:pt x="825857" y="569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Text 6">
            <a:extLst xmlns:a="http://schemas.openxmlformats.org/drawingml/2006/main">
              <a:ext uri="{FF2B5EF4-FFF2-40B4-BE49-F238E27FC236}">
                <a16:creationId xmlns:a16="http://schemas.microsoft.com/office/drawing/2014/main" id="{B8FA6EC2-CFB5-4E3A-BA13-24E5FE4E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15" y="1599213"/>
            <a:ext cx="80016" cy="137896"/>
          </a:xfrm>
          <a:custGeom xmlns:a="http://schemas.openxmlformats.org/drawingml/2006/main">
            <a:pathLst>
              <a:path w="80016" h="137896">
                <a:moveTo>
                  <a:pt x="47356" y="0"/>
                </a:moveTo>
                <a:cubicBezTo>
                  <a:pt x="52739" y="0"/>
                  <a:pt x="58016" y="1089"/>
                  <a:pt x="63187" y="3266"/>
                </a:cubicBezTo>
                <a:cubicBezTo>
                  <a:pt x="68358" y="5443"/>
                  <a:pt x="72879" y="8467"/>
                  <a:pt x="76750" y="12338"/>
                </a:cubicBezTo>
                <a:lnTo>
                  <a:pt x="66408" y="23950"/>
                </a:lnTo>
                <a:cubicBezTo>
                  <a:pt x="65682" y="23406"/>
                  <a:pt x="65032" y="22529"/>
                  <a:pt x="64457" y="21319"/>
                </a:cubicBezTo>
                <a:cubicBezTo>
                  <a:pt x="63883" y="20110"/>
                  <a:pt x="63444" y="19354"/>
                  <a:pt x="63142" y="19051"/>
                </a:cubicBezTo>
                <a:cubicBezTo>
                  <a:pt x="62597" y="18507"/>
                  <a:pt x="61766" y="17872"/>
                  <a:pt x="60647" y="17146"/>
                </a:cubicBezTo>
                <a:cubicBezTo>
                  <a:pt x="59528" y="16420"/>
                  <a:pt x="57698" y="15619"/>
                  <a:pt x="55158" y="14742"/>
                </a:cubicBezTo>
                <a:cubicBezTo>
                  <a:pt x="52618" y="13865"/>
                  <a:pt x="50017" y="13427"/>
                  <a:pt x="47356" y="13427"/>
                </a:cubicBezTo>
                <a:cubicBezTo>
                  <a:pt x="45784" y="13427"/>
                  <a:pt x="44181" y="13578"/>
                  <a:pt x="42548" y="13880"/>
                </a:cubicBezTo>
                <a:cubicBezTo>
                  <a:pt x="40915" y="14183"/>
                  <a:pt x="39025" y="14803"/>
                  <a:pt x="36878" y="15740"/>
                </a:cubicBezTo>
                <a:cubicBezTo>
                  <a:pt x="34731" y="16678"/>
                  <a:pt x="32690" y="17887"/>
                  <a:pt x="30754" y="19369"/>
                </a:cubicBezTo>
                <a:cubicBezTo>
                  <a:pt x="28819" y="20851"/>
                  <a:pt x="26884" y="22937"/>
                  <a:pt x="24948" y="25629"/>
                </a:cubicBezTo>
                <a:cubicBezTo>
                  <a:pt x="23013" y="28320"/>
                  <a:pt x="21335" y="31420"/>
                  <a:pt x="19913" y="34928"/>
                </a:cubicBezTo>
                <a:cubicBezTo>
                  <a:pt x="18492" y="38435"/>
                  <a:pt x="17328" y="42805"/>
                  <a:pt x="16420" y="48037"/>
                </a:cubicBezTo>
                <a:cubicBezTo>
                  <a:pt x="15513" y="53268"/>
                  <a:pt x="14999" y="59029"/>
                  <a:pt x="14878" y="65319"/>
                </a:cubicBezTo>
                <a:cubicBezTo>
                  <a:pt x="17902" y="60299"/>
                  <a:pt x="21939" y="56353"/>
                  <a:pt x="26989" y="53480"/>
                </a:cubicBezTo>
                <a:cubicBezTo>
                  <a:pt x="32040" y="50607"/>
                  <a:pt x="37498" y="49171"/>
                  <a:pt x="43365" y="49171"/>
                </a:cubicBezTo>
                <a:cubicBezTo>
                  <a:pt x="48143" y="49171"/>
                  <a:pt x="52709" y="50154"/>
                  <a:pt x="57063" y="52119"/>
                </a:cubicBezTo>
                <a:cubicBezTo>
                  <a:pt x="61418" y="54085"/>
                  <a:pt x="65304" y="56882"/>
                  <a:pt x="68721" y="60511"/>
                </a:cubicBezTo>
                <a:cubicBezTo>
                  <a:pt x="72138" y="64140"/>
                  <a:pt x="74875" y="68751"/>
                  <a:pt x="76931" y="74346"/>
                </a:cubicBezTo>
                <a:cubicBezTo>
                  <a:pt x="78988" y="79940"/>
                  <a:pt x="80016" y="86124"/>
                  <a:pt x="80016" y="92898"/>
                </a:cubicBezTo>
                <a:cubicBezTo>
                  <a:pt x="80016" y="106385"/>
                  <a:pt x="76311" y="117257"/>
                  <a:pt x="68903" y="125512"/>
                </a:cubicBezTo>
                <a:cubicBezTo>
                  <a:pt x="61494" y="133768"/>
                  <a:pt x="52497" y="137896"/>
                  <a:pt x="41913" y="137896"/>
                </a:cubicBezTo>
                <a:cubicBezTo>
                  <a:pt x="35684" y="137896"/>
                  <a:pt x="29756" y="136384"/>
                  <a:pt x="24132" y="133360"/>
                </a:cubicBezTo>
                <a:cubicBezTo>
                  <a:pt x="18507" y="130336"/>
                  <a:pt x="13790" y="125921"/>
                  <a:pt x="9979" y="120114"/>
                </a:cubicBezTo>
                <a:cubicBezTo>
                  <a:pt x="6109" y="114127"/>
                  <a:pt x="3478" y="107383"/>
                  <a:pt x="2087" y="99884"/>
                </a:cubicBezTo>
                <a:cubicBezTo>
                  <a:pt x="696" y="92384"/>
                  <a:pt x="0" y="83947"/>
                  <a:pt x="0" y="74573"/>
                </a:cubicBezTo>
                <a:cubicBezTo>
                  <a:pt x="0" y="57698"/>
                  <a:pt x="1935" y="43969"/>
                  <a:pt x="5806" y="33385"/>
                </a:cubicBezTo>
                <a:cubicBezTo>
                  <a:pt x="9677" y="22317"/>
                  <a:pt x="15407" y="13986"/>
                  <a:pt x="22998" y="8392"/>
                </a:cubicBezTo>
                <a:cubicBezTo>
                  <a:pt x="30588" y="2797"/>
                  <a:pt x="38708" y="0"/>
                  <a:pt x="47356" y="0"/>
                </a:cubicBezTo>
                <a:moveTo>
                  <a:pt x="41913" y="62416"/>
                </a:moveTo>
                <a:cubicBezTo>
                  <a:pt x="37014" y="62416"/>
                  <a:pt x="32176" y="64049"/>
                  <a:pt x="27398" y="67315"/>
                </a:cubicBezTo>
                <a:cubicBezTo>
                  <a:pt x="22620" y="70581"/>
                  <a:pt x="18689" y="74935"/>
                  <a:pt x="15604" y="80379"/>
                </a:cubicBezTo>
                <a:cubicBezTo>
                  <a:pt x="15483" y="81467"/>
                  <a:pt x="15423" y="83100"/>
                  <a:pt x="15423" y="85278"/>
                </a:cubicBezTo>
                <a:cubicBezTo>
                  <a:pt x="15423" y="96467"/>
                  <a:pt x="18023" y="105826"/>
                  <a:pt x="23225" y="113356"/>
                </a:cubicBezTo>
                <a:cubicBezTo>
                  <a:pt x="28426" y="120886"/>
                  <a:pt x="34837" y="124650"/>
                  <a:pt x="42457" y="124650"/>
                </a:cubicBezTo>
                <a:cubicBezTo>
                  <a:pt x="48687" y="124650"/>
                  <a:pt x="54085" y="121989"/>
                  <a:pt x="58651" y="116667"/>
                </a:cubicBezTo>
                <a:cubicBezTo>
                  <a:pt x="63217" y="111345"/>
                  <a:pt x="65500" y="103785"/>
                  <a:pt x="65500" y="93987"/>
                </a:cubicBezTo>
                <a:cubicBezTo>
                  <a:pt x="65500" y="88423"/>
                  <a:pt x="64790" y="83524"/>
                  <a:pt x="63369" y="79290"/>
                </a:cubicBezTo>
                <a:cubicBezTo>
                  <a:pt x="61947" y="75056"/>
                  <a:pt x="60057" y="71760"/>
                  <a:pt x="57698" y="69401"/>
                </a:cubicBezTo>
                <a:cubicBezTo>
                  <a:pt x="55340" y="67043"/>
                  <a:pt x="52830" y="65289"/>
                  <a:pt x="50169" y="64140"/>
                </a:cubicBezTo>
                <a:cubicBezTo>
                  <a:pt x="47508" y="62991"/>
                  <a:pt x="44756" y="62416"/>
                  <a:pt x="41913" y="62416"/>
                </a:cubicBez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Text if">
            <a:extLst xmlns:a="http://schemas.openxmlformats.org/drawingml/2006/main">
              <a:ext uri="{FF2B5EF4-FFF2-40B4-BE49-F238E27FC236}">
                <a16:creationId xmlns:a16="http://schemas.microsoft.com/office/drawing/2014/main" id="{ED3562D0-F353-4645-AF15-963BCE0B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297" y="1590504"/>
            <a:ext cx="199836" cy="144428"/>
          </a:xfrm>
          <a:custGeom xmlns:a="http://schemas.openxmlformats.org/drawingml/2006/main">
            <a:pathLst>
              <a:path w="199836" h="144428">
                <a:moveTo>
                  <a:pt x="1270" y="64230"/>
                </a:moveTo>
                <a:lnTo>
                  <a:pt x="1270" y="45905"/>
                </a:lnTo>
                <a:lnTo>
                  <a:pt x="46268" y="45905"/>
                </a:lnTo>
                <a:lnTo>
                  <a:pt x="46268" y="126465"/>
                </a:lnTo>
                <a:lnTo>
                  <a:pt x="69311" y="126465"/>
                </a:lnTo>
                <a:lnTo>
                  <a:pt x="69311" y="144428"/>
                </a:lnTo>
                <a:lnTo>
                  <a:pt x="0" y="144428"/>
                </a:lnTo>
                <a:lnTo>
                  <a:pt x="0" y="126465"/>
                </a:lnTo>
                <a:lnTo>
                  <a:pt x="25039" y="126465"/>
                </a:lnTo>
                <a:lnTo>
                  <a:pt x="25039" y="64230"/>
                </a:lnTo>
                <a:lnTo>
                  <a:pt x="1270" y="64230"/>
                </a:lnTo>
                <a:moveTo>
                  <a:pt x="26173" y="26808"/>
                </a:moveTo>
                <a:cubicBezTo>
                  <a:pt x="23482" y="24117"/>
                  <a:pt x="22136" y="20866"/>
                  <a:pt x="22136" y="17056"/>
                </a:cubicBezTo>
                <a:cubicBezTo>
                  <a:pt x="22136" y="13245"/>
                  <a:pt x="23482" y="9994"/>
                  <a:pt x="26173" y="7303"/>
                </a:cubicBezTo>
                <a:cubicBezTo>
                  <a:pt x="28864" y="4612"/>
                  <a:pt x="32115" y="3266"/>
                  <a:pt x="35925" y="3266"/>
                </a:cubicBezTo>
                <a:cubicBezTo>
                  <a:pt x="39736" y="3266"/>
                  <a:pt x="43017" y="4612"/>
                  <a:pt x="45769" y="7303"/>
                </a:cubicBezTo>
                <a:cubicBezTo>
                  <a:pt x="48521" y="9994"/>
                  <a:pt x="49896" y="13245"/>
                  <a:pt x="49896" y="17056"/>
                </a:cubicBezTo>
                <a:cubicBezTo>
                  <a:pt x="49896" y="20866"/>
                  <a:pt x="48521" y="24117"/>
                  <a:pt x="45769" y="26808"/>
                </a:cubicBezTo>
                <a:cubicBezTo>
                  <a:pt x="43017" y="29499"/>
                  <a:pt x="39736" y="30845"/>
                  <a:pt x="35925" y="30845"/>
                </a:cubicBezTo>
                <a:cubicBezTo>
                  <a:pt x="32115" y="30845"/>
                  <a:pt x="28864" y="29499"/>
                  <a:pt x="26173" y="26808"/>
                </a:cubicBezTo>
                <a:close/>
                <a:moveTo>
                  <a:pt x="130343" y="18507"/>
                </a:moveTo>
                <a:cubicBezTo>
                  <a:pt x="133972" y="12580"/>
                  <a:pt x="139022" y="8014"/>
                  <a:pt x="145494" y="4808"/>
                </a:cubicBezTo>
                <a:cubicBezTo>
                  <a:pt x="151965" y="1603"/>
                  <a:pt x="158951" y="0"/>
                  <a:pt x="166450" y="0"/>
                </a:cubicBezTo>
                <a:cubicBezTo>
                  <a:pt x="173043" y="0"/>
                  <a:pt x="179121" y="1255"/>
                  <a:pt x="184685" y="3765"/>
                </a:cubicBezTo>
                <a:cubicBezTo>
                  <a:pt x="190249" y="6275"/>
                  <a:pt x="194937" y="9858"/>
                  <a:pt x="198747" y="14515"/>
                </a:cubicBezTo>
                <a:lnTo>
                  <a:pt x="199836" y="15785"/>
                </a:lnTo>
                <a:lnTo>
                  <a:pt x="191126" y="33385"/>
                </a:lnTo>
                <a:lnTo>
                  <a:pt x="189493" y="33385"/>
                </a:lnTo>
                <a:cubicBezTo>
                  <a:pt x="188405" y="33385"/>
                  <a:pt x="187392" y="32947"/>
                  <a:pt x="186454" y="32070"/>
                </a:cubicBezTo>
                <a:cubicBezTo>
                  <a:pt x="185517" y="31193"/>
                  <a:pt x="185018" y="30119"/>
                  <a:pt x="184957" y="28849"/>
                </a:cubicBezTo>
                <a:lnTo>
                  <a:pt x="184957" y="28123"/>
                </a:lnTo>
                <a:lnTo>
                  <a:pt x="184776" y="27942"/>
                </a:lnTo>
                <a:lnTo>
                  <a:pt x="184776" y="27761"/>
                </a:lnTo>
                <a:cubicBezTo>
                  <a:pt x="182841" y="24797"/>
                  <a:pt x="180210" y="22393"/>
                  <a:pt x="176883" y="20548"/>
                </a:cubicBezTo>
                <a:cubicBezTo>
                  <a:pt x="173557" y="18704"/>
                  <a:pt x="169837" y="17781"/>
                  <a:pt x="165725" y="17781"/>
                </a:cubicBezTo>
                <a:cubicBezTo>
                  <a:pt x="161975" y="17781"/>
                  <a:pt x="158527" y="18583"/>
                  <a:pt x="155382" y="20185"/>
                </a:cubicBezTo>
                <a:cubicBezTo>
                  <a:pt x="152237" y="21788"/>
                  <a:pt x="149818" y="24132"/>
                  <a:pt x="148125" y="27216"/>
                </a:cubicBezTo>
                <a:cubicBezTo>
                  <a:pt x="146068" y="30845"/>
                  <a:pt x="145040" y="36833"/>
                  <a:pt x="145040" y="45179"/>
                </a:cubicBezTo>
                <a:lnTo>
                  <a:pt x="145040" y="46993"/>
                </a:lnTo>
                <a:lnTo>
                  <a:pt x="145040" y="51711"/>
                </a:lnTo>
                <a:lnTo>
                  <a:pt x="177155" y="51711"/>
                </a:lnTo>
                <a:lnTo>
                  <a:pt x="177155" y="68585"/>
                </a:lnTo>
                <a:lnTo>
                  <a:pt x="145040" y="68585"/>
                </a:lnTo>
                <a:lnTo>
                  <a:pt x="145040" y="144428"/>
                </a:lnTo>
                <a:lnTo>
                  <a:pt x="124537" y="144428"/>
                </a:lnTo>
                <a:lnTo>
                  <a:pt x="124537" y="68404"/>
                </a:lnTo>
                <a:lnTo>
                  <a:pt x="103309" y="68404"/>
                </a:lnTo>
                <a:lnTo>
                  <a:pt x="103309" y="51529"/>
                </a:lnTo>
                <a:lnTo>
                  <a:pt x="124537" y="51529"/>
                </a:lnTo>
                <a:lnTo>
                  <a:pt x="124537" y="44998"/>
                </a:lnTo>
                <a:cubicBezTo>
                  <a:pt x="124537" y="39494"/>
                  <a:pt x="124900" y="34701"/>
                  <a:pt x="125626" y="30618"/>
                </a:cubicBezTo>
                <a:cubicBezTo>
                  <a:pt x="126352" y="26536"/>
                  <a:pt x="127924" y="22499"/>
                  <a:pt x="130343" y="18507"/>
                </a:cubicBezTo>
                <a:close/>
              </a:path>
            </a:pathLst>
          </a:custGeom>
          <a:solidFill xmlns:a="http://schemas.openxmlformats.org/drawingml/2006/main">
            <a:srgbClr val="00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Text (t&lt;3)">
            <a:extLst xmlns:a="http://schemas.openxmlformats.org/drawingml/2006/main">
              <a:ext uri="{FF2B5EF4-FFF2-40B4-BE49-F238E27FC236}">
                <a16:creationId xmlns:a16="http://schemas.microsoft.com/office/drawing/2014/main" id="{052ABC9E-A49D-46C8-A567-AB943475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219" y="1591411"/>
            <a:ext cx="716198" cy="181079"/>
          </a:xfrm>
          <a:custGeom xmlns:a="http://schemas.openxmlformats.org/drawingml/2006/main">
            <a:pathLst>
              <a:path w="716198" h="181079">
                <a:moveTo>
                  <a:pt x="54433" y="0"/>
                </a:moveTo>
                <a:lnTo>
                  <a:pt x="60964" y="13245"/>
                </a:lnTo>
                <a:cubicBezTo>
                  <a:pt x="60239" y="13608"/>
                  <a:pt x="59634" y="13790"/>
                  <a:pt x="59150" y="13790"/>
                </a:cubicBezTo>
                <a:cubicBezTo>
                  <a:pt x="58848" y="13790"/>
                  <a:pt x="58470" y="13729"/>
                  <a:pt x="58016" y="13608"/>
                </a:cubicBezTo>
                <a:cubicBezTo>
                  <a:pt x="57562" y="13487"/>
                  <a:pt x="57215" y="13427"/>
                  <a:pt x="56973" y="13427"/>
                </a:cubicBezTo>
                <a:cubicBezTo>
                  <a:pt x="56368" y="13427"/>
                  <a:pt x="55703" y="13669"/>
                  <a:pt x="54977" y="14152"/>
                </a:cubicBezTo>
                <a:cubicBezTo>
                  <a:pt x="42397" y="21592"/>
                  <a:pt x="32569" y="31767"/>
                  <a:pt x="25493" y="44680"/>
                </a:cubicBezTo>
                <a:cubicBezTo>
                  <a:pt x="18416" y="57593"/>
                  <a:pt x="14878" y="71730"/>
                  <a:pt x="14878" y="87092"/>
                </a:cubicBezTo>
                <a:cubicBezTo>
                  <a:pt x="14878" y="103906"/>
                  <a:pt x="19036" y="119691"/>
                  <a:pt x="27352" y="134448"/>
                </a:cubicBezTo>
                <a:cubicBezTo>
                  <a:pt x="35668" y="149206"/>
                  <a:pt x="47114" y="160818"/>
                  <a:pt x="61690" y="169285"/>
                </a:cubicBezTo>
                <a:lnTo>
                  <a:pt x="54614" y="180716"/>
                </a:lnTo>
                <a:cubicBezTo>
                  <a:pt x="37619" y="171765"/>
                  <a:pt x="24268" y="158973"/>
                  <a:pt x="14561" y="142341"/>
                </a:cubicBezTo>
                <a:cubicBezTo>
                  <a:pt x="4854" y="125709"/>
                  <a:pt x="0" y="107534"/>
                  <a:pt x="0" y="87818"/>
                </a:cubicBezTo>
                <a:cubicBezTo>
                  <a:pt x="0" y="68162"/>
                  <a:pt x="4899" y="50456"/>
                  <a:pt x="14697" y="34701"/>
                </a:cubicBezTo>
                <a:cubicBezTo>
                  <a:pt x="24495" y="18946"/>
                  <a:pt x="37740" y="7379"/>
                  <a:pt x="54433" y="0"/>
                </a:cubicBezTo>
                <a:close/>
                <a:moveTo>
                  <a:pt x="121816" y="18870"/>
                </a:moveTo>
                <a:lnTo>
                  <a:pt x="138871" y="16148"/>
                </a:lnTo>
                <a:cubicBezTo>
                  <a:pt x="138992" y="16390"/>
                  <a:pt x="139053" y="16753"/>
                  <a:pt x="139053" y="17237"/>
                </a:cubicBezTo>
                <a:cubicBezTo>
                  <a:pt x="139053" y="17842"/>
                  <a:pt x="138811" y="18613"/>
                  <a:pt x="138327" y="19550"/>
                </a:cubicBezTo>
                <a:cubicBezTo>
                  <a:pt x="137843" y="20488"/>
                  <a:pt x="137541" y="21229"/>
                  <a:pt x="137420" y="21773"/>
                </a:cubicBezTo>
                <a:cubicBezTo>
                  <a:pt x="137178" y="23466"/>
                  <a:pt x="136860" y="26249"/>
                  <a:pt x="136467" y="30119"/>
                </a:cubicBezTo>
                <a:cubicBezTo>
                  <a:pt x="136074" y="33990"/>
                  <a:pt x="135726" y="37437"/>
                  <a:pt x="135424" y="40462"/>
                </a:cubicBezTo>
                <a:lnTo>
                  <a:pt x="135061" y="44998"/>
                </a:lnTo>
                <a:lnTo>
                  <a:pt x="167176" y="44998"/>
                </a:lnTo>
                <a:lnTo>
                  <a:pt x="167176" y="57880"/>
                </a:lnTo>
                <a:lnTo>
                  <a:pt x="134880" y="57880"/>
                </a:lnTo>
                <a:cubicBezTo>
                  <a:pt x="133670" y="70157"/>
                  <a:pt x="133065" y="82979"/>
                  <a:pt x="133065" y="96346"/>
                </a:cubicBezTo>
                <a:cubicBezTo>
                  <a:pt x="133065" y="100579"/>
                  <a:pt x="133111" y="104178"/>
                  <a:pt x="133201" y="107141"/>
                </a:cubicBezTo>
                <a:cubicBezTo>
                  <a:pt x="133292" y="110105"/>
                  <a:pt x="133368" y="112191"/>
                  <a:pt x="133428" y="113401"/>
                </a:cubicBezTo>
                <a:lnTo>
                  <a:pt x="133610" y="115216"/>
                </a:lnTo>
                <a:cubicBezTo>
                  <a:pt x="134396" y="120659"/>
                  <a:pt x="136316" y="124650"/>
                  <a:pt x="139370" y="127191"/>
                </a:cubicBezTo>
                <a:cubicBezTo>
                  <a:pt x="142425" y="129731"/>
                  <a:pt x="146008" y="131001"/>
                  <a:pt x="150121" y="131001"/>
                </a:cubicBezTo>
                <a:cubicBezTo>
                  <a:pt x="156834" y="131001"/>
                  <a:pt x="164213" y="128037"/>
                  <a:pt x="172257" y="122110"/>
                </a:cubicBezTo>
                <a:lnTo>
                  <a:pt x="177156" y="134448"/>
                </a:lnTo>
                <a:cubicBezTo>
                  <a:pt x="167358" y="141706"/>
                  <a:pt x="156895" y="145335"/>
                  <a:pt x="145766" y="145335"/>
                </a:cubicBezTo>
                <a:cubicBezTo>
                  <a:pt x="135726" y="145335"/>
                  <a:pt x="128227" y="141887"/>
                  <a:pt x="123267" y="134993"/>
                </a:cubicBezTo>
                <a:cubicBezTo>
                  <a:pt x="121453" y="132452"/>
                  <a:pt x="120092" y="129459"/>
                  <a:pt x="119185" y="126011"/>
                </a:cubicBezTo>
                <a:cubicBezTo>
                  <a:pt x="118278" y="122564"/>
                  <a:pt x="117764" y="119721"/>
                  <a:pt x="117643" y="117484"/>
                </a:cubicBezTo>
                <a:cubicBezTo>
                  <a:pt x="117522" y="115246"/>
                  <a:pt x="117461" y="112131"/>
                  <a:pt x="117461" y="108139"/>
                </a:cubicBezTo>
                <a:cubicBezTo>
                  <a:pt x="117461" y="92293"/>
                  <a:pt x="118126" y="75540"/>
                  <a:pt x="119457" y="57880"/>
                </a:cubicBezTo>
                <a:lnTo>
                  <a:pt x="96414" y="57880"/>
                </a:lnTo>
                <a:lnTo>
                  <a:pt x="96595" y="45179"/>
                </a:lnTo>
                <a:lnTo>
                  <a:pt x="120001" y="45179"/>
                </a:lnTo>
                <a:lnTo>
                  <a:pt x="121816" y="18870"/>
                </a:lnTo>
                <a:close/>
                <a:moveTo>
                  <a:pt x="402643" y="36651"/>
                </a:moveTo>
                <a:lnTo>
                  <a:pt x="327889" y="74754"/>
                </a:lnTo>
                <a:lnTo>
                  <a:pt x="403187" y="117211"/>
                </a:lnTo>
                <a:lnTo>
                  <a:pt x="403187" y="133360"/>
                </a:lnTo>
                <a:lnTo>
                  <a:pt x="311378" y="79834"/>
                </a:lnTo>
                <a:lnTo>
                  <a:pt x="311378" y="69311"/>
                </a:lnTo>
                <a:lnTo>
                  <a:pt x="402643" y="21410"/>
                </a:lnTo>
                <a:lnTo>
                  <a:pt x="402643" y="36651"/>
                </a:lnTo>
                <a:close/>
                <a:moveTo>
                  <a:pt x="615066" y="43002"/>
                </a:moveTo>
                <a:cubicBezTo>
                  <a:pt x="615066" y="49473"/>
                  <a:pt x="613222" y="55355"/>
                  <a:pt x="609532" y="60647"/>
                </a:cubicBezTo>
                <a:cubicBezTo>
                  <a:pt x="605843" y="65939"/>
                  <a:pt x="600974" y="69734"/>
                  <a:pt x="594926" y="72032"/>
                </a:cubicBezTo>
                <a:cubicBezTo>
                  <a:pt x="601942" y="74573"/>
                  <a:pt x="607537" y="78988"/>
                  <a:pt x="611710" y="85278"/>
                </a:cubicBezTo>
                <a:cubicBezTo>
                  <a:pt x="615883" y="91568"/>
                  <a:pt x="617969" y="98704"/>
                  <a:pt x="617969" y="106688"/>
                </a:cubicBezTo>
                <a:cubicBezTo>
                  <a:pt x="617969" y="117514"/>
                  <a:pt x="614189" y="126722"/>
                  <a:pt x="606629" y="134312"/>
                </a:cubicBezTo>
                <a:cubicBezTo>
                  <a:pt x="599069" y="141903"/>
                  <a:pt x="589060" y="145698"/>
                  <a:pt x="576601" y="145698"/>
                </a:cubicBezTo>
                <a:cubicBezTo>
                  <a:pt x="569827" y="145698"/>
                  <a:pt x="563386" y="144397"/>
                  <a:pt x="557277" y="141797"/>
                </a:cubicBezTo>
                <a:cubicBezTo>
                  <a:pt x="551169" y="139196"/>
                  <a:pt x="545877" y="135416"/>
                  <a:pt x="541401" y="130457"/>
                </a:cubicBezTo>
                <a:lnTo>
                  <a:pt x="552832" y="117030"/>
                </a:lnTo>
                <a:cubicBezTo>
                  <a:pt x="553497" y="117695"/>
                  <a:pt x="553966" y="118693"/>
                  <a:pt x="554238" y="120024"/>
                </a:cubicBezTo>
                <a:cubicBezTo>
                  <a:pt x="554510" y="121354"/>
                  <a:pt x="554949" y="122352"/>
                  <a:pt x="555553" y="123018"/>
                </a:cubicBezTo>
                <a:cubicBezTo>
                  <a:pt x="556279" y="123864"/>
                  <a:pt x="557307" y="124847"/>
                  <a:pt x="558638" y="125966"/>
                </a:cubicBezTo>
                <a:cubicBezTo>
                  <a:pt x="559969" y="127085"/>
                  <a:pt x="562358" y="128385"/>
                  <a:pt x="565805" y="129867"/>
                </a:cubicBezTo>
                <a:cubicBezTo>
                  <a:pt x="569252" y="131349"/>
                  <a:pt x="572851" y="132090"/>
                  <a:pt x="576601" y="132090"/>
                </a:cubicBezTo>
                <a:cubicBezTo>
                  <a:pt x="584342" y="132090"/>
                  <a:pt x="590753" y="129428"/>
                  <a:pt x="595834" y="124106"/>
                </a:cubicBezTo>
                <a:cubicBezTo>
                  <a:pt x="600914" y="118784"/>
                  <a:pt x="603454" y="112373"/>
                  <a:pt x="603454" y="104873"/>
                </a:cubicBezTo>
                <a:cubicBezTo>
                  <a:pt x="603454" y="97011"/>
                  <a:pt x="600536" y="90781"/>
                  <a:pt x="594700" y="86185"/>
                </a:cubicBezTo>
                <a:cubicBezTo>
                  <a:pt x="588863" y="81588"/>
                  <a:pt x="581318" y="79290"/>
                  <a:pt x="572065" y="79290"/>
                </a:cubicBezTo>
                <a:cubicBezTo>
                  <a:pt x="569645" y="79290"/>
                  <a:pt x="567347" y="79471"/>
                  <a:pt x="565170" y="79834"/>
                </a:cubicBezTo>
                <a:lnTo>
                  <a:pt x="565170" y="67678"/>
                </a:lnTo>
                <a:cubicBezTo>
                  <a:pt x="574363" y="67678"/>
                  <a:pt x="581439" y="66529"/>
                  <a:pt x="586399" y="64230"/>
                </a:cubicBezTo>
                <a:cubicBezTo>
                  <a:pt x="590874" y="62295"/>
                  <a:pt x="594382" y="59362"/>
                  <a:pt x="596922" y="55430"/>
                </a:cubicBezTo>
                <a:cubicBezTo>
                  <a:pt x="599462" y="51499"/>
                  <a:pt x="600732" y="47417"/>
                  <a:pt x="600732" y="43183"/>
                </a:cubicBezTo>
                <a:cubicBezTo>
                  <a:pt x="600732" y="37437"/>
                  <a:pt x="598525" y="32523"/>
                  <a:pt x="594110" y="28441"/>
                </a:cubicBezTo>
                <a:cubicBezTo>
                  <a:pt x="589695" y="24359"/>
                  <a:pt x="584100" y="22317"/>
                  <a:pt x="577326" y="22317"/>
                </a:cubicBezTo>
                <a:cubicBezTo>
                  <a:pt x="573093" y="22317"/>
                  <a:pt x="568950" y="23209"/>
                  <a:pt x="564898" y="24994"/>
                </a:cubicBezTo>
                <a:cubicBezTo>
                  <a:pt x="560846" y="26778"/>
                  <a:pt x="557307" y="29333"/>
                  <a:pt x="554283" y="32660"/>
                </a:cubicBezTo>
                <a:lnTo>
                  <a:pt x="545937" y="23225"/>
                </a:lnTo>
                <a:cubicBezTo>
                  <a:pt x="550110" y="18628"/>
                  <a:pt x="554979" y="15090"/>
                  <a:pt x="560543" y="12610"/>
                </a:cubicBezTo>
                <a:cubicBezTo>
                  <a:pt x="566107" y="10131"/>
                  <a:pt x="571944" y="8891"/>
                  <a:pt x="578052" y="8891"/>
                </a:cubicBezTo>
                <a:cubicBezTo>
                  <a:pt x="588515" y="8891"/>
                  <a:pt x="597300" y="12247"/>
                  <a:pt x="604407" y="18961"/>
                </a:cubicBezTo>
                <a:cubicBezTo>
                  <a:pt x="611513" y="25674"/>
                  <a:pt x="615066" y="33688"/>
                  <a:pt x="615066" y="43002"/>
                </a:cubicBezTo>
                <a:close/>
                <a:moveTo>
                  <a:pt x="654508" y="13608"/>
                </a:moveTo>
                <a:lnTo>
                  <a:pt x="658681" y="181"/>
                </a:lnTo>
                <a:cubicBezTo>
                  <a:pt x="676160" y="8225"/>
                  <a:pt x="690116" y="20352"/>
                  <a:pt x="700548" y="36561"/>
                </a:cubicBezTo>
                <a:cubicBezTo>
                  <a:pt x="710981" y="52769"/>
                  <a:pt x="716198" y="70460"/>
                  <a:pt x="716198" y="89632"/>
                </a:cubicBezTo>
                <a:cubicBezTo>
                  <a:pt x="716198" y="108986"/>
                  <a:pt x="710891" y="126934"/>
                  <a:pt x="700276" y="143475"/>
                </a:cubicBezTo>
                <a:cubicBezTo>
                  <a:pt x="689662" y="160017"/>
                  <a:pt x="675434" y="172551"/>
                  <a:pt x="657592" y="181079"/>
                </a:cubicBezTo>
                <a:lnTo>
                  <a:pt x="653419" y="168015"/>
                </a:lnTo>
                <a:cubicBezTo>
                  <a:pt x="667995" y="160274"/>
                  <a:pt x="679562" y="149417"/>
                  <a:pt x="688120" y="135446"/>
                </a:cubicBezTo>
                <a:cubicBezTo>
                  <a:pt x="696678" y="121475"/>
                  <a:pt x="700957" y="106385"/>
                  <a:pt x="700957" y="90177"/>
                </a:cubicBezTo>
                <a:cubicBezTo>
                  <a:pt x="700957" y="74210"/>
                  <a:pt x="696784" y="59347"/>
                  <a:pt x="688437" y="45587"/>
                </a:cubicBezTo>
                <a:cubicBezTo>
                  <a:pt x="680091" y="31828"/>
                  <a:pt x="668781" y="21168"/>
                  <a:pt x="654508" y="136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Text 7">
            <a:extLst xmlns:a="http://schemas.openxmlformats.org/drawingml/2006/main">
              <a:ext uri="{FF2B5EF4-FFF2-40B4-BE49-F238E27FC236}">
                <a16:creationId xmlns:a16="http://schemas.microsoft.com/office/drawing/2014/main" id="{18C476CD-4158-4BAE-9069-D27925E4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73" y="1833104"/>
            <a:ext cx="76024" cy="134085"/>
          </a:xfrm>
          <a:custGeom xmlns:a="http://schemas.openxmlformats.org/drawingml/2006/main">
            <a:pathLst>
              <a:path w="76024" h="134085">
                <a:moveTo>
                  <a:pt x="0" y="0"/>
                </a:moveTo>
                <a:lnTo>
                  <a:pt x="76024" y="0"/>
                </a:lnTo>
                <a:lnTo>
                  <a:pt x="76024" y="8346"/>
                </a:lnTo>
                <a:cubicBezTo>
                  <a:pt x="66710" y="29575"/>
                  <a:pt x="58243" y="50562"/>
                  <a:pt x="50622" y="71307"/>
                </a:cubicBezTo>
                <a:cubicBezTo>
                  <a:pt x="42457" y="93443"/>
                  <a:pt x="35321" y="114369"/>
                  <a:pt x="29212" y="134085"/>
                </a:cubicBezTo>
                <a:lnTo>
                  <a:pt x="12338" y="134085"/>
                </a:lnTo>
                <a:cubicBezTo>
                  <a:pt x="20019" y="110861"/>
                  <a:pt x="28547" y="86971"/>
                  <a:pt x="37921" y="62416"/>
                </a:cubicBezTo>
                <a:cubicBezTo>
                  <a:pt x="42034" y="51650"/>
                  <a:pt x="48566" y="35623"/>
                  <a:pt x="57517" y="14334"/>
                </a:cubicBezTo>
                <a:lnTo>
                  <a:pt x="0" y="143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Text free(q);">
            <a:extLst xmlns:a="http://schemas.openxmlformats.org/drawingml/2006/main">
              <a:ext uri="{FF2B5EF4-FFF2-40B4-BE49-F238E27FC236}">
                <a16:creationId xmlns:a16="http://schemas.microsoft.com/office/drawing/2014/main" id="{2B80C2E6-75B1-432B-AC7B-1B64EDD4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67" y="1822762"/>
            <a:ext cx="831300" cy="181986"/>
          </a:xfrm>
          <a:custGeom xmlns:a="http://schemas.openxmlformats.org/drawingml/2006/main">
            <a:pathLst>
              <a:path w="831300" h="181986">
                <a:moveTo>
                  <a:pt x="60420" y="0"/>
                </a:moveTo>
                <a:cubicBezTo>
                  <a:pt x="73061" y="0"/>
                  <a:pt x="83100" y="4476"/>
                  <a:pt x="90539" y="13427"/>
                </a:cubicBezTo>
                <a:lnTo>
                  <a:pt x="83463" y="27761"/>
                </a:lnTo>
                <a:cubicBezTo>
                  <a:pt x="82375" y="27761"/>
                  <a:pt x="81830" y="27156"/>
                  <a:pt x="81830" y="25946"/>
                </a:cubicBezTo>
                <a:cubicBezTo>
                  <a:pt x="81588" y="24676"/>
                  <a:pt x="81286" y="23829"/>
                  <a:pt x="80923" y="23406"/>
                </a:cubicBezTo>
                <a:cubicBezTo>
                  <a:pt x="78746" y="20080"/>
                  <a:pt x="75797" y="17373"/>
                  <a:pt x="72078" y="15286"/>
                </a:cubicBezTo>
                <a:cubicBezTo>
                  <a:pt x="68358" y="13200"/>
                  <a:pt x="64230" y="12157"/>
                  <a:pt x="59694" y="12157"/>
                </a:cubicBezTo>
                <a:cubicBezTo>
                  <a:pt x="55461" y="12157"/>
                  <a:pt x="51590" y="13094"/>
                  <a:pt x="48082" y="14969"/>
                </a:cubicBezTo>
                <a:cubicBezTo>
                  <a:pt x="44574" y="16844"/>
                  <a:pt x="41792" y="19535"/>
                  <a:pt x="39736" y="23043"/>
                </a:cubicBezTo>
                <a:cubicBezTo>
                  <a:pt x="38647" y="24918"/>
                  <a:pt x="37846" y="27065"/>
                  <a:pt x="37332" y="29484"/>
                </a:cubicBezTo>
                <a:cubicBezTo>
                  <a:pt x="36818" y="31904"/>
                  <a:pt x="36515" y="33915"/>
                  <a:pt x="36424" y="35517"/>
                </a:cubicBezTo>
                <a:cubicBezTo>
                  <a:pt x="36334" y="37120"/>
                  <a:pt x="36288" y="39373"/>
                  <a:pt x="36288" y="42276"/>
                </a:cubicBezTo>
                <a:lnTo>
                  <a:pt x="36288" y="44272"/>
                </a:lnTo>
                <a:lnTo>
                  <a:pt x="36288" y="51892"/>
                </a:lnTo>
                <a:lnTo>
                  <a:pt x="68404" y="51892"/>
                </a:lnTo>
                <a:lnTo>
                  <a:pt x="68404" y="64230"/>
                </a:lnTo>
                <a:lnTo>
                  <a:pt x="36288" y="64230"/>
                </a:lnTo>
                <a:lnTo>
                  <a:pt x="36288" y="144428"/>
                </a:lnTo>
                <a:lnTo>
                  <a:pt x="21410" y="144428"/>
                </a:lnTo>
                <a:lnTo>
                  <a:pt x="21410" y="64230"/>
                </a:lnTo>
                <a:lnTo>
                  <a:pt x="0" y="64230"/>
                </a:lnTo>
                <a:lnTo>
                  <a:pt x="0" y="51892"/>
                </a:lnTo>
                <a:lnTo>
                  <a:pt x="21410" y="51892"/>
                </a:lnTo>
                <a:lnTo>
                  <a:pt x="21410" y="42276"/>
                </a:lnTo>
                <a:cubicBezTo>
                  <a:pt x="21410" y="38647"/>
                  <a:pt x="21486" y="35729"/>
                  <a:pt x="21637" y="33521"/>
                </a:cubicBezTo>
                <a:cubicBezTo>
                  <a:pt x="21788" y="31314"/>
                  <a:pt x="22272" y="28683"/>
                  <a:pt x="23088" y="25629"/>
                </a:cubicBezTo>
                <a:cubicBezTo>
                  <a:pt x="23905" y="22574"/>
                  <a:pt x="25099" y="19777"/>
                  <a:pt x="26672" y="17237"/>
                </a:cubicBezTo>
                <a:cubicBezTo>
                  <a:pt x="30059" y="11794"/>
                  <a:pt x="34776" y="7560"/>
                  <a:pt x="40824" y="4536"/>
                </a:cubicBezTo>
                <a:cubicBezTo>
                  <a:pt x="46872" y="1512"/>
                  <a:pt x="53404" y="0"/>
                  <a:pt x="60420" y="0"/>
                </a:cubicBezTo>
                <a:close/>
                <a:moveTo>
                  <a:pt x="119094" y="46086"/>
                </a:moveTo>
                <a:lnTo>
                  <a:pt x="135242" y="46086"/>
                </a:lnTo>
                <a:lnTo>
                  <a:pt x="134698" y="65138"/>
                </a:lnTo>
                <a:cubicBezTo>
                  <a:pt x="137843" y="58303"/>
                  <a:pt x="142651" y="53026"/>
                  <a:pt x="149123" y="49307"/>
                </a:cubicBezTo>
                <a:cubicBezTo>
                  <a:pt x="155594" y="45587"/>
                  <a:pt x="162580" y="43727"/>
                  <a:pt x="170079" y="43727"/>
                </a:cubicBezTo>
                <a:cubicBezTo>
                  <a:pt x="180663" y="43727"/>
                  <a:pt x="189433" y="47296"/>
                  <a:pt x="196388" y="54433"/>
                </a:cubicBezTo>
                <a:lnTo>
                  <a:pt x="189131" y="69311"/>
                </a:lnTo>
                <a:cubicBezTo>
                  <a:pt x="188526" y="68645"/>
                  <a:pt x="187830" y="67723"/>
                  <a:pt x="187044" y="66544"/>
                </a:cubicBezTo>
                <a:cubicBezTo>
                  <a:pt x="186258" y="65364"/>
                  <a:pt x="185744" y="64654"/>
                  <a:pt x="185502" y="64412"/>
                </a:cubicBezTo>
                <a:cubicBezTo>
                  <a:pt x="181692" y="59573"/>
                  <a:pt x="176248" y="57154"/>
                  <a:pt x="169172" y="57154"/>
                </a:cubicBezTo>
                <a:cubicBezTo>
                  <a:pt x="167176" y="57154"/>
                  <a:pt x="165150" y="57366"/>
                  <a:pt x="163094" y="57789"/>
                </a:cubicBezTo>
                <a:cubicBezTo>
                  <a:pt x="161037" y="58213"/>
                  <a:pt x="158739" y="58969"/>
                  <a:pt x="156199" y="60057"/>
                </a:cubicBezTo>
                <a:cubicBezTo>
                  <a:pt x="153659" y="61146"/>
                  <a:pt x="151119" y="62854"/>
                  <a:pt x="148578" y="65183"/>
                </a:cubicBezTo>
                <a:cubicBezTo>
                  <a:pt x="146038" y="67511"/>
                  <a:pt x="143710" y="70339"/>
                  <a:pt x="141593" y="73665"/>
                </a:cubicBezTo>
                <a:cubicBezTo>
                  <a:pt x="139476" y="76931"/>
                  <a:pt x="137888" y="80091"/>
                  <a:pt x="136830" y="83146"/>
                </a:cubicBezTo>
                <a:cubicBezTo>
                  <a:pt x="135772" y="86200"/>
                  <a:pt x="135152" y="88574"/>
                  <a:pt x="134970" y="90267"/>
                </a:cubicBezTo>
                <a:cubicBezTo>
                  <a:pt x="134789" y="91961"/>
                  <a:pt x="134698" y="94108"/>
                  <a:pt x="134698" y="96708"/>
                </a:cubicBezTo>
                <a:lnTo>
                  <a:pt x="134698" y="144609"/>
                </a:lnTo>
                <a:lnTo>
                  <a:pt x="119094" y="144609"/>
                </a:lnTo>
                <a:lnTo>
                  <a:pt x="119094" y="46086"/>
                </a:lnTo>
                <a:close/>
                <a:moveTo>
                  <a:pt x="264679" y="43727"/>
                </a:moveTo>
                <a:cubicBezTo>
                  <a:pt x="268005" y="43727"/>
                  <a:pt x="271256" y="44090"/>
                  <a:pt x="274431" y="44816"/>
                </a:cubicBezTo>
                <a:cubicBezTo>
                  <a:pt x="277606" y="45542"/>
                  <a:pt x="280782" y="46767"/>
                  <a:pt x="283957" y="48490"/>
                </a:cubicBezTo>
                <a:cubicBezTo>
                  <a:pt x="287132" y="50214"/>
                  <a:pt x="289990" y="52391"/>
                  <a:pt x="292530" y="55022"/>
                </a:cubicBezTo>
                <a:cubicBezTo>
                  <a:pt x="295070" y="57653"/>
                  <a:pt x="297323" y="60995"/>
                  <a:pt x="299289" y="65047"/>
                </a:cubicBezTo>
                <a:cubicBezTo>
                  <a:pt x="301254" y="69099"/>
                  <a:pt x="302661" y="73665"/>
                  <a:pt x="303507" y="78746"/>
                </a:cubicBezTo>
                <a:cubicBezTo>
                  <a:pt x="304233" y="82375"/>
                  <a:pt x="304596" y="86245"/>
                  <a:pt x="304596" y="90358"/>
                </a:cubicBezTo>
                <a:cubicBezTo>
                  <a:pt x="304596" y="93503"/>
                  <a:pt x="304535" y="95862"/>
                  <a:pt x="304414" y="97434"/>
                </a:cubicBezTo>
                <a:lnTo>
                  <a:pt x="234559" y="97434"/>
                </a:lnTo>
                <a:cubicBezTo>
                  <a:pt x="234801" y="103119"/>
                  <a:pt x="235709" y="108170"/>
                  <a:pt x="237281" y="112585"/>
                </a:cubicBezTo>
                <a:cubicBezTo>
                  <a:pt x="238854" y="117000"/>
                  <a:pt x="240774" y="120538"/>
                  <a:pt x="243042" y="123199"/>
                </a:cubicBezTo>
                <a:cubicBezTo>
                  <a:pt x="245310" y="125860"/>
                  <a:pt x="247926" y="128053"/>
                  <a:pt x="250889" y="129776"/>
                </a:cubicBezTo>
                <a:cubicBezTo>
                  <a:pt x="253853" y="131500"/>
                  <a:pt x="256710" y="132679"/>
                  <a:pt x="259462" y="133314"/>
                </a:cubicBezTo>
                <a:cubicBezTo>
                  <a:pt x="262214" y="133949"/>
                  <a:pt x="265042" y="134267"/>
                  <a:pt x="267945" y="134267"/>
                </a:cubicBezTo>
                <a:cubicBezTo>
                  <a:pt x="278105" y="134267"/>
                  <a:pt x="286573" y="130517"/>
                  <a:pt x="293347" y="123018"/>
                </a:cubicBezTo>
                <a:lnTo>
                  <a:pt x="301874" y="131364"/>
                </a:lnTo>
                <a:cubicBezTo>
                  <a:pt x="297762" y="136323"/>
                  <a:pt x="292651" y="140103"/>
                  <a:pt x="286542" y="142704"/>
                </a:cubicBezTo>
                <a:cubicBezTo>
                  <a:pt x="280434" y="145305"/>
                  <a:pt x="273811" y="146605"/>
                  <a:pt x="266675" y="146605"/>
                </a:cubicBezTo>
                <a:cubicBezTo>
                  <a:pt x="260022" y="146605"/>
                  <a:pt x="253838" y="145516"/>
                  <a:pt x="248122" y="143339"/>
                </a:cubicBezTo>
                <a:cubicBezTo>
                  <a:pt x="242407" y="141162"/>
                  <a:pt x="237417" y="138002"/>
                  <a:pt x="233153" y="133859"/>
                </a:cubicBezTo>
                <a:cubicBezTo>
                  <a:pt x="228889" y="129716"/>
                  <a:pt x="225548" y="124439"/>
                  <a:pt x="223129" y="118028"/>
                </a:cubicBezTo>
                <a:cubicBezTo>
                  <a:pt x="220709" y="111617"/>
                  <a:pt x="219500" y="104389"/>
                  <a:pt x="219500" y="96346"/>
                </a:cubicBezTo>
                <a:cubicBezTo>
                  <a:pt x="219500" y="87636"/>
                  <a:pt x="220740" y="79865"/>
                  <a:pt x="223219" y="73030"/>
                </a:cubicBezTo>
                <a:cubicBezTo>
                  <a:pt x="225699" y="66196"/>
                  <a:pt x="229056" y="60692"/>
                  <a:pt x="233289" y="56519"/>
                </a:cubicBezTo>
                <a:cubicBezTo>
                  <a:pt x="237523" y="52346"/>
                  <a:pt x="242301" y="49171"/>
                  <a:pt x="247623" y="46993"/>
                </a:cubicBezTo>
                <a:cubicBezTo>
                  <a:pt x="252946" y="44816"/>
                  <a:pt x="258631" y="43727"/>
                  <a:pt x="264679" y="43727"/>
                </a:cubicBezTo>
                <a:moveTo>
                  <a:pt x="235104" y="85459"/>
                </a:moveTo>
                <a:lnTo>
                  <a:pt x="289173" y="85459"/>
                </a:lnTo>
                <a:cubicBezTo>
                  <a:pt x="289294" y="84733"/>
                  <a:pt x="289355" y="83645"/>
                  <a:pt x="289355" y="82193"/>
                </a:cubicBezTo>
                <a:cubicBezTo>
                  <a:pt x="289355" y="74814"/>
                  <a:pt x="286905" y="68555"/>
                  <a:pt x="282006" y="63414"/>
                </a:cubicBezTo>
                <a:cubicBezTo>
                  <a:pt x="277107" y="58273"/>
                  <a:pt x="270969" y="55703"/>
                  <a:pt x="263590" y="55703"/>
                </a:cubicBezTo>
                <a:cubicBezTo>
                  <a:pt x="260687" y="55703"/>
                  <a:pt x="257829" y="56186"/>
                  <a:pt x="255017" y="57154"/>
                </a:cubicBezTo>
                <a:cubicBezTo>
                  <a:pt x="252205" y="58122"/>
                  <a:pt x="249392" y="59664"/>
                  <a:pt x="246580" y="61781"/>
                </a:cubicBezTo>
                <a:cubicBezTo>
                  <a:pt x="243768" y="63898"/>
                  <a:pt x="241318" y="66997"/>
                  <a:pt x="239232" y="71080"/>
                </a:cubicBezTo>
                <a:cubicBezTo>
                  <a:pt x="237145" y="75162"/>
                  <a:pt x="235769" y="79955"/>
                  <a:pt x="235104" y="85459"/>
                </a:cubicBezTo>
                <a:close/>
                <a:moveTo>
                  <a:pt x="375971" y="43727"/>
                </a:moveTo>
                <a:cubicBezTo>
                  <a:pt x="379297" y="43727"/>
                  <a:pt x="382548" y="44090"/>
                  <a:pt x="385723" y="44816"/>
                </a:cubicBezTo>
                <a:cubicBezTo>
                  <a:pt x="388899" y="45542"/>
                  <a:pt x="392074" y="46767"/>
                  <a:pt x="395249" y="48490"/>
                </a:cubicBezTo>
                <a:cubicBezTo>
                  <a:pt x="398424" y="50214"/>
                  <a:pt x="401282" y="52391"/>
                  <a:pt x="403822" y="55022"/>
                </a:cubicBezTo>
                <a:cubicBezTo>
                  <a:pt x="406362" y="57653"/>
                  <a:pt x="408615" y="60995"/>
                  <a:pt x="410581" y="65047"/>
                </a:cubicBezTo>
                <a:cubicBezTo>
                  <a:pt x="412546" y="69099"/>
                  <a:pt x="413953" y="73665"/>
                  <a:pt x="414799" y="78746"/>
                </a:cubicBezTo>
                <a:cubicBezTo>
                  <a:pt x="415525" y="82375"/>
                  <a:pt x="415888" y="86245"/>
                  <a:pt x="415888" y="90358"/>
                </a:cubicBezTo>
                <a:cubicBezTo>
                  <a:pt x="415888" y="93503"/>
                  <a:pt x="415828" y="95862"/>
                  <a:pt x="415707" y="97434"/>
                </a:cubicBezTo>
                <a:lnTo>
                  <a:pt x="345851" y="97434"/>
                </a:lnTo>
                <a:cubicBezTo>
                  <a:pt x="346093" y="103119"/>
                  <a:pt x="347001" y="108170"/>
                  <a:pt x="348573" y="112585"/>
                </a:cubicBezTo>
                <a:cubicBezTo>
                  <a:pt x="350146" y="117000"/>
                  <a:pt x="352066" y="120538"/>
                  <a:pt x="354334" y="123199"/>
                </a:cubicBezTo>
                <a:cubicBezTo>
                  <a:pt x="356602" y="125860"/>
                  <a:pt x="359218" y="128053"/>
                  <a:pt x="362181" y="129776"/>
                </a:cubicBezTo>
                <a:cubicBezTo>
                  <a:pt x="365145" y="131500"/>
                  <a:pt x="368002" y="132679"/>
                  <a:pt x="370754" y="133314"/>
                </a:cubicBezTo>
                <a:cubicBezTo>
                  <a:pt x="373506" y="133949"/>
                  <a:pt x="376334" y="134267"/>
                  <a:pt x="379237" y="134267"/>
                </a:cubicBezTo>
                <a:cubicBezTo>
                  <a:pt x="389397" y="134267"/>
                  <a:pt x="397865" y="130517"/>
                  <a:pt x="404639" y="123018"/>
                </a:cubicBezTo>
                <a:lnTo>
                  <a:pt x="413166" y="131364"/>
                </a:lnTo>
                <a:cubicBezTo>
                  <a:pt x="409054" y="136323"/>
                  <a:pt x="403943" y="140103"/>
                  <a:pt x="397835" y="142704"/>
                </a:cubicBezTo>
                <a:cubicBezTo>
                  <a:pt x="391726" y="145305"/>
                  <a:pt x="385103" y="146605"/>
                  <a:pt x="377967" y="146605"/>
                </a:cubicBezTo>
                <a:cubicBezTo>
                  <a:pt x="371314" y="146605"/>
                  <a:pt x="365130" y="145516"/>
                  <a:pt x="359414" y="143339"/>
                </a:cubicBezTo>
                <a:cubicBezTo>
                  <a:pt x="353699" y="141162"/>
                  <a:pt x="348709" y="138002"/>
                  <a:pt x="344445" y="133859"/>
                </a:cubicBezTo>
                <a:cubicBezTo>
                  <a:pt x="340181" y="129716"/>
                  <a:pt x="336840" y="124439"/>
                  <a:pt x="334421" y="118028"/>
                </a:cubicBezTo>
                <a:cubicBezTo>
                  <a:pt x="332001" y="111617"/>
                  <a:pt x="330792" y="104389"/>
                  <a:pt x="330792" y="96346"/>
                </a:cubicBezTo>
                <a:cubicBezTo>
                  <a:pt x="330792" y="87636"/>
                  <a:pt x="332032" y="79865"/>
                  <a:pt x="334511" y="73030"/>
                </a:cubicBezTo>
                <a:cubicBezTo>
                  <a:pt x="336991" y="66196"/>
                  <a:pt x="340348" y="60692"/>
                  <a:pt x="344581" y="56519"/>
                </a:cubicBezTo>
                <a:cubicBezTo>
                  <a:pt x="348815" y="52346"/>
                  <a:pt x="353593" y="49171"/>
                  <a:pt x="358915" y="46993"/>
                </a:cubicBezTo>
                <a:cubicBezTo>
                  <a:pt x="364238" y="44816"/>
                  <a:pt x="369923" y="43727"/>
                  <a:pt x="375971" y="43727"/>
                </a:cubicBezTo>
                <a:moveTo>
                  <a:pt x="346396" y="85459"/>
                </a:moveTo>
                <a:lnTo>
                  <a:pt x="400465" y="85459"/>
                </a:lnTo>
                <a:cubicBezTo>
                  <a:pt x="400586" y="84733"/>
                  <a:pt x="400647" y="83645"/>
                  <a:pt x="400647" y="82193"/>
                </a:cubicBezTo>
                <a:cubicBezTo>
                  <a:pt x="400647" y="74814"/>
                  <a:pt x="398197" y="68555"/>
                  <a:pt x="393298" y="63414"/>
                </a:cubicBezTo>
                <a:cubicBezTo>
                  <a:pt x="388400" y="58273"/>
                  <a:pt x="382261" y="55703"/>
                  <a:pt x="374882" y="55703"/>
                </a:cubicBezTo>
                <a:cubicBezTo>
                  <a:pt x="371979" y="55703"/>
                  <a:pt x="369121" y="56186"/>
                  <a:pt x="366309" y="57154"/>
                </a:cubicBezTo>
                <a:cubicBezTo>
                  <a:pt x="363497" y="58122"/>
                  <a:pt x="360684" y="59664"/>
                  <a:pt x="357872" y="61781"/>
                </a:cubicBezTo>
                <a:cubicBezTo>
                  <a:pt x="355060" y="63898"/>
                  <a:pt x="352610" y="66997"/>
                  <a:pt x="350524" y="71080"/>
                </a:cubicBezTo>
                <a:cubicBezTo>
                  <a:pt x="348437" y="75162"/>
                  <a:pt x="347061" y="79955"/>
                  <a:pt x="346396" y="85459"/>
                </a:cubicBezTo>
                <a:close/>
                <a:moveTo>
                  <a:pt x="515931" y="907"/>
                </a:moveTo>
                <a:lnTo>
                  <a:pt x="522463" y="14152"/>
                </a:lnTo>
                <a:cubicBezTo>
                  <a:pt x="521737" y="14515"/>
                  <a:pt x="521132" y="14697"/>
                  <a:pt x="520648" y="14697"/>
                </a:cubicBezTo>
                <a:cubicBezTo>
                  <a:pt x="520346" y="14697"/>
                  <a:pt x="519968" y="14636"/>
                  <a:pt x="519514" y="14515"/>
                </a:cubicBezTo>
                <a:cubicBezTo>
                  <a:pt x="519061" y="14394"/>
                  <a:pt x="518713" y="14334"/>
                  <a:pt x="518471" y="14334"/>
                </a:cubicBezTo>
                <a:cubicBezTo>
                  <a:pt x="517866" y="14334"/>
                  <a:pt x="517201" y="14576"/>
                  <a:pt x="516475" y="15060"/>
                </a:cubicBezTo>
                <a:cubicBezTo>
                  <a:pt x="503895" y="22499"/>
                  <a:pt x="494067" y="32675"/>
                  <a:pt x="486991" y="45587"/>
                </a:cubicBezTo>
                <a:cubicBezTo>
                  <a:pt x="479915" y="58500"/>
                  <a:pt x="476376" y="72637"/>
                  <a:pt x="476376" y="87999"/>
                </a:cubicBezTo>
                <a:cubicBezTo>
                  <a:pt x="476376" y="104813"/>
                  <a:pt x="480535" y="120598"/>
                  <a:pt x="488851" y="135356"/>
                </a:cubicBezTo>
                <a:cubicBezTo>
                  <a:pt x="497167" y="150113"/>
                  <a:pt x="508613" y="161725"/>
                  <a:pt x="523188" y="170192"/>
                </a:cubicBezTo>
                <a:lnTo>
                  <a:pt x="516112" y="181623"/>
                </a:lnTo>
                <a:cubicBezTo>
                  <a:pt x="499117" y="172672"/>
                  <a:pt x="485766" y="159880"/>
                  <a:pt x="476059" y="143248"/>
                </a:cubicBezTo>
                <a:cubicBezTo>
                  <a:pt x="466352" y="126616"/>
                  <a:pt x="461498" y="108442"/>
                  <a:pt x="461498" y="88725"/>
                </a:cubicBezTo>
                <a:cubicBezTo>
                  <a:pt x="461498" y="69069"/>
                  <a:pt x="466397" y="51363"/>
                  <a:pt x="476195" y="35608"/>
                </a:cubicBezTo>
                <a:cubicBezTo>
                  <a:pt x="485993" y="19853"/>
                  <a:pt x="499238" y="8286"/>
                  <a:pt x="515931" y="907"/>
                </a:cubicBezTo>
                <a:close/>
                <a:moveTo>
                  <a:pt x="623413" y="60420"/>
                </a:moveTo>
                <a:lnTo>
                  <a:pt x="623413" y="46086"/>
                </a:lnTo>
                <a:lnTo>
                  <a:pt x="638109" y="46086"/>
                </a:lnTo>
                <a:lnTo>
                  <a:pt x="638109" y="180353"/>
                </a:lnTo>
                <a:lnTo>
                  <a:pt x="622687" y="180353"/>
                </a:lnTo>
                <a:lnTo>
                  <a:pt x="622687" y="128642"/>
                </a:lnTo>
                <a:cubicBezTo>
                  <a:pt x="619602" y="134146"/>
                  <a:pt x="615369" y="138516"/>
                  <a:pt x="609986" y="141751"/>
                </a:cubicBezTo>
                <a:cubicBezTo>
                  <a:pt x="604603" y="144987"/>
                  <a:pt x="598797" y="146605"/>
                  <a:pt x="592568" y="146605"/>
                </a:cubicBezTo>
                <a:cubicBezTo>
                  <a:pt x="587124" y="146605"/>
                  <a:pt x="581938" y="145365"/>
                  <a:pt x="577009" y="142885"/>
                </a:cubicBezTo>
                <a:cubicBezTo>
                  <a:pt x="572080" y="140406"/>
                  <a:pt x="567770" y="136943"/>
                  <a:pt x="564081" y="132498"/>
                </a:cubicBezTo>
                <a:cubicBezTo>
                  <a:pt x="560392" y="128053"/>
                  <a:pt x="557443" y="122534"/>
                  <a:pt x="555236" y="115941"/>
                </a:cubicBezTo>
                <a:cubicBezTo>
                  <a:pt x="553028" y="109349"/>
                  <a:pt x="551925" y="102152"/>
                  <a:pt x="551925" y="94350"/>
                </a:cubicBezTo>
                <a:cubicBezTo>
                  <a:pt x="551925" y="86306"/>
                  <a:pt x="553134" y="78988"/>
                  <a:pt x="555553" y="72395"/>
                </a:cubicBezTo>
                <a:cubicBezTo>
                  <a:pt x="557973" y="65803"/>
                  <a:pt x="561208" y="60450"/>
                  <a:pt x="565261" y="56338"/>
                </a:cubicBezTo>
                <a:cubicBezTo>
                  <a:pt x="569313" y="52225"/>
                  <a:pt x="573864" y="49065"/>
                  <a:pt x="578914" y="46857"/>
                </a:cubicBezTo>
                <a:cubicBezTo>
                  <a:pt x="583964" y="44650"/>
                  <a:pt x="589241" y="43546"/>
                  <a:pt x="594745" y="43546"/>
                </a:cubicBezTo>
                <a:cubicBezTo>
                  <a:pt x="598797" y="43546"/>
                  <a:pt x="602562" y="44121"/>
                  <a:pt x="606040" y="45270"/>
                </a:cubicBezTo>
                <a:cubicBezTo>
                  <a:pt x="609517" y="46419"/>
                  <a:pt x="612269" y="47825"/>
                  <a:pt x="614295" y="49488"/>
                </a:cubicBezTo>
                <a:cubicBezTo>
                  <a:pt x="616321" y="51151"/>
                  <a:pt x="618060" y="52815"/>
                  <a:pt x="619512" y="54478"/>
                </a:cubicBezTo>
                <a:cubicBezTo>
                  <a:pt x="620963" y="56141"/>
                  <a:pt x="621961" y="57547"/>
                  <a:pt x="622505" y="58696"/>
                </a:cubicBezTo>
                <a:lnTo>
                  <a:pt x="623413" y="60420"/>
                </a:lnTo>
                <a:moveTo>
                  <a:pt x="595289" y="56247"/>
                </a:moveTo>
                <a:cubicBezTo>
                  <a:pt x="591842" y="56247"/>
                  <a:pt x="588530" y="56927"/>
                  <a:pt x="585355" y="58288"/>
                </a:cubicBezTo>
                <a:cubicBezTo>
                  <a:pt x="582180" y="59649"/>
                  <a:pt x="579232" y="61705"/>
                  <a:pt x="576510" y="64457"/>
                </a:cubicBezTo>
                <a:cubicBezTo>
                  <a:pt x="573788" y="67209"/>
                  <a:pt x="571611" y="70959"/>
                  <a:pt x="569978" y="75707"/>
                </a:cubicBezTo>
                <a:cubicBezTo>
                  <a:pt x="568345" y="80454"/>
                  <a:pt x="567529" y="85882"/>
                  <a:pt x="567529" y="91991"/>
                </a:cubicBezTo>
                <a:cubicBezTo>
                  <a:pt x="567529" y="98704"/>
                  <a:pt x="568345" y="104752"/>
                  <a:pt x="569978" y="110135"/>
                </a:cubicBezTo>
                <a:cubicBezTo>
                  <a:pt x="571611" y="115518"/>
                  <a:pt x="573773" y="119827"/>
                  <a:pt x="576465" y="123063"/>
                </a:cubicBezTo>
                <a:cubicBezTo>
                  <a:pt x="579156" y="126299"/>
                  <a:pt x="582165" y="128763"/>
                  <a:pt x="585491" y="130457"/>
                </a:cubicBezTo>
                <a:cubicBezTo>
                  <a:pt x="588818" y="132150"/>
                  <a:pt x="592265" y="132997"/>
                  <a:pt x="595833" y="132997"/>
                </a:cubicBezTo>
                <a:cubicBezTo>
                  <a:pt x="601095" y="132997"/>
                  <a:pt x="605994" y="131318"/>
                  <a:pt x="610530" y="127962"/>
                </a:cubicBezTo>
                <a:cubicBezTo>
                  <a:pt x="615066" y="124605"/>
                  <a:pt x="618211" y="120054"/>
                  <a:pt x="619965" y="114308"/>
                </a:cubicBezTo>
                <a:cubicBezTo>
                  <a:pt x="621296" y="110196"/>
                  <a:pt x="621961" y="104269"/>
                  <a:pt x="621961" y="96527"/>
                </a:cubicBezTo>
                <a:cubicBezTo>
                  <a:pt x="621961" y="90177"/>
                  <a:pt x="621810" y="85308"/>
                  <a:pt x="621507" y="81921"/>
                </a:cubicBezTo>
                <a:cubicBezTo>
                  <a:pt x="621205" y="78534"/>
                  <a:pt x="620570" y="75540"/>
                  <a:pt x="619602" y="72940"/>
                </a:cubicBezTo>
                <a:cubicBezTo>
                  <a:pt x="618211" y="69129"/>
                  <a:pt x="616110" y="65909"/>
                  <a:pt x="613297" y="63278"/>
                </a:cubicBezTo>
                <a:cubicBezTo>
                  <a:pt x="610485" y="60647"/>
                  <a:pt x="607567" y="58817"/>
                  <a:pt x="604543" y="57789"/>
                </a:cubicBezTo>
                <a:cubicBezTo>
                  <a:pt x="601519" y="56761"/>
                  <a:pt x="598434" y="56247"/>
                  <a:pt x="595289" y="56247"/>
                </a:cubicBezTo>
                <a:close/>
                <a:moveTo>
                  <a:pt x="670837" y="14515"/>
                </a:moveTo>
                <a:lnTo>
                  <a:pt x="675010" y="1089"/>
                </a:lnTo>
                <a:cubicBezTo>
                  <a:pt x="692489" y="9133"/>
                  <a:pt x="706445" y="21259"/>
                  <a:pt x="716878" y="37468"/>
                </a:cubicBezTo>
                <a:cubicBezTo>
                  <a:pt x="727311" y="53677"/>
                  <a:pt x="732527" y="71367"/>
                  <a:pt x="732527" y="90539"/>
                </a:cubicBezTo>
                <a:cubicBezTo>
                  <a:pt x="732527" y="109893"/>
                  <a:pt x="727220" y="127841"/>
                  <a:pt x="716606" y="144382"/>
                </a:cubicBezTo>
                <a:cubicBezTo>
                  <a:pt x="705991" y="160924"/>
                  <a:pt x="691763" y="173458"/>
                  <a:pt x="673922" y="181986"/>
                </a:cubicBezTo>
                <a:lnTo>
                  <a:pt x="669748" y="168922"/>
                </a:lnTo>
                <a:cubicBezTo>
                  <a:pt x="684324" y="161181"/>
                  <a:pt x="695891" y="150325"/>
                  <a:pt x="704449" y="136353"/>
                </a:cubicBezTo>
                <a:cubicBezTo>
                  <a:pt x="713007" y="122382"/>
                  <a:pt x="717286" y="107293"/>
                  <a:pt x="717286" y="91084"/>
                </a:cubicBezTo>
                <a:cubicBezTo>
                  <a:pt x="717286" y="75117"/>
                  <a:pt x="713113" y="60254"/>
                  <a:pt x="704767" y="46494"/>
                </a:cubicBezTo>
                <a:cubicBezTo>
                  <a:pt x="696420" y="32735"/>
                  <a:pt x="685111" y="22075"/>
                  <a:pt x="670837" y="14515"/>
                </a:cubicBezTo>
                <a:close/>
                <a:moveTo>
                  <a:pt x="831300" y="140254"/>
                </a:moveTo>
                <a:cubicBezTo>
                  <a:pt x="831300" y="151806"/>
                  <a:pt x="823679" y="165293"/>
                  <a:pt x="808438" y="180716"/>
                </a:cubicBezTo>
                <a:lnTo>
                  <a:pt x="800999" y="174184"/>
                </a:lnTo>
                <a:cubicBezTo>
                  <a:pt x="804568" y="170858"/>
                  <a:pt x="808136" y="166382"/>
                  <a:pt x="811704" y="160757"/>
                </a:cubicBezTo>
                <a:cubicBezTo>
                  <a:pt x="813882" y="157129"/>
                  <a:pt x="814970" y="154165"/>
                  <a:pt x="814970" y="151867"/>
                </a:cubicBezTo>
                <a:cubicBezTo>
                  <a:pt x="814970" y="149024"/>
                  <a:pt x="813277" y="146424"/>
                  <a:pt x="809890" y="144065"/>
                </a:cubicBezTo>
                <a:lnTo>
                  <a:pt x="809255" y="143611"/>
                </a:lnTo>
                <a:cubicBezTo>
                  <a:pt x="808831" y="143309"/>
                  <a:pt x="808544" y="143112"/>
                  <a:pt x="808393" y="143021"/>
                </a:cubicBezTo>
                <a:cubicBezTo>
                  <a:pt x="808242" y="142931"/>
                  <a:pt x="807955" y="142719"/>
                  <a:pt x="807531" y="142386"/>
                </a:cubicBezTo>
                <a:cubicBezTo>
                  <a:pt x="807108" y="142054"/>
                  <a:pt x="806805" y="141767"/>
                  <a:pt x="806624" y="141525"/>
                </a:cubicBezTo>
                <a:cubicBezTo>
                  <a:pt x="806443" y="141283"/>
                  <a:pt x="806170" y="140965"/>
                  <a:pt x="805807" y="140572"/>
                </a:cubicBezTo>
                <a:cubicBezTo>
                  <a:pt x="805445" y="140179"/>
                  <a:pt x="805188" y="139786"/>
                  <a:pt x="805036" y="139393"/>
                </a:cubicBezTo>
                <a:cubicBezTo>
                  <a:pt x="804885" y="139000"/>
                  <a:pt x="804704" y="138546"/>
                  <a:pt x="804492" y="138032"/>
                </a:cubicBezTo>
                <a:cubicBezTo>
                  <a:pt x="804280" y="137518"/>
                  <a:pt x="804129" y="136973"/>
                  <a:pt x="804038" y="136399"/>
                </a:cubicBezTo>
                <a:cubicBezTo>
                  <a:pt x="803948" y="135824"/>
                  <a:pt x="803902" y="135235"/>
                  <a:pt x="803902" y="134630"/>
                </a:cubicBezTo>
                <a:cubicBezTo>
                  <a:pt x="803902" y="131303"/>
                  <a:pt x="805097" y="128415"/>
                  <a:pt x="807486" y="125966"/>
                </a:cubicBezTo>
                <a:cubicBezTo>
                  <a:pt x="809875" y="123516"/>
                  <a:pt x="812793" y="122292"/>
                  <a:pt x="816240" y="122292"/>
                </a:cubicBezTo>
                <a:cubicBezTo>
                  <a:pt x="820232" y="122292"/>
                  <a:pt x="823740" y="123955"/>
                  <a:pt x="826764" y="127281"/>
                </a:cubicBezTo>
                <a:cubicBezTo>
                  <a:pt x="829788" y="130608"/>
                  <a:pt x="831300" y="134932"/>
                  <a:pt x="831300" y="140254"/>
                </a:cubicBezTo>
                <a:moveTo>
                  <a:pt x="825857" y="56973"/>
                </a:moveTo>
                <a:cubicBezTo>
                  <a:pt x="828397" y="59392"/>
                  <a:pt x="829667" y="62295"/>
                  <a:pt x="829667" y="65682"/>
                </a:cubicBezTo>
                <a:cubicBezTo>
                  <a:pt x="829667" y="69069"/>
                  <a:pt x="828397" y="71972"/>
                  <a:pt x="825857" y="74391"/>
                </a:cubicBezTo>
                <a:cubicBezTo>
                  <a:pt x="823317" y="76810"/>
                  <a:pt x="820293" y="78020"/>
                  <a:pt x="816785" y="78020"/>
                </a:cubicBezTo>
                <a:cubicBezTo>
                  <a:pt x="813277" y="78020"/>
                  <a:pt x="810283" y="76810"/>
                  <a:pt x="807803" y="74391"/>
                </a:cubicBezTo>
                <a:cubicBezTo>
                  <a:pt x="805324" y="71972"/>
                  <a:pt x="804084" y="69069"/>
                  <a:pt x="804084" y="65682"/>
                </a:cubicBezTo>
                <a:cubicBezTo>
                  <a:pt x="804084" y="62295"/>
                  <a:pt x="805324" y="59392"/>
                  <a:pt x="807803" y="56973"/>
                </a:cubicBezTo>
                <a:cubicBezTo>
                  <a:pt x="810283" y="54553"/>
                  <a:pt x="813277" y="53344"/>
                  <a:pt x="816785" y="53344"/>
                </a:cubicBezTo>
                <a:cubicBezTo>
                  <a:pt x="820293" y="53344"/>
                  <a:pt x="823317" y="54553"/>
                  <a:pt x="825857" y="569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Text 8">
            <a:extLst xmlns:a="http://schemas.openxmlformats.org/drawingml/2006/main">
              <a:ext uri="{FF2B5EF4-FFF2-40B4-BE49-F238E27FC236}">
                <a16:creationId xmlns:a16="http://schemas.microsoft.com/office/drawing/2014/main" id="{A3A7BC95-CE41-490E-B4AB-A13F081F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3" y="2063517"/>
            <a:ext cx="82012" cy="138077"/>
          </a:xfrm>
          <a:custGeom xmlns:a="http://schemas.openxmlformats.org/drawingml/2006/main">
            <a:pathLst>
              <a:path w="82012" h="138077">
                <a:moveTo>
                  <a:pt x="42639" y="0"/>
                </a:moveTo>
                <a:cubicBezTo>
                  <a:pt x="52376" y="0"/>
                  <a:pt x="60617" y="3085"/>
                  <a:pt x="67360" y="9254"/>
                </a:cubicBezTo>
                <a:cubicBezTo>
                  <a:pt x="74104" y="15423"/>
                  <a:pt x="77476" y="22922"/>
                  <a:pt x="77476" y="31752"/>
                </a:cubicBezTo>
                <a:cubicBezTo>
                  <a:pt x="77476" y="38224"/>
                  <a:pt x="75540" y="44393"/>
                  <a:pt x="71669" y="50259"/>
                </a:cubicBezTo>
                <a:cubicBezTo>
                  <a:pt x="67799" y="56126"/>
                  <a:pt x="62597" y="60783"/>
                  <a:pt x="56066" y="64230"/>
                </a:cubicBezTo>
                <a:cubicBezTo>
                  <a:pt x="63747" y="67738"/>
                  <a:pt x="69991" y="72849"/>
                  <a:pt x="74799" y="79562"/>
                </a:cubicBezTo>
                <a:cubicBezTo>
                  <a:pt x="79608" y="86276"/>
                  <a:pt x="82012" y="93503"/>
                  <a:pt x="82012" y="101245"/>
                </a:cubicBezTo>
                <a:cubicBezTo>
                  <a:pt x="82012" y="111526"/>
                  <a:pt x="78050" y="120235"/>
                  <a:pt x="70127" y="127372"/>
                </a:cubicBezTo>
                <a:cubicBezTo>
                  <a:pt x="62204" y="134509"/>
                  <a:pt x="52376" y="138077"/>
                  <a:pt x="40643" y="138077"/>
                </a:cubicBezTo>
                <a:cubicBezTo>
                  <a:pt x="29152" y="138077"/>
                  <a:pt x="19505" y="134600"/>
                  <a:pt x="11703" y="127644"/>
                </a:cubicBezTo>
                <a:cubicBezTo>
                  <a:pt x="3901" y="120689"/>
                  <a:pt x="0" y="112191"/>
                  <a:pt x="0" y="102152"/>
                </a:cubicBezTo>
                <a:cubicBezTo>
                  <a:pt x="0" y="94471"/>
                  <a:pt x="2434" y="87228"/>
                  <a:pt x="7303" y="80424"/>
                </a:cubicBezTo>
                <a:cubicBezTo>
                  <a:pt x="12172" y="73620"/>
                  <a:pt x="18628" y="68343"/>
                  <a:pt x="26672" y="64593"/>
                </a:cubicBezTo>
                <a:cubicBezTo>
                  <a:pt x="20503" y="61448"/>
                  <a:pt x="15574" y="57063"/>
                  <a:pt x="11884" y="51439"/>
                </a:cubicBezTo>
                <a:cubicBezTo>
                  <a:pt x="8195" y="45814"/>
                  <a:pt x="6350" y="39736"/>
                  <a:pt x="6350" y="33204"/>
                </a:cubicBezTo>
                <a:cubicBezTo>
                  <a:pt x="6350" y="24071"/>
                  <a:pt x="9858" y="16254"/>
                  <a:pt x="16874" y="9752"/>
                </a:cubicBezTo>
                <a:cubicBezTo>
                  <a:pt x="23890" y="3251"/>
                  <a:pt x="32478" y="0"/>
                  <a:pt x="42639" y="0"/>
                </a:cubicBezTo>
                <a:moveTo>
                  <a:pt x="38103" y="70762"/>
                </a:moveTo>
                <a:cubicBezTo>
                  <a:pt x="31571" y="73484"/>
                  <a:pt x="26158" y="77521"/>
                  <a:pt x="21864" y="82874"/>
                </a:cubicBezTo>
                <a:cubicBezTo>
                  <a:pt x="17570" y="88226"/>
                  <a:pt x="15423" y="93987"/>
                  <a:pt x="15423" y="100156"/>
                </a:cubicBezTo>
                <a:cubicBezTo>
                  <a:pt x="15423" y="106930"/>
                  <a:pt x="17948" y="112706"/>
                  <a:pt x="22998" y="117484"/>
                </a:cubicBezTo>
                <a:cubicBezTo>
                  <a:pt x="28048" y="122262"/>
                  <a:pt x="34172" y="124650"/>
                  <a:pt x="41369" y="124650"/>
                </a:cubicBezTo>
                <a:cubicBezTo>
                  <a:pt x="48445" y="124650"/>
                  <a:pt x="54448" y="122322"/>
                  <a:pt x="59377" y="117665"/>
                </a:cubicBezTo>
                <a:cubicBezTo>
                  <a:pt x="64306" y="113008"/>
                  <a:pt x="66771" y="107414"/>
                  <a:pt x="66771" y="100882"/>
                </a:cubicBezTo>
                <a:cubicBezTo>
                  <a:pt x="66771" y="94410"/>
                  <a:pt x="64170" y="88453"/>
                  <a:pt x="58969" y="83010"/>
                </a:cubicBezTo>
                <a:cubicBezTo>
                  <a:pt x="53767" y="77566"/>
                  <a:pt x="46812" y="73484"/>
                  <a:pt x="38103" y="70762"/>
                </a:cubicBezTo>
                <a:moveTo>
                  <a:pt x="41369" y="12701"/>
                </a:moveTo>
                <a:cubicBezTo>
                  <a:pt x="35563" y="12701"/>
                  <a:pt x="30694" y="14576"/>
                  <a:pt x="26763" y="18326"/>
                </a:cubicBezTo>
                <a:cubicBezTo>
                  <a:pt x="22831" y="22075"/>
                  <a:pt x="20866" y="26611"/>
                  <a:pt x="20866" y="31934"/>
                </a:cubicBezTo>
                <a:cubicBezTo>
                  <a:pt x="20866" y="35260"/>
                  <a:pt x="21682" y="38451"/>
                  <a:pt x="23315" y="41505"/>
                </a:cubicBezTo>
                <a:cubicBezTo>
                  <a:pt x="24948" y="44559"/>
                  <a:pt x="26914" y="47084"/>
                  <a:pt x="29212" y="49080"/>
                </a:cubicBezTo>
                <a:cubicBezTo>
                  <a:pt x="31510" y="51076"/>
                  <a:pt x="33809" y="52845"/>
                  <a:pt x="36107" y="54387"/>
                </a:cubicBezTo>
                <a:cubicBezTo>
                  <a:pt x="38405" y="55929"/>
                  <a:pt x="40371" y="57033"/>
                  <a:pt x="42004" y="57698"/>
                </a:cubicBezTo>
                <a:lnTo>
                  <a:pt x="44453" y="58787"/>
                </a:lnTo>
                <a:cubicBezTo>
                  <a:pt x="49836" y="55884"/>
                  <a:pt x="54236" y="52089"/>
                  <a:pt x="57653" y="47402"/>
                </a:cubicBezTo>
                <a:cubicBezTo>
                  <a:pt x="61070" y="42714"/>
                  <a:pt x="62779" y="37861"/>
                  <a:pt x="62779" y="32841"/>
                </a:cubicBezTo>
                <a:cubicBezTo>
                  <a:pt x="62779" y="27216"/>
                  <a:pt x="60707" y="22453"/>
                  <a:pt x="56564" y="18552"/>
                </a:cubicBezTo>
                <a:cubicBezTo>
                  <a:pt x="52422" y="14651"/>
                  <a:pt x="47356" y="12701"/>
                  <a:pt x="41369" y="12701"/>
                </a:cubicBez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Text }">
            <a:extLst xmlns:a="http://schemas.openxmlformats.org/drawingml/2006/main">
              <a:ext uri="{FF2B5EF4-FFF2-40B4-BE49-F238E27FC236}">
                <a16:creationId xmlns:a16="http://schemas.microsoft.com/office/drawing/2014/main" id="{8F102F9A-0DA8-41C3-B94D-F863BC03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19" y="2062247"/>
            <a:ext cx="76568" cy="171281"/>
          </a:xfrm>
          <a:custGeom xmlns:a="http://schemas.openxmlformats.org/drawingml/2006/main">
            <a:pathLst>
              <a:path w="76568" h="171281">
                <a:moveTo>
                  <a:pt x="76568" y="76024"/>
                </a:moveTo>
                <a:lnTo>
                  <a:pt x="76568" y="88181"/>
                </a:lnTo>
                <a:lnTo>
                  <a:pt x="72032" y="88181"/>
                </a:lnTo>
                <a:cubicBezTo>
                  <a:pt x="70157" y="88181"/>
                  <a:pt x="68721" y="88211"/>
                  <a:pt x="67723" y="88271"/>
                </a:cubicBezTo>
                <a:cubicBezTo>
                  <a:pt x="66725" y="88332"/>
                  <a:pt x="65274" y="88695"/>
                  <a:pt x="63369" y="89360"/>
                </a:cubicBezTo>
                <a:cubicBezTo>
                  <a:pt x="61463" y="90025"/>
                  <a:pt x="59815" y="91023"/>
                  <a:pt x="58424" y="92354"/>
                </a:cubicBezTo>
                <a:cubicBezTo>
                  <a:pt x="54674" y="95922"/>
                  <a:pt x="52800" y="102515"/>
                  <a:pt x="52800" y="112131"/>
                </a:cubicBezTo>
                <a:cubicBezTo>
                  <a:pt x="52800" y="114248"/>
                  <a:pt x="52951" y="117650"/>
                  <a:pt x="53253" y="122337"/>
                </a:cubicBezTo>
                <a:cubicBezTo>
                  <a:pt x="53556" y="127024"/>
                  <a:pt x="53707" y="130820"/>
                  <a:pt x="53707" y="133723"/>
                </a:cubicBezTo>
                <a:cubicBezTo>
                  <a:pt x="53707" y="148238"/>
                  <a:pt x="49655" y="158641"/>
                  <a:pt x="41550" y="164931"/>
                </a:cubicBezTo>
                <a:cubicBezTo>
                  <a:pt x="38103" y="167652"/>
                  <a:pt x="34353" y="169391"/>
                  <a:pt x="30301" y="170147"/>
                </a:cubicBezTo>
                <a:cubicBezTo>
                  <a:pt x="26249" y="170903"/>
                  <a:pt x="21047" y="171281"/>
                  <a:pt x="14697" y="171281"/>
                </a:cubicBezTo>
                <a:lnTo>
                  <a:pt x="7983" y="171281"/>
                </a:lnTo>
                <a:lnTo>
                  <a:pt x="181" y="171281"/>
                </a:lnTo>
                <a:lnTo>
                  <a:pt x="181" y="159306"/>
                </a:lnTo>
                <a:lnTo>
                  <a:pt x="8165" y="159306"/>
                </a:lnTo>
                <a:lnTo>
                  <a:pt x="12157" y="159306"/>
                </a:lnTo>
                <a:cubicBezTo>
                  <a:pt x="16209" y="159306"/>
                  <a:pt x="19565" y="159079"/>
                  <a:pt x="22227" y="158625"/>
                </a:cubicBezTo>
                <a:cubicBezTo>
                  <a:pt x="24888" y="158172"/>
                  <a:pt x="27337" y="157189"/>
                  <a:pt x="29575" y="155677"/>
                </a:cubicBezTo>
                <a:cubicBezTo>
                  <a:pt x="35502" y="151564"/>
                  <a:pt x="38466" y="144186"/>
                  <a:pt x="38466" y="133541"/>
                </a:cubicBezTo>
                <a:cubicBezTo>
                  <a:pt x="38466" y="131787"/>
                  <a:pt x="38345" y="128914"/>
                  <a:pt x="38103" y="124923"/>
                </a:cubicBezTo>
                <a:cubicBezTo>
                  <a:pt x="37861" y="120931"/>
                  <a:pt x="37740" y="117756"/>
                  <a:pt x="37740" y="115397"/>
                </a:cubicBezTo>
                <a:cubicBezTo>
                  <a:pt x="37740" y="110075"/>
                  <a:pt x="38284" y="105342"/>
                  <a:pt x="39373" y="101199"/>
                </a:cubicBezTo>
                <a:cubicBezTo>
                  <a:pt x="40462" y="97056"/>
                  <a:pt x="41943" y="93730"/>
                  <a:pt x="43818" y="91220"/>
                </a:cubicBezTo>
                <a:cubicBezTo>
                  <a:pt x="45693" y="88710"/>
                  <a:pt x="47598" y="86744"/>
                  <a:pt x="49534" y="85323"/>
                </a:cubicBezTo>
                <a:cubicBezTo>
                  <a:pt x="51469" y="83902"/>
                  <a:pt x="53586" y="82798"/>
                  <a:pt x="55884" y="82012"/>
                </a:cubicBezTo>
                <a:cubicBezTo>
                  <a:pt x="48989" y="79230"/>
                  <a:pt x="43909" y="74391"/>
                  <a:pt x="40643" y="67496"/>
                </a:cubicBezTo>
                <a:cubicBezTo>
                  <a:pt x="38345" y="62900"/>
                  <a:pt x="37196" y="57154"/>
                  <a:pt x="37196" y="50259"/>
                </a:cubicBezTo>
                <a:cubicBezTo>
                  <a:pt x="37196" y="48505"/>
                  <a:pt x="37317" y="45980"/>
                  <a:pt x="37558" y="42684"/>
                </a:cubicBezTo>
                <a:cubicBezTo>
                  <a:pt x="37800" y="39388"/>
                  <a:pt x="37921" y="36893"/>
                  <a:pt x="37921" y="35200"/>
                </a:cubicBezTo>
                <a:cubicBezTo>
                  <a:pt x="37921" y="25462"/>
                  <a:pt x="35018" y="18749"/>
                  <a:pt x="29212" y="15060"/>
                </a:cubicBezTo>
                <a:cubicBezTo>
                  <a:pt x="25946" y="13124"/>
                  <a:pt x="21531" y="12157"/>
                  <a:pt x="15967" y="12157"/>
                </a:cubicBezTo>
                <a:cubicBezTo>
                  <a:pt x="15181" y="12157"/>
                  <a:pt x="13835" y="12187"/>
                  <a:pt x="11930" y="12247"/>
                </a:cubicBezTo>
                <a:cubicBezTo>
                  <a:pt x="10025" y="12308"/>
                  <a:pt x="8528" y="12338"/>
                  <a:pt x="7439" y="12338"/>
                </a:cubicBezTo>
                <a:lnTo>
                  <a:pt x="0" y="12338"/>
                </a:lnTo>
                <a:lnTo>
                  <a:pt x="0" y="0"/>
                </a:lnTo>
                <a:lnTo>
                  <a:pt x="6532" y="0"/>
                </a:lnTo>
                <a:lnTo>
                  <a:pt x="11249" y="0"/>
                </a:lnTo>
                <a:cubicBezTo>
                  <a:pt x="15544" y="0"/>
                  <a:pt x="19172" y="136"/>
                  <a:pt x="22136" y="408"/>
                </a:cubicBezTo>
                <a:cubicBezTo>
                  <a:pt x="25099" y="680"/>
                  <a:pt x="28486" y="1482"/>
                  <a:pt x="32297" y="2812"/>
                </a:cubicBezTo>
                <a:cubicBezTo>
                  <a:pt x="36107" y="4143"/>
                  <a:pt x="39373" y="6048"/>
                  <a:pt x="42094" y="8528"/>
                </a:cubicBezTo>
                <a:cubicBezTo>
                  <a:pt x="49231" y="15120"/>
                  <a:pt x="52800" y="24797"/>
                  <a:pt x="52800" y="37558"/>
                </a:cubicBezTo>
                <a:cubicBezTo>
                  <a:pt x="52800" y="39312"/>
                  <a:pt x="52709" y="41883"/>
                  <a:pt x="52527" y="45270"/>
                </a:cubicBezTo>
                <a:cubicBezTo>
                  <a:pt x="52346" y="48657"/>
                  <a:pt x="52255" y="51227"/>
                  <a:pt x="52255" y="52981"/>
                </a:cubicBezTo>
                <a:cubicBezTo>
                  <a:pt x="52255" y="61206"/>
                  <a:pt x="54070" y="67254"/>
                  <a:pt x="57698" y="71125"/>
                </a:cubicBezTo>
                <a:cubicBezTo>
                  <a:pt x="59210" y="72637"/>
                  <a:pt x="60949" y="73786"/>
                  <a:pt x="62915" y="74573"/>
                </a:cubicBezTo>
                <a:cubicBezTo>
                  <a:pt x="64881" y="75359"/>
                  <a:pt x="66453" y="75797"/>
                  <a:pt x="67632" y="75888"/>
                </a:cubicBezTo>
                <a:cubicBezTo>
                  <a:pt x="68812" y="75979"/>
                  <a:pt x="70339" y="76024"/>
                  <a:pt x="72214" y="76024"/>
                </a:cubicBezTo>
                <a:lnTo>
                  <a:pt x="76568" y="760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Text else">
            <a:extLst xmlns:a="http://schemas.openxmlformats.org/drawingml/2006/main">
              <a:ext uri="{FF2B5EF4-FFF2-40B4-BE49-F238E27FC236}">
                <a16:creationId xmlns:a16="http://schemas.microsoft.com/office/drawing/2014/main" id="{F63917C5-E780-44BF-A0B6-F001FAB4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54" y="2056441"/>
            <a:ext cx="424779" cy="145153"/>
          </a:xfrm>
          <a:custGeom xmlns:a="http://schemas.openxmlformats.org/drawingml/2006/main">
            <a:pathLst>
              <a:path w="424779" h="145153">
                <a:moveTo>
                  <a:pt x="0" y="94713"/>
                </a:moveTo>
                <a:cubicBezTo>
                  <a:pt x="0" y="87818"/>
                  <a:pt x="862" y="81482"/>
                  <a:pt x="2586" y="75707"/>
                </a:cubicBezTo>
                <a:cubicBezTo>
                  <a:pt x="4309" y="69931"/>
                  <a:pt x="6683" y="65002"/>
                  <a:pt x="9707" y="60919"/>
                </a:cubicBezTo>
                <a:cubicBezTo>
                  <a:pt x="12731" y="56837"/>
                  <a:pt x="16284" y="53389"/>
                  <a:pt x="20367" y="50577"/>
                </a:cubicBezTo>
                <a:cubicBezTo>
                  <a:pt x="24449" y="47765"/>
                  <a:pt x="28819" y="45678"/>
                  <a:pt x="33476" y="44317"/>
                </a:cubicBezTo>
                <a:cubicBezTo>
                  <a:pt x="38133" y="42956"/>
                  <a:pt x="43002" y="42276"/>
                  <a:pt x="48082" y="42276"/>
                </a:cubicBezTo>
                <a:cubicBezTo>
                  <a:pt x="51650" y="42276"/>
                  <a:pt x="55128" y="42639"/>
                  <a:pt x="58515" y="43365"/>
                </a:cubicBezTo>
                <a:cubicBezTo>
                  <a:pt x="61902" y="44090"/>
                  <a:pt x="65319" y="45345"/>
                  <a:pt x="68766" y="47129"/>
                </a:cubicBezTo>
                <a:cubicBezTo>
                  <a:pt x="72214" y="48914"/>
                  <a:pt x="75298" y="51121"/>
                  <a:pt x="78020" y="53752"/>
                </a:cubicBezTo>
                <a:cubicBezTo>
                  <a:pt x="80742" y="56383"/>
                  <a:pt x="83161" y="59740"/>
                  <a:pt x="85278" y="63822"/>
                </a:cubicBezTo>
                <a:cubicBezTo>
                  <a:pt x="87394" y="67905"/>
                  <a:pt x="88906" y="72516"/>
                  <a:pt x="89814" y="77657"/>
                </a:cubicBezTo>
                <a:cubicBezTo>
                  <a:pt x="90539" y="81286"/>
                  <a:pt x="90902" y="85217"/>
                  <a:pt x="90902" y="89451"/>
                </a:cubicBezTo>
                <a:cubicBezTo>
                  <a:pt x="90902" y="90902"/>
                  <a:pt x="90781" y="93201"/>
                  <a:pt x="90539" y="96346"/>
                </a:cubicBezTo>
                <a:lnTo>
                  <a:pt x="90358" y="98704"/>
                </a:lnTo>
                <a:lnTo>
                  <a:pt x="20866" y="98704"/>
                </a:lnTo>
                <a:cubicBezTo>
                  <a:pt x="21410" y="104208"/>
                  <a:pt x="22741" y="108926"/>
                  <a:pt x="24858" y="112857"/>
                </a:cubicBezTo>
                <a:cubicBezTo>
                  <a:pt x="26974" y="116788"/>
                  <a:pt x="29575" y="119736"/>
                  <a:pt x="32660" y="121702"/>
                </a:cubicBezTo>
                <a:cubicBezTo>
                  <a:pt x="35744" y="123668"/>
                  <a:pt x="38813" y="125074"/>
                  <a:pt x="41868" y="125921"/>
                </a:cubicBezTo>
                <a:cubicBezTo>
                  <a:pt x="44922" y="126767"/>
                  <a:pt x="48082" y="127191"/>
                  <a:pt x="51348" y="127191"/>
                </a:cubicBezTo>
                <a:cubicBezTo>
                  <a:pt x="60904" y="127191"/>
                  <a:pt x="68706" y="123804"/>
                  <a:pt x="74754" y="117030"/>
                </a:cubicBezTo>
                <a:lnTo>
                  <a:pt x="76568" y="114853"/>
                </a:lnTo>
                <a:lnTo>
                  <a:pt x="89088" y="127009"/>
                </a:lnTo>
                <a:lnTo>
                  <a:pt x="87455" y="129005"/>
                </a:lnTo>
                <a:cubicBezTo>
                  <a:pt x="83100" y="134267"/>
                  <a:pt x="77672" y="138274"/>
                  <a:pt x="71171" y="141026"/>
                </a:cubicBezTo>
                <a:cubicBezTo>
                  <a:pt x="64669" y="143777"/>
                  <a:pt x="57638" y="145153"/>
                  <a:pt x="50078" y="145153"/>
                </a:cubicBezTo>
                <a:cubicBezTo>
                  <a:pt x="43062" y="145153"/>
                  <a:pt x="36530" y="144035"/>
                  <a:pt x="30482" y="141797"/>
                </a:cubicBezTo>
                <a:cubicBezTo>
                  <a:pt x="24434" y="139559"/>
                  <a:pt x="19142" y="136353"/>
                  <a:pt x="14606" y="132180"/>
                </a:cubicBezTo>
                <a:cubicBezTo>
                  <a:pt x="10070" y="128007"/>
                  <a:pt x="6502" y="122700"/>
                  <a:pt x="3901" y="116259"/>
                </a:cubicBezTo>
                <a:cubicBezTo>
                  <a:pt x="1300" y="109818"/>
                  <a:pt x="0" y="102636"/>
                  <a:pt x="0" y="94713"/>
                </a:cubicBezTo>
                <a:moveTo>
                  <a:pt x="46993" y="59694"/>
                </a:moveTo>
                <a:cubicBezTo>
                  <a:pt x="44514" y="59694"/>
                  <a:pt x="42064" y="60042"/>
                  <a:pt x="39645" y="60738"/>
                </a:cubicBezTo>
                <a:cubicBezTo>
                  <a:pt x="37226" y="61433"/>
                  <a:pt x="34807" y="62552"/>
                  <a:pt x="32387" y="64094"/>
                </a:cubicBezTo>
                <a:cubicBezTo>
                  <a:pt x="29968" y="65637"/>
                  <a:pt x="27806" y="67889"/>
                  <a:pt x="25901" y="70853"/>
                </a:cubicBezTo>
                <a:cubicBezTo>
                  <a:pt x="23996" y="73817"/>
                  <a:pt x="22620" y="77294"/>
                  <a:pt x="21773" y="81286"/>
                </a:cubicBezTo>
                <a:lnTo>
                  <a:pt x="69855" y="81286"/>
                </a:lnTo>
                <a:lnTo>
                  <a:pt x="69855" y="80742"/>
                </a:lnTo>
                <a:cubicBezTo>
                  <a:pt x="69855" y="74875"/>
                  <a:pt x="67678" y="69900"/>
                  <a:pt x="63323" y="65818"/>
                </a:cubicBezTo>
                <a:cubicBezTo>
                  <a:pt x="58969" y="61736"/>
                  <a:pt x="53525" y="59694"/>
                  <a:pt x="46993" y="59694"/>
                </a:cubicBezTo>
                <a:close/>
                <a:moveTo>
                  <a:pt x="119094" y="17963"/>
                </a:moveTo>
                <a:lnTo>
                  <a:pt x="119094" y="0"/>
                </a:lnTo>
                <a:lnTo>
                  <a:pt x="168265" y="0"/>
                </a:lnTo>
                <a:lnTo>
                  <a:pt x="168265" y="125013"/>
                </a:lnTo>
                <a:lnTo>
                  <a:pt x="197114" y="125013"/>
                </a:lnTo>
                <a:lnTo>
                  <a:pt x="197114" y="142976"/>
                </a:lnTo>
                <a:lnTo>
                  <a:pt x="117824" y="142976"/>
                </a:lnTo>
                <a:lnTo>
                  <a:pt x="117824" y="125013"/>
                </a:lnTo>
                <a:lnTo>
                  <a:pt x="147036" y="125013"/>
                </a:lnTo>
                <a:lnTo>
                  <a:pt x="147036" y="17963"/>
                </a:lnTo>
                <a:lnTo>
                  <a:pt x="119094" y="17963"/>
                </a:lnTo>
                <a:close/>
                <a:moveTo>
                  <a:pt x="310221" y="58606"/>
                </a:moveTo>
                <a:lnTo>
                  <a:pt x="311672" y="60239"/>
                </a:lnTo>
                <a:lnTo>
                  <a:pt x="300241" y="77294"/>
                </a:lnTo>
                <a:lnTo>
                  <a:pt x="298427" y="76750"/>
                </a:lnTo>
                <a:cubicBezTo>
                  <a:pt x="297641" y="76508"/>
                  <a:pt x="296900" y="75994"/>
                  <a:pt x="296204" y="75208"/>
                </a:cubicBezTo>
                <a:cubicBezTo>
                  <a:pt x="295509" y="74421"/>
                  <a:pt x="295161" y="73423"/>
                  <a:pt x="295161" y="72214"/>
                </a:cubicBezTo>
                <a:lnTo>
                  <a:pt x="295161" y="71851"/>
                </a:lnTo>
                <a:cubicBezTo>
                  <a:pt x="292863" y="68827"/>
                  <a:pt x="289521" y="66015"/>
                  <a:pt x="285136" y="63414"/>
                </a:cubicBezTo>
                <a:cubicBezTo>
                  <a:pt x="280751" y="60813"/>
                  <a:pt x="275747" y="59513"/>
                  <a:pt x="270122" y="59513"/>
                </a:cubicBezTo>
                <a:cubicBezTo>
                  <a:pt x="264921" y="59513"/>
                  <a:pt x="260627" y="60511"/>
                  <a:pt x="257240" y="62507"/>
                </a:cubicBezTo>
                <a:cubicBezTo>
                  <a:pt x="253853" y="64503"/>
                  <a:pt x="252159" y="66831"/>
                  <a:pt x="252159" y="69492"/>
                </a:cubicBezTo>
                <a:cubicBezTo>
                  <a:pt x="252159" y="73000"/>
                  <a:pt x="254881" y="75964"/>
                  <a:pt x="260324" y="78383"/>
                </a:cubicBezTo>
                <a:cubicBezTo>
                  <a:pt x="262441" y="79351"/>
                  <a:pt x="267914" y="81044"/>
                  <a:pt x="276745" y="83463"/>
                </a:cubicBezTo>
                <a:cubicBezTo>
                  <a:pt x="285575" y="85882"/>
                  <a:pt x="292197" y="88241"/>
                  <a:pt x="296612" y="90539"/>
                </a:cubicBezTo>
                <a:cubicBezTo>
                  <a:pt x="300544" y="92596"/>
                  <a:pt x="303764" y="95060"/>
                  <a:pt x="306274" y="97933"/>
                </a:cubicBezTo>
                <a:cubicBezTo>
                  <a:pt x="308784" y="100806"/>
                  <a:pt x="310463" y="103513"/>
                  <a:pt x="311309" y="106053"/>
                </a:cubicBezTo>
                <a:cubicBezTo>
                  <a:pt x="312156" y="108593"/>
                  <a:pt x="312579" y="111163"/>
                  <a:pt x="312579" y="113764"/>
                </a:cubicBezTo>
                <a:cubicBezTo>
                  <a:pt x="312579" y="117756"/>
                  <a:pt x="311597" y="121611"/>
                  <a:pt x="309631" y="125331"/>
                </a:cubicBezTo>
                <a:cubicBezTo>
                  <a:pt x="307665" y="129050"/>
                  <a:pt x="304883" y="132392"/>
                  <a:pt x="301285" y="135356"/>
                </a:cubicBezTo>
                <a:cubicBezTo>
                  <a:pt x="297686" y="138319"/>
                  <a:pt x="293074" y="140693"/>
                  <a:pt x="287450" y="142477"/>
                </a:cubicBezTo>
                <a:cubicBezTo>
                  <a:pt x="281825" y="144261"/>
                  <a:pt x="275626" y="145153"/>
                  <a:pt x="268852" y="145153"/>
                </a:cubicBezTo>
                <a:cubicBezTo>
                  <a:pt x="260747" y="145153"/>
                  <a:pt x="252930" y="143793"/>
                  <a:pt x="245401" y="141071"/>
                </a:cubicBezTo>
                <a:cubicBezTo>
                  <a:pt x="237871" y="138349"/>
                  <a:pt x="231172" y="134267"/>
                  <a:pt x="225306" y="128824"/>
                </a:cubicBezTo>
                <a:lnTo>
                  <a:pt x="223673" y="127372"/>
                </a:lnTo>
                <a:lnTo>
                  <a:pt x="235104" y="107776"/>
                </a:lnTo>
                <a:lnTo>
                  <a:pt x="237281" y="108865"/>
                </a:lnTo>
                <a:cubicBezTo>
                  <a:pt x="238188" y="109288"/>
                  <a:pt x="238869" y="109893"/>
                  <a:pt x="239322" y="110679"/>
                </a:cubicBezTo>
                <a:cubicBezTo>
                  <a:pt x="239776" y="111466"/>
                  <a:pt x="240003" y="112131"/>
                  <a:pt x="240003" y="112675"/>
                </a:cubicBezTo>
                <a:lnTo>
                  <a:pt x="240003" y="113583"/>
                </a:lnTo>
                <a:lnTo>
                  <a:pt x="239821" y="113945"/>
                </a:lnTo>
                <a:cubicBezTo>
                  <a:pt x="240789" y="115034"/>
                  <a:pt x="241999" y="116168"/>
                  <a:pt x="243450" y="117347"/>
                </a:cubicBezTo>
                <a:cubicBezTo>
                  <a:pt x="244902" y="118527"/>
                  <a:pt x="246837" y="119888"/>
                  <a:pt x="249256" y="121430"/>
                </a:cubicBezTo>
                <a:cubicBezTo>
                  <a:pt x="251675" y="122972"/>
                  <a:pt x="254578" y="124227"/>
                  <a:pt x="257965" y="125195"/>
                </a:cubicBezTo>
                <a:cubicBezTo>
                  <a:pt x="261352" y="126163"/>
                  <a:pt x="264860" y="126646"/>
                  <a:pt x="268489" y="126646"/>
                </a:cubicBezTo>
                <a:cubicBezTo>
                  <a:pt x="275142" y="126646"/>
                  <a:pt x="280555" y="125452"/>
                  <a:pt x="284728" y="123063"/>
                </a:cubicBezTo>
                <a:cubicBezTo>
                  <a:pt x="288901" y="120674"/>
                  <a:pt x="290988" y="117877"/>
                  <a:pt x="290988" y="114671"/>
                </a:cubicBezTo>
                <a:cubicBezTo>
                  <a:pt x="290988" y="110800"/>
                  <a:pt x="288266" y="107655"/>
                  <a:pt x="282823" y="105236"/>
                </a:cubicBezTo>
                <a:cubicBezTo>
                  <a:pt x="280162" y="104027"/>
                  <a:pt x="275565" y="102484"/>
                  <a:pt x="269033" y="100609"/>
                </a:cubicBezTo>
                <a:cubicBezTo>
                  <a:pt x="262501" y="98735"/>
                  <a:pt x="258328" y="97495"/>
                  <a:pt x="256514" y="96890"/>
                </a:cubicBezTo>
                <a:cubicBezTo>
                  <a:pt x="255062" y="96406"/>
                  <a:pt x="254049" y="96058"/>
                  <a:pt x="253475" y="95847"/>
                </a:cubicBezTo>
                <a:cubicBezTo>
                  <a:pt x="252900" y="95635"/>
                  <a:pt x="251524" y="95075"/>
                  <a:pt x="249347" y="94168"/>
                </a:cubicBezTo>
                <a:cubicBezTo>
                  <a:pt x="247170" y="93261"/>
                  <a:pt x="245461" y="92399"/>
                  <a:pt x="244221" y="91583"/>
                </a:cubicBezTo>
                <a:cubicBezTo>
                  <a:pt x="242981" y="90766"/>
                  <a:pt x="241394" y="89617"/>
                  <a:pt x="239458" y="88135"/>
                </a:cubicBezTo>
                <a:cubicBezTo>
                  <a:pt x="237523" y="86654"/>
                  <a:pt x="236011" y="85111"/>
                  <a:pt x="234922" y="83509"/>
                </a:cubicBezTo>
                <a:cubicBezTo>
                  <a:pt x="233834" y="81906"/>
                  <a:pt x="232866" y="79970"/>
                  <a:pt x="232019" y="77702"/>
                </a:cubicBezTo>
                <a:cubicBezTo>
                  <a:pt x="231172" y="75434"/>
                  <a:pt x="230749" y="73061"/>
                  <a:pt x="230749" y="70581"/>
                </a:cubicBezTo>
                <a:cubicBezTo>
                  <a:pt x="230749" y="62597"/>
                  <a:pt x="234590" y="55884"/>
                  <a:pt x="242271" y="50441"/>
                </a:cubicBezTo>
                <a:cubicBezTo>
                  <a:pt x="249952" y="44998"/>
                  <a:pt x="259659" y="42276"/>
                  <a:pt x="271392" y="42276"/>
                </a:cubicBezTo>
                <a:cubicBezTo>
                  <a:pt x="279073" y="42276"/>
                  <a:pt x="286270" y="43667"/>
                  <a:pt x="292984" y="46449"/>
                </a:cubicBezTo>
                <a:cubicBezTo>
                  <a:pt x="299697" y="49231"/>
                  <a:pt x="305443" y="53283"/>
                  <a:pt x="310221" y="58606"/>
                </a:cubicBezTo>
                <a:close/>
                <a:moveTo>
                  <a:pt x="333876" y="94713"/>
                </a:moveTo>
                <a:cubicBezTo>
                  <a:pt x="333876" y="87818"/>
                  <a:pt x="334738" y="81482"/>
                  <a:pt x="336462" y="75707"/>
                </a:cubicBezTo>
                <a:cubicBezTo>
                  <a:pt x="338186" y="69931"/>
                  <a:pt x="340559" y="65002"/>
                  <a:pt x="343583" y="60919"/>
                </a:cubicBezTo>
                <a:cubicBezTo>
                  <a:pt x="346608" y="56837"/>
                  <a:pt x="350161" y="53389"/>
                  <a:pt x="354243" y="50577"/>
                </a:cubicBezTo>
                <a:cubicBezTo>
                  <a:pt x="358326" y="47765"/>
                  <a:pt x="362695" y="45678"/>
                  <a:pt x="367352" y="44317"/>
                </a:cubicBezTo>
                <a:cubicBezTo>
                  <a:pt x="372009" y="42956"/>
                  <a:pt x="376878" y="42276"/>
                  <a:pt x="381958" y="42276"/>
                </a:cubicBezTo>
                <a:cubicBezTo>
                  <a:pt x="385527" y="42276"/>
                  <a:pt x="389004" y="42639"/>
                  <a:pt x="392391" y="43365"/>
                </a:cubicBezTo>
                <a:cubicBezTo>
                  <a:pt x="395778" y="44090"/>
                  <a:pt x="399195" y="45345"/>
                  <a:pt x="402643" y="47129"/>
                </a:cubicBezTo>
                <a:cubicBezTo>
                  <a:pt x="406090" y="48914"/>
                  <a:pt x="409175" y="51121"/>
                  <a:pt x="411896" y="53752"/>
                </a:cubicBezTo>
                <a:cubicBezTo>
                  <a:pt x="414618" y="56383"/>
                  <a:pt x="417037" y="59740"/>
                  <a:pt x="419154" y="63822"/>
                </a:cubicBezTo>
                <a:cubicBezTo>
                  <a:pt x="421271" y="67905"/>
                  <a:pt x="422783" y="72516"/>
                  <a:pt x="423690" y="77657"/>
                </a:cubicBezTo>
                <a:cubicBezTo>
                  <a:pt x="424416" y="81286"/>
                  <a:pt x="424779" y="85217"/>
                  <a:pt x="424779" y="89451"/>
                </a:cubicBezTo>
                <a:cubicBezTo>
                  <a:pt x="424779" y="90902"/>
                  <a:pt x="424658" y="93201"/>
                  <a:pt x="424416" y="96346"/>
                </a:cubicBezTo>
                <a:lnTo>
                  <a:pt x="424234" y="98704"/>
                </a:lnTo>
                <a:lnTo>
                  <a:pt x="354742" y="98704"/>
                </a:lnTo>
                <a:cubicBezTo>
                  <a:pt x="355286" y="104208"/>
                  <a:pt x="356617" y="108926"/>
                  <a:pt x="358734" y="112857"/>
                </a:cubicBezTo>
                <a:cubicBezTo>
                  <a:pt x="360851" y="116788"/>
                  <a:pt x="363451" y="119736"/>
                  <a:pt x="366536" y="121702"/>
                </a:cubicBezTo>
                <a:cubicBezTo>
                  <a:pt x="369620" y="123668"/>
                  <a:pt x="372690" y="125074"/>
                  <a:pt x="375744" y="125921"/>
                </a:cubicBezTo>
                <a:cubicBezTo>
                  <a:pt x="378798" y="126767"/>
                  <a:pt x="381958" y="127191"/>
                  <a:pt x="385224" y="127191"/>
                </a:cubicBezTo>
                <a:cubicBezTo>
                  <a:pt x="394780" y="127191"/>
                  <a:pt x="402582" y="123804"/>
                  <a:pt x="408630" y="117030"/>
                </a:cubicBezTo>
                <a:lnTo>
                  <a:pt x="410445" y="114853"/>
                </a:lnTo>
                <a:lnTo>
                  <a:pt x="422964" y="127009"/>
                </a:lnTo>
                <a:lnTo>
                  <a:pt x="421331" y="129005"/>
                </a:lnTo>
                <a:cubicBezTo>
                  <a:pt x="416977" y="134267"/>
                  <a:pt x="411549" y="138274"/>
                  <a:pt x="405047" y="141026"/>
                </a:cubicBezTo>
                <a:cubicBezTo>
                  <a:pt x="398545" y="143777"/>
                  <a:pt x="391514" y="145153"/>
                  <a:pt x="383954" y="145153"/>
                </a:cubicBezTo>
                <a:cubicBezTo>
                  <a:pt x="376939" y="145153"/>
                  <a:pt x="370407" y="144035"/>
                  <a:pt x="364359" y="141797"/>
                </a:cubicBezTo>
                <a:cubicBezTo>
                  <a:pt x="358311" y="139559"/>
                  <a:pt x="353018" y="136353"/>
                  <a:pt x="348482" y="132180"/>
                </a:cubicBezTo>
                <a:cubicBezTo>
                  <a:pt x="343946" y="128007"/>
                  <a:pt x="340378" y="122700"/>
                  <a:pt x="337777" y="116259"/>
                </a:cubicBezTo>
                <a:cubicBezTo>
                  <a:pt x="335177" y="109818"/>
                  <a:pt x="333876" y="102636"/>
                  <a:pt x="333876" y="94713"/>
                </a:cubicBezTo>
                <a:moveTo>
                  <a:pt x="380870" y="59694"/>
                </a:moveTo>
                <a:cubicBezTo>
                  <a:pt x="378390" y="59694"/>
                  <a:pt x="375941" y="60042"/>
                  <a:pt x="373521" y="60738"/>
                </a:cubicBezTo>
                <a:cubicBezTo>
                  <a:pt x="371102" y="61433"/>
                  <a:pt x="368683" y="62552"/>
                  <a:pt x="366264" y="64094"/>
                </a:cubicBezTo>
                <a:cubicBezTo>
                  <a:pt x="363844" y="65637"/>
                  <a:pt x="361682" y="67889"/>
                  <a:pt x="359777" y="70853"/>
                </a:cubicBezTo>
                <a:cubicBezTo>
                  <a:pt x="357872" y="73817"/>
                  <a:pt x="356496" y="77294"/>
                  <a:pt x="355649" y="81286"/>
                </a:cubicBezTo>
                <a:lnTo>
                  <a:pt x="403731" y="81286"/>
                </a:lnTo>
                <a:lnTo>
                  <a:pt x="403731" y="80742"/>
                </a:lnTo>
                <a:cubicBezTo>
                  <a:pt x="403731" y="74875"/>
                  <a:pt x="401554" y="69900"/>
                  <a:pt x="397200" y="65818"/>
                </a:cubicBezTo>
                <a:cubicBezTo>
                  <a:pt x="392845" y="61736"/>
                  <a:pt x="387402" y="59694"/>
                  <a:pt x="380870" y="59694"/>
                </a:cubicBezTo>
                <a:close/>
              </a:path>
            </a:pathLst>
          </a:custGeom>
          <a:solidFill xmlns:a="http://schemas.openxmlformats.org/drawingml/2006/main">
            <a:srgbClr val="00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Text {">
            <a:extLst xmlns:a="http://schemas.openxmlformats.org/drawingml/2006/main">
              <a:ext uri="{FF2B5EF4-FFF2-40B4-BE49-F238E27FC236}">
                <a16:creationId xmlns:a16="http://schemas.microsoft.com/office/drawing/2014/main" id="{352DAC03-C347-46D3-A6B5-31CCF17C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44" y="2062247"/>
            <a:ext cx="76568" cy="171281"/>
          </a:xfrm>
          <a:custGeom xmlns:a="http://schemas.openxmlformats.org/drawingml/2006/main">
            <a:pathLst>
              <a:path w="76568" h="171281">
                <a:moveTo>
                  <a:pt x="0" y="76024"/>
                </a:moveTo>
                <a:lnTo>
                  <a:pt x="4173" y="76024"/>
                </a:lnTo>
                <a:cubicBezTo>
                  <a:pt x="6048" y="76024"/>
                  <a:pt x="7575" y="75979"/>
                  <a:pt x="8755" y="75888"/>
                </a:cubicBezTo>
                <a:cubicBezTo>
                  <a:pt x="9934" y="75797"/>
                  <a:pt x="11506" y="75359"/>
                  <a:pt x="13472" y="74573"/>
                </a:cubicBezTo>
                <a:cubicBezTo>
                  <a:pt x="15438" y="73786"/>
                  <a:pt x="17176" y="72637"/>
                  <a:pt x="18689" y="71125"/>
                </a:cubicBezTo>
                <a:cubicBezTo>
                  <a:pt x="22438" y="67133"/>
                  <a:pt x="24313" y="61085"/>
                  <a:pt x="24313" y="52981"/>
                </a:cubicBezTo>
                <a:cubicBezTo>
                  <a:pt x="24313" y="51227"/>
                  <a:pt x="24222" y="48657"/>
                  <a:pt x="24041" y="45270"/>
                </a:cubicBezTo>
                <a:cubicBezTo>
                  <a:pt x="23860" y="41883"/>
                  <a:pt x="23769" y="39312"/>
                  <a:pt x="23769" y="37558"/>
                </a:cubicBezTo>
                <a:cubicBezTo>
                  <a:pt x="23769" y="24676"/>
                  <a:pt x="27277" y="14999"/>
                  <a:pt x="34292" y="8528"/>
                </a:cubicBezTo>
                <a:cubicBezTo>
                  <a:pt x="38163" y="4959"/>
                  <a:pt x="42593" y="2646"/>
                  <a:pt x="47583" y="1588"/>
                </a:cubicBezTo>
                <a:cubicBezTo>
                  <a:pt x="52573" y="529"/>
                  <a:pt x="58424" y="0"/>
                  <a:pt x="65138" y="0"/>
                </a:cubicBezTo>
                <a:lnTo>
                  <a:pt x="70037" y="0"/>
                </a:lnTo>
                <a:lnTo>
                  <a:pt x="76568" y="0"/>
                </a:lnTo>
                <a:lnTo>
                  <a:pt x="76568" y="12338"/>
                </a:lnTo>
                <a:lnTo>
                  <a:pt x="69129" y="12338"/>
                </a:lnTo>
                <a:cubicBezTo>
                  <a:pt x="68041" y="12338"/>
                  <a:pt x="66544" y="12308"/>
                  <a:pt x="64639" y="12247"/>
                </a:cubicBezTo>
                <a:cubicBezTo>
                  <a:pt x="62733" y="12187"/>
                  <a:pt x="61388" y="12157"/>
                  <a:pt x="60602" y="12157"/>
                </a:cubicBezTo>
                <a:cubicBezTo>
                  <a:pt x="55037" y="12157"/>
                  <a:pt x="50622" y="13124"/>
                  <a:pt x="47356" y="15060"/>
                </a:cubicBezTo>
                <a:cubicBezTo>
                  <a:pt x="41550" y="18749"/>
                  <a:pt x="38647" y="25462"/>
                  <a:pt x="38647" y="35200"/>
                </a:cubicBezTo>
                <a:cubicBezTo>
                  <a:pt x="38647" y="36893"/>
                  <a:pt x="38768" y="39388"/>
                  <a:pt x="39010" y="42684"/>
                </a:cubicBezTo>
                <a:cubicBezTo>
                  <a:pt x="39252" y="45980"/>
                  <a:pt x="39373" y="48505"/>
                  <a:pt x="39373" y="50259"/>
                </a:cubicBezTo>
                <a:cubicBezTo>
                  <a:pt x="39373" y="56912"/>
                  <a:pt x="38163" y="62658"/>
                  <a:pt x="35744" y="67496"/>
                </a:cubicBezTo>
                <a:cubicBezTo>
                  <a:pt x="32478" y="74391"/>
                  <a:pt x="27398" y="79230"/>
                  <a:pt x="20503" y="82012"/>
                </a:cubicBezTo>
                <a:cubicBezTo>
                  <a:pt x="22801" y="82798"/>
                  <a:pt x="24933" y="83902"/>
                  <a:pt x="26899" y="85323"/>
                </a:cubicBezTo>
                <a:cubicBezTo>
                  <a:pt x="28864" y="86744"/>
                  <a:pt x="30800" y="88710"/>
                  <a:pt x="32705" y="91220"/>
                </a:cubicBezTo>
                <a:cubicBezTo>
                  <a:pt x="34610" y="93730"/>
                  <a:pt x="36107" y="97056"/>
                  <a:pt x="37196" y="101199"/>
                </a:cubicBezTo>
                <a:cubicBezTo>
                  <a:pt x="38284" y="105342"/>
                  <a:pt x="38829" y="110075"/>
                  <a:pt x="38829" y="115397"/>
                </a:cubicBezTo>
                <a:cubicBezTo>
                  <a:pt x="38829" y="117756"/>
                  <a:pt x="38708" y="120931"/>
                  <a:pt x="38466" y="124923"/>
                </a:cubicBezTo>
                <a:cubicBezTo>
                  <a:pt x="38224" y="128914"/>
                  <a:pt x="38103" y="131787"/>
                  <a:pt x="38103" y="133541"/>
                </a:cubicBezTo>
                <a:cubicBezTo>
                  <a:pt x="38103" y="144186"/>
                  <a:pt x="41066" y="151564"/>
                  <a:pt x="46993" y="155677"/>
                </a:cubicBezTo>
                <a:cubicBezTo>
                  <a:pt x="49231" y="157189"/>
                  <a:pt x="51666" y="158172"/>
                  <a:pt x="54296" y="158625"/>
                </a:cubicBezTo>
                <a:cubicBezTo>
                  <a:pt x="56927" y="159079"/>
                  <a:pt x="60239" y="159306"/>
                  <a:pt x="64230" y="159306"/>
                </a:cubicBezTo>
                <a:lnTo>
                  <a:pt x="68404" y="159306"/>
                </a:lnTo>
                <a:lnTo>
                  <a:pt x="76387" y="159306"/>
                </a:lnTo>
                <a:lnTo>
                  <a:pt x="76387" y="171281"/>
                </a:lnTo>
                <a:lnTo>
                  <a:pt x="68585" y="171281"/>
                </a:lnTo>
                <a:lnTo>
                  <a:pt x="61872" y="171281"/>
                </a:lnTo>
                <a:cubicBezTo>
                  <a:pt x="55521" y="171281"/>
                  <a:pt x="50290" y="170903"/>
                  <a:pt x="46177" y="170147"/>
                </a:cubicBezTo>
                <a:cubicBezTo>
                  <a:pt x="42064" y="169391"/>
                  <a:pt x="38284" y="167652"/>
                  <a:pt x="34837" y="164931"/>
                </a:cubicBezTo>
                <a:cubicBezTo>
                  <a:pt x="26853" y="158762"/>
                  <a:pt x="22862" y="148359"/>
                  <a:pt x="22862" y="133723"/>
                </a:cubicBezTo>
                <a:cubicBezTo>
                  <a:pt x="22862" y="130820"/>
                  <a:pt x="23013" y="127024"/>
                  <a:pt x="23315" y="122337"/>
                </a:cubicBezTo>
                <a:cubicBezTo>
                  <a:pt x="23618" y="117650"/>
                  <a:pt x="23769" y="114248"/>
                  <a:pt x="23769" y="112131"/>
                </a:cubicBezTo>
                <a:cubicBezTo>
                  <a:pt x="23769" y="102636"/>
                  <a:pt x="21833" y="96043"/>
                  <a:pt x="17963" y="92354"/>
                </a:cubicBezTo>
                <a:cubicBezTo>
                  <a:pt x="16572" y="91023"/>
                  <a:pt x="14924" y="90025"/>
                  <a:pt x="13018" y="89360"/>
                </a:cubicBezTo>
                <a:cubicBezTo>
                  <a:pt x="11113" y="88695"/>
                  <a:pt x="9662" y="88332"/>
                  <a:pt x="8664" y="88271"/>
                </a:cubicBezTo>
                <a:cubicBezTo>
                  <a:pt x="7666" y="88211"/>
                  <a:pt x="6230" y="88181"/>
                  <a:pt x="4355" y="88181"/>
                </a:cubicBezTo>
                <a:lnTo>
                  <a:pt x="0" y="88181"/>
                </a:lnTo>
                <a:lnTo>
                  <a:pt x="0" y="760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Text 9">
            <a:extLst xmlns:a="http://schemas.openxmlformats.org/drawingml/2006/main">
              <a:ext uri="{FF2B5EF4-FFF2-40B4-BE49-F238E27FC236}">
                <a16:creationId xmlns:a16="http://schemas.microsoft.com/office/drawing/2014/main" id="{E0A4E6AC-E4B5-46FA-8085-40C608CD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6" y="2311808"/>
            <a:ext cx="79471" cy="137533"/>
          </a:xfrm>
          <a:custGeom xmlns:a="http://schemas.openxmlformats.org/drawingml/2006/main">
            <a:pathLst>
              <a:path w="79471" h="137533">
                <a:moveTo>
                  <a:pt x="32115" y="137533"/>
                </a:moveTo>
                <a:cubicBezTo>
                  <a:pt x="26551" y="137533"/>
                  <a:pt x="21198" y="136474"/>
                  <a:pt x="16058" y="134358"/>
                </a:cubicBezTo>
                <a:cubicBezTo>
                  <a:pt x="10917" y="132241"/>
                  <a:pt x="6350" y="129247"/>
                  <a:pt x="2359" y="125376"/>
                </a:cubicBezTo>
                <a:lnTo>
                  <a:pt x="12882" y="113764"/>
                </a:lnTo>
                <a:cubicBezTo>
                  <a:pt x="13669" y="114248"/>
                  <a:pt x="14304" y="115140"/>
                  <a:pt x="14788" y="116440"/>
                </a:cubicBezTo>
                <a:cubicBezTo>
                  <a:pt x="15271" y="117741"/>
                  <a:pt x="15785" y="118602"/>
                  <a:pt x="16330" y="119026"/>
                </a:cubicBezTo>
                <a:cubicBezTo>
                  <a:pt x="16814" y="119389"/>
                  <a:pt x="17509" y="119842"/>
                  <a:pt x="18416" y="120387"/>
                </a:cubicBezTo>
                <a:cubicBezTo>
                  <a:pt x="19324" y="120931"/>
                  <a:pt x="21183" y="121657"/>
                  <a:pt x="23996" y="122564"/>
                </a:cubicBezTo>
                <a:cubicBezTo>
                  <a:pt x="26808" y="123471"/>
                  <a:pt x="29635" y="123925"/>
                  <a:pt x="32478" y="123925"/>
                </a:cubicBezTo>
                <a:cubicBezTo>
                  <a:pt x="37861" y="123925"/>
                  <a:pt x="42971" y="122428"/>
                  <a:pt x="47810" y="119434"/>
                </a:cubicBezTo>
                <a:cubicBezTo>
                  <a:pt x="52648" y="116440"/>
                  <a:pt x="56428" y="111768"/>
                  <a:pt x="59150" y="105418"/>
                </a:cubicBezTo>
                <a:cubicBezTo>
                  <a:pt x="62295" y="97313"/>
                  <a:pt x="64049" y="86245"/>
                  <a:pt x="64412" y="72214"/>
                </a:cubicBezTo>
                <a:cubicBezTo>
                  <a:pt x="61206" y="76750"/>
                  <a:pt x="57184" y="80303"/>
                  <a:pt x="52346" y="82874"/>
                </a:cubicBezTo>
                <a:cubicBezTo>
                  <a:pt x="47508" y="85444"/>
                  <a:pt x="42336" y="86729"/>
                  <a:pt x="36833" y="86729"/>
                </a:cubicBezTo>
                <a:cubicBezTo>
                  <a:pt x="26732" y="86729"/>
                  <a:pt x="18069" y="82783"/>
                  <a:pt x="10841" y="74890"/>
                </a:cubicBezTo>
                <a:cubicBezTo>
                  <a:pt x="3614" y="66997"/>
                  <a:pt x="0" y="56791"/>
                  <a:pt x="0" y="44272"/>
                </a:cubicBezTo>
                <a:cubicBezTo>
                  <a:pt x="0" y="31510"/>
                  <a:pt x="3735" y="20941"/>
                  <a:pt x="11204" y="12565"/>
                </a:cubicBezTo>
                <a:cubicBezTo>
                  <a:pt x="18673" y="4188"/>
                  <a:pt x="27761" y="0"/>
                  <a:pt x="38466" y="0"/>
                </a:cubicBezTo>
                <a:cubicBezTo>
                  <a:pt x="43365" y="0"/>
                  <a:pt x="48067" y="953"/>
                  <a:pt x="52573" y="2858"/>
                </a:cubicBezTo>
                <a:cubicBezTo>
                  <a:pt x="57079" y="4763"/>
                  <a:pt x="61373" y="7953"/>
                  <a:pt x="65455" y="12429"/>
                </a:cubicBezTo>
                <a:cubicBezTo>
                  <a:pt x="69538" y="16904"/>
                  <a:pt x="72698" y="22438"/>
                  <a:pt x="74935" y="29031"/>
                </a:cubicBezTo>
                <a:cubicBezTo>
                  <a:pt x="77959" y="37921"/>
                  <a:pt x="79471" y="50441"/>
                  <a:pt x="79471" y="66589"/>
                </a:cubicBezTo>
                <a:cubicBezTo>
                  <a:pt x="79471" y="82435"/>
                  <a:pt x="77597" y="95680"/>
                  <a:pt x="73847" y="106325"/>
                </a:cubicBezTo>
                <a:cubicBezTo>
                  <a:pt x="71246" y="113220"/>
                  <a:pt x="67648" y="119056"/>
                  <a:pt x="63051" y="123834"/>
                </a:cubicBezTo>
                <a:cubicBezTo>
                  <a:pt x="58454" y="128612"/>
                  <a:pt x="53556" y="132090"/>
                  <a:pt x="48354" y="134267"/>
                </a:cubicBezTo>
                <a:cubicBezTo>
                  <a:pt x="43153" y="136444"/>
                  <a:pt x="37740" y="137533"/>
                  <a:pt x="32115" y="137533"/>
                </a:cubicBezTo>
                <a:moveTo>
                  <a:pt x="38284" y="73484"/>
                </a:moveTo>
                <a:cubicBezTo>
                  <a:pt x="43062" y="73484"/>
                  <a:pt x="47734" y="72017"/>
                  <a:pt x="52301" y="69084"/>
                </a:cubicBezTo>
                <a:cubicBezTo>
                  <a:pt x="56867" y="66151"/>
                  <a:pt x="60662" y="62174"/>
                  <a:pt x="63686" y="57154"/>
                </a:cubicBezTo>
                <a:cubicBezTo>
                  <a:pt x="63928" y="54251"/>
                  <a:pt x="64049" y="52074"/>
                  <a:pt x="64049" y="50622"/>
                </a:cubicBezTo>
                <a:cubicBezTo>
                  <a:pt x="64049" y="39373"/>
                  <a:pt x="61539" y="30331"/>
                  <a:pt x="56519" y="23497"/>
                </a:cubicBezTo>
                <a:cubicBezTo>
                  <a:pt x="51499" y="16662"/>
                  <a:pt x="45360" y="13245"/>
                  <a:pt x="38103" y="13245"/>
                </a:cubicBezTo>
                <a:cubicBezTo>
                  <a:pt x="31571" y="13245"/>
                  <a:pt x="26037" y="15982"/>
                  <a:pt x="21501" y="21455"/>
                </a:cubicBezTo>
                <a:cubicBezTo>
                  <a:pt x="16965" y="26929"/>
                  <a:pt x="14697" y="34353"/>
                  <a:pt x="14697" y="43727"/>
                </a:cubicBezTo>
                <a:cubicBezTo>
                  <a:pt x="14697" y="53162"/>
                  <a:pt x="17010" y="60481"/>
                  <a:pt x="21637" y="65682"/>
                </a:cubicBezTo>
                <a:cubicBezTo>
                  <a:pt x="26264" y="70883"/>
                  <a:pt x="31813" y="73484"/>
                  <a:pt x="38284" y="73484"/>
                </a:cubicBez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Text free(q);">
            <a:extLst xmlns:a="http://schemas.openxmlformats.org/drawingml/2006/main">
              <a:ext uri="{FF2B5EF4-FFF2-40B4-BE49-F238E27FC236}">
                <a16:creationId xmlns:a16="http://schemas.microsoft.com/office/drawing/2014/main" id="{9A6052EB-C99B-428D-8A58-A61B8AC6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42" y="2302736"/>
            <a:ext cx="831300" cy="181986"/>
          </a:xfrm>
          <a:custGeom xmlns:a="http://schemas.openxmlformats.org/drawingml/2006/main">
            <a:pathLst>
              <a:path w="831300" h="181986">
                <a:moveTo>
                  <a:pt x="60420" y="0"/>
                </a:moveTo>
                <a:cubicBezTo>
                  <a:pt x="73061" y="0"/>
                  <a:pt x="83100" y="4476"/>
                  <a:pt x="90539" y="13427"/>
                </a:cubicBezTo>
                <a:lnTo>
                  <a:pt x="83463" y="27761"/>
                </a:lnTo>
                <a:cubicBezTo>
                  <a:pt x="82375" y="27761"/>
                  <a:pt x="81830" y="27156"/>
                  <a:pt x="81830" y="25946"/>
                </a:cubicBezTo>
                <a:cubicBezTo>
                  <a:pt x="81588" y="24676"/>
                  <a:pt x="81286" y="23829"/>
                  <a:pt x="80923" y="23406"/>
                </a:cubicBezTo>
                <a:cubicBezTo>
                  <a:pt x="78746" y="20080"/>
                  <a:pt x="75797" y="17373"/>
                  <a:pt x="72078" y="15286"/>
                </a:cubicBezTo>
                <a:cubicBezTo>
                  <a:pt x="68358" y="13200"/>
                  <a:pt x="64230" y="12157"/>
                  <a:pt x="59694" y="12157"/>
                </a:cubicBezTo>
                <a:cubicBezTo>
                  <a:pt x="55461" y="12157"/>
                  <a:pt x="51590" y="13094"/>
                  <a:pt x="48082" y="14969"/>
                </a:cubicBezTo>
                <a:cubicBezTo>
                  <a:pt x="44574" y="16844"/>
                  <a:pt x="41792" y="19535"/>
                  <a:pt x="39736" y="23043"/>
                </a:cubicBezTo>
                <a:cubicBezTo>
                  <a:pt x="38647" y="24918"/>
                  <a:pt x="37846" y="27065"/>
                  <a:pt x="37332" y="29484"/>
                </a:cubicBezTo>
                <a:cubicBezTo>
                  <a:pt x="36818" y="31904"/>
                  <a:pt x="36515" y="33915"/>
                  <a:pt x="36424" y="35517"/>
                </a:cubicBezTo>
                <a:cubicBezTo>
                  <a:pt x="36334" y="37120"/>
                  <a:pt x="36288" y="39373"/>
                  <a:pt x="36288" y="42276"/>
                </a:cubicBezTo>
                <a:lnTo>
                  <a:pt x="36288" y="44272"/>
                </a:lnTo>
                <a:lnTo>
                  <a:pt x="36288" y="51892"/>
                </a:lnTo>
                <a:lnTo>
                  <a:pt x="68404" y="51892"/>
                </a:lnTo>
                <a:lnTo>
                  <a:pt x="68404" y="64230"/>
                </a:lnTo>
                <a:lnTo>
                  <a:pt x="36288" y="64230"/>
                </a:lnTo>
                <a:lnTo>
                  <a:pt x="36288" y="144428"/>
                </a:lnTo>
                <a:lnTo>
                  <a:pt x="21410" y="144428"/>
                </a:lnTo>
                <a:lnTo>
                  <a:pt x="21410" y="64230"/>
                </a:lnTo>
                <a:lnTo>
                  <a:pt x="0" y="64230"/>
                </a:lnTo>
                <a:lnTo>
                  <a:pt x="0" y="51892"/>
                </a:lnTo>
                <a:lnTo>
                  <a:pt x="21410" y="51892"/>
                </a:lnTo>
                <a:lnTo>
                  <a:pt x="21410" y="42276"/>
                </a:lnTo>
                <a:cubicBezTo>
                  <a:pt x="21410" y="38647"/>
                  <a:pt x="21486" y="35729"/>
                  <a:pt x="21637" y="33521"/>
                </a:cubicBezTo>
                <a:cubicBezTo>
                  <a:pt x="21788" y="31314"/>
                  <a:pt x="22272" y="28683"/>
                  <a:pt x="23088" y="25629"/>
                </a:cubicBezTo>
                <a:cubicBezTo>
                  <a:pt x="23905" y="22574"/>
                  <a:pt x="25099" y="19777"/>
                  <a:pt x="26672" y="17237"/>
                </a:cubicBezTo>
                <a:cubicBezTo>
                  <a:pt x="30059" y="11794"/>
                  <a:pt x="34776" y="7560"/>
                  <a:pt x="40824" y="4536"/>
                </a:cubicBezTo>
                <a:cubicBezTo>
                  <a:pt x="46872" y="1512"/>
                  <a:pt x="53404" y="0"/>
                  <a:pt x="60420" y="0"/>
                </a:cubicBezTo>
                <a:close/>
                <a:moveTo>
                  <a:pt x="119094" y="46086"/>
                </a:moveTo>
                <a:lnTo>
                  <a:pt x="135242" y="46086"/>
                </a:lnTo>
                <a:lnTo>
                  <a:pt x="134698" y="65138"/>
                </a:lnTo>
                <a:cubicBezTo>
                  <a:pt x="137843" y="58303"/>
                  <a:pt x="142651" y="53026"/>
                  <a:pt x="149123" y="49307"/>
                </a:cubicBezTo>
                <a:cubicBezTo>
                  <a:pt x="155594" y="45587"/>
                  <a:pt x="162580" y="43727"/>
                  <a:pt x="170079" y="43727"/>
                </a:cubicBezTo>
                <a:cubicBezTo>
                  <a:pt x="180663" y="43727"/>
                  <a:pt x="189433" y="47296"/>
                  <a:pt x="196388" y="54433"/>
                </a:cubicBezTo>
                <a:lnTo>
                  <a:pt x="189131" y="69311"/>
                </a:lnTo>
                <a:cubicBezTo>
                  <a:pt x="188526" y="68645"/>
                  <a:pt x="187830" y="67723"/>
                  <a:pt x="187044" y="66544"/>
                </a:cubicBezTo>
                <a:cubicBezTo>
                  <a:pt x="186258" y="65364"/>
                  <a:pt x="185744" y="64654"/>
                  <a:pt x="185502" y="64412"/>
                </a:cubicBezTo>
                <a:cubicBezTo>
                  <a:pt x="181691" y="59573"/>
                  <a:pt x="176248" y="57154"/>
                  <a:pt x="169172" y="57154"/>
                </a:cubicBezTo>
                <a:cubicBezTo>
                  <a:pt x="167176" y="57154"/>
                  <a:pt x="165150" y="57366"/>
                  <a:pt x="163094" y="57789"/>
                </a:cubicBezTo>
                <a:cubicBezTo>
                  <a:pt x="161037" y="58213"/>
                  <a:pt x="158739" y="58969"/>
                  <a:pt x="156199" y="60057"/>
                </a:cubicBezTo>
                <a:cubicBezTo>
                  <a:pt x="153659" y="61146"/>
                  <a:pt x="151119" y="62854"/>
                  <a:pt x="148578" y="65183"/>
                </a:cubicBezTo>
                <a:cubicBezTo>
                  <a:pt x="146038" y="67511"/>
                  <a:pt x="143710" y="70339"/>
                  <a:pt x="141593" y="73665"/>
                </a:cubicBezTo>
                <a:cubicBezTo>
                  <a:pt x="139476" y="76931"/>
                  <a:pt x="137888" y="80091"/>
                  <a:pt x="136830" y="83146"/>
                </a:cubicBezTo>
                <a:cubicBezTo>
                  <a:pt x="135772" y="86200"/>
                  <a:pt x="135152" y="88574"/>
                  <a:pt x="134970" y="90267"/>
                </a:cubicBezTo>
                <a:cubicBezTo>
                  <a:pt x="134789" y="91961"/>
                  <a:pt x="134698" y="94108"/>
                  <a:pt x="134698" y="96708"/>
                </a:cubicBezTo>
                <a:lnTo>
                  <a:pt x="134698" y="144609"/>
                </a:lnTo>
                <a:lnTo>
                  <a:pt x="119094" y="144609"/>
                </a:lnTo>
                <a:lnTo>
                  <a:pt x="119094" y="46086"/>
                </a:lnTo>
                <a:close/>
                <a:moveTo>
                  <a:pt x="264679" y="43727"/>
                </a:moveTo>
                <a:cubicBezTo>
                  <a:pt x="268005" y="43727"/>
                  <a:pt x="271256" y="44090"/>
                  <a:pt x="274431" y="44816"/>
                </a:cubicBezTo>
                <a:cubicBezTo>
                  <a:pt x="277606" y="45542"/>
                  <a:pt x="280782" y="46767"/>
                  <a:pt x="283957" y="48490"/>
                </a:cubicBezTo>
                <a:cubicBezTo>
                  <a:pt x="287132" y="50214"/>
                  <a:pt x="289990" y="52391"/>
                  <a:pt x="292530" y="55022"/>
                </a:cubicBezTo>
                <a:cubicBezTo>
                  <a:pt x="295070" y="57653"/>
                  <a:pt x="297323" y="60995"/>
                  <a:pt x="299289" y="65047"/>
                </a:cubicBezTo>
                <a:cubicBezTo>
                  <a:pt x="301254" y="69099"/>
                  <a:pt x="302661" y="73665"/>
                  <a:pt x="303507" y="78746"/>
                </a:cubicBezTo>
                <a:cubicBezTo>
                  <a:pt x="304233" y="82375"/>
                  <a:pt x="304596" y="86245"/>
                  <a:pt x="304596" y="90358"/>
                </a:cubicBezTo>
                <a:cubicBezTo>
                  <a:pt x="304596" y="93503"/>
                  <a:pt x="304535" y="95862"/>
                  <a:pt x="304414" y="97434"/>
                </a:cubicBezTo>
                <a:lnTo>
                  <a:pt x="234559" y="97434"/>
                </a:lnTo>
                <a:cubicBezTo>
                  <a:pt x="234801" y="103119"/>
                  <a:pt x="235709" y="108170"/>
                  <a:pt x="237281" y="112585"/>
                </a:cubicBezTo>
                <a:cubicBezTo>
                  <a:pt x="238854" y="117000"/>
                  <a:pt x="240774" y="120538"/>
                  <a:pt x="243042" y="123199"/>
                </a:cubicBezTo>
                <a:cubicBezTo>
                  <a:pt x="245310" y="125860"/>
                  <a:pt x="247926" y="128053"/>
                  <a:pt x="250889" y="129776"/>
                </a:cubicBezTo>
                <a:cubicBezTo>
                  <a:pt x="253853" y="131500"/>
                  <a:pt x="256710" y="132679"/>
                  <a:pt x="259462" y="133314"/>
                </a:cubicBezTo>
                <a:cubicBezTo>
                  <a:pt x="262214" y="133949"/>
                  <a:pt x="265042" y="134267"/>
                  <a:pt x="267945" y="134267"/>
                </a:cubicBezTo>
                <a:cubicBezTo>
                  <a:pt x="278105" y="134267"/>
                  <a:pt x="286573" y="130517"/>
                  <a:pt x="293347" y="123018"/>
                </a:cubicBezTo>
                <a:lnTo>
                  <a:pt x="301874" y="131364"/>
                </a:lnTo>
                <a:cubicBezTo>
                  <a:pt x="297762" y="136323"/>
                  <a:pt x="292651" y="140103"/>
                  <a:pt x="286542" y="142704"/>
                </a:cubicBezTo>
                <a:cubicBezTo>
                  <a:pt x="280434" y="145305"/>
                  <a:pt x="273811" y="146605"/>
                  <a:pt x="266675" y="146605"/>
                </a:cubicBezTo>
                <a:cubicBezTo>
                  <a:pt x="260022" y="146605"/>
                  <a:pt x="253838" y="145516"/>
                  <a:pt x="248122" y="143339"/>
                </a:cubicBezTo>
                <a:cubicBezTo>
                  <a:pt x="242407" y="141162"/>
                  <a:pt x="237417" y="138002"/>
                  <a:pt x="233153" y="133859"/>
                </a:cubicBezTo>
                <a:cubicBezTo>
                  <a:pt x="228889" y="129716"/>
                  <a:pt x="225548" y="124439"/>
                  <a:pt x="223129" y="118028"/>
                </a:cubicBezTo>
                <a:cubicBezTo>
                  <a:pt x="220709" y="111617"/>
                  <a:pt x="219500" y="104389"/>
                  <a:pt x="219500" y="96346"/>
                </a:cubicBezTo>
                <a:cubicBezTo>
                  <a:pt x="219500" y="87636"/>
                  <a:pt x="220740" y="79865"/>
                  <a:pt x="223219" y="73030"/>
                </a:cubicBezTo>
                <a:cubicBezTo>
                  <a:pt x="225699" y="66196"/>
                  <a:pt x="229056" y="60692"/>
                  <a:pt x="233289" y="56519"/>
                </a:cubicBezTo>
                <a:cubicBezTo>
                  <a:pt x="237523" y="52346"/>
                  <a:pt x="242301" y="49171"/>
                  <a:pt x="247623" y="46993"/>
                </a:cubicBezTo>
                <a:cubicBezTo>
                  <a:pt x="252946" y="44816"/>
                  <a:pt x="258631" y="43727"/>
                  <a:pt x="264679" y="43727"/>
                </a:cubicBezTo>
                <a:moveTo>
                  <a:pt x="235104" y="85459"/>
                </a:moveTo>
                <a:lnTo>
                  <a:pt x="289173" y="85459"/>
                </a:lnTo>
                <a:cubicBezTo>
                  <a:pt x="289294" y="84733"/>
                  <a:pt x="289355" y="83645"/>
                  <a:pt x="289355" y="82193"/>
                </a:cubicBezTo>
                <a:cubicBezTo>
                  <a:pt x="289355" y="74814"/>
                  <a:pt x="286905" y="68555"/>
                  <a:pt x="282006" y="63414"/>
                </a:cubicBezTo>
                <a:cubicBezTo>
                  <a:pt x="277107" y="58273"/>
                  <a:pt x="270969" y="55703"/>
                  <a:pt x="263590" y="55703"/>
                </a:cubicBezTo>
                <a:cubicBezTo>
                  <a:pt x="260687" y="55703"/>
                  <a:pt x="257829" y="56186"/>
                  <a:pt x="255017" y="57154"/>
                </a:cubicBezTo>
                <a:cubicBezTo>
                  <a:pt x="252205" y="58122"/>
                  <a:pt x="249392" y="59664"/>
                  <a:pt x="246580" y="61781"/>
                </a:cubicBezTo>
                <a:cubicBezTo>
                  <a:pt x="243768" y="63898"/>
                  <a:pt x="241318" y="66997"/>
                  <a:pt x="239232" y="71080"/>
                </a:cubicBezTo>
                <a:cubicBezTo>
                  <a:pt x="237145" y="75162"/>
                  <a:pt x="235769" y="79955"/>
                  <a:pt x="235104" y="85459"/>
                </a:cubicBezTo>
                <a:close/>
                <a:moveTo>
                  <a:pt x="375971" y="43727"/>
                </a:moveTo>
                <a:cubicBezTo>
                  <a:pt x="379297" y="43727"/>
                  <a:pt x="382548" y="44090"/>
                  <a:pt x="385723" y="44816"/>
                </a:cubicBezTo>
                <a:cubicBezTo>
                  <a:pt x="388899" y="45542"/>
                  <a:pt x="392074" y="46767"/>
                  <a:pt x="395249" y="48490"/>
                </a:cubicBezTo>
                <a:cubicBezTo>
                  <a:pt x="398424" y="50214"/>
                  <a:pt x="401282" y="52391"/>
                  <a:pt x="403822" y="55022"/>
                </a:cubicBezTo>
                <a:cubicBezTo>
                  <a:pt x="406362" y="57653"/>
                  <a:pt x="408615" y="60995"/>
                  <a:pt x="410581" y="65047"/>
                </a:cubicBezTo>
                <a:cubicBezTo>
                  <a:pt x="412546" y="69099"/>
                  <a:pt x="413953" y="73665"/>
                  <a:pt x="414799" y="78746"/>
                </a:cubicBezTo>
                <a:cubicBezTo>
                  <a:pt x="415525" y="82375"/>
                  <a:pt x="415888" y="86245"/>
                  <a:pt x="415888" y="90358"/>
                </a:cubicBezTo>
                <a:cubicBezTo>
                  <a:pt x="415888" y="93503"/>
                  <a:pt x="415828" y="95862"/>
                  <a:pt x="415707" y="97434"/>
                </a:cubicBezTo>
                <a:lnTo>
                  <a:pt x="345852" y="97434"/>
                </a:lnTo>
                <a:cubicBezTo>
                  <a:pt x="346093" y="103119"/>
                  <a:pt x="347001" y="108170"/>
                  <a:pt x="348573" y="112585"/>
                </a:cubicBezTo>
                <a:cubicBezTo>
                  <a:pt x="350146" y="117000"/>
                  <a:pt x="352066" y="120538"/>
                  <a:pt x="354334" y="123199"/>
                </a:cubicBezTo>
                <a:cubicBezTo>
                  <a:pt x="356602" y="125860"/>
                  <a:pt x="359218" y="128053"/>
                  <a:pt x="362181" y="129776"/>
                </a:cubicBezTo>
                <a:cubicBezTo>
                  <a:pt x="365145" y="131500"/>
                  <a:pt x="368003" y="132679"/>
                  <a:pt x="370754" y="133314"/>
                </a:cubicBezTo>
                <a:cubicBezTo>
                  <a:pt x="373506" y="133949"/>
                  <a:pt x="376334" y="134267"/>
                  <a:pt x="379237" y="134267"/>
                </a:cubicBezTo>
                <a:cubicBezTo>
                  <a:pt x="389398" y="134267"/>
                  <a:pt x="397865" y="130517"/>
                  <a:pt x="404639" y="123018"/>
                </a:cubicBezTo>
                <a:lnTo>
                  <a:pt x="413166" y="131364"/>
                </a:lnTo>
                <a:cubicBezTo>
                  <a:pt x="409054" y="136323"/>
                  <a:pt x="403943" y="140103"/>
                  <a:pt x="397835" y="142704"/>
                </a:cubicBezTo>
                <a:cubicBezTo>
                  <a:pt x="391726" y="145305"/>
                  <a:pt x="385103" y="146605"/>
                  <a:pt x="377967" y="146605"/>
                </a:cubicBezTo>
                <a:cubicBezTo>
                  <a:pt x="371314" y="146605"/>
                  <a:pt x="365130" y="145516"/>
                  <a:pt x="359414" y="143339"/>
                </a:cubicBezTo>
                <a:cubicBezTo>
                  <a:pt x="353699" y="141162"/>
                  <a:pt x="348709" y="138002"/>
                  <a:pt x="344445" y="133859"/>
                </a:cubicBezTo>
                <a:cubicBezTo>
                  <a:pt x="340181" y="129716"/>
                  <a:pt x="336840" y="124439"/>
                  <a:pt x="334421" y="118028"/>
                </a:cubicBezTo>
                <a:cubicBezTo>
                  <a:pt x="332001" y="111617"/>
                  <a:pt x="330792" y="104389"/>
                  <a:pt x="330792" y="96346"/>
                </a:cubicBezTo>
                <a:cubicBezTo>
                  <a:pt x="330792" y="87636"/>
                  <a:pt x="332032" y="79865"/>
                  <a:pt x="334511" y="73030"/>
                </a:cubicBezTo>
                <a:cubicBezTo>
                  <a:pt x="336991" y="66196"/>
                  <a:pt x="340348" y="60692"/>
                  <a:pt x="344581" y="56519"/>
                </a:cubicBezTo>
                <a:cubicBezTo>
                  <a:pt x="348815" y="52346"/>
                  <a:pt x="353593" y="49171"/>
                  <a:pt x="358915" y="46993"/>
                </a:cubicBezTo>
                <a:cubicBezTo>
                  <a:pt x="364238" y="44816"/>
                  <a:pt x="369923" y="43727"/>
                  <a:pt x="375971" y="43727"/>
                </a:cubicBezTo>
                <a:moveTo>
                  <a:pt x="346396" y="85459"/>
                </a:moveTo>
                <a:lnTo>
                  <a:pt x="400465" y="85459"/>
                </a:lnTo>
                <a:cubicBezTo>
                  <a:pt x="400586" y="84733"/>
                  <a:pt x="400647" y="83645"/>
                  <a:pt x="400647" y="82193"/>
                </a:cubicBezTo>
                <a:cubicBezTo>
                  <a:pt x="400647" y="74814"/>
                  <a:pt x="398197" y="68555"/>
                  <a:pt x="393299" y="63414"/>
                </a:cubicBezTo>
                <a:cubicBezTo>
                  <a:pt x="388400" y="58273"/>
                  <a:pt x="382261" y="55703"/>
                  <a:pt x="374882" y="55703"/>
                </a:cubicBezTo>
                <a:cubicBezTo>
                  <a:pt x="371979" y="55703"/>
                  <a:pt x="369121" y="56186"/>
                  <a:pt x="366309" y="57154"/>
                </a:cubicBezTo>
                <a:cubicBezTo>
                  <a:pt x="363497" y="58122"/>
                  <a:pt x="360684" y="59664"/>
                  <a:pt x="357872" y="61781"/>
                </a:cubicBezTo>
                <a:cubicBezTo>
                  <a:pt x="355060" y="63898"/>
                  <a:pt x="352610" y="66997"/>
                  <a:pt x="350524" y="71080"/>
                </a:cubicBezTo>
                <a:cubicBezTo>
                  <a:pt x="348437" y="75162"/>
                  <a:pt x="347061" y="79955"/>
                  <a:pt x="346396" y="85459"/>
                </a:cubicBezTo>
                <a:close/>
                <a:moveTo>
                  <a:pt x="515931" y="907"/>
                </a:moveTo>
                <a:lnTo>
                  <a:pt x="522463" y="14152"/>
                </a:lnTo>
                <a:cubicBezTo>
                  <a:pt x="521737" y="14515"/>
                  <a:pt x="521132" y="14697"/>
                  <a:pt x="520648" y="14697"/>
                </a:cubicBezTo>
                <a:cubicBezTo>
                  <a:pt x="520346" y="14697"/>
                  <a:pt x="519968" y="14636"/>
                  <a:pt x="519514" y="14515"/>
                </a:cubicBezTo>
                <a:cubicBezTo>
                  <a:pt x="519061" y="14394"/>
                  <a:pt x="518713" y="14334"/>
                  <a:pt x="518471" y="14334"/>
                </a:cubicBezTo>
                <a:cubicBezTo>
                  <a:pt x="517866" y="14334"/>
                  <a:pt x="517201" y="14576"/>
                  <a:pt x="516475" y="15060"/>
                </a:cubicBezTo>
                <a:cubicBezTo>
                  <a:pt x="503895" y="22499"/>
                  <a:pt x="494067" y="32675"/>
                  <a:pt x="486991" y="45587"/>
                </a:cubicBezTo>
                <a:cubicBezTo>
                  <a:pt x="479915" y="58500"/>
                  <a:pt x="476376" y="72637"/>
                  <a:pt x="476376" y="87999"/>
                </a:cubicBezTo>
                <a:cubicBezTo>
                  <a:pt x="476376" y="104813"/>
                  <a:pt x="480534" y="120598"/>
                  <a:pt x="488851" y="135356"/>
                </a:cubicBezTo>
                <a:cubicBezTo>
                  <a:pt x="497167" y="150113"/>
                  <a:pt x="508613" y="161725"/>
                  <a:pt x="523188" y="170192"/>
                </a:cubicBezTo>
                <a:lnTo>
                  <a:pt x="516112" y="181623"/>
                </a:lnTo>
                <a:cubicBezTo>
                  <a:pt x="499117" y="172672"/>
                  <a:pt x="485766" y="159880"/>
                  <a:pt x="476059" y="143248"/>
                </a:cubicBezTo>
                <a:cubicBezTo>
                  <a:pt x="466352" y="126616"/>
                  <a:pt x="461498" y="108442"/>
                  <a:pt x="461498" y="88725"/>
                </a:cubicBezTo>
                <a:cubicBezTo>
                  <a:pt x="461498" y="69069"/>
                  <a:pt x="466397" y="51363"/>
                  <a:pt x="476195" y="35608"/>
                </a:cubicBezTo>
                <a:cubicBezTo>
                  <a:pt x="485993" y="19853"/>
                  <a:pt x="499238" y="8286"/>
                  <a:pt x="515931" y="907"/>
                </a:cubicBezTo>
                <a:close/>
                <a:moveTo>
                  <a:pt x="623413" y="60420"/>
                </a:moveTo>
                <a:lnTo>
                  <a:pt x="623413" y="46086"/>
                </a:lnTo>
                <a:lnTo>
                  <a:pt x="638109" y="46086"/>
                </a:lnTo>
                <a:lnTo>
                  <a:pt x="638109" y="180353"/>
                </a:lnTo>
                <a:lnTo>
                  <a:pt x="622687" y="180353"/>
                </a:lnTo>
                <a:lnTo>
                  <a:pt x="622687" y="128642"/>
                </a:lnTo>
                <a:cubicBezTo>
                  <a:pt x="619602" y="134146"/>
                  <a:pt x="615369" y="138516"/>
                  <a:pt x="609986" y="141751"/>
                </a:cubicBezTo>
                <a:cubicBezTo>
                  <a:pt x="604603" y="144987"/>
                  <a:pt x="598797" y="146605"/>
                  <a:pt x="592567" y="146605"/>
                </a:cubicBezTo>
                <a:cubicBezTo>
                  <a:pt x="587124" y="146605"/>
                  <a:pt x="581938" y="145365"/>
                  <a:pt x="577009" y="142885"/>
                </a:cubicBezTo>
                <a:cubicBezTo>
                  <a:pt x="572080" y="140406"/>
                  <a:pt x="567770" y="136943"/>
                  <a:pt x="564081" y="132498"/>
                </a:cubicBezTo>
                <a:cubicBezTo>
                  <a:pt x="560392" y="128053"/>
                  <a:pt x="557443" y="122534"/>
                  <a:pt x="555236" y="115941"/>
                </a:cubicBezTo>
                <a:cubicBezTo>
                  <a:pt x="553028" y="109349"/>
                  <a:pt x="551925" y="102152"/>
                  <a:pt x="551925" y="94350"/>
                </a:cubicBezTo>
                <a:cubicBezTo>
                  <a:pt x="551925" y="86306"/>
                  <a:pt x="553134" y="78988"/>
                  <a:pt x="555553" y="72395"/>
                </a:cubicBezTo>
                <a:cubicBezTo>
                  <a:pt x="557973" y="65803"/>
                  <a:pt x="561208" y="60450"/>
                  <a:pt x="565260" y="56338"/>
                </a:cubicBezTo>
                <a:cubicBezTo>
                  <a:pt x="569313" y="52225"/>
                  <a:pt x="573864" y="49065"/>
                  <a:pt x="578914" y="46857"/>
                </a:cubicBezTo>
                <a:cubicBezTo>
                  <a:pt x="583964" y="44650"/>
                  <a:pt x="589241" y="43546"/>
                  <a:pt x="594745" y="43546"/>
                </a:cubicBezTo>
                <a:cubicBezTo>
                  <a:pt x="598797" y="43546"/>
                  <a:pt x="602562" y="44121"/>
                  <a:pt x="606040" y="45270"/>
                </a:cubicBezTo>
                <a:cubicBezTo>
                  <a:pt x="609517" y="46419"/>
                  <a:pt x="612269" y="47825"/>
                  <a:pt x="614295" y="49488"/>
                </a:cubicBezTo>
                <a:cubicBezTo>
                  <a:pt x="616321" y="51151"/>
                  <a:pt x="618060" y="52815"/>
                  <a:pt x="619512" y="54478"/>
                </a:cubicBezTo>
                <a:cubicBezTo>
                  <a:pt x="620963" y="56141"/>
                  <a:pt x="621961" y="57547"/>
                  <a:pt x="622505" y="58696"/>
                </a:cubicBezTo>
                <a:lnTo>
                  <a:pt x="623413" y="60420"/>
                </a:lnTo>
                <a:moveTo>
                  <a:pt x="595289" y="56247"/>
                </a:moveTo>
                <a:cubicBezTo>
                  <a:pt x="591842" y="56247"/>
                  <a:pt x="588530" y="56927"/>
                  <a:pt x="585355" y="58288"/>
                </a:cubicBezTo>
                <a:cubicBezTo>
                  <a:pt x="582180" y="59649"/>
                  <a:pt x="579231" y="61705"/>
                  <a:pt x="576510" y="64457"/>
                </a:cubicBezTo>
                <a:cubicBezTo>
                  <a:pt x="573788" y="67209"/>
                  <a:pt x="571611" y="70959"/>
                  <a:pt x="569978" y="75707"/>
                </a:cubicBezTo>
                <a:cubicBezTo>
                  <a:pt x="568345" y="80454"/>
                  <a:pt x="567528" y="85882"/>
                  <a:pt x="567528" y="91991"/>
                </a:cubicBezTo>
                <a:cubicBezTo>
                  <a:pt x="567528" y="98704"/>
                  <a:pt x="568345" y="104752"/>
                  <a:pt x="569978" y="110135"/>
                </a:cubicBezTo>
                <a:cubicBezTo>
                  <a:pt x="571611" y="115518"/>
                  <a:pt x="573773" y="119827"/>
                  <a:pt x="576465" y="123063"/>
                </a:cubicBezTo>
                <a:cubicBezTo>
                  <a:pt x="579156" y="126299"/>
                  <a:pt x="582165" y="128763"/>
                  <a:pt x="585491" y="130457"/>
                </a:cubicBezTo>
                <a:cubicBezTo>
                  <a:pt x="588818" y="132150"/>
                  <a:pt x="592265" y="132997"/>
                  <a:pt x="595833" y="132997"/>
                </a:cubicBezTo>
                <a:cubicBezTo>
                  <a:pt x="601095" y="132997"/>
                  <a:pt x="605994" y="131318"/>
                  <a:pt x="610530" y="127962"/>
                </a:cubicBezTo>
                <a:cubicBezTo>
                  <a:pt x="615066" y="124605"/>
                  <a:pt x="618211" y="120054"/>
                  <a:pt x="619965" y="114308"/>
                </a:cubicBezTo>
                <a:cubicBezTo>
                  <a:pt x="621296" y="110196"/>
                  <a:pt x="621961" y="104269"/>
                  <a:pt x="621961" y="96527"/>
                </a:cubicBezTo>
                <a:cubicBezTo>
                  <a:pt x="621961" y="90177"/>
                  <a:pt x="621810" y="85308"/>
                  <a:pt x="621507" y="81921"/>
                </a:cubicBezTo>
                <a:cubicBezTo>
                  <a:pt x="621205" y="78534"/>
                  <a:pt x="620570" y="75540"/>
                  <a:pt x="619602" y="72940"/>
                </a:cubicBezTo>
                <a:cubicBezTo>
                  <a:pt x="618211" y="69129"/>
                  <a:pt x="616110" y="65909"/>
                  <a:pt x="613297" y="63278"/>
                </a:cubicBezTo>
                <a:cubicBezTo>
                  <a:pt x="610485" y="60647"/>
                  <a:pt x="607567" y="58817"/>
                  <a:pt x="604543" y="57789"/>
                </a:cubicBezTo>
                <a:cubicBezTo>
                  <a:pt x="601519" y="56761"/>
                  <a:pt x="598434" y="56247"/>
                  <a:pt x="595289" y="56247"/>
                </a:cubicBezTo>
                <a:close/>
                <a:moveTo>
                  <a:pt x="670837" y="14515"/>
                </a:moveTo>
                <a:lnTo>
                  <a:pt x="675010" y="1089"/>
                </a:lnTo>
                <a:cubicBezTo>
                  <a:pt x="692489" y="9133"/>
                  <a:pt x="706445" y="21259"/>
                  <a:pt x="716878" y="37468"/>
                </a:cubicBezTo>
                <a:cubicBezTo>
                  <a:pt x="727311" y="53677"/>
                  <a:pt x="732527" y="71367"/>
                  <a:pt x="732527" y="90539"/>
                </a:cubicBezTo>
                <a:cubicBezTo>
                  <a:pt x="732527" y="109893"/>
                  <a:pt x="727220" y="127841"/>
                  <a:pt x="716606" y="144382"/>
                </a:cubicBezTo>
                <a:cubicBezTo>
                  <a:pt x="705992" y="160924"/>
                  <a:pt x="691764" y="173458"/>
                  <a:pt x="673922" y="181986"/>
                </a:cubicBezTo>
                <a:lnTo>
                  <a:pt x="669749" y="168922"/>
                </a:lnTo>
                <a:cubicBezTo>
                  <a:pt x="684324" y="161181"/>
                  <a:pt x="695891" y="150325"/>
                  <a:pt x="704449" y="136353"/>
                </a:cubicBezTo>
                <a:cubicBezTo>
                  <a:pt x="713007" y="122382"/>
                  <a:pt x="717286" y="107293"/>
                  <a:pt x="717286" y="91084"/>
                </a:cubicBezTo>
                <a:cubicBezTo>
                  <a:pt x="717286" y="75117"/>
                  <a:pt x="713113" y="60254"/>
                  <a:pt x="704767" y="46494"/>
                </a:cubicBezTo>
                <a:cubicBezTo>
                  <a:pt x="696421" y="32735"/>
                  <a:pt x="685111" y="22075"/>
                  <a:pt x="670837" y="14515"/>
                </a:cubicBezTo>
                <a:close/>
                <a:moveTo>
                  <a:pt x="831300" y="140254"/>
                </a:moveTo>
                <a:cubicBezTo>
                  <a:pt x="831300" y="151806"/>
                  <a:pt x="823680" y="165293"/>
                  <a:pt x="808438" y="180716"/>
                </a:cubicBezTo>
                <a:lnTo>
                  <a:pt x="800999" y="174184"/>
                </a:lnTo>
                <a:cubicBezTo>
                  <a:pt x="804568" y="170858"/>
                  <a:pt x="808136" y="166382"/>
                  <a:pt x="811704" y="160757"/>
                </a:cubicBezTo>
                <a:cubicBezTo>
                  <a:pt x="813882" y="157129"/>
                  <a:pt x="814970" y="154165"/>
                  <a:pt x="814970" y="151867"/>
                </a:cubicBezTo>
                <a:cubicBezTo>
                  <a:pt x="814970" y="149024"/>
                  <a:pt x="813277" y="146424"/>
                  <a:pt x="809890" y="144065"/>
                </a:cubicBezTo>
                <a:lnTo>
                  <a:pt x="809255" y="143611"/>
                </a:lnTo>
                <a:cubicBezTo>
                  <a:pt x="808832" y="143309"/>
                  <a:pt x="808544" y="143112"/>
                  <a:pt x="808393" y="143021"/>
                </a:cubicBezTo>
                <a:cubicBezTo>
                  <a:pt x="808242" y="142931"/>
                  <a:pt x="807955" y="142719"/>
                  <a:pt x="807531" y="142386"/>
                </a:cubicBezTo>
                <a:cubicBezTo>
                  <a:pt x="807108" y="142054"/>
                  <a:pt x="806805" y="141767"/>
                  <a:pt x="806624" y="141525"/>
                </a:cubicBezTo>
                <a:cubicBezTo>
                  <a:pt x="806443" y="141283"/>
                  <a:pt x="806170" y="140965"/>
                  <a:pt x="805807" y="140572"/>
                </a:cubicBezTo>
                <a:cubicBezTo>
                  <a:pt x="805445" y="140179"/>
                  <a:pt x="805188" y="139786"/>
                  <a:pt x="805036" y="139393"/>
                </a:cubicBezTo>
                <a:cubicBezTo>
                  <a:pt x="804885" y="139000"/>
                  <a:pt x="804704" y="138546"/>
                  <a:pt x="804492" y="138032"/>
                </a:cubicBezTo>
                <a:cubicBezTo>
                  <a:pt x="804280" y="137518"/>
                  <a:pt x="804129" y="136973"/>
                  <a:pt x="804038" y="136399"/>
                </a:cubicBezTo>
                <a:cubicBezTo>
                  <a:pt x="803948" y="135824"/>
                  <a:pt x="803902" y="135235"/>
                  <a:pt x="803902" y="134630"/>
                </a:cubicBezTo>
                <a:cubicBezTo>
                  <a:pt x="803902" y="131303"/>
                  <a:pt x="805097" y="128415"/>
                  <a:pt x="807486" y="125966"/>
                </a:cubicBezTo>
                <a:cubicBezTo>
                  <a:pt x="809875" y="123516"/>
                  <a:pt x="812793" y="122292"/>
                  <a:pt x="816240" y="122292"/>
                </a:cubicBezTo>
                <a:cubicBezTo>
                  <a:pt x="820232" y="122292"/>
                  <a:pt x="823740" y="123955"/>
                  <a:pt x="826764" y="127281"/>
                </a:cubicBezTo>
                <a:cubicBezTo>
                  <a:pt x="829788" y="130608"/>
                  <a:pt x="831300" y="134932"/>
                  <a:pt x="831300" y="140254"/>
                </a:cubicBezTo>
                <a:moveTo>
                  <a:pt x="825857" y="56973"/>
                </a:moveTo>
                <a:cubicBezTo>
                  <a:pt x="828397" y="59392"/>
                  <a:pt x="829667" y="62295"/>
                  <a:pt x="829667" y="65682"/>
                </a:cubicBezTo>
                <a:cubicBezTo>
                  <a:pt x="829667" y="69069"/>
                  <a:pt x="828397" y="71972"/>
                  <a:pt x="825857" y="74391"/>
                </a:cubicBezTo>
                <a:cubicBezTo>
                  <a:pt x="823317" y="76810"/>
                  <a:pt x="820293" y="78020"/>
                  <a:pt x="816785" y="78020"/>
                </a:cubicBezTo>
                <a:cubicBezTo>
                  <a:pt x="813277" y="78020"/>
                  <a:pt x="810283" y="76810"/>
                  <a:pt x="807803" y="74391"/>
                </a:cubicBezTo>
                <a:cubicBezTo>
                  <a:pt x="805324" y="71972"/>
                  <a:pt x="804084" y="69069"/>
                  <a:pt x="804084" y="65682"/>
                </a:cubicBezTo>
                <a:cubicBezTo>
                  <a:pt x="804084" y="62295"/>
                  <a:pt x="805324" y="59392"/>
                  <a:pt x="807803" y="56973"/>
                </a:cubicBezTo>
                <a:cubicBezTo>
                  <a:pt x="810283" y="54553"/>
                  <a:pt x="813277" y="53344"/>
                  <a:pt x="816785" y="53344"/>
                </a:cubicBezTo>
                <a:cubicBezTo>
                  <a:pt x="820293" y="53344"/>
                  <a:pt x="823317" y="54553"/>
                  <a:pt x="825857" y="569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Text 10">
            <a:extLst xmlns:a="http://schemas.openxmlformats.org/drawingml/2006/main">
              <a:ext uri="{FF2B5EF4-FFF2-40B4-BE49-F238E27FC236}">
                <a16:creationId xmlns:a16="http://schemas.microsoft.com/office/drawing/2014/main" id="{E0F03D09-1774-4030-93A3-C99716F2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1" y="2544400"/>
            <a:ext cx="189131" cy="137351"/>
          </a:xfrm>
          <a:custGeom xmlns:a="http://schemas.openxmlformats.org/drawingml/2006/main">
            <a:pathLst>
              <a:path w="189131" h="137351">
                <a:moveTo>
                  <a:pt x="45542" y="726"/>
                </a:moveTo>
                <a:lnTo>
                  <a:pt x="45542" y="135174"/>
                </a:lnTo>
                <a:lnTo>
                  <a:pt x="30482" y="135174"/>
                </a:lnTo>
                <a:lnTo>
                  <a:pt x="30482" y="19414"/>
                </a:lnTo>
                <a:lnTo>
                  <a:pt x="3447" y="27398"/>
                </a:lnTo>
                <a:lnTo>
                  <a:pt x="0" y="19051"/>
                </a:lnTo>
                <a:lnTo>
                  <a:pt x="35018" y="726"/>
                </a:lnTo>
                <a:lnTo>
                  <a:pt x="45542" y="726"/>
                </a:lnTo>
                <a:close/>
                <a:moveTo>
                  <a:pt x="146310" y="0"/>
                </a:moveTo>
                <a:cubicBezTo>
                  <a:pt x="151572" y="0"/>
                  <a:pt x="156713" y="1542"/>
                  <a:pt x="161733" y="4627"/>
                </a:cubicBezTo>
                <a:cubicBezTo>
                  <a:pt x="166753" y="7711"/>
                  <a:pt x="171319" y="12111"/>
                  <a:pt x="175432" y="17827"/>
                </a:cubicBezTo>
                <a:cubicBezTo>
                  <a:pt x="179544" y="23542"/>
                  <a:pt x="182856" y="30951"/>
                  <a:pt x="185366" y="40053"/>
                </a:cubicBezTo>
                <a:cubicBezTo>
                  <a:pt x="187876" y="49156"/>
                  <a:pt x="189131" y="59210"/>
                  <a:pt x="189131" y="70218"/>
                </a:cubicBezTo>
                <a:cubicBezTo>
                  <a:pt x="189131" y="81225"/>
                  <a:pt x="187830" y="91159"/>
                  <a:pt x="185230" y="100020"/>
                </a:cubicBezTo>
                <a:cubicBezTo>
                  <a:pt x="182629" y="108880"/>
                  <a:pt x="179242" y="115941"/>
                  <a:pt x="175069" y="121203"/>
                </a:cubicBezTo>
                <a:cubicBezTo>
                  <a:pt x="170896" y="126465"/>
                  <a:pt x="166360" y="130472"/>
                  <a:pt x="161461" y="133224"/>
                </a:cubicBezTo>
                <a:cubicBezTo>
                  <a:pt x="156562" y="135975"/>
                  <a:pt x="151633" y="137351"/>
                  <a:pt x="146673" y="137351"/>
                </a:cubicBezTo>
                <a:cubicBezTo>
                  <a:pt x="141290" y="137351"/>
                  <a:pt x="136029" y="135794"/>
                  <a:pt x="130888" y="132679"/>
                </a:cubicBezTo>
                <a:cubicBezTo>
                  <a:pt x="125747" y="129565"/>
                  <a:pt x="121105" y="125180"/>
                  <a:pt x="116962" y="119525"/>
                </a:cubicBezTo>
                <a:cubicBezTo>
                  <a:pt x="112819" y="113870"/>
                  <a:pt x="109478" y="106642"/>
                  <a:pt x="106937" y="97842"/>
                </a:cubicBezTo>
                <a:cubicBezTo>
                  <a:pt x="104397" y="89043"/>
                  <a:pt x="103127" y="79411"/>
                  <a:pt x="103127" y="68948"/>
                </a:cubicBezTo>
                <a:cubicBezTo>
                  <a:pt x="103127" y="58545"/>
                  <a:pt x="104382" y="48929"/>
                  <a:pt x="106892" y="40099"/>
                </a:cubicBezTo>
                <a:cubicBezTo>
                  <a:pt x="109402" y="31268"/>
                  <a:pt x="112698" y="23981"/>
                  <a:pt x="116781" y="18235"/>
                </a:cubicBezTo>
                <a:cubicBezTo>
                  <a:pt x="120863" y="12489"/>
                  <a:pt x="125475" y="8014"/>
                  <a:pt x="130616" y="4808"/>
                </a:cubicBezTo>
                <a:cubicBezTo>
                  <a:pt x="135756" y="1603"/>
                  <a:pt x="140988" y="0"/>
                  <a:pt x="146310" y="0"/>
                </a:cubicBezTo>
                <a:moveTo>
                  <a:pt x="167358" y="30664"/>
                </a:moveTo>
                <a:cubicBezTo>
                  <a:pt x="164575" y="24978"/>
                  <a:pt x="161279" y="20624"/>
                  <a:pt x="157469" y="17600"/>
                </a:cubicBezTo>
                <a:cubicBezTo>
                  <a:pt x="153659" y="14576"/>
                  <a:pt x="149879" y="13064"/>
                  <a:pt x="146129" y="13064"/>
                </a:cubicBezTo>
                <a:cubicBezTo>
                  <a:pt x="142742" y="13064"/>
                  <a:pt x="139355" y="14258"/>
                  <a:pt x="135968" y="16647"/>
                </a:cubicBezTo>
                <a:cubicBezTo>
                  <a:pt x="132581" y="19036"/>
                  <a:pt x="129482" y="22408"/>
                  <a:pt x="126669" y="26763"/>
                </a:cubicBezTo>
                <a:cubicBezTo>
                  <a:pt x="123857" y="31117"/>
                  <a:pt x="121559" y="36757"/>
                  <a:pt x="119774" y="43682"/>
                </a:cubicBezTo>
                <a:cubicBezTo>
                  <a:pt x="117990" y="50607"/>
                  <a:pt x="117098" y="58182"/>
                  <a:pt x="117098" y="66408"/>
                </a:cubicBezTo>
                <a:cubicBezTo>
                  <a:pt x="117098" y="74935"/>
                  <a:pt x="118126" y="83403"/>
                  <a:pt x="120183" y="91810"/>
                </a:cubicBezTo>
                <a:lnTo>
                  <a:pt x="167358" y="30664"/>
                </a:lnTo>
                <a:moveTo>
                  <a:pt x="172256" y="44998"/>
                </a:moveTo>
                <a:lnTo>
                  <a:pt x="125082" y="105418"/>
                </a:lnTo>
                <a:cubicBezTo>
                  <a:pt x="127924" y="111224"/>
                  <a:pt x="131311" y="115730"/>
                  <a:pt x="135242" y="118935"/>
                </a:cubicBezTo>
                <a:cubicBezTo>
                  <a:pt x="139174" y="122141"/>
                  <a:pt x="143165" y="123743"/>
                  <a:pt x="147217" y="123743"/>
                </a:cubicBezTo>
                <a:cubicBezTo>
                  <a:pt x="149697" y="123743"/>
                  <a:pt x="152177" y="123169"/>
                  <a:pt x="154657" y="122020"/>
                </a:cubicBezTo>
                <a:cubicBezTo>
                  <a:pt x="157136" y="120870"/>
                  <a:pt x="159631" y="118950"/>
                  <a:pt x="162141" y="116259"/>
                </a:cubicBezTo>
                <a:cubicBezTo>
                  <a:pt x="164651" y="113567"/>
                  <a:pt x="166859" y="110286"/>
                  <a:pt x="168764" y="106416"/>
                </a:cubicBezTo>
                <a:cubicBezTo>
                  <a:pt x="170669" y="102545"/>
                  <a:pt x="172211" y="97616"/>
                  <a:pt x="173390" y="91628"/>
                </a:cubicBezTo>
                <a:cubicBezTo>
                  <a:pt x="174570" y="85641"/>
                  <a:pt x="175160" y="79048"/>
                  <a:pt x="175160" y="71851"/>
                </a:cubicBezTo>
                <a:cubicBezTo>
                  <a:pt x="175160" y="62053"/>
                  <a:pt x="174192" y="53102"/>
                  <a:pt x="172256" y="44998"/>
                </a:cubicBez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Text p=bar(p);">
            <a:extLst xmlns:a="http://schemas.openxmlformats.org/drawingml/2006/main">
              <a:ext uri="{FF2B5EF4-FFF2-40B4-BE49-F238E27FC236}">
                <a16:creationId xmlns:a16="http://schemas.microsoft.com/office/drawing/2014/main" id="{B1531242-1C09-4CBA-BCA6-E4436A57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50" y="2535872"/>
            <a:ext cx="1165902" cy="181079"/>
          </a:xfrm>
          <a:custGeom xmlns:a="http://schemas.openxmlformats.org/drawingml/2006/main">
            <a:pathLst>
              <a:path w="1165902" h="181079">
                <a:moveTo>
                  <a:pt x="0" y="45179"/>
                </a:moveTo>
                <a:lnTo>
                  <a:pt x="15785" y="45179"/>
                </a:lnTo>
                <a:lnTo>
                  <a:pt x="15785" y="60239"/>
                </a:lnTo>
                <a:cubicBezTo>
                  <a:pt x="19172" y="54856"/>
                  <a:pt x="23603" y="50637"/>
                  <a:pt x="29076" y="47583"/>
                </a:cubicBezTo>
                <a:cubicBezTo>
                  <a:pt x="34550" y="44529"/>
                  <a:pt x="40462" y="43002"/>
                  <a:pt x="46812" y="43002"/>
                </a:cubicBezTo>
                <a:cubicBezTo>
                  <a:pt x="51771" y="43002"/>
                  <a:pt x="56564" y="44015"/>
                  <a:pt x="61191" y="46041"/>
                </a:cubicBezTo>
                <a:cubicBezTo>
                  <a:pt x="65818" y="48067"/>
                  <a:pt x="70067" y="51046"/>
                  <a:pt x="73938" y="54977"/>
                </a:cubicBezTo>
                <a:cubicBezTo>
                  <a:pt x="77808" y="58908"/>
                  <a:pt x="80908" y="64155"/>
                  <a:pt x="83236" y="70717"/>
                </a:cubicBezTo>
                <a:cubicBezTo>
                  <a:pt x="85565" y="77279"/>
                  <a:pt x="86729" y="84733"/>
                  <a:pt x="86729" y="93080"/>
                </a:cubicBezTo>
                <a:cubicBezTo>
                  <a:pt x="86729" y="101789"/>
                  <a:pt x="85535" y="109606"/>
                  <a:pt x="83146" y="116531"/>
                </a:cubicBezTo>
                <a:cubicBezTo>
                  <a:pt x="80757" y="123456"/>
                  <a:pt x="77581" y="129020"/>
                  <a:pt x="73620" y="133224"/>
                </a:cubicBezTo>
                <a:cubicBezTo>
                  <a:pt x="69659" y="137427"/>
                  <a:pt x="65289" y="140617"/>
                  <a:pt x="60511" y="142795"/>
                </a:cubicBezTo>
                <a:cubicBezTo>
                  <a:pt x="55733" y="144972"/>
                  <a:pt x="50743" y="146061"/>
                  <a:pt x="45542" y="146061"/>
                </a:cubicBezTo>
                <a:cubicBezTo>
                  <a:pt x="39615" y="146061"/>
                  <a:pt x="34020" y="144670"/>
                  <a:pt x="28759" y="141887"/>
                </a:cubicBezTo>
                <a:cubicBezTo>
                  <a:pt x="23497" y="139105"/>
                  <a:pt x="19233" y="135295"/>
                  <a:pt x="15967" y="130457"/>
                </a:cubicBezTo>
                <a:lnTo>
                  <a:pt x="15967" y="179446"/>
                </a:lnTo>
                <a:lnTo>
                  <a:pt x="181" y="179446"/>
                </a:lnTo>
                <a:lnTo>
                  <a:pt x="0" y="45179"/>
                </a:lnTo>
                <a:moveTo>
                  <a:pt x="41187" y="56247"/>
                </a:moveTo>
                <a:cubicBezTo>
                  <a:pt x="36107" y="56247"/>
                  <a:pt x="31480" y="57532"/>
                  <a:pt x="27307" y="60103"/>
                </a:cubicBezTo>
                <a:cubicBezTo>
                  <a:pt x="23134" y="62673"/>
                  <a:pt x="20140" y="66166"/>
                  <a:pt x="18326" y="70581"/>
                </a:cubicBezTo>
                <a:cubicBezTo>
                  <a:pt x="16632" y="74512"/>
                  <a:pt x="15785" y="80923"/>
                  <a:pt x="15785" y="89814"/>
                </a:cubicBezTo>
                <a:cubicBezTo>
                  <a:pt x="15785" y="98281"/>
                  <a:pt x="15922" y="104465"/>
                  <a:pt x="16194" y="108366"/>
                </a:cubicBezTo>
                <a:cubicBezTo>
                  <a:pt x="16466" y="112267"/>
                  <a:pt x="17237" y="115760"/>
                  <a:pt x="18507" y="118844"/>
                </a:cubicBezTo>
                <a:cubicBezTo>
                  <a:pt x="20442" y="123138"/>
                  <a:pt x="23482" y="126480"/>
                  <a:pt x="27625" y="128869"/>
                </a:cubicBezTo>
                <a:cubicBezTo>
                  <a:pt x="31767" y="131258"/>
                  <a:pt x="36228" y="132452"/>
                  <a:pt x="41006" y="132452"/>
                </a:cubicBezTo>
                <a:cubicBezTo>
                  <a:pt x="43183" y="132452"/>
                  <a:pt x="45406" y="132211"/>
                  <a:pt x="47674" y="131727"/>
                </a:cubicBezTo>
                <a:cubicBezTo>
                  <a:pt x="49942" y="131243"/>
                  <a:pt x="52497" y="130215"/>
                  <a:pt x="55340" y="128642"/>
                </a:cubicBezTo>
                <a:cubicBezTo>
                  <a:pt x="58182" y="127070"/>
                  <a:pt x="60692" y="125044"/>
                  <a:pt x="62870" y="122564"/>
                </a:cubicBezTo>
                <a:cubicBezTo>
                  <a:pt x="65047" y="120084"/>
                  <a:pt x="66876" y="116591"/>
                  <a:pt x="68358" y="112086"/>
                </a:cubicBezTo>
                <a:cubicBezTo>
                  <a:pt x="69840" y="107580"/>
                  <a:pt x="70581" y="102394"/>
                  <a:pt x="70581" y="96527"/>
                </a:cubicBezTo>
                <a:cubicBezTo>
                  <a:pt x="70581" y="89693"/>
                  <a:pt x="69810" y="83705"/>
                  <a:pt x="68267" y="78564"/>
                </a:cubicBezTo>
                <a:cubicBezTo>
                  <a:pt x="66725" y="73423"/>
                  <a:pt x="64881" y="69492"/>
                  <a:pt x="62733" y="66771"/>
                </a:cubicBezTo>
                <a:cubicBezTo>
                  <a:pt x="60586" y="64049"/>
                  <a:pt x="58061" y="61841"/>
                  <a:pt x="55158" y="60148"/>
                </a:cubicBezTo>
                <a:cubicBezTo>
                  <a:pt x="52255" y="58454"/>
                  <a:pt x="49730" y="57381"/>
                  <a:pt x="47583" y="56927"/>
                </a:cubicBezTo>
                <a:cubicBezTo>
                  <a:pt x="45436" y="56474"/>
                  <a:pt x="43304" y="56247"/>
                  <a:pt x="41187" y="56247"/>
                </a:cubicBezTo>
                <a:close/>
                <a:moveTo>
                  <a:pt x="219318" y="48989"/>
                </a:moveTo>
                <a:lnTo>
                  <a:pt x="307862" y="48989"/>
                </a:lnTo>
                <a:lnTo>
                  <a:pt x="307862" y="62235"/>
                </a:lnTo>
                <a:lnTo>
                  <a:pt x="219318" y="62235"/>
                </a:lnTo>
                <a:lnTo>
                  <a:pt x="219318" y="48989"/>
                </a:lnTo>
                <a:moveTo>
                  <a:pt x="219318" y="93624"/>
                </a:moveTo>
                <a:lnTo>
                  <a:pt x="307862" y="93624"/>
                </a:lnTo>
                <a:lnTo>
                  <a:pt x="307862" y="106869"/>
                </a:lnTo>
                <a:lnTo>
                  <a:pt x="219318" y="106869"/>
                </a:lnTo>
                <a:lnTo>
                  <a:pt x="219318" y="93624"/>
                </a:lnTo>
                <a:close/>
                <a:moveTo>
                  <a:pt x="445168" y="181"/>
                </a:moveTo>
                <a:lnTo>
                  <a:pt x="463313" y="181"/>
                </a:lnTo>
                <a:cubicBezTo>
                  <a:pt x="463555" y="907"/>
                  <a:pt x="463192" y="1754"/>
                  <a:pt x="462224" y="2722"/>
                </a:cubicBezTo>
                <a:cubicBezTo>
                  <a:pt x="461377" y="3266"/>
                  <a:pt x="460954" y="4052"/>
                  <a:pt x="460954" y="5080"/>
                </a:cubicBezTo>
                <a:lnTo>
                  <a:pt x="460954" y="60239"/>
                </a:lnTo>
                <a:cubicBezTo>
                  <a:pt x="464159" y="54856"/>
                  <a:pt x="468453" y="50607"/>
                  <a:pt x="473836" y="47492"/>
                </a:cubicBezTo>
                <a:cubicBezTo>
                  <a:pt x="479219" y="44378"/>
                  <a:pt x="485025" y="42820"/>
                  <a:pt x="491255" y="42820"/>
                </a:cubicBezTo>
                <a:cubicBezTo>
                  <a:pt x="496214" y="42820"/>
                  <a:pt x="500992" y="43864"/>
                  <a:pt x="505589" y="45950"/>
                </a:cubicBezTo>
                <a:cubicBezTo>
                  <a:pt x="510185" y="48037"/>
                  <a:pt x="514389" y="51061"/>
                  <a:pt x="518199" y="55022"/>
                </a:cubicBezTo>
                <a:cubicBezTo>
                  <a:pt x="522009" y="58984"/>
                  <a:pt x="525063" y="64261"/>
                  <a:pt x="527362" y="70853"/>
                </a:cubicBezTo>
                <a:cubicBezTo>
                  <a:pt x="529660" y="77445"/>
                  <a:pt x="530809" y="84854"/>
                  <a:pt x="530809" y="93080"/>
                </a:cubicBezTo>
                <a:cubicBezTo>
                  <a:pt x="530809" y="101668"/>
                  <a:pt x="529630" y="109409"/>
                  <a:pt x="527271" y="116304"/>
                </a:cubicBezTo>
                <a:cubicBezTo>
                  <a:pt x="524912" y="123199"/>
                  <a:pt x="521767" y="128748"/>
                  <a:pt x="517836" y="132951"/>
                </a:cubicBezTo>
                <a:cubicBezTo>
                  <a:pt x="513905" y="137155"/>
                  <a:pt x="509535" y="140360"/>
                  <a:pt x="504727" y="142568"/>
                </a:cubicBezTo>
                <a:cubicBezTo>
                  <a:pt x="499919" y="144775"/>
                  <a:pt x="494944" y="145879"/>
                  <a:pt x="489803" y="145879"/>
                </a:cubicBezTo>
                <a:cubicBezTo>
                  <a:pt x="483876" y="145879"/>
                  <a:pt x="478342" y="144518"/>
                  <a:pt x="473201" y="141797"/>
                </a:cubicBezTo>
                <a:cubicBezTo>
                  <a:pt x="468060" y="139075"/>
                  <a:pt x="463857" y="135295"/>
                  <a:pt x="460591" y="130457"/>
                </a:cubicBezTo>
                <a:lnTo>
                  <a:pt x="455148" y="143520"/>
                </a:lnTo>
                <a:lnTo>
                  <a:pt x="445168" y="143520"/>
                </a:lnTo>
                <a:lnTo>
                  <a:pt x="445168" y="181"/>
                </a:lnTo>
                <a:moveTo>
                  <a:pt x="485811" y="56247"/>
                </a:moveTo>
                <a:cubicBezTo>
                  <a:pt x="480912" y="56247"/>
                  <a:pt x="476422" y="57547"/>
                  <a:pt x="472339" y="60148"/>
                </a:cubicBezTo>
                <a:cubicBezTo>
                  <a:pt x="468257" y="62749"/>
                  <a:pt x="465309" y="66226"/>
                  <a:pt x="463494" y="70581"/>
                </a:cubicBezTo>
                <a:cubicBezTo>
                  <a:pt x="461801" y="74814"/>
                  <a:pt x="460954" y="81649"/>
                  <a:pt x="460954" y="91084"/>
                </a:cubicBezTo>
                <a:cubicBezTo>
                  <a:pt x="460954" y="100640"/>
                  <a:pt x="461135" y="107172"/>
                  <a:pt x="461498" y="110679"/>
                </a:cubicBezTo>
                <a:cubicBezTo>
                  <a:pt x="461982" y="114248"/>
                  <a:pt x="462935" y="117378"/>
                  <a:pt x="464356" y="120069"/>
                </a:cubicBezTo>
                <a:cubicBezTo>
                  <a:pt x="465777" y="122760"/>
                  <a:pt x="467365" y="124847"/>
                  <a:pt x="469119" y="126329"/>
                </a:cubicBezTo>
                <a:cubicBezTo>
                  <a:pt x="470873" y="127811"/>
                  <a:pt x="472838" y="129005"/>
                  <a:pt x="475016" y="129912"/>
                </a:cubicBezTo>
                <a:cubicBezTo>
                  <a:pt x="477193" y="130820"/>
                  <a:pt x="479113" y="131409"/>
                  <a:pt x="480776" y="131681"/>
                </a:cubicBezTo>
                <a:cubicBezTo>
                  <a:pt x="482440" y="131954"/>
                  <a:pt x="484057" y="132090"/>
                  <a:pt x="485630" y="132090"/>
                </a:cubicBezTo>
                <a:cubicBezTo>
                  <a:pt x="487868" y="132090"/>
                  <a:pt x="490121" y="131833"/>
                  <a:pt x="492389" y="131318"/>
                </a:cubicBezTo>
                <a:cubicBezTo>
                  <a:pt x="494657" y="130804"/>
                  <a:pt x="497182" y="129746"/>
                  <a:pt x="499964" y="128143"/>
                </a:cubicBezTo>
                <a:cubicBezTo>
                  <a:pt x="502746" y="126541"/>
                  <a:pt x="505180" y="124484"/>
                  <a:pt x="507267" y="121974"/>
                </a:cubicBezTo>
                <a:cubicBezTo>
                  <a:pt x="509353" y="119464"/>
                  <a:pt x="511107" y="116002"/>
                  <a:pt x="512529" y="111587"/>
                </a:cubicBezTo>
                <a:cubicBezTo>
                  <a:pt x="513950" y="107172"/>
                  <a:pt x="514661" y="102091"/>
                  <a:pt x="514661" y="96346"/>
                </a:cubicBezTo>
                <a:cubicBezTo>
                  <a:pt x="514661" y="89753"/>
                  <a:pt x="513935" y="83947"/>
                  <a:pt x="512483" y="78927"/>
                </a:cubicBezTo>
                <a:cubicBezTo>
                  <a:pt x="511032" y="73907"/>
                  <a:pt x="509263" y="70006"/>
                  <a:pt x="507176" y="67224"/>
                </a:cubicBezTo>
                <a:cubicBezTo>
                  <a:pt x="505090" y="64442"/>
                  <a:pt x="502655" y="62174"/>
                  <a:pt x="499873" y="60420"/>
                </a:cubicBezTo>
                <a:cubicBezTo>
                  <a:pt x="497091" y="58666"/>
                  <a:pt x="494596" y="57532"/>
                  <a:pt x="492389" y="57018"/>
                </a:cubicBezTo>
                <a:cubicBezTo>
                  <a:pt x="490181" y="56504"/>
                  <a:pt x="487989" y="56247"/>
                  <a:pt x="485811" y="56247"/>
                </a:cubicBezTo>
                <a:close/>
                <a:moveTo>
                  <a:pt x="563174" y="56791"/>
                </a:moveTo>
                <a:cubicBezTo>
                  <a:pt x="572004" y="47598"/>
                  <a:pt x="583677" y="43002"/>
                  <a:pt x="598192" y="43002"/>
                </a:cubicBezTo>
                <a:cubicBezTo>
                  <a:pt x="605873" y="43002"/>
                  <a:pt x="612708" y="44393"/>
                  <a:pt x="618695" y="47175"/>
                </a:cubicBezTo>
                <a:cubicBezTo>
                  <a:pt x="624683" y="49957"/>
                  <a:pt x="629279" y="54009"/>
                  <a:pt x="632485" y="59331"/>
                </a:cubicBezTo>
                <a:cubicBezTo>
                  <a:pt x="634541" y="62779"/>
                  <a:pt x="635841" y="66241"/>
                  <a:pt x="636386" y="69719"/>
                </a:cubicBezTo>
                <a:cubicBezTo>
                  <a:pt x="636930" y="73197"/>
                  <a:pt x="637202" y="77476"/>
                  <a:pt x="637202" y="82556"/>
                </a:cubicBezTo>
                <a:lnTo>
                  <a:pt x="637202" y="143520"/>
                </a:lnTo>
                <a:lnTo>
                  <a:pt x="622505" y="143520"/>
                </a:lnTo>
                <a:lnTo>
                  <a:pt x="622505" y="132815"/>
                </a:lnTo>
                <a:cubicBezTo>
                  <a:pt x="611800" y="141525"/>
                  <a:pt x="600067" y="145879"/>
                  <a:pt x="587306" y="145879"/>
                </a:cubicBezTo>
                <a:cubicBezTo>
                  <a:pt x="577326" y="145879"/>
                  <a:pt x="569328" y="143158"/>
                  <a:pt x="563310" y="137714"/>
                </a:cubicBezTo>
                <a:cubicBezTo>
                  <a:pt x="557292" y="132271"/>
                  <a:pt x="554283" y="125739"/>
                  <a:pt x="554283" y="118119"/>
                </a:cubicBezTo>
                <a:cubicBezTo>
                  <a:pt x="554283" y="112373"/>
                  <a:pt x="556188" y="106945"/>
                  <a:pt x="559999" y="101834"/>
                </a:cubicBezTo>
                <a:cubicBezTo>
                  <a:pt x="563809" y="96724"/>
                  <a:pt x="569403" y="92777"/>
                  <a:pt x="576782" y="89995"/>
                </a:cubicBezTo>
                <a:cubicBezTo>
                  <a:pt x="580350" y="88665"/>
                  <a:pt x="584584" y="87651"/>
                  <a:pt x="589483" y="86956"/>
                </a:cubicBezTo>
                <a:cubicBezTo>
                  <a:pt x="594382" y="86260"/>
                  <a:pt x="598495" y="85867"/>
                  <a:pt x="601821" y="85777"/>
                </a:cubicBezTo>
                <a:cubicBezTo>
                  <a:pt x="605147" y="85686"/>
                  <a:pt x="609865" y="85641"/>
                  <a:pt x="615973" y="85641"/>
                </a:cubicBezTo>
                <a:lnTo>
                  <a:pt x="619239" y="85641"/>
                </a:lnTo>
                <a:lnTo>
                  <a:pt x="622324" y="85641"/>
                </a:lnTo>
                <a:lnTo>
                  <a:pt x="622324" y="82012"/>
                </a:lnTo>
                <a:cubicBezTo>
                  <a:pt x="622324" y="79592"/>
                  <a:pt x="622294" y="77687"/>
                  <a:pt x="622233" y="76296"/>
                </a:cubicBezTo>
                <a:cubicBezTo>
                  <a:pt x="622173" y="74905"/>
                  <a:pt x="621901" y="73121"/>
                  <a:pt x="621417" y="70944"/>
                </a:cubicBezTo>
                <a:cubicBezTo>
                  <a:pt x="620933" y="68766"/>
                  <a:pt x="620207" y="66831"/>
                  <a:pt x="619239" y="65138"/>
                </a:cubicBezTo>
                <a:cubicBezTo>
                  <a:pt x="615611" y="58848"/>
                  <a:pt x="608837" y="55703"/>
                  <a:pt x="598918" y="55703"/>
                </a:cubicBezTo>
                <a:cubicBezTo>
                  <a:pt x="587124" y="55703"/>
                  <a:pt x="577750" y="59331"/>
                  <a:pt x="570794" y="66589"/>
                </a:cubicBezTo>
                <a:lnTo>
                  <a:pt x="563174" y="56791"/>
                </a:lnTo>
                <a:moveTo>
                  <a:pt x="622868" y="97434"/>
                </a:moveTo>
                <a:lnTo>
                  <a:pt x="619421" y="97434"/>
                </a:lnTo>
                <a:lnTo>
                  <a:pt x="607809" y="97434"/>
                </a:lnTo>
                <a:cubicBezTo>
                  <a:pt x="598434" y="97434"/>
                  <a:pt x="591539" y="97918"/>
                  <a:pt x="587124" y="98886"/>
                </a:cubicBezTo>
                <a:cubicBezTo>
                  <a:pt x="581379" y="100216"/>
                  <a:pt x="577069" y="102605"/>
                  <a:pt x="574197" y="106053"/>
                </a:cubicBezTo>
                <a:cubicBezTo>
                  <a:pt x="571324" y="109500"/>
                  <a:pt x="569887" y="113220"/>
                  <a:pt x="569887" y="117211"/>
                </a:cubicBezTo>
                <a:cubicBezTo>
                  <a:pt x="569887" y="121808"/>
                  <a:pt x="571747" y="125769"/>
                  <a:pt x="575467" y="129096"/>
                </a:cubicBezTo>
                <a:cubicBezTo>
                  <a:pt x="579186" y="132422"/>
                  <a:pt x="584161" y="134085"/>
                  <a:pt x="590390" y="134085"/>
                </a:cubicBezTo>
                <a:cubicBezTo>
                  <a:pt x="596015" y="134085"/>
                  <a:pt x="601095" y="132846"/>
                  <a:pt x="605631" y="130366"/>
                </a:cubicBezTo>
                <a:cubicBezTo>
                  <a:pt x="610167" y="127886"/>
                  <a:pt x="613736" y="125255"/>
                  <a:pt x="616336" y="122473"/>
                </a:cubicBezTo>
                <a:cubicBezTo>
                  <a:pt x="617909" y="120780"/>
                  <a:pt x="619179" y="119117"/>
                  <a:pt x="620147" y="117484"/>
                </a:cubicBezTo>
                <a:cubicBezTo>
                  <a:pt x="621114" y="115851"/>
                  <a:pt x="621780" y="114127"/>
                  <a:pt x="622142" y="112312"/>
                </a:cubicBezTo>
                <a:cubicBezTo>
                  <a:pt x="622505" y="110498"/>
                  <a:pt x="622717" y="109122"/>
                  <a:pt x="622778" y="108185"/>
                </a:cubicBezTo>
                <a:cubicBezTo>
                  <a:pt x="622838" y="107247"/>
                  <a:pt x="622868" y="105841"/>
                  <a:pt x="622868" y="103966"/>
                </a:cubicBezTo>
                <a:lnTo>
                  <a:pt x="622868" y="97434"/>
                </a:lnTo>
                <a:close/>
                <a:moveTo>
                  <a:pt x="676280" y="45179"/>
                </a:moveTo>
                <a:lnTo>
                  <a:pt x="692429" y="45179"/>
                </a:lnTo>
                <a:lnTo>
                  <a:pt x="691884" y="64230"/>
                </a:lnTo>
                <a:cubicBezTo>
                  <a:pt x="695029" y="57396"/>
                  <a:pt x="699838" y="52119"/>
                  <a:pt x="706309" y="48400"/>
                </a:cubicBezTo>
                <a:cubicBezTo>
                  <a:pt x="712780" y="44680"/>
                  <a:pt x="719766" y="42820"/>
                  <a:pt x="727266" y="42820"/>
                </a:cubicBezTo>
                <a:cubicBezTo>
                  <a:pt x="737850" y="42820"/>
                  <a:pt x="746619" y="46389"/>
                  <a:pt x="753575" y="53525"/>
                </a:cubicBezTo>
                <a:lnTo>
                  <a:pt x="746317" y="68404"/>
                </a:lnTo>
                <a:cubicBezTo>
                  <a:pt x="745712" y="67738"/>
                  <a:pt x="745017" y="66816"/>
                  <a:pt x="744230" y="65637"/>
                </a:cubicBezTo>
                <a:cubicBezTo>
                  <a:pt x="743444" y="64457"/>
                  <a:pt x="742930" y="63747"/>
                  <a:pt x="742688" y="63505"/>
                </a:cubicBezTo>
                <a:cubicBezTo>
                  <a:pt x="738878" y="58666"/>
                  <a:pt x="733435" y="56247"/>
                  <a:pt x="726358" y="56247"/>
                </a:cubicBezTo>
                <a:cubicBezTo>
                  <a:pt x="724362" y="56247"/>
                  <a:pt x="722336" y="56459"/>
                  <a:pt x="720280" y="56882"/>
                </a:cubicBezTo>
                <a:cubicBezTo>
                  <a:pt x="718224" y="57305"/>
                  <a:pt x="715925" y="58061"/>
                  <a:pt x="713385" y="59150"/>
                </a:cubicBezTo>
                <a:cubicBezTo>
                  <a:pt x="710845" y="60239"/>
                  <a:pt x="708305" y="61947"/>
                  <a:pt x="705765" y="64276"/>
                </a:cubicBezTo>
                <a:cubicBezTo>
                  <a:pt x="703224" y="66604"/>
                  <a:pt x="700896" y="69432"/>
                  <a:pt x="698779" y="72758"/>
                </a:cubicBezTo>
                <a:cubicBezTo>
                  <a:pt x="696662" y="76024"/>
                  <a:pt x="695075" y="79184"/>
                  <a:pt x="694016" y="82238"/>
                </a:cubicBezTo>
                <a:cubicBezTo>
                  <a:pt x="692958" y="85293"/>
                  <a:pt x="692338" y="87667"/>
                  <a:pt x="692157" y="89360"/>
                </a:cubicBezTo>
                <a:cubicBezTo>
                  <a:pt x="691975" y="91054"/>
                  <a:pt x="691884" y="93201"/>
                  <a:pt x="691884" y="95801"/>
                </a:cubicBezTo>
                <a:lnTo>
                  <a:pt x="691884" y="143702"/>
                </a:lnTo>
                <a:lnTo>
                  <a:pt x="676280" y="143702"/>
                </a:lnTo>
                <a:lnTo>
                  <a:pt x="676280" y="45179"/>
                </a:lnTo>
                <a:close/>
                <a:moveTo>
                  <a:pt x="850533" y="0"/>
                </a:moveTo>
                <a:lnTo>
                  <a:pt x="857065" y="13245"/>
                </a:lnTo>
                <a:cubicBezTo>
                  <a:pt x="856339" y="13608"/>
                  <a:pt x="855734" y="13790"/>
                  <a:pt x="855250" y="13790"/>
                </a:cubicBezTo>
                <a:cubicBezTo>
                  <a:pt x="854948" y="13790"/>
                  <a:pt x="854570" y="13729"/>
                  <a:pt x="854116" y="13608"/>
                </a:cubicBezTo>
                <a:cubicBezTo>
                  <a:pt x="853663" y="13487"/>
                  <a:pt x="853315" y="13427"/>
                  <a:pt x="853073" y="13427"/>
                </a:cubicBezTo>
                <a:cubicBezTo>
                  <a:pt x="852468" y="13427"/>
                  <a:pt x="851803" y="13669"/>
                  <a:pt x="851077" y="14152"/>
                </a:cubicBezTo>
                <a:cubicBezTo>
                  <a:pt x="838497" y="21592"/>
                  <a:pt x="828669" y="31767"/>
                  <a:pt x="821593" y="44680"/>
                </a:cubicBezTo>
                <a:cubicBezTo>
                  <a:pt x="814517" y="57593"/>
                  <a:pt x="810979" y="71730"/>
                  <a:pt x="810979" y="87092"/>
                </a:cubicBezTo>
                <a:cubicBezTo>
                  <a:pt x="810979" y="103906"/>
                  <a:pt x="815137" y="119691"/>
                  <a:pt x="823453" y="134448"/>
                </a:cubicBezTo>
                <a:cubicBezTo>
                  <a:pt x="831769" y="149206"/>
                  <a:pt x="843215" y="160818"/>
                  <a:pt x="857791" y="169285"/>
                </a:cubicBezTo>
                <a:lnTo>
                  <a:pt x="850714" y="180716"/>
                </a:lnTo>
                <a:cubicBezTo>
                  <a:pt x="833719" y="171765"/>
                  <a:pt x="820368" y="158973"/>
                  <a:pt x="810661" y="142341"/>
                </a:cubicBezTo>
                <a:cubicBezTo>
                  <a:pt x="800954" y="125709"/>
                  <a:pt x="796100" y="107534"/>
                  <a:pt x="796100" y="87818"/>
                </a:cubicBezTo>
                <a:cubicBezTo>
                  <a:pt x="796100" y="68162"/>
                  <a:pt x="800999" y="50456"/>
                  <a:pt x="810797" y="34701"/>
                </a:cubicBezTo>
                <a:cubicBezTo>
                  <a:pt x="820595" y="18946"/>
                  <a:pt x="833840" y="7379"/>
                  <a:pt x="850533" y="0"/>
                </a:cubicBezTo>
                <a:close/>
                <a:moveTo>
                  <a:pt x="890337" y="45179"/>
                </a:moveTo>
                <a:lnTo>
                  <a:pt x="906122" y="45179"/>
                </a:lnTo>
                <a:lnTo>
                  <a:pt x="906122" y="60239"/>
                </a:lnTo>
                <a:cubicBezTo>
                  <a:pt x="909509" y="54856"/>
                  <a:pt x="913940" y="50637"/>
                  <a:pt x="919413" y="47583"/>
                </a:cubicBezTo>
                <a:cubicBezTo>
                  <a:pt x="924887" y="44529"/>
                  <a:pt x="930799" y="43002"/>
                  <a:pt x="937149" y="43002"/>
                </a:cubicBezTo>
                <a:cubicBezTo>
                  <a:pt x="942108" y="43002"/>
                  <a:pt x="946901" y="44015"/>
                  <a:pt x="951528" y="46041"/>
                </a:cubicBezTo>
                <a:cubicBezTo>
                  <a:pt x="956155" y="48067"/>
                  <a:pt x="960404" y="51046"/>
                  <a:pt x="964275" y="54977"/>
                </a:cubicBezTo>
                <a:cubicBezTo>
                  <a:pt x="968145" y="58908"/>
                  <a:pt x="971245" y="64155"/>
                  <a:pt x="973573" y="70717"/>
                </a:cubicBezTo>
                <a:cubicBezTo>
                  <a:pt x="975902" y="77279"/>
                  <a:pt x="977066" y="84733"/>
                  <a:pt x="977066" y="93080"/>
                </a:cubicBezTo>
                <a:cubicBezTo>
                  <a:pt x="977066" y="101789"/>
                  <a:pt x="975872" y="109606"/>
                  <a:pt x="973483" y="116531"/>
                </a:cubicBezTo>
                <a:cubicBezTo>
                  <a:pt x="971094" y="123456"/>
                  <a:pt x="967918" y="129020"/>
                  <a:pt x="963957" y="133224"/>
                </a:cubicBezTo>
                <a:cubicBezTo>
                  <a:pt x="959996" y="137427"/>
                  <a:pt x="955626" y="140617"/>
                  <a:pt x="950848" y="142795"/>
                </a:cubicBezTo>
                <a:cubicBezTo>
                  <a:pt x="946070" y="144972"/>
                  <a:pt x="941080" y="146061"/>
                  <a:pt x="935879" y="146061"/>
                </a:cubicBezTo>
                <a:cubicBezTo>
                  <a:pt x="929952" y="146061"/>
                  <a:pt x="924357" y="144670"/>
                  <a:pt x="919096" y="141887"/>
                </a:cubicBezTo>
                <a:cubicBezTo>
                  <a:pt x="913834" y="139105"/>
                  <a:pt x="909570" y="135295"/>
                  <a:pt x="906304" y="130457"/>
                </a:cubicBezTo>
                <a:lnTo>
                  <a:pt x="906304" y="179446"/>
                </a:lnTo>
                <a:lnTo>
                  <a:pt x="890518" y="179446"/>
                </a:lnTo>
                <a:lnTo>
                  <a:pt x="890337" y="45179"/>
                </a:lnTo>
                <a:moveTo>
                  <a:pt x="931524" y="56247"/>
                </a:moveTo>
                <a:cubicBezTo>
                  <a:pt x="926444" y="56247"/>
                  <a:pt x="921817" y="57532"/>
                  <a:pt x="917644" y="60103"/>
                </a:cubicBezTo>
                <a:cubicBezTo>
                  <a:pt x="913471" y="62673"/>
                  <a:pt x="910477" y="66166"/>
                  <a:pt x="908663" y="70581"/>
                </a:cubicBezTo>
                <a:cubicBezTo>
                  <a:pt x="906969" y="74512"/>
                  <a:pt x="906122" y="80923"/>
                  <a:pt x="906122" y="89814"/>
                </a:cubicBezTo>
                <a:cubicBezTo>
                  <a:pt x="906122" y="98281"/>
                  <a:pt x="906259" y="104465"/>
                  <a:pt x="906531" y="108366"/>
                </a:cubicBezTo>
                <a:cubicBezTo>
                  <a:pt x="906803" y="112267"/>
                  <a:pt x="907574" y="115760"/>
                  <a:pt x="908844" y="118844"/>
                </a:cubicBezTo>
                <a:cubicBezTo>
                  <a:pt x="910779" y="123138"/>
                  <a:pt x="913819" y="126480"/>
                  <a:pt x="917962" y="128869"/>
                </a:cubicBezTo>
                <a:cubicBezTo>
                  <a:pt x="922104" y="131258"/>
                  <a:pt x="926565" y="132452"/>
                  <a:pt x="931343" y="132452"/>
                </a:cubicBezTo>
                <a:cubicBezTo>
                  <a:pt x="933520" y="132452"/>
                  <a:pt x="935743" y="132211"/>
                  <a:pt x="938011" y="131727"/>
                </a:cubicBezTo>
                <a:cubicBezTo>
                  <a:pt x="940279" y="131243"/>
                  <a:pt x="942834" y="130215"/>
                  <a:pt x="945677" y="128642"/>
                </a:cubicBezTo>
                <a:cubicBezTo>
                  <a:pt x="948519" y="127070"/>
                  <a:pt x="951029" y="125044"/>
                  <a:pt x="953207" y="122564"/>
                </a:cubicBezTo>
                <a:cubicBezTo>
                  <a:pt x="955384" y="120084"/>
                  <a:pt x="957213" y="116591"/>
                  <a:pt x="958695" y="112086"/>
                </a:cubicBezTo>
                <a:cubicBezTo>
                  <a:pt x="960177" y="107580"/>
                  <a:pt x="960918" y="102394"/>
                  <a:pt x="960918" y="96527"/>
                </a:cubicBezTo>
                <a:cubicBezTo>
                  <a:pt x="960918" y="89693"/>
                  <a:pt x="960147" y="83705"/>
                  <a:pt x="958604" y="78564"/>
                </a:cubicBezTo>
                <a:cubicBezTo>
                  <a:pt x="957062" y="73423"/>
                  <a:pt x="955218" y="69492"/>
                  <a:pt x="953070" y="66771"/>
                </a:cubicBezTo>
                <a:cubicBezTo>
                  <a:pt x="950923" y="64049"/>
                  <a:pt x="948398" y="61841"/>
                  <a:pt x="945495" y="60148"/>
                </a:cubicBezTo>
                <a:cubicBezTo>
                  <a:pt x="942592" y="58454"/>
                  <a:pt x="940067" y="57381"/>
                  <a:pt x="937920" y="56927"/>
                </a:cubicBezTo>
                <a:cubicBezTo>
                  <a:pt x="935773" y="56474"/>
                  <a:pt x="933641" y="56247"/>
                  <a:pt x="931524" y="56247"/>
                </a:cubicBezTo>
                <a:close/>
                <a:moveTo>
                  <a:pt x="1005439" y="13608"/>
                </a:moveTo>
                <a:lnTo>
                  <a:pt x="1009612" y="181"/>
                </a:lnTo>
                <a:cubicBezTo>
                  <a:pt x="1027091" y="8225"/>
                  <a:pt x="1041047" y="20352"/>
                  <a:pt x="1051480" y="36561"/>
                </a:cubicBezTo>
                <a:cubicBezTo>
                  <a:pt x="1061913" y="52769"/>
                  <a:pt x="1067129" y="70460"/>
                  <a:pt x="1067129" y="89632"/>
                </a:cubicBezTo>
                <a:cubicBezTo>
                  <a:pt x="1067129" y="108986"/>
                  <a:pt x="1061822" y="126934"/>
                  <a:pt x="1051208" y="143475"/>
                </a:cubicBezTo>
                <a:cubicBezTo>
                  <a:pt x="1040594" y="160017"/>
                  <a:pt x="1026365" y="172551"/>
                  <a:pt x="1008524" y="181079"/>
                </a:cubicBezTo>
                <a:lnTo>
                  <a:pt x="1004351" y="168015"/>
                </a:lnTo>
                <a:cubicBezTo>
                  <a:pt x="1018926" y="160274"/>
                  <a:pt x="1030493" y="149417"/>
                  <a:pt x="1039051" y="135446"/>
                </a:cubicBezTo>
                <a:cubicBezTo>
                  <a:pt x="1047609" y="121475"/>
                  <a:pt x="1051888" y="106385"/>
                  <a:pt x="1051888" y="90177"/>
                </a:cubicBezTo>
                <a:cubicBezTo>
                  <a:pt x="1051888" y="74210"/>
                  <a:pt x="1047715" y="59347"/>
                  <a:pt x="1039369" y="45587"/>
                </a:cubicBezTo>
                <a:cubicBezTo>
                  <a:pt x="1031022" y="31828"/>
                  <a:pt x="1019713" y="21168"/>
                  <a:pt x="1005439" y="13608"/>
                </a:cubicBezTo>
                <a:close/>
                <a:moveTo>
                  <a:pt x="1165902" y="139347"/>
                </a:moveTo>
                <a:cubicBezTo>
                  <a:pt x="1165902" y="150899"/>
                  <a:pt x="1158282" y="164386"/>
                  <a:pt x="1143040" y="179809"/>
                </a:cubicBezTo>
                <a:lnTo>
                  <a:pt x="1135601" y="173277"/>
                </a:lnTo>
                <a:cubicBezTo>
                  <a:pt x="1139170" y="169950"/>
                  <a:pt x="1142738" y="165475"/>
                  <a:pt x="1146306" y="159850"/>
                </a:cubicBezTo>
                <a:cubicBezTo>
                  <a:pt x="1148484" y="156221"/>
                  <a:pt x="1149572" y="153258"/>
                  <a:pt x="1149572" y="150960"/>
                </a:cubicBezTo>
                <a:cubicBezTo>
                  <a:pt x="1149572" y="148117"/>
                  <a:pt x="1147879" y="145516"/>
                  <a:pt x="1144492" y="143158"/>
                </a:cubicBezTo>
                <a:lnTo>
                  <a:pt x="1143857" y="142704"/>
                </a:lnTo>
                <a:cubicBezTo>
                  <a:pt x="1143434" y="142402"/>
                  <a:pt x="1143146" y="142205"/>
                  <a:pt x="1142995" y="142114"/>
                </a:cubicBezTo>
                <a:cubicBezTo>
                  <a:pt x="1142844" y="142024"/>
                  <a:pt x="1142557" y="141812"/>
                  <a:pt x="1142133" y="141479"/>
                </a:cubicBezTo>
                <a:cubicBezTo>
                  <a:pt x="1141710" y="141147"/>
                  <a:pt x="1141407" y="140859"/>
                  <a:pt x="1141226" y="140617"/>
                </a:cubicBezTo>
                <a:cubicBezTo>
                  <a:pt x="1141045" y="140375"/>
                  <a:pt x="1140772" y="140058"/>
                  <a:pt x="1140410" y="139665"/>
                </a:cubicBezTo>
                <a:cubicBezTo>
                  <a:pt x="1140047" y="139272"/>
                  <a:pt x="1139790" y="138879"/>
                  <a:pt x="1139638" y="138485"/>
                </a:cubicBezTo>
                <a:cubicBezTo>
                  <a:pt x="1139487" y="138092"/>
                  <a:pt x="1139306" y="137639"/>
                  <a:pt x="1139094" y="137125"/>
                </a:cubicBezTo>
                <a:cubicBezTo>
                  <a:pt x="1138882" y="136611"/>
                  <a:pt x="1138731" y="136066"/>
                  <a:pt x="1138640" y="135492"/>
                </a:cubicBezTo>
                <a:cubicBezTo>
                  <a:pt x="1138550" y="134917"/>
                  <a:pt x="1138504" y="134327"/>
                  <a:pt x="1138504" y="133723"/>
                </a:cubicBezTo>
                <a:cubicBezTo>
                  <a:pt x="1138504" y="130396"/>
                  <a:pt x="1139699" y="127508"/>
                  <a:pt x="1142088" y="125059"/>
                </a:cubicBezTo>
                <a:cubicBezTo>
                  <a:pt x="1144477" y="122609"/>
                  <a:pt x="1147395" y="121385"/>
                  <a:pt x="1150842" y="121385"/>
                </a:cubicBezTo>
                <a:cubicBezTo>
                  <a:pt x="1154834" y="121385"/>
                  <a:pt x="1158342" y="123048"/>
                  <a:pt x="1161366" y="126374"/>
                </a:cubicBezTo>
                <a:cubicBezTo>
                  <a:pt x="1164390" y="129701"/>
                  <a:pt x="1165902" y="134025"/>
                  <a:pt x="1165902" y="139347"/>
                </a:cubicBezTo>
                <a:moveTo>
                  <a:pt x="1160459" y="56066"/>
                </a:moveTo>
                <a:cubicBezTo>
                  <a:pt x="1162999" y="58485"/>
                  <a:pt x="1164269" y="61388"/>
                  <a:pt x="1164269" y="64775"/>
                </a:cubicBezTo>
                <a:cubicBezTo>
                  <a:pt x="1164269" y="68162"/>
                  <a:pt x="1162999" y="71065"/>
                  <a:pt x="1160459" y="73484"/>
                </a:cubicBezTo>
                <a:cubicBezTo>
                  <a:pt x="1157919" y="75903"/>
                  <a:pt x="1154895" y="77113"/>
                  <a:pt x="1151387" y="77113"/>
                </a:cubicBezTo>
                <a:cubicBezTo>
                  <a:pt x="1147879" y="77113"/>
                  <a:pt x="1144885" y="75903"/>
                  <a:pt x="1142405" y="73484"/>
                </a:cubicBezTo>
                <a:cubicBezTo>
                  <a:pt x="1139926" y="71065"/>
                  <a:pt x="1138686" y="68162"/>
                  <a:pt x="1138686" y="64775"/>
                </a:cubicBezTo>
                <a:cubicBezTo>
                  <a:pt x="1138686" y="61388"/>
                  <a:pt x="1139926" y="58485"/>
                  <a:pt x="1142405" y="56066"/>
                </a:cubicBezTo>
                <a:cubicBezTo>
                  <a:pt x="1144885" y="53646"/>
                  <a:pt x="1147879" y="52437"/>
                  <a:pt x="1151387" y="52437"/>
                </a:cubicBezTo>
                <a:cubicBezTo>
                  <a:pt x="1154895" y="52437"/>
                  <a:pt x="1157919" y="53646"/>
                  <a:pt x="1160459" y="560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Text 11">
            <a:extLst xmlns:a="http://schemas.openxmlformats.org/drawingml/2006/main">
              <a:ext uri="{FF2B5EF4-FFF2-40B4-BE49-F238E27FC236}">
                <a16:creationId xmlns:a16="http://schemas.microsoft.com/office/drawing/2014/main" id="{CBED6E84-72D3-43A6-AAC1-123E287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1" y="2777383"/>
            <a:ext cx="156834" cy="134448"/>
          </a:xfrm>
          <a:custGeom xmlns:a="http://schemas.openxmlformats.org/drawingml/2006/main">
            <a:pathLst>
              <a:path w="156834" h="134448">
                <a:moveTo>
                  <a:pt x="45542" y="0"/>
                </a:moveTo>
                <a:lnTo>
                  <a:pt x="45542" y="134448"/>
                </a:lnTo>
                <a:lnTo>
                  <a:pt x="30482" y="134448"/>
                </a:lnTo>
                <a:lnTo>
                  <a:pt x="30482" y="18689"/>
                </a:lnTo>
                <a:lnTo>
                  <a:pt x="3447" y="26672"/>
                </a:lnTo>
                <a:lnTo>
                  <a:pt x="0" y="18326"/>
                </a:lnTo>
                <a:lnTo>
                  <a:pt x="35018" y="0"/>
                </a:lnTo>
                <a:lnTo>
                  <a:pt x="45542" y="0"/>
                </a:lnTo>
                <a:close/>
                <a:moveTo>
                  <a:pt x="156834" y="0"/>
                </a:moveTo>
                <a:lnTo>
                  <a:pt x="156834" y="134448"/>
                </a:lnTo>
                <a:lnTo>
                  <a:pt x="141774" y="134448"/>
                </a:lnTo>
                <a:lnTo>
                  <a:pt x="141774" y="18689"/>
                </a:lnTo>
                <a:lnTo>
                  <a:pt x="114739" y="26672"/>
                </a:lnTo>
                <a:lnTo>
                  <a:pt x="111292" y="18326"/>
                </a:lnTo>
                <a:lnTo>
                  <a:pt x="146310" y="0"/>
                </a:lnTo>
                <a:lnTo>
                  <a:pt x="156834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Text }">
            <a:extLst xmlns:a="http://schemas.openxmlformats.org/drawingml/2006/main">
              <a:ext uri="{FF2B5EF4-FFF2-40B4-BE49-F238E27FC236}">
                <a16:creationId xmlns:a16="http://schemas.microsoft.com/office/drawing/2014/main" id="{6968B566-C094-4248-8D42-9E4B2AAC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64" y="2774480"/>
            <a:ext cx="76568" cy="171281"/>
          </a:xfrm>
          <a:custGeom xmlns:a="http://schemas.openxmlformats.org/drawingml/2006/main">
            <a:pathLst>
              <a:path w="76568" h="171281">
                <a:moveTo>
                  <a:pt x="76568" y="76024"/>
                </a:moveTo>
                <a:lnTo>
                  <a:pt x="76568" y="88181"/>
                </a:lnTo>
                <a:lnTo>
                  <a:pt x="72032" y="88181"/>
                </a:lnTo>
                <a:cubicBezTo>
                  <a:pt x="70157" y="88181"/>
                  <a:pt x="68721" y="88211"/>
                  <a:pt x="67723" y="88271"/>
                </a:cubicBezTo>
                <a:cubicBezTo>
                  <a:pt x="66725" y="88332"/>
                  <a:pt x="65274" y="88695"/>
                  <a:pt x="63369" y="89360"/>
                </a:cubicBezTo>
                <a:cubicBezTo>
                  <a:pt x="61463" y="90025"/>
                  <a:pt x="59815" y="91023"/>
                  <a:pt x="58424" y="92354"/>
                </a:cubicBezTo>
                <a:cubicBezTo>
                  <a:pt x="54674" y="95922"/>
                  <a:pt x="52800" y="102515"/>
                  <a:pt x="52800" y="112131"/>
                </a:cubicBezTo>
                <a:cubicBezTo>
                  <a:pt x="52800" y="114248"/>
                  <a:pt x="52951" y="117650"/>
                  <a:pt x="53253" y="122337"/>
                </a:cubicBezTo>
                <a:cubicBezTo>
                  <a:pt x="53556" y="127024"/>
                  <a:pt x="53707" y="130820"/>
                  <a:pt x="53707" y="133723"/>
                </a:cubicBezTo>
                <a:cubicBezTo>
                  <a:pt x="53707" y="148238"/>
                  <a:pt x="49655" y="158641"/>
                  <a:pt x="41550" y="164931"/>
                </a:cubicBezTo>
                <a:cubicBezTo>
                  <a:pt x="38103" y="167652"/>
                  <a:pt x="34353" y="169391"/>
                  <a:pt x="30301" y="170147"/>
                </a:cubicBezTo>
                <a:cubicBezTo>
                  <a:pt x="26249" y="170903"/>
                  <a:pt x="21047" y="171281"/>
                  <a:pt x="14697" y="171281"/>
                </a:cubicBezTo>
                <a:lnTo>
                  <a:pt x="7983" y="171281"/>
                </a:lnTo>
                <a:lnTo>
                  <a:pt x="181" y="171281"/>
                </a:lnTo>
                <a:lnTo>
                  <a:pt x="181" y="159306"/>
                </a:lnTo>
                <a:lnTo>
                  <a:pt x="8165" y="159306"/>
                </a:lnTo>
                <a:lnTo>
                  <a:pt x="12157" y="159306"/>
                </a:lnTo>
                <a:cubicBezTo>
                  <a:pt x="16209" y="159306"/>
                  <a:pt x="19565" y="159079"/>
                  <a:pt x="22227" y="158625"/>
                </a:cubicBezTo>
                <a:cubicBezTo>
                  <a:pt x="24888" y="158172"/>
                  <a:pt x="27337" y="157189"/>
                  <a:pt x="29575" y="155677"/>
                </a:cubicBezTo>
                <a:cubicBezTo>
                  <a:pt x="35502" y="151564"/>
                  <a:pt x="38466" y="144186"/>
                  <a:pt x="38466" y="133541"/>
                </a:cubicBezTo>
                <a:cubicBezTo>
                  <a:pt x="38466" y="131787"/>
                  <a:pt x="38345" y="128914"/>
                  <a:pt x="38103" y="124923"/>
                </a:cubicBezTo>
                <a:cubicBezTo>
                  <a:pt x="37861" y="120931"/>
                  <a:pt x="37740" y="117756"/>
                  <a:pt x="37740" y="115397"/>
                </a:cubicBezTo>
                <a:cubicBezTo>
                  <a:pt x="37740" y="110075"/>
                  <a:pt x="38284" y="105342"/>
                  <a:pt x="39373" y="101199"/>
                </a:cubicBezTo>
                <a:cubicBezTo>
                  <a:pt x="40462" y="97056"/>
                  <a:pt x="41943" y="93730"/>
                  <a:pt x="43818" y="91220"/>
                </a:cubicBezTo>
                <a:cubicBezTo>
                  <a:pt x="45693" y="88710"/>
                  <a:pt x="47598" y="86744"/>
                  <a:pt x="49534" y="85323"/>
                </a:cubicBezTo>
                <a:cubicBezTo>
                  <a:pt x="51469" y="83902"/>
                  <a:pt x="53586" y="82798"/>
                  <a:pt x="55884" y="82012"/>
                </a:cubicBezTo>
                <a:cubicBezTo>
                  <a:pt x="48989" y="79230"/>
                  <a:pt x="43909" y="74391"/>
                  <a:pt x="40643" y="67496"/>
                </a:cubicBezTo>
                <a:cubicBezTo>
                  <a:pt x="38345" y="62900"/>
                  <a:pt x="37196" y="57154"/>
                  <a:pt x="37196" y="50259"/>
                </a:cubicBezTo>
                <a:cubicBezTo>
                  <a:pt x="37196" y="48505"/>
                  <a:pt x="37317" y="45980"/>
                  <a:pt x="37558" y="42684"/>
                </a:cubicBezTo>
                <a:cubicBezTo>
                  <a:pt x="37800" y="39388"/>
                  <a:pt x="37921" y="36893"/>
                  <a:pt x="37921" y="35200"/>
                </a:cubicBezTo>
                <a:cubicBezTo>
                  <a:pt x="37921" y="25462"/>
                  <a:pt x="35018" y="18749"/>
                  <a:pt x="29212" y="15060"/>
                </a:cubicBezTo>
                <a:cubicBezTo>
                  <a:pt x="25946" y="13124"/>
                  <a:pt x="21531" y="12157"/>
                  <a:pt x="15967" y="12157"/>
                </a:cubicBezTo>
                <a:cubicBezTo>
                  <a:pt x="15181" y="12157"/>
                  <a:pt x="13835" y="12187"/>
                  <a:pt x="11930" y="12247"/>
                </a:cubicBezTo>
                <a:cubicBezTo>
                  <a:pt x="10025" y="12308"/>
                  <a:pt x="8528" y="12338"/>
                  <a:pt x="7439" y="12338"/>
                </a:cubicBezTo>
                <a:lnTo>
                  <a:pt x="0" y="12338"/>
                </a:lnTo>
                <a:lnTo>
                  <a:pt x="0" y="0"/>
                </a:lnTo>
                <a:lnTo>
                  <a:pt x="6532" y="0"/>
                </a:lnTo>
                <a:lnTo>
                  <a:pt x="11249" y="0"/>
                </a:lnTo>
                <a:cubicBezTo>
                  <a:pt x="15544" y="0"/>
                  <a:pt x="19172" y="136"/>
                  <a:pt x="22136" y="408"/>
                </a:cubicBezTo>
                <a:cubicBezTo>
                  <a:pt x="25099" y="680"/>
                  <a:pt x="28486" y="1482"/>
                  <a:pt x="32297" y="2812"/>
                </a:cubicBezTo>
                <a:cubicBezTo>
                  <a:pt x="36107" y="4143"/>
                  <a:pt x="39373" y="6048"/>
                  <a:pt x="42094" y="8528"/>
                </a:cubicBezTo>
                <a:cubicBezTo>
                  <a:pt x="49231" y="15120"/>
                  <a:pt x="52800" y="24797"/>
                  <a:pt x="52800" y="37558"/>
                </a:cubicBezTo>
                <a:cubicBezTo>
                  <a:pt x="52800" y="39312"/>
                  <a:pt x="52709" y="41883"/>
                  <a:pt x="52527" y="45270"/>
                </a:cubicBezTo>
                <a:cubicBezTo>
                  <a:pt x="52346" y="48657"/>
                  <a:pt x="52255" y="51227"/>
                  <a:pt x="52255" y="52981"/>
                </a:cubicBezTo>
                <a:cubicBezTo>
                  <a:pt x="52255" y="61206"/>
                  <a:pt x="54070" y="67254"/>
                  <a:pt x="57698" y="71125"/>
                </a:cubicBezTo>
                <a:cubicBezTo>
                  <a:pt x="59210" y="72637"/>
                  <a:pt x="60949" y="73786"/>
                  <a:pt x="62915" y="74573"/>
                </a:cubicBezTo>
                <a:cubicBezTo>
                  <a:pt x="64881" y="75359"/>
                  <a:pt x="66453" y="75797"/>
                  <a:pt x="67632" y="75888"/>
                </a:cubicBezTo>
                <a:cubicBezTo>
                  <a:pt x="68812" y="75979"/>
                  <a:pt x="70339" y="76024"/>
                  <a:pt x="72214" y="76024"/>
                </a:cubicBezTo>
                <a:lnTo>
                  <a:pt x="76568" y="760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Text ...">
            <a:extLst xmlns:a="http://schemas.openxmlformats.org/drawingml/2006/main">
              <a:ext uri="{FF2B5EF4-FFF2-40B4-BE49-F238E27FC236}">
                <a16:creationId xmlns:a16="http://schemas.microsoft.com/office/drawing/2014/main" id="{0B34B2EB-8BDC-49AC-98FB-0AB35203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99" y="3121571"/>
            <a:ext cx="248168" cy="24676"/>
          </a:xfrm>
          <a:custGeom xmlns:a="http://schemas.openxmlformats.org/drawingml/2006/main">
            <a:pathLst>
              <a:path w="248168" h="24676">
                <a:moveTo>
                  <a:pt x="21773" y="3629"/>
                </a:moveTo>
                <a:cubicBezTo>
                  <a:pt x="24313" y="6048"/>
                  <a:pt x="25583" y="8951"/>
                  <a:pt x="25583" y="12338"/>
                </a:cubicBezTo>
                <a:cubicBezTo>
                  <a:pt x="25583" y="15725"/>
                  <a:pt x="24313" y="18628"/>
                  <a:pt x="21773" y="21047"/>
                </a:cubicBezTo>
                <a:cubicBezTo>
                  <a:pt x="19233" y="23466"/>
                  <a:pt x="16209" y="24676"/>
                  <a:pt x="12701" y="24676"/>
                </a:cubicBezTo>
                <a:cubicBezTo>
                  <a:pt x="9193" y="24676"/>
                  <a:pt x="6199" y="23466"/>
                  <a:pt x="3720" y="21047"/>
                </a:cubicBezTo>
                <a:cubicBezTo>
                  <a:pt x="1240" y="18628"/>
                  <a:pt x="0" y="15725"/>
                  <a:pt x="0" y="12338"/>
                </a:cubicBezTo>
                <a:cubicBezTo>
                  <a:pt x="0" y="8951"/>
                  <a:pt x="1240" y="6048"/>
                  <a:pt x="3720" y="3629"/>
                </a:cubicBezTo>
                <a:cubicBezTo>
                  <a:pt x="6199" y="1210"/>
                  <a:pt x="9193" y="0"/>
                  <a:pt x="12701" y="0"/>
                </a:cubicBezTo>
                <a:cubicBezTo>
                  <a:pt x="16209" y="0"/>
                  <a:pt x="19233" y="1210"/>
                  <a:pt x="21773" y="3629"/>
                </a:cubicBezTo>
                <a:close/>
                <a:moveTo>
                  <a:pt x="133065" y="3629"/>
                </a:moveTo>
                <a:cubicBezTo>
                  <a:pt x="135605" y="6048"/>
                  <a:pt x="136875" y="8951"/>
                  <a:pt x="136875" y="12338"/>
                </a:cubicBezTo>
                <a:cubicBezTo>
                  <a:pt x="136875" y="15725"/>
                  <a:pt x="135605" y="18628"/>
                  <a:pt x="133065" y="21047"/>
                </a:cubicBezTo>
                <a:cubicBezTo>
                  <a:pt x="130525" y="23466"/>
                  <a:pt x="127501" y="24676"/>
                  <a:pt x="123993" y="24676"/>
                </a:cubicBezTo>
                <a:cubicBezTo>
                  <a:pt x="120485" y="24676"/>
                  <a:pt x="117491" y="23466"/>
                  <a:pt x="115012" y="21047"/>
                </a:cubicBezTo>
                <a:cubicBezTo>
                  <a:pt x="112532" y="18628"/>
                  <a:pt x="111292" y="15725"/>
                  <a:pt x="111292" y="12338"/>
                </a:cubicBezTo>
                <a:cubicBezTo>
                  <a:pt x="111292" y="8951"/>
                  <a:pt x="112532" y="6048"/>
                  <a:pt x="115012" y="3629"/>
                </a:cubicBezTo>
                <a:cubicBezTo>
                  <a:pt x="117491" y="1210"/>
                  <a:pt x="120485" y="0"/>
                  <a:pt x="123993" y="0"/>
                </a:cubicBezTo>
                <a:cubicBezTo>
                  <a:pt x="127501" y="0"/>
                  <a:pt x="130525" y="1210"/>
                  <a:pt x="133065" y="3629"/>
                </a:cubicBezTo>
                <a:close/>
                <a:moveTo>
                  <a:pt x="244357" y="3629"/>
                </a:moveTo>
                <a:cubicBezTo>
                  <a:pt x="246897" y="6048"/>
                  <a:pt x="248168" y="8951"/>
                  <a:pt x="248168" y="12338"/>
                </a:cubicBezTo>
                <a:cubicBezTo>
                  <a:pt x="248168" y="15725"/>
                  <a:pt x="246897" y="18628"/>
                  <a:pt x="244357" y="21047"/>
                </a:cubicBezTo>
                <a:cubicBezTo>
                  <a:pt x="241817" y="23466"/>
                  <a:pt x="238793" y="24676"/>
                  <a:pt x="235285" y="24676"/>
                </a:cubicBezTo>
                <a:cubicBezTo>
                  <a:pt x="231777" y="24676"/>
                  <a:pt x="228784" y="23466"/>
                  <a:pt x="226304" y="21047"/>
                </a:cubicBezTo>
                <a:cubicBezTo>
                  <a:pt x="223824" y="18628"/>
                  <a:pt x="222584" y="15725"/>
                  <a:pt x="222584" y="12338"/>
                </a:cubicBezTo>
                <a:cubicBezTo>
                  <a:pt x="222584" y="8951"/>
                  <a:pt x="223824" y="6048"/>
                  <a:pt x="226304" y="3629"/>
                </a:cubicBezTo>
                <a:cubicBezTo>
                  <a:pt x="228784" y="1210"/>
                  <a:pt x="231777" y="0"/>
                  <a:pt x="235285" y="0"/>
                </a:cubicBezTo>
                <a:cubicBezTo>
                  <a:pt x="238793" y="0"/>
                  <a:pt x="241817" y="1210"/>
                  <a:pt x="244357" y="3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Text 12">
            <a:extLst xmlns:a="http://schemas.openxmlformats.org/drawingml/2006/main">
              <a:ext uri="{FF2B5EF4-FFF2-40B4-BE49-F238E27FC236}">
                <a16:creationId xmlns:a16="http://schemas.microsoft.com/office/drawing/2014/main" id="{35A5463B-1D8D-4524-8F0F-FDC90543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1" y="3241144"/>
            <a:ext cx="186772" cy="135174"/>
          </a:xfrm>
          <a:custGeom xmlns:a="http://schemas.openxmlformats.org/drawingml/2006/main">
            <a:pathLst>
              <a:path w="186772" h="135174">
                <a:moveTo>
                  <a:pt x="45542" y="726"/>
                </a:moveTo>
                <a:lnTo>
                  <a:pt x="45542" y="135174"/>
                </a:lnTo>
                <a:lnTo>
                  <a:pt x="30482" y="135174"/>
                </a:lnTo>
                <a:lnTo>
                  <a:pt x="30482" y="19414"/>
                </a:lnTo>
                <a:lnTo>
                  <a:pt x="3447" y="27398"/>
                </a:lnTo>
                <a:lnTo>
                  <a:pt x="0" y="19051"/>
                </a:lnTo>
                <a:lnTo>
                  <a:pt x="35018" y="726"/>
                </a:lnTo>
                <a:lnTo>
                  <a:pt x="45542" y="726"/>
                </a:lnTo>
                <a:close/>
                <a:moveTo>
                  <a:pt x="108933" y="21592"/>
                </a:moveTo>
                <a:cubicBezTo>
                  <a:pt x="112925" y="14878"/>
                  <a:pt x="118278" y="9601"/>
                  <a:pt x="124991" y="5761"/>
                </a:cubicBezTo>
                <a:cubicBezTo>
                  <a:pt x="131704" y="1920"/>
                  <a:pt x="138871" y="0"/>
                  <a:pt x="146492" y="0"/>
                </a:cubicBezTo>
                <a:cubicBezTo>
                  <a:pt x="157439" y="0"/>
                  <a:pt x="166677" y="3644"/>
                  <a:pt x="174207" y="10932"/>
                </a:cubicBezTo>
                <a:cubicBezTo>
                  <a:pt x="181737" y="18220"/>
                  <a:pt x="185502" y="27095"/>
                  <a:pt x="185502" y="37558"/>
                </a:cubicBezTo>
                <a:cubicBezTo>
                  <a:pt x="185502" y="42094"/>
                  <a:pt x="184791" y="46479"/>
                  <a:pt x="183370" y="50713"/>
                </a:cubicBezTo>
                <a:cubicBezTo>
                  <a:pt x="181948" y="54947"/>
                  <a:pt x="179892" y="58938"/>
                  <a:pt x="177201" y="62688"/>
                </a:cubicBezTo>
                <a:cubicBezTo>
                  <a:pt x="174509" y="66438"/>
                  <a:pt x="172090" y="69477"/>
                  <a:pt x="169943" y="71806"/>
                </a:cubicBezTo>
                <a:cubicBezTo>
                  <a:pt x="167796" y="74134"/>
                  <a:pt x="165120" y="76810"/>
                  <a:pt x="161914" y="79834"/>
                </a:cubicBezTo>
                <a:cubicBezTo>
                  <a:pt x="161612" y="80137"/>
                  <a:pt x="159918" y="81709"/>
                  <a:pt x="156834" y="84552"/>
                </a:cubicBezTo>
                <a:cubicBezTo>
                  <a:pt x="153749" y="87394"/>
                  <a:pt x="151633" y="89390"/>
                  <a:pt x="150483" y="90539"/>
                </a:cubicBezTo>
                <a:cubicBezTo>
                  <a:pt x="149334" y="91689"/>
                  <a:pt x="147323" y="93745"/>
                  <a:pt x="144450" y="96708"/>
                </a:cubicBezTo>
                <a:cubicBezTo>
                  <a:pt x="141578" y="99672"/>
                  <a:pt x="139279" y="102227"/>
                  <a:pt x="137556" y="104374"/>
                </a:cubicBezTo>
                <a:cubicBezTo>
                  <a:pt x="135832" y="106521"/>
                  <a:pt x="133836" y="109167"/>
                  <a:pt x="131568" y="112312"/>
                </a:cubicBezTo>
                <a:cubicBezTo>
                  <a:pt x="129300" y="115457"/>
                  <a:pt x="127259" y="118602"/>
                  <a:pt x="125444" y="121747"/>
                </a:cubicBezTo>
                <a:lnTo>
                  <a:pt x="181691" y="121747"/>
                </a:lnTo>
                <a:cubicBezTo>
                  <a:pt x="182417" y="121747"/>
                  <a:pt x="183143" y="121445"/>
                  <a:pt x="183869" y="120840"/>
                </a:cubicBezTo>
                <a:cubicBezTo>
                  <a:pt x="184836" y="119873"/>
                  <a:pt x="185804" y="119570"/>
                  <a:pt x="186772" y="119933"/>
                </a:cubicBezTo>
                <a:lnTo>
                  <a:pt x="186772" y="134993"/>
                </a:lnTo>
                <a:lnTo>
                  <a:pt x="108026" y="134993"/>
                </a:lnTo>
                <a:lnTo>
                  <a:pt x="108026" y="125558"/>
                </a:lnTo>
                <a:cubicBezTo>
                  <a:pt x="113288" y="115155"/>
                  <a:pt x="118988" y="106159"/>
                  <a:pt x="125127" y="98568"/>
                </a:cubicBezTo>
                <a:cubicBezTo>
                  <a:pt x="131266" y="90978"/>
                  <a:pt x="138569" y="83342"/>
                  <a:pt x="147036" y="75661"/>
                </a:cubicBezTo>
                <a:cubicBezTo>
                  <a:pt x="149879" y="73121"/>
                  <a:pt x="151995" y="71201"/>
                  <a:pt x="153387" y="69900"/>
                </a:cubicBezTo>
                <a:cubicBezTo>
                  <a:pt x="154778" y="68600"/>
                  <a:pt x="156789" y="66529"/>
                  <a:pt x="159419" y="63686"/>
                </a:cubicBezTo>
                <a:cubicBezTo>
                  <a:pt x="162050" y="60843"/>
                  <a:pt x="164016" y="58318"/>
                  <a:pt x="165316" y="56111"/>
                </a:cubicBezTo>
                <a:cubicBezTo>
                  <a:pt x="166617" y="53903"/>
                  <a:pt x="167826" y="51227"/>
                  <a:pt x="168945" y="48082"/>
                </a:cubicBezTo>
                <a:cubicBezTo>
                  <a:pt x="170064" y="44937"/>
                  <a:pt x="170623" y="41792"/>
                  <a:pt x="170623" y="38647"/>
                </a:cubicBezTo>
                <a:cubicBezTo>
                  <a:pt x="170623" y="31510"/>
                  <a:pt x="168129" y="25493"/>
                  <a:pt x="163139" y="20594"/>
                </a:cubicBezTo>
                <a:cubicBezTo>
                  <a:pt x="158149" y="15695"/>
                  <a:pt x="152056" y="13245"/>
                  <a:pt x="144859" y="13245"/>
                </a:cubicBezTo>
                <a:cubicBezTo>
                  <a:pt x="139536" y="13245"/>
                  <a:pt x="134849" y="14515"/>
                  <a:pt x="130797" y="17056"/>
                </a:cubicBezTo>
                <a:cubicBezTo>
                  <a:pt x="126745" y="19596"/>
                  <a:pt x="123751" y="22378"/>
                  <a:pt x="121816" y="25402"/>
                </a:cubicBezTo>
                <a:cubicBezTo>
                  <a:pt x="121453" y="25946"/>
                  <a:pt x="121165" y="26732"/>
                  <a:pt x="120954" y="27761"/>
                </a:cubicBezTo>
                <a:cubicBezTo>
                  <a:pt x="120742" y="28789"/>
                  <a:pt x="120425" y="29635"/>
                  <a:pt x="120001" y="30301"/>
                </a:cubicBezTo>
                <a:lnTo>
                  <a:pt x="108933" y="21592"/>
                </a:ln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Text if">
            <a:extLst xmlns:a="http://schemas.openxmlformats.org/drawingml/2006/main">
              <a:ext uri="{FF2B5EF4-FFF2-40B4-BE49-F238E27FC236}">
                <a16:creationId xmlns:a16="http://schemas.microsoft.com/office/drawing/2014/main" id="{403762E6-54AA-46E6-A1CE-DF88FCD7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30" y="3231709"/>
            <a:ext cx="199836" cy="144428"/>
          </a:xfrm>
          <a:custGeom xmlns:a="http://schemas.openxmlformats.org/drawingml/2006/main">
            <a:pathLst>
              <a:path w="199836" h="144428">
                <a:moveTo>
                  <a:pt x="1270" y="64230"/>
                </a:moveTo>
                <a:lnTo>
                  <a:pt x="1270" y="45905"/>
                </a:lnTo>
                <a:lnTo>
                  <a:pt x="46268" y="45905"/>
                </a:lnTo>
                <a:lnTo>
                  <a:pt x="46268" y="126465"/>
                </a:lnTo>
                <a:lnTo>
                  <a:pt x="69311" y="126465"/>
                </a:lnTo>
                <a:lnTo>
                  <a:pt x="69311" y="144428"/>
                </a:lnTo>
                <a:lnTo>
                  <a:pt x="0" y="144428"/>
                </a:lnTo>
                <a:lnTo>
                  <a:pt x="0" y="126465"/>
                </a:lnTo>
                <a:lnTo>
                  <a:pt x="25039" y="126465"/>
                </a:lnTo>
                <a:lnTo>
                  <a:pt x="25039" y="64230"/>
                </a:lnTo>
                <a:lnTo>
                  <a:pt x="1270" y="64230"/>
                </a:lnTo>
                <a:moveTo>
                  <a:pt x="26173" y="26808"/>
                </a:moveTo>
                <a:cubicBezTo>
                  <a:pt x="23482" y="24117"/>
                  <a:pt x="22136" y="20866"/>
                  <a:pt x="22136" y="17056"/>
                </a:cubicBezTo>
                <a:cubicBezTo>
                  <a:pt x="22136" y="13245"/>
                  <a:pt x="23482" y="9994"/>
                  <a:pt x="26173" y="7303"/>
                </a:cubicBezTo>
                <a:cubicBezTo>
                  <a:pt x="28864" y="4612"/>
                  <a:pt x="32115" y="3266"/>
                  <a:pt x="35925" y="3266"/>
                </a:cubicBezTo>
                <a:cubicBezTo>
                  <a:pt x="39736" y="3266"/>
                  <a:pt x="43017" y="4612"/>
                  <a:pt x="45769" y="7303"/>
                </a:cubicBezTo>
                <a:cubicBezTo>
                  <a:pt x="48521" y="9994"/>
                  <a:pt x="49896" y="13245"/>
                  <a:pt x="49896" y="17056"/>
                </a:cubicBezTo>
                <a:cubicBezTo>
                  <a:pt x="49896" y="20866"/>
                  <a:pt x="48521" y="24117"/>
                  <a:pt x="45769" y="26808"/>
                </a:cubicBezTo>
                <a:cubicBezTo>
                  <a:pt x="43017" y="29499"/>
                  <a:pt x="39736" y="30845"/>
                  <a:pt x="35925" y="30845"/>
                </a:cubicBezTo>
                <a:cubicBezTo>
                  <a:pt x="32115" y="30845"/>
                  <a:pt x="28864" y="29499"/>
                  <a:pt x="26173" y="26808"/>
                </a:cubicBezTo>
                <a:close/>
                <a:moveTo>
                  <a:pt x="130343" y="18507"/>
                </a:moveTo>
                <a:cubicBezTo>
                  <a:pt x="133972" y="12580"/>
                  <a:pt x="139022" y="8014"/>
                  <a:pt x="145494" y="4808"/>
                </a:cubicBezTo>
                <a:cubicBezTo>
                  <a:pt x="151965" y="1603"/>
                  <a:pt x="158951" y="0"/>
                  <a:pt x="166450" y="0"/>
                </a:cubicBezTo>
                <a:cubicBezTo>
                  <a:pt x="173043" y="0"/>
                  <a:pt x="179121" y="1255"/>
                  <a:pt x="184685" y="3765"/>
                </a:cubicBezTo>
                <a:cubicBezTo>
                  <a:pt x="190249" y="6275"/>
                  <a:pt x="194937" y="9858"/>
                  <a:pt x="198747" y="14515"/>
                </a:cubicBezTo>
                <a:lnTo>
                  <a:pt x="199836" y="15785"/>
                </a:lnTo>
                <a:lnTo>
                  <a:pt x="191126" y="33385"/>
                </a:lnTo>
                <a:lnTo>
                  <a:pt x="189493" y="33385"/>
                </a:lnTo>
                <a:cubicBezTo>
                  <a:pt x="188405" y="33385"/>
                  <a:pt x="187392" y="32947"/>
                  <a:pt x="186454" y="32070"/>
                </a:cubicBezTo>
                <a:cubicBezTo>
                  <a:pt x="185517" y="31193"/>
                  <a:pt x="185018" y="30119"/>
                  <a:pt x="184957" y="28849"/>
                </a:cubicBezTo>
                <a:lnTo>
                  <a:pt x="184957" y="28123"/>
                </a:lnTo>
                <a:lnTo>
                  <a:pt x="184776" y="27942"/>
                </a:lnTo>
                <a:lnTo>
                  <a:pt x="184776" y="27761"/>
                </a:lnTo>
                <a:cubicBezTo>
                  <a:pt x="182841" y="24797"/>
                  <a:pt x="180210" y="22393"/>
                  <a:pt x="176883" y="20548"/>
                </a:cubicBezTo>
                <a:cubicBezTo>
                  <a:pt x="173557" y="18704"/>
                  <a:pt x="169837" y="17781"/>
                  <a:pt x="165725" y="17781"/>
                </a:cubicBezTo>
                <a:cubicBezTo>
                  <a:pt x="161975" y="17781"/>
                  <a:pt x="158527" y="18583"/>
                  <a:pt x="155382" y="20185"/>
                </a:cubicBezTo>
                <a:cubicBezTo>
                  <a:pt x="152237" y="21788"/>
                  <a:pt x="149818" y="24132"/>
                  <a:pt x="148125" y="27216"/>
                </a:cubicBezTo>
                <a:cubicBezTo>
                  <a:pt x="146068" y="30845"/>
                  <a:pt x="145040" y="36833"/>
                  <a:pt x="145040" y="45179"/>
                </a:cubicBezTo>
                <a:lnTo>
                  <a:pt x="145040" y="46993"/>
                </a:lnTo>
                <a:lnTo>
                  <a:pt x="145040" y="51711"/>
                </a:lnTo>
                <a:lnTo>
                  <a:pt x="177155" y="51711"/>
                </a:lnTo>
                <a:lnTo>
                  <a:pt x="177155" y="68585"/>
                </a:lnTo>
                <a:lnTo>
                  <a:pt x="145040" y="68585"/>
                </a:lnTo>
                <a:lnTo>
                  <a:pt x="145040" y="144428"/>
                </a:lnTo>
                <a:lnTo>
                  <a:pt x="124537" y="144428"/>
                </a:lnTo>
                <a:lnTo>
                  <a:pt x="124537" y="68404"/>
                </a:lnTo>
                <a:lnTo>
                  <a:pt x="103309" y="68404"/>
                </a:lnTo>
                <a:lnTo>
                  <a:pt x="103309" y="51529"/>
                </a:lnTo>
                <a:lnTo>
                  <a:pt x="124537" y="51529"/>
                </a:lnTo>
                <a:lnTo>
                  <a:pt x="124537" y="44998"/>
                </a:lnTo>
                <a:cubicBezTo>
                  <a:pt x="124537" y="39494"/>
                  <a:pt x="124900" y="34701"/>
                  <a:pt x="125626" y="30618"/>
                </a:cubicBezTo>
                <a:cubicBezTo>
                  <a:pt x="126352" y="26536"/>
                  <a:pt x="127924" y="22499"/>
                  <a:pt x="130343" y="18507"/>
                </a:cubicBezTo>
                <a:close/>
              </a:path>
            </a:pathLst>
          </a:custGeom>
          <a:solidFill xmlns:a="http://schemas.openxmlformats.org/drawingml/2006/main">
            <a:srgbClr val="00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Text (t&lt;=1)">
            <a:extLst xmlns:a="http://schemas.openxmlformats.org/drawingml/2006/main">
              <a:ext uri="{FF2B5EF4-FFF2-40B4-BE49-F238E27FC236}">
                <a16:creationId xmlns:a16="http://schemas.microsoft.com/office/drawing/2014/main" id="{90033ED5-6DB4-4F53-A843-5999C608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64" y="3232617"/>
            <a:ext cx="827490" cy="181079"/>
          </a:xfrm>
          <a:custGeom xmlns:a="http://schemas.openxmlformats.org/drawingml/2006/main">
            <a:pathLst>
              <a:path w="827490" h="181079">
                <a:moveTo>
                  <a:pt x="54433" y="0"/>
                </a:moveTo>
                <a:lnTo>
                  <a:pt x="60964" y="13245"/>
                </a:lnTo>
                <a:cubicBezTo>
                  <a:pt x="60239" y="13608"/>
                  <a:pt x="59634" y="13790"/>
                  <a:pt x="59150" y="13790"/>
                </a:cubicBezTo>
                <a:cubicBezTo>
                  <a:pt x="58848" y="13790"/>
                  <a:pt x="58470" y="13729"/>
                  <a:pt x="58016" y="13608"/>
                </a:cubicBezTo>
                <a:cubicBezTo>
                  <a:pt x="57562" y="13487"/>
                  <a:pt x="57215" y="13427"/>
                  <a:pt x="56973" y="13427"/>
                </a:cubicBezTo>
                <a:cubicBezTo>
                  <a:pt x="56368" y="13427"/>
                  <a:pt x="55703" y="13669"/>
                  <a:pt x="54977" y="14152"/>
                </a:cubicBezTo>
                <a:cubicBezTo>
                  <a:pt x="42397" y="21592"/>
                  <a:pt x="32569" y="31767"/>
                  <a:pt x="25493" y="44680"/>
                </a:cubicBezTo>
                <a:cubicBezTo>
                  <a:pt x="18416" y="57593"/>
                  <a:pt x="14878" y="71730"/>
                  <a:pt x="14878" y="87092"/>
                </a:cubicBezTo>
                <a:cubicBezTo>
                  <a:pt x="14878" y="103906"/>
                  <a:pt x="19036" y="119691"/>
                  <a:pt x="27352" y="134448"/>
                </a:cubicBezTo>
                <a:cubicBezTo>
                  <a:pt x="35668" y="149206"/>
                  <a:pt x="47114" y="160818"/>
                  <a:pt x="61690" y="169285"/>
                </a:cubicBezTo>
                <a:lnTo>
                  <a:pt x="54614" y="180716"/>
                </a:lnTo>
                <a:cubicBezTo>
                  <a:pt x="37619" y="171765"/>
                  <a:pt x="24268" y="158973"/>
                  <a:pt x="14561" y="142341"/>
                </a:cubicBezTo>
                <a:cubicBezTo>
                  <a:pt x="4854" y="125709"/>
                  <a:pt x="0" y="107534"/>
                  <a:pt x="0" y="87818"/>
                </a:cubicBezTo>
                <a:cubicBezTo>
                  <a:pt x="0" y="68162"/>
                  <a:pt x="4899" y="50456"/>
                  <a:pt x="14697" y="34701"/>
                </a:cubicBezTo>
                <a:cubicBezTo>
                  <a:pt x="24495" y="18946"/>
                  <a:pt x="37740" y="7379"/>
                  <a:pt x="54433" y="0"/>
                </a:cubicBezTo>
                <a:close/>
                <a:moveTo>
                  <a:pt x="121816" y="18870"/>
                </a:moveTo>
                <a:lnTo>
                  <a:pt x="138871" y="16148"/>
                </a:lnTo>
                <a:cubicBezTo>
                  <a:pt x="138992" y="16390"/>
                  <a:pt x="139053" y="16753"/>
                  <a:pt x="139053" y="17237"/>
                </a:cubicBezTo>
                <a:cubicBezTo>
                  <a:pt x="139053" y="17842"/>
                  <a:pt x="138811" y="18613"/>
                  <a:pt x="138327" y="19550"/>
                </a:cubicBezTo>
                <a:cubicBezTo>
                  <a:pt x="137843" y="20488"/>
                  <a:pt x="137541" y="21229"/>
                  <a:pt x="137420" y="21773"/>
                </a:cubicBezTo>
                <a:cubicBezTo>
                  <a:pt x="137178" y="23466"/>
                  <a:pt x="136860" y="26249"/>
                  <a:pt x="136467" y="30119"/>
                </a:cubicBezTo>
                <a:cubicBezTo>
                  <a:pt x="136074" y="33990"/>
                  <a:pt x="135726" y="37437"/>
                  <a:pt x="135424" y="40462"/>
                </a:cubicBezTo>
                <a:lnTo>
                  <a:pt x="135061" y="44998"/>
                </a:lnTo>
                <a:lnTo>
                  <a:pt x="167176" y="44998"/>
                </a:lnTo>
                <a:lnTo>
                  <a:pt x="167176" y="57880"/>
                </a:lnTo>
                <a:lnTo>
                  <a:pt x="134880" y="57880"/>
                </a:lnTo>
                <a:cubicBezTo>
                  <a:pt x="133670" y="70157"/>
                  <a:pt x="133065" y="82979"/>
                  <a:pt x="133065" y="96346"/>
                </a:cubicBezTo>
                <a:cubicBezTo>
                  <a:pt x="133065" y="100579"/>
                  <a:pt x="133111" y="104178"/>
                  <a:pt x="133201" y="107141"/>
                </a:cubicBezTo>
                <a:cubicBezTo>
                  <a:pt x="133292" y="110105"/>
                  <a:pt x="133368" y="112191"/>
                  <a:pt x="133428" y="113401"/>
                </a:cubicBezTo>
                <a:lnTo>
                  <a:pt x="133610" y="115216"/>
                </a:lnTo>
                <a:cubicBezTo>
                  <a:pt x="134396" y="120659"/>
                  <a:pt x="136316" y="124650"/>
                  <a:pt x="139370" y="127191"/>
                </a:cubicBezTo>
                <a:cubicBezTo>
                  <a:pt x="142425" y="129731"/>
                  <a:pt x="146008" y="131001"/>
                  <a:pt x="150121" y="131001"/>
                </a:cubicBezTo>
                <a:cubicBezTo>
                  <a:pt x="156834" y="131001"/>
                  <a:pt x="164213" y="128037"/>
                  <a:pt x="172257" y="122110"/>
                </a:cubicBezTo>
                <a:lnTo>
                  <a:pt x="177156" y="134448"/>
                </a:lnTo>
                <a:cubicBezTo>
                  <a:pt x="167358" y="141706"/>
                  <a:pt x="156895" y="145335"/>
                  <a:pt x="145766" y="145335"/>
                </a:cubicBezTo>
                <a:cubicBezTo>
                  <a:pt x="135726" y="145335"/>
                  <a:pt x="128227" y="141887"/>
                  <a:pt x="123267" y="134993"/>
                </a:cubicBezTo>
                <a:cubicBezTo>
                  <a:pt x="121453" y="132452"/>
                  <a:pt x="120092" y="129459"/>
                  <a:pt x="119185" y="126011"/>
                </a:cubicBezTo>
                <a:cubicBezTo>
                  <a:pt x="118278" y="122564"/>
                  <a:pt x="117764" y="119721"/>
                  <a:pt x="117643" y="117484"/>
                </a:cubicBezTo>
                <a:cubicBezTo>
                  <a:pt x="117522" y="115246"/>
                  <a:pt x="117461" y="112131"/>
                  <a:pt x="117461" y="108139"/>
                </a:cubicBezTo>
                <a:cubicBezTo>
                  <a:pt x="117461" y="92293"/>
                  <a:pt x="118127" y="75540"/>
                  <a:pt x="119457" y="57880"/>
                </a:cubicBezTo>
                <a:lnTo>
                  <a:pt x="96414" y="57880"/>
                </a:lnTo>
                <a:lnTo>
                  <a:pt x="96595" y="45179"/>
                </a:lnTo>
                <a:lnTo>
                  <a:pt x="120001" y="45179"/>
                </a:lnTo>
                <a:lnTo>
                  <a:pt x="121816" y="18870"/>
                </a:lnTo>
                <a:close/>
                <a:moveTo>
                  <a:pt x="402643" y="36651"/>
                </a:moveTo>
                <a:lnTo>
                  <a:pt x="327889" y="74754"/>
                </a:lnTo>
                <a:lnTo>
                  <a:pt x="403187" y="117211"/>
                </a:lnTo>
                <a:lnTo>
                  <a:pt x="403187" y="133360"/>
                </a:lnTo>
                <a:lnTo>
                  <a:pt x="311378" y="79834"/>
                </a:lnTo>
                <a:lnTo>
                  <a:pt x="311378" y="69311"/>
                </a:lnTo>
                <a:lnTo>
                  <a:pt x="402643" y="21410"/>
                </a:lnTo>
                <a:lnTo>
                  <a:pt x="402643" y="36651"/>
                </a:lnTo>
                <a:close/>
                <a:moveTo>
                  <a:pt x="424847" y="48989"/>
                </a:moveTo>
                <a:lnTo>
                  <a:pt x="513391" y="48989"/>
                </a:lnTo>
                <a:lnTo>
                  <a:pt x="513391" y="62235"/>
                </a:lnTo>
                <a:lnTo>
                  <a:pt x="424847" y="62235"/>
                </a:lnTo>
                <a:lnTo>
                  <a:pt x="424847" y="48989"/>
                </a:lnTo>
                <a:moveTo>
                  <a:pt x="424847" y="93624"/>
                </a:moveTo>
                <a:lnTo>
                  <a:pt x="513391" y="93624"/>
                </a:lnTo>
                <a:lnTo>
                  <a:pt x="513391" y="106869"/>
                </a:lnTo>
                <a:lnTo>
                  <a:pt x="424847" y="106869"/>
                </a:lnTo>
                <a:lnTo>
                  <a:pt x="424847" y="93624"/>
                </a:lnTo>
                <a:close/>
                <a:moveTo>
                  <a:pt x="702408" y="9254"/>
                </a:moveTo>
                <a:lnTo>
                  <a:pt x="702408" y="143702"/>
                </a:lnTo>
                <a:lnTo>
                  <a:pt x="687348" y="143702"/>
                </a:lnTo>
                <a:lnTo>
                  <a:pt x="687348" y="27942"/>
                </a:lnTo>
                <a:lnTo>
                  <a:pt x="660314" y="35925"/>
                </a:lnTo>
                <a:lnTo>
                  <a:pt x="656866" y="27579"/>
                </a:lnTo>
                <a:lnTo>
                  <a:pt x="691885" y="9254"/>
                </a:lnTo>
                <a:lnTo>
                  <a:pt x="702408" y="9254"/>
                </a:lnTo>
                <a:close/>
                <a:moveTo>
                  <a:pt x="765800" y="13608"/>
                </a:moveTo>
                <a:lnTo>
                  <a:pt x="769973" y="181"/>
                </a:lnTo>
                <a:cubicBezTo>
                  <a:pt x="787452" y="8225"/>
                  <a:pt x="801407" y="20352"/>
                  <a:pt x="811840" y="36561"/>
                </a:cubicBezTo>
                <a:cubicBezTo>
                  <a:pt x="822273" y="52769"/>
                  <a:pt x="827490" y="70460"/>
                  <a:pt x="827490" y="89632"/>
                </a:cubicBezTo>
                <a:cubicBezTo>
                  <a:pt x="827490" y="108986"/>
                  <a:pt x="822183" y="126934"/>
                  <a:pt x="811568" y="143475"/>
                </a:cubicBezTo>
                <a:cubicBezTo>
                  <a:pt x="800954" y="160017"/>
                  <a:pt x="786726" y="172551"/>
                  <a:pt x="768884" y="181079"/>
                </a:cubicBezTo>
                <a:lnTo>
                  <a:pt x="764711" y="168015"/>
                </a:lnTo>
                <a:cubicBezTo>
                  <a:pt x="779287" y="160274"/>
                  <a:pt x="790854" y="149417"/>
                  <a:pt x="799412" y="135446"/>
                </a:cubicBezTo>
                <a:cubicBezTo>
                  <a:pt x="807970" y="121475"/>
                  <a:pt x="812249" y="106385"/>
                  <a:pt x="812249" y="90177"/>
                </a:cubicBezTo>
                <a:cubicBezTo>
                  <a:pt x="812249" y="74210"/>
                  <a:pt x="808075" y="59347"/>
                  <a:pt x="799729" y="45587"/>
                </a:cubicBezTo>
                <a:cubicBezTo>
                  <a:pt x="791383" y="31828"/>
                  <a:pt x="780073" y="21168"/>
                  <a:pt x="765800" y="136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Text 13">
            <a:extLst xmlns:a="http://schemas.openxmlformats.org/drawingml/2006/main">
              <a:ext uri="{FF2B5EF4-FFF2-40B4-BE49-F238E27FC236}">
                <a16:creationId xmlns:a16="http://schemas.microsoft.com/office/drawing/2014/main" id="{4DA3B5B0-7151-467A-BF05-A83E117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1" y="3473736"/>
            <a:ext cx="183687" cy="136807"/>
          </a:xfrm>
          <a:custGeom xmlns:a="http://schemas.openxmlformats.org/drawingml/2006/main">
            <a:pathLst>
              <a:path w="183687" h="136807">
                <a:moveTo>
                  <a:pt x="45542" y="363"/>
                </a:moveTo>
                <a:lnTo>
                  <a:pt x="45542" y="134811"/>
                </a:lnTo>
                <a:lnTo>
                  <a:pt x="30482" y="134811"/>
                </a:lnTo>
                <a:lnTo>
                  <a:pt x="30482" y="19051"/>
                </a:lnTo>
                <a:lnTo>
                  <a:pt x="3447" y="27035"/>
                </a:lnTo>
                <a:lnTo>
                  <a:pt x="0" y="18689"/>
                </a:lnTo>
                <a:lnTo>
                  <a:pt x="35018" y="363"/>
                </a:lnTo>
                <a:lnTo>
                  <a:pt x="45542" y="363"/>
                </a:lnTo>
                <a:close/>
                <a:moveTo>
                  <a:pt x="180784" y="34111"/>
                </a:moveTo>
                <a:cubicBezTo>
                  <a:pt x="180784" y="40582"/>
                  <a:pt x="178940" y="46464"/>
                  <a:pt x="175250" y="51756"/>
                </a:cubicBezTo>
                <a:cubicBezTo>
                  <a:pt x="171561" y="57048"/>
                  <a:pt x="166692" y="60843"/>
                  <a:pt x="160644" y="63142"/>
                </a:cubicBezTo>
                <a:cubicBezTo>
                  <a:pt x="167660" y="65682"/>
                  <a:pt x="173254" y="70097"/>
                  <a:pt x="177428" y="76387"/>
                </a:cubicBezTo>
                <a:cubicBezTo>
                  <a:pt x="181601" y="82677"/>
                  <a:pt x="183687" y="89814"/>
                  <a:pt x="183687" y="97797"/>
                </a:cubicBezTo>
                <a:cubicBezTo>
                  <a:pt x="183687" y="108623"/>
                  <a:pt x="179907" y="117831"/>
                  <a:pt x="172347" y="125422"/>
                </a:cubicBezTo>
                <a:cubicBezTo>
                  <a:pt x="164787" y="133012"/>
                  <a:pt x="154778" y="136807"/>
                  <a:pt x="142319" y="136807"/>
                </a:cubicBezTo>
                <a:cubicBezTo>
                  <a:pt x="135545" y="136807"/>
                  <a:pt x="129104" y="135507"/>
                  <a:pt x="122995" y="132906"/>
                </a:cubicBezTo>
                <a:cubicBezTo>
                  <a:pt x="116886" y="130305"/>
                  <a:pt x="111594" y="126525"/>
                  <a:pt x="107119" y="121566"/>
                </a:cubicBezTo>
                <a:lnTo>
                  <a:pt x="118550" y="108139"/>
                </a:lnTo>
                <a:cubicBezTo>
                  <a:pt x="119215" y="108805"/>
                  <a:pt x="119684" y="109803"/>
                  <a:pt x="119956" y="111133"/>
                </a:cubicBezTo>
                <a:cubicBezTo>
                  <a:pt x="120228" y="112464"/>
                  <a:pt x="120667" y="113462"/>
                  <a:pt x="121271" y="114127"/>
                </a:cubicBezTo>
                <a:cubicBezTo>
                  <a:pt x="121997" y="114974"/>
                  <a:pt x="123025" y="115956"/>
                  <a:pt x="124356" y="117075"/>
                </a:cubicBezTo>
                <a:cubicBezTo>
                  <a:pt x="125686" y="118194"/>
                  <a:pt x="128075" y="119495"/>
                  <a:pt x="131523" y="120976"/>
                </a:cubicBezTo>
                <a:cubicBezTo>
                  <a:pt x="134970" y="122458"/>
                  <a:pt x="138569" y="123199"/>
                  <a:pt x="142319" y="123199"/>
                </a:cubicBezTo>
                <a:cubicBezTo>
                  <a:pt x="150060" y="123199"/>
                  <a:pt x="156471" y="120538"/>
                  <a:pt x="161551" y="115216"/>
                </a:cubicBezTo>
                <a:cubicBezTo>
                  <a:pt x="166632" y="109893"/>
                  <a:pt x="169172" y="103482"/>
                  <a:pt x="169172" y="95983"/>
                </a:cubicBezTo>
                <a:cubicBezTo>
                  <a:pt x="169172" y="88120"/>
                  <a:pt x="166254" y="81891"/>
                  <a:pt x="160417" y="77294"/>
                </a:cubicBezTo>
                <a:cubicBezTo>
                  <a:pt x="154581" y="72698"/>
                  <a:pt x="147036" y="70399"/>
                  <a:pt x="137783" y="70399"/>
                </a:cubicBezTo>
                <a:cubicBezTo>
                  <a:pt x="135363" y="70399"/>
                  <a:pt x="133065" y="70581"/>
                  <a:pt x="130888" y="70944"/>
                </a:cubicBezTo>
                <a:lnTo>
                  <a:pt x="130888" y="58787"/>
                </a:lnTo>
                <a:cubicBezTo>
                  <a:pt x="140081" y="58787"/>
                  <a:pt x="147157" y="57638"/>
                  <a:pt x="152116" y="55340"/>
                </a:cubicBezTo>
                <a:cubicBezTo>
                  <a:pt x="156592" y="53404"/>
                  <a:pt x="160100" y="50471"/>
                  <a:pt x="162640" y="46540"/>
                </a:cubicBezTo>
                <a:cubicBezTo>
                  <a:pt x="165180" y="42609"/>
                  <a:pt x="166450" y="38526"/>
                  <a:pt x="166450" y="34292"/>
                </a:cubicBezTo>
                <a:cubicBezTo>
                  <a:pt x="166450" y="28547"/>
                  <a:pt x="164243" y="23633"/>
                  <a:pt x="159828" y="19550"/>
                </a:cubicBezTo>
                <a:cubicBezTo>
                  <a:pt x="155413" y="15468"/>
                  <a:pt x="149818" y="13427"/>
                  <a:pt x="143044" y="13427"/>
                </a:cubicBezTo>
                <a:cubicBezTo>
                  <a:pt x="138811" y="13427"/>
                  <a:pt x="134668" y="14319"/>
                  <a:pt x="130616" y="16103"/>
                </a:cubicBezTo>
                <a:cubicBezTo>
                  <a:pt x="126563" y="17887"/>
                  <a:pt x="123025" y="20442"/>
                  <a:pt x="120001" y="23769"/>
                </a:cubicBezTo>
                <a:lnTo>
                  <a:pt x="111655" y="14334"/>
                </a:lnTo>
                <a:cubicBezTo>
                  <a:pt x="115828" y="9737"/>
                  <a:pt x="120697" y="6199"/>
                  <a:pt x="126261" y="3720"/>
                </a:cubicBezTo>
                <a:cubicBezTo>
                  <a:pt x="131825" y="1240"/>
                  <a:pt x="137662" y="0"/>
                  <a:pt x="143770" y="0"/>
                </a:cubicBezTo>
                <a:cubicBezTo>
                  <a:pt x="154233" y="0"/>
                  <a:pt x="163018" y="3357"/>
                  <a:pt x="170125" y="10070"/>
                </a:cubicBezTo>
                <a:cubicBezTo>
                  <a:pt x="177231" y="16783"/>
                  <a:pt x="180784" y="24797"/>
                  <a:pt x="180784" y="34111"/>
                </a:cubicBez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Text printf(&quot;%d\n&quot;,*p);">
            <a:extLst xmlns:a="http://schemas.openxmlformats.org/drawingml/2006/main">
              <a:ext uri="{FF2B5EF4-FFF2-40B4-BE49-F238E27FC236}">
                <a16:creationId xmlns:a16="http://schemas.microsoft.com/office/drawing/2014/main" id="{A404699B-7C49-4407-8110-6A62A0E4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90" y="3463938"/>
            <a:ext cx="2061069" cy="181986"/>
          </a:xfrm>
          <a:custGeom xmlns:a="http://schemas.openxmlformats.org/drawingml/2006/main">
            <a:pathLst>
              <a:path w="2061069" h="181986">
                <a:moveTo>
                  <a:pt x="0" y="46086"/>
                </a:moveTo>
                <a:lnTo>
                  <a:pt x="15785" y="46086"/>
                </a:lnTo>
                <a:lnTo>
                  <a:pt x="15785" y="61146"/>
                </a:lnTo>
                <a:cubicBezTo>
                  <a:pt x="19172" y="55763"/>
                  <a:pt x="23603" y="51545"/>
                  <a:pt x="29076" y="48490"/>
                </a:cubicBezTo>
                <a:cubicBezTo>
                  <a:pt x="34550" y="45436"/>
                  <a:pt x="40462" y="43909"/>
                  <a:pt x="46812" y="43909"/>
                </a:cubicBezTo>
                <a:cubicBezTo>
                  <a:pt x="51771" y="43909"/>
                  <a:pt x="56564" y="44922"/>
                  <a:pt x="61191" y="46948"/>
                </a:cubicBezTo>
                <a:cubicBezTo>
                  <a:pt x="65818" y="48974"/>
                  <a:pt x="70067" y="51953"/>
                  <a:pt x="73938" y="55884"/>
                </a:cubicBezTo>
                <a:cubicBezTo>
                  <a:pt x="77808" y="59815"/>
                  <a:pt x="80908" y="65062"/>
                  <a:pt x="83236" y="71624"/>
                </a:cubicBezTo>
                <a:cubicBezTo>
                  <a:pt x="85565" y="78186"/>
                  <a:pt x="86729" y="85641"/>
                  <a:pt x="86729" y="93987"/>
                </a:cubicBezTo>
                <a:cubicBezTo>
                  <a:pt x="86729" y="102696"/>
                  <a:pt x="85535" y="110513"/>
                  <a:pt x="83146" y="117438"/>
                </a:cubicBezTo>
                <a:cubicBezTo>
                  <a:pt x="80757" y="124363"/>
                  <a:pt x="77581" y="129927"/>
                  <a:pt x="73620" y="134131"/>
                </a:cubicBezTo>
                <a:cubicBezTo>
                  <a:pt x="69659" y="138334"/>
                  <a:pt x="65289" y="141525"/>
                  <a:pt x="60511" y="143702"/>
                </a:cubicBezTo>
                <a:cubicBezTo>
                  <a:pt x="55733" y="145879"/>
                  <a:pt x="50743" y="146968"/>
                  <a:pt x="45542" y="146968"/>
                </a:cubicBezTo>
                <a:cubicBezTo>
                  <a:pt x="39615" y="146968"/>
                  <a:pt x="34020" y="145577"/>
                  <a:pt x="28759" y="142795"/>
                </a:cubicBezTo>
                <a:cubicBezTo>
                  <a:pt x="23497" y="140013"/>
                  <a:pt x="19233" y="136202"/>
                  <a:pt x="15967" y="131364"/>
                </a:cubicBezTo>
                <a:lnTo>
                  <a:pt x="15967" y="180353"/>
                </a:lnTo>
                <a:lnTo>
                  <a:pt x="181" y="180353"/>
                </a:lnTo>
                <a:lnTo>
                  <a:pt x="0" y="46086"/>
                </a:lnTo>
                <a:moveTo>
                  <a:pt x="41187" y="57154"/>
                </a:moveTo>
                <a:cubicBezTo>
                  <a:pt x="36107" y="57154"/>
                  <a:pt x="31480" y="58439"/>
                  <a:pt x="27307" y="61010"/>
                </a:cubicBezTo>
                <a:cubicBezTo>
                  <a:pt x="23134" y="63580"/>
                  <a:pt x="20140" y="67073"/>
                  <a:pt x="18326" y="71488"/>
                </a:cubicBezTo>
                <a:cubicBezTo>
                  <a:pt x="16632" y="75419"/>
                  <a:pt x="15785" y="81830"/>
                  <a:pt x="15785" y="90721"/>
                </a:cubicBezTo>
                <a:cubicBezTo>
                  <a:pt x="15785" y="99188"/>
                  <a:pt x="15922" y="105372"/>
                  <a:pt x="16194" y="109273"/>
                </a:cubicBezTo>
                <a:cubicBezTo>
                  <a:pt x="16466" y="113174"/>
                  <a:pt x="17237" y="116667"/>
                  <a:pt x="18507" y="119752"/>
                </a:cubicBezTo>
                <a:cubicBezTo>
                  <a:pt x="20442" y="124046"/>
                  <a:pt x="23482" y="127387"/>
                  <a:pt x="27625" y="129776"/>
                </a:cubicBezTo>
                <a:cubicBezTo>
                  <a:pt x="31767" y="132165"/>
                  <a:pt x="36228" y="133360"/>
                  <a:pt x="41006" y="133360"/>
                </a:cubicBezTo>
                <a:cubicBezTo>
                  <a:pt x="43183" y="133360"/>
                  <a:pt x="45406" y="133118"/>
                  <a:pt x="47674" y="132634"/>
                </a:cubicBezTo>
                <a:cubicBezTo>
                  <a:pt x="49942" y="132150"/>
                  <a:pt x="52497" y="131122"/>
                  <a:pt x="55340" y="129549"/>
                </a:cubicBezTo>
                <a:cubicBezTo>
                  <a:pt x="58182" y="127977"/>
                  <a:pt x="60692" y="125951"/>
                  <a:pt x="62870" y="123471"/>
                </a:cubicBezTo>
                <a:cubicBezTo>
                  <a:pt x="65047" y="120991"/>
                  <a:pt x="66876" y="117499"/>
                  <a:pt x="68358" y="112993"/>
                </a:cubicBezTo>
                <a:cubicBezTo>
                  <a:pt x="69840" y="108487"/>
                  <a:pt x="70581" y="103301"/>
                  <a:pt x="70581" y="97434"/>
                </a:cubicBezTo>
                <a:cubicBezTo>
                  <a:pt x="70581" y="90600"/>
                  <a:pt x="69810" y="84612"/>
                  <a:pt x="68267" y="79471"/>
                </a:cubicBezTo>
                <a:cubicBezTo>
                  <a:pt x="66725" y="74331"/>
                  <a:pt x="64881" y="70399"/>
                  <a:pt x="62733" y="67678"/>
                </a:cubicBezTo>
                <a:cubicBezTo>
                  <a:pt x="60586" y="64956"/>
                  <a:pt x="58061" y="62749"/>
                  <a:pt x="55158" y="61055"/>
                </a:cubicBezTo>
                <a:cubicBezTo>
                  <a:pt x="52255" y="59362"/>
                  <a:pt x="49730" y="58288"/>
                  <a:pt x="47583" y="57835"/>
                </a:cubicBezTo>
                <a:cubicBezTo>
                  <a:pt x="45436" y="57381"/>
                  <a:pt x="43304" y="57154"/>
                  <a:pt x="41187" y="57154"/>
                </a:cubicBezTo>
                <a:close/>
                <a:moveTo>
                  <a:pt x="119820" y="46086"/>
                </a:moveTo>
                <a:lnTo>
                  <a:pt x="135968" y="46086"/>
                </a:lnTo>
                <a:lnTo>
                  <a:pt x="135424" y="65138"/>
                </a:lnTo>
                <a:cubicBezTo>
                  <a:pt x="138569" y="58303"/>
                  <a:pt x="143377" y="53026"/>
                  <a:pt x="149848" y="49307"/>
                </a:cubicBezTo>
                <a:cubicBezTo>
                  <a:pt x="156320" y="45587"/>
                  <a:pt x="163305" y="43727"/>
                  <a:pt x="170805" y="43727"/>
                </a:cubicBezTo>
                <a:cubicBezTo>
                  <a:pt x="181389" y="43727"/>
                  <a:pt x="190159" y="47296"/>
                  <a:pt x="197114" y="54433"/>
                </a:cubicBezTo>
                <a:lnTo>
                  <a:pt x="189856" y="69311"/>
                </a:lnTo>
                <a:cubicBezTo>
                  <a:pt x="189252" y="68645"/>
                  <a:pt x="188556" y="67723"/>
                  <a:pt x="187770" y="66544"/>
                </a:cubicBezTo>
                <a:cubicBezTo>
                  <a:pt x="186984" y="65364"/>
                  <a:pt x="186469" y="64654"/>
                  <a:pt x="186228" y="64412"/>
                </a:cubicBezTo>
                <a:cubicBezTo>
                  <a:pt x="182417" y="59573"/>
                  <a:pt x="176974" y="57154"/>
                  <a:pt x="169898" y="57154"/>
                </a:cubicBezTo>
                <a:cubicBezTo>
                  <a:pt x="167902" y="57154"/>
                  <a:pt x="165876" y="57366"/>
                  <a:pt x="163819" y="57789"/>
                </a:cubicBezTo>
                <a:cubicBezTo>
                  <a:pt x="161763" y="58213"/>
                  <a:pt x="159465" y="58969"/>
                  <a:pt x="156925" y="60057"/>
                </a:cubicBezTo>
                <a:cubicBezTo>
                  <a:pt x="154385" y="61146"/>
                  <a:pt x="151844" y="62854"/>
                  <a:pt x="149304" y="65183"/>
                </a:cubicBezTo>
                <a:cubicBezTo>
                  <a:pt x="146764" y="67511"/>
                  <a:pt x="144435" y="70339"/>
                  <a:pt x="142319" y="73665"/>
                </a:cubicBezTo>
                <a:cubicBezTo>
                  <a:pt x="140202" y="76931"/>
                  <a:pt x="138614" y="80091"/>
                  <a:pt x="137556" y="83146"/>
                </a:cubicBezTo>
                <a:cubicBezTo>
                  <a:pt x="136497" y="86200"/>
                  <a:pt x="135877" y="88574"/>
                  <a:pt x="135696" y="90267"/>
                </a:cubicBezTo>
                <a:cubicBezTo>
                  <a:pt x="135515" y="91961"/>
                  <a:pt x="135424" y="94108"/>
                  <a:pt x="135424" y="96708"/>
                </a:cubicBezTo>
                <a:lnTo>
                  <a:pt x="135424" y="144609"/>
                </a:lnTo>
                <a:lnTo>
                  <a:pt x="119820" y="144609"/>
                </a:lnTo>
                <a:lnTo>
                  <a:pt x="119820" y="46086"/>
                </a:lnTo>
                <a:close/>
                <a:moveTo>
                  <a:pt x="232563" y="45905"/>
                </a:moveTo>
                <a:lnTo>
                  <a:pt x="271936" y="45905"/>
                </a:lnTo>
                <a:lnTo>
                  <a:pt x="271936" y="131908"/>
                </a:lnTo>
                <a:lnTo>
                  <a:pt x="294979" y="131908"/>
                </a:lnTo>
                <a:lnTo>
                  <a:pt x="294979" y="144428"/>
                </a:lnTo>
                <a:lnTo>
                  <a:pt x="231293" y="144428"/>
                </a:lnTo>
                <a:lnTo>
                  <a:pt x="231293" y="131908"/>
                </a:lnTo>
                <a:lnTo>
                  <a:pt x="256332" y="131908"/>
                </a:lnTo>
                <a:lnTo>
                  <a:pt x="256332" y="58606"/>
                </a:lnTo>
                <a:lnTo>
                  <a:pt x="232563" y="58606"/>
                </a:lnTo>
                <a:lnTo>
                  <a:pt x="232563" y="45905"/>
                </a:lnTo>
                <a:moveTo>
                  <a:pt x="256650" y="6487"/>
                </a:moveTo>
                <a:cubicBezTo>
                  <a:pt x="258797" y="4339"/>
                  <a:pt x="261413" y="3266"/>
                  <a:pt x="264497" y="3266"/>
                </a:cubicBezTo>
                <a:cubicBezTo>
                  <a:pt x="267582" y="3266"/>
                  <a:pt x="270228" y="4339"/>
                  <a:pt x="272435" y="6487"/>
                </a:cubicBezTo>
                <a:cubicBezTo>
                  <a:pt x="274643" y="8634"/>
                  <a:pt x="275747" y="11249"/>
                  <a:pt x="275747" y="14334"/>
                </a:cubicBezTo>
                <a:cubicBezTo>
                  <a:pt x="275747" y="17418"/>
                  <a:pt x="274643" y="20034"/>
                  <a:pt x="272435" y="22181"/>
                </a:cubicBezTo>
                <a:cubicBezTo>
                  <a:pt x="270228" y="24328"/>
                  <a:pt x="267582" y="25402"/>
                  <a:pt x="264497" y="25402"/>
                </a:cubicBezTo>
                <a:cubicBezTo>
                  <a:pt x="261413" y="25402"/>
                  <a:pt x="258797" y="24328"/>
                  <a:pt x="256650" y="22181"/>
                </a:cubicBezTo>
                <a:cubicBezTo>
                  <a:pt x="254503" y="20034"/>
                  <a:pt x="253429" y="17418"/>
                  <a:pt x="253429" y="14334"/>
                </a:cubicBezTo>
                <a:cubicBezTo>
                  <a:pt x="253429" y="11249"/>
                  <a:pt x="254503" y="8634"/>
                  <a:pt x="256650" y="6487"/>
                </a:cubicBezTo>
                <a:close/>
                <a:moveTo>
                  <a:pt x="335691" y="144428"/>
                </a:moveTo>
                <a:lnTo>
                  <a:pt x="335691" y="46086"/>
                </a:lnTo>
                <a:lnTo>
                  <a:pt x="351476" y="46086"/>
                </a:lnTo>
                <a:lnTo>
                  <a:pt x="351476" y="63505"/>
                </a:lnTo>
                <a:cubicBezTo>
                  <a:pt x="355347" y="57698"/>
                  <a:pt x="360155" y="52951"/>
                  <a:pt x="365901" y="49261"/>
                </a:cubicBezTo>
                <a:cubicBezTo>
                  <a:pt x="371646" y="45572"/>
                  <a:pt x="377725" y="43727"/>
                  <a:pt x="384136" y="43727"/>
                </a:cubicBezTo>
                <a:cubicBezTo>
                  <a:pt x="389821" y="43727"/>
                  <a:pt x="395022" y="45270"/>
                  <a:pt x="399740" y="48354"/>
                </a:cubicBezTo>
                <a:cubicBezTo>
                  <a:pt x="404457" y="51439"/>
                  <a:pt x="408026" y="55703"/>
                  <a:pt x="410445" y="61146"/>
                </a:cubicBezTo>
                <a:cubicBezTo>
                  <a:pt x="411533" y="63626"/>
                  <a:pt x="412335" y="66362"/>
                  <a:pt x="412849" y="69356"/>
                </a:cubicBezTo>
                <a:cubicBezTo>
                  <a:pt x="413363" y="72350"/>
                  <a:pt x="413665" y="74814"/>
                  <a:pt x="413756" y="76750"/>
                </a:cubicBezTo>
                <a:cubicBezTo>
                  <a:pt x="413847" y="78685"/>
                  <a:pt x="413892" y="81346"/>
                  <a:pt x="413892" y="84733"/>
                </a:cubicBezTo>
                <a:lnTo>
                  <a:pt x="413892" y="144428"/>
                </a:lnTo>
                <a:lnTo>
                  <a:pt x="398651" y="144428"/>
                </a:lnTo>
                <a:lnTo>
                  <a:pt x="398651" y="85096"/>
                </a:lnTo>
                <a:cubicBezTo>
                  <a:pt x="398651" y="81891"/>
                  <a:pt x="398591" y="79366"/>
                  <a:pt x="398470" y="77521"/>
                </a:cubicBezTo>
                <a:cubicBezTo>
                  <a:pt x="398349" y="75676"/>
                  <a:pt x="397880" y="73333"/>
                  <a:pt x="397063" y="70490"/>
                </a:cubicBezTo>
                <a:cubicBezTo>
                  <a:pt x="396247" y="67648"/>
                  <a:pt x="395022" y="65259"/>
                  <a:pt x="393389" y="63323"/>
                </a:cubicBezTo>
                <a:cubicBezTo>
                  <a:pt x="390002" y="59210"/>
                  <a:pt x="385527" y="57154"/>
                  <a:pt x="379963" y="57154"/>
                </a:cubicBezTo>
                <a:cubicBezTo>
                  <a:pt x="375366" y="57154"/>
                  <a:pt x="370951" y="58591"/>
                  <a:pt x="366717" y="61463"/>
                </a:cubicBezTo>
                <a:cubicBezTo>
                  <a:pt x="362484" y="64336"/>
                  <a:pt x="359036" y="67436"/>
                  <a:pt x="356375" y="70762"/>
                </a:cubicBezTo>
                <a:cubicBezTo>
                  <a:pt x="354440" y="73302"/>
                  <a:pt x="353139" y="75858"/>
                  <a:pt x="352474" y="78428"/>
                </a:cubicBezTo>
                <a:cubicBezTo>
                  <a:pt x="351809" y="80999"/>
                  <a:pt x="351476" y="84128"/>
                  <a:pt x="351476" y="87818"/>
                </a:cubicBezTo>
                <a:lnTo>
                  <a:pt x="351476" y="144428"/>
                </a:lnTo>
                <a:lnTo>
                  <a:pt x="335691" y="144428"/>
                </a:lnTo>
                <a:close/>
                <a:moveTo>
                  <a:pt x="472748" y="19777"/>
                </a:moveTo>
                <a:lnTo>
                  <a:pt x="489803" y="17056"/>
                </a:lnTo>
                <a:cubicBezTo>
                  <a:pt x="489924" y="17297"/>
                  <a:pt x="489985" y="17660"/>
                  <a:pt x="489985" y="18144"/>
                </a:cubicBezTo>
                <a:cubicBezTo>
                  <a:pt x="489985" y="18749"/>
                  <a:pt x="489743" y="19520"/>
                  <a:pt x="489259" y="20458"/>
                </a:cubicBezTo>
                <a:cubicBezTo>
                  <a:pt x="488775" y="21395"/>
                  <a:pt x="488473" y="22136"/>
                  <a:pt x="488352" y="22680"/>
                </a:cubicBezTo>
                <a:cubicBezTo>
                  <a:pt x="488110" y="24374"/>
                  <a:pt x="487792" y="27156"/>
                  <a:pt x="487399" y="31027"/>
                </a:cubicBezTo>
                <a:cubicBezTo>
                  <a:pt x="487006" y="34897"/>
                  <a:pt x="486658" y="38345"/>
                  <a:pt x="486356" y="41369"/>
                </a:cubicBezTo>
                <a:lnTo>
                  <a:pt x="485993" y="45905"/>
                </a:lnTo>
                <a:lnTo>
                  <a:pt x="518108" y="45905"/>
                </a:lnTo>
                <a:lnTo>
                  <a:pt x="518108" y="58787"/>
                </a:lnTo>
                <a:lnTo>
                  <a:pt x="485811" y="58787"/>
                </a:lnTo>
                <a:cubicBezTo>
                  <a:pt x="484602" y="71065"/>
                  <a:pt x="483997" y="83887"/>
                  <a:pt x="483997" y="97253"/>
                </a:cubicBezTo>
                <a:cubicBezTo>
                  <a:pt x="483997" y="101486"/>
                  <a:pt x="484042" y="105085"/>
                  <a:pt x="484133" y="108049"/>
                </a:cubicBezTo>
                <a:cubicBezTo>
                  <a:pt x="484224" y="111012"/>
                  <a:pt x="484299" y="113099"/>
                  <a:pt x="484360" y="114308"/>
                </a:cubicBezTo>
                <a:lnTo>
                  <a:pt x="484541" y="116123"/>
                </a:lnTo>
                <a:cubicBezTo>
                  <a:pt x="485328" y="121566"/>
                  <a:pt x="487248" y="125558"/>
                  <a:pt x="490302" y="128098"/>
                </a:cubicBezTo>
                <a:cubicBezTo>
                  <a:pt x="493356" y="130638"/>
                  <a:pt x="496940" y="131908"/>
                  <a:pt x="501053" y="131908"/>
                </a:cubicBezTo>
                <a:cubicBezTo>
                  <a:pt x="507766" y="131908"/>
                  <a:pt x="515145" y="128945"/>
                  <a:pt x="523188" y="123018"/>
                </a:cubicBezTo>
                <a:lnTo>
                  <a:pt x="528087" y="135356"/>
                </a:lnTo>
                <a:cubicBezTo>
                  <a:pt x="518290" y="142613"/>
                  <a:pt x="507826" y="146242"/>
                  <a:pt x="496698" y="146242"/>
                </a:cubicBezTo>
                <a:cubicBezTo>
                  <a:pt x="486658" y="146242"/>
                  <a:pt x="479159" y="142795"/>
                  <a:pt x="474199" y="135900"/>
                </a:cubicBezTo>
                <a:cubicBezTo>
                  <a:pt x="472385" y="133360"/>
                  <a:pt x="471024" y="130366"/>
                  <a:pt x="470117" y="126919"/>
                </a:cubicBezTo>
                <a:cubicBezTo>
                  <a:pt x="469210" y="123471"/>
                  <a:pt x="468695" y="120629"/>
                  <a:pt x="468574" y="118391"/>
                </a:cubicBezTo>
                <a:cubicBezTo>
                  <a:pt x="468453" y="116153"/>
                  <a:pt x="468393" y="113038"/>
                  <a:pt x="468393" y="109047"/>
                </a:cubicBezTo>
                <a:cubicBezTo>
                  <a:pt x="468393" y="93201"/>
                  <a:pt x="469058" y="76447"/>
                  <a:pt x="470389" y="58787"/>
                </a:cubicBezTo>
                <a:lnTo>
                  <a:pt x="447346" y="58787"/>
                </a:lnTo>
                <a:lnTo>
                  <a:pt x="447527" y="46086"/>
                </a:lnTo>
                <a:lnTo>
                  <a:pt x="470933" y="46086"/>
                </a:lnTo>
                <a:lnTo>
                  <a:pt x="472748" y="19777"/>
                </a:lnTo>
                <a:close/>
                <a:moveTo>
                  <a:pt x="617606" y="0"/>
                </a:moveTo>
                <a:cubicBezTo>
                  <a:pt x="630247" y="0"/>
                  <a:pt x="640287" y="4476"/>
                  <a:pt x="647726" y="13427"/>
                </a:cubicBezTo>
                <a:lnTo>
                  <a:pt x="640650" y="27761"/>
                </a:lnTo>
                <a:cubicBezTo>
                  <a:pt x="639561" y="27761"/>
                  <a:pt x="639017" y="27156"/>
                  <a:pt x="639017" y="25946"/>
                </a:cubicBezTo>
                <a:cubicBezTo>
                  <a:pt x="638775" y="24676"/>
                  <a:pt x="638472" y="23829"/>
                  <a:pt x="638109" y="23406"/>
                </a:cubicBezTo>
                <a:cubicBezTo>
                  <a:pt x="635932" y="20080"/>
                  <a:pt x="632984" y="17373"/>
                  <a:pt x="629264" y="15286"/>
                </a:cubicBezTo>
                <a:cubicBezTo>
                  <a:pt x="625545" y="13200"/>
                  <a:pt x="621417" y="12157"/>
                  <a:pt x="616881" y="12157"/>
                </a:cubicBezTo>
                <a:cubicBezTo>
                  <a:pt x="612647" y="12157"/>
                  <a:pt x="608776" y="13094"/>
                  <a:pt x="605268" y="14969"/>
                </a:cubicBezTo>
                <a:cubicBezTo>
                  <a:pt x="601761" y="16844"/>
                  <a:pt x="598978" y="19535"/>
                  <a:pt x="596922" y="23043"/>
                </a:cubicBezTo>
                <a:cubicBezTo>
                  <a:pt x="595833" y="24918"/>
                  <a:pt x="595032" y="27065"/>
                  <a:pt x="594518" y="29484"/>
                </a:cubicBezTo>
                <a:cubicBezTo>
                  <a:pt x="594004" y="31904"/>
                  <a:pt x="593702" y="33915"/>
                  <a:pt x="593611" y="35517"/>
                </a:cubicBezTo>
                <a:cubicBezTo>
                  <a:pt x="593520" y="37120"/>
                  <a:pt x="593475" y="39373"/>
                  <a:pt x="593475" y="42276"/>
                </a:cubicBezTo>
                <a:lnTo>
                  <a:pt x="593475" y="44272"/>
                </a:lnTo>
                <a:lnTo>
                  <a:pt x="593475" y="51892"/>
                </a:lnTo>
                <a:lnTo>
                  <a:pt x="625590" y="51892"/>
                </a:lnTo>
                <a:lnTo>
                  <a:pt x="625590" y="64230"/>
                </a:lnTo>
                <a:lnTo>
                  <a:pt x="593475" y="64230"/>
                </a:lnTo>
                <a:lnTo>
                  <a:pt x="593475" y="144428"/>
                </a:lnTo>
                <a:lnTo>
                  <a:pt x="578596" y="144428"/>
                </a:lnTo>
                <a:lnTo>
                  <a:pt x="578596" y="64230"/>
                </a:lnTo>
                <a:lnTo>
                  <a:pt x="557186" y="64230"/>
                </a:lnTo>
                <a:lnTo>
                  <a:pt x="557186" y="51892"/>
                </a:lnTo>
                <a:lnTo>
                  <a:pt x="578596" y="51892"/>
                </a:lnTo>
                <a:lnTo>
                  <a:pt x="578596" y="42276"/>
                </a:lnTo>
                <a:cubicBezTo>
                  <a:pt x="578596" y="38647"/>
                  <a:pt x="578672" y="35729"/>
                  <a:pt x="578823" y="33521"/>
                </a:cubicBezTo>
                <a:cubicBezTo>
                  <a:pt x="578974" y="31314"/>
                  <a:pt x="579458" y="28683"/>
                  <a:pt x="580275" y="25629"/>
                </a:cubicBezTo>
                <a:cubicBezTo>
                  <a:pt x="581091" y="22574"/>
                  <a:pt x="582286" y="19777"/>
                  <a:pt x="583858" y="17237"/>
                </a:cubicBezTo>
                <a:cubicBezTo>
                  <a:pt x="587245" y="11794"/>
                  <a:pt x="591963" y="7560"/>
                  <a:pt x="598011" y="4536"/>
                </a:cubicBezTo>
                <a:cubicBezTo>
                  <a:pt x="604059" y="1512"/>
                  <a:pt x="610591" y="0"/>
                  <a:pt x="617606" y="0"/>
                </a:cubicBezTo>
                <a:close/>
                <a:moveTo>
                  <a:pt x="739241" y="907"/>
                </a:moveTo>
                <a:lnTo>
                  <a:pt x="745773" y="14152"/>
                </a:lnTo>
                <a:cubicBezTo>
                  <a:pt x="745047" y="14515"/>
                  <a:pt x="744442" y="14697"/>
                  <a:pt x="743958" y="14697"/>
                </a:cubicBezTo>
                <a:cubicBezTo>
                  <a:pt x="743656" y="14697"/>
                  <a:pt x="743278" y="14636"/>
                  <a:pt x="742824" y="14515"/>
                </a:cubicBezTo>
                <a:cubicBezTo>
                  <a:pt x="742371" y="14394"/>
                  <a:pt x="742023" y="14334"/>
                  <a:pt x="741781" y="14334"/>
                </a:cubicBezTo>
                <a:cubicBezTo>
                  <a:pt x="741176" y="14334"/>
                  <a:pt x="740511" y="14576"/>
                  <a:pt x="739785" y="15060"/>
                </a:cubicBezTo>
                <a:cubicBezTo>
                  <a:pt x="727205" y="22499"/>
                  <a:pt x="717377" y="32675"/>
                  <a:pt x="710301" y="45587"/>
                </a:cubicBezTo>
                <a:cubicBezTo>
                  <a:pt x="703225" y="58500"/>
                  <a:pt x="699686" y="72637"/>
                  <a:pt x="699686" y="87999"/>
                </a:cubicBezTo>
                <a:cubicBezTo>
                  <a:pt x="699686" y="104813"/>
                  <a:pt x="703844" y="120598"/>
                  <a:pt x="712161" y="135356"/>
                </a:cubicBezTo>
                <a:cubicBezTo>
                  <a:pt x="720477" y="150113"/>
                  <a:pt x="731923" y="161725"/>
                  <a:pt x="746498" y="170192"/>
                </a:cubicBezTo>
                <a:lnTo>
                  <a:pt x="739422" y="181623"/>
                </a:lnTo>
                <a:cubicBezTo>
                  <a:pt x="722427" y="172672"/>
                  <a:pt x="709076" y="159880"/>
                  <a:pt x="699369" y="143248"/>
                </a:cubicBezTo>
                <a:cubicBezTo>
                  <a:pt x="689662" y="126616"/>
                  <a:pt x="684808" y="108442"/>
                  <a:pt x="684808" y="88725"/>
                </a:cubicBezTo>
                <a:cubicBezTo>
                  <a:pt x="684808" y="69069"/>
                  <a:pt x="689707" y="51363"/>
                  <a:pt x="699505" y="35608"/>
                </a:cubicBezTo>
                <a:cubicBezTo>
                  <a:pt x="709303" y="19853"/>
                  <a:pt x="722548" y="8286"/>
                  <a:pt x="739241" y="907"/>
                </a:cubicBezTo>
                <a:close/>
                <a:moveTo>
                  <a:pt x="849081" y="13245"/>
                </a:moveTo>
                <a:lnTo>
                  <a:pt x="849081" y="33748"/>
                </a:lnTo>
                <a:lnTo>
                  <a:pt x="849444" y="52981"/>
                </a:lnTo>
                <a:lnTo>
                  <a:pt x="834385" y="52981"/>
                </a:lnTo>
                <a:cubicBezTo>
                  <a:pt x="834203" y="49715"/>
                  <a:pt x="834158" y="46631"/>
                  <a:pt x="834248" y="43727"/>
                </a:cubicBezTo>
                <a:cubicBezTo>
                  <a:pt x="834339" y="40824"/>
                  <a:pt x="834324" y="37740"/>
                  <a:pt x="834203" y="34474"/>
                </a:cubicBezTo>
                <a:cubicBezTo>
                  <a:pt x="834445" y="32962"/>
                  <a:pt x="834551" y="31828"/>
                  <a:pt x="834521" y="31072"/>
                </a:cubicBezTo>
                <a:cubicBezTo>
                  <a:pt x="834490" y="30316"/>
                  <a:pt x="834369" y="29197"/>
                  <a:pt x="834158" y="27715"/>
                </a:cubicBezTo>
                <a:cubicBezTo>
                  <a:pt x="833946" y="26233"/>
                  <a:pt x="833840" y="24978"/>
                  <a:pt x="833840" y="23950"/>
                </a:cubicBezTo>
                <a:lnTo>
                  <a:pt x="833840" y="13245"/>
                </a:lnTo>
                <a:cubicBezTo>
                  <a:pt x="833840" y="9374"/>
                  <a:pt x="834747" y="6350"/>
                  <a:pt x="836562" y="4173"/>
                </a:cubicBezTo>
                <a:cubicBezTo>
                  <a:pt x="838376" y="1996"/>
                  <a:pt x="840312" y="907"/>
                  <a:pt x="842368" y="907"/>
                </a:cubicBezTo>
                <a:cubicBezTo>
                  <a:pt x="846844" y="907"/>
                  <a:pt x="849081" y="5020"/>
                  <a:pt x="849081" y="13245"/>
                </a:cubicBezTo>
                <a:moveTo>
                  <a:pt x="811523" y="13245"/>
                </a:moveTo>
                <a:lnTo>
                  <a:pt x="811523" y="33748"/>
                </a:lnTo>
                <a:lnTo>
                  <a:pt x="811886" y="52981"/>
                </a:lnTo>
                <a:lnTo>
                  <a:pt x="796826" y="52981"/>
                </a:lnTo>
                <a:cubicBezTo>
                  <a:pt x="796645" y="49715"/>
                  <a:pt x="796599" y="46631"/>
                  <a:pt x="796690" y="43727"/>
                </a:cubicBezTo>
                <a:cubicBezTo>
                  <a:pt x="796781" y="40824"/>
                  <a:pt x="796766" y="37740"/>
                  <a:pt x="796645" y="34474"/>
                </a:cubicBezTo>
                <a:cubicBezTo>
                  <a:pt x="796887" y="32962"/>
                  <a:pt x="796992" y="31828"/>
                  <a:pt x="796962" y="31072"/>
                </a:cubicBezTo>
                <a:cubicBezTo>
                  <a:pt x="796932" y="30316"/>
                  <a:pt x="796811" y="29197"/>
                  <a:pt x="796599" y="27715"/>
                </a:cubicBezTo>
                <a:cubicBezTo>
                  <a:pt x="796388" y="26233"/>
                  <a:pt x="796282" y="24978"/>
                  <a:pt x="796282" y="23950"/>
                </a:cubicBezTo>
                <a:lnTo>
                  <a:pt x="796282" y="13245"/>
                </a:lnTo>
                <a:cubicBezTo>
                  <a:pt x="796282" y="9374"/>
                  <a:pt x="797189" y="6350"/>
                  <a:pt x="799003" y="4173"/>
                </a:cubicBezTo>
                <a:cubicBezTo>
                  <a:pt x="800818" y="1996"/>
                  <a:pt x="802753" y="907"/>
                  <a:pt x="804810" y="907"/>
                </a:cubicBezTo>
                <a:cubicBezTo>
                  <a:pt x="809285" y="907"/>
                  <a:pt x="811523" y="5020"/>
                  <a:pt x="811523" y="13245"/>
                </a:cubicBezTo>
                <a:close/>
                <a:moveTo>
                  <a:pt x="964059" y="10342"/>
                </a:moveTo>
                <a:lnTo>
                  <a:pt x="978574" y="10342"/>
                </a:lnTo>
                <a:lnTo>
                  <a:pt x="903457" y="144428"/>
                </a:lnTo>
                <a:lnTo>
                  <a:pt x="889849" y="144428"/>
                </a:lnTo>
                <a:lnTo>
                  <a:pt x="964059" y="10342"/>
                </a:lnTo>
                <a:moveTo>
                  <a:pt x="893070" y="15876"/>
                </a:moveTo>
                <a:cubicBezTo>
                  <a:pt x="897757" y="10493"/>
                  <a:pt x="903397" y="7802"/>
                  <a:pt x="909989" y="7802"/>
                </a:cubicBezTo>
                <a:cubicBezTo>
                  <a:pt x="916582" y="7802"/>
                  <a:pt x="922252" y="10539"/>
                  <a:pt x="926999" y="16012"/>
                </a:cubicBezTo>
                <a:cubicBezTo>
                  <a:pt x="931747" y="21486"/>
                  <a:pt x="934121" y="28244"/>
                  <a:pt x="934121" y="36288"/>
                </a:cubicBezTo>
                <a:cubicBezTo>
                  <a:pt x="934121" y="44211"/>
                  <a:pt x="931777" y="50849"/>
                  <a:pt x="927090" y="56202"/>
                </a:cubicBezTo>
                <a:cubicBezTo>
                  <a:pt x="922403" y="61554"/>
                  <a:pt x="916763" y="64230"/>
                  <a:pt x="910171" y="64230"/>
                </a:cubicBezTo>
                <a:cubicBezTo>
                  <a:pt x="903457" y="64230"/>
                  <a:pt x="897757" y="61539"/>
                  <a:pt x="893070" y="56156"/>
                </a:cubicBezTo>
                <a:cubicBezTo>
                  <a:pt x="888382" y="50773"/>
                  <a:pt x="886039" y="44090"/>
                  <a:pt x="886039" y="36107"/>
                </a:cubicBezTo>
                <a:cubicBezTo>
                  <a:pt x="886039" y="28003"/>
                  <a:pt x="888382" y="21259"/>
                  <a:pt x="893070" y="15876"/>
                </a:cubicBezTo>
                <a:moveTo>
                  <a:pt x="909626" y="19233"/>
                </a:moveTo>
                <a:cubicBezTo>
                  <a:pt x="906965" y="19233"/>
                  <a:pt x="904546" y="20473"/>
                  <a:pt x="902369" y="22952"/>
                </a:cubicBezTo>
                <a:cubicBezTo>
                  <a:pt x="900191" y="25432"/>
                  <a:pt x="899103" y="29515"/>
                  <a:pt x="899103" y="35200"/>
                </a:cubicBezTo>
                <a:cubicBezTo>
                  <a:pt x="899103" y="41611"/>
                  <a:pt x="900237" y="46116"/>
                  <a:pt x="902505" y="48717"/>
                </a:cubicBezTo>
                <a:cubicBezTo>
                  <a:pt x="904773" y="51318"/>
                  <a:pt x="907268" y="52618"/>
                  <a:pt x="909989" y="52618"/>
                </a:cubicBezTo>
                <a:cubicBezTo>
                  <a:pt x="912711" y="52618"/>
                  <a:pt x="915145" y="51393"/>
                  <a:pt x="917292" y="48944"/>
                </a:cubicBezTo>
                <a:cubicBezTo>
                  <a:pt x="919439" y="46494"/>
                  <a:pt x="920513" y="42457"/>
                  <a:pt x="920513" y="36833"/>
                </a:cubicBezTo>
                <a:cubicBezTo>
                  <a:pt x="920513" y="33264"/>
                  <a:pt x="920120" y="30225"/>
                  <a:pt x="919333" y="27715"/>
                </a:cubicBezTo>
                <a:cubicBezTo>
                  <a:pt x="918547" y="25205"/>
                  <a:pt x="917534" y="23391"/>
                  <a:pt x="916294" y="22272"/>
                </a:cubicBezTo>
                <a:cubicBezTo>
                  <a:pt x="915054" y="21153"/>
                  <a:pt x="913905" y="20367"/>
                  <a:pt x="912847" y="19913"/>
                </a:cubicBezTo>
                <a:cubicBezTo>
                  <a:pt x="911788" y="19460"/>
                  <a:pt x="910715" y="19233"/>
                  <a:pt x="909626" y="19233"/>
                </a:cubicBezTo>
                <a:moveTo>
                  <a:pt x="983836" y="118663"/>
                </a:moveTo>
                <a:cubicBezTo>
                  <a:pt x="983836" y="126646"/>
                  <a:pt x="981477" y="133299"/>
                  <a:pt x="976760" y="138622"/>
                </a:cubicBezTo>
                <a:cubicBezTo>
                  <a:pt x="972042" y="143944"/>
                  <a:pt x="966357" y="146605"/>
                  <a:pt x="959704" y="146605"/>
                </a:cubicBezTo>
                <a:cubicBezTo>
                  <a:pt x="953112" y="146605"/>
                  <a:pt x="947442" y="143914"/>
                  <a:pt x="942694" y="138531"/>
                </a:cubicBezTo>
                <a:cubicBezTo>
                  <a:pt x="937946" y="133148"/>
                  <a:pt x="935572" y="126525"/>
                  <a:pt x="935572" y="118663"/>
                </a:cubicBezTo>
                <a:cubicBezTo>
                  <a:pt x="935572" y="110679"/>
                  <a:pt x="937931" y="104027"/>
                  <a:pt x="942649" y="98704"/>
                </a:cubicBezTo>
                <a:cubicBezTo>
                  <a:pt x="947366" y="93382"/>
                  <a:pt x="953051" y="90721"/>
                  <a:pt x="959704" y="90721"/>
                </a:cubicBezTo>
                <a:cubicBezTo>
                  <a:pt x="966297" y="90721"/>
                  <a:pt x="971967" y="93412"/>
                  <a:pt x="976714" y="98795"/>
                </a:cubicBezTo>
                <a:cubicBezTo>
                  <a:pt x="981462" y="104178"/>
                  <a:pt x="983836" y="110800"/>
                  <a:pt x="983836" y="118663"/>
                </a:cubicBezTo>
                <a:moveTo>
                  <a:pt x="959704" y="101970"/>
                </a:moveTo>
                <a:cubicBezTo>
                  <a:pt x="956862" y="101970"/>
                  <a:pt x="954276" y="103286"/>
                  <a:pt x="951948" y="105917"/>
                </a:cubicBezTo>
                <a:cubicBezTo>
                  <a:pt x="949619" y="108548"/>
                  <a:pt x="948455" y="112796"/>
                  <a:pt x="948455" y="118663"/>
                </a:cubicBezTo>
                <a:cubicBezTo>
                  <a:pt x="948455" y="124469"/>
                  <a:pt x="949604" y="128763"/>
                  <a:pt x="951902" y="131545"/>
                </a:cubicBezTo>
                <a:cubicBezTo>
                  <a:pt x="954200" y="134327"/>
                  <a:pt x="956862" y="135718"/>
                  <a:pt x="959886" y="135718"/>
                </a:cubicBezTo>
                <a:cubicBezTo>
                  <a:pt x="962728" y="135718"/>
                  <a:pt x="965284" y="134418"/>
                  <a:pt x="967552" y="131817"/>
                </a:cubicBezTo>
                <a:cubicBezTo>
                  <a:pt x="969820" y="129217"/>
                  <a:pt x="970954" y="125013"/>
                  <a:pt x="970954" y="119207"/>
                </a:cubicBezTo>
                <a:cubicBezTo>
                  <a:pt x="970954" y="115941"/>
                  <a:pt x="970576" y="113114"/>
                  <a:pt x="969820" y="110725"/>
                </a:cubicBezTo>
                <a:cubicBezTo>
                  <a:pt x="969064" y="108336"/>
                  <a:pt x="968096" y="106552"/>
                  <a:pt x="966917" y="105372"/>
                </a:cubicBezTo>
                <a:cubicBezTo>
                  <a:pt x="965737" y="104193"/>
                  <a:pt x="964543" y="103331"/>
                  <a:pt x="963333" y="102787"/>
                </a:cubicBezTo>
                <a:cubicBezTo>
                  <a:pt x="962123" y="102242"/>
                  <a:pt x="960914" y="101970"/>
                  <a:pt x="959704" y="101970"/>
                </a:cubicBezTo>
                <a:close/>
                <a:moveTo>
                  <a:pt x="1071178" y="60420"/>
                </a:moveTo>
                <a:lnTo>
                  <a:pt x="1071178" y="1089"/>
                </a:lnTo>
                <a:lnTo>
                  <a:pt x="1087689" y="1089"/>
                </a:lnTo>
                <a:cubicBezTo>
                  <a:pt x="1087689" y="1573"/>
                  <a:pt x="1087266" y="2661"/>
                  <a:pt x="1086419" y="4355"/>
                </a:cubicBezTo>
                <a:cubicBezTo>
                  <a:pt x="1085814" y="5443"/>
                  <a:pt x="1085512" y="6411"/>
                  <a:pt x="1085512" y="7258"/>
                </a:cubicBezTo>
                <a:lnTo>
                  <a:pt x="1085693" y="135356"/>
                </a:lnTo>
                <a:cubicBezTo>
                  <a:pt x="1085693" y="138319"/>
                  <a:pt x="1086056" y="141343"/>
                  <a:pt x="1086782" y="144428"/>
                </a:cubicBezTo>
                <a:lnTo>
                  <a:pt x="1071359" y="144428"/>
                </a:lnTo>
                <a:cubicBezTo>
                  <a:pt x="1070634" y="142069"/>
                  <a:pt x="1070271" y="139650"/>
                  <a:pt x="1070271" y="137170"/>
                </a:cubicBezTo>
                <a:lnTo>
                  <a:pt x="1070271" y="128642"/>
                </a:lnTo>
                <a:cubicBezTo>
                  <a:pt x="1067186" y="134206"/>
                  <a:pt x="1062922" y="138591"/>
                  <a:pt x="1057479" y="141797"/>
                </a:cubicBezTo>
                <a:cubicBezTo>
                  <a:pt x="1052036" y="145002"/>
                  <a:pt x="1046199" y="146605"/>
                  <a:pt x="1039970" y="146605"/>
                </a:cubicBezTo>
                <a:cubicBezTo>
                  <a:pt x="1035071" y="146605"/>
                  <a:pt x="1030338" y="145562"/>
                  <a:pt x="1025772" y="143475"/>
                </a:cubicBezTo>
                <a:cubicBezTo>
                  <a:pt x="1021206" y="141388"/>
                  <a:pt x="1017033" y="138289"/>
                  <a:pt x="1013253" y="134176"/>
                </a:cubicBezTo>
                <a:cubicBezTo>
                  <a:pt x="1009473" y="130064"/>
                  <a:pt x="1006449" y="124575"/>
                  <a:pt x="1004180" y="117710"/>
                </a:cubicBezTo>
                <a:cubicBezTo>
                  <a:pt x="1001912" y="110846"/>
                  <a:pt x="1000778" y="103059"/>
                  <a:pt x="1000778" y="94350"/>
                </a:cubicBezTo>
                <a:cubicBezTo>
                  <a:pt x="1000778" y="87092"/>
                  <a:pt x="1001625" y="80530"/>
                  <a:pt x="1003319" y="74663"/>
                </a:cubicBezTo>
                <a:cubicBezTo>
                  <a:pt x="1005012" y="68797"/>
                  <a:pt x="1007235" y="63973"/>
                  <a:pt x="1009987" y="60193"/>
                </a:cubicBezTo>
                <a:cubicBezTo>
                  <a:pt x="1012738" y="56413"/>
                  <a:pt x="1015959" y="53238"/>
                  <a:pt x="1019648" y="50668"/>
                </a:cubicBezTo>
                <a:cubicBezTo>
                  <a:pt x="1023338" y="48097"/>
                  <a:pt x="1027057" y="46268"/>
                  <a:pt x="1030807" y="45179"/>
                </a:cubicBezTo>
                <a:cubicBezTo>
                  <a:pt x="1034557" y="44090"/>
                  <a:pt x="1038397" y="43546"/>
                  <a:pt x="1042329" y="43546"/>
                </a:cubicBezTo>
                <a:cubicBezTo>
                  <a:pt x="1049042" y="43546"/>
                  <a:pt x="1054924" y="45058"/>
                  <a:pt x="1059974" y="48082"/>
                </a:cubicBezTo>
                <a:cubicBezTo>
                  <a:pt x="1065024" y="51106"/>
                  <a:pt x="1068759" y="55219"/>
                  <a:pt x="1071178" y="60420"/>
                </a:cubicBezTo>
                <a:moveTo>
                  <a:pt x="1043054" y="56247"/>
                </a:moveTo>
                <a:cubicBezTo>
                  <a:pt x="1040635" y="56247"/>
                  <a:pt x="1038246" y="56580"/>
                  <a:pt x="1035887" y="57245"/>
                </a:cubicBezTo>
                <a:cubicBezTo>
                  <a:pt x="1033529" y="57910"/>
                  <a:pt x="1031109" y="59090"/>
                  <a:pt x="1028630" y="60783"/>
                </a:cubicBezTo>
                <a:cubicBezTo>
                  <a:pt x="1026150" y="62476"/>
                  <a:pt x="1023988" y="64608"/>
                  <a:pt x="1022143" y="67179"/>
                </a:cubicBezTo>
                <a:cubicBezTo>
                  <a:pt x="1020299" y="69749"/>
                  <a:pt x="1018787" y="73151"/>
                  <a:pt x="1017607" y="77385"/>
                </a:cubicBezTo>
                <a:cubicBezTo>
                  <a:pt x="1016428" y="81619"/>
                  <a:pt x="1015838" y="86427"/>
                  <a:pt x="1015838" y="91810"/>
                </a:cubicBezTo>
                <a:cubicBezTo>
                  <a:pt x="1015838" y="98039"/>
                  <a:pt x="1016458" y="103618"/>
                  <a:pt x="1017698" y="108548"/>
                </a:cubicBezTo>
                <a:cubicBezTo>
                  <a:pt x="1018938" y="113477"/>
                  <a:pt x="1020510" y="117423"/>
                  <a:pt x="1022415" y="120387"/>
                </a:cubicBezTo>
                <a:cubicBezTo>
                  <a:pt x="1024321" y="123350"/>
                  <a:pt x="1026543" y="125815"/>
                  <a:pt x="1029083" y="127780"/>
                </a:cubicBezTo>
                <a:cubicBezTo>
                  <a:pt x="1031624" y="129746"/>
                  <a:pt x="1034073" y="131107"/>
                  <a:pt x="1036432" y="131863"/>
                </a:cubicBezTo>
                <a:cubicBezTo>
                  <a:pt x="1038791" y="132619"/>
                  <a:pt x="1041179" y="132997"/>
                  <a:pt x="1043599" y="132997"/>
                </a:cubicBezTo>
                <a:cubicBezTo>
                  <a:pt x="1048861" y="132997"/>
                  <a:pt x="1053714" y="131334"/>
                  <a:pt x="1058159" y="128007"/>
                </a:cubicBezTo>
                <a:cubicBezTo>
                  <a:pt x="1062605" y="124681"/>
                  <a:pt x="1065795" y="120114"/>
                  <a:pt x="1067730" y="114308"/>
                </a:cubicBezTo>
                <a:cubicBezTo>
                  <a:pt x="1069182" y="109954"/>
                  <a:pt x="1069908" y="103966"/>
                  <a:pt x="1069908" y="96346"/>
                </a:cubicBezTo>
                <a:cubicBezTo>
                  <a:pt x="1069908" y="86185"/>
                  <a:pt x="1069363" y="79169"/>
                  <a:pt x="1068275" y="75298"/>
                </a:cubicBezTo>
                <a:cubicBezTo>
                  <a:pt x="1067307" y="71851"/>
                  <a:pt x="1065856" y="68827"/>
                  <a:pt x="1063920" y="66226"/>
                </a:cubicBezTo>
                <a:cubicBezTo>
                  <a:pt x="1061985" y="63626"/>
                  <a:pt x="1059808" y="61645"/>
                  <a:pt x="1057388" y="60284"/>
                </a:cubicBezTo>
                <a:cubicBezTo>
                  <a:pt x="1054969" y="58923"/>
                  <a:pt x="1052565" y="57910"/>
                  <a:pt x="1050176" y="57245"/>
                </a:cubicBezTo>
                <a:cubicBezTo>
                  <a:pt x="1047787" y="56580"/>
                  <a:pt x="1045413" y="56247"/>
                  <a:pt x="1043054" y="56247"/>
                </a:cubicBezTo>
                <a:close/>
                <a:moveTo>
                  <a:pt x="1196441" y="147149"/>
                </a:moveTo>
                <a:lnTo>
                  <a:pt x="1183922" y="153500"/>
                </a:lnTo>
                <a:lnTo>
                  <a:pt x="1116244" y="7802"/>
                </a:lnTo>
                <a:lnTo>
                  <a:pt x="1129126" y="1452"/>
                </a:lnTo>
                <a:lnTo>
                  <a:pt x="1196441" y="147149"/>
                </a:lnTo>
                <a:close/>
                <a:moveTo>
                  <a:pt x="1228443" y="144428"/>
                </a:moveTo>
                <a:lnTo>
                  <a:pt x="1228443" y="46086"/>
                </a:lnTo>
                <a:lnTo>
                  <a:pt x="1244228" y="46086"/>
                </a:lnTo>
                <a:lnTo>
                  <a:pt x="1244228" y="63505"/>
                </a:lnTo>
                <a:cubicBezTo>
                  <a:pt x="1248099" y="57698"/>
                  <a:pt x="1252907" y="52951"/>
                  <a:pt x="1258653" y="49261"/>
                </a:cubicBezTo>
                <a:cubicBezTo>
                  <a:pt x="1264399" y="45572"/>
                  <a:pt x="1270477" y="43727"/>
                  <a:pt x="1276888" y="43727"/>
                </a:cubicBezTo>
                <a:cubicBezTo>
                  <a:pt x="1282573" y="43727"/>
                  <a:pt x="1287774" y="45270"/>
                  <a:pt x="1292492" y="48354"/>
                </a:cubicBezTo>
                <a:cubicBezTo>
                  <a:pt x="1297209" y="51439"/>
                  <a:pt x="1300778" y="55703"/>
                  <a:pt x="1303197" y="61146"/>
                </a:cubicBezTo>
                <a:cubicBezTo>
                  <a:pt x="1304286" y="63626"/>
                  <a:pt x="1305087" y="66362"/>
                  <a:pt x="1305601" y="69356"/>
                </a:cubicBezTo>
                <a:cubicBezTo>
                  <a:pt x="1306115" y="72350"/>
                  <a:pt x="1306418" y="74814"/>
                  <a:pt x="1306508" y="76750"/>
                </a:cubicBezTo>
                <a:cubicBezTo>
                  <a:pt x="1306599" y="78685"/>
                  <a:pt x="1306644" y="81346"/>
                  <a:pt x="1306644" y="84733"/>
                </a:cubicBezTo>
                <a:lnTo>
                  <a:pt x="1306644" y="144428"/>
                </a:lnTo>
                <a:lnTo>
                  <a:pt x="1291403" y="144428"/>
                </a:lnTo>
                <a:lnTo>
                  <a:pt x="1291403" y="85096"/>
                </a:lnTo>
                <a:cubicBezTo>
                  <a:pt x="1291403" y="81891"/>
                  <a:pt x="1291343" y="79366"/>
                  <a:pt x="1291222" y="77521"/>
                </a:cubicBezTo>
                <a:cubicBezTo>
                  <a:pt x="1291101" y="75676"/>
                  <a:pt x="1290632" y="73333"/>
                  <a:pt x="1289816" y="70490"/>
                </a:cubicBezTo>
                <a:cubicBezTo>
                  <a:pt x="1288999" y="67648"/>
                  <a:pt x="1287774" y="65259"/>
                  <a:pt x="1286141" y="63323"/>
                </a:cubicBezTo>
                <a:cubicBezTo>
                  <a:pt x="1282754" y="59210"/>
                  <a:pt x="1278279" y="57154"/>
                  <a:pt x="1272715" y="57154"/>
                </a:cubicBezTo>
                <a:cubicBezTo>
                  <a:pt x="1268118" y="57154"/>
                  <a:pt x="1263703" y="58591"/>
                  <a:pt x="1259469" y="61463"/>
                </a:cubicBezTo>
                <a:cubicBezTo>
                  <a:pt x="1255236" y="64336"/>
                  <a:pt x="1251788" y="67436"/>
                  <a:pt x="1249127" y="70762"/>
                </a:cubicBezTo>
                <a:cubicBezTo>
                  <a:pt x="1247192" y="73302"/>
                  <a:pt x="1245892" y="75858"/>
                  <a:pt x="1245226" y="78428"/>
                </a:cubicBezTo>
                <a:cubicBezTo>
                  <a:pt x="1244561" y="80999"/>
                  <a:pt x="1244228" y="84128"/>
                  <a:pt x="1244228" y="87818"/>
                </a:cubicBezTo>
                <a:lnTo>
                  <a:pt x="1244228" y="144428"/>
                </a:lnTo>
                <a:lnTo>
                  <a:pt x="1228443" y="144428"/>
                </a:lnTo>
                <a:close/>
                <a:moveTo>
                  <a:pt x="1407957" y="13245"/>
                </a:moveTo>
                <a:lnTo>
                  <a:pt x="1407957" y="33748"/>
                </a:lnTo>
                <a:lnTo>
                  <a:pt x="1408320" y="52981"/>
                </a:lnTo>
                <a:lnTo>
                  <a:pt x="1393260" y="52981"/>
                </a:lnTo>
                <a:cubicBezTo>
                  <a:pt x="1393079" y="49715"/>
                  <a:pt x="1393034" y="46631"/>
                  <a:pt x="1393124" y="43727"/>
                </a:cubicBezTo>
                <a:cubicBezTo>
                  <a:pt x="1393215" y="40824"/>
                  <a:pt x="1393200" y="37740"/>
                  <a:pt x="1393079" y="34474"/>
                </a:cubicBezTo>
                <a:cubicBezTo>
                  <a:pt x="1393321" y="32962"/>
                  <a:pt x="1393427" y="31828"/>
                  <a:pt x="1393397" y="31072"/>
                </a:cubicBezTo>
                <a:cubicBezTo>
                  <a:pt x="1393366" y="30316"/>
                  <a:pt x="1393245" y="29197"/>
                  <a:pt x="1393034" y="27715"/>
                </a:cubicBezTo>
                <a:cubicBezTo>
                  <a:pt x="1392822" y="26233"/>
                  <a:pt x="1392716" y="24978"/>
                  <a:pt x="1392716" y="23950"/>
                </a:cubicBezTo>
                <a:lnTo>
                  <a:pt x="1392716" y="13245"/>
                </a:lnTo>
                <a:cubicBezTo>
                  <a:pt x="1392716" y="9374"/>
                  <a:pt x="1393623" y="6350"/>
                  <a:pt x="1395438" y="4173"/>
                </a:cubicBezTo>
                <a:cubicBezTo>
                  <a:pt x="1397252" y="1996"/>
                  <a:pt x="1399188" y="907"/>
                  <a:pt x="1401244" y="907"/>
                </a:cubicBezTo>
                <a:cubicBezTo>
                  <a:pt x="1405719" y="907"/>
                  <a:pt x="1407957" y="5020"/>
                  <a:pt x="1407957" y="13245"/>
                </a:cubicBezTo>
                <a:moveTo>
                  <a:pt x="1370399" y="13245"/>
                </a:moveTo>
                <a:lnTo>
                  <a:pt x="1370399" y="33748"/>
                </a:lnTo>
                <a:lnTo>
                  <a:pt x="1370762" y="52981"/>
                </a:lnTo>
                <a:lnTo>
                  <a:pt x="1355702" y="52981"/>
                </a:lnTo>
                <a:cubicBezTo>
                  <a:pt x="1355521" y="49715"/>
                  <a:pt x="1355475" y="46631"/>
                  <a:pt x="1355566" y="43727"/>
                </a:cubicBezTo>
                <a:cubicBezTo>
                  <a:pt x="1355657" y="40824"/>
                  <a:pt x="1355642" y="37740"/>
                  <a:pt x="1355521" y="34474"/>
                </a:cubicBezTo>
                <a:cubicBezTo>
                  <a:pt x="1355762" y="32962"/>
                  <a:pt x="1355868" y="31828"/>
                  <a:pt x="1355838" y="31072"/>
                </a:cubicBezTo>
                <a:cubicBezTo>
                  <a:pt x="1355808" y="30316"/>
                  <a:pt x="1355687" y="29197"/>
                  <a:pt x="1355475" y="27715"/>
                </a:cubicBezTo>
                <a:cubicBezTo>
                  <a:pt x="1355264" y="26233"/>
                  <a:pt x="1355158" y="24978"/>
                  <a:pt x="1355158" y="23950"/>
                </a:cubicBezTo>
                <a:lnTo>
                  <a:pt x="1355158" y="13245"/>
                </a:lnTo>
                <a:cubicBezTo>
                  <a:pt x="1355158" y="9374"/>
                  <a:pt x="1356065" y="6350"/>
                  <a:pt x="1357879" y="4173"/>
                </a:cubicBezTo>
                <a:cubicBezTo>
                  <a:pt x="1359694" y="1996"/>
                  <a:pt x="1361629" y="907"/>
                  <a:pt x="1363685" y="907"/>
                </a:cubicBezTo>
                <a:cubicBezTo>
                  <a:pt x="1368161" y="907"/>
                  <a:pt x="1370399" y="5020"/>
                  <a:pt x="1370399" y="13245"/>
                </a:cubicBezTo>
                <a:close/>
                <a:moveTo>
                  <a:pt x="1504609" y="140254"/>
                </a:moveTo>
                <a:cubicBezTo>
                  <a:pt x="1504609" y="151806"/>
                  <a:pt x="1496989" y="165293"/>
                  <a:pt x="1481747" y="180716"/>
                </a:cubicBezTo>
                <a:lnTo>
                  <a:pt x="1474308" y="174184"/>
                </a:lnTo>
                <a:cubicBezTo>
                  <a:pt x="1477877" y="170858"/>
                  <a:pt x="1481445" y="166382"/>
                  <a:pt x="1485013" y="160757"/>
                </a:cubicBezTo>
                <a:cubicBezTo>
                  <a:pt x="1487191" y="157129"/>
                  <a:pt x="1488279" y="154165"/>
                  <a:pt x="1488279" y="151867"/>
                </a:cubicBezTo>
                <a:cubicBezTo>
                  <a:pt x="1488279" y="149024"/>
                  <a:pt x="1486586" y="146424"/>
                  <a:pt x="1483199" y="144065"/>
                </a:cubicBezTo>
                <a:lnTo>
                  <a:pt x="1482564" y="143611"/>
                </a:lnTo>
                <a:cubicBezTo>
                  <a:pt x="1482141" y="143309"/>
                  <a:pt x="1481853" y="143112"/>
                  <a:pt x="1481702" y="143021"/>
                </a:cubicBezTo>
                <a:cubicBezTo>
                  <a:pt x="1481551" y="142931"/>
                  <a:pt x="1481264" y="142719"/>
                  <a:pt x="1480840" y="142386"/>
                </a:cubicBezTo>
                <a:cubicBezTo>
                  <a:pt x="1480417" y="142054"/>
                  <a:pt x="1480114" y="141767"/>
                  <a:pt x="1479933" y="141525"/>
                </a:cubicBezTo>
                <a:cubicBezTo>
                  <a:pt x="1479752" y="141283"/>
                  <a:pt x="1479479" y="140965"/>
                  <a:pt x="1479116" y="140572"/>
                </a:cubicBezTo>
                <a:cubicBezTo>
                  <a:pt x="1478754" y="140179"/>
                  <a:pt x="1478497" y="139786"/>
                  <a:pt x="1478345" y="139393"/>
                </a:cubicBezTo>
                <a:cubicBezTo>
                  <a:pt x="1478194" y="139000"/>
                  <a:pt x="1478013" y="138546"/>
                  <a:pt x="1477801" y="138032"/>
                </a:cubicBezTo>
                <a:cubicBezTo>
                  <a:pt x="1477589" y="137518"/>
                  <a:pt x="1477438" y="136973"/>
                  <a:pt x="1477347" y="136399"/>
                </a:cubicBezTo>
                <a:cubicBezTo>
                  <a:pt x="1477257" y="135824"/>
                  <a:pt x="1477211" y="135235"/>
                  <a:pt x="1477211" y="134630"/>
                </a:cubicBezTo>
                <a:cubicBezTo>
                  <a:pt x="1477211" y="131303"/>
                  <a:pt x="1478406" y="128415"/>
                  <a:pt x="1480795" y="125966"/>
                </a:cubicBezTo>
                <a:cubicBezTo>
                  <a:pt x="1483184" y="123516"/>
                  <a:pt x="1486102" y="122292"/>
                  <a:pt x="1489549" y="122292"/>
                </a:cubicBezTo>
                <a:cubicBezTo>
                  <a:pt x="1493541" y="122292"/>
                  <a:pt x="1497049" y="123955"/>
                  <a:pt x="1500073" y="127281"/>
                </a:cubicBezTo>
                <a:cubicBezTo>
                  <a:pt x="1503097" y="130608"/>
                  <a:pt x="1504609" y="134932"/>
                  <a:pt x="1504609" y="140254"/>
                </a:cubicBezTo>
                <a:close/>
                <a:moveTo>
                  <a:pt x="1707234" y="32841"/>
                </a:moveTo>
                <a:lnTo>
                  <a:pt x="1724653" y="32841"/>
                </a:lnTo>
                <a:cubicBezTo>
                  <a:pt x="1724532" y="33688"/>
                  <a:pt x="1724320" y="34610"/>
                  <a:pt x="1724018" y="35608"/>
                </a:cubicBezTo>
                <a:cubicBezTo>
                  <a:pt x="1723715" y="36606"/>
                  <a:pt x="1723504" y="37558"/>
                  <a:pt x="1723383" y="38466"/>
                </a:cubicBezTo>
                <a:lnTo>
                  <a:pt x="1720117" y="70762"/>
                </a:lnTo>
                <a:lnTo>
                  <a:pt x="1754228" y="55158"/>
                </a:lnTo>
                <a:lnTo>
                  <a:pt x="1760034" y="68404"/>
                </a:lnTo>
                <a:lnTo>
                  <a:pt x="1723020" y="79653"/>
                </a:lnTo>
                <a:lnTo>
                  <a:pt x="1750236" y="112131"/>
                </a:lnTo>
                <a:lnTo>
                  <a:pt x="1738442" y="121385"/>
                </a:lnTo>
                <a:lnTo>
                  <a:pt x="1715218" y="85641"/>
                </a:lnTo>
                <a:lnTo>
                  <a:pt x="1691086" y="121566"/>
                </a:lnTo>
                <a:lnTo>
                  <a:pt x="1679474" y="112131"/>
                </a:lnTo>
                <a:lnTo>
                  <a:pt x="1707416" y="79834"/>
                </a:lnTo>
                <a:lnTo>
                  <a:pt x="1670220" y="68404"/>
                </a:lnTo>
                <a:lnTo>
                  <a:pt x="1675845" y="54433"/>
                </a:lnTo>
                <a:lnTo>
                  <a:pt x="1710682" y="70762"/>
                </a:lnTo>
                <a:lnTo>
                  <a:pt x="1707234" y="32841"/>
                </a:lnTo>
                <a:close/>
                <a:moveTo>
                  <a:pt x="1785504" y="46086"/>
                </a:moveTo>
                <a:lnTo>
                  <a:pt x="1801289" y="46086"/>
                </a:lnTo>
                <a:lnTo>
                  <a:pt x="1801289" y="61146"/>
                </a:lnTo>
                <a:cubicBezTo>
                  <a:pt x="1804676" y="55763"/>
                  <a:pt x="1809106" y="51545"/>
                  <a:pt x="1814580" y="48490"/>
                </a:cubicBezTo>
                <a:cubicBezTo>
                  <a:pt x="1820053" y="45436"/>
                  <a:pt x="1825965" y="43909"/>
                  <a:pt x="1832316" y="43909"/>
                </a:cubicBezTo>
                <a:cubicBezTo>
                  <a:pt x="1837275" y="43909"/>
                  <a:pt x="1842068" y="44922"/>
                  <a:pt x="1846695" y="46948"/>
                </a:cubicBezTo>
                <a:cubicBezTo>
                  <a:pt x="1851322" y="48974"/>
                  <a:pt x="1855571" y="51953"/>
                  <a:pt x="1859441" y="55884"/>
                </a:cubicBezTo>
                <a:cubicBezTo>
                  <a:pt x="1863312" y="59815"/>
                  <a:pt x="1866412" y="65062"/>
                  <a:pt x="1868740" y="71624"/>
                </a:cubicBezTo>
                <a:cubicBezTo>
                  <a:pt x="1871069" y="78186"/>
                  <a:pt x="1872233" y="85641"/>
                  <a:pt x="1872233" y="93987"/>
                </a:cubicBezTo>
                <a:cubicBezTo>
                  <a:pt x="1872233" y="102696"/>
                  <a:pt x="1871038" y="110513"/>
                  <a:pt x="1868649" y="117438"/>
                </a:cubicBezTo>
                <a:cubicBezTo>
                  <a:pt x="1866260" y="124363"/>
                  <a:pt x="1863085" y="129927"/>
                  <a:pt x="1859124" y="134131"/>
                </a:cubicBezTo>
                <a:cubicBezTo>
                  <a:pt x="1855162" y="138334"/>
                  <a:pt x="1850793" y="141525"/>
                  <a:pt x="1846015" y="143702"/>
                </a:cubicBezTo>
                <a:cubicBezTo>
                  <a:pt x="1841237" y="145879"/>
                  <a:pt x="1836247" y="146968"/>
                  <a:pt x="1831046" y="146968"/>
                </a:cubicBezTo>
                <a:cubicBezTo>
                  <a:pt x="1825119" y="146968"/>
                  <a:pt x="1819524" y="145577"/>
                  <a:pt x="1814262" y="142795"/>
                </a:cubicBezTo>
                <a:cubicBezTo>
                  <a:pt x="1809000" y="140013"/>
                  <a:pt x="1804737" y="136202"/>
                  <a:pt x="1801471" y="131364"/>
                </a:cubicBezTo>
                <a:lnTo>
                  <a:pt x="1801471" y="180353"/>
                </a:lnTo>
                <a:lnTo>
                  <a:pt x="1785685" y="180353"/>
                </a:lnTo>
                <a:lnTo>
                  <a:pt x="1785504" y="46086"/>
                </a:lnTo>
                <a:moveTo>
                  <a:pt x="1826691" y="57154"/>
                </a:moveTo>
                <a:cubicBezTo>
                  <a:pt x="1821611" y="57154"/>
                  <a:pt x="1816984" y="58439"/>
                  <a:pt x="1812811" y="61010"/>
                </a:cubicBezTo>
                <a:cubicBezTo>
                  <a:pt x="1808638" y="63580"/>
                  <a:pt x="1805644" y="67073"/>
                  <a:pt x="1803829" y="71488"/>
                </a:cubicBezTo>
                <a:cubicBezTo>
                  <a:pt x="1802136" y="75419"/>
                  <a:pt x="1801289" y="81830"/>
                  <a:pt x="1801289" y="90721"/>
                </a:cubicBezTo>
                <a:cubicBezTo>
                  <a:pt x="1801289" y="99188"/>
                  <a:pt x="1801425" y="105372"/>
                  <a:pt x="1801697" y="109273"/>
                </a:cubicBezTo>
                <a:cubicBezTo>
                  <a:pt x="1801970" y="113174"/>
                  <a:pt x="1802741" y="116667"/>
                  <a:pt x="1804011" y="119752"/>
                </a:cubicBezTo>
                <a:cubicBezTo>
                  <a:pt x="1805946" y="124046"/>
                  <a:pt x="1808985" y="127387"/>
                  <a:pt x="1813128" y="129776"/>
                </a:cubicBezTo>
                <a:cubicBezTo>
                  <a:pt x="1817271" y="132165"/>
                  <a:pt x="1821732" y="133360"/>
                  <a:pt x="1826510" y="133360"/>
                </a:cubicBezTo>
                <a:cubicBezTo>
                  <a:pt x="1828687" y="133360"/>
                  <a:pt x="1830910" y="133118"/>
                  <a:pt x="1833178" y="132634"/>
                </a:cubicBezTo>
                <a:cubicBezTo>
                  <a:pt x="1835446" y="132150"/>
                  <a:pt x="1838001" y="131122"/>
                  <a:pt x="1840844" y="129549"/>
                </a:cubicBezTo>
                <a:cubicBezTo>
                  <a:pt x="1843686" y="127977"/>
                  <a:pt x="1846196" y="125951"/>
                  <a:pt x="1848373" y="123471"/>
                </a:cubicBezTo>
                <a:cubicBezTo>
                  <a:pt x="1850551" y="120991"/>
                  <a:pt x="1852380" y="117499"/>
                  <a:pt x="1853862" y="112993"/>
                </a:cubicBezTo>
                <a:cubicBezTo>
                  <a:pt x="1855344" y="108487"/>
                  <a:pt x="1856085" y="103301"/>
                  <a:pt x="1856085" y="97434"/>
                </a:cubicBezTo>
                <a:cubicBezTo>
                  <a:pt x="1856085" y="90600"/>
                  <a:pt x="1855314" y="84612"/>
                  <a:pt x="1853771" y="79471"/>
                </a:cubicBezTo>
                <a:cubicBezTo>
                  <a:pt x="1852229" y="74331"/>
                  <a:pt x="1850384" y="70399"/>
                  <a:pt x="1848237" y="67678"/>
                </a:cubicBezTo>
                <a:cubicBezTo>
                  <a:pt x="1846090" y="64956"/>
                  <a:pt x="1843565" y="62749"/>
                  <a:pt x="1840662" y="61055"/>
                </a:cubicBezTo>
                <a:cubicBezTo>
                  <a:pt x="1837759" y="59362"/>
                  <a:pt x="1835234" y="58288"/>
                  <a:pt x="1833087" y="57835"/>
                </a:cubicBezTo>
                <a:cubicBezTo>
                  <a:pt x="1830940" y="57381"/>
                  <a:pt x="1828808" y="57154"/>
                  <a:pt x="1826691" y="57154"/>
                </a:cubicBezTo>
                <a:close/>
                <a:moveTo>
                  <a:pt x="1900606" y="14515"/>
                </a:moveTo>
                <a:lnTo>
                  <a:pt x="1904779" y="1089"/>
                </a:lnTo>
                <a:cubicBezTo>
                  <a:pt x="1922258" y="9133"/>
                  <a:pt x="1936214" y="21259"/>
                  <a:pt x="1946647" y="37468"/>
                </a:cubicBezTo>
                <a:cubicBezTo>
                  <a:pt x="1957080" y="53677"/>
                  <a:pt x="1962296" y="71367"/>
                  <a:pt x="1962296" y="90539"/>
                </a:cubicBezTo>
                <a:cubicBezTo>
                  <a:pt x="1962296" y="109893"/>
                  <a:pt x="1956989" y="127841"/>
                  <a:pt x="1946375" y="144382"/>
                </a:cubicBezTo>
                <a:cubicBezTo>
                  <a:pt x="1935760" y="160924"/>
                  <a:pt x="1921532" y="173458"/>
                  <a:pt x="1903690" y="181986"/>
                </a:cubicBezTo>
                <a:lnTo>
                  <a:pt x="1899517" y="168922"/>
                </a:lnTo>
                <a:cubicBezTo>
                  <a:pt x="1914093" y="161181"/>
                  <a:pt x="1925660" y="150325"/>
                  <a:pt x="1934218" y="136353"/>
                </a:cubicBezTo>
                <a:cubicBezTo>
                  <a:pt x="1942776" y="122382"/>
                  <a:pt x="1947055" y="107293"/>
                  <a:pt x="1947055" y="91084"/>
                </a:cubicBezTo>
                <a:cubicBezTo>
                  <a:pt x="1947055" y="75117"/>
                  <a:pt x="1942882" y="60254"/>
                  <a:pt x="1934536" y="46494"/>
                </a:cubicBezTo>
                <a:cubicBezTo>
                  <a:pt x="1926189" y="32735"/>
                  <a:pt x="1914879" y="22075"/>
                  <a:pt x="1900606" y="14515"/>
                </a:cubicBezTo>
                <a:close/>
                <a:moveTo>
                  <a:pt x="2061069" y="140254"/>
                </a:moveTo>
                <a:cubicBezTo>
                  <a:pt x="2061069" y="151806"/>
                  <a:pt x="2053448" y="165293"/>
                  <a:pt x="2038207" y="180716"/>
                </a:cubicBezTo>
                <a:lnTo>
                  <a:pt x="2030768" y="174184"/>
                </a:lnTo>
                <a:cubicBezTo>
                  <a:pt x="2034336" y="170858"/>
                  <a:pt x="2037905" y="166382"/>
                  <a:pt x="2041473" y="160757"/>
                </a:cubicBezTo>
                <a:cubicBezTo>
                  <a:pt x="2043650" y="157129"/>
                  <a:pt x="2044739" y="154165"/>
                  <a:pt x="2044739" y="151867"/>
                </a:cubicBezTo>
                <a:cubicBezTo>
                  <a:pt x="2044739" y="149024"/>
                  <a:pt x="2043045" y="146424"/>
                  <a:pt x="2039658" y="144065"/>
                </a:cubicBezTo>
                <a:lnTo>
                  <a:pt x="2039023" y="143611"/>
                </a:lnTo>
                <a:cubicBezTo>
                  <a:pt x="2038600" y="143309"/>
                  <a:pt x="2038313" y="143112"/>
                  <a:pt x="2038162" y="143021"/>
                </a:cubicBezTo>
                <a:cubicBezTo>
                  <a:pt x="2038010" y="142931"/>
                  <a:pt x="2037723" y="142719"/>
                  <a:pt x="2037300" y="142386"/>
                </a:cubicBezTo>
                <a:cubicBezTo>
                  <a:pt x="2036876" y="142054"/>
                  <a:pt x="2036574" y="141767"/>
                  <a:pt x="2036393" y="141525"/>
                </a:cubicBezTo>
                <a:cubicBezTo>
                  <a:pt x="2036211" y="141283"/>
                  <a:pt x="2035939" y="140965"/>
                  <a:pt x="2035576" y="140572"/>
                </a:cubicBezTo>
                <a:cubicBezTo>
                  <a:pt x="2035213" y="140179"/>
                  <a:pt x="2034956" y="139786"/>
                  <a:pt x="2034805" y="139393"/>
                </a:cubicBezTo>
                <a:cubicBezTo>
                  <a:pt x="2034654" y="139000"/>
                  <a:pt x="2034472" y="138546"/>
                  <a:pt x="2034261" y="138032"/>
                </a:cubicBezTo>
                <a:cubicBezTo>
                  <a:pt x="2034049" y="137518"/>
                  <a:pt x="2033898" y="136973"/>
                  <a:pt x="2033807" y="136399"/>
                </a:cubicBezTo>
                <a:cubicBezTo>
                  <a:pt x="2033716" y="135824"/>
                  <a:pt x="2033671" y="135235"/>
                  <a:pt x="2033671" y="134630"/>
                </a:cubicBezTo>
                <a:cubicBezTo>
                  <a:pt x="2033671" y="131303"/>
                  <a:pt x="2034865" y="128415"/>
                  <a:pt x="2037254" y="125966"/>
                </a:cubicBezTo>
                <a:cubicBezTo>
                  <a:pt x="2039643" y="123516"/>
                  <a:pt x="2042562" y="122292"/>
                  <a:pt x="2046009" y="122292"/>
                </a:cubicBezTo>
                <a:cubicBezTo>
                  <a:pt x="2050001" y="122292"/>
                  <a:pt x="2053509" y="123955"/>
                  <a:pt x="2056533" y="127281"/>
                </a:cubicBezTo>
                <a:cubicBezTo>
                  <a:pt x="2059557" y="130608"/>
                  <a:pt x="2061069" y="134932"/>
                  <a:pt x="2061069" y="140254"/>
                </a:cubicBezTo>
                <a:moveTo>
                  <a:pt x="2055625" y="56973"/>
                </a:moveTo>
                <a:cubicBezTo>
                  <a:pt x="2058166" y="59392"/>
                  <a:pt x="2059436" y="62295"/>
                  <a:pt x="2059436" y="65682"/>
                </a:cubicBezTo>
                <a:cubicBezTo>
                  <a:pt x="2059436" y="69069"/>
                  <a:pt x="2058166" y="71972"/>
                  <a:pt x="2055625" y="74391"/>
                </a:cubicBezTo>
                <a:cubicBezTo>
                  <a:pt x="2053085" y="76810"/>
                  <a:pt x="2050061" y="78020"/>
                  <a:pt x="2046553" y="78020"/>
                </a:cubicBezTo>
                <a:cubicBezTo>
                  <a:pt x="2043045" y="78020"/>
                  <a:pt x="2040052" y="76810"/>
                  <a:pt x="2037572" y="74391"/>
                </a:cubicBezTo>
                <a:cubicBezTo>
                  <a:pt x="2035092" y="71972"/>
                  <a:pt x="2033852" y="69069"/>
                  <a:pt x="2033852" y="65682"/>
                </a:cubicBezTo>
                <a:cubicBezTo>
                  <a:pt x="2033852" y="62295"/>
                  <a:pt x="2035092" y="59392"/>
                  <a:pt x="2037572" y="56973"/>
                </a:cubicBezTo>
                <a:cubicBezTo>
                  <a:pt x="2040052" y="54553"/>
                  <a:pt x="2043045" y="53344"/>
                  <a:pt x="2046553" y="53344"/>
                </a:cubicBezTo>
                <a:cubicBezTo>
                  <a:pt x="2050061" y="53344"/>
                  <a:pt x="2053085" y="54553"/>
                  <a:pt x="2055625" y="569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Text 14">
            <a:extLst xmlns:a="http://schemas.openxmlformats.org/drawingml/2006/main">
              <a:ext uri="{FF2B5EF4-FFF2-40B4-BE49-F238E27FC236}">
                <a16:creationId xmlns:a16="http://schemas.microsoft.com/office/drawing/2014/main" id="{FEB5F6AC-7F88-4D61-84AE-BA286B04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1" y="3721843"/>
            <a:ext cx="189675" cy="134448"/>
          </a:xfrm>
          <a:custGeom xmlns:a="http://schemas.openxmlformats.org/drawingml/2006/main">
            <a:pathLst>
              <a:path w="189675" h="134448">
                <a:moveTo>
                  <a:pt x="45542" y="0"/>
                </a:moveTo>
                <a:lnTo>
                  <a:pt x="45542" y="134448"/>
                </a:lnTo>
                <a:lnTo>
                  <a:pt x="30482" y="134448"/>
                </a:lnTo>
                <a:lnTo>
                  <a:pt x="30482" y="18689"/>
                </a:lnTo>
                <a:lnTo>
                  <a:pt x="3447" y="26672"/>
                </a:lnTo>
                <a:lnTo>
                  <a:pt x="0" y="18326"/>
                </a:lnTo>
                <a:lnTo>
                  <a:pt x="35018" y="0"/>
                </a:lnTo>
                <a:lnTo>
                  <a:pt x="45542" y="0"/>
                </a:lnTo>
                <a:close/>
                <a:moveTo>
                  <a:pt x="159737" y="0"/>
                </a:moveTo>
                <a:lnTo>
                  <a:pt x="172438" y="0"/>
                </a:lnTo>
                <a:lnTo>
                  <a:pt x="172438" y="83826"/>
                </a:lnTo>
                <a:lnTo>
                  <a:pt x="189675" y="83826"/>
                </a:lnTo>
                <a:lnTo>
                  <a:pt x="189675" y="97253"/>
                </a:lnTo>
                <a:lnTo>
                  <a:pt x="172438" y="97253"/>
                </a:lnTo>
                <a:lnTo>
                  <a:pt x="172438" y="134267"/>
                </a:lnTo>
                <a:lnTo>
                  <a:pt x="156834" y="134267"/>
                </a:lnTo>
                <a:lnTo>
                  <a:pt x="156834" y="97071"/>
                </a:lnTo>
                <a:lnTo>
                  <a:pt x="102764" y="97071"/>
                </a:lnTo>
                <a:lnTo>
                  <a:pt x="102764" y="86003"/>
                </a:lnTo>
                <a:lnTo>
                  <a:pt x="159737" y="0"/>
                </a:lnTo>
                <a:moveTo>
                  <a:pt x="157015" y="23950"/>
                </a:moveTo>
                <a:lnTo>
                  <a:pt x="117642" y="83826"/>
                </a:lnTo>
                <a:lnTo>
                  <a:pt x="157015" y="83826"/>
                </a:lnTo>
                <a:lnTo>
                  <a:pt x="157015" y="23950"/>
                </a:ln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Text else">
            <a:extLst xmlns:a="http://schemas.openxmlformats.org/drawingml/2006/main">
              <a:ext uri="{FF2B5EF4-FFF2-40B4-BE49-F238E27FC236}">
                <a16:creationId xmlns:a16="http://schemas.microsoft.com/office/drawing/2014/main" id="{D6252AF9-96FB-499A-9F92-6E452A0A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81" y="3713134"/>
            <a:ext cx="424779" cy="145153"/>
          </a:xfrm>
          <a:custGeom xmlns:a="http://schemas.openxmlformats.org/drawingml/2006/main">
            <a:pathLst>
              <a:path w="424779" h="145153">
                <a:moveTo>
                  <a:pt x="0" y="94713"/>
                </a:moveTo>
                <a:cubicBezTo>
                  <a:pt x="0" y="87818"/>
                  <a:pt x="862" y="81482"/>
                  <a:pt x="2586" y="75707"/>
                </a:cubicBezTo>
                <a:cubicBezTo>
                  <a:pt x="4309" y="69931"/>
                  <a:pt x="6683" y="65002"/>
                  <a:pt x="9707" y="60919"/>
                </a:cubicBezTo>
                <a:cubicBezTo>
                  <a:pt x="12731" y="56837"/>
                  <a:pt x="16284" y="53389"/>
                  <a:pt x="20367" y="50577"/>
                </a:cubicBezTo>
                <a:cubicBezTo>
                  <a:pt x="24449" y="47765"/>
                  <a:pt x="28819" y="45678"/>
                  <a:pt x="33476" y="44317"/>
                </a:cubicBezTo>
                <a:cubicBezTo>
                  <a:pt x="38133" y="42956"/>
                  <a:pt x="43002" y="42276"/>
                  <a:pt x="48082" y="42276"/>
                </a:cubicBezTo>
                <a:cubicBezTo>
                  <a:pt x="51650" y="42276"/>
                  <a:pt x="55128" y="42639"/>
                  <a:pt x="58515" y="43365"/>
                </a:cubicBezTo>
                <a:cubicBezTo>
                  <a:pt x="61902" y="44090"/>
                  <a:pt x="65319" y="45345"/>
                  <a:pt x="68766" y="47129"/>
                </a:cubicBezTo>
                <a:cubicBezTo>
                  <a:pt x="72214" y="48914"/>
                  <a:pt x="75298" y="51121"/>
                  <a:pt x="78020" y="53752"/>
                </a:cubicBezTo>
                <a:cubicBezTo>
                  <a:pt x="80742" y="56383"/>
                  <a:pt x="83161" y="59740"/>
                  <a:pt x="85278" y="63822"/>
                </a:cubicBezTo>
                <a:cubicBezTo>
                  <a:pt x="87394" y="67905"/>
                  <a:pt x="88906" y="72516"/>
                  <a:pt x="89814" y="77657"/>
                </a:cubicBezTo>
                <a:cubicBezTo>
                  <a:pt x="90539" y="81286"/>
                  <a:pt x="90902" y="85217"/>
                  <a:pt x="90902" y="89451"/>
                </a:cubicBezTo>
                <a:cubicBezTo>
                  <a:pt x="90902" y="90902"/>
                  <a:pt x="90781" y="93201"/>
                  <a:pt x="90539" y="96346"/>
                </a:cubicBezTo>
                <a:lnTo>
                  <a:pt x="90358" y="98704"/>
                </a:lnTo>
                <a:lnTo>
                  <a:pt x="20866" y="98704"/>
                </a:lnTo>
                <a:cubicBezTo>
                  <a:pt x="21410" y="104208"/>
                  <a:pt x="22741" y="108926"/>
                  <a:pt x="24858" y="112857"/>
                </a:cubicBezTo>
                <a:cubicBezTo>
                  <a:pt x="26974" y="116788"/>
                  <a:pt x="29575" y="119736"/>
                  <a:pt x="32660" y="121702"/>
                </a:cubicBezTo>
                <a:cubicBezTo>
                  <a:pt x="35744" y="123668"/>
                  <a:pt x="38813" y="125074"/>
                  <a:pt x="41868" y="125921"/>
                </a:cubicBezTo>
                <a:cubicBezTo>
                  <a:pt x="44922" y="126767"/>
                  <a:pt x="48082" y="127191"/>
                  <a:pt x="51348" y="127191"/>
                </a:cubicBezTo>
                <a:cubicBezTo>
                  <a:pt x="60904" y="127191"/>
                  <a:pt x="68706" y="123804"/>
                  <a:pt x="74754" y="117030"/>
                </a:cubicBezTo>
                <a:lnTo>
                  <a:pt x="76568" y="114853"/>
                </a:lnTo>
                <a:lnTo>
                  <a:pt x="89088" y="127009"/>
                </a:lnTo>
                <a:lnTo>
                  <a:pt x="87455" y="129005"/>
                </a:lnTo>
                <a:cubicBezTo>
                  <a:pt x="83100" y="134267"/>
                  <a:pt x="77672" y="138274"/>
                  <a:pt x="71171" y="141026"/>
                </a:cubicBezTo>
                <a:cubicBezTo>
                  <a:pt x="64669" y="143777"/>
                  <a:pt x="57638" y="145153"/>
                  <a:pt x="50078" y="145153"/>
                </a:cubicBezTo>
                <a:cubicBezTo>
                  <a:pt x="43062" y="145153"/>
                  <a:pt x="36530" y="144035"/>
                  <a:pt x="30482" y="141797"/>
                </a:cubicBezTo>
                <a:cubicBezTo>
                  <a:pt x="24434" y="139559"/>
                  <a:pt x="19142" y="136353"/>
                  <a:pt x="14606" y="132180"/>
                </a:cubicBezTo>
                <a:cubicBezTo>
                  <a:pt x="10070" y="128007"/>
                  <a:pt x="6502" y="122700"/>
                  <a:pt x="3901" y="116259"/>
                </a:cubicBezTo>
                <a:cubicBezTo>
                  <a:pt x="1300" y="109818"/>
                  <a:pt x="0" y="102636"/>
                  <a:pt x="0" y="94713"/>
                </a:cubicBezTo>
                <a:moveTo>
                  <a:pt x="46993" y="59694"/>
                </a:moveTo>
                <a:cubicBezTo>
                  <a:pt x="44514" y="59694"/>
                  <a:pt x="42064" y="60042"/>
                  <a:pt x="39645" y="60738"/>
                </a:cubicBezTo>
                <a:cubicBezTo>
                  <a:pt x="37226" y="61433"/>
                  <a:pt x="34807" y="62552"/>
                  <a:pt x="32387" y="64094"/>
                </a:cubicBezTo>
                <a:cubicBezTo>
                  <a:pt x="29968" y="65637"/>
                  <a:pt x="27806" y="67889"/>
                  <a:pt x="25901" y="70853"/>
                </a:cubicBezTo>
                <a:cubicBezTo>
                  <a:pt x="23996" y="73817"/>
                  <a:pt x="22620" y="77294"/>
                  <a:pt x="21773" y="81286"/>
                </a:cubicBezTo>
                <a:lnTo>
                  <a:pt x="69855" y="81286"/>
                </a:lnTo>
                <a:lnTo>
                  <a:pt x="69855" y="80742"/>
                </a:lnTo>
                <a:cubicBezTo>
                  <a:pt x="69855" y="74875"/>
                  <a:pt x="67678" y="69900"/>
                  <a:pt x="63323" y="65818"/>
                </a:cubicBezTo>
                <a:cubicBezTo>
                  <a:pt x="58969" y="61736"/>
                  <a:pt x="53525" y="59694"/>
                  <a:pt x="46993" y="59694"/>
                </a:cubicBezTo>
                <a:close/>
                <a:moveTo>
                  <a:pt x="119094" y="17963"/>
                </a:moveTo>
                <a:lnTo>
                  <a:pt x="119094" y="0"/>
                </a:lnTo>
                <a:lnTo>
                  <a:pt x="168265" y="0"/>
                </a:lnTo>
                <a:lnTo>
                  <a:pt x="168265" y="125013"/>
                </a:lnTo>
                <a:lnTo>
                  <a:pt x="197114" y="125013"/>
                </a:lnTo>
                <a:lnTo>
                  <a:pt x="197114" y="142976"/>
                </a:lnTo>
                <a:lnTo>
                  <a:pt x="117824" y="142976"/>
                </a:lnTo>
                <a:lnTo>
                  <a:pt x="117824" y="125013"/>
                </a:lnTo>
                <a:lnTo>
                  <a:pt x="147036" y="125013"/>
                </a:lnTo>
                <a:lnTo>
                  <a:pt x="147036" y="17963"/>
                </a:lnTo>
                <a:lnTo>
                  <a:pt x="119094" y="17963"/>
                </a:lnTo>
                <a:close/>
                <a:moveTo>
                  <a:pt x="310221" y="58606"/>
                </a:moveTo>
                <a:lnTo>
                  <a:pt x="311672" y="60239"/>
                </a:lnTo>
                <a:lnTo>
                  <a:pt x="300241" y="77294"/>
                </a:lnTo>
                <a:lnTo>
                  <a:pt x="298427" y="76750"/>
                </a:lnTo>
                <a:cubicBezTo>
                  <a:pt x="297641" y="76508"/>
                  <a:pt x="296900" y="75994"/>
                  <a:pt x="296204" y="75208"/>
                </a:cubicBezTo>
                <a:cubicBezTo>
                  <a:pt x="295509" y="74421"/>
                  <a:pt x="295161" y="73423"/>
                  <a:pt x="295161" y="72214"/>
                </a:cubicBezTo>
                <a:lnTo>
                  <a:pt x="295161" y="71851"/>
                </a:lnTo>
                <a:cubicBezTo>
                  <a:pt x="292863" y="68827"/>
                  <a:pt x="289521" y="66015"/>
                  <a:pt x="285136" y="63414"/>
                </a:cubicBezTo>
                <a:cubicBezTo>
                  <a:pt x="280751" y="60813"/>
                  <a:pt x="275747" y="59513"/>
                  <a:pt x="270122" y="59513"/>
                </a:cubicBezTo>
                <a:cubicBezTo>
                  <a:pt x="264921" y="59513"/>
                  <a:pt x="260627" y="60511"/>
                  <a:pt x="257240" y="62507"/>
                </a:cubicBezTo>
                <a:cubicBezTo>
                  <a:pt x="253853" y="64503"/>
                  <a:pt x="252159" y="66831"/>
                  <a:pt x="252159" y="69492"/>
                </a:cubicBezTo>
                <a:cubicBezTo>
                  <a:pt x="252159" y="73000"/>
                  <a:pt x="254881" y="75964"/>
                  <a:pt x="260324" y="78383"/>
                </a:cubicBezTo>
                <a:cubicBezTo>
                  <a:pt x="262441" y="79351"/>
                  <a:pt x="267914" y="81044"/>
                  <a:pt x="276745" y="83463"/>
                </a:cubicBezTo>
                <a:cubicBezTo>
                  <a:pt x="285575" y="85882"/>
                  <a:pt x="292197" y="88241"/>
                  <a:pt x="296612" y="90539"/>
                </a:cubicBezTo>
                <a:cubicBezTo>
                  <a:pt x="300544" y="92596"/>
                  <a:pt x="303764" y="95060"/>
                  <a:pt x="306274" y="97933"/>
                </a:cubicBezTo>
                <a:cubicBezTo>
                  <a:pt x="308784" y="100806"/>
                  <a:pt x="310463" y="103513"/>
                  <a:pt x="311309" y="106053"/>
                </a:cubicBezTo>
                <a:cubicBezTo>
                  <a:pt x="312156" y="108593"/>
                  <a:pt x="312579" y="111163"/>
                  <a:pt x="312579" y="113764"/>
                </a:cubicBezTo>
                <a:cubicBezTo>
                  <a:pt x="312579" y="117756"/>
                  <a:pt x="311597" y="121611"/>
                  <a:pt x="309631" y="125331"/>
                </a:cubicBezTo>
                <a:cubicBezTo>
                  <a:pt x="307665" y="129050"/>
                  <a:pt x="304883" y="132392"/>
                  <a:pt x="301285" y="135356"/>
                </a:cubicBezTo>
                <a:cubicBezTo>
                  <a:pt x="297686" y="138319"/>
                  <a:pt x="293074" y="140693"/>
                  <a:pt x="287450" y="142477"/>
                </a:cubicBezTo>
                <a:cubicBezTo>
                  <a:pt x="281825" y="144261"/>
                  <a:pt x="275626" y="145153"/>
                  <a:pt x="268852" y="145153"/>
                </a:cubicBezTo>
                <a:cubicBezTo>
                  <a:pt x="260747" y="145153"/>
                  <a:pt x="252930" y="143793"/>
                  <a:pt x="245401" y="141071"/>
                </a:cubicBezTo>
                <a:cubicBezTo>
                  <a:pt x="237871" y="138349"/>
                  <a:pt x="231172" y="134267"/>
                  <a:pt x="225306" y="128824"/>
                </a:cubicBezTo>
                <a:lnTo>
                  <a:pt x="223673" y="127372"/>
                </a:lnTo>
                <a:lnTo>
                  <a:pt x="235104" y="107776"/>
                </a:lnTo>
                <a:lnTo>
                  <a:pt x="237281" y="108865"/>
                </a:lnTo>
                <a:cubicBezTo>
                  <a:pt x="238188" y="109288"/>
                  <a:pt x="238869" y="109893"/>
                  <a:pt x="239322" y="110679"/>
                </a:cubicBezTo>
                <a:cubicBezTo>
                  <a:pt x="239776" y="111466"/>
                  <a:pt x="240003" y="112131"/>
                  <a:pt x="240003" y="112675"/>
                </a:cubicBezTo>
                <a:lnTo>
                  <a:pt x="240003" y="113583"/>
                </a:lnTo>
                <a:lnTo>
                  <a:pt x="239821" y="113945"/>
                </a:lnTo>
                <a:cubicBezTo>
                  <a:pt x="240789" y="115034"/>
                  <a:pt x="241999" y="116168"/>
                  <a:pt x="243450" y="117347"/>
                </a:cubicBezTo>
                <a:cubicBezTo>
                  <a:pt x="244902" y="118527"/>
                  <a:pt x="246837" y="119888"/>
                  <a:pt x="249256" y="121430"/>
                </a:cubicBezTo>
                <a:cubicBezTo>
                  <a:pt x="251675" y="122972"/>
                  <a:pt x="254578" y="124227"/>
                  <a:pt x="257965" y="125195"/>
                </a:cubicBezTo>
                <a:cubicBezTo>
                  <a:pt x="261352" y="126163"/>
                  <a:pt x="264860" y="126646"/>
                  <a:pt x="268489" y="126646"/>
                </a:cubicBezTo>
                <a:cubicBezTo>
                  <a:pt x="275142" y="126646"/>
                  <a:pt x="280555" y="125452"/>
                  <a:pt x="284728" y="123063"/>
                </a:cubicBezTo>
                <a:cubicBezTo>
                  <a:pt x="288901" y="120674"/>
                  <a:pt x="290988" y="117877"/>
                  <a:pt x="290988" y="114671"/>
                </a:cubicBezTo>
                <a:cubicBezTo>
                  <a:pt x="290988" y="110800"/>
                  <a:pt x="288266" y="107655"/>
                  <a:pt x="282823" y="105236"/>
                </a:cubicBezTo>
                <a:cubicBezTo>
                  <a:pt x="280162" y="104027"/>
                  <a:pt x="275565" y="102484"/>
                  <a:pt x="269033" y="100609"/>
                </a:cubicBezTo>
                <a:cubicBezTo>
                  <a:pt x="262501" y="98735"/>
                  <a:pt x="258328" y="97495"/>
                  <a:pt x="256514" y="96890"/>
                </a:cubicBezTo>
                <a:cubicBezTo>
                  <a:pt x="255062" y="96406"/>
                  <a:pt x="254049" y="96058"/>
                  <a:pt x="253475" y="95847"/>
                </a:cubicBezTo>
                <a:cubicBezTo>
                  <a:pt x="252900" y="95635"/>
                  <a:pt x="251524" y="95075"/>
                  <a:pt x="249347" y="94168"/>
                </a:cubicBezTo>
                <a:cubicBezTo>
                  <a:pt x="247170" y="93261"/>
                  <a:pt x="245461" y="92399"/>
                  <a:pt x="244221" y="91583"/>
                </a:cubicBezTo>
                <a:cubicBezTo>
                  <a:pt x="242981" y="90766"/>
                  <a:pt x="241394" y="89617"/>
                  <a:pt x="239458" y="88135"/>
                </a:cubicBezTo>
                <a:cubicBezTo>
                  <a:pt x="237523" y="86654"/>
                  <a:pt x="236011" y="85111"/>
                  <a:pt x="234922" y="83509"/>
                </a:cubicBezTo>
                <a:cubicBezTo>
                  <a:pt x="233834" y="81906"/>
                  <a:pt x="232866" y="79970"/>
                  <a:pt x="232019" y="77702"/>
                </a:cubicBezTo>
                <a:cubicBezTo>
                  <a:pt x="231172" y="75434"/>
                  <a:pt x="230749" y="73061"/>
                  <a:pt x="230749" y="70581"/>
                </a:cubicBezTo>
                <a:cubicBezTo>
                  <a:pt x="230749" y="62597"/>
                  <a:pt x="234590" y="55884"/>
                  <a:pt x="242271" y="50441"/>
                </a:cubicBezTo>
                <a:cubicBezTo>
                  <a:pt x="249952" y="44998"/>
                  <a:pt x="259659" y="42276"/>
                  <a:pt x="271392" y="42276"/>
                </a:cubicBezTo>
                <a:cubicBezTo>
                  <a:pt x="279073" y="42276"/>
                  <a:pt x="286270" y="43667"/>
                  <a:pt x="292984" y="46449"/>
                </a:cubicBezTo>
                <a:cubicBezTo>
                  <a:pt x="299697" y="49231"/>
                  <a:pt x="305443" y="53283"/>
                  <a:pt x="310221" y="58606"/>
                </a:cubicBezTo>
                <a:close/>
                <a:moveTo>
                  <a:pt x="333876" y="94713"/>
                </a:moveTo>
                <a:cubicBezTo>
                  <a:pt x="333876" y="87818"/>
                  <a:pt x="334738" y="81482"/>
                  <a:pt x="336462" y="75707"/>
                </a:cubicBezTo>
                <a:cubicBezTo>
                  <a:pt x="338186" y="69931"/>
                  <a:pt x="340559" y="65002"/>
                  <a:pt x="343583" y="60919"/>
                </a:cubicBezTo>
                <a:cubicBezTo>
                  <a:pt x="346608" y="56837"/>
                  <a:pt x="350161" y="53389"/>
                  <a:pt x="354243" y="50577"/>
                </a:cubicBezTo>
                <a:cubicBezTo>
                  <a:pt x="358326" y="47765"/>
                  <a:pt x="362695" y="45678"/>
                  <a:pt x="367352" y="44317"/>
                </a:cubicBezTo>
                <a:cubicBezTo>
                  <a:pt x="372009" y="42956"/>
                  <a:pt x="376878" y="42276"/>
                  <a:pt x="381958" y="42276"/>
                </a:cubicBezTo>
                <a:cubicBezTo>
                  <a:pt x="385527" y="42276"/>
                  <a:pt x="389004" y="42639"/>
                  <a:pt x="392391" y="43365"/>
                </a:cubicBezTo>
                <a:cubicBezTo>
                  <a:pt x="395778" y="44090"/>
                  <a:pt x="399195" y="45345"/>
                  <a:pt x="402643" y="47129"/>
                </a:cubicBezTo>
                <a:cubicBezTo>
                  <a:pt x="406090" y="48914"/>
                  <a:pt x="409175" y="51121"/>
                  <a:pt x="411896" y="53752"/>
                </a:cubicBezTo>
                <a:cubicBezTo>
                  <a:pt x="414618" y="56383"/>
                  <a:pt x="417037" y="59740"/>
                  <a:pt x="419154" y="63822"/>
                </a:cubicBezTo>
                <a:cubicBezTo>
                  <a:pt x="421271" y="67905"/>
                  <a:pt x="422783" y="72516"/>
                  <a:pt x="423690" y="77657"/>
                </a:cubicBezTo>
                <a:cubicBezTo>
                  <a:pt x="424416" y="81286"/>
                  <a:pt x="424779" y="85217"/>
                  <a:pt x="424779" y="89451"/>
                </a:cubicBezTo>
                <a:cubicBezTo>
                  <a:pt x="424779" y="90902"/>
                  <a:pt x="424658" y="93201"/>
                  <a:pt x="424416" y="96346"/>
                </a:cubicBezTo>
                <a:lnTo>
                  <a:pt x="424234" y="98704"/>
                </a:lnTo>
                <a:lnTo>
                  <a:pt x="354742" y="98704"/>
                </a:lnTo>
                <a:cubicBezTo>
                  <a:pt x="355286" y="104208"/>
                  <a:pt x="356617" y="108926"/>
                  <a:pt x="358734" y="112857"/>
                </a:cubicBezTo>
                <a:cubicBezTo>
                  <a:pt x="360851" y="116788"/>
                  <a:pt x="363451" y="119736"/>
                  <a:pt x="366536" y="121702"/>
                </a:cubicBezTo>
                <a:cubicBezTo>
                  <a:pt x="369620" y="123668"/>
                  <a:pt x="372690" y="125074"/>
                  <a:pt x="375744" y="125921"/>
                </a:cubicBezTo>
                <a:cubicBezTo>
                  <a:pt x="378798" y="126767"/>
                  <a:pt x="381958" y="127191"/>
                  <a:pt x="385224" y="127191"/>
                </a:cubicBezTo>
                <a:cubicBezTo>
                  <a:pt x="394780" y="127191"/>
                  <a:pt x="402582" y="123804"/>
                  <a:pt x="408630" y="117030"/>
                </a:cubicBezTo>
                <a:lnTo>
                  <a:pt x="410445" y="114853"/>
                </a:lnTo>
                <a:lnTo>
                  <a:pt x="422964" y="127009"/>
                </a:lnTo>
                <a:lnTo>
                  <a:pt x="421331" y="129005"/>
                </a:lnTo>
                <a:cubicBezTo>
                  <a:pt x="416977" y="134267"/>
                  <a:pt x="411549" y="138274"/>
                  <a:pt x="405047" y="141026"/>
                </a:cubicBezTo>
                <a:cubicBezTo>
                  <a:pt x="398545" y="143777"/>
                  <a:pt x="391514" y="145153"/>
                  <a:pt x="383954" y="145153"/>
                </a:cubicBezTo>
                <a:cubicBezTo>
                  <a:pt x="376939" y="145153"/>
                  <a:pt x="370407" y="144035"/>
                  <a:pt x="364359" y="141797"/>
                </a:cubicBezTo>
                <a:cubicBezTo>
                  <a:pt x="358311" y="139559"/>
                  <a:pt x="353018" y="136353"/>
                  <a:pt x="348482" y="132180"/>
                </a:cubicBezTo>
                <a:cubicBezTo>
                  <a:pt x="343946" y="128007"/>
                  <a:pt x="340378" y="122700"/>
                  <a:pt x="337777" y="116259"/>
                </a:cubicBezTo>
                <a:cubicBezTo>
                  <a:pt x="335177" y="109818"/>
                  <a:pt x="333876" y="102636"/>
                  <a:pt x="333876" y="94713"/>
                </a:cubicBezTo>
                <a:moveTo>
                  <a:pt x="380870" y="59694"/>
                </a:moveTo>
                <a:cubicBezTo>
                  <a:pt x="378390" y="59694"/>
                  <a:pt x="375941" y="60042"/>
                  <a:pt x="373521" y="60738"/>
                </a:cubicBezTo>
                <a:cubicBezTo>
                  <a:pt x="371102" y="61433"/>
                  <a:pt x="368683" y="62552"/>
                  <a:pt x="366264" y="64094"/>
                </a:cubicBezTo>
                <a:cubicBezTo>
                  <a:pt x="363844" y="65637"/>
                  <a:pt x="361682" y="67889"/>
                  <a:pt x="359777" y="70853"/>
                </a:cubicBezTo>
                <a:cubicBezTo>
                  <a:pt x="357872" y="73817"/>
                  <a:pt x="356496" y="77294"/>
                  <a:pt x="355649" y="81286"/>
                </a:cubicBezTo>
                <a:lnTo>
                  <a:pt x="403731" y="81286"/>
                </a:lnTo>
                <a:lnTo>
                  <a:pt x="403731" y="80742"/>
                </a:lnTo>
                <a:cubicBezTo>
                  <a:pt x="403731" y="74875"/>
                  <a:pt x="401554" y="69900"/>
                  <a:pt x="397200" y="65818"/>
                </a:cubicBezTo>
                <a:cubicBezTo>
                  <a:pt x="392845" y="61736"/>
                  <a:pt x="387402" y="59694"/>
                  <a:pt x="380870" y="59694"/>
                </a:cubicBezTo>
                <a:close/>
              </a:path>
            </a:pathLst>
          </a:custGeom>
          <a:solidFill xmlns:a="http://schemas.openxmlformats.org/drawingml/2006/main">
            <a:srgbClr val="00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Text 15">
            <a:extLst xmlns:a="http://schemas.openxmlformats.org/drawingml/2006/main">
              <a:ext uri="{FF2B5EF4-FFF2-40B4-BE49-F238E27FC236}">
                <a16:creationId xmlns:a16="http://schemas.microsoft.com/office/drawing/2014/main" id="{91E63B83-415E-4398-BDAE-ED520F21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1" y="3954102"/>
            <a:ext cx="188223" cy="136626"/>
          </a:xfrm>
          <a:custGeom xmlns:a="http://schemas.openxmlformats.org/drawingml/2006/main">
            <a:pathLst>
              <a:path w="188223" h="136626">
                <a:moveTo>
                  <a:pt x="45542" y="0"/>
                </a:moveTo>
                <a:lnTo>
                  <a:pt x="45542" y="134448"/>
                </a:lnTo>
                <a:lnTo>
                  <a:pt x="30482" y="134448"/>
                </a:lnTo>
                <a:lnTo>
                  <a:pt x="30482" y="18689"/>
                </a:lnTo>
                <a:lnTo>
                  <a:pt x="3447" y="26672"/>
                </a:lnTo>
                <a:lnTo>
                  <a:pt x="0" y="18326"/>
                </a:lnTo>
                <a:lnTo>
                  <a:pt x="35018" y="0"/>
                </a:lnTo>
                <a:lnTo>
                  <a:pt x="45542" y="0"/>
                </a:lnTo>
                <a:close/>
                <a:moveTo>
                  <a:pt x="115102" y="181"/>
                </a:moveTo>
                <a:lnTo>
                  <a:pt x="183143" y="181"/>
                </a:lnTo>
                <a:lnTo>
                  <a:pt x="183143" y="13608"/>
                </a:lnTo>
                <a:lnTo>
                  <a:pt x="127803" y="13608"/>
                </a:lnTo>
                <a:lnTo>
                  <a:pt x="125807" y="52255"/>
                </a:lnTo>
                <a:cubicBezTo>
                  <a:pt x="132581" y="48868"/>
                  <a:pt x="139839" y="47175"/>
                  <a:pt x="147580" y="47175"/>
                </a:cubicBezTo>
                <a:cubicBezTo>
                  <a:pt x="159253" y="47175"/>
                  <a:pt x="168945" y="51151"/>
                  <a:pt x="176656" y="59105"/>
                </a:cubicBezTo>
                <a:cubicBezTo>
                  <a:pt x="184368" y="67058"/>
                  <a:pt x="188223" y="77959"/>
                  <a:pt x="188223" y="91810"/>
                </a:cubicBezTo>
                <a:cubicBezTo>
                  <a:pt x="188223" y="98886"/>
                  <a:pt x="187104" y="105282"/>
                  <a:pt x="184867" y="110997"/>
                </a:cubicBezTo>
                <a:cubicBezTo>
                  <a:pt x="182629" y="116712"/>
                  <a:pt x="179575" y="121430"/>
                  <a:pt x="175704" y="125149"/>
                </a:cubicBezTo>
                <a:cubicBezTo>
                  <a:pt x="171833" y="128869"/>
                  <a:pt x="167342" y="131712"/>
                  <a:pt x="162232" y="133677"/>
                </a:cubicBezTo>
                <a:cubicBezTo>
                  <a:pt x="157121" y="135643"/>
                  <a:pt x="151633" y="136626"/>
                  <a:pt x="145766" y="136626"/>
                </a:cubicBezTo>
                <a:cubicBezTo>
                  <a:pt x="137722" y="136626"/>
                  <a:pt x="130192" y="134826"/>
                  <a:pt x="123176" y="131228"/>
                </a:cubicBezTo>
                <a:cubicBezTo>
                  <a:pt x="116161" y="127629"/>
                  <a:pt x="110445" y="122594"/>
                  <a:pt x="106030" y="116123"/>
                </a:cubicBezTo>
                <a:lnTo>
                  <a:pt x="119457" y="105962"/>
                </a:lnTo>
                <a:cubicBezTo>
                  <a:pt x="120122" y="106446"/>
                  <a:pt x="120500" y="107323"/>
                  <a:pt x="120591" y="108593"/>
                </a:cubicBezTo>
                <a:cubicBezTo>
                  <a:pt x="120682" y="109863"/>
                  <a:pt x="120848" y="110679"/>
                  <a:pt x="121090" y="111042"/>
                </a:cubicBezTo>
                <a:cubicBezTo>
                  <a:pt x="121392" y="111587"/>
                  <a:pt x="122133" y="112464"/>
                  <a:pt x="123313" y="113673"/>
                </a:cubicBezTo>
                <a:cubicBezTo>
                  <a:pt x="124492" y="114883"/>
                  <a:pt x="126080" y="116259"/>
                  <a:pt x="128075" y="117801"/>
                </a:cubicBezTo>
                <a:cubicBezTo>
                  <a:pt x="130071" y="119343"/>
                  <a:pt x="132657" y="120689"/>
                  <a:pt x="135832" y="121838"/>
                </a:cubicBezTo>
                <a:cubicBezTo>
                  <a:pt x="139007" y="122987"/>
                  <a:pt x="142258" y="123562"/>
                  <a:pt x="145585" y="123562"/>
                </a:cubicBezTo>
                <a:cubicBezTo>
                  <a:pt x="153145" y="123562"/>
                  <a:pt x="159571" y="120749"/>
                  <a:pt x="164863" y="115125"/>
                </a:cubicBezTo>
                <a:cubicBezTo>
                  <a:pt x="170155" y="109500"/>
                  <a:pt x="172801" y="101728"/>
                  <a:pt x="172801" y="91810"/>
                </a:cubicBezTo>
                <a:cubicBezTo>
                  <a:pt x="172801" y="81649"/>
                  <a:pt x="170109" y="73726"/>
                  <a:pt x="164727" y="68041"/>
                </a:cubicBezTo>
                <a:cubicBezTo>
                  <a:pt x="159344" y="62355"/>
                  <a:pt x="152842" y="59513"/>
                  <a:pt x="145222" y="59513"/>
                </a:cubicBezTo>
                <a:cubicBezTo>
                  <a:pt x="140625" y="59513"/>
                  <a:pt x="136104" y="60617"/>
                  <a:pt x="131659" y="62824"/>
                </a:cubicBezTo>
                <a:cubicBezTo>
                  <a:pt x="127214" y="65032"/>
                  <a:pt x="123388" y="68162"/>
                  <a:pt x="120183" y="72214"/>
                </a:cubicBezTo>
                <a:lnTo>
                  <a:pt x="110566" y="68222"/>
                </a:lnTo>
                <a:lnTo>
                  <a:pt x="115102" y="181"/>
                </a:ln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Text log_error(*p);">
            <a:extLst xmlns:a="http://schemas.openxmlformats.org/drawingml/2006/main">
              <a:ext uri="{FF2B5EF4-FFF2-40B4-BE49-F238E27FC236}">
                <a16:creationId xmlns:a16="http://schemas.microsoft.com/office/drawing/2014/main" id="{9F1245EF-D1B0-4583-8607-D134A269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8" y="3944848"/>
            <a:ext cx="1495787" cy="181079"/>
          </a:xfrm>
          <a:custGeom xmlns:a="http://schemas.openxmlformats.org/drawingml/2006/main">
            <a:pathLst>
              <a:path w="1495787" h="181079">
                <a:moveTo>
                  <a:pt x="1452" y="544"/>
                </a:moveTo>
                <a:lnTo>
                  <a:pt x="44816" y="544"/>
                </a:lnTo>
                <a:lnTo>
                  <a:pt x="44816" y="131001"/>
                </a:lnTo>
                <a:lnTo>
                  <a:pt x="73847" y="131001"/>
                </a:lnTo>
                <a:lnTo>
                  <a:pt x="73847" y="143520"/>
                </a:lnTo>
                <a:lnTo>
                  <a:pt x="0" y="143520"/>
                </a:lnTo>
                <a:lnTo>
                  <a:pt x="0" y="131001"/>
                </a:lnTo>
                <a:lnTo>
                  <a:pt x="29212" y="131001"/>
                </a:lnTo>
                <a:lnTo>
                  <a:pt x="29212" y="12882"/>
                </a:lnTo>
                <a:lnTo>
                  <a:pt x="1452" y="12882"/>
                </a:lnTo>
                <a:lnTo>
                  <a:pt x="1452" y="544"/>
                </a:lnTo>
                <a:close/>
                <a:moveTo>
                  <a:pt x="193485" y="94713"/>
                </a:moveTo>
                <a:cubicBezTo>
                  <a:pt x="193485" y="102636"/>
                  <a:pt x="192276" y="109878"/>
                  <a:pt x="189856" y="116440"/>
                </a:cubicBezTo>
                <a:cubicBezTo>
                  <a:pt x="187437" y="123002"/>
                  <a:pt x="184171" y="128415"/>
                  <a:pt x="180059" y="132679"/>
                </a:cubicBezTo>
                <a:cubicBezTo>
                  <a:pt x="175946" y="136943"/>
                  <a:pt x="171243" y="140239"/>
                  <a:pt x="165951" y="142568"/>
                </a:cubicBezTo>
                <a:cubicBezTo>
                  <a:pt x="160659" y="144896"/>
                  <a:pt x="155080" y="146061"/>
                  <a:pt x="149213" y="146061"/>
                </a:cubicBezTo>
                <a:cubicBezTo>
                  <a:pt x="143044" y="146061"/>
                  <a:pt x="137148" y="144791"/>
                  <a:pt x="131523" y="142250"/>
                </a:cubicBezTo>
                <a:cubicBezTo>
                  <a:pt x="125898" y="139710"/>
                  <a:pt x="120999" y="136233"/>
                  <a:pt x="116826" y="131817"/>
                </a:cubicBezTo>
                <a:cubicBezTo>
                  <a:pt x="112653" y="127402"/>
                  <a:pt x="109326" y="122004"/>
                  <a:pt x="106847" y="115624"/>
                </a:cubicBezTo>
                <a:cubicBezTo>
                  <a:pt x="104367" y="109243"/>
                  <a:pt x="103127" y="102394"/>
                  <a:pt x="103127" y="95075"/>
                </a:cubicBezTo>
                <a:cubicBezTo>
                  <a:pt x="103127" y="85217"/>
                  <a:pt x="105274" y="76281"/>
                  <a:pt x="109568" y="68267"/>
                </a:cubicBezTo>
                <a:cubicBezTo>
                  <a:pt x="113863" y="60254"/>
                  <a:pt x="119563" y="54039"/>
                  <a:pt x="126669" y="49624"/>
                </a:cubicBezTo>
                <a:cubicBezTo>
                  <a:pt x="133776" y="45209"/>
                  <a:pt x="141472" y="43002"/>
                  <a:pt x="149758" y="43002"/>
                </a:cubicBezTo>
                <a:cubicBezTo>
                  <a:pt x="155443" y="43002"/>
                  <a:pt x="160871" y="44121"/>
                  <a:pt x="166042" y="46358"/>
                </a:cubicBezTo>
                <a:cubicBezTo>
                  <a:pt x="171213" y="48596"/>
                  <a:pt x="175855" y="51817"/>
                  <a:pt x="179968" y="56020"/>
                </a:cubicBezTo>
                <a:cubicBezTo>
                  <a:pt x="184080" y="60224"/>
                  <a:pt x="187362" y="65667"/>
                  <a:pt x="189811" y="72350"/>
                </a:cubicBezTo>
                <a:cubicBezTo>
                  <a:pt x="192261" y="79033"/>
                  <a:pt x="193485" y="86487"/>
                  <a:pt x="193485" y="94713"/>
                </a:cubicBezTo>
                <a:moveTo>
                  <a:pt x="148669" y="56247"/>
                </a:moveTo>
                <a:cubicBezTo>
                  <a:pt x="140686" y="56247"/>
                  <a:pt x="133821" y="59619"/>
                  <a:pt x="128075" y="66362"/>
                </a:cubicBezTo>
                <a:cubicBezTo>
                  <a:pt x="122330" y="73106"/>
                  <a:pt x="119457" y="82254"/>
                  <a:pt x="119457" y="93805"/>
                </a:cubicBezTo>
                <a:cubicBezTo>
                  <a:pt x="119457" y="105539"/>
                  <a:pt x="122405" y="114974"/>
                  <a:pt x="128302" y="122110"/>
                </a:cubicBezTo>
                <a:cubicBezTo>
                  <a:pt x="134199" y="129247"/>
                  <a:pt x="141230" y="132815"/>
                  <a:pt x="149395" y="132815"/>
                </a:cubicBezTo>
                <a:cubicBezTo>
                  <a:pt x="153024" y="132815"/>
                  <a:pt x="156516" y="132014"/>
                  <a:pt x="159873" y="130411"/>
                </a:cubicBezTo>
                <a:cubicBezTo>
                  <a:pt x="163230" y="128809"/>
                  <a:pt x="166269" y="126495"/>
                  <a:pt x="168991" y="123471"/>
                </a:cubicBezTo>
                <a:cubicBezTo>
                  <a:pt x="171712" y="120447"/>
                  <a:pt x="173874" y="116501"/>
                  <a:pt x="175477" y="111632"/>
                </a:cubicBezTo>
                <a:cubicBezTo>
                  <a:pt x="177080" y="106763"/>
                  <a:pt x="177881" y="101365"/>
                  <a:pt x="177881" y="95438"/>
                </a:cubicBezTo>
                <a:cubicBezTo>
                  <a:pt x="177881" y="88906"/>
                  <a:pt x="177035" y="83055"/>
                  <a:pt x="175341" y="77884"/>
                </a:cubicBezTo>
                <a:cubicBezTo>
                  <a:pt x="173648" y="72713"/>
                  <a:pt x="171380" y="68600"/>
                  <a:pt x="168537" y="65546"/>
                </a:cubicBezTo>
                <a:cubicBezTo>
                  <a:pt x="165694" y="62492"/>
                  <a:pt x="162580" y="60178"/>
                  <a:pt x="159193" y="58606"/>
                </a:cubicBezTo>
                <a:cubicBezTo>
                  <a:pt x="155806" y="57033"/>
                  <a:pt x="152298" y="56247"/>
                  <a:pt x="148669" y="56247"/>
                </a:cubicBezTo>
                <a:close/>
                <a:moveTo>
                  <a:pt x="239277" y="60465"/>
                </a:moveTo>
                <a:cubicBezTo>
                  <a:pt x="235043" y="64729"/>
                  <a:pt x="232926" y="69855"/>
                  <a:pt x="232926" y="75843"/>
                </a:cubicBezTo>
                <a:cubicBezTo>
                  <a:pt x="232926" y="81830"/>
                  <a:pt x="235028" y="86926"/>
                  <a:pt x="239231" y="91129"/>
                </a:cubicBezTo>
                <a:cubicBezTo>
                  <a:pt x="243435" y="95333"/>
                  <a:pt x="248530" y="97434"/>
                  <a:pt x="254518" y="97434"/>
                </a:cubicBezTo>
                <a:cubicBezTo>
                  <a:pt x="260566" y="97434"/>
                  <a:pt x="265677" y="95333"/>
                  <a:pt x="269850" y="91129"/>
                </a:cubicBezTo>
                <a:cubicBezTo>
                  <a:pt x="274023" y="86926"/>
                  <a:pt x="276110" y="81830"/>
                  <a:pt x="276110" y="75843"/>
                </a:cubicBezTo>
                <a:cubicBezTo>
                  <a:pt x="276110" y="69855"/>
                  <a:pt x="274038" y="64729"/>
                  <a:pt x="269895" y="60465"/>
                </a:cubicBezTo>
                <a:cubicBezTo>
                  <a:pt x="265752" y="56202"/>
                  <a:pt x="260687" y="54070"/>
                  <a:pt x="254699" y="54070"/>
                </a:cubicBezTo>
                <a:cubicBezTo>
                  <a:pt x="248651" y="54070"/>
                  <a:pt x="243510" y="56202"/>
                  <a:pt x="239277" y="60465"/>
                </a:cubicBezTo>
                <a:moveTo>
                  <a:pt x="255607" y="41913"/>
                </a:moveTo>
                <a:cubicBezTo>
                  <a:pt x="264800" y="41913"/>
                  <a:pt x="272541" y="45058"/>
                  <a:pt x="278831" y="51348"/>
                </a:cubicBezTo>
                <a:cubicBezTo>
                  <a:pt x="286089" y="45421"/>
                  <a:pt x="294254" y="42457"/>
                  <a:pt x="303326" y="42457"/>
                </a:cubicBezTo>
                <a:cubicBezTo>
                  <a:pt x="303628" y="42457"/>
                  <a:pt x="304082" y="42488"/>
                  <a:pt x="304687" y="42548"/>
                </a:cubicBezTo>
                <a:cubicBezTo>
                  <a:pt x="305291" y="42609"/>
                  <a:pt x="305745" y="42639"/>
                  <a:pt x="306047" y="42639"/>
                </a:cubicBezTo>
                <a:lnTo>
                  <a:pt x="307862" y="55340"/>
                </a:lnTo>
                <a:cubicBezTo>
                  <a:pt x="306047" y="54977"/>
                  <a:pt x="304173" y="54795"/>
                  <a:pt x="302237" y="54795"/>
                </a:cubicBezTo>
                <a:cubicBezTo>
                  <a:pt x="296129" y="54795"/>
                  <a:pt x="290383" y="56368"/>
                  <a:pt x="285000" y="59513"/>
                </a:cubicBezTo>
                <a:cubicBezTo>
                  <a:pt x="288387" y="64593"/>
                  <a:pt x="290081" y="70157"/>
                  <a:pt x="290081" y="76206"/>
                </a:cubicBezTo>
                <a:cubicBezTo>
                  <a:pt x="290081" y="85278"/>
                  <a:pt x="286618" y="93170"/>
                  <a:pt x="279693" y="99884"/>
                </a:cubicBezTo>
                <a:cubicBezTo>
                  <a:pt x="272768" y="106597"/>
                  <a:pt x="264437" y="109954"/>
                  <a:pt x="254699" y="109954"/>
                </a:cubicBezTo>
                <a:cubicBezTo>
                  <a:pt x="250889" y="109954"/>
                  <a:pt x="246716" y="109167"/>
                  <a:pt x="242180" y="107595"/>
                </a:cubicBezTo>
                <a:cubicBezTo>
                  <a:pt x="241454" y="108200"/>
                  <a:pt x="240668" y="108895"/>
                  <a:pt x="239821" y="109682"/>
                </a:cubicBezTo>
                <a:cubicBezTo>
                  <a:pt x="238974" y="110468"/>
                  <a:pt x="237977" y="111768"/>
                  <a:pt x="236827" y="113583"/>
                </a:cubicBezTo>
                <a:cubicBezTo>
                  <a:pt x="235678" y="115397"/>
                  <a:pt x="235104" y="117090"/>
                  <a:pt x="235104" y="118663"/>
                </a:cubicBezTo>
                <a:cubicBezTo>
                  <a:pt x="235104" y="121808"/>
                  <a:pt x="237100" y="123985"/>
                  <a:pt x="241091" y="125195"/>
                </a:cubicBezTo>
                <a:cubicBezTo>
                  <a:pt x="244478" y="126042"/>
                  <a:pt x="249196" y="126465"/>
                  <a:pt x="255244" y="126465"/>
                </a:cubicBezTo>
                <a:cubicBezTo>
                  <a:pt x="256756" y="126465"/>
                  <a:pt x="259039" y="126404"/>
                  <a:pt x="262093" y="126283"/>
                </a:cubicBezTo>
                <a:cubicBezTo>
                  <a:pt x="265147" y="126163"/>
                  <a:pt x="267461" y="126102"/>
                  <a:pt x="269033" y="126102"/>
                </a:cubicBezTo>
                <a:cubicBezTo>
                  <a:pt x="277138" y="126102"/>
                  <a:pt x="283609" y="127130"/>
                  <a:pt x="288448" y="129187"/>
                </a:cubicBezTo>
                <a:cubicBezTo>
                  <a:pt x="293407" y="131182"/>
                  <a:pt x="297187" y="134131"/>
                  <a:pt x="299788" y="138032"/>
                </a:cubicBezTo>
                <a:cubicBezTo>
                  <a:pt x="302388" y="141933"/>
                  <a:pt x="303689" y="146121"/>
                  <a:pt x="303689" y="150597"/>
                </a:cubicBezTo>
                <a:cubicBezTo>
                  <a:pt x="303689" y="153379"/>
                  <a:pt x="303205" y="156116"/>
                  <a:pt x="302237" y="158807"/>
                </a:cubicBezTo>
                <a:cubicBezTo>
                  <a:pt x="301269" y="161498"/>
                  <a:pt x="299636" y="164175"/>
                  <a:pt x="297338" y="166836"/>
                </a:cubicBezTo>
                <a:cubicBezTo>
                  <a:pt x="295040" y="169497"/>
                  <a:pt x="292197" y="171825"/>
                  <a:pt x="288810" y="173821"/>
                </a:cubicBezTo>
                <a:cubicBezTo>
                  <a:pt x="285424" y="175817"/>
                  <a:pt x="281129" y="177435"/>
                  <a:pt x="275928" y="178675"/>
                </a:cubicBezTo>
                <a:cubicBezTo>
                  <a:pt x="270727" y="179915"/>
                  <a:pt x="264921" y="180535"/>
                  <a:pt x="258510" y="180535"/>
                </a:cubicBezTo>
                <a:cubicBezTo>
                  <a:pt x="251857" y="180535"/>
                  <a:pt x="245899" y="180066"/>
                  <a:pt x="240638" y="179128"/>
                </a:cubicBezTo>
                <a:cubicBezTo>
                  <a:pt x="235376" y="178191"/>
                  <a:pt x="231112" y="176966"/>
                  <a:pt x="227846" y="175454"/>
                </a:cubicBezTo>
                <a:cubicBezTo>
                  <a:pt x="224580" y="173942"/>
                  <a:pt x="221858" y="172158"/>
                  <a:pt x="219681" y="170102"/>
                </a:cubicBezTo>
                <a:cubicBezTo>
                  <a:pt x="217504" y="168045"/>
                  <a:pt x="215992" y="165959"/>
                  <a:pt x="215145" y="163842"/>
                </a:cubicBezTo>
                <a:cubicBezTo>
                  <a:pt x="214298" y="161725"/>
                  <a:pt x="213875" y="159548"/>
                  <a:pt x="213875" y="157310"/>
                </a:cubicBezTo>
                <a:cubicBezTo>
                  <a:pt x="213875" y="149689"/>
                  <a:pt x="219258" y="142432"/>
                  <a:pt x="230023" y="135537"/>
                </a:cubicBezTo>
                <a:cubicBezTo>
                  <a:pt x="224701" y="132815"/>
                  <a:pt x="222040" y="128400"/>
                  <a:pt x="222040" y="122292"/>
                </a:cubicBezTo>
                <a:cubicBezTo>
                  <a:pt x="222040" y="116062"/>
                  <a:pt x="225790" y="109772"/>
                  <a:pt x="233289" y="103422"/>
                </a:cubicBezTo>
                <a:cubicBezTo>
                  <a:pt x="228753" y="100398"/>
                  <a:pt x="225200" y="96527"/>
                  <a:pt x="222630" y="91810"/>
                </a:cubicBezTo>
                <a:cubicBezTo>
                  <a:pt x="220059" y="87092"/>
                  <a:pt x="218774" y="82072"/>
                  <a:pt x="218774" y="76750"/>
                </a:cubicBezTo>
                <a:cubicBezTo>
                  <a:pt x="218774" y="67194"/>
                  <a:pt x="222418" y="58999"/>
                  <a:pt x="229706" y="52165"/>
                </a:cubicBezTo>
                <a:cubicBezTo>
                  <a:pt x="236994" y="45330"/>
                  <a:pt x="245627" y="41913"/>
                  <a:pt x="255607" y="41913"/>
                </a:cubicBezTo>
                <a:moveTo>
                  <a:pt x="240547" y="138259"/>
                </a:moveTo>
                <a:cubicBezTo>
                  <a:pt x="237160" y="140013"/>
                  <a:pt x="234257" y="142190"/>
                  <a:pt x="231838" y="144791"/>
                </a:cubicBezTo>
                <a:cubicBezTo>
                  <a:pt x="229418" y="147391"/>
                  <a:pt x="228209" y="150294"/>
                  <a:pt x="228209" y="153500"/>
                </a:cubicBezTo>
                <a:cubicBezTo>
                  <a:pt x="228209" y="155738"/>
                  <a:pt x="228920" y="157975"/>
                  <a:pt x="230341" y="160213"/>
                </a:cubicBezTo>
                <a:cubicBezTo>
                  <a:pt x="231762" y="162451"/>
                  <a:pt x="234257" y="164265"/>
                  <a:pt x="237825" y="165656"/>
                </a:cubicBezTo>
                <a:cubicBezTo>
                  <a:pt x="243087" y="167713"/>
                  <a:pt x="249861" y="168741"/>
                  <a:pt x="258147" y="168741"/>
                </a:cubicBezTo>
                <a:cubicBezTo>
                  <a:pt x="267945" y="168741"/>
                  <a:pt x="275323" y="167350"/>
                  <a:pt x="280283" y="164568"/>
                </a:cubicBezTo>
                <a:cubicBezTo>
                  <a:pt x="286452" y="161302"/>
                  <a:pt x="289536" y="156947"/>
                  <a:pt x="289536" y="151504"/>
                </a:cubicBezTo>
                <a:cubicBezTo>
                  <a:pt x="289536" y="148843"/>
                  <a:pt x="288644" y="146439"/>
                  <a:pt x="286860" y="144292"/>
                </a:cubicBezTo>
                <a:cubicBezTo>
                  <a:pt x="285076" y="142145"/>
                  <a:pt x="282097" y="140738"/>
                  <a:pt x="277924" y="140073"/>
                </a:cubicBezTo>
                <a:cubicBezTo>
                  <a:pt x="275021" y="139710"/>
                  <a:pt x="271694" y="139529"/>
                  <a:pt x="267945" y="139529"/>
                </a:cubicBezTo>
                <a:lnTo>
                  <a:pt x="264316" y="139529"/>
                </a:lnTo>
                <a:cubicBezTo>
                  <a:pt x="261050" y="139529"/>
                  <a:pt x="258631" y="139468"/>
                  <a:pt x="257058" y="139347"/>
                </a:cubicBezTo>
                <a:cubicBezTo>
                  <a:pt x="252159" y="139226"/>
                  <a:pt x="246655" y="138863"/>
                  <a:pt x="240547" y="138259"/>
                </a:cubicBezTo>
                <a:close/>
                <a:moveTo>
                  <a:pt x="324441" y="147694"/>
                </a:moveTo>
                <a:lnTo>
                  <a:pt x="417340" y="147694"/>
                </a:lnTo>
                <a:lnTo>
                  <a:pt x="417340" y="160757"/>
                </a:lnTo>
                <a:lnTo>
                  <a:pt x="324441" y="160757"/>
                </a:lnTo>
                <a:lnTo>
                  <a:pt x="324441" y="147694"/>
                </a:lnTo>
                <a:close/>
                <a:moveTo>
                  <a:pt x="483997" y="42820"/>
                </a:moveTo>
                <a:cubicBezTo>
                  <a:pt x="487323" y="42820"/>
                  <a:pt x="490574" y="43183"/>
                  <a:pt x="493750" y="43909"/>
                </a:cubicBezTo>
                <a:cubicBezTo>
                  <a:pt x="496925" y="44635"/>
                  <a:pt x="500100" y="45859"/>
                  <a:pt x="503275" y="47583"/>
                </a:cubicBezTo>
                <a:cubicBezTo>
                  <a:pt x="506450" y="49307"/>
                  <a:pt x="509308" y="51484"/>
                  <a:pt x="511848" y="54115"/>
                </a:cubicBezTo>
                <a:cubicBezTo>
                  <a:pt x="514389" y="56746"/>
                  <a:pt x="516641" y="60087"/>
                  <a:pt x="518607" y="64140"/>
                </a:cubicBezTo>
                <a:cubicBezTo>
                  <a:pt x="520573" y="68192"/>
                  <a:pt x="521979" y="72758"/>
                  <a:pt x="522826" y="77839"/>
                </a:cubicBezTo>
                <a:cubicBezTo>
                  <a:pt x="523551" y="81467"/>
                  <a:pt x="523914" y="85338"/>
                  <a:pt x="523914" y="89451"/>
                </a:cubicBezTo>
                <a:cubicBezTo>
                  <a:pt x="523914" y="92596"/>
                  <a:pt x="523854" y="94955"/>
                  <a:pt x="523733" y="96527"/>
                </a:cubicBezTo>
                <a:lnTo>
                  <a:pt x="453878" y="96527"/>
                </a:lnTo>
                <a:cubicBezTo>
                  <a:pt x="454120" y="102212"/>
                  <a:pt x="455027" y="107262"/>
                  <a:pt x="456599" y="111677"/>
                </a:cubicBezTo>
                <a:cubicBezTo>
                  <a:pt x="458172" y="116092"/>
                  <a:pt x="460092" y="119631"/>
                  <a:pt x="462360" y="122292"/>
                </a:cubicBezTo>
                <a:cubicBezTo>
                  <a:pt x="464628" y="124953"/>
                  <a:pt x="467244" y="127145"/>
                  <a:pt x="470207" y="128869"/>
                </a:cubicBezTo>
                <a:cubicBezTo>
                  <a:pt x="473171" y="130593"/>
                  <a:pt x="476029" y="131772"/>
                  <a:pt x="478781" y="132407"/>
                </a:cubicBezTo>
                <a:cubicBezTo>
                  <a:pt x="481532" y="133042"/>
                  <a:pt x="484360" y="133360"/>
                  <a:pt x="487263" y="133360"/>
                </a:cubicBezTo>
                <a:cubicBezTo>
                  <a:pt x="497424" y="133360"/>
                  <a:pt x="505891" y="129610"/>
                  <a:pt x="512665" y="122110"/>
                </a:cubicBezTo>
                <a:lnTo>
                  <a:pt x="521193" y="130457"/>
                </a:lnTo>
                <a:cubicBezTo>
                  <a:pt x="517080" y="135416"/>
                  <a:pt x="511969" y="139196"/>
                  <a:pt x="505861" y="141797"/>
                </a:cubicBezTo>
                <a:cubicBezTo>
                  <a:pt x="499752" y="144397"/>
                  <a:pt x="493130" y="145698"/>
                  <a:pt x="485993" y="145698"/>
                </a:cubicBezTo>
                <a:cubicBezTo>
                  <a:pt x="479340" y="145698"/>
                  <a:pt x="473156" y="144609"/>
                  <a:pt x="467440" y="142432"/>
                </a:cubicBezTo>
                <a:cubicBezTo>
                  <a:pt x="461725" y="140254"/>
                  <a:pt x="456735" y="137094"/>
                  <a:pt x="452471" y="132951"/>
                </a:cubicBezTo>
                <a:cubicBezTo>
                  <a:pt x="448208" y="128809"/>
                  <a:pt x="444866" y="123532"/>
                  <a:pt x="442447" y="117121"/>
                </a:cubicBezTo>
                <a:cubicBezTo>
                  <a:pt x="440028" y="110710"/>
                  <a:pt x="438818" y="103482"/>
                  <a:pt x="438818" y="95438"/>
                </a:cubicBezTo>
                <a:cubicBezTo>
                  <a:pt x="438818" y="86729"/>
                  <a:pt x="440058" y="78957"/>
                  <a:pt x="442538" y="72123"/>
                </a:cubicBezTo>
                <a:cubicBezTo>
                  <a:pt x="445017" y="65289"/>
                  <a:pt x="448374" y="59785"/>
                  <a:pt x="452608" y="55612"/>
                </a:cubicBezTo>
                <a:cubicBezTo>
                  <a:pt x="456841" y="51439"/>
                  <a:pt x="461619" y="48264"/>
                  <a:pt x="466941" y="46086"/>
                </a:cubicBezTo>
                <a:cubicBezTo>
                  <a:pt x="472264" y="43909"/>
                  <a:pt x="477949" y="42820"/>
                  <a:pt x="483997" y="42820"/>
                </a:cubicBezTo>
                <a:moveTo>
                  <a:pt x="454422" y="84552"/>
                </a:moveTo>
                <a:lnTo>
                  <a:pt x="508492" y="84552"/>
                </a:lnTo>
                <a:cubicBezTo>
                  <a:pt x="508613" y="83826"/>
                  <a:pt x="508673" y="82737"/>
                  <a:pt x="508673" y="81286"/>
                </a:cubicBezTo>
                <a:cubicBezTo>
                  <a:pt x="508673" y="73907"/>
                  <a:pt x="506224" y="67648"/>
                  <a:pt x="501325" y="62507"/>
                </a:cubicBezTo>
                <a:cubicBezTo>
                  <a:pt x="496426" y="57366"/>
                  <a:pt x="490287" y="54795"/>
                  <a:pt x="482908" y="54795"/>
                </a:cubicBezTo>
                <a:cubicBezTo>
                  <a:pt x="480005" y="54795"/>
                  <a:pt x="477148" y="55279"/>
                  <a:pt x="474335" y="56247"/>
                </a:cubicBezTo>
                <a:cubicBezTo>
                  <a:pt x="471523" y="57215"/>
                  <a:pt x="468711" y="58757"/>
                  <a:pt x="465898" y="60874"/>
                </a:cubicBezTo>
                <a:cubicBezTo>
                  <a:pt x="463086" y="62991"/>
                  <a:pt x="460636" y="66090"/>
                  <a:pt x="458550" y="70173"/>
                </a:cubicBezTo>
                <a:cubicBezTo>
                  <a:pt x="456463" y="74255"/>
                  <a:pt x="455087" y="79048"/>
                  <a:pt x="454422" y="84552"/>
                </a:cubicBezTo>
                <a:close/>
                <a:moveTo>
                  <a:pt x="560997" y="45179"/>
                </a:moveTo>
                <a:lnTo>
                  <a:pt x="577145" y="45179"/>
                </a:lnTo>
                <a:lnTo>
                  <a:pt x="576601" y="64230"/>
                </a:lnTo>
                <a:cubicBezTo>
                  <a:pt x="579746" y="57396"/>
                  <a:pt x="584554" y="52119"/>
                  <a:pt x="591025" y="48400"/>
                </a:cubicBezTo>
                <a:cubicBezTo>
                  <a:pt x="597497" y="44680"/>
                  <a:pt x="604482" y="42820"/>
                  <a:pt x="611982" y="42820"/>
                </a:cubicBezTo>
                <a:cubicBezTo>
                  <a:pt x="622566" y="42820"/>
                  <a:pt x="631335" y="46389"/>
                  <a:pt x="638291" y="53525"/>
                </a:cubicBezTo>
                <a:lnTo>
                  <a:pt x="631033" y="68404"/>
                </a:lnTo>
                <a:cubicBezTo>
                  <a:pt x="630428" y="67738"/>
                  <a:pt x="629733" y="66816"/>
                  <a:pt x="628946" y="65637"/>
                </a:cubicBezTo>
                <a:cubicBezTo>
                  <a:pt x="628160" y="64457"/>
                  <a:pt x="627646" y="63747"/>
                  <a:pt x="627404" y="63505"/>
                </a:cubicBezTo>
                <a:cubicBezTo>
                  <a:pt x="623594" y="58666"/>
                  <a:pt x="618151" y="56247"/>
                  <a:pt x="611074" y="56247"/>
                </a:cubicBezTo>
                <a:cubicBezTo>
                  <a:pt x="609079" y="56247"/>
                  <a:pt x="607053" y="56459"/>
                  <a:pt x="604996" y="56882"/>
                </a:cubicBezTo>
                <a:cubicBezTo>
                  <a:pt x="602940" y="57305"/>
                  <a:pt x="600642" y="58061"/>
                  <a:pt x="598101" y="59150"/>
                </a:cubicBezTo>
                <a:cubicBezTo>
                  <a:pt x="595561" y="60239"/>
                  <a:pt x="593021" y="61947"/>
                  <a:pt x="590481" y="64276"/>
                </a:cubicBezTo>
                <a:cubicBezTo>
                  <a:pt x="587941" y="66604"/>
                  <a:pt x="585612" y="69432"/>
                  <a:pt x="583495" y="72758"/>
                </a:cubicBezTo>
                <a:cubicBezTo>
                  <a:pt x="581378" y="76024"/>
                  <a:pt x="579791" y="79184"/>
                  <a:pt x="578732" y="82238"/>
                </a:cubicBezTo>
                <a:cubicBezTo>
                  <a:pt x="577674" y="85293"/>
                  <a:pt x="577054" y="87667"/>
                  <a:pt x="576873" y="89360"/>
                </a:cubicBezTo>
                <a:cubicBezTo>
                  <a:pt x="576691" y="91054"/>
                  <a:pt x="576601" y="93201"/>
                  <a:pt x="576601" y="95801"/>
                </a:cubicBezTo>
                <a:lnTo>
                  <a:pt x="576601" y="143702"/>
                </a:lnTo>
                <a:lnTo>
                  <a:pt x="560997" y="143702"/>
                </a:lnTo>
                <a:lnTo>
                  <a:pt x="560997" y="45179"/>
                </a:lnTo>
                <a:close/>
                <a:moveTo>
                  <a:pt x="672289" y="45179"/>
                </a:moveTo>
                <a:lnTo>
                  <a:pt x="688437" y="45179"/>
                </a:lnTo>
                <a:lnTo>
                  <a:pt x="687893" y="64230"/>
                </a:lnTo>
                <a:cubicBezTo>
                  <a:pt x="691038" y="57396"/>
                  <a:pt x="695846" y="52119"/>
                  <a:pt x="702317" y="48400"/>
                </a:cubicBezTo>
                <a:cubicBezTo>
                  <a:pt x="708789" y="44680"/>
                  <a:pt x="715774" y="42820"/>
                  <a:pt x="723274" y="42820"/>
                </a:cubicBezTo>
                <a:cubicBezTo>
                  <a:pt x="733858" y="42820"/>
                  <a:pt x="742628" y="46389"/>
                  <a:pt x="749583" y="53525"/>
                </a:cubicBezTo>
                <a:lnTo>
                  <a:pt x="742325" y="68404"/>
                </a:lnTo>
                <a:cubicBezTo>
                  <a:pt x="741720" y="67738"/>
                  <a:pt x="741025" y="66816"/>
                  <a:pt x="740239" y="65637"/>
                </a:cubicBezTo>
                <a:cubicBezTo>
                  <a:pt x="739452" y="64457"/>
                  <a:pt x="738938" y="63747"/>
                  <a:pt x="738696" y="63505"/>
                </a:cubicBezTo>
                <a:cubicBezTo>
                  <a:pt x="734886" y="58666"/>
                  <a:pt x="729443" y="56247"/>
                  <a:pt x="722367" y="56247"/>
                </a:cubicBezTo>
                <a:cubicBezTo>
                  <a:pt x="720371" y="56247"/>
                  <a:pt x="718345" y="56459"/>
                  <a:pt x="716288" y="56882"/>
                </a:cubicBezTo>
                <a:cubicBezTo>
                  <a:pt x="714232" y="57305"/>
                  <a:pt x="711934" y="58061"/>
                  <a:pt x="709394" y="59150"/>
                </a:cubicBezTo>
                <a:cubicBezTo>
                  <a:pt x="706853" y="60239"/>
                  <a:pt x="704313" y="61947"/>
                  <a:pt x="701773" y="64276"/>
                </a:cubicBezTo>
                <a:cubicBezTo>
                  <a:pt x="699233" y="66604"/>
                  <a:pt x="696904" y="69432"/>
                  <a:pt x="694788" y="72758"/>
                </a:cubicBezTo>
                <a:cubicBezTo>
                  <a:pt x="692671" y="76024"/>
                  <a:pt x="691083" y="79184"/>
                  <a:pt x="690025" y="82238"/>
                </a:cubicBezTo>
                <a:cubicBezTo>
                  <a:pt x="688966" y="85293"/>
                  <a:pt x="688346" y="87667"/>
                  <a:pt x="688165" y="89360"/>
                </a:cubicBezTo>
                <a:cubicBezTo>
                  <a:pt x="687983" y="91054"/>
                  <a:pt x="687893" y="93201"/>
                  <a:pt x="687893" y="95801"/>
                </a:cubicBezTo>
                <a:lnTo>
                  <a:pt x="687893" y="143702"/>
                </a:lnTo>
                <a:lnTo>
                  <a:pt x="672289" y="143702"/>
                </a:lnTo>
                <a:lnTo>
                  <a:pt x="672289" y="45179"/>
                </a:lnTo>
                <a:close/>
                <a:moveTo>
                  <a:pt x="861238" y="94713"/>
                </a:moveTo>
                <a:cubicBezTo>
                  <a:pt x="861238" y="102636"/>
                  <a:pt x="860028" y="109878"/>
                  <a:pt x="857609" y="116440"/>
                </a:cubicBezTo>
                <a:cubicBezTo>
                  <a:pt x="855190" y="123002"/>
                  <a:pt x="851924" y="128415"/>
                  <a:pt x="847811" y="132679"/>
                </a:cubicBezTo>
                <a:cubicBezTo>
                  <a:pt x="843699" y="136943"/>
                  <a:pt x="838996" y="140239"/>
                  <a:pt x="833704" y="142568"/>
                </a:cubicBezTo>
                <a:cubicBezTo>
                  <a:pt x="828412" y="144896"/>
                  <a:pt x="822833" y="146061"/>
                  <a:pt x="816966" y="146061"/>
                </a:cubicBezTo>
                <a:cubicBezTo>
                  <a:pt x="810797" y="146061"/>
                  <a:pt x="804900" y="144791"/>
                  <a:pt x="799276" y="142250"/>
                </a:cubicBezTo>
                <a:cubicBezTo>
                  <a:pt x="793651" y="139710"/>
                  <a:pt x="788752" y="136233"/>
                  <a:pt x="784579" y="131817"/>
                </a:cubicBezTo>
                <a:cubicBezTo>
                  <a:pt x="780406" y="127402"/>
                  <a:pt x="777079" y="122004"/>
                  <a:pt x="774599" y="115624"/>
                </a:cubicBezTo>
                <a:cubicBezTo>
                  <a:pt x="772120" y="109243"/>
                  <a:pt x="770880" y="102394"/>
                  <a:pt x="770880" y="95075"/>
                </a:cubicBezTo>
                <a:cubicBezTo>
                  <a:pt x="770880" y="85217"/>
                  <a:pt x="773027" y="76281"/>
                  <a:pt x="777321" y="68267"/>
                </a:cubicBezTo>
                <a:cubicBezTo>
                  <a:pt x="781615" y="60254"/>
                  <a:pt x="787316" y="54039"/>
                  <a:pt x="794422" y="49624"/>
                </a:cubicBezTo>
                <a:cubicBezTo>
                  <a:pt x="801528" y="45209"/>
                  <a:pt x="809225" y="43002"/>
                  <a:pt x="817510" y="43002"/>
                </a:cubicBezTo>
                <a:cubicBezTo>
                  <a:pt x="823196" y="43002"/>
                  <a:pt x="828624" y="44121"/>
                  <a:pt x="833795" y="46358"/>
                </a:cubicBezTo>
                <a:cubicBezTo>
                  <a:pt x="838966" y="48596"/>
                  <a:pt x="843608" y="51817"/>
                  <a:pt x="847721" y="56020"/>
                </a:cubicBezTo>
                <a:cubicBezTo>
                  <a:pt x="851833" y="60224"/>
                  <a:pt x="855114" y="65667"/>
                  <a:pt x="857564" y="72350"/>
                </a:cubicBezTo>
                <a:cubicBezTo>
                  <a:pt x="860013" y="79033"/>
                  <a:pt x="861238" y="86487"/>
                  <a:pt x="861238" y="94713"/>
                </a:cubicBezTo>
                <a:moveTo>
                  <a:pt x="816422" y="56247"/>
                </a:moveTo>
                <a:cubicBezTo>
                  <a:pt x="808438" y="56247"/>
                  <a:pt x="801574" y="59619"/>
                  <a:pt x="795828" y="66362"/>
                </a:cubicBezTo>
                <a:cubicBezTo>
                  <a:pt x="790083" y="73106"/>
                  <a:pt x="787210" y="82254"/>
                  <a:pt x="787210" y="93805"/>
                </a:cubicBezTo>
                <a:cubicBezTo>
                  <a:pt x="787210" y="105539"/>
                  <a:pt x="790158" y="114974"/>
                  <a:pt x="796055" y="122110"/>
                </a:cubicBezTo>
                <a:cubicBezTo>
                  <a:pt x="801952" y="129247"/>
                  <a:pt x="808983" y="132815"/>
                  <a:pt x="817148" y="132815"/>
                </a:cubicBezTo>
                <a:cubicBezTo>
                  <a:pt x="820776" y="132815"/>
                  <a:pt x="824269" y="132014"/>
                  <a:pt x="827626" y="130411"/>
                </a:cubicBezTo>
                <a:cubicBezTo>
                  <a:pt x="830983" y="128809"/>
                  <a:pt x="834022" y="126495"/>
                  <a:pt x="836743" y="123471"/>
                </a:cubicBezTo>
                <a:cubicBezTo>
                  <a:pt x="839465" y="120447"/>
                  <a:pt x="841627" y="116501"/>
                  <a:pt x="843230" y="111632"/>
                </a:cubicBezTo>
                <a:cubicBezTo>
                  <a:pt x="844833" y="106763"/>
                  <a:pt x="845634" y="101365"/>
                  <a:pt x="845634" y="95438"/>
                </a:cubicBezTo>
                <a:cubicBezTo>
                  <a:pt x="845634" y="88906"/>
                  <a:pt x="844787" y="83055"/>
                  <a:pt x="843094" y="77884"/>
                </a:cubicBezTo>
                <a:cubicBezTo>
                  <a:pt x="841400" y="72713"/>
                  <a:pt x="839132" y="68600"/>
                  <a:pt x="836290" y="65546"/>
                </a:cubicBezTo>
                <a:cubicBezTo>
                  <a:pt x="833447" y="62492"/>
                  <a:pt x="830332" y="60178"/>
                  <a:pt x="826945" y="58606"/>
                </a:cubicBezTo>
                <a:cubicBezTo>
                  <a:pt x="823559" y="57033"/>
                  <a:pt x="820051" y="56247"/>
                  <a:pt x="816422" y="56247"/>
                </a:cubicBezTo>
                <a:close/>
                <a:moveTo>
                  <a:pt x="894873" y="45179"/>
                </a:moveTo>
                <a:lnTo>
                  <a:pt x="911021" y="45179"/>
                </a:lnTo>
                <a:lnTo>
                  <a:pt x="910477" y="64230"/>
                </a:lnTo>
                <a:cubicBezTo>
                  <a:pt x="913622" y="57396"/>
                  <a:pt x="918430" y="52119"/>
                  <a:pt x="924901" y="48400"/>
                </a:cubicBezTo>
                <a:cubicBezTo>
                  <a:pt x="931373" y="44680"/>
                  <a:pt x="938358" y="42820"/>
                  <a:pt x="945858" y="42820"/>
                </a:cubicBezTo>
                <a:cubicBezTo>
                  <a:pt x="956442" y="42820"/>
                  <a:pt x="965212" y="46389"/>
                  <a:pt x="972167" y="53525"/>
                </a:cubicBezTo>
                <a:lnTo>
                  <a:pt x="964909" y="68404"/>
                </a:lnTo>
                <a:cubicBezTo>
                  <a:pt x="964305" y="67738"/>
                  <a:pt x="963609" y="66816"/>
                  <a:pt x="962823" y="65637"/>
                </a:cubicBezTo>
                <a:cubicBezTo>
                  <a:pt x="962037" y="64457"/>
                  <a:pt x="961522" y="63747"/>
                  <a:pt x="961281" y="63505"/>
                </a:cubicBezTo>
                <a:cubicBezTo>
                  <a:pt x="957470" y="58666"/>
                  <a:pt x="952027" y="56247"/>
                  <a:pt x="944951" y="56247"/>
                </a:cubicBezTo>
                <a:cubicBezTo>
                  <a:pt x="942955" y="56247"/>
                  <a:pt x="940929" y="56459"/>
                  <a:pt x="938872" y="56882"/>
                </a:cubicBezTo>
                <a:cubicBezTo>
                  <a:pt x="936816" y="57305"/>
                  <a:pt x="934518" y="58061"/>
                  <a:pt x="931978" y="59150"/>
                </a:cubicBezTo>
                <a:cubicBezTo>
                  <a:pt x="929437" y="60239"/>
                  <a:pt x="926897" y="61947"/>
                  <a:pt x="924357" y="64276"/>
                </a:cubicBezTo>
                <a:cubicBezTo>
                  <a:pt x="921817" y="66604"/>
                  <a:pt x="919488" y="69432"/>
                  <a:pt x="917372" y="72758"/>
                </a:cubicBezTo>
                <a:cubicBezTo>
                  <a:pt x="915255" y="76024"/>
                  <a:pt x="913667" y="79184"/>
                  <a:pt x="912609" y="82238"/>
                </a:cubicBezTo>
                <a:cubicBezTo>
                  <a:pt x="911550" y="85293"/>
                  <a:pt x="910930" y="87667"/>
                  <a:pt x="910749" y="89360"/>
                </a:cubicBezTo>
                <a:cubicBezTo>
                  <a:pt x="910568" y="91054"/>
                  <a:pt x="910477" y="93201"/>
                  <a:pt x="910477" y="95801"/>
                </a:cubicBezTo>
                <a:lnTo>
                  <a:pt x="910477" y="143702"/>
                </a:lnTo>
                <a:lnTo>
                  <a:pt x="894873" y="143702"/>
                </a:lnTo>
                <a:lnTo>
                  <a:pt x="894873" y="45179"/>
                </a:lnTo>
                <a:close/>
                <a:moveTo>
                  <a:pt x="1069125" y="0"/>
                </a:moveTo>
                <a:lnTo>
                  <a:pt x="1075657" y="13245"/>
                </a:lnTo>
                <a:cubicBezTo>
                  <a:pt x="1074931" y="13608"/>
                  <a:pt x="1074327" y="13790"/>
                  <a:pt x="1073843" y="13790"/>
                </a:cubicBezTo>
                <a:cubicBezTo>
                  <a:pt x="1073540" y="13790"/>
                  <a:pt x="1073162" y="13729"/>
                  <a:pt x="1072709" y="13608"/>
                </a:cubicBezTo>
                <a:cubicBezTo>
                  <a:pt x="1072255" y="13487"/>
                  <a:pt x="1071907" y="13427"/>
                  <a:pt x="1071666" y="13427"/>
                </a:cubicBezTo>
                <a:cubicBezTo>
                  <a:pt x="1071061" y="13427"/>
                  <a:pt x="1070395" y="13669"/>
                  <a:pt x="1069670" y="14152"/>
                </a:cubicBezTo>
                <a:cubicBezTo>
                  <a:pt x="1057090" y="21592"/>
                  <a:pt x="1047262" y="31767"/>
                  <a:pt x="1040185" y="44680"/>
                </a:cubicBezTo>
                <a:cubicBezTo>
                  <a:pt x="1033109" y="57593"/>
                  <a:pt x="1029571" y="71730"/>
                  <a:pt x="1029571" y="87092"/>
                </a:cubicBezTo>
                <a:cubicBezTo>
                  <a:pt x="1029571" y="103906"/>
                  <a:pt x="1033729" y="119691"/>
                  <a:pt x="1042045" y="134448"/>
                </a:cubicBezTo>
                <a:cubicBezTo>
                  <a:pt x="1050361" y="149206"/>
                  <a:pt x="1061807" y="160818"/>
                  <a:pt x="1076383" y="169285"/>
                </a:cubicBezTo>
                <a:lnTo>
                  <a:pt x="1069307" y="180716"/>
                </a:lnTo>
                <a:cubicBezTo>
                  <a:pt x="1052312" y="171765"/>
                  <a:pt x="1038961" y="158973"/>
                  <a:pt x="1029253" y="142341"/>
                </a:cubicBezTo>
                <a:cubicBezTo>
                  <a:pt x="1019546" y="125709"/>
                  <a:pt x="1014693" y="107534"/>
                  <a:pt x="1014693" y="87818"/>
                </a:cubicBezTo>
                <a:cubicBezTo>
                  <a:pt x="1014693" y="68162"/>
                  <a:pt x="1019592" y="50456"/>
                  <a:pt x="1029390" y="34701"/>
                </a:cubicBezTo>
                <a:cubicBezTo>
                  <a:pt x="1039187" y="18946"/>
                  <a:pt x="1052433" y="7379"/>
                  <a:pt x="1069125" y="0"/>
                </a:cubicBezTo>
                <a:close/>
                <a:moveTo>
                  <a:pt x="1141952" y="31934"/>
                </a:moveTo>
                <a:lnTo>
                  <a:pt x="1159370" y="31934"/>
                </a:lnTo>
                <a:cubicBezTo>
                  <a:pt x="1159249" y="32780"/>
                  <a:pt x="1159038" y="33703"/>
                  <a:pt x="1158735" y="34701"/>
                </a:cubicBezTo>
                <a:cubicBezTo>
                  <a:pt x="1158433" y="35699"/>
                  <a:pt x="1158221" y="36651"/>
                  <a:pt x="1158100" y="37558"/>
                </a:cubicBezTo>
                <a:lnTo>
                  <a:pt x="1154834" y="69855"/>
                </a:lnTo>
                <a:lnTo>
                  <a:pt x="1188945" y="54251"/>
                </a:lnTo>
                <a:lnTo>
                  <a:pt x="1194751" y="67496"/>
                </a:lnTo>
                <a:lnTo>
                  <a:pt x="1157737" y="78746"/>
                </a:lnTo>
                <a:lnTo>
                  <a:pt x="1184954" y="111224"/>
                </a:lnTo>
                <a:lnTo>
                  <a:pt x="1173160" y="120477"/>
                </a:lnTo>
                <a:lnTo>
                  <a:pt x="1149935" y="84733"/>
                </a:lnTo>
                <a:lnTo>
                  <a:pt x="1125804" y="120659"/>
                </a:lnTo>
                <a:lnTo>
                  <a:pt x="1114191" y="111224"/>
                </a:lnTo>
                <a:lnTo>
                  <a:pt x="1142133" y="78927"/>
                </a:lnTo>
                <a:lnTo>
                  <a:pt x="1104938" y="67496"/>
                </a:lnTo>
                <a:lnTo>
                  <a:pt x="1110562" y="53525"/>
                </a:lnTo>
                <a:lnTo>
                  <a:pt x="1145399" y="69855"/>
                </a:lnTo>
                <a:lnTo>
                  <a:pt x="1141952" y="31934"/>
                </a:lnTo>
                <a:close/>
                <a:moveTo>
                  <a:pt x="1220222" y="45179"/>
                </a:moveTo>
                <a:lnTo>
                  <a:pt x="1236007" y="45179"/>
                </a:lnTo>
                <a:lnTo>
                  <a:pt x="1236007" y="60239"/>
                </a:lnTo>
                <a:cubicBezTo>
                  <a:pt x="1239394" y="54856"/>
                  <a:pt x="1243824" y="50637"/>
                  <a:pt x="1249298" y="47583"/>
                </a:cubicBezTo>
                <a:cubicBezTo>
                  <a:pt x="1254771" y="44529"/>
                  <a:pt x="1260683" y="43002"/>
                  <a:pt x="1267034" y="43002"/>
                </a:cubicBezTo>
                <a:cubicBezTo>
                  <a:pt x="1271993" y="43002"/>
                  <a:pt x="1276786" y="44015"/>
                  <a:pt x="1281413" y="46041"/>
                </a:cubicBezTo>
                <a:cubicBezTo>
                  <a:pt x="1286040" y="48067"/>
                  <a:pt x="1290288" y="51046"/>
                  <a:pt x="1294159" y="54977"/>
                </a:cubicBezTo>
                <a:cubicBezTo>
                  <a:pt x="1298030" y="58908"/>
                  <a:pt x="1301130" y="64155"/>
                  <a:pt x="1303458" y="70717"/>
                </a:cubicBezTo>
                <a:cubicBezTo>
                  <a:pt x="1305787" y="77279"/>
                  <a:pt x="1306951" y="84733"/>
                  <a:pt x="1306951" y="93080"/>
                </a:cubicBezTo>
                <a:cubicBezTo>
                  <a:pt x="1306951" y="101789"/>
                  <a:pt x="1305756" y="109606"/>
                  <a:pt x="1303367" y="116531"/>
                </a:cubicBezTo>
                <a:cubicBezTo>
                  <a:pt x="1300978" y="123456"/>
                  <a:pt x="1297803" y="129020"/>
                  <a:pt x="1293842" y="133224"/>
                </a:cubicBezTo>
                <a:cubicBezTo>
                  <a:pt x="1289880" y="137427"/>
                  <a:pt x="1285510" y="140617"/>
                  <a:pt x="1280732" y="142795"/>
                </a:cubicBezTo>
                <a:cubicBezTo>
                  <a:pt x="1275954" y="144972"/>
                  <a:pt x="1270965" y="146061"/>
                  <a:pt x="1265763" y="146061"/>
                </a:cubicBezTo>
                <a:cubicBezTo>
                  <a:pt x="1259836" y="146061"/>
                  <a:pt x="1254242" y="144670"/>
                  <a:pt x="1248980" y="141887"/>
                </a:cubicBezTo>
                <a:cubicBezTo>
                  <a:pt x="1243718" y="139105"/>
                  <a:pt x="1239454" y="135295"/>
                  <a:pt x="1236188" y="130457"/>
                </a:cubicBezTo>
                <a:lnTo>
                  <a:pt x="1236188" y="179446"/>
                </a:lnTo>
                <a:lnTo>
                  <a:pt x="1220403" y="179446"/>
                </a:lnTo>
                <a:lnTo>
                  <a:pt x="1220222" y="45179"/>
                </a:lnTo>
                <a:moveTo>
                  <a:pt x="1261409" y="56247"/>
                </a:moveTo>
                <a:cubicBezTo>
                  <a:pt x="1256329" y="56247"/>
                  <a:pt x="1251702" y="57532"/>
                  <a:pt x="1247529" y="60103"/>
                </a:cubicBezTo>
                <a:cubicBezTo>
                  <a:pt x="1243355" y="62673"/>
                  <a:pt x="1240362" y="66166"/>
                  <a:pt x="1238547" y="70581"/>
                </a:cubicBezTo>
                <a:cubicBezTo>
                  <a:pt x="1236854" y="74512"/>
                  <a:pt x="1236007" y="80923"/>
                  <a:pt x="1236007" y="89814"/>
                </a:cubicBezTo>
                <a:cubicBezTo>
                  <a:pt x="1236007" y="98281"/>
                  <a:pt x="1236143" y="104465"/>
                  <a:pt x="1236415" y="108366"/>
                </a:cubicBezTo>
                <a:cubicBezTo>
                  <a:pt x="1236687" y="112267"/>
                  <a:pt x="1237459" y="115760"/>
                  <a:pt x="1238729" y="118844"/>
                </a:cubicBezTo>
                <a:cubicBezTo>
                  <a:pt x="1240664" y="123138"/>
                  <a:pt x="1243703" y="126480"/>
                  <a:pt x="1247846" y="128869"/>
                </a:cubicBezTo>
                <a:cubicBezTo>
                  <a:pt x="1251989" y="131258"/>
                  <a:pt x="1256449" y="132452"/>
                  <a:pt x="1261227" y="132452"/>
                </a:cubicBezTo>
                <a:cubicBezTo>
                  <a:pt x="1263405" y="132452"/>
                  <a:pt x="1265627" y="132211"/>
                  <a:pt x="1267895" y="131727"/>
                </a:cubicBezTo>
                <a:cubicBezTo>
                  <a:pt x="1270163" y="131243"/>
                  <a:pt x="1272719" y="130215"/>
                  <a:pt x="1275561" y="128642"/>
                </a:cubicBezTo>
                <a:cubicBezTo>
                  <a:pt x="1278404" y="127070"/>
                  <a:pt x="1280914" y="125044"/>
                  <a:pt x="1283091" y="122564"/>
                </a:cubicBezTo>
                <a:cubicBezTo>
                  <a:pt x="1285268" y="120084"/>
                  <a:pt x="1287098" y="116591"/>
                  <a:pt x="1288580" y="112086"/>
                </a:cubicBezTo>
                <a:cubicBezTo>
                  <a:pt x="1290062" y="107580"/>
                  <a:pt x="1290802" y="102394"/>
                  <a:pt x="1290802" y="96527"/>
                </a:cubicBezTo>
                <a:cubicBezTo>
                  <a:pt x="1290802" y="89693"/>
                  <a:pt x="1290031" y="83705"/>
                  <a:pt x="1288489" y="78564"/>
                </a:cubicBezTo>
                <a:cubicBezTo>
                  <a:pt x="1286947" y="73423"/>
                  <a:pt x="1285102" y="69492"/>
                  <a:pt x="1282955" y="66771"/>
                </a:cubicBezTo>
                <a:cubicBezTo>
                  <a:pt x="1280808" y="64049"/>
                  <a:pt x="1278283" y="61841"/>
                  <a:pt x="1275380" y="60148"/>
                </a:cubicBezTo>
                <a:cubicBezTo>
                  <a:pt x="1272477" y="58454"/>
                  <a:pt x="1269952" y="57381"/>
                  <a:pt x="1267805" y="56927"/>
                </a:cubicBezTo>
                <a:cubicBezTo>
                  <a:pt x="1265658" y="56474"/>
                  <a:pt x="1263526" y="56247"/>
                  <a:pt x="1261409" y="56247"/>
                </a:cubicBezTo>
                <a:close/>
                <a:moveTo>
                  <a:pt x="1335324" y="13608"/>
                </a:moveTo>
                <a:lnTo>
                  <a:pt x="1339497" y="181"/>
                </a:lnTo>
                <a:cubicBezTo>
                  <a:pt x="1356976" y="8225"/>
                  <a:pt x="1370932" y="20352"/>
                  <a:pt x="1381365" y="36561"/>
                </a:cubicBezTo>
                <a:cubicBezTo>
                  <a:pt x="1391798" y="52769"/>
                  <a:pt x="1397014" y="70460"/>
                  <a:pt x="1397014" y="89632"/>
                </a:cubicBezTo>
                <a:cubicBezTo>
                  <a:pt x="1397014" y="108986"/>
                  <a:pt x="1391707" y="126934"/>
                  <a:pt x="1381093" y="143475"/>
                </a:cubicBezTo>
                <a:cubicBezTo>
                  <a:pt x="1370478" y="160017"/>
                  <a:pt x="1356250" y="172551"/>
                  <a:pt x="1338408" y="181079"/>
                </a:cubicBezTo>
                <a:lnTo>
                  <a:pt x="1334235" y="168015"/>
                </a:lnTo>
                <a:cubicBezTo>
                  <a:pt x="1348811" y="160274"/>
                  <a:pt x="1360378" y="149417"/>
                  <a:pt x="1368936" y="135446"/>
                </a:cubicBezTo>
                <a:cubicBezTo>
                  <a:pt x="1377494" y="121475"/>
                  <a:pt x="1381773" y="106385"/>
                  <a:pt x="1381773" y="90177"/>
                </a:cubicBezTo>
                <a:cubicBezTo>
                  <a:pt x="1381773" y="74210"/>
                  <a:pt x="1377600" y="59347"/>
                  <a:pt x="1369253" y="45587"/>
                </a:cubicBezTo>
                <a:cubicBezTo>
                  <a:pt x="1360907" y="31828"/>
                  <a:pt x="1349597" y="21168"/>
                  <a:pt x="1335324" y="13608"/>
                </a:cubicBezTo>
                <a:close/>
                <a:moveTo>
                  <a:pt x="1495787" y="139347"/>
                </a:moveTo>
                <a:cubicBezTo>
                  <a:pt x="1495787" y="150899"/>
                  <a:pt x="1488166" y="164386"/>
                  <a:pt x="1472925" y="179809"/>
                </a:cubicBezTo>
                <a:lnTo>
                  <a:pt x="1465486" y="173277"/>
                </a:lnTo>
                <a:cubicBezTo>
                  <a:pt x="1469054" y="169950"/>
                  <a:pt x="1472623" y="165475"/>
                  <a:pt x="1476191" y="159850"/>
                </a:cubicBezTo>
                <a:cubicBezTo>
                  <a:pt x="1478368" y="156221"/>
                  <a:pt x="1479457" y="153258"/>
                  <a:pt x="1479457" y="150960"/>
                </a:cubicBezTo>
                <a:cubicBezTo>
                  <a:pt x="1479457" y="148117"/>
                  <a:pt x="1477764" y="145516"/>
                  <a:pt x="1474377" y="143158"/>
                </a:cubicBezTo>
                <a:lnTo>
                  <a:pt x="1473742" y="142704"/>
                </a:lnTo>
                <a:cubicBezTo>
                  <a:pt x="1473318" y="142402"/>
                  <a:pt x="1473031" y="142205"/>
                  <a:pt x="1472880" y="142114"/>
                </a:cubicBezTo>
                <a:cubicBezTo>
                  <a:pt x="1472729" y="142024"/>
                  <a:pt x="1472441" y="141812"/>
                  <a:pt x="1472018" y="141479"/>
                </a:cubicBezTo>
                <a:cubicBezTo>
                  <a:pt x="1471595" y="141147"/>
                  <a:pt x="1471292" y="140859"/>
                  <a:pt x="1471111" y="140617"/>
                </a:cubicBezTo>
                <a:cubicBezTo>
                  <a:pt x="1470929" y="140375"/>
                  <a:pt x="1470657" y="140058"/>
                  <a:pt x="1470294" y="139665"/>
                </a:cubicBezTo>
                <a:cubicBezTo>
                  <a:pt x="1469931" y="139272"/>
                  <a:pt x="1469674" y="138879"/>
                  <a:pt x="1469523" y="138485"/>
                </a:cubicBezTo>
                <a:cubicBezTo>
                  <a:pt x="1469372" y="138092"/>
                  <a:pt x="1469190" y="137639"/>
                  <a:pt x="1468979" y="137125"/>
                </a:cubicBezTo>
                <a:cubicBezTo>
                  <a:pt x="1468767" y="136611"/>
                  <a:pt x="1468616" y="136066"/>
                  <a:pt x="1468525" y="135492"/>
                </a:cubicBezTo>
                <a:cubicBezTo>
                  <a:pt x="1468434" y="134917"/>
                  <a:pt x="1468389" y="134327"/>
                  <a:pt x="1468389" y="133723"/>
                </a:cubicBezTo>
                <a:cubicBezTo>
                  <a:pt x="1468389" y="130396"/>
                  <a:pt x="1469584" y="127508"/>
                  <a:pt x="1471973" y="125059"/>
                </a:cubicBezTo>
                <a:cubicBezTo>
                  <a:pt x="1474362" y="122609"/>
                  <a:pt x="1477280" y="121385"/>
                  <a:pt x="1480727" y="121385"/>
                </a:cubicBezTo>
                <a:cubicBezTo>
                  <a:pt x="1484719" y="121385"/>
                  <a:pt x="1488227" y="123048"/>
                  <a:pt x="1491251" y="126374"/>
                </a:cubicBezTo>
                <a:cubicBezTo>
                  <a:pt x="1494275" y="129701"/>
                  <a:pt x="1495787" y="134025"/>
                  <a:pt x="1495787" y="139347"/>
                </a:cubicBezTo>
                <a:moveTo>
                  <a:pt x="1490344" y="56066"/>
                </a:moveTo>
                <a:cubicBezTo>
                  <a:pt x="1492884" y="58485"/>
                  <a:pt x="1494154" y="61388"/>
                  <a:pt x="1494154" y="64775"/>
                </a:cubicBezTo>
                <a:cubicBezTo>
                  <a:pt x="1494154" y="68162"/>
                  <a:pt x="1492884" y="71065"/>
                  <a:pt x="1490344" y="73484"/>
                </a:cubicBezTo>
                <a:cubicBezTo>
                  <a:pt x="1487803" y="75903"/>
                  <a:pt x="1484779" y="77113"/>
                  <a:pt x="1481271" y="77113"/>
                </a:cubicBezTo>
                <a:cubicBezTo>
                  <a:pt x="1477764" y="77113"/>
                  <a:pt x="1474770" y="75903"/>
                  <a:pt x="1472290" y="73484"/>
                </a:cubicBezTo>
                <a:cubicBezTo>
                  <a:pt x="1469810" y="71065"/>
                  <a:pt x="1468570" y="68162"/>
                  <a:pt x="1468570" y="64775"/>
                </a:cubicBezTo>
                <a:cubicBezTo>
                  <a:pt x="1468570" y="61388"/>
                  <a:pt x="1469810" y="58485"/>
                  <a:pt x="1472290" y="56066"/>
                </a:cubicBezTo>
                <a:cubicBezTo>
                  <a:pt x="1474770" y="53646"/>
                  <a:pt x="1477764" y="52437"/>
                  <a:pt x="1481271" y="52437"/>
                </a:cubicBezTo>
                <a:cubicBezTo>
                  <a:pt x="1484779" y="52437"/>
                  <a:pt x="1487803" y="53646"/>
                  <a:pt x="1490344" y="560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Text 16">
            <a:extLst xmlns:a="http://schemas.openxmlformats.org/drawingml/2006/main">
              <a:ext uri="{FF2B5EF4-FFF2-40B4-BE49-F238E27FC236}">
                <a16:creationId xmlns:a16="http://schemas.microsoft.com/office/drawing/2014/main" id="{05F43EE1-E857-4602-89CF-0F97983A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1" y="4184879"/>
            <a:ext cx="186772" cy="137896"/>
          </a:xfrm>
          <a:custGeom xmlns:a="http://schemas.openxmlformats.org/drawingml/2006/main">
            <a:pathLst>
              <a:path w="186772" h="137896">
                <a:moveTo>
                  <a:pt x="45542" y="1452"/>
                </a:moveTo>
                <a:lnTo>
                  <a:pt x="45542" y="135900"/>
                </a:lnTo>
                <a:lnTo>
                  <a:pt x="30482" y="135900"/>
                </a:lnTo>
                <a:lnTo>
                  <a:pt x="30482" y="20140"/>
                </a:lnTo>
                <a:lnTo>
                  <a:pt x="3447" y="28123"/>
                </a:lnTo>
                <a:lnTo>
                  <a:pt x="0" y="19777"/>
                </a:lnTo>
                <a:lnTo>
                  <a:pt x="35018" y="1452"/>
                </a:lnTo>
                <a:lnTo>
                  <a:pt x="45542" y="1452"/>
                </a:lnTo>
                <a:close/>
                <a:moveTo>
                  <a:pt x="154112" y="0"/>
                </a:moveTo>
                <a:cubicBezTo>
                  <a:pt x="159495" y="0"/>
                  <a:pt x="164772" y="1089"/>
                  <a:pt x="169943" y="3266"/>
                </a:cubicBezTo>
                <a:cubicBezTo>
                  <a:pt x="175114" y="5443"/>
                  <a:pt x="179635" y="8467"/>
                  <a:pt x="183506" y="12338"/>
                </a:cubicBezTo>
                <a:lnTo>
                  <a:pt x="173164" y="23950"/>
                </a:lnTo>
                <a:cubicBezTo>
                  <a:pt x="172438" y="23406"/>
                  <a:pt x="171788" y="22529"/>
                  <a:pt x="171213" y="21319"/>
                </a:cubicBezTo>
                <a:cubicBezTo>
                  <a:pt x="170639" y="20110"/>
                  <a:pt x="170200" y="19354"/>
                  <a:pt x="169898" y="19051"/>
                </a:cubicBezTo>
                <a:cubicBezTo>
                  <a:pt x="169353" y="18507"/>
                  <a:pt x="168522" y="17872"/>
                  <a:pt x="167403" y="17146"/>
                </a:cubicBezTo>
                <a:cubicBezTo>
                  <a:pt x="166284" y="16420"/>
                  <a:pt x="164454" y="15619"/>
                  <a:pt x="161914" y="14742"/>
                </a:cubicBezTo>
                <a:cubicBezTo>
                  <a:pt x="159374" y="13865"/>
                  <a:pt x="156773" y="13427"/>
                  <a:pt x="154112" y="13427"/>
                </a:cubicBezTo>
                <a:cubicBezTo>
                  <a:pt x="152540" y="13427"/>
                  <a:pt x="150937" y="13578"/>
                  <a:pt x="149304" y="13880"/>
                </a:cubicBezTo>
                <a:cubicBezTo>
                  <a:pt x="147671" y="14183"/>
                  <a:pt x="145781" y="14803"/>
                  <a:pt x="143634" y="15740"/>
                </a:cubicBezTo>
                <a:cubicBezTo>
                  <a:pt x="141487" y="16678"/>
                  <a:pt x="139446" y="17887"/>
                  <a:pt x="137510" y="19369"/>
                </a:cubicBezTo>
                <a:cubicBezTo>
                  <a:pt x="135575" y="20851"/>
                  <a:pt x="133640" y="22937"/>
                  <a:pt x="131704" y="25629"/>
                </a:cubicBezTo>
                <a:cubicBezTo>
                  <a:pt x="129769" y="28320"/>
                  <a:pt x="128090" y="31420"/>
                  <a:pt x="126669" y="34928"/>
                </a:cubicBezTo>
                <a:cubicBezTo>
                  <a:pt x="125248" y="38435"/>
                  <a:pt x="124084" y="42805"/>
                  <a:pt x="123176" y="48037"/>
                </a:cubicBezTo>
                <a:cubicBezTo>
                  <a:pt x="122269" y="53268"/>
                  <a:pt x="121755" y="59029"/>
                  <a:pt x="121634" y="65319"/>
                </a:cubicBezTo>
                <a:cubicBezTo>
                  <a:pt x="124658" y="60299"/>
                  <a:pt x="128695" y="56353"/>
                  <a:pt x="133745" y="53480"/>
                </a:cubicBezTo>
                <a:cubicBezTo>
                  <a:pt x="138796" y="50607"/>
                  <a:pt x="144254" y="49171"/>
                  <a:pt x="150121" y="49171"/>
                </a:cubicBezTo>
                <a:cubicBezTo>
                  <a:pt x="154899" y="49171"/>
                  <a:pt x="159465" y="50154"/>
                  <a:pt x="163819" y="52119"/>
                </a:cubicBezTo>
                <a:cubicBezTo>
                  <a:pt x="168174" y="54085"/>
                  <a:pt x="172060" y="56882"/>
                  <a:pt x="175477" y="60511"/>
                </a:cubicBezTo>
                <a:cubicBezTo>
                  <a:pt x="178894" y="64140"/>
                  <a:pt x="181631" y="68751"/>
                  <a:pt x="183687" y="74346"/>
                </a:cubicBezTo>
                <a:cubicBezTo>
                  <a:pt x="185744" y="79940"/>
                  <a:pt x="186772" y="86124"/>
                  <a:pt x="186772" y="92898"/>
                </a:cubicBezTo>
                <a:cubicBezTo>
                  <a:pt x="186772" y="106385"/>
                  <a:pt x="183067" y="117257"/>
                  <a:pt x="175658" y="125512"/>
                </a:cubicBezTo>
                <a:cubicBezTo>
                  <a:pt x="168250" y="133768"/>
                  <a:pt x="159253" y="137896"/>
                  <a:pt x="148669" y="137896"/>
                </a:cubicBezTo>
                <a:cubicBezTo>
                  <a:pt x="142440" y="137896"/>
                  <a:pt x="136512" y="136384"/>
                  <a:pt x="130888" y="133360"/>
                </a:cubicBezTo>
                <a:cubicBezTo>
                  <a:pt x="125263" y="130336"/>
                  <a:pt x="120546" y="125921"/>
                  <a:pt x="116735" y="120114"/>
                </a:cubicBezTo>
                <a:cubicBezTo>
                  <a:pt x="112865" y="114127"/>
                  <a:pt x="110234" y="107383"/>
                  <a:pt x="108843" y="99884"/>
                </a:cubicBezTo>
                <a:cubicBezTo>
                  <a:pt x="107451" y="92384"/>
                  <a:pt x="106756" y="83947"/>
                  <a:pt x="106756" y="74573"/>
                </a:cubicBezTo>
                <a:cubicBezTo>
                  <a:pt x="106756" y="57698"/>
                  <a:pt x="108691" y="43969"/>
                  <a:pt x="112562" y="33385"/>
                </a:cubicBezTo>
                <a:cubicBezTo>
                  <a:pt x="116433" y="22317"/>
                  <a:pt x="122163" y="13986"/>
                  <a:pt x="129754" y="8392"/>
                </a:cubicBezTo>
                <a:cubicBezTo>
                  <a:pt x="137344" y="2797"/>
                  <a:pt x="145464" y="0"/>
                  <a:pt x="154112" y="0"/>
                </a:cubicBezTo>
                <a:moveTo>
                  <a:pt x="148669" y="62416"/>
                </a:moveTo>
                <a:cubicBezTo>
                  <a:pt x="143770" y="62416"/>
                  <a:pt x="138932" y="64049"/>
                  <a:pt x="134154" y="67315"/>
                </a:cubicBezTo>
                <a:cubicBezTo>
                  <a:pt x="129376" y="70581"/>
                  <a:pt x="125444" y="74935"/>
                  <a:pt x="122360" y="80379"/>
                </a:cubicBezTo>
                <a:cubicBezTo>
                  <a:pt x="122239" y="81467"/>
                  <a:pt x="122179" y="83100"/>
                  <a:pt x="122179" y="85278"/>
                </a:cubicBezTo>
                <a:cubicBezTo>
                  <a:pt x="122179" y="96467"/>
                  <a:pt x="124779" y="105826"/>
                  <a:pt x="129981" y="113356"/>
                </a:cubicBezTo>
                <a:cubicBezTo>
                  <a:pt x="135182" y="120886"/>
                  <a:pt x="141593" y="124650"/>
                  <a:pt x="149213" y="124650"/>
                </a:cubicBezTo>
                <a:cubicBezTo>
                  <a:pt x="155443" y="124650"/>
                  <a:pt x="160841" y="121989"/>
                  <a:pt x="165407" y="116667"/>
                </a:cubicBezTo>
                <a:cubicBezTo>
                  <a:pt x="169973" y="111345"/>
                  <a:pt x="172256" y="103785"/>
                  <a:pt x="172256" y="93987"/>
                </a:cubicBezTo>
                <a:cubicBezTo>
                  <a:pt x="172256" y="88423"/>
                  <a:pt x="171546" y="83524"/>
                  <a:pt x="170125" y="79290"/>
                </a:cubicBezTo>
                <a:cubicBezTo>
                  <a:pt x="168703" y="75056"/>
                  <a:pt x="166813" y="71760"/>
                  <a:pt x="164454" y="69401"/>
                </a:cubicBezTo>
                <a:cubicBezTo>
                  <a:pt x="162096" y="67043"/>
                  <a:pt x="159586" y="65289"/>
                  <a:pt x="156925" y="64140"/>
                </a:cubicBezTo>
                <a:cubicBezTo>
                  <a:pt x="154263" y="62991"/>
                  <a:pt x="151512" y="62416"/>
                  <a:pt x="148669" y="62416"/>
                </a:cubicBezTo>
                <a:close/>
              </a:path>
            </a:pathLst>
          </a:custGeom>
          <a:solidFill xmlns:a="http://schemas.openxmlformats.org/drawingml/2006/main">
            <a:srgbClr val="8282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Text }">
            <a:extLst xmlns:a="http://schemas.openxmlformats.org/drawingml/2006/main">
              <a:ext uri="{FF2B5EF4-FFF2-40B4-BE49-F238E27FC236}">
                <a16:creationId xmlns:a16="http://schemas.microsoft.com/office/drawing/2014/main" id="{E38DDA88-8E05-4E53-960F-A42F9ED0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98" y="4183427"/>
            <a:ext cx="76568" cy="171281"/>
          </a:xfrm>
          <a:custGeom xmlns:a="http://schemas.openxmlformats.org/drawingml/2006/main">
            <a:pathLst>
              <a:path w="76568" h="171281">
                <a:moveTo>
                  <a:pt x="76568" y="76024"/>
                </a:moveTo>
                <a:lnTo>
                  <a:pt x="76568" y="88181"/>
                </a:lnTo>
                <a:lnTo>
                  <a:pt x="72032" y="88181"/>
                </a:lnTo>
                <a:cubicBezTo>
                  <a:pt x="70157" y="88181"/>
                  <a:pt x="68721" y="88211"/>
                  <a:pt x="67723" y="88271"/>
                </a:cubicBezTo>
                <a:cubicBezTo>
                  <a:pt x="66725" y="88332"/>
                  <a:pt x="65274" y="88695"/>
                  <a:pt x="63369" y="89360"/>
                </a:cubicBezTo>
                <a:cubicBezTo>
                  <a:pt x="61463" y="90025"/>
                  <a:pt x="59815" y="91023"/>
                  <a:pt x="58424" y="92354"/>
                </a:cubicBezTo>
                <a:cubicBezTo>
                  <a:pt x="54674" y="95922"/>
                  <a:pt x="52800" y="102515"/>
                  <a:pt x="52800" y="112131"/>
                </a:cubicBezTo>
                <a:cubicBezTo>
                  <a:pt x="52800" y="114248"/>
                  <a:pt x="52951" y="117650"/>
                  <a:pt x="53253" y="122337"/>
                </a:cubicBezTo>
                <a:cubicBezTo>
                  <a:pt x="53556" y="127024"/>
                  <a:pt x="53707" y="130820"/>
                  <a:pt x="53707" y="133723"/>
                </a:cubicBezTo>
                <a:cubicBezTo>
                  <a:pt x="53707" y="148238"/>
                  <a:pt x="49655" y="158641"/>
                  <a:pt x="41550" y="164931"/>
                </a:cubicBezTo>
                <a:cubicBezTo>
                  <a:pt x="38103" y="167652"/>
                  <a:pt x="34353" y="169391"/>
                  <a:pt x="30301" y="170147"/>
                </a:cubicBezTo>
                <a:cubicBezTo>
                  <a:pt x="26249" y="170903"/>
                  <a:pt x="21047" y="171281"/>
                  <a:pt x="14697" y="171281"/>
                </a:cubicBezTo>
                <a:lnTo>
                  <a:pt x="7983" y="171281"/>
                </a:lnTo>
                <a:lnTo>
                  <a:pt x="181" y="171281"/>
                </a:lnTo>
                <a:lnTo>
                  <a:pt x="181" y="159306"/>
                </a:lnTo>
                <a:lnTo>
                  <a:pt x="8165" y="159306"/>
                </a:lnTo>
                <a:lnTo>
                  <a:pt x="12157" y="159306"/>
                </a:lnTo>
                <a:cubicBezTo>
                  <a:pt x="16209" y="159306"/>
                  <a:pt x="19565" y="159079"/>
                  <a:pt x="22227" y="158625"/>
                </a:cubicBezTo>
                <a:cubicBezTo>
                  <a:pt x="24888" y="158172"/>
                  <a:pt x="27337" y="157189"/>
                  <a:pt x="29575" y="155677"/>
                </a:cubicBezTo>
                <a:cubicBezTo>
                  <a:pt x="35502" y="151564"/>
                  <a:pt x="38466" y="144186"/>
                  <a:pt x="38466" y="133541"/>
                </a:cubicBezTo>
                <a:cubicBezTo>
                  <a:pt x="38466" y="131787"/>
                  <a:pt x="38345" y="128914"/>
                  <a:pt x="38103" y="124923"/>
                </a:cubicBezTo>
                <a:cubicBezTo>
                  <a:pt x="37861" y="120931"/>
                  <a:pt x="37740" y="117756"/>
                  <a:pt x="37740" y="115397"/>
                </a:cubicBezTo>
                <a:cubicBezTo>
                  <a:pt x="37740" y="110075"/>
                  <a:pt x="38284" y="105342"/>
                  <a:pt x="39373" y="101199"/>
                </a:cubicBezTo>
                <a:cubicBezTo>
                  <a:pt x="40462" y="97056"/>
                  <a:pt x="41943" y="93730"/>
                  <a:pt x="43818" y="91220"/>
                </a:cubicBezTo>
                <a:cubicBezTo>
                  <a:pt x="45693" y="88710"/>
                  <a:pt x="47598" y="86744"/>
                  <a:pt x="49534" y="85323"/>
                </a:cubicBezTo>
                <a:cubicBezTo>
                  <a:pt x="51469" y="83902"/>
                  <a:pt x="53586" y="82798"/>
                  <a:pt x="55884" y="82012"/>
                </a:cubicBezTo>
                <a:cubicBezTo>
                  <a:pt x="48989" y="79230"/>
                  <a:pt x="43909" y="74391"/>
                  <a:pt x="40643" y="67496"/>
                </a:cubicBezTo>
                <a:cubicBezTo>
                  <a:pt x="38345" y="62900"/>
                  <a:pt x="37196" y="57154"/>
                  <a:pt x="37196" y="50259"/>
                </a:cubicBezTo>
                <a:cubicBezTo>
                  <a:pt x="37196" y="48505"/>
                  <a:pt x="37317" y="45980"/>
                  <a:pt x="37558" y="42684"/>
                </a:cubicBezTo>
                <a:cubicBezTo>
                  <a:pt x="37800" y="39388"/>
                  <a:pt x="37921" y="36893"/>
                  <a:pt x="37921" y="35200"/>
                </a:cubicBezTo>
                <a:cubicBezTo>
                  <a:pt x="37921" y="25462"/>
                  <a:pt x="35018" y="18749"/>
                  <a:pt x="29212" y="15060"/>
                </a:cubicBezTo>
                <a:cubicBezTo>
                  <a:pt x="25946" y="13124"/>
                  <a:pt x="21531" y="12157"/>
                  <a:pt x="15967" y="12157"/>
                </a:cubicBezTo>
                <a:cubicBezTo>
                  <a:pt x="15181" y="12157"/>
                  <a:pt x="13835" y="12187"/>
                  <a:pt x="11930" y="12247"/>
                </a:cubicBezTo>
                <a:cubicBezTo>
                  <a:pt x="10025" y="12308"/>
                  <a:pt x="8528" y="12338"/>
                  <a:pt x="7439" y="12338"/>
                </a:cubicBezTo>
                <a:lnTo>
                  <a:pt x="0" y="12338"/>
                </a:lnTo>
                <a:lnTo>
                  <a:pt x="0" y="0"/>
                </a:lnTo>
                <a:lnTo>
                  <a:pt x="6532" y="0"/>
                </a:lnTo>
                <a:lnTo>
                  <a:pt x="11249" y="0"/>
                </a:lnTo>
                <a:cubicBezTo>
                  <a:pt x="15544" y="0"/>
                  <a:pt x="19172" y="136"/>
                  <a:pt x="22136" y="408"/>
                </a:cubicBezTo>
                <a:cubicBezTo>
                  <a:pt x="25099" y="680"/>
                  <a:pt x="28486" y="1482"/>
                  <a:pt x="32297" y="2812"/>
                </a:cubicBezTo>
                <a:cubicBezTo>
                  <a:pt x="36107" y="4143"/>
                  <a:pt x="39373" y="6048"/>
                  <a:pt x="42094" y="8528"/>
                </a:cubicBezTo>
                <a:cubicBezTo>
                  <a:pt x="49231" y="15120"/>
                  <a:pt x="52800" y="24797"/>
                  <a:pt x="52800" y="37558"/>
                </a:cubicBezTo>
                <a:cubicBezTo>
                  <a:pt x="52800" y="39312"/>
                  <a:pt x="52709" y="41883"/>
                  <a:pt x="52527" y="45270"/>
                </a:cubicBezTo>
                <a:cubicBezTo>
                  <a:pt x="52346" y="48657"/>
                  <a:pt x="52255" y="51227"/>
                  <a:pt x="52255" y="52981"/>
                </a:cubicBezTo>
                <a:cubicBezTo>
                  <a:pt x="52255" y="61206"/>
                  <a:pt x="54070" y="67254"/>
                  <a:pt x="57698" y="71125"/>
                </a:cubicBezTo>
                <a:cubicBezTo>
                  <a:pt x="59210" y="72637"/>
                  <a:pt x="60949" y="73786"/>
                  <a:pt x="62915" y="74573"/>
                </a:cubicBezTo>
                <a:cubicBezTo>
                  <a:pt x="64881" y="75359"/>
                  <a:pt x="66453" y="75797"/>
                  <a:pt x="67632" y="75888"/>
                </a:cubicBezTo>
                <a:cubicBezTo>
                  <a:pt x="68812" y="75979"/>
                  <a:pt x="70339" y="76024"/>
                  <a:pt x="72214" y="76024"/>
                </a:cubicBezTo>
                <a:lnTo>
                  <a:pt x="76568" y="760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A8D91-A483-4986-AC06-A6579403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667" y="3811505"/>
            <a:ext cx="10" cy="124044"/>
          </a:xfrm>
          <a:custGeom xmlns:a="http://schemas.openxmlformats.org/drawingml/2006/main">
            <a:pathLst>
              <a:path w="1" h="124044" fill="none">
                <a:moveTo>
                  <a:pt x="0" y="0"/>
                </a:moveTo>
                <a:lnTo>
                  <a:pt x="0" y="124044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191F1-405B-4A82-AB81-C84D1EBA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3923919"/>
            <a:ext cx="46434" cy="46463"/>
          </a:xfrm>
          <a:custGeom xmlns:a="http://schemas.openxmlformats.org/drawingml/2006/main">
            <a:pathLst>
              <a:path w="46434" h="46463">
                <a:moveTo>
                  <a:pt x="23203" y="46463"/>
                </a:moveTo>
                <a:lnTo>
                  <a:pt x="0" y="0"/>
                </a:lnTo>
                <a:lnTo>
                  <a:pt x="23203" y="11630"/>
                </a:lnTo>
                <a:lnTo>
                  <a:pt x="46434" y="0"/>
                </a:lnTo>
                <a:lnTo>
                  <a:pt x="23203" y="464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8F659-F68E-4054-A87A-A6D2CFD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64" y="3923919"/>
            <a:ext cx="46434" cy="46463"/>
          </a:xfrm>
          <a:custGeom xmlns:a="http://schemas.openxmlformats.org/drawingml/2006/main">
            <a:pathLst>
              <a:path w="46434" h="46463" fill="none">
                <a:moveTo>
                  <a:pt x="23203" y="46463"/>
                </a:moveTo>
                <a:lnTo>
                  <a:pt x="0" y="0"/>
                </a:lnTo>
                <a:lnTo>
                  <a:pt x="23203" y="11630"/>
                </a:lnTo>
                <a:lnTo>
                  <a:pt x="46434" y="0"/>
                </a:lnTo>
                <a:lnTo>
                  <a:pt x="23203" y="464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052C3-144A-4E09-BB85-0FCE0795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3548301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87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7003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7003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87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DC55F-6261-4099-8ECE-C13F579E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3548301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47" y="148819"/>
                  <a:pt x="260661" y="157277"/>
                </a:cubicBezTo>
                <a:cubicBezTo>
                  <a:pt x="258975" y="165764"/>
                  <a:pt x="256489" y="173993"/>
                  <a:pt x="253175" y="181966"/>
                </a:cubicBezTo>
                <a:cubicBezTo>
                  <a:pt x="249888" y="189967"/>
                  <a:pt x="245831" y="197539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884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29" y="148819"/>
                  <a:pt x="0" y="140246"/>
                  <a:pt x="0" y="131616"/>
                </a:cubicBezTo>
                <a:cubicBezTo>
                  <a:pt x="0" y="122987"/>
                  <a:pt x="829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321"/>
                  <a:pt x="32433" y="44663"/>
                  <a:pt x="38548" y="38548"/>
                </a:cubicBezTo>
                <a:cubicBezTo>
                  <a:pt x="44663" y="32433"/>
                  <a:pt x="51292" y="27003"/>
                  <a:pt x="58493" y="22174"/>
                </a:cubicBezTo>
                <a:cubicBezTo>
                  <a:pt x="65665" y="17374"/>
                  <a:pt x="73238" y="13316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884" y="27003"/>
                  <a:pt x="218542" y="32433"/>
                  <a:pt x="224657" y="38548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65"/>
                  <a:pt x="249888" y="73266"/>
                  <a:pt x="253175" y="81239"/>
                </a:cubicBezTo>
                <a:cubicBezTo>
                  <a:pt x="256489" y="89240"/>
                  <a:pt x="258975" y="97469"/>
                  <a:pt x="260661" y="105928"/>
                </a:cubicBezTo>
                <a:cubicBezTo>
                  <a:pt x="262347" y="114414"/>
                  <a:pt x="263204" y="122987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637" name="Text 15">
            <a:extLst xmlns:a="http://schemas.openxmlformats.org/drawingml/2006/main">
              <a:ext uri="{FF2B5EF4-FFF2-40B4-BE49-F238E27FC236}">
                <a16:creationId xmlns:a16="http://schemas.microsoft.com/office/drawing/2014/main" id="{5301B53E-03E7-4B0C-9D86-C204EEA1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782" y="3593798"/>
            <a:ext cx="176067" cy="142039"/>
          </a:xfrm>
          <a:custGeom xmlns:a="http://schemas.openxmlformats.org/drawingml/2006/main">
            <a:pathLst>
              <a:path w="176067" h="142039">
                <a:moveTo>
                  <a:pt x="60541" y="138440"/>
                </a:moveTo>
                <a:lnTo>
                  <a:pt x="12066" y="138440"/>
                </a:lnTo>
                <a:cubicBezTo>
                  <a:pt x="11995" y="137792"/>
                  <a:pt x="11960" y="137250"/>
                  <a:pt x="11960" y="136816"/>
                </a:cubicBezTo>
                <a:cubicBezTo>
                  <a:pt x="11960" y="135590"/>
                  <a:pt x="12207" y="134743"/>
                  <a:pt x="12701" y="134276"/>
                </a:cubicBezTo>
                <a:cubicBezTo>
                  <a:pt x="13195" y="133806"/>
                  <a:pt x="14747" y="133324"/>
                  <a:pt x="17358" y="132830"/>
                </a:cubicBezTo>
                <a:cubicBezTo>
                  <a:pt x="21450" y="131981"/>
                  <a:pt x="24767" y="130957"/>
                  <a:pt x="27307" y="129758"/>
                </a:cubicBezTo>
                <a:cubicBezTo>
                  <a:pt x="28013" y="128203"/>
                  <a:pt x="28365" y="126756"/>
                  <a:pt x="28365" y="125415"/>
                </a:cubicBezTo>
                <a:lnTo>
                  <a:pt x="28365" y="118846"/>
                </a:lnTo>
                <a:cubicBezTo>
                  <a:pt x="28365" y="118070"/>
                  <a:pt x="28471" y="114503"/>
                  <a:pt x="28683" y="108146"/>
                </a:cubicBezTo>
                <a:cubicBezTo>
                  <a:pt x="28753" y="105745"/>
                  <a:pt x="28824" y="95363"/>
                  <a:pt x="28895" y="76999"/>
                </a:cubicBezTo>
                <a:lnTo>
                  <a:pt x="29106" y="52107"/>
                </a:lnTo>
                <a:lnTo>
                  <a:pt x="28895" y="37593"/>
                </a:lnTo>
                <a:cubicBezTo>
                  <a:pt x="28895" y="35474"/>
                  <a:pt x="28965" y="28800"/>
                  <a:pt x="29106" y="17570"/>
                </a:cubicBezTo>
                <a:cubicBezTo>
                  <a:pt x="13089" y="29000"/>
                  <a:pt x="4304" y="34716"/>
                  <a:pt x="2752" y="34716"/>
                </a:cubicBezTo>
                <a:cubicBezTo>
                  <a:pt x="2187" y="34716"/>
                  <a:pt x="1588" y="34416"/>
                  <a:pt x="953" y="33816"/>
                </a:cubicBezTo>
                <a:cubicBezTo>
                  <a:pt x="318" y="33216"/>
                  <a:pt x="0" y="32634"/>
                  <a:pt x="0" y="32070"/>
                </a:cubicBezTo>
                <a:cubicBezTo>
                  <a:pt x="0" y="31364"/>
                  <a:pt x="247" y="30800"/>
                  <a:pt x="741" y="30376"/>
                </a:cubicBezTo>
                <a:cubicBezTo>
                  <a:pt x="1729" y="29459"/>
                  <a:pt x="4093" y="27942"/>
                  <a:pt x="7832" y="25825"/>
                </a:cubicBezTo>
                <a:cubicBezTo>
                  <a:pt x="8397" y="25543"/>
                  <a:pt x="10831" y="23638"/>
                  <a:pt x="15135" y="20110"/>
                </a:cubicBezTo>
                <a:cubicBezTo>
                  <a:pt x="21980" y="14394"/>
                  <a:pt x="26989" y="9914"/>
                  <a:pt x="30165" y="6668"/>
                </a:cubicBezTo>
                <a:cubicBezTo>
                  <a:pt x="33340" y="3422"/>
                  <a:pt x="35280" y="1588"/>
                  <a:pt x="35986" y="1164"/>
                </a:cubicBezTo>
                <a:cubicBezTo>
                  <a:pt x="37397" y="1094"/>
                  <a:pt x="38491" y="1058"/>
                  <a:pt x="39267" y="1058"/>
                </a:cubicBezTo>
                <a:cubicBezTo>
                  <a:pt x="41102" y="1058"/>
                  <a:pt x="42248" y="1359"/>
                  <a:pt x="42707" y="1961"/>
                </a:cubicBezTo>
                <a:cubicBezTo>
                  <a:pt x="43165" y="2561"/>
                  <a:pt x="43395" y="4735"/>
                  <a:pt x="43395" y="8484"/>
                </a:cubicBezTo>
                <a:lnTo>
                  <a:pt x="42654" y="103016"/>
                </a:lnTo>
                <a:lnTo>
                  <a:pt x="42654" y="112350"/>
                </a:lnTo>
                <a:cubicBezTo>
                  <a:pt x="42654" y="114615"/>
                  <a:pt x="42619" y="116897"/>
                  <a:pt x="42548" y="119197"/>
                </a:cubicBezTo>
                <a:cubicBezTo>
                  <a:pt x="42477" y="121494"/>
                  <a:pt x="42442" y="123173"/>
                  <a:pt x="42442" y="124234"/>
                </a:cubicBezTo>
                <a:cubicBezTo>
                  <a:pt x="42442" y="126781"/>
                  <a:pt x="42760" y="128442"/>
                  <a:pt x="43395" y="129219"/>
                </a:cubicBezTo>
                <a:cubicBezTo>
                  <a:pt x="43818" y="129715"/>
                  <a:pt x="45124" y="130352"/>
                  <a:pt x="47311" y="131130"/>
                </a:cubicBezTo>
                <a:lnTo>
                  <a:pt x="54508" y="132615"/>
                </a:lnTo>
                <a:cubicBezTo>
                  <a:pt x="57613" y="133394"/>
                  <a:pt x="59306" y="133924"/>
                  <a:pt x="59588" y="134206"/>
                </a:cubicBezTo>
                <a:cubicBezTo>
                  <a:pt x="60294" y="134826"/>
                  <a:pt x="60647" y="135790"/>
                  <a:pt x="60647" y="137097"/>
                </a:cubicBezTo>
                <a:lnTo>
                  <a:pt x="60541" y="138440"/>
                </a:lnTo>
                <a:close/>
                <a:moveTo>
                  <a:pt x="165589" y="16194"/>
                </a:moveTo>
                <a:cubicBezTo>
                  <a:pt x="157686" y="16829"/>
                  <a:pt x="151301" y="17146"/>
                  <a:pt x="146432" y="17146"/>
                </a:cubicBezTo>
                <a:cubicBezTo>
                  <a:pt x="142833" y="17146"/>
                  <a:pt x="139023" y="17040"/>
                  <a:pt x="135001" y="16829"/>
                </a:cubicBezTo>
                <a:cubicBezTo>
                  <a:pt x="132814" y="16688"/>
                  <a:pt x="131508" y="16617"/>
                  <a:pt x="131085" y="16617"/>
                </a:cubicBezTo>
                <a:cubicBezTo>
                  <a:pt x="122477" y="16617"/>
                  <a:pt x="117855" y="16793"/>
                  <a:pt x="117220" y="17146"/>
                </a:cubicBezTo>
                <a:cubicBezTo>
                  <a:pt x="116938" y="17303"/>
                  <a:pt x="116761" y="17656"/>
                  <a:pt x="116691" y="18205"/>
                </a:cubicBezTo>
                <a:cubicBezTo>
                  <a:pt x="116479" y="19331"/>
                  <a:pt x="115562" y="31903"/>
                  <a:pt x="113939" y="55920"/>
                </a:cubicBezTo>
                <a:cubicBezTo>
                  <a:pt x="117114" y="54284"/>
                  <a:pt x="120183" y="53129"/>
                  <a:pt x="123147" y="52454"/>
                </a:cubicBezTo>
                <a:cubicBezTo>
                  <a:pt x="126111" y="51777"/>
                  <a:pt x="130027" y="51439"/>
                  <a:pt x="134895" y="51439"/>
                </a:cubicBezTo>
                <a:cubicBezTo>
                  <a:pt x="138353" y="51439"/>
                  <a:pt x="140752" y="51650"/>
                  <a:pt x="142093" y="52074"/>
                </a:cubicBezTo>
                <a:cubicBezTo>
                  <a:pt x="148796" y="54268"/>
                  <a:pt x="153629" y="56249"/>
                  <a:pt x="156593" y="58017"/>
                </a:cubicBezTo>
                <a:cubicBezTo>
                  <a:pt x="160685" y="60562"/>
                  <a:pt x="164019" y="63462"/>
                  <a:pt x="166595" y="66716"/>
                </a:cubicBezTo>
                <a:cubicBezTo>
                  <a:pt x="169170" y="69969"/>
                  <a:pt x="171552" y="74742"/>
                  <a:pt x="173739" y="81038"/>
                </a:cubicBezTo>
                <a:cubicBezTo>
                  <a:pt x="175291" y="85565"/>
                  <a:pt x="176067" y="90303"/>
                  <a:pt x="176067" y="95254"/>
                </a:cubicBezTo>
                <a:cubicBezTo>
                  <a:pt x="176067" y="100629"/>
                  <a:pt x="175309" y="105634"/>
                  <a:pt x="173792" y="110266"/>
                </a:cubicBezTo>
                <a:cubicBezTo>
                  <a:pt x="172275" y="114897"/>
                  <a:pt x="170387" y="118769"/>
                  <a:pt x="168129" y="121882"/>
                </a:cubicBezTo>
                <a:cubicBezTo>
                  <a:pt x="165871" y="124994"/>
                  <a:pt x="162520" y="128230"/>
                  <a:pt x="158074" y="131590"/>
                </a:cubicBezTo>
                <a:cubicBezTo>
                  <a:pt x="153629" y="134948"/>
                  <a:pt x="148390" y="137512"/>
                  <a:pt x="142357" y="139280"/>
                </a:cubicBezTo>
                <a:cubicBezTo>
                  <a:pt x="136324" y="141048"/>
                  <a:pt x="132285" y="141968"/>
                  <a:pt x="130238" y="142039"/>
                </a:cubicBezTo>
                <a:lnTo>
                  <a:pt x="114891" y="140656"/>
                </a:lnTo>
                <a:cubicBezTo>
                  <a:pt x="110658" y="139946"/>
                  <a:pt x="106953" y="138793"/>
                  <a:pt x="103778" y="137196"/>
                </a:cubicBezTo>
                <a:cubicBezTo>
                  <a:pt x="100603" y="135600"/>
                  <a:pt x="98486" y="134056"/>
                  <a:pt x="97428" y="132566"/>
                </a:cubicBezTo>
                <a:cubicBezTo>
                  <a:pt x="96793" y="131644"/>
                  <a:pt x="96475" y="130438"/>
                  <a:pt x="96475" y="128947"/>
                </a:cubicBezTo>
                <a:cubicBezTo>
                  <a:pt x="96475" y="127812"/>
                  <a:pt x="97269" y="126570"/>
                  <a:pt x="98856" y="125223"/>
                </a:cubicBezTo>
                <a:cubicBezTo>
                  <a:pt x="100444" y="123874"/>
                  <a:pt x="102402" y="123199"/>
                  <a:pt x="104731" y="123199"/>
                </a:cubicBezTo>
                <a:cubicBezTo>
                  <a:pt x="105789" y="123199"/>
                  <a:pt x="106953" y="123516"/>
                  <a:pt x="108223" y="124151"/>
                </a:cubicBezTo>
                <a:lnTo>
                  <a:pt x="116585" y="129549"/>
                </a:lnTo>
                <a:cubicBezTo>
                  <a:pt x="118490" y="131243"/>
                  <a:pt x="120854" y="132830"/>
                  <a:pt x="123676" y="134312"/>
                </a:cubicBezTo>
                <a:cubicBezTo>
                  <a:pt x="124100" y="134524"/>
                  <a:pt x="125158" y="134771"/>
                  <a:pt x="126851" y="135053"/>
                </a:cubicBezTo>
                <a:cubicBezTo>
                  <a:pt x="130944" y="135618"/>
                  <a:pt x="133167" y="135900"/>
                  <a:pt x="133519" y="135900"/>
                </a:cubicBezTo>
                <a:cubicBezTo>
                  <a:pt x="135072" y="135900"/>
                  <a:pt x="137718" y="135265"/>
                  <a:pt x="141457" y="133995"/>
                </a:cubicBezTo>
                <a:cubicBezTo>
                  <a:pt x="145197" y="132725"/>
                  <a:pt x="148655" y="130555"/>
                  <a:pt x="151830" y="127485"/>
                </a:cubicBezTo>
                <a:cubicBezTo>
                  <a:pt x="155005" y="124416"/>
                  <a:pt x="157739" y="120535"/>
                  <a:pt x="160033" y="115843"/>
                </a:cubicBezTo>
                <a:cubicBezTo>
                  <a:pt x="162326" y="111151"/>
                  <a:pt x="163472" y="105947"/>
                  <a:pt x="163472" y="100231"/>
                </a:cubicBezTo>
                <a:cubicBezTo>
                  <a:pt x="163472" y="90000"/>
                  <a:pt x="160262" y="81568"/>
                  <a:pt x="153841" y="74935"/>
                </a:cubicBezTo>
                <a:cubicBezTo>
                  <a:pt x="147420" y="68303"/>
                  <a:pt x="139693" y="64986"/>
                  <a:pt x="130662" y="64986"/>
                </a:cubicBezTo>
                <a:cubicBezTo>
                  <a:pt x="126640" y="64986"/>
                  <a:pt x="122918" y="65657"/>
                  <a:pt x="119495" y="66997"/>
                </a:cubicBezTo>
                <a:cubicBezTo>
                  <a:pt x="116073" y="68338"/>
                  <a:pt x="113762" y="69820"/>
                  <a:pt x="112563" y="71443"/>
                </a:cubicBezTo>
                <a:lnTo>
                  <a:pt x="110975" y="72078"/>
                </a:lnTo>
                <a:cubicBezTo>
                  <a:pt x="110129" y="72430"/>
                  <a:pt x="109529" y="72607"/>
                  <a:pt x="109176" y="72607"/>
                </a:cubicBezTo>
                <a:lnTo>
                  <a:pt x="107800" y="72289"/>
                </a:lnTo>
                <a:cubicBezTo>
                  <a:pt x="107588" y="71019"/>
                  <a:pt x="107483" y="70067"/>
                  <a:pt x="107483" y="69432"/>
                </a:cubicBezTo>
                <a:cubicBezTo>
                  <a:pt x="107483" y="68865"/>
                  <a:pt x="107588" y="67875"/>
                  <a:pt x="107800" y="66461"/>
                </a:cubicBezTo>
                <a:cubicBezTo>
                  <a:pt x="108294" y="63004"/>
                  <a:pt x="108559" y="59424"/>
                  <a:pt x="108594" y="55722"/>
                </a:cubicBezTo>
                <a:cubicBezTo>
                  <a:pt x="108629" y="52018"/>
                  <a:pt x="109000" y="48684"/>
                  <a:pt x="109705" y="45720"/>
                </a:cubicBezTo>
                <a:lnTo>
                  <a:pt x="109388" y="40643"/>
                </a:lnTo>
                <a:cubicBezTo>
                  <a:pt x="109882" y="38030"/>
                  <a:pt x="110164" y="35524"/>
                  <a:pt x="110234" y="33125"/>
                </a:cubicBezTo>
                <a:cubicBezTo>
                  <a:pt x="110446" y="16836"/>
                  <a:pt x="111116" y="7488"/>
                  <a:pt x="112245" y="5080"/>
                </a:cubicBezTo>
                <a:cubicBezTo>
                  <a:pt x="112739" y="3951"/>
                  <a:pt x="113586" y="3387"/>
                  <a:pt x="114786" y="3387"/>
                </a:cubicBezTo>
                <a:cubicBezTo>
                  <a:pt x="115279" y="3387"/>
                  <a:pt x="116091" y="3457"/>
                  <a:pt x="117220" y="3599"/>
                </a:cubicBezTo>
                <a:lnTo>
                  <a:pt x="117855" y="3704"/>
                </a:lnTo>
                <a:lnTo>
                  <a:pt x="131297" y="3599"/>
                </a:lnTo>
                <a:cubicBezTo>
                  <a:pt x="137365" y="3951"/>
                  <a:pt x="141846" y="4128"/>
                  <a:pt x="144739" y="4128"/>
                </a:cubicBezTo>
                <a:cubicBezTo>
                  <a:pt x="151371" y="4128"/>
                  <a:pt x="156699" y="3669"/>
                  <a:pt x="160721" y="2752"/>
                </a:cubicBezTo>
                <a:cubicBezTo>
                  <a:pt x="162696" y="917"/>
                  <a:pt x="164213" y="0"/>
                  <a:pt x="165272" y="0"/>
                </a:cubicBezTo>
                <a:cubicBezTo>
                  <a:pt x="165695" y="0"/>
                  <a:pt x="166471" y="71"/>
                  <a:pt x="167600" y="212"/>
                </a:cubicBezTo>
                <a:lnTo>
                  <a:pt x="167918" y="1482"/>
                </a:lnTo>
                <a:lnTo>
                  <a:pt x="167071" y="5927"/>
                </a:lnTo>
                <a:lnTo>
                  <a:pt x="166542" y="13018"/>
                </a:lnTo>
                <a:cubicBezTo>
                  <a:pt x="166471" y="13512"/>
                  <a:pt x="166154" y="14571"/>
                  <a:pt x="165589" y="161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FD9E2-A01D-4E74-A7FF-7FAA6678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142" y="3386823"/>
            <a:ext cx="309839" cy="18717"/>
          </a:xfrm>
          <a:custGeom xmlns:a="http://schemas.openxmlformats.org/drawingml/2006/main">
            <a:pathLst>
              <a:path w="309839" h="18717">
                <a:moveTo>
                  <a:pt x="257" y="0"/>
                </a:moveTo>
                <a:lnTo>
                  <a:pt x="8172" y="171"/>
                </a:lnTo>
                <a:lnTo>
                  <a:pt x="7915" y="12544"/>
                </a:lnTo>
                <a:lnTo>
                  <a:pt x="0" y="12373"/>
                </a:lnTo>
                <a:lnTo>
                  <a:pt x="257" y="0"/>
                </a:lnTo>
                <a:close/>
                <a:moveTo>
                  <a:pt x="44977" y="914"/>
                </a:moveTo>
                <a:lnTo>
                  <a:pt x="58379" y="1200"/>
                </a:lnTo>
                <a:lnTo>
                  <a:pt x="58150" y="13573"/>
                </a:lnTo>
                <a:lnTo>
                  <a:pt x="44720" y="13287"/>
                </a:lnTo>
                <a:lnTo>
                  <a:pt x="44977" y="914"/>
                </a:lnTo>
                <a:close/>
                <a:moveTo>
                  <a:pt x="95955" y="1972"/>
                </a:moveTo>
                <a:lnTo>
                  <a:pt x="107299" y="2200"/>
                </a:lnTo>
                <a:lnTo>
                  <a:pt x="107042" y="14573"/>
                </a:lnTo>
                <a:lnTo>
                  <a:pt x="95726" y="14345"/>
                </a:lnTo>
                <a:lnTo>
                  <a:pt x="95955" y="1972"/>
                </a:lnTo>
                <a:close/>
                <a:moveTo>
                  <a:pt x="145104" y="2972"/>
                </a:moveTo>
                <a:lnTo>
                  <a:pt x="158963" y="3258"/>
                </a:lnTo>
                <a:lnTo>
                  <a:pt x="158706" y="15631"/>
                </a:lnTo>
                <a:lnTo>
                  <a:pt x="144847" y="15345"/>
                </a:lnTo>
                <a:lnTo>
                  <a:pt x="145104" y="2972"/>
                </a:lnTo>
                <a:close/>
                <a:moveTo>
                  <a:pt x="195596" y="4000"/>
                </a:moveTo>
                <a:lnTo>
                  <a:pt x="206969" y="4229"/>
                </a:lnTo>
                <a:lnTo>
                  <a:pt x="206740" y="16602"/>
                </a:lnTo>
                <a:lnTo>
                  <a:pt x="195339" y="16373"/>
                </a:lnTo>
                <a:lnTo>
                  <a:pt x="195596" y="4000"/>
                </a:lnTo>
                <a:close/>
                <a:moveTo>
                  <a:pt x="243145" y="4972"/>
                </a:moveTo>
                <a:lnTo>
                  <a:pt x="255832" y="5229"/>
                </a:lnTo>
                <a:lnTo>
                  <a:pt x="255575" y="17631"/>
                </a:lnTo>
                <a:lnTo>
                  <a:pt x="242888" y="17374"/>
                </a:lnTo>
                <a:lnTo>
                  <a:pt x="243145" y="4972"/>
                </a:lnTo>
                <a:close/>
                <a:moveTo>
                  <a:pt x="295866" y="6058"/>
                </a:moveTo>
                <a:lnTo>
                  <a:pt x="309839" y="6344"/>
                </a:lnTo>
                <a:lnTo>
                  <a:pt x="309610" y="18717"/>
                </a:lnTo>
                <a:lnTo>
                  <a:pt x="295608" y="18431"/>
                </a:lnTo>
                <a:lnTo>
                  <a:pt x="295866" y="6058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52961-F489-485F-8DE4-9D719693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899" y="3298727"/>
            <a:ext cx="42034" cy="187966"/>
          </a:xfrm>
          <a:custGeom xmlns:a="http://schemas.openxmlformats.org/drawingml/2006/main">
            <a:pathLst>
              <a:path w="42034" h="187966">
                <a:moveTo>
                  <a:pt x="42034" y="184595"/>
                </a:moveTo>
                <a:cubicBezTo>
                  <a:pt x="41920" y="185452"/>
                  <a:pt x="41548" y="186223"/>
                  <a:pt x="40919" y="186852"/>
                </a:cubicBezTo>
                <a:cubicBezTo>
                  <a:pt x="40291" y="187481"/>
                  <a:pt x="39405" y="187852"/>
                  <a:pt x="38291" y="187966"/>
                </a:cubicBezTo>
                <a:cubicBezTo>
                  <a:pt x="37033" y="187966"/>
                  <a:pt x="35947" y="187338"/>
                  <a:pt x="35090" y="186080"/>
                </a:cubicBezTo>
                <a:cubicBezTo>
                  <a:pt x="34719" y="185223"/>
                  <a:pt x="28804" y="169793"/>
                  <a:pt x="17431" y="139846"/>
                </a:cubicBezTo>
                <a:cubicBezTo>
                  <a:pt x="6001" y="109899"/>
                  <a:pt x="257" y="94612"/>
                  <a:pt x="114" y="93983"/>
                </a:cubicBezTo>
                <a:cubicBezTo>
                  <a:pt x="0" y="93355"/>
                  <a:pt x="5686" y="78067"/>
                  <a:pt x="17231" y="48120"/>
                </a:cubicBezTo>
                <a:cubicBezTo>
                  <a:pt x="28746" y="18174"/>
                  <a:pt x="34719" y="2743"/>
                  <a:pt x="35090" y="1886"/>
                </a:cubicBezTo>
                <a:cubicBezTo>
                  <a:pt x="35462" y="1257"/>
                  <a:pt x="36090" y="686"/>
                  <a:pt x="36976" y="200"/>
                </a:cubicBezTo>
                <a:lnTo>
                  <a:pt x="37519" y="0"/>
                </a:lnTo>
                <a:cubicBezTo>
                  <a:pt x="37890" y="0"/>
                  <a:pt x="38148" y="0"/>
                  <a:pt x="38291" y="0"/>
                </a:cubicBezTo>
                <a:cubicBezTo>
                  <a:pt x="40548" y="0"/>
                  <a:pt x="41777" y="1114"/>
                  <a:pt x="42034" y="3372"/>
                </a:cubicBezTo>
                <a:cubicBezTo>
                  <a:pt x="42034" y="4001"/>
                  <a:pt x="36405" y="19231"/>
                  <a:pt x="25117" y="49063"/>
                </a:cubicBezTo>
                <a:cubicBezTo>
                  <a:pt x="13716" y="78753"/>
                  <a:pt x="8030" y="93726"/>
                  <a:pt x="8030" y="93983"/>
                </a:cubicBezTo>
                <a:cubicBezTo>
                  <a:pt x="8030" y="94240"/>
                  <a:pt x="13716" y="109214"/>
                  <a:pt x="25117" y="138903"/>
                </a:cubicBezTo>
                <a:cubicBezTo>
                  <a:pt x="36405" y="168735"/>
                  <a:pt x="42034" y="183966"/>
                  <a:pt x="42034" y="184595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1E17A-0804-4B31-9EE3-C0B69937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899" y="3298727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42034" y="184595"/>
                </a:moveTo>
                <a:cubicBezTo>
                  <a:pt x="41920" y="185452"/>
                  <a:pt x="41548" y="186223"/>
                  <a:pt x="40919" y="186852"/>
                </a:cubicBezTo>
                <a:cubicBezTo>
                  <a:pt x="40291" y="187481"/>
                  <a:pt x="39405" y="187852"/>
                  <a:pt x="38291" y="187966"/>
                </a:cubicBezTo>
                <a:cubicBezTo>
                  <a:pt x="37033" y="187966"/>
                  <a:pt x="35947" y="187338"/>
                  <a:pt x="35090" y="186080"/>
                </a:cubicBezTo>
                <a:cubicBezTo>
                  <a:pt x="34719" y="185223"/>
                  <a:pt x="28804" y="169793"/>
                  <a:pt x="17431" y="139846"/>
                </a:cubicBezTo>
                <a:cubicBezTo>
                  <a:pt x="6001" y="109899"/>
                  <a:pt x="257" y="94612"/>
                  <a:pt x="114" y="93983"/>
                </a:cubicBezTo>
                <a:cubicBezTo>
                  <a:pt x="0" y="93355"/>
                  <a:pt x="5686" y="78067"/>
                  <a:pt x="17231" y="48120"/>
                </a:cubicBezTo>
                <a:cubicBezTo>
                  <a:pt x="28746" y="18174"/>
                  <a:pt x="34719" y="2743"/>
                  <a:pt x="35090" y="1886"/>
                </a:cubicBezTo>
                <a:cubicBezTo>
                  <a:pt x="35462" y="1257"/>
                  <a:pt x="36090" y="686"/>
                  <a:pt x="36976" y="200"/>
                </a:cubicBezTo>
                <a:lnTo>
                  <a:pt x="37519" y="0"/>
                </a:lnTo>
                <a:cubicBezTo>
                  <a:pt x="37890" y="0"/>
                  <a:pt x="38148" y="0"/>
                  <a:pt x="38291" y="0"/>
                </a:cubicBezTo>
                <a:cubicBezTo>
                  <a:pt x="40548" y="0"/>
                  <a:pt x="41777" y="1114"/>
                  <a:pt x="42034" y="3372"/>
                </a:cubicBezTo>
                <a:cubicBezTo>
                  <a:pt x="42034" y="4001"/>
                  <a:pt x="36405" y="19231"/>
                  <a:pt x="25117" y="49063"/>
                </a:cubicBezTo>
                <a:cubicBezTo>
                  <a:pt x="13716" y="78753"/>
                  <a:pt x="8030" y="93726"/>
                  <a:pt x="8030" y="93983"/>
                </a:cubicBezTo>
                <a:cubicBezTo>
                  <a:pt x="8030" y="94240"/>
                  <a:pt x="13716" y="109214"/>
                  <a:pt x="25117" y="138903"/>
                </a:cubicBezTo>
                <a:cubicBezTo>
                  <a:pt x="36405" y="168735"/>
                  <a:pt x="42034" y="183966"/>
                  <a:pt x="42034" y="1845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FB403-EC2B-4BEF-92EC-D031DF0D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420" y="3312443"/>
            <a:ext cx="128387" cy="127273"/>
          </a:xfrm>
          <a:custGeom xmlns:a="http://schemas.openxmlformats.org/drawingml/2006/main">
            <a:pathLst>
              <a:path w="128387" h="127273">
                <a:moveTo>
                  <a:pt x="3572" y="45120"/>
                </a:moveTo>
                <a:cubicBezTo>
                  <a:pt x="1172" y="45120"/>
                  <a:pt x="0" y="44606"/>
                  <a:pt x="0" y="43605"/>
                </a:cubicBezTo>
                <a:cubicBezTo>
                  <a:pt x="0" y="42977"/>
                  <a:pt x="1000" y="39491"/>
                  <a:pt x="3000" y="33090"/>
                </a:cubicBezTo>
                <a:cubicBezTo>
                  <a:pt x="5001" y="26689"/>
                  <a:pt x="7144" y="20374"/>
                  <a:pt x="9401" y="14087"/>
                </a:cubicBezTo>
                <a:lnTo>
                  <a:pt x="12602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01" y="0"/>
                </a:lnTo>
                <a:cubicBezTo>
                  <a:pt x="123930" y="0"/>
                  <a:pt x="126302" y="57"/>
                  <a:pt x="127044" y="200"/>
                </a:cubicBezTo>
                <a:cubicBezTo>
                  <a:pt x="127816" y="314"/>
                  <a:pt x="128245" y="886"/>
                  <a:pt x="128387" y="1886"/>
                </a:cubicBezTo>
                <a:cubicBezTo>
                  <a:pt x="128387" y="2629"/>
                  <a:pt x="127302" y="9773"/>
                  <a:pt x="125187" y="23317"/>
                </a:cubicBezTo>
                <a:cubicBezTo>
                  <a:pt x="123044" y="36862"/>
                  <a:pt x="121844" y="43691"/>
                  <a:pt x="121615" y="43805"/>
                </a:cubicBezTo>
                <a:cubicBezTo>
                  <a:pt x="121615" y="44691"/>
                  <a:pt x="120415" y="45120"/>
                  <a:pt x="118043" y="45120"/>
                </a:cubicBezTo>
                <a:cubicBezTo>
                  <a:pt x="116900" y="45120"/>
                  <a:pt x="116157" y="45120"/>
                  <a:pt x="115786" y="45120"/>
                </a:cubicBezTo>
                <a:cubicBezTo>
                  <a:pt x="115414" y="45120"/>
                  <a:pt x="115043" y="44806"/>
                  <a:pt x="114643" y="44177"/>
                </a:cubicBezTo>
                <a:lnTo>
                  <a:pt x="114271" y="43605"/>
                </a:lnTo>
                <a:cubicBezTo>
                  <a:pt x="114271" y="42862"/>
                  <a:pt x="114643" y="40034"/>
                  <a:pt x="115414" y="35147"/>
                </a:cubicBezTo>
                <a:cubicBezTo>
                  <a:pt x="116157" y="30261"/>
                  <a:pt x="116529" y="26432"/>
                  <a:pt x="116529" y="23689"/>
                </a:cubicBezTo>
                <a:cubicBezTo>
                  <a:pt x="116529" y="19288"/>
                  <a:pt x="115729" y="15973"/>
                  <a:pt x="114100" y="13745"/>
                </a:cubicBezTo>
                <a:cubicBezTo>
                  <a:pt x="112443" y="11459"/>
                  <a:pt x="109014" y="9916"/>
                  <a:pt x="103756" y="9030"/>
                </a:cubicBezTo>
                <a:cubicBezTo>
                  <a:pt x="103127" y="8887"/>
                  <a:pt x="99498" y="8773"/>
                  <a:pt x="92840" y="8658"/>
                </a:cubicBezTo>
                <a:cubicBezTo>
                  <a:pt x="87097" y="8658"/>
                  <a:pt x="83439" y="8715"/>
                  <a:pt x="81953" y="8830"/>
                </a:cubicBezTo>
                <a:cubicBezTo>
                  <a:pt x="80439" y="8973"/>
                  <a:pt x="79324" y="9458"/>
                  <a:pt x="78581" y="10344"/>
                </a:cubicBezTo>
                <a:cubicBezTo>
                  <a:pt x="78438" y="10458"/>
                  <a:pt x="73981" y="27946"/>
                  <a:pt x="65208" y="62779"/>
                </a:cubicBezTo>
                <a:cubicBezTo>
                  <a:pt x="56436" y="97612"/>
                  <a:pt x="52064" y="115357"/>
                  <a:pt x="52064" y="115986"/>
                </a:cubicBezTo>
                <a:cubicBezTo>
                  <a:pt x="52064" y="117472"/>
                  <a:pt x="57579" y="118358"/>
                  <a:pt x="68609" y="118615"/>
                </a:cubicBezTo>
                <a:cubicBezTo>
                  <a:pt x="72609" y="118615"/>
                  <a:pt x="75181" y="118672"/>
                  <a:pt x="76324" y="118815"/>
                </a:cubicBezTo>
                <a:cubicBezTo>
                  <a:pt x="77438" y="118929"/>
                  <a:pt x="78010" y="119501"/>
                  <a:pt x="78010" y="120501"/>
                </a:cubicBezTo>
                <a:cubicBezTo>
                  <a:pt x="78010" y="121129"/>
                  <a:pt x="77810" y="121987"/>
                  <a:pt x="77438" y="123130"/>
                </a:cubicBezTo>
                <a:cubicBezTo>
                  <a:pt x="76952" y="125387"/>
                  <a:pt x="76381" y="126702"/>
                  <a:pt x="75752" y="127073"/>
                </a:cubicBezTo>
                <a:lnTo>
                  <a:pt x="75352" y="127273"/>
                </a:lnTo>
                <a:cubicBezTo>
                  <a:pt x="75009" y="127273"/>
                  <a:pt x="74552" y="127273"/>
                  <a:pt x="74038" y="127273"/>
                </a:cubicBezTo>
                <a:cubicBezTo>
                  <a:pt x="73409" y="127273"/>
                  <a:pt x="70152" y="127187"/>
                  <a:pt x="64294" y="127073"/>
                </a:cubicBezTo>
                <a:cubicBezTo>
                  <a:pt x="58379" y="126959"/>
                  <a:pt x="49921" y="126873"/>
                  <a:pt x="38891" y="126873"/>
                </a:cubicBezTo>
                <a:cubicBezTo>
                  <a:pt x="22746" y="126873"/>
                  <a:pt x="12459" y="127016"/>
                  <a:pt x="8087" y="127273"/>
                </a:cubicBezTo>
                <a:lnTo>
                  <a:pt x="5258" y="127273"/>
                </a:lnTo>
                <a:cubicBezTo>
                  <a:pt x="4515" y="126502"/>
                  <a:pt x="4115" y="125959"/>
                  <a:pt x="4115" y="125559"/>
                </a:cubicBezTo>
                <a:cubicBezTo>
                  <a:pt x="4115" y="125187"/>
                  <a:pt x="4258" y="124073"/>
                  <a:pt x="4515" y="122187"/>
                </a:cubicBezTo>
                <a:cubicBezTo>
                  <a:pt x="5001" y="120558"/>
                  <a:pt x="5629" y="119358"/>
                  <a:pt x="6372" y="118615"/>
                </a:cubicBezTo>
                <a:lnTo>
                  <a:pt x="11659" y="118615"/>
                </a:lnTo>
                <a:lnTo>
                  <a:pt x="13716" y="118615"/>
                </a:lnTo>
                <a:cubicBezTo>
                  <a:pt x="23746" y="118615"/>
                  <a:pt x="29689" y="118043"/>
                  <a:pt x="31575" y="116929"/>
                </a:cubicBezTo>
                <a:cubicBezTo>
                  <a:pt x="31690" y="116786"/>
                  <a:pt x="31833" y="116729"/>
                  <a:pt x="31947" y="116729"/>
                </a:cubicBezTo>
                <a:cubicBezTo>
                  <a:pt x="32575" y="116357"/>
                  <a:pt x="33204" y="115100"/>
                  <a:pt x="33833" y="112986"/>
                </a:cubicBezTo>
                <a:cubicBezTo>
                  <a:pt x="34461" y="110842"/>
                  <a:pt x="36947" y="101013"/>
                  <a:pt x="41348" y="83468"/>
                </a:cubicBezTo>
                <a:cubicBezTo>
                  <a:pt x="43463" y="74952"/>
                  <a:pt x="45234" y="67980"/>
                  <a:pt x="46606" y="62608"/>
                </a:cubicBezTo>
                <a:cubicBezTo>
                  <a:pt x="55378" y="28146"/>
                  <a:pt x="59779" y="10516"/>
                  <a:pt x="59779" y="9773"/>
                </a:cubicBezTo>
                <a:cubicBezTo>
                  <a:pt x="59779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01"/>
                  <a:pt x="31947" y="9973"/>
                </a:cubicBezTo>
                <a:cubicBezTo>
                  <a:pt x="26318" y="11230"/>
                  <a:pt x="21917" y="13802"/>
                  <a:pt x="18802" y="17659"/>
                </a:cubicBezTo>
                <a:cubicBezTo>
                  <a:pt x="15659" y="21546"/>
                  <a:pt x="12287" y="28832"/>
                  <a:pt x="8630" y="39491"/>
                </a:cubicBezTo>
                <a:cubicBezTo>
                  <a:pt x="7772" y="42234"/>
                  <a:pt x="7144" y="43863"/>
                  <a:pt x="6772" y="44348"/>
                </a:cubicBezTo>
                <a:cubicBezTo>
                  <a:pt x="6372" y="44863"/>
                  <a:pt x="5515" y="45120"/>
                  <a:pt x="4115" y="45120"/>
                </a:cubicBezTo>
                <a:lnTo>
                  <a:pt x="3572" y="45120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3A44E-77A0-4DAE-B7F8-11DCF700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420" y="3312443"/>
            <a:ext cx="128387" cy="127273"/>
          </a:xfrm>
          <a:custGeom xmlns:a="http://schemas.openxmlformats.org/drawingml/2006/main">
            <a:pathLst>
              <a:path w="128387" h="127273" fill="none">
                <a:moveTo>
                  <a:pt x="3572" y="45120"/>
                </a:moveTo>
                <a:cubicBezTo>
                  <a:pt x="1172" y="45120"/>
                  <a:pt x="0" y="44606"/>
                  <a:pt x="0" y="43605"/>
                </a:cubicBezTo>
                <a:cubicBezTo>
                  <a:pt x="0" y="42977"/>
                  <a:pt x="1000" y="39491"/>
                  <a:pt x="3000" y="33090"/>
                </a:cubicBezTo>
                <a:cubicBezTo>
                  <a:pt x="5001" y="26689"/>
                  <a:pt x="7144" y="20374"/>
                  <a:pt x="9401" y="14087"/>
                </a:cubicBezTo>
                <a:lnTo>
                  <a:pt x="12602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01" y="0"/>
                </a:lnTo>
                <a:cubicBezTo>
                  <a:pt x="123930" y="0"/>
                  <a:pt x="126302" y="57"/>
                  <a:pt x="127044" y="200"/>
                </a:cubicBezTo>
                <a:cubicBezTo>
                  <a:pt x="127816" y="314"/>
                  <a:pt x="128245" y="886"/>
                  <a:pt x="128387" y="1886"/>
                </a:cubicBezTo>
                <a:cubicBezTo>
                  <a:pt x="128387" y="2629"/>
                  <a:pt x="127302" y="9773"/>
                  <a:pt x="125187" y="23317"/>
                </a:cubicBezTo>
                <a:cubicBezTo>
                  <a:pt x="123044" y="36862"/>
                  <a:pt x="121844" y="43691"/>
                  <a:pt x="121615" y="43805"/>
                </a:cubicBezTo>
                <a:cubicBezTo>
                  <a:pt x="121615" y="44691"/>
                  <a:pt x="120415" y="45120"/>
                  <a:pt x="118043" y="45120"/>
                </a:cubicBezTo>
                <a:cubicBezTo>
                  <a:pt x="116900" y="45120"/>
                  <a:pt x="116157" y="45120"/>
                  <a:pt x="115786" y="45120"/>
                </a:cubicBezTo>
                <a:cubicBezTo>
                  <a:pt x="115414" y="45120"/>
                  <a:pt x="115043" y="44806"/>
                  <a:pt x="114643" y="44177"/>
                </a:cubicBezTo>
                <a:lnTo>
                  <a:pt x="114271" y="43605"/>
                </a:lnTo>
                <a:cubicBezTo>
                  <a:pt x="114271" y="42862"/>
                  <a:pt x="114643" y="40034"/>
                  <a:pt x="115414" y="35147"/>
                </a:cubicBezTo>
                <a:cubicBezTo>
                  <a:pt x="116157" y="30261"/>
                  <a:pt x="116529" y="26432"/>
                  <a:pt x="116529" y="23689"/>
                </a:cubicBezTo>
                <a:cubicBezTo>
                  <a:pt x="116529" y="19288"/>
                  <a:pt x="115729" y="15973"/>
                  <a:pt x="114100" y="13745"/>
                </a:cubicBezTo>
                <a:cubicBezTo>
                  <a:pt x="112443" y="11459"/>
                  <a:pt x="109014" y="9916"/>
                  <a:pt x="103756" y="9030"/>
                </a:cubicBezTo>
                <a:cubicBezTo>
                  <a:pt x="103127" y="8887"/>
                  <a:pt x="99498" y="8773"/>
                  <a:pt x="92840" y="8658"/>
                </a:cubicBezTo>
                <a:cubicBezTo>
                  <a:pt x="87097" y="8658"/>
                  <a:pt x="83439" y="8715"/>
                  <a:pt x="81953" y="8830"/>
                </a:cubicBezTo>
                <a:cubicBezTo>
                  <a:pt x="80439" y="8973"/>
                  <a:pt x="79324" y="9458"/>
                  <a:pt x="78581" y="10344"/>
                </a:cubicBezTo>
                <a:cubicBezTo>
                  <a:pt x="78438" y="10458"/>
                  <a:pt x="73981" y="27946"/>
                  <a:pt x="65208" y="62779"/>
                </a:cubicBezTo>
                <a:cubicBezTo>
                  <a:pt x="56436" y="97612"/>
                  <a:pt x="52064" y="115357"/>
                  <a:pt x="52064" y="115986"/>
                </a:cubicBezTo>
                <a:cubicBezTo>
                  <a:pt x="52064" y="117472"/>
                  <a:pt x="57579" y="118358"/>
                  <a:pt x="68609" y="118615"/>
                </a:cubicBezTo>
                <a:cubicBezTo>
                  <a:pt x="72609" y="118615"/>
                  <a:pt x="75181" y="118672"/>
                  <a:pt x="76324" y="118815"/>
                </a:cubicBezTo>
                <a:cubicBezTo>
                  <a:pt x="77438" y="118929"/>
                  <a:pt x="78010" y="119501"/>
                  <a:pt x="78010" y="120501"/>
                </a:cubicBezTo>
                <a:cubicBezTo>
                  <a:pt x="78010" y="121129"/>
                  <a:pt x="77810" y="121987"/>
                  <a:pt x="77438" y="123130"/>
                </a:cubicBezTo>
                <a:cubicBezTo>
                  <a:pt x="76952" y="125387"/>
                  <a:pt x="76381" y="126702"/>
                  <a:pt x="75752" y="127073"/>
                </a:cubicBezTo>
                <a:lnTo>
                  <a:pt x="75352" y="127273"/>
                </a:lnTo>
                <a:cubicBezTo>
                  <a:pt x="75009" y="127273"/>
                  <a:pt x="74552" y="127273"/>
                  <a:pt x="74038" y="127273"/>
                </a:cubicBezTo>
                <a:cubicBezTo>
                  <a:pt x="73409" y="127273"/>
                  <a:pt x="70152" y="127187"/>
                  <a:pt x="64294" y="127073"/>
                </a:cubicBezTo>
                <a:cubicBezTo>
                  <a:pt x="58379" y="126959"/>
                  <a:pt x="49921" y="126873"/>
                  <a:pt x="38891" y="126873"/>
                </a:cubicBezTo>
                <a:cubicBezTo>
                  <a:pt x="22746" y="126873"/>
                  <a:pt x="12459" y="127016"/>
                  <a:pt x="8087" y="127273"/>
                </a:cubicBezTo>
                <a:lnTo>
                  <a:pt x="5258" y="127273"/>
                </a:lnTo>
                <a:cubicBezTo>
                  <a:pt x="4515" y="126502"/>
                  <a:pt x="4115" y="125959"/>
                  <a:pt x="4115" y="125559"/>
                </a:cubicBezTo>
                <a:cubicBezTo>
                  <a:pt x="4115" y="125187"/>
                  <a:pt x="4258" y="124073"/>
                  <a:pt x="4515" y="122187"/>
                </a:cubicBezTo>
                <a:cubicBezTo>
                  <a:pt x="5001" y="120558"/>
                  <a:pt x="5629" y="119358"/>
                  <a:pt x="6372" y="118615"/>
                </a:cubicBezTo>
                <a:lnTo>
                  <a:pt x="11659" y="118615"/>
                </a:lnTo>
                <a:lnTo>
                  <a:pt x="13716" y="118615"/>
                </a:lnTo>
                <a:cubicBezTo>
                  <a:pt x="23746" y="118615"/>
                  <a:pt x="29689" y="118043"/>
                  <a:pt x="31575" y="116929"/>
                </a:cubicBezTo>
                <a:cubicBezTo>
                  <a:pt x="31690" y="116786"/>
                  <a:pt x="31833" y="116729"/>
                  <a:pt x="31947" y="116729"/>
                </a:cubicBezTo>
                <a:cubicBezTo>
                  <a:pt x="32575" y="116357"/>
                  <a:pt x="33204" y="115100"/>
                  <a:pt x="33833" y="112986"/>
                </a:cubicBezTo>
                <a:cubicBezTo>
                  <a:pt x="34461" y="110842"/>
                  <a:pt x="36947" y="101013"/>
                  <a:pt x="41348" y="83468"/>
                </a:cubicBezTo>
                <a:cubicBezTo>
                  <a:pt x="43463" y="74952"/>
                  <a:pt x="45234" y="67980"/>
                  <a:pt x="46606" y="62608"/>
                </a:cubicBezTo>
                <a:cubicBezTo>
                  <a:pt x="55378" y="28146"/>
                  <a:pt x="59779" y="10516"/>
                  <a:pt x="59779" y="9773"/>
                </a:cubicBezTo>
                <a:cubicBezTo>
                  <a:pt x="59779" y="9144"/>
                  <a:pt x="57950" y="8830"/>
                  <a:pt x="54321" y="8830"/>
                </a:cubicBezTo>
                <a:lnTo>
                  <a:pt x="48492" y="8830"/>
                </a:lnTo>
                <a:cubicBezTo>
                  <a:pt x="40091" y="8830"/>
                  <a:pt x="34576" y="9201"/>
                  <a:pt x="31947" y="9973"/>
                </a:cubicBezTo>
                <a:cubicBezTo>
                  <a:pt x="26318" y="11230"/>
                  <a:pt x="21917" y="13802"/>
                  <a:pt x="18802" y="17659"/>
                </a:cubicBezTo>
                <a:cubicBezTo>
                  <a:pt x="15659" y="21546"/>
                  <a:pt x="12287" y="28832"/>
                  <a:pt x="8630" y="39491"/>
                </a:cubicBezTo>
                <a:cubicBezTo>
                  <a:pt x="7772" y="42234"/>
                  <a:pt x="7144" y="43863"/>
                  <a:pt x="6772" y="44348"/>
                </a:cubicBezTo>
                <a:cubicBezTo>
                  <a:pt x="6372" y="44863"/>
                  <a:pt x="5515" y="45120"/>
                  <a:pt x="4115" y="45120"/>
                </a:cubicBezTo>
                <a:lnTo>
                  <a:pt x="3572" y="451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97A85-9B4D-4E87-A796-E3E36D6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749" y="3374193"/>
            <a:ext cx="65780" cy="120929"/>
          </a:xfrm>
          <a:custGeom xmlns:a="http://schemas.openxmlformats.org/drawingml/2006/main">
            <a:pathLst>
              <a:path w="65780" h="120929">
                <a:moveTo>
                  <a:pt x="8372" y="115243"/>
                </a:moveTo>
                <a:cubicBezTo>
                  <a:pt x="8544" y="115243"/>
                  <a:pt x="8830" y="115329"/>
                  <a:pt x="9173" y="115500"/>
                </a:cubicBezTo>
                <a:cubicBezTo>
                  <a:pt x="9515" y="115672"/>
                  <a:pt x="10001" y="115814"/>
                  <a:pt x="10630" y="115900"/>
                </a:cubicBezTo>
                <a:cubicBezTo>
                  <a:pt x="11259" y="115986"/>
                  <a:pt x="11801" y="116043"/>
                  <a:pt x="12230" y="116043"/>
                </a:cubicBezTo>
                <a:cubicBezTo>
                  <a:pt x="13373" y="116043"/>
                  <a:pt x="14459" y="115443"/>
                  <a:pt x="15431" y="114300"/>
                </a:cubicBezTo>
                <a:cubicBezTo>
                  <a:pt x="16402" y="113157"/>
                  <a:pt x="17116" y="111871"/>
                  <a:pt x="17545" y="110442"/>
                </a:cubicBezTo>
                <a:cubicBezTo>
                  <a:pt x="18431" y="108071"/>
                  <a:pt x="19945" y="101270"/>
                  <a:pt x="22060" y="90126"/>
                </a:cubicBezTo>
                <a:cubicBezTo>
                  <a:pt x="24203" y="78953"/>
                  <a:pt x="26232" y="68323"/>
                  <a:pt x="28175" y="58236"/>
                </a:cubicBezTo>
                <a:cubicBezTo>
                  <a:pt x="30118" y="48120"/>
                  <a:pt x="31090" y="43034"/>
                  <a:pt x="31090" y="42948"/>
                </a:cubicBezTo>
                <a:lnTo>
                  <a:pt x="31090" y="42548"/>
                </a:lnTo>
                <a:lnTo>
                  <a:pt x="24860" y="42548"/>
                </a:lnTo>
                <a:cubicBezTo>
                  <a:pt x="20688" y="42548"/>
                  <a:pt x="18488" y="42462"/>
                  <a:pt x="18202" y="42262"/>
                </a:cubicBezTo>
                <a:cubicBezTo>
                  <a:pt x="17859" y="42005"/>
                  <a:pt x="17659" y="41577"/>
                  <a:pt x="17659" y="40948"/>
                </a:cubicBezTo>
                <a:lnTo>
                  <a:pt x="18602" y="37233"/>
                </a:lnTo>
                <a:cubicBezTo>
                  <a:pt x="18802" y="36776"/>
                  <a:pt x="19145" y="36547"/>
                  <a:pt x="19660" y="36547"/>
                </a:cubicBezTo>
                <a:cubicBezTo>
                  <a:pt x="20203" y="36547"/>
                  <a:pt x="22289" y="36519"/>
                  <a:pt x="25918" y="36433"/>
                </a:cubicBezTo>
                <a:cubicBezTo>
                  <a:pt x="30175" y="36433"/>
                  <a:pt x="32290" y="36376"/>
                  <a:pt x="32290" y="36290"/>
                </a:cubicBezTo>
                <a:cubicBezTo>
                  <a:pt x="32290" y="36119"/>
                  <a:pt x="32690" y="33890"/>
                  <a:pt x="33490" y="29661"/>
                </a:cubicBezTo>
                <a:cubicBezTo>
                  <a:pt x="34290" y="25403"/>
                  <a:pt x="34804" y="22831"/>
                  <a:pt x="35090" y="21946"/>
                </a:cubicBezTo>
                <a:cubicBezTo>
                  <a:pt x="38376" y="7315"/>
                  <a:pt x="44834" y="0"/>
                  <a:pt x="54493" y="0"/>
                </a:cubicBezTo>
                <a:cubicBezTo>
                  <a:pt x="57779" y="200"/>
                  <a:pt x="60465" y="1172"/>
                  <a:pt x="62608" y="2943"/>
                </a:cubicBezTo>
                <a:cubicBezTo>
                  <a:pt x="64722" y="4715"/>
                  <a:pt x="65780" y="7058"/>
                  <a:pt x="65780" y="9973"/>
                </a:cubicBezTo>
                <a:cubicBezTo>
                  <a:pt x="65780" y="13173"/>
                  <a:pt x="64865" y="15459"/>
                  <a:pt x="62979" y="16888"/>
                </a:cubicBezTo>
                <a:cubicBezTo>
                  <a:pt x="61151" y="18317"/>
                  <a:pt x="59265" y="19060"/>
                  <a:pt x="57407" y="19145"/>
                </a:cubicBezTo>
                <a:cubicBezTo>
                  <a:pt x="53521" y="19145"/>
                  <a:pt x="51549" y="17288"/>
                  <a:pt x="51549" y="13573"/>
                </a:cubicBezTo>
                <a:cubicBezTo>
                  <a:pt x="51549" y="11887"/>
                  <a:pt x="52064" y="10430"/>
                  <a:pt x="53035" y="9201"/>
                </a:cubicBezTo>
                <a:cubicBezTo>
                  <a:pt x="54007" y="7944"/>
                  <a:pt x="55064" y="7001"/>
                  <a:pt x="56207" y="6401"/>
                </a:cubicBezTo>
                <a:lnTo>
                  <a:pt x="57407" y="5715"/>
                </a:lnTo>
                <a:cubicBezTo>
                  <a:pt x="55978" y="5201"/>
                  <a:pt x="54664" y="4943"/>
                  <a:pt x="53435" y="4943"/>
                </a:cubicBezTo>
                <a:cubicBezTo>
                  <a:pt x="52378" y="4943"/>
                  <a:pt x="51349" y="5372"/>
                  <a:pt x="50378" y="6258"/>
                </a:cubicBezTo>
                <a:cubicBezTo>
                  <a:pt x="49406" y="7144"/>
                  <a:pt x="48720" y="8372"/>
                  <a:pt x="48377" y="9973"/>
                </a:cubicBezTo>
                <a:cubicBezTo>
                  <a:pt x="47749" y="12544"/>
                  <a:pt x="47063" y="16002"/>
                  <a:pt x="46234" y="20345"/>
                </a:cubicBezTo>
                <a:cubicBezTo>
                  <a:pt x="45463" y="24689"/>
                  <a:pt x="44748" y="28375"/>
                  <a:pt x="44120" y="31375"/>
                </a:cubicBezTo>
                <a:cubicBezTo>
                  <a:pt x="43491" y="34404"/>
                  <a:pt x="43177" y="35976"/>
                  <a:pt x="43177" y="36176"/>
                </a:cubicBezTo>
                <a:cubicBezTo>
                  <a:pt x="43177" y="36347"/>
                  <a:pt x="45634" y="36433"/>
                  <a:pt x="50492" y="36433"/>
                </a:cubicBezTo>
                <a:cubicBezTo>
                  <a:pt x="54493" y="36433"/>
                  <a:pt x="56807" y="36462"/>
                  <a:pt x="57407" y="36547"/>
                </a:cubicBezTo>
                <a:cubicBezTo>
                  <a:pt x="58036" y="36633"/>
                  <a:pt x="58522" y="36919"/>
                  <a:pt x="58865" y="37348"/>
                </a:cubicBezTo>
                <a:cubicBezTo>
                  <a:pt x="58950" y="37719"/>
                  <a:pt x="58865" y="38462"/>
                  <a:pt x="58607" y="39605"/>
                </a:cubicBezTo>
                <a:cubicBezTo>
                  <a:pt x="58350" y="40777"/>
                  <a:pt x="58122" y="41491"/>
                  <a:pt x="57950" y="41748"/>
                </a:cubicBezTo>
                <a:cubicBezTo>
                  <a:pt x="57779" y="42177"/>
                  <a:pt x="57379" y="42405"/>
                  <a:pt x="56750" y="42405"/>
                </a:cubicBezTo>
                <a:cubicBezTo>
                  <a:pt x="56121" y="42405"/>
                  <a:pt x="53750" y="42462"/>
                  <a:pt x="49578" y="42548"/>
                </a:cubicBezTo>
                <a:lnTo>
                  <a:pt x="42120" y="42548"/>
                </a:lnTo>
                <a:lnTo>
                  <a:pt x="39062" y="58750"/>
                </a:lnTo>
                <a:cubicBezTo>
                  <a:pt x="34804" y="80724"/>
                  <a:pt x="31861" y="94440"/>
                  <a:pt x="30175" y="99955"/>
                </a:cubicBezTo>
                <a:cubicBezTo>
                  <a:pt x="27775" y="107471"/>
                  <a:pt x="24660" y="113071"/>
                  <a:pt x="20860" y="116700"/>
                </a:cubicBezTo>
                <a:cubicBezTo>
                  <a:pt x="17574" y="119529"/>
                  <a:pt x="14345" y="120929"/>
                  <a:pt x="11173" y="120929"/>
                </a:cubicBezTo>
                <a:cubicBezTo>
                  <a:pt x="8344" y="120929"/>
                  <a:pt x="5772" y="120101"/>
                  <a:pt x="3458" y="118415"/>
                </a:cubicBezTo>
                <a:cubicBezTo>
                  <a:pt x="1143" y="116729"/>
                  <a:pt x="0" y="114357"/>
                  <a:pt x="0" y="111242"/>
                </a:cubicBezTo>
                <a:cubicBezTo>
                  <a:pt x="0" y="107985"/>
                  <a:pt x="943" y="105585"/>
                  <a:pt x="2800" y="104070"/>
                </a:cubicBezTo>
                <a:cubicBezTo>
                  <a:pt x="4658" y="102556"/>
                  <a:pt x="6515" y="101813"/>
                  <a:pt x="8372" y="101813"/>
                </a:cubicBezTo>
                <a:cubicBezTo>
                  <a:pt x="12259" y="101813"/>
                  <a:pt x="14230" y="103670"/>
                  <a:pt x="14230" y="107385"/>
                </a:cubicBezTo>
                <a:cubicBezTo>
                  <a:pt x="14230" y="109071"/>
                  <a:pt x="13745" y="110528"/>
                  <a:pt x="12773" y="111785"/>
                </a:cubicBezTo>
                <a:cubicBezTo>
                  <a:pt x="11801" y="113014"/>
                  <a:pt x="10716" y="113957"/>
                  <a:pt x="9573" y="114557"/>
                </a:cubicBezTo>
                <a:lnTo>
                  <a:pt x="8372" y="11524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05D42-4D38-431E-A61B-2F3BD95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749" y="3374193"/>
            <a:ext cx="65780" cy="120929"/>
          </a:xfrm>
          <a:custGeom xmlns:a="http://schemas.openxmlformats.org/drawingml/2006/main">
            <a:pathLst>
              <a:path w="65780" h="120929" fill="none">
                <a:moveTo>
                  <a:pt x="8372" y="115243"/>
                </a:moveTo>
                <a:cubicBezTo>
                  <a:pt x="8544" y="115243"/>
                  <a:pt x="8830" y="115329"/>
                  <a:pt x="9173" y="115500"/>
                </a:cubicBezTo>
                <a:cubicBezTo>
                  <a:pt x="9515" y="115672"/>
                  <a:pt x="10001" y="115814"/>
                  <a:pt x="10630" y="115900"/>
                </a:cubicBezTo>
                <a:cubicBezTo>
                  <a:pt x="11259" y="115986"/>
                  <a:pt x="11801" y="116043"/>
                  <a:pt x="12230" y="116043"/>
                </a:cubicBezTo>
                <a:cubicBezTo>
                  <a:pt x="13373" y="116043"/>
                  <a:pt x="14459" y="115443"/>
                  <a:pt x="15431" y="114300"/>
                </a:cubicBezTo>
                <a:cubicBezTo>
                  <a:pt x="16402" y="113157"/>
                  <a:pt x="17116" y="111871"/>
                  <a:pt x="17545" y="110442"/>
                </a:cubicBezTo>
                <a:cubicBezTo>
                  <a:pt x="18431" y="108071"/>
                  <a:pt x="19945" y="101270"/>
                  <a:pt x="22060" y="90126"/>
                </a:cubicBezTo>
                <a:cubicBezTo>
                  <a:pt x="24203" y="78953"/>
                  <a:pt x="26232" y="68323"/>
                  <a:pt x="28175" y="58236"/>
                </a:cubicBezTo>
                <a:cubicBezTo>
                  <a:pt x="30118" y="48120"/>
                  <a:pt x="31090" y="43034"/>
                  <a:pt x="31090" y="42948"/>
                </a:cubicBezTo>
                <a:lnTo>
                  <a:pt x="31090" y="42548"/>
                </a:lnTo>
                <a:lnTo>
                  <a:pt x="24860" y="42548"/>
                </a:lnTo>
                <a:cubicBezTo>
                  <a:pt x="20688" y="42548"/>
                  <a:pt x="18488" y="42462"/>
                  <a:pt x="18202" y="42262"/>
                </a:cubicBezTo>
                <a:cubicBezTo>
                  <a:pt x="17859" y="42005"/>
                  <a:pt x="17659" y="41577"/>
                  <a:pt x="17659" y="40948"/>
                </a:cubicBezTo>
                <a:lnTo>
                  <a:pt x="18602" y="37233"/>
                </a:lnTo>
                <a:cubicBezTo>
                  <a:pt x="18802" y="36776"/>
                  <a:pt x="19145" y="36547"/>
                  <a:pt x="19660" y="36547"/>
                </a:cubicBezTo>
                <a:cubicBezTo>
                  <a:pt x="20203" y="36547"/>
                  <a:pt x="22289" y="36519"/>
                  <a:pt x="25918" y="36433"/>
                </a:cubicBezTo>
                <a:cubicBezTo>
                  <a:pt x="30175" y="36433"/>
                  <a:pt x="32290" y="36376"/>
                  <a:pt x="32290" y="36290"/>
                </a:cubicBezTo>
                <a:cubicBezTo>
                  <a:pt x="32290" y="36119"/>
                  <a:pt x="32690" y="33890"/>
                  <a:pt x="33490" y="29661"/>
                </a:cubicBezTo>
                <a:cubicBezTo>
                  <a:pt x="34290" y="25403"/>
                  <a:pt x="34804" y="22831"/>
                  <a:pt x="35090" y="21946"/>
                </a:cubicBezTo>
                <a:cubicBezTo>
                  <a:pt x="38376" y="7315"/>
                  <a:pt x="44834" y="0"/>
                  <a:pt x="54493" y="0"/>
                </a:cubicBezTo>
                <a:cubicBezTo>
                  <a:pt x="57779" y="200"/>
                  <a:pt x="60465" y="1172"/>
                  <a:pt x="62608" y="2943"/>
                </a:cubicBezTo>
                <a:cubicBezTo>
                  <a:pt x="64722" y="4715"/>
                  <a:pt x="65780" y="7058"/>
                  <a:pt x="65780" y="9973"/>
                </a:cubicBezTo>
                <a:cubicBezTo>
                  <a:pt x="65780" y="13173"/>
                  <a:pt x="64865" y="15459"/>
                  <a:pt x="62979" y="16888"/>
                </a:cubicBezTo>
                <a:cubicBezTo>
                  <a:pt x="61151" y="18317"/>
                  <a:pt x="59265" y="19060"/>
                  <a:pt x="57407" y="19145"/>
                </a:cubicBezTo>
                <a:cubicBezTo>
                  <a:pt x="53521" y="19145"/>
                  <a:pt x="51549" y="17288"/>
                  <a:pt x="51549" y="13573"/>
                </a:cubicBezTo>
                <a:cubicBezTo>
                  <a:pt x="51549" y="11887"/>
                  <a:pt x="52064" y="10430"/>
                  <a:pt x="53035" y="9201"/>
                </a:cubicBezTo>
                <a:cubicBezTo>
                  <a:pt x="54007" y="7944"/>
                  <a:pt x="55064" y="7001"/>
                  <a:pt x="56207" y="6401"/>
                </a:cubicBezTo>
                <a:lnTo>
                  <a:pt x="57407" y="5715"/>
                </a:lnTo>
                <a:cubicBezTo>
                  <a:pt x="55978" y="5201"/>
                  <a:pt x="54664" y="4943"/>
                  <a:pt x="53435" y="4943"/>
                </a:cubicBezTo>
                <a:cubicBezTo>
                  <a:pt x="52378" y="4943"/>
                  <a:pt x="51349" y="5372"/>
                  <a:pt x="50378" y="6258"/>
                </a:cubicBezTo>
                <a:cubicBezTo>
                  <a:pt x="49406" y="7144"/>
                  <a:pt x="48720" y="8372"/>
                  <a:pt x="48377" y="9973"/>
                </a:cubicBezTo>
                <a:cubicBezTo>
                  <a:pt x="47749" y="12544"/>
                  <a:pt x="47063" y="16002"/>
                  <a:pt x="46234" y="20345"/>
                </a:cubicBezTo>
                <a:cubicBezTo>
                  <a:pt x="45463" y="24689"/>
                  <a:pt x="44748" y="28375"/>
                  <a:pt x="44120" y="31375"/>
                </a:cubicBezTo>
                <a:cubicBezTo>
                  <a:pt x="43491" y="34404"/>
                  <a:pt x="43177" y="35976"/>
                  <a:pt x="43177" y="36176"/>
                </a:cubicBezTo>
                <a:cubicBezTo>
                  <a:pt x="43177" y="36347"/>
                  <a:pt x="45634" y="36433"/>
                  <a:pt x="50492" y="36433"/>
                </a:cubicBezTo>
                <a:cubicBezTo>
                  <a:pt x="54493" y="36433"/>
                  <a:pt x="56807" y="36462"/>
                  <a:pt x="57407" y="36547"/>
                </a:cubicBezTo>
                <a:cubicBezTo>
                  <a:pt x="58036" y="36633"/>
                  <a:pt x="58522" y="36919"/>
                  <a:pt x="58865" y="37348"/>
                </a:cubicBezTo>
                <a:cubicBezTo>
                  <a:pt x="58950" y="37719"/>
                  <a:pt x="58865" y="38462"/>
                  <a:pt x="58607" y="39605"/>
                </a:cubicBezTo>
                <a:cubicBezTo>
                  <a:pt x="58350" y="40777"/>
                  <a:pt x="58122" y="41491"/>
                  <a:pt x="57950" y="41748"/>
                </a:cubicBezTo>
                <a:cubicBezTo>
                  <a:pt x="57779" y="42177"/>
                  <a:pt x="57379" y="42405"/>
                  <a:pt x="56750" y="42405"/>
                </a:cubicBezTo>
                <a:cubicBezTo>
                  <a:pt x="56121" y="42405"/>
                  <a:pt x="53750" y="42462"/>
                  <a:pt x="49578" y="42548"/>
                </a:cubicBezTo>
                <a:lnTo>
                  <a:pt x="42120" y="42548"/>
                </a:lnTo>
                <a:lnTo>
                  <a:pt x="39062" y="58750"/>
                </a:lnTo>
                <a:cubicBezTo>
                  <a:pt x="34804" y="80724"/>
                  <a:pt x="31861" y="94440"/>
                  <a:pt x="30175" y="99955"/>
                </a:cubicBezTo>
                <a:cubicBezTo>
                  <a:pt x="27775" y="107471"/>
                  <a:pt x="24660" y="113071"/>
                  <a:pt x="20860" y="116700"/>
                </a:cubicBezTo>
                <a:cubicBezTo>
                  <a:pt x="17574" y="119529"/>
                  <a:pt x="14345" y="120929"/>
                  <a:pt x="11173" y="120929"/>
                </a:cubicBezTo>
                <a:cubicBezTo>
                  <a:pt x="8344" y="120929"/>
                  <a:pt x="5772" y="120101"/>
                  <a:pt x="3458" y="118415"/>
                </a:cubicBezTo>
                <a:cubicBezTo>
                  <a:pt x="1143" y="116729"/>
                  <a:pt x="0" y="114357"/>
                  <a:pt x="0" y="111242"/>
                </a:cubicBezTo>
                <a:cubicBezTo>
                  <a:pt x="0" y="107985"/>
                  <a:pt x="943" y="105585"/>
                  <a:pt x="2800" y="104070"/>
                </a:cubicBezTo>
                <a:cubicBezTo>
                  <a:pt x="4658" y="102556"/>
                  <a:pt x="6515" y="101813"/>
                  <a:pt x="8372" y="101813"/>
                </a:cubicBezTo>
                <a:cubicBezTo>
                  <a:pt x="12259" y="101813"/>
                  <a:pt x="14230" y="103670"/>
                  <a:pt x="14230" y="107385"/>
                </a:cubicBezTo>
                <a:cubicBezTo>
                  <a:pt x="14230" y="109071"/>
                  <a:pt x="13745" y="110528"/>
                  <a:pt x="12773" y="111785"/>
                </a:cubicBezTo>
                <a:cubicBezTo>
                  <a:pt x="11801" y="113014"/>
                  <a:pt x="10716" y="113957"/>
                  <a:pt x="9573" y="114557"/>
                </a:cubicBezTo>
                <a:lnTo>
                  <a:pt x="8372" y="1152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2C028-8536-478C-B253-46C58002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618" y="3416970"/>
            <a:ext cx="24803" cy="59322"/>
          </a:xfrm>
          <a:custGeom xmlns:a="http://schemas.openxmlformats.org/drawingml/2006/main">
            <a:pathLst>
              <a:path w="24803" h="59322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972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602" y="0"/>
                  <a:pt x="17717" y="1572"/>
                  <a:pt x="20460" y="4686"/>
                </a:cubicBezTo>
                <a:cubicBezTo>
                  <a:pt x="23231" y="7830"/>
                  <a:pt x="24660" y="13345"/>
                  <a:pt x="24803" y="21231"/>
                </a:cubicBezTo>
                <a:cubicBezTo>
                  <a:pt x="24803" y="25603"/>
                  <a:pt x="24232" y="29889"/>
                  <a:pt x="23117" y="34004"/>
                </a:cubicBezTo>
                <a:cubicBezTo>
                  <a:pt x="21974" y="38148"/>
                  <a:pt x="20660" y="41720"/>
                  <a:pt x="19145" y="44720"/>
                </a:cubicBezTo>
                <a:cubicBezTo>
                  <a:pt x="17659" y="47749"/>
                  <a:pt x="16031" y="50292"/>
                  <a:pt x="14259" y="52435"/>
                </a:cubicBezTo>
                <a:cubicBezTo>
                  <a:pt x="12516" y="54550"/>
                  <a:pt x="11030" y="56264"/>
                  <a:pt x="9744" y="57493"/>
                </a:cubicBezTo>
                <a:cubicBezTo>
                  <a:pt x="8515" y="58750"/>
                  <a:pt x="7687" y="59322"/>
                  <a:pt x="7315" y="59207"/>
                </a:cubicBezTo>
                <a:cubicBezTo>
                  <a:pt x="6829" y="59207"/>
                  <a:pt x="6001" y="58636"/>
                  <a:pt x="4858" y="57493"/>
                </a:cubicBezTo>
                <a:cubicBezTo>
                  <a:pt x="3743" y="56378"/>
                  <a:pt x="3172" y="55550"/>
                  <a:pt x="3172" y="55064"/>
                </a:cubicBezTo>
                <a:cubicBezTo>
                  <a:pt x="3172" y="54550"/>
                  <a:pt x="3886" y="53578"/>
                  <a:pt x="5258" y="52064"/>
                </a:cubicBezTo>
                <a:cubicBezTo>
                  <a:pt x="6629" y="50549"/>
                  <a:pt x="8201" y="48663"/>
                  <a:pt x="9944" y="46434"/>
                </a:cubicBezTo>
                <a:cubicBezTo>
                  <a:pt x="11687" y="44177"/>
                  <a:pt x="13316" y="41034"/>
                  <a:pt x="14830" y="37033"/>
                </a:cubicBezTo>
                <a:cubicBezTo>
                  <a:pt x="16345" y="33004"/>
                  <a:pt x="17345" y="28432"/>
                  <a:pt x="17831" y="23289"/>
                </a:cubicBezTo>
                <a:lnTo>
                  <a:pt x="17831" y="21031"/>
                </a:lnTo>
                <a:lnTo>
                  <a:pt x="17659" y="21231"/>
                </a:lnTo>
                <a:cubicBezTo>
                  <a:pt x="17402" y="21346"/>
                  <a:pt x="17088" y="21488"/>
                  <a:pt x="16716" y="21603"/>
                </a:cubicBezTo>
                <a:cubicBezTo>
                  <a:pt x="16345" y="21717"/>
                  <a:pt x="15973" y="21917"/>
                  <a:pt x="15573" y="22174"/>
                </a:cubicBezTo>
                <a:cubicBezTo>
                  <a:pt x="15202" y="22431"/>
                  <a:pt x="14659" y="22546"/>
                  <a:pt x="13887" y="22546"/>
                </a:cubicBezTo>
                <a:cubicBezTo>
                  <a:pt x="13145" y="22546"/>
                  <a:pt x="12402" y="22603"/>
                  <a:pt x="11630" y="22746"/>
                </a:cubicBezTo>
                <a:cubicBezTo>
                  <a:pt x="8258" y="22746"/>
                  <a:pt x="5515" y="21660"/>
                  <a:pt x="3372" y="19545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5ED0A-308D-4FA9-A1E9-6434A821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618" y="3416970"/>
            <a:ext cx="24803" cy="59322"/>
          </a:xfrm>
          <a:custGeom xmlns:a="http://schemas.openxmlformats.org/drawingml/2006/main">
            <a:pathLst>
              <a:path w="24803" h="59322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972" y="5629"/>
                  <a:pt x="3000" y="3372"/>
                </a:cubicBezTo>
                <a:cubicBezTo>
                  <a:pt x="5001" y="1114"/>
                  <a:pt x="7687" y="0"/>
                  <a:pt x="11087" y="0"/>
                </a:cubicBezTo>
                <a:cubicBezTo>
                  <a:pt x="14602" y="0"/>
                  <a:pt x="17717" y="1572"/>
                  <a:pt x="20460" y="4686"/>
                </a:cubicBezTo>
                <a:cubicBezTo>
                  <a:pt x="23231" y="7830"/>
                  <a:pt x="24660" y="13345"/>
                  <a:pt x="24803" y="21231"/>
                </a:cubicBezTo>
                <a:cubicBezTo>
                  <a:pt x="24803" y="25603"/>
                  <a:pt x="24232" y="29889"/>
                  <a:pt x="23117" y="34004"/>
                </a:cubicBezTo>
                <a:cubicBezTo>
                  <a:pt x="21974" y="38148"/>
                  <a:pt x="20660" y="41720"/>
                  <a:pt x="19145" y="44720"/>
                </a:cubicBezTo>
                <a:cubicBezTo>
                  <a:pt x="17659" y="47749"/>
                  <a:pt x="16031" y="50292"/>
                  <a:pt x="14259" y="52435"/>
                </a:cubicBezTo>
                <a:cubicBezTo>
                  <a:pt x="12516" y="54550"/>
                  <a:pt x="11030" y="56264"/>
                  <a:pt x="9744" y="57493"/>
                </a:cubicBezTo>
                <a:cubicBezTo>
                  <a:pt x="8515" y="58750"/>
                  <a:pt x="7687" y="59322"/>
                  <a:pt x="7315" y="59207"/>
                </a:cubicBezTo>
                <a:cubicBezTo>
                  <a:pt x="6829" y="59207"/>
                  <a:pt x="6001" y="58636"/>
                  <a:pt x="4858" y="57493"/>
                </a:cubicBezTo>
                <a:cubicBezTo>
                  <a:pt x="3743" y="56378"/>
                  <a:pt x="3172" y="55550"/>
                  <a:pt x="3172" y="55064"/>
                </a:cubicBezTo>
                <a:cubicBezTo>
                  <a:pt x="3172" y="54550"/>
                  <a:pt x="3886" y="53578"/>
                  <a:pt x="5258" y="52064"/>
                </a:cubicBezTo>
                <a:cubicBezTo>
                  <a:pt x="6629" y="50549"/>
                  <a:pt x="8201" y="48663"/>
                  <a:pt x="9944" y="46434"/>
                </a:cubicBezTo>
                <a:cubicBezTo>
                  <a:pt x="11687" y="44177"/>
                  <a:pt x="13316" y="41034"/>
                  <a:pt x="14830" y="37033"/>
                </a:cubicBezTo>
                <a:cubicBezTo>
                  <a:pt x="16345" y="33004"/>
                  <a:pt x="17345" y="28432"/>
                  <a:pt x="17831" y="23289"/>
                </a:cubicBezTo>
                <a:lnTo>
                  <a:pt x="17831" y="21031"/>
                </a:lnTo>
                <a:lnTo>
                  <a:pt x="17659" y="21231"/>
                </a:lnTo>
                <a:cubicBezTo>
                  <a:pt x="17402" y="21346"/>
                  <a:pt x="17088" y="21488"/>
                  <a:pt x="16716" y="21603"/>
                </a:cubicBezTo>
                <a:cubicBezTo>
                  <a:pt x="16345" y="21717"/>
                  <a:pt x="15973" y="21917"/>
                  <a:pt x="15573" y="22174"/>
                </a:cubicBezTo>
                <a:cubicBezTo>
                  <a:pt x="15202" y="22431"/>
                  <a:pt x="14659" y="22546"/>
                  <a:pt x="13887" y="22546"/>
                </a:cubicBezTo>
                <a:cubicBezTo>
                  <a:pt x="13145" y="22546"/>
                  <a:pt x="12402" y="22603"/>
                  <a:pt x="11630" y="22746"/>
                </a:cubicBezTo>
                <a:cubicBezTo>
                  <a:pt x="8258" y="22746"/>
                  <a:pt x="5515" y="21660"/>
                  <a:pt x="3372" y="19545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C7C7B-25E6-4DA4-B293-C25E9106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913" y="3356620"/>
            <a:ext cx="74381" cy="85411"/>
          </a:xfrm>
          <a:custGeom xmlns:a="http://schemas.openxmlformats.org/drawingml/2006/main">
            <a:pathLst>
              <a:path w="74381" h="85411">
                <a:moveTo>
                  <a:pt x="0" y="53207"/>
                </a:moveTo>
                <a:cubicBezTo>
                  <a:pt x="0" y="39548"/>
                  <a:pt x="5401" y="27261"/>
                  <a:pt x="16173" y="16345"/>
                </a:cubicBezTo>
                <a:cubicBezTo>
                  <a:pt x="26946" y="5458"/>
                  <a:pt x="38605" y="0"/>
                  <a:pt x="51149" y="0"/>
                </a:cubicBezTo>
                <a:cubicBezTo>
                  <a:pt x="58150" y="0"/>
                  <a:pt x="63665" y="1514"/>
                  <a:pt x="67694" y="4515"/>
                </a:cubicBezTo>
                <a:cubicBezTo>
                  <a:pt x="71695" y="7515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4" y="25575"/>
                </a:cubicBezTo>
                <a:cubicBezTo>
                  <a:pt x="67923" y="28061"/>
                  <a:pt x="64922" y="29375"/>
                  <a:pt x="61293" y="29518"/>
                </a:cubicBezTo>
                <a:cubicBezTo>
                  <a:pt x="58922" y="29518"/>
                  <a:pt x="57007" y="28889"/>
                  <a:pt x="55636" y="27632"/>
                </a:cubicBezTo>
                <a:cubicBezTo>
                  <a:pt x="54264" y="26375"/>
                  <a:pt x="53578" y="24489"/>
                  <a:pt x="53578" y="22003"/>
                </a:cubicBezTo>
                <a:cubicBezTo>
                  <a:pt x="53578" y="19488"/>
                  <a:pt x="54264" y="17345"/>
                  <a:pt x="55636" y="15602"/>
                </a:cubicBezTo>
                <a:cubicBezTo>
                  <a:pt x="57007" y="13859"/>
                  <a:pt x="58407" y="12516"/>
                  <a:pt x="59779" y="11659"/>
                </a:cubicBezTo>
                <a:cubicBezTo>
                  <a:pt x="61150" y="10773"/>
                  <a:pt x="62036" y="10401"/>
                  <a:pt x="62408" y="10544"/>
                </a:cubicBezTo>
                <a:lnTo>
                  <a:pt x="62608" y="10544"/>
                </a:lnTo>
                <a:cubicBezTo>
                  <a:pt x="62608" y="10287"/>
                  <a:pt x="62236" y="9916"/>
                  <a:pt x="61465" y="9401"/>
                </a:cubicBezTo>
                <a:cubicBezTo>
                  <a:pt x="60722" y="8915"/>
                  <a:pt x="59407" y="8401"/>
                  <a:pt x="57521" y="7887"/>
                </a:cubicBezTo>
                <a:cubicBezTo>
                  <a:pt x="55636" y="7401"/>
                  <a:pt x="53521" y="7144"/>
                  <a:pt x="51149" y="7144"/>
                </a:cubicBezTo>
                <a:cubicBezTo>
                  <a:pt x="47377" y="7144"/>
                  <a:pt x="43805" y="8030"/>
                  <a:pt x="40434" y="9773"/>
                </a:cubicBezTo>
                <a:cubicBezTo>
                  <a:pt x="37776" y="10887"/>
                  <a:pt x="35090" y="12830"/>
                  <a:pt x="32347" y="15602"/>
                </a:cubicBezTo>
                <a:cubicBezTo>
                  <a:pt x="26832" y="21117"/>
                  <a:pt x="22831" y="28889"/>
                  <a:pt x="20317" y="38919"/>
                </a:cubicBezTo>
                <a:cubicBezTo>
                  <a:pt x="17802" y="48949"/>
                  <a:pt x="16488" y="56207"/>
                  <a:pt x="16345" y="60722"/>
                </a:cubicBezTo>
                <a:cubicBezTo>
                  <a:pt x="16345" y="66465"/>
                  <a:pt x="17974" y="70809"/>
                  <a:pt x="21260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49" y="78210"/>
                  <a:pt x="58522" y="72866"/>
                  <a:pt x="67694" y="62236"/>
                </a:cubicBezTo>
                <a:cubicBezTo>
                  <a:pt x="68809" y="60950"/>
                  <a:pt x="69552" y="60350"/>
                  <a:pt x="69923" y="60350"/>
                </a:cubicBezTo>
                <a:cubicBezTo>
                  <a:pt x="70437" y="60350"/>
                  <a:pt x="71266" y="60893"/>
                  <a:pt x="72380" y="62036"/>
                </a:cubicBezTo>
                <a:cubicBezTo>
                  <a:pt x="73495" y="63151"/>
                  <a:pt x="74124" y="64037"/>
                  <a:pt x="74266" y="64665"/>
                </a:cubicBezTo>
                <a:cubicBezTo>
                  <a:pt x="74381" y="65294"/>
                  <a:pt x="73809" y="66237"/>
                  <a:pt x="72580" y="67494"/>
                </a:cubicBezTo>
                <a:cubicBezTo>
                  <a:pt x="71295" y="68723"/>
                  <a:pt x="69494" y="70495"/>
                  <a:pt x="67123" y="72752"/>
                </a:cubicBezTo>
                <a:cubicBezTo>
                  <a:pt x="64722" y="75009"/>
                  <a:pt x="61922" y="76867"/>
                  <a:pt x="58664" y="78381"/>
                </a:cubicBezTo>
                <a:cubicBezTo>
                  <a:pt x="55378" y="79896"/>
                  <a:pt x="51378" y="81467"/>
                  <a:pt x="46634" y="83096"/>
                </a:cubicBezTo>
                <a:cubicBezTo>
                  <a:pt x="41862" y="84725"/>
                  <a:pt x="36862" y="85411"/>
                  <a:pt x="31575" y="85154"/>
                </a:cubicBezTo>
                <a:cubicBezTo>
                  <a:pt x="22174" y="85154"/>
                  <a:pt x="14602" y="82153"/>
                  <a:pt x="8858" y="76124"/>
                </a:cubicBezTo>
                <a:cubicBezTo>
                  <a:pt x="3086" y="70123"/>
                  <a:pt x="143" y="62465"/>
                  <a:pt x="0" y="5320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C27CC-4B49-44EC-B593-CD734675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913" y="3356620"/>
            <a:ext cx="74381" cy="85411"/>
          </a:xfrm>
          <a:custGeom xmlns:a="http://schemas.openxmlformats.org/drawingml/2006/main">
            <a:pathLst>
              <a:path w="74381" h="85411" fill="none">
                <a:moveTo>
                  <a:pt x="0" y="53207"/>
                </a:moveTo>
                <a:cubicBezTo>
                  <a:pt x="0" y="39548"/>
                  <a:pt x="5401" y="27261"/>
                  <a:pt x="16173" y="16345"/>
                </a:cubicBezTo>
                <a:cubicBezTo>
                  <a:pt x="26946" y="5458"/>
                  <a:pt x="38605" y="0"/>
                  <a:pt x="51149" y="0"/>
                </a:cubicBezTo>
                <a:cubicBezTo>
                  <a:pt x="58150" y="0"/>
                  <a:pt x="63665" y="1514"/>
                  <a:pt x="67694" y="4515"/>
                </a:cubicBezTo>
                <a:cubicBezTo>
                  <a:pt x="71695" y="7515"/>
                  <a:pt x="73752" y="11459"/>
                  <a:pt x="73866" y="16345"/>
                </a:cubicBezTo>
                <a:cubicBezTo>
                  <a:pt x="73866" y="19974"/>
                  <a:pt x="72695" y="23060"/>
                  <a:pt x="70294" y="25575"/>
                </a:cubicBezTo>
                <a:cubicBezTo>
                  <a:pt x="67923" y="28061"/>
                  <a:pt x="64922" y="29375"/>
                  <a:pt x="61293" y="29518"/>
                </a:cubicBezTo>
                <a:cubicBezTo>
                  <a:pt x="58922" y="29518"/>
                  <a:pt x="57007" y="28889"/>
                  <a:pt x="55636" y="27632"/>
                </a:cubicBezTo>
                <a:cubicBezTo>
                  <a:pt x="54264" y="26375"/>
                  <a:pt x="53578" y="24489"/>
                  <a:pt x="53578" y="22003"/>
                </a:cubicBezTo>
                <a:cubicBezTo>
                  <a:pt x="53578" y="19488"/>
                  <a:pt x="54264" y="17345"/>
                  <a:pt x="55636" y="15602"/>
                </a:cubicBezTo>
                <a:cubicBezTo>
                  <a:pt x="57007" y="13859"/>
                  <a:pt x="58407" y="12516"/>
                  <a:pt x="59779" y="11659"/>
                </a:cubicBezTo>
                <a:cubicBezTo>
                  <a:pt x="61150" y="10773"/>
                  <a:pt x="62036" y="10401"/>
                  <a:pt x="62408" y="10544"/>
                </a:cubicBezTo>
                <a:lnTo>
                  <a:pt x="62608" y="10544"/>
                </a:lnTo>
                <a:cubicBezTo>
                  <a:pt x="62608" y="10287"/>
                  <a:pt x="62236" y="9916"/>
                  <a:pt x="61465" y="9401"/>
                </a:cubicBezTo>
                <a:cubicBezTo>
                  <a:pt x="60722" y="8915"/>
                  <a:pt x="59407" y="8401"/>
                  <a:pt x="57521" y="7887"/>
                </a:cubicBezTo>
                <a:cubicBezTo>
                  <a:pt x="55636" y="7401"/>
                  <a:pt x="53521" y="7144"/>
                  <a:pt x="51149" y="7144"/>
                </a:cubicBezTo>
                <a:cubicBezTo>
                  <a:pt x="47377" y="7144"/>
                  <a:pt x="43805" y="8030"/>
                  <a:pt x="40434" y="9773"/>
                </a:cubicBezTo>
                <a:cubicBezTo>
                  <a:pt x="37776" y="10887"/>
                  <a:pt x="35090" y="12830"/>
                  <a:pt x="32347" y="15602"/>
                </a:cubicBezTo>
                <a:cubicBezTo>
                  <a:pt x="26832" y="21117"/>
                  <a:pt x="22831" y="28889"/>
                  <a:pt x="20317" y="38919"/>
                </a:cubicBezTo>
                <a:cubicBezTo>
                  <a:pt x="17802" y="48949"/>
                  <a:pt x="16488" y="56207"/>
                  <a:pt x="16345" y="60722"/>
                </a:cubicBezTo>
                <a:cubicBezTo>
                  <a:pt x="16345" y="66465"/>
                  <a:pt x="17974" y="70809"/>
                  <a:pt x="21260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49" y="78210"/>
                  <a:pt x="58522" y="72866"/>
                  <a:pt x="67694" y="62236"/>
                </a:cubicBezTo>
                <a:cubicBezTo>
                  <a:pt x="68809" y="60950"/>
                  <a:pt x="69552" y="60350"/>
                  <a:pt x="69923" y="60350"/>
                </a:cubicBezTo>
                <a:cubicBezTo>
                  <a:pt x="70437" y="60350"/>
                  <a:pt x="71266" y="60893"/>
                  <a:pt x="72380" y="62036"/>
                </a:cubicBezTo>
                <a:cubicBezTo>
                  <a:pt x="73495" y="63151"/>
                  <a:pt x="74124" y="64037"/>
                  <a:pt x="74266" y="64665"/>
                </a:cubicBezTo>
                <a:cubicBezTo>
                  <a:pt x="74381" y="65294"/>
                  <a:pt x="73809" y="66237"/>
                  <a:pt x="72580" y="67494"/>
                </a:cubicBezTo>
                <a:cubicBezTo>
                  <a:pt x="71295" y="68723"/>
                  <a:pt x="69494" y="70495"/>
                  <a:pt x="67123" y="72752"/>
                </a:cubicBezTo>
                <a:cubicBezTo>
                  <a:pt x="64722" y="75009"/>
                  <a:pt x="61922" y="76867"/>
                  <a:pt x="58664" y="78381"/>
                </a:cubicBezTo>
                <a:cubicBezTo>
                  <a:pt x="55378" y="79896"/>
                  <a:pt x="51378" y="81467"/>
                  <a:pt x="46634" y="83096"/>
                </a:cubicBezTo>
                <a:cubicBezTo>
                  <a:pt x="41862" y="84725"/>
                  <a:pt x="36862" y="85411"/>
                  <a:pt x="31575" y="85154"/>
                </a:cubicBezTo>
                <a:cubicBezTo>
                  <a:pt x="22174" y="85154"/>
                  <a:pt x="14602" y="82153"/>
                  <a:pt x="8858" y="76124"/>
                </a:cubicBezTo>
                <a:cubicBezTo>
                  <a:pt x="3086" y="70123"/>
                  <a:pt x="143" y="62465"/>
                  <a:pt x="0" y="532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BA7BA-126B-45E6-90BB-75400747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295" y="3379394"/>
            <a:ext cx="55950" cy="91440"/>
          </a:xfrm>
          <a:custGeom xmlns:a="http://schemas.openxmlformats.org/drawingml/2006/main">
            <a:pathLst>
              <a:path w="55950" h="91440">
                <a:moveTo>
                  <a:pt x="7572" y="10773"/>
                </a:moveTo>
                <a:cubicBezTo>
                  <a:pt x="12544" y="3572"/>
                  <a:pt x="19317" y="0"/>
                  <a:pt x="27918" y="0"/>
                </a:cubicBezTo>
                <a:cubicBezTo>
                  <a:pt x="32175" y="0"/>
                  <a:pt x="36433" y="1143"/>
                  <a:pt x="40691" y="3458"/>
                </a:cubicBezTo>
                <a:cubicBezTo>
                  <a:pt x="44920" y="5744"/>
                  <a:pt x="48377" y="9830"/>
                  <a:pt x="51035" y="15659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722"/>
                  <a:pt x="54064" y="70209"/>
                  <a:pt x="50235" y="77467"/>
                </a:cubicBezTo>
                <a:cubicBezTo>
                  <a:pt x="48463" y="81182"/>
                  <a:pt x="46034" y="84153"/>
                  <a:pt x="42948" y="86382"/>
                </a:cubicBezTo>
                <a:cubicBezTo>
                  <a:pt x="39834" y="88583"/>
                  <a:pt x="37119" y="89954"/>
                  <a:pt x="34833" y="90497"/>
                </a:cubicBezTo>
                <a:cubicBezTo>
                  <a:pt x="32518" y="91040"/>
                  <a:pt x="30261" y="91354"/>
                  <a:pt x="28061" y="91440"/>
                </a:cubicBezTo>
                <a:cubicBezTo>
                  <a:pt x="25746" y="91440"/>
                  <a:pt x="23460" y="91154"/>
                  <a:pt x="21146" y="90640"/>
                </a:cubicBezTo>
                <a:cubicBezTo>
                  <a:pt x="18831" y="90097"/>
                  <a:pt x="16145" y="88697"/>
                  <a:pt x="13030" y="86382"/>
                </a:cubicBezTo>
                <a:cubicBezTo>
                  <a:pt x="9916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43" y="18831"/>
                  <a:pt x="7572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15"/>
                  <a:pt x="28061" y="4915"/>
                </a:cubicBezTo>
                <a:cubicBezTo>
                  <a:pt x="24317" y="4915"/>
                  <a:pt x="21146" y="6344"/>
                  <a:pt x="18488" y="9173"/>
                </a:cubicBezTo>
                <a:cubicBezTo>
                  <a:pt x="16259" y="11459"/>
                  <a:pt x="14802" y="14659"/>
                  <a:pt x="14087" y="18745"/>
                </a:cubicBezTo>
                <a:cubicBezTo>
                  <a:pt x="13402" y="22803"/>
                  <a:pt x="13030" y="31318"/>
                  <a:pt x="13030" y="44234"/>
                </a:cubicBezTo>
                <a:cubicBezTo>
                  <a:pt x="13030" y="58236"/>
                  <a:pt x="13402" y="67466"/>
                  <a:pt x="14087" y="71895"/>
                </a:cubicBezTo>
                <a:cubicBezTo>
                  <a:pt x="14802" y="76324"/>
                  <a:pt x="16402" y="79810"/>
                  <a:pt x="18888" y="82382"/>
                </a:cubicBezTo>
                <a:cubicBezTo>
                  <a:pt x="21346" y="85039"/>
                  <a:pt x="24432" y="86382"/>
                  <a:pt x="28061" y="86382"/>
                </a:cubicBezTo>
                <a:cubicBezTo>
                  <a:pt x="31604" y="86382"/>
                  <a:pt x="34604" y="85039"/>
                  <a:pt x="37090" y="82382"/>
                </a:cubicBezTo>
                <a:cubicBezTo>
                  <a:pt x="39662" y="79724"/>
                  <a:pt x="41262" y="76009"/>
                  <a:pt x="41862" y="71237"/>
                </a:cubicBezTo>
                <a:cubicBezTo>
                  <a:pt x="42491" y="66437"/>
                  <a:pt x="42834" y="57464"/>
                  <a:pt x="42948" y="44234"/>
                </a:cubicBezTo>
                <a:cubicBezTo>
                  <a:pt x="42948" y="31404"/>
                  <a:pt x="42577" y="22946"/>
                  <a:pt x="41862" y="18859"/>
                </a:cubicBezTo>
                <a:cubicBezTo>
                  <a:pt x="41148" y="14802"/>
                  <a:pt x="39691" y="11544"/>
                  <a:pt x="37490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C3108-7326-4EB5-99F3-37B6D28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295" y="3379394"/>
            <a:ext cx="55950" cy="91440"/>
          </a:xfrm>
          <a:custGeom xmlns:a="http://schemas.openxmlformats.org/drawingml/2006/main">
            <a:pathLst>
              <a:path w="55950" h="91440" fill="none">
                <a:moveTo>
                  <a:pt x="7572" y="10773"/>
                </a:moveTo>
                <a:cubicBezTo>
                  <a:pt x="12544" y="3572"/>
                  <a:pt x="19317" y="0"/>
                  <a:pt x="27918" y="0"/>
                </a:cubicBezTo>
                <a:cubicBezTo>
                  <a:pt x="32175" y="0"/>
                  <a:pt x="36433" y="1143"/>
                  <a:pt x="40691" y="3458"/>
                </a:cubicBezTo>
                <a:cubicBezTo>
                  <a:pt x="44920" y="5744"/>
                  <a:pt x="48377" y="9830"/>
                  <a:pt x="51035" y="15659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722"/>
                  <a:pt x="54064" y="70209"/>
                  <a:pt x="50235" y="77467"/>
                </a:cubicBezTo>
                <a:cubicBezTo>
                  <a:pt x="48463" y="81182"/>
                  <a:pt x="46034" y="84153"/>
                  <a:pt x="42948" y="86382"/>
                </a:cubicBezTo>
                <a:cubicBezTo>
                  <a:pt x="39834" y="88583"/>
                  <a:pt x="37119" y="89954"/>
                  <a:pt x="34833" y="90497"/>
                </a:cubicBezTo>
                <a:cubicBezTo>
                  <a:pt x="32518" y="91040"/>
                  <a:pt x="30261" y="91354"/>
                  <a:pt x="28061" y="91440"/>
                </a:cubicBezTo>
                <a:cubicBezTo>
                  <a:pt x="25746" y="91440"/>
                  <a:pt x="23460" y="91154"/>
                  <a:pt x="21146" y="90640"/>
                </a:cubicBezTo>
                <a:cubicBezTo>
                  <a:pt x="18831" y="90097"/>
                  <a:pt x="16145" y="88697"/>
                  <a:pt x="13030" y="86382"/>
                </a:cubicBezTo>
                <a:cubicBezTo>
                  <a:pt x="9916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43" y="18831"/>
                  <a:pt x="7572" y="10773"/>
                </a:cubicBezTo>
                <a:close/>
                <a:moveTo>
                  <a:pt x="37490" y="9173"/>
                </a:moveTo>
                <a:cubicBezTo>
                  <a:pt x="34833" y="6344"/>
                  <a:pt x="31690" y="4915"/>
                  <a:pt x="28061" y="4915"/>
                </a:cubicBezTo>
                <a:cubicBezTo>
                  <a:pt x="24317" y="4915"/>
                  <a:pt x="21146" y="6344"/>
                  <a:pt x="18488" y="9173"/>
                </a:cubicBezTo>
                <a:cubicBezTo>
                  <a:pt x="16259" y="11459"/>
                  <a:pt x="14802" y="14659"/>
                  <a:pt x="14087" y="18745"/>
                </a:cubicBezTo>
                <a:cubicBezTo>
                  <a:pt x="13402" y="22803"/>
                  <a:pt x="13030" y="31318"/>
                  <a:pt x="13030" y="44234"/>
                </a:cubicBezTo>
                <a:cubicBezTo>
                  <a:pt x="13030" y="58236"/>
                  <a:pt x="13402" y="67466"/>
                  <a:pt x="14087" y="71895"/>
                </a:cubicBezTo>
                <a:cubicBezTo>
                  <a:pt x="14802" y="76324"/>
                  <a:pt x="16402" y="79810"/>
                  <a:pt x="18888" y="82382"/>
                </a:cubicBezTo>
                <a:cubicBezTo>
                  <a:pt x="21346" y="85039"/>
                  <a:pt x="24432" y="86382"/>
                  <a:pt x="28061" y="86382"/>
                </a:cubicBezTo>
                <a:cubicBezTo>
                  <a:pt x="31604" y="86382"/>
                  <a:pt x="34604" y="85039"/>
                  <a:pt x="37090" y="82382"/>
                </a:cubicBezTo>
                <a:cubicBezTo>
                  <a:pt x="39662" y="79724"/>
                  <a:pt x="41262" y="76009"/>
                  <a:pt x="41862" y="71237"/>
                </a:cubicBezTo>
                <a:cubicBezTo>
                  <a:pt x="42491" y="66437"/>
                  <a:pt x="42834" y="57464"/>
                  <a:pt x="42948" y="44234"/>
                </a:cubicBezTo>
                <a:cubicBezTo>
                  <a:pt x="42948" y="31404"/>
                  <a:pt x="42577" y="22946"/>
                  <a:pt x="41862" y="18859"/>
                </a:cubicBezTo>
                <a:cubicBezTo>
                  <a:pt x="41148" y="14802"/>
                  <a:pt x="39691" y="11544"/>
                  <a:pt x="37490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E6DC1-4DBA-49F9-8D76-F73DD282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5" y="3298727"/>
            <a:ext cx="42034" cy="187966"/>
          </a:xfrm>
          <a:custGeom xmlns:a="http://schemas.openxmlformats.org/drawingml/2006/main">
            <a:pathLst>
              <a:path w="42034" h="187966">
                <a:moveTo>
                  <a:pt x="0" y="3372"/>
                </a:moveTo>
                <a:cubicBezTo>
                  <a:pt x="114" y="2515"/>
                  <a:pt x="514" y="1743"/>
                  <a:pt x="1114" y="1114"/>
                </a:cubicBezTo>
                <a:cubicBezTo>
                  <a:pt x="1743" y="514"/>
                  <a:pt x="2629" y="114"/>
                  <a:pt x="3772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44" y="2743"/>
                  <a:pt x="13230" y="18174"/>
                  <a:pt x="24632" y="48120"/>
                </a:cubicBezTo>
                <a:cubicBezTo>
                  <a:pt x="36033" y="78067"/>
                  <a:pt x="41777" y="93355"/>
                  <a:pt x="41920" y="93983"/>
                </a:cubicBezTo>
                <a:cubicBezTo>
                  <a:pt x="42034" y="94612"/>
                  <a:pt x="36347" y="109899"/>
                  <a:pt x="24803" y="139846"/>
                </a:cubicBezTo>
                <a:cubicBezTo>
                  <a:pt x="13287" y="169793"/>
                  <a:pt x="7344" y="185223"/>
                  <a:pt x="6944" y="186080"/>
                </a:cubicBezTo>
                <a:cubicBezTo>
                  <a:pt x="6086" y="187338"/>
                  <a:pt x="5001" y="187966"/>
                  <a:pt x="3772" y="187966"/>
                </a:cubicBezTo>
                <a:cubicBezTo>
                  <a:pt x="2743" y="187966"/>
                  <a:pt x="1943" y="187652"/>
                  <a:pt x="1314" y="187023"/>
                </a:cubicBezTo>
                <a:cubicBezTo>
                  <a:pt x="686" y="186395"/>
                  <a:pt x="257" y="185595"/>
                  <a:pt x="0" y="184595"/>
                </a:cubicBezTo>
                <a:cubicBezTo>
                  <a:pt x="0" y="183966"/>
                  <a:pt x="5629" y="168735"/>
                  <a:pt x="16916" y="138903"/>
                </a:cubicBezTo>
                <a:cubicBezTo>
                  <a:pt x="28318" y="109214"/>
                  <a:pt x="34033" y="94240"/>
                  <a:pt x="34033" y="93983"/>
                </a:cubicBezTo>
                <a:cubicBezTo>
                  <a:pt x="34033" y="93726"/>
                  <a:pt x="28318" y="78753"/>
                  <a:pt x="16916" y="49063"/>
                </a:cubicBezTo>
                <a:cubicBezTo>
                  <a:pt x="5629" y="19231"/>
                  <a:pt x="0" y="4001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3335D-07D2-4656-9FAF-DAB8AD9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305" y="3298727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0" y="3372"/>
                </a:moveTo>
                <a:cubicBezTo>
                  <a:pt x="114" y="2515"/>
                  <a:pt x="514" y="1743"/>
                  <a:pt x="1114" y="1114"/>
                </a:cubicBezTo>
                <a:cubicBezTo>
                  <a:pt x="1743" y="514"/>
                  <a:pt x="2629" y="114"/>
                  <a:pt x="3772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44" y="2743"/>
                  <a:pt x="13230" y="18174"/>
                  <a:pt x="24632" y="48120"/>
                </a:cubicBezTo>
                <a:cubicBezTo>
                  <a:pt x="36033" y="78067"/>
                  <a:pt x="41777" y="93355"/>
                  <a:pt x="41920" y="93983"/>
                </a:cubicBezTo>
                <a:cubicBezTo>
                  <a:pt x="42034" y="94612"/>
                  <a:pt x="36347" y="109899"/>
                  <a:pt x="24803" y="139846"/>
                </a:cubicBezTo>
                <a:cubicBezTo>
                  <a:pt x="13287" y="169793"/>
                  <a:pt x="7344" y="185223"/>
                  <a:pt x="6944" y="186080"/>
                </a:cubicBezTo>
                <a:cubicBezTo>
                  <a:pt x="6086" y="187338"/>
                  <a:pt x="5001" y="187966"/>
                  <a:pt x="3772" y="187966"/>
                </a:cubicBezTo>
                <a:cubicBezTo>
                  <a:pt x="2743" y="187966"/>
                  <a:pt x="1943" y="187652"/>
                  <a:pt x="1314" y="187023"/>
                </a:cubicBezTo>
                <a:cubicBezTo>
                  <a:pt x="686" y="186395"/>
                  <a:pt x="257" y="185595"/>
                  <a:pt x="0" y="184595"/>
                </a:cubicBezTo>
                <a:cubicBezTo>
                  <a:pt x="0" y="183966"/>
                  <a:pt x="5629" y="168735"/>
                  <a:pt x="16916" y="138903"/>
                </a:cubicBezTo>
                <a:cubicBezTo>
                  <a:pt x="28318" y="109214"/>
                  <a:pt x="34033" y="94240"/>
                  <a:pt x="34033" y="93983"/>
                </a:cubicBezTo>
                <a:cubicBezTo>
                  <a:pt x="34033" y="93726"/>
                  <a:pt x="28318" y="78753"/>
                  <a:pt x="16916" y="49063"/>
                </a:cubicBezTo>
                <a:cubicBezTo>
                  <a:pt x="5629" y="19231"/>
                  <a:pt x="0" y="4001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19943-B3DF-47CA-A528-11A11584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612" y="3780244"/>
            <a:ext cx="851649" cy="18745"/>
          </a:xfrm>
          <a:custGeom xmlns:a="http://schemas.openxmlformats.org/drawingml/2006/main">
            <a:pathLst>
              <a:path w="851649" h="18745">
                <a:moveTo>
                  <a:pt x="114" y="0"/>
                </a:moveTo>
                <a:lnTo>
                  <a:pt x="11630" y="86"/>
                </a:lnTo>
                <a:lnTo>
                  <a:pt x="11544" y="12487"/>
                </a:lnTo>
                <a:lnTo>
                  <a:pt x="0" y="12373"/>
                </a:lnTo>
                <a:lnTo>
                  <a:pt x="114" y="0"/>
                </a:lnTo>
                <a:close/>
                <a:moveTo>
                  <a:pt x="48520" y="371"/>
                </a:moveTo>
                <a:lnTo>
                  <a:pt x="60522" y="457"/>
                </a:lnTo>
                <a:lnTo>
                  <a:pt x="60436" y="12830"/>
                </a:lnTo>
                <a:lnTo>
                  <a:pt x="48435" y="12744"/>
                </a:lnTo>
                <a:lnTo>
                  <a:pt x="48520" y="371"/>
                </a:lnTo>
                <a:close/>
                <a:moveTo>
                  <a:pt x="96355" y="714"/>
                </a:moveTo>
                <a:lnTo>
                  <a:pt x="110128" y="829"/>
                </a:lnTo>
                <a:lnTo>
                  <a:pt x="110042" y="13202"/>
                </a:lnTo>
                <a:lnTo>
                  <a:pt x="96241" y="13087"/>
                </a:lnTo>
                <a:lnTo>
                  <a:pt x="96355" y="714"/>
                </a:lnTo>
                <a:close/>
                <a:moveTo>
                  <a:pt x="145875" y="1086"/>
                </a:moveTo>
                <a:lnTo>
                  <a:pt x="157848" y="1172"/>
                </a:lnTo>
                <a:lnTo>
                  <a:pt x="157734" y="13545"/>
                </a:lnTo>
                <a:lnTo>
                  <a:pt x="145790" y="13459"/>
                </a:lnTo>
                <a:lnTo>
                  <a:pt x="145875" y="1086"/>
                </a:lnTo>
                <a:close/>
                <a:moveTo>
                  <a:pt x="196510" y="1457"/>
                </a:moveTo>
                <a:lnTo>
                  <a:pt x="210341" y="1572"/>
                </a:lnTo>
                <a:lnTo>
                  <a:pt x="210255" y="13945"/>
                </a:lnTo>
                <a:lnTo>
                  <a:pt x="196425" y="13859"/>
                </a:lnTo>
                <a:lnTo>
                  <a:pt x="196510" y="1457"/>
                </a:lnTo>
                <a:close/>
                <a:moveTo>
                  <a:pt x="245088" y="1829"/>
                </a:moveTo>
                <a:lnTo>
                  <a:pt x="257032" y="1915"/>
                </a:lnTo>
                <a:lnTo>
                  <a:pt x="256946" y="14316"/>
                </a:lnTo>
                <a:lnTo>
                  <a:pt x="244973" y="14202"/>
                </a:lnTo>
                <a:lnTo>
                  <a:pt x="245088" y="1829"/>
                </a:lnTo>
                <a:close/>
                <a:moveTo>
                  <a:pt x="294580" y="2200"/>
                </a:moveTo>
                <a:lnTo>
                  <a:pt x="307696" y="2286"/>
                </a:lnTo>
                <a:lnTo>
                  <a:pt x="307610" y="14659"/>
                </a:lnTo>
                <a:lnTo>
                  <a:pt x="294494" y="14573"/>
                </a:lnTo>
                <a:lnTo>
                  <a:pt x="294580" y="2200"/>
                </a:lnTo>
                <a:close/>
                <a:moveTo>
                  <a:pt x="345757" y="2572"/>
                </a:moveTo>
                <a:lnTo>
                  <a:pt x="357302" y="2657"/>
                </a:lnTo>
                <a:lnTo>
                  <a:pt x="357216" y="15059"/>
                </a:lnTo>
                <a:lnTo>
                  <a:pt x="345643" y="14973"/>
                </a:lnTo>
                <a:lnTo>
                  <a:pt x="345757" y="2572"/>
                </a:lnTo>
                <a:close/>
                <a:moveTo>
                  <a:pt x="393163" y="2943"/>
                </a:moveTo>
                <a:lnTo>
                  <a:pt x="405536" y="3029"/>
                </a:lnTo>
                <a:lnTo>
                  <a:pt x="405422" y="15402"/>
                </a:lnTo>
                <a:lnTo>
                  <a:pt x="393078" y="15316"/>
                </a:lnTo>
                <a:lnTo>
                  <a:pt x="393163" y="2943"/>
                </a:lnTo>
                <a:close/>
                <a:moveTo>
                  <a:pt x="443655" y="3315"/>
                </a:moveTo>
                <a:lnTo>
                  <a:pt x="456771" y="3400"/>
                </a:lnTo>
                <a:lnTo>
                  <a:pt x="456686" y="15802"/>
                </a:lnTo>
                <a:lnTo>
                  <a:pt x="443570" y="15688"/>
                </a:lnTo>
                <a:lnTo>
                  <a:pt x="443655" y="3315"/>
                </a:lnTo>
                <a:close/>
                <a:moveTo>
                  <a:pt x="494405" y="3686"/>
                </a:moveTo>
                <a:lnTo>
                  <a:pt x="506092" y="3772"/>
                </a:lnTo>
                <a:lnTo>
                  <a:pt x="505978" y="16145"/>
                </a:lnTo>
                <a:lnTo>
                  <a:pt x="494319" y="16059"/>
                </a:lnTo>
                <a:lnTo>
                  <a:pt x="494405" y="3686"/>
                </a:lnTo>
                <a:close/>
                <a:moveTo>
                  <a:pt x="541953" y="4029"/>
                </a:moveTo>
                <a:lnTo>
                  <a:pt x="554184" y="4115"/>
                </a:lnTo>
                <a:lnTo>
                  <a:pt x="554069" y="16516"/>
                </a:lnTo>
                <a:lnTo>
                  <a:pt x="541868" y="16431"/>
                </a:lnTo>
                <a:lnTo>
                  <a:pt x="541953" y="4029"/>
                </a:lnTo>
                <a:close/>
                <a:moveTo>
                  <a:pt x="591674" y="4401"/>
                </a:moveTo>
                <a:lnTo>
                  <a:pt x="604447" y="4515"/>
                </a:lnTo>
                <a:lnTo>
                  <a:pt x="604361" y="16888"/>
                </a:lnTo>
                <a:lnTo>
                  <a:pt x="591588" y="16802"/>
                </a:lnTo>
                <a:lnTo>
                  <a:pt x="591674" y="4401"/>
                </a:lnTo>
                <a:close/>
                <a:moveTo>
                  <a:pt x="643595" y="4801"/>
                </a:moveTo>
                <a:lnTo>
                  <a:pt x="656282" y="4886"/>
                </a:lnTo>
                <a:lnTo>
                  <a:pt x="656168" y="17259"/>
                </a:lnTo>
                <a:lnTo>
                  <a:pt x="643509" y="17174"/>
                </a:lnTo>
                <a:lnTo>
                  <a:pt x="643595" y="4801"/>
                </a:lnTo>
                <a:close/>
                <a:moveTo>
                  <a:pt x="691515" y="5144"/>
                </a:moveTo>
                <a:lnTo>
                  <a:pt x="703459" y="5229"/>
                </a:lnTo>
                <a:lnTo>
                  <a:pt x="703374" y="17631"/>
                </a:lnTo>
                <a:lnTo>
                  <a:pt x="691429" y="17545"/>
                </a:lnTo>
                <a:lnTo>
                  <a:pt x="691515" y="5144"/>
                </a:lnTo>
                <a:close/>
                <a:moveTo>
                  <a:pt x="739950" y="5515"/>
                </a:moveTo>
                <a:lnTo>
                  <a:pt x="752323" y="5601"/>
                </a:lnTo>
                <a:lnTo>
                  <a:pt x="752237" y="17974"/>
                </a:lnTo>
                <a:lnTo>
                  <a:pt x="739864" y="17888"/>
                </a:lnTo>
                <a:lnTo>
                  <a:pt x="739950" y="5515"/>
                </a:lnTo>
                <a:close/>
                <a:moveTo>
                  <a:pt x="790042" y="5886"/>
                </a:moveTo>
                <a:lnTo>
                  <a:pt x="802815" y="5972"/>
                </a:lnTo>
                <a:lnTo>
                  <a:pt x="802729" y="18374"/>
                </a:lnTo>
                <a:lnTo>
                  <a:pt x="789956" y="18288"/>
                </a:lnTo>
                <a:lnTo>
                  <a:pt x="790042" y="5886"/>
                </a:lnTo>
                <a:close/>
                <a:moveTo>
                  <a:pt x="841762" y="6258"/>
                </a:moveTo>
                <a:lnTo>
                  <a:pt x="851649" y="6344"/>
                </a:lnTo>
                <a:lnTo>
                  <a:pt x="851564" y="18745"/>
                </a:lnTo>
                <a:lnTo>
                  <a:pt x="841677" y="18659"/>
                </a:lnTo>
                <a:lnTo>
                  <a:pt x="841762" y="6258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7F4D2-BF8E-4C9F-9B3C-9E3930DA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688" y="3685804"/>
            <a:ext cx="42005" cy="187738"/>
          </a:xfrm>
          <a:custGeom xmlns:a="http://schemas.openxmlformats.org/drawingml/2006/main">
            <a:pathLst>
              <a:path w="42005" h="187738">
                <a:moveTo>
                  <a:pt x="42005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76" y="187595"/>
                  <a:pt x="38233" y="187738"/>
                </a:cubicBezTo>
                <a:cubicBezTo>
                  <a:pt x="37005" y="187738"/>
                  <a:pt x="35919" y="187109"/>
                  <a:pt x="35062" y="185852"/>
                </a:cubicBezTo>
                <a:cubicBezTo>
                  <a:pt x="34661" y="184966"/>
                  <a:pt x="28804" y="169564"/>
                  <a:pt x="17402" y="139675"/>
                </a:cubicBezTo>
                <a:cubicBezTo>
                  <a:pt x="6029" y="109757"/>
                  <a:pt x="257" y="94469"/>
                  <a:pt x="143" y="93840"/>
                </a:cubicBezTo>
                <a:cubicBezTo>
                  <a:pt x="0" y="93240"/>
                  <a:pt x="5715" y="77953"/>
                  <a:pt x="17202" y="48063"/>
                </a:cubicBezTo>
                <a:cubicBezTo>
                  <a:pt x="28746" y="18145"/>
                  <a:pt x="34661" y="2743"/>
                  <a:pt x="35062" y="1857"/>
                </a:cubicBezTo>
                <a:cubicBezTo>
                  <a:pt x="35433" y="1229"/>
                  <a:pt x="36062" y="686"/>
                  <a:pt x="36919" y="171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14"/>
                  <a:pt x="42005" y="3372"/>
                </a:cubicBezTo>
                <a:cubicBezTo>
                  <a:pt x="42005" y="4001"/>
                  <a:pt x="36376" y="19202"/>
                  <a:pt x="25117" y="49006"/>
                </a:cubicBezTo>
                <a:cubicBezTo>
                  <a:pt x="13716" y="78638"/>
                  <a:pt x="8030" y="93612"/>
                  <a:pt x="8030" y="93840"/>
                </a:cubicBezTo>
                <a:cubicBezTo>
                  <a:pt x="8030" y="94097"/>
                  <a:pt x="13716" y="109071"/>
                  <a:pt x="25117" y="138732"/>
                </a:cubicBezTo>
                <a:cubicBezTo>
                  <a:pt x="36376" y="168507"/>
                  <a:pt x="42005" y="183709"/>
                  <a:pt x="42005" y="18433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CB0A2-4346-4BC8-8B20-C04D2FB0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688" y="3685804"/>
            <a:ext cx="42005" cy="187738"/>
          </a:xfrm>
          <a:custGeom xmlns:a="http://schemas.openxmlformats.org/drawingml/2006/main">
            <a:pathLst>
              <a:path w="42005" h="187738" fill="none">
                <a:moveTo>
                  <a:pt x="42005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76" y="187595"/>
                  <a:pt x="38233" y="187738"/>
                </a:cubicBezTo>
                <a:cubicBezTo>
                  <a:pt x="37005" y="187738"/>
                  <a:pt x="35919" y="187109"/>
                  <a:pt x="35062" y="185852"/>
                </a:cubicBezTo>
                <a:cubicBezTo>
                  <a:pt x="34661" y="184966"/>
                  <a:pt x="28804" y="169564"/>
                  <a:pt x="17402" y="139675"/>
                </a:cubicBezTo>
                <a:cubicBezTo>
                  <a:pt x="6029" y="109757"/>
                  <a:pt x="257" y="94469"/>
                  <a:pt x="143" y="93840"/>
                </a:cubicBezTo>
                <a:cubicBezTo>
                  <a:pt x="0" y="93240"/>
                  <a:pt x="5715" y="77953"/>
                  <a:pt x="17202" y="48063"/>
                </a:cubicBezTo>
                <a:cubicBezTo>
                  <a:pt x="28746" y="18145"/>
                  <a:pt x="34661" y="2743"/>
                  <a:pt x="35062" y="1857"/>
                </a:cubicBezTo>
                <a:cubicBezTo>
                  <a:pt x="35433" y="1229"/>
                  <a:pt x="36062" y="686"/>
                  <a:pt x="36919" y="171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14"/>
                  <a:pt x="42005" y="3372"/>
                </a:cubicBezTo>
                <a:cubicBezTo>
                  <a:pt x="42005" y="4001"/>
                  <a:pt x="36376" y="19202"/>
                  <a:pt x="25117" y="49006"/>
                </a:cubicBezTo>
                <a:cubicBezTo>
                  <a:pt x="13716" y="78638"/>
                  <a:pt x="8030" y="93612"/>
                  <a:pt x="8030" y="93840"/>
                </a:cubicBezTo>
                <a:cubicBezTo>
                  <a:pt x="8030" y="94097"/>
                  <a:pt x="13716" y="109071"/>
                  <a:pt x="25117" y="138732"/>
                </a:cubicBezTo>
                <a:cubicBezTo>
                  <a:pt x="36376" y="168507"/>
                  <a:pt x="42005" y="183709"/>
                  <a:pt x="42005" y="184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1A6E8-CDBF-475F-8274-FC0E8530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123" y="3699491"/>
            <a:ext cx="128245" cy="127102"/>
          </a:xfrm>
          <a:custGeom xmlns:a="http://schemas.openxmlformats.org/drawingml/2006/main">
            <a:pathLst>
              <a:path w="128245" h="127102">
                <a:moveTo>
                  <a:pt x="3572" y="45063"/>
                </a:moveTo>
                <a:cubicBezTo>
                  <a:pt x="1200" y="45063"/>
                  <a:pt x="0" y="44548"/>
                  <a:pt x="0" y="43577"/>
                </a:cubicBezTo>
                <a:cubicBezTo>
                  <a:pt x="0" y="42948"/>
                  <a:pt x="1029" y="39434"/>
                  <a:pt x="3029" y="33061"/>
                </a:cubicBezTo>
                <a:cubicBezTo>
                  <a:pt x="5029" y="26660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2899" y="0"/>
                </a:lnTo>
                <a:lnTo>
                  <a:pt x="119786" y="0"/>
                </a:lnTo>
                <a:cubicBezTo>
                  <a:pt x="123787" y="0"/>
                  <a:pt x="126159" y="57"/>
                  <a:pt x="126930" y="200"/>
                </a:cubicBezTo>
                <a:cubicBezTo>
                  <a:pt x="127673" y="314"/>
                  <a:pt x="128102" y="886"/>
                  <a:pt x="128245" y="1886"/>
                </a:cubicBezTo>
                <a:cubicBezTo>
                  <a:pt x="128245" y="2629"/>
                  <a:pt x="127159" y="9773"/>
                  <a:pt x="125044" y="23289"/>
                </a:cubicBezTo>
                <a:cubicBezTo>
                  <a:pt x="122930" y="36805"/>
                  <a:pt x="121729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86" y="45063"/>
                  <a:pt x="116043" y="45063"/>
                  <a:pt x="115672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77"/>
                </a:lnTo>
                <a:cubicBezTo>
                  <a:pt x="114157" y="42805"/>
                  <a:pt x="114529" y="40005"/>
                  <a:pt x="115272" y="35119"/>
                </a:cubicBezTo>
                <a:cubicBezTo>
                  <a:pt x="116043" y="30232"/>
                  <a:pt x="116415" y="26432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30"/>
                </a:cubicBezTo>
                <a:cubicBezTo>
                  <a:pt x="103013" y="8887"/>
                  <a:pt x="99384" y="8773"/>
                  <a:pt x="92754" y="8630"/>
                </a:cubicBezTo>
                <a:cubicBezTo>
                  <a:pt x="87011" y="8630"/>
                  <a:pt x="83382" y="8715"/>
                  <a:pt x="81867" y="8830"/>
                </a:cubicBezTo>
                <a:cubicBezTo>
                  <a:pt x="80381" y="8944"/>
                  <a:pt x="79238" y="9458"/>
                  <a:pt x="78496" y="10344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407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51" y="118472"/>
                </a:cubicBezTo>
                <a:cubicBezTo>
                  <a:pt x="72552" y="118472"/>
                  <a:pt x="75124" y="118529"/>
                  <a:pt x="76238" y="118643"/>
                </a:cubicBezTo>
                <a:cubicBezTo>
                  <a:pt x="77381" y="118786"/>
                  <a:pt x="77924" y="119358"/>
                  <a:pt x="77924" y="120329"/>
                </a:cubicBezTo>
                <a:cubicBezTo>
                  <a:pt x="77924" y="120987"/>
                  <a:pt x="77724" y="121844"/>
                  <a:pt x="77381" y="122987"/>
                </a:cubicBezTo>
                <a:cubicBezTo>
                  <a:pt x="76867" y="125216"/>
                  <a:pt x="76295" y="126530"/>
                  <a:pt x="75667" y="126902"/>
                </a:cubicBezTo>
                <a:lnTo>
                  <a:pt x="75295" y="127102"/>
                </a:lnTo>
                <a:cubicBezTo>
                  <a:pt x="74924" y="127102"/>
                  <a:pt x="74495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50" y="126787"/>
                  <a:pt x="49892" y="126730"/>
                  <a:pt x="38891" y="126730"/>
                </a:cubicBezTo>
                <a:cubicBezTo>
                  <a:pt x="22717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86" y="123901"/>
                  <a:pt x="4515" y="122044"/>
                </a:cubicBezTo>
                <a:cubicBezTo>
                  <a:pt x="5029" y="120415"/>
                  <a:pt x="5658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46" y="118472"/>
                  <a:pt x="29689" y="117900"/>
                  <a:pt x="31547" y="116786"/>
                </a:cubicBezTo>
                <a:cubicBezTo>
                  <a:pt x="31690" y="116643"/>
                  <a:pt x="31804" y="116586"/>
                  <a:pt x="31918" y="116586"/>
                </a:cubicBezTo>
                <a:cubicBezTo>
                  <a:pt x="32575" y="116215"/>
                  <a:pt x="33176" y="114957"/>
                  <a:pt x="33804" y="112843"/>
                </a:cubicBezTo>
                <a:cubicBezTo>
                  <a:pt x="34433" y="110700"/>
                  <a:pt x="36947" y="100870"/>
                  <a:pt x="41319" y="83353"/>
                </a:cubicBezTo>
                <a:cubicBezTo>
                  <a:pt x="43434" y="74867"/>
                  <a:pt x="45206" y="67894"/>
                  <a:pt x="46577" y="62522"/>
                </a:cubicBezTo>
                <a:cubicBezTo>
                  <a:pt x="55321" y="28118"/>
                  <a:pt x="59722" y="10516"/>
                  <a:pt x="59722" y="9773"/>
                </a:cubicBezTo>
                <a:cubicBezTo>
                  <a:pt x="59722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44"/>
                </a:cubicBezTo>
                <a:cubicBezTo>
                  <a:pt x="26289" y="11201"/>
                  <a:pt x="21917" y="13773"/>
                  <a:pt x="18802" y="17659"/>
                </a:cubicBezTo>
                <a:cubicBezTo>
                  <a:pt x="15659" y="21546"/>
                  <a:pt x="12287" y="28804"/>
                  <a:pt x="8658" y="39434"/>
                </a:cubicBezTo>
                <a:cubicBezTo>
                  <a:pt x="7772" y="42177"/>
                  <a:pt x="7144" y="43805"/>
                  <a:pt x="6772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18570-FD78-45C7-BCDD-9D0D0007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123" y="3699491"/>
            <a:ext cx="128245" cy="127102"/>
          </a:xfrm>
          <a:custGeom xmlns:a="http://schemas.openxmlformats.org/drawingml/2006/main">
            <a:pathLst>
              <a:path w="128245" h="127102" fill="none">
                <a:moveTo>
                  <a:pt x="3572" y="45063"/>
                </a:moveTo>
                <a:cubicBezTo>
                  <a:pt x="1200" y="45063"/>
                  <a:pt x="0" y="44548"/>
                  <a:pt x="0" y="43577"/>
                </a:cubicBezTo>
                <a:cubicBezTo>
                  <a:pt x="0" y="42948"/>
                  <a:pt x="1029" y="39434"/>
                  <a:pt x="3029" y="33061"/>
                </a:cubicBezTo>
                <a:cubicBezTo>
                  <a:pt x="5029" y="26660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2899" y="0"/>
                </a:lnTo>
                <a:lnTo>
                  <a:pt x="119786" y="0"/>
                </a:lnTo>
                <a:cubicBezTo>
                  <a:pt x="123787" y="0"/>
                  <a:pt x="126159" y="57"/>
                  <a:pt x="126930" y="200"/>
                </a:cubicBezTo>
                <a:cubicBezTo>
                  <a:pt x="127673" y="314"/>
                  <a:pt x="128102" y="886"/>
                  <a:pt x="128245" y="1886"/>
                </a:cubicBezTo>
                <a:cubicBezTo>
                  <a:pt x="128245" y="2629"/>
                  <a:pt x="127159" y="9773"/>
                  <a:pt x="125044" y="23289"/>
                </a:cubicBezTo>
                <a:cubicBezTo>
                  <a:pt x="122930" y="36805"/>
                  <a:pt x="121729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86" y="45063"/>
                  <a:pt x="116043" y="45063"/>
                  <a:pt x="115672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77"/>
                </a:lnTo>
                <a:cubicBezTo>
                  <a:pt x="114157" y="42805"/>
                  <a:pt x="114529" y="40005"/>
                  <a:pt x="115272" y="35119"/>
                </a:cubicBezTo>
                <a:cubicBezTo>
                  <a:pt x="116043" y="30232"/>
                  <a:pt x="116415" y="26432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30"/>
                </a:cubicBezTo>
                <a:cubicBezTo>
                  <a:pt x="103013" y="8887"/>
                  <a:pt x="99384" y="8773"/>
                  <a:pt x="92754" y="8630"/>
                </a:cubicBezTo>
                <a:cubicBezTo>
                  <a:pt x="87011" y="8630"/>
                  <a:pt x="83382" y="8715"/>
                  <a:pt x="81867" y="8830"/>
                </a:cubicBezTo>
                <a:cubicBezTo>
                  <a:pt x="80381" y="8944"/>
                  <a:pt x="79238" y="9458"/>
                  <a:pt x="78496" y="10344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407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51" y="118472"/>
                </a:cubicBezTo>
                <a:cubicBezTo>
                  <a:pt x="72552" y="118472"/>
                  <a:pt x="75124" y="118529"/>
                  <a:pt x="76238" y="118643"/>
                </a:cubicBezTo>
                <a:cubicBezTo>
                  <a:pt x="77381" y="118786"/>
                  <a:pt x="77924" y="119358"/>
                  <a:pt x="77924" y="120329"/>
                </a:cubicBezTo>
                <a:cubicBezTo>
                  <a:pt x="77924" y="120987"/>
                  <a:pt x="77724" y="121844"/>
                  <a:pt x="77381" y="122987"/>
                </a:cubicBezTo>
                <a:cubicBezTo>
                  <a:pt x="76867" y="125216"/>
                  <a:pt x="76295" y="126530"/>
                  <a:pt x="75667" y="126902"/>
                </a:cubicBezTo>
                <a:lnTo>
                  <a:pt x="75295" y="127102"/>
                </a:lnTo>
                <a:cubicBezTo>
                  <a:pt x="74924" y="127102"/>
                  <a:pt x="74495" y="127102"/>
                  <a:pt x="73981" y="127102"/>
                </a:cubicBezTo>
                <a:cubicBezTo>
                  <a:pt x="73352" y="127102"/>
                  <a:pt x="70094" y="127044"/>
                  <a:pt x="64208" y="126902"/>
                </a:cubicBezTo>
                <a:cubicBezTo>
                  <a:pt x="58350" y="126787"/>
                  <a:pt x="49892" y="126730"/>
                  <a:pt x="38891" y="126730"/>
                </a:cubicBezTo>
                <a:cubicBezTo>
                  <a:pt x="22717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86" y="123901"/>
                  <a:pt x="4515" y="122044"/>
                </a:cubicBezTo>
                <a:cubicBezTo>
                  <a:pt x="5029" y="120415"/>
                  <a:pt x="5658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46" y="118472"/>
                  <a:pt x="29689" y="117900"/>
                  <a:pt x="31547" y="116786"/>
                </a:cubicBezTo>
                <a:cubicBezTo>
                  <a:pt x="31690" y="116643"/>
                  <a:pt x="31804" y="116586"/>
                  <a:pt x="31918" y="116586"/>
                </a:cubicBezTo>
                <a:cubicBezTo>
                  <a:pt x="32575" y="116215"/>
                  <a:pt x="33176" y="114957"/>
                  <a:pt x="33804" y="112843"/>
                </a:cubicBezTo>
                <a:cubicBezTo>
                  <a:pt x="34433" y="110700"/>
                  <a:pt x="36947" y="100870"/>
                  <a:pt x="41319" y="83353"/>
                </a:cubicBezTo>
                <a:cubicBezTo>
                  <a:pt x="43434" y="74867"/>
                  <a:pt x="45206" y="67894"/>
                  <a:pt x="46577" y="62522"/>
                </a:cubicBezTo>
                <a:cubicBezTo>
                  <a:pt x="55321" y="28118"/>
                  <a:pt x="59722" y="10516"/>
                  <a:pt x="59722" y="9773"/>
                </a:cubicBezTo>
                <a:cubicBezTo>
                  <a:pt x="59722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44"/>
                </a:cubicBezTo>
                <a:cubicBezTo>
                  <a:pt x="26289" y="11201"/>
                  <a:pt x="21917" y="13773"/>
                  <a:pt x="18802" y="17659"/>
                </a:cubicBezTo>
                <a:cubicBezTo>
                  <a:pt x="15659" y="21546"/>
                  <a:pt x="12287" y="28804"/>
                  <a:pt x="8658" y="39434"/>
                </a:cubicBezTo>
                <a:cubicBezTo>
                  <a:pt x="7772" y="42177"/>
                  <a:pt x="7144" y="43805"/>
                  <a:pt x="6772" y="44320"/>
                </a:cubicBezTo>
                <a:cubicBezTo>
                  <a:pt x="6401" y="44806"/>
                  <a:pt x="5515" y="45063"/>
                  <a:pt x="4143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DF940-AA65-4EF0-864B-5F104840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423" y="3796217"/>
            <a:ext cx="62779" cy="59865"/>
          </a:xfrm>
          <a:custGeom xmlns:a="http://schemas.openxmlformats.org/drawingml/2006/main">
            <a:pathLst>
              <a:path w="62779" h="59865">
                <a:moveTo>
                  <a:pt x="0" y="37690"/>
                </a:moveTo>
                <a:cubicBezTo>
                  <a:pt x="0" y="28746"/>
                  <a:pt x="3343" y="20260"/>
                  <a:pt x="10058" y="12230"/>
                </a:cubicBezTo>
                <a:cubicBezTo>
                  <a:pt x="16802" y="4172"/>
                  <a:pt x="24346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20" y="3858"/>
                  <a:pt x="48177" y="2515"/>
                  <a:pt x="50835" y="2515"/>
                </a:cubicBezTo>
                <a:cubicBezTo>
                  <a:pt x="51978" y="2515"/>
                  <a:pt x="52978" y="2886"/>
                  <a:pt x="53864" y="3600"/>
                </a:cubicBezTo>
                <a:cubicBezTo>
                  <a:pt x="54750" y="4286"/>
                  <a:pt x="55207" y="5172"/>
                  <a:pt x="55207" y="6258"/>
                </a:cubicBezTo>
                <a:cubicBezTo>
                  <a:pt x="55207" y="7401"/>
                  <a:pt x="53550" y="14459"/>
                  <a:pt x="50292" y="27461"/>
                </a:cubicBezTo>
                <a:cubicBezTo>
                  <a:pt x="47006" y="40491"/>
                  <a:pt x="45320" y="47835"/>
                  <a:pt x="45234" y="49520"/>
                </a:cubicBezTo>
                <a:cubicBezTo>
                  <a:pt x="45234" y="51721"/>
                  <a:pt x="45549" y="53178"/>
                  <a:pt x="46177" y="53892"/>
                </a:cubicBezTo>
                <a:cubicBezTo>
                  <a:pt x="46806" y="54607"/>
                  <a:pt x="47720" y="55007"/>
                  <a:pt x="48949" y="55093"/>
                </a:cubicBezTo>
                <a:cubicBezTo>
                  <a:pt x="49749" y="55007"/>
                  <a:pt x="50635" y="54607"/>
                  <a:pt x="51606" y="53892"/>
                </a:cubicBezTo>
                <a:cubicBezTo>
                  <a:pt x="53492" y="52121"/>
                  <a:pt x="55293" y="47892"/>
                  <a:pt x="57064" y="41148"/>
                </a:cubicBezTo>
                <a:cubicBezTo>
                  <a:pt x="57579" y="39376"/>
                  <a:pt x="58036" y="38433"/>
                  <a:pt x="58379" y="38348"/>
                </a:cubicBezTo>
                <a:cubicBezTo>
                  <a:pt x="58550" y="38262"/>
                  <a:pt x="59007" y="38233"/>
                  <a:pt x="59693" y="38233"/>
                </a:cubicBezTo>
                <a:lnTo>
                  <a:pt x="60236" y="38233"/>
                </a:lnTo>
                <a:cubicBezTo>
                  <a:pt x="61922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093" y="43005"/>
                </a:cubicBezTo>
                <a:cubicBezTo>
                  <a:pt x="61665" y="44863"/>
                  <a:pt x="60779" y="47263"/>
                  <a:pt x="59436" y="50178"/>
                </a:cubicBezTo>
                <a:cubicBezTo>
                  <a:pt x="58122" y="53092"/>
                  <a:pt x="56693" y="55293"/>
                  <a:pt x="55207" y="56807"/>
                </a:cubicBezTo>
                <a:cubicBezTo>
                  <a:pt x="54035" y="57950"/>
                  <a:pt x="52635" y="58893"/>
                  <a:pt x="50949" y="59607"/>
                </a:cubicBezTo>
                <a:cubicBezTo>
                  <a:pt x="50235" y="59779"/>
                  <a:pt x="49178" y="59865"/>
                  <a:pt x="47777" y="59865"/>
                </a:cubicBezTo>
                <a:cubicBezTo>
                  <a:pt x="44748" y="59865"/>
                  <a:pt x="42234" y="59207"/>
                  <a:pt x="40205" y="57864"/>
                </a:cubicBezTo>
                <a:cubicBezTo>
                  <a:pt x="38176" y="56550"/>
                  <a:pt x="36833" y="55178"/>
                  <a:pt x="36233" y="53750"/>
                </a:cubicBezTo>
                <a:lnTo>
                  <a:pt x="35404" y="51749"/>
                </a:lnTo>
                <a:cubicBezTo>
                  <a:pt x="35319" y="51664"/>
                  <a:pt x="35147" y="51721"/>
                  <a:pt x="34890" y="51892"/>
                </a:cubicBezTo>
                <a:cubicBezTo>
                  <a:pt x="34719" y="52064"/>
                  <a:pt x="34547" y="52264"/>
                  <a:pt x="34347" y="52435"/>
                </a:cubicBezTo>
                <a:cubicBezTo>
                  <a:pt x="29147" y="57379"/>
                  <a:pt x="23832" y="59865"/>
                  <a:pt x="18431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29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19" y="12087"/>
                </a:cubicBezTo>
                <a:cubicBezTo>
                  <a:pt x="41091" y="10658"/>
                  <a:pt x="40062" y="9115"/>
                  <a:pt x="38491" y="7429"/>
                </a:cubicBezTo>
                <a:cubicBezTo>
                  <a:pt x="36890" y="5744"/>
                  <a:pt x="34862" y="4858"/>
                  <a:pt x="32375" y="4772"/>
                </a:cubicBezTo>
                <a:cubicBezTo>
                  <a:pt x="29261" y="4772"/>
                  <a:pt x="26318" y="6144"/>
                  <a:pt x="23489" y="8887"/>
                </a:cubicBezTo>
                <a:cubicBezTo>
                  <a:pt x="20660" y="11630"/>
                  <a:pt x="18431" y="15230"/>
                  <a:pt x="16831" y="19660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91"/>
                  <a:pt x="11401" y="42177"/>
                  <a:pt x="11401" y="42891"/>
                </a:cubicBezTo>
                <a:cubicBezTo>
                  <a:pt x="11401" y="43577"/>
                  <a:pt x="11344" y="44120"/>
                  <a:pt x="11259" y="44463"/>
                </a:cubicBezTo>
                <a:cubicBezTo>
                  <a:pt x="11259" y="48435"/>
                  <a:pt x="12059" y="51206"/>
                  <a:pt x="13659" y="52692"/>
                </a:cubicBezTo>
                <a:cubicBezTo>
                  <a:pt x="15259" y="54207"/>
                  <a:pt x="17145" y="55007"/>
                  <a:pt x="19374" y="55093"/>
                </a:cubicBezTo>
                <a:cubicBezTo>
                  <a:pt x="22717" y="55093"/>
                  <a:pt x="26032" y="53635"/>
                  <a:pt x="29318" y="50692"/>
                </a:cubicBezTo>
                <a:cubicBezTo>
                  <a:pt x="32604" y="47777"/>
                  <a:pt x="34547" y="45549"/>
                  <a:pt x="35147" y="43948"/>
                </a:cubicBezTo>
                <a:cubicBezTo>
                  <a:pt x="35319" y="43577"/>
                  <a:pt x="36519" y="38862"/>
                  <a:pt x="38748" y="29747"/>
                </a:cubicBezTo>
                <a:cubicBezTo>
                  <a:pt x="40948" y="20631"/>
                  <a:pt x="42091" y="15716"/>
                  <a:pt x="42205" y="1500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ACACF-460C-44D5-AAD2-C5BCF561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423" y="3796217"/>
            <a:ext cx="62779" cy="59865"/>
          </a:xfrm>
          <a:custGeom xmlns:a="http://schemas.openxmlformats.org/drawingml/2006/main">
            <a:pathLst>
              <a:path w="62779" h="59865" fill="none">
                <a:moveTo>
                  <a:pt x="0" y="37690"/>
                </a:moveTo>
                <a:cubicBezTo>
                  <a:pt x="0" y="28746"/>
                  <a:pt x="3343" y="20260"/>
                  <a:pt x="10058" y="12230"/>
                </a:cubicBezTo>
                <a:cubicBezTo>
                  <a:pt x="16802" y="4172"/>
                  <a:pt x="24346" y="86"/>
                  <a:pt x="32776" y="0"/>
                </a:cubicBezTo>
                <a:cubicBezTo>
                  <a:pt x="37290" y="0"/>
                  <a:pt x="41262" y="2172"/>
                  <a:pt x="44720" y="6515"/>
                </a:cubicBezTo>
                <a:cubicBezTo>
                  <a:pt x="46120" y="3858"/>
                  <a:pt x="48177" y="2515"/>
                  <a:pt x="50835" y="2515"/>
                </a:cubicBezTo>
                <a:cubicBezTo>
                  <a:pt x="51978" y="2515"/>
                  <a:pt x="52978" y="2886"/>
                  <a:pt x="53864" y="3600"/>
                </a:cubicBezTo>
                <a:cubicBezTo>
                  <a:pt x="54750" y="4286"/>
                  <a:pt x="55207" y="5172"/>
                  <a:pt x="55207" y="6258"/>
                </a:cubicBezTo>
                <a:cubicBezTo>
                  <a:pt x="55207" y="7401"/>
                  <a:pt x="53550" y="14459"/>
                  <a:pt x="50292" y="27461"/>
                </a:cubicBezTo>
                <a:cubicBezTo>
                  <a:pt x="47006" y="40491"/>
                  <a:pt x="45320" y="47835"/>
                  <a:pt x="45234" y="49520"/>
                </a:cubicBezTo>
                <a:cubicBezTo>
                  <a:pt x="45234" y="51721"/>
                  <a:pt x="45549" y="53178"/>
                  <a:pt x="46177" y="53892"/>
                </a:cubicBezTo>
                <a:cubicBezTo>
                  <a:pt x="46806" y="54607"/>
                  <a:pt x="47720" y="55007"/>
                  <a:pt x="48949" y="55093"/>
                </a:cubicBezTo>
                <a:cubicBezTo>
                  <a:pt x="49749" y="55007"/>
                  <a:pt x="50635" y="54607"/>
                  <a:pt x="51606" y="53892"/>
                </a:cubicBezTo>
                <a:cubicBezTo>
                  <a:pt x="53492" y="52121"/>
                  <a:pt x="55293" y="47892"/>
                  <a:pt x="57064" y="41148"/>
                </a:cubicBezTo>
                <a:cubicBezTo>
                  <a:pt x="57579" y="39376"/>
                  <a:pt x="58036" y="38433"/>
                  <a:pt x="58379" y="38348"/>
                </a:cubicBezTo>
                <a:cubicBezTo>
                  <a:pt x="58550" y="38262"/>
                  <a:pt x="59007" y="38233"/>
                  <a:pt x="59693" y="38233"/>
                </a:cubicBezTo>
                <a:lnTo>
                  <a:pt x="60236" y="38233"/>
                </a:lnTo>
                <a:cubicBezTo>
                  <a:pt x="61922" y="38233"/>
                  <a:pt x="62779" y="38633"/>
                  <a:pt x="62779" y="39433"/>
                </a:cubicBezTo>
                <a:cubicBezTo>
                  <a:pt x="62779" y="39948"/>
                  <a:pt x="62551" y="41148"/>
                  <a:pt x="62093" y="43005"/>
                </a:cubicBezTo>
                <a:cubicBezTo>
                  <a:pt x="61665" y="44863"/>
                  <a:pt x="60779" y="47263"/>
                  <a:pt x="59436" y="50178"/>
                </a:cubicBezTo>
                <a:cubicBezTo>
                  <a:pt x="58122" y="53092"/>
                  <a:pt x="56693" y="55293"/>
                  <a:pt x="55207" y="56807"/>
                </a:cubicBezTo>
                <a:cubicBezTo>
                  <a:pt x="54035" y="57950"/>
                  <a:pt x="52635" y="58893"/>
                  <a:pt x="50949" y="59607"/>
                </a:cubicBezTo>
                <a:cubicBezTo>
                  <a:pt x="50235" y="59779"/>
                  <a:pt x="49178" y="59865"/>
                  <a:pt x="47777" y="59865"/>
                </a:cubicBezTo>
                <a:cubicBezTo>
                  <a:pt x="44748" y="59865"/>
                  <a:pt x="42234" y="59207"/>
                  <a:pt x="40205" y="57864"/>
                </a:cubicBezTo>
                <a:cubicBezTo>
                  <a:pt x="38176" y="56550"/>
                  <a:pt x="36833" y="55178"/>
                  <a:pt x="36233" y="53750"/>
                </a:cubicBezTo>
                <a:lnTo>
                  <a:pt x="35404" y="51749"/>
                </a:lnTo>
                <a:cubicBezTo>
                  <a:pt x="35319" y="51664"/>
                  <a:pt x="35147" y="51721"/>
                  <a:pt x="34890" y="51892"/>
                </a:cubicBezTo>
                <a:cubicBezTo>
                  <a:pt x="34719" y="52064"/>
                  <a:pt x="34547" y="52264"/>
                  <a:pt x="34347" y="52435"/>
                </a:cubicBezTo>
                <a:cubicBezTo>
                  <a:pt x="29147" y="57379"/>
                  <a:pt x="23832" y="59865"/>
                  <a:pt x="18431" y="59865"/>
                </a:cubicBezTo>
                <a:cubicBezTo>
                  <a:pt x="13573" y="59865"/>
                  <a:pt x="9287" y="58093"/>
                  <a:pt x="5572" y="54550"/>
                </a:cubicBezTo>
                <a:cubicBezTo>
                  <a:pt x="1829" y="51006"/>
                  <a:pt x="0" y="45406"/>
                  <a:pt x="0" y="37690"/>
                </a:cubicBezTo>
                <a:close/>
                <a:moveTo>
                  <a:pt x="42205" y="15002"/>
                </a:moveTo>
                <a:cubicBezTo>
                  <a:pt x="42205" y="14459"/>
                  <a:pt x="41977" y="13487"/>
                  <a:pt x="41519" y="12087"/>
                </a:cubicBezTo>
                <a:cubicBezTo>
                  <a:pt x="41091" y="10658"/>
                  <a:pt x="40062" y="9115"/>
                  <a:pt x="38491" y="7429"/>
                </a:cubicBezTo>
                <a:cubicBezTo>
                  <a:pt x="36890" y="5744"/>
                  <a:pt x="34862" y="4858"/>
                  <a:pt x="32375" y="4772"/>
                </a:cubicBezTo>
                <a:cubicBezTo>
                  <a:pt x="29261" y="4772"/>
                  <a:pt x="26318" y="6144"/>
                  <a:pt x="23489" y="8887"/>
                </a:cubicBezTo>
                <a:cubicBezTo>
                  <a:pt x="20660" y="11630"/>
                  <a:pt x="18431" y="15230"/>
                  <a:pt x="16831" y="19660"/>
                </a:cubicBezTo>
                <a:cubicBezTo>
                  <a:pt x="14288" y="26632"/>
                  <a:pt x="12459" y="33890"/>
                  <a:pt x="11401" y="41405"/>
                </a:cubicBezTo>
                <a:cubicBezTo>
                  <a:pt x="11401" y="41691"/>
                  <a:pt x="11401" y="42177"/>
                  <a:pt x="11401" y="42891"/>
                </a:cubicBezTo>
                <a:cubicBezTo>
                  <a:pt x="11401" y="43577"/>
                  <a:pt x="11344" y="44120"/>
                  <a:pt x="11259" y="44463"/>
                </a:cubicBezTo>
                <a:cubicBezTo>
                  <a:pt x="11259" y="48435"/>
                  <a:pt x="12059" y="51206"/>
                  <a:pt x="13659" y="52692"/>
                </a:cubicBezTo>
                <a:cubicBezTo>
                  <a:pt x="15259" y="54207"/>
                  <a:pt x="17145" y="55007"/>
                  <a:pt x="19374" y="55093"/>
                </a:cubicBezTo>
                <a:cubicBezTo>
                  <a:pt x="22717" y="55093"/>
                  <a:pt x="26032" y="53635"/>
                  <a:pt x="29318" y="50692"/>
                </a:cubicBezTo>
                <a:cubicBezTo>
                  <a:pt x="32604" y="47777"/>
                  <a:pt x="34547" y="45549"/>
                  <a:pt x="35147" y="43948"/>
                </a:cubicBezTo>
                <a:cubicBezTo>
                  <a:pt x="35319" y="43577"/>
                  <a:pt x="36519" y="38862"/>
                  <a:pt x="38748" y="29747"/>
                </a:cubicBezTo>
                <a:cubicBezTo>
                  <a:pt x="40948" y="20631"/>
                  <a:pt x="42091" y="15716"/>
                  <a:pt x="42205" y="150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A7B25-AF34-4DF0-9B67-DFC56175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292" y="3803875"/>
            <a:ext cx="24775" cy="59265"/>
          </a:xfrm>
          <a:custGeom xmlns:a="http://schemas.openxmlformats.org/drawingml/2006/main">
            <a:pathLst>
              <a:path w="24775" h="59265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44"/>
                  <a:pt x="1000" y="5629"/>
                  <a:pt x="3000" y="3372"/>
                </a:cubicBezTo>
                <a:cubicBezTo>
                  <a:pt x="5001" y="1143"/>
                  <a:pt x="7687" y="0"/>
                  <a:pt x="11059" y="0"/>
                </a:cubicBezTo>
                <a:cubicBezTo>
                  <a:pt x="14573" y="0"/>
                  <a:pt x="17688" y="1572"/>
                  <a:pt x="20460" y="4686"/>
                </a:cubicBezTo>
                <a:cubicBezTo>
                  <a:pt x="23203" y="7830"/>
                  <a:pt x="24660" y="13345"/>
                  <a:pt x="24775" y="21203"/>
                </a:cubicBezTo>
                <a:cubicBezTo>
                  <a:pt x="24775" y="25603"/>
                  <a:pt x="24203" y="29861"/>
                  <a:pt x="23089" y="33976"/>
                </a:cubicBezTo>
                <a:cubicBezTo>
                  <a:pt x="21974" y="38119"/>
                  <a:pt x="20660" y="41691"/>
                  <a:pt x="19145" y="44691"/>
                </a:cubicBezTo>
                <a:cubicBezTo>
                  <a:pt x="17659" y="47692"/>
                  <a:pt x="16002" y="50263"/>
                  <a:pt x="14259" y="52378"/>
                </a:cubicBezTo>
                <a:cubicBezTo>
                  <a:pt x="12516" y="54521"/>
                  <a:pt x="11001" y="56207"/>
                  <a:pt x="9744" y="57436"/>
                </a:cubicBezTo>
                <a:cubicBezTo>
                  <a:pt x="8515" y="58693"/>
                  <a:pt x="7687" y="59265"/>
                  <a:pt x="7315" y="59150"/>
                </a:cubicBezTo>
                <a:cubicBezTo>
                  <a:pt x="6829" y="59150"/>
                  <a:pt x="6001" y="58579"/>
                  <a:pt x="4886" y="57436"/>
                </a:cubicBezTo>
                <a:cubicBezTo>
                  <a:pt x="3743" y="56321"/>
                  <a:pt x="3200" y="55521"/>
                  <a:pt x="3200" y="55007"/>
                </a:cubicBezTo>
                <a:cubicBezTo>
                  <a:pt x="3200" y="54521"/>
                  <a:pt x="3858" y="53492"/>
                  <a:pt x="5258" y="52007"/>
                </a:cubicBezTo>
                <a:cubicBezTo>
                  <a:pt x="6629" y="50492"/>
                  <a:pt x="8201" y="48635"/>
                  <a:pt x="9944" y="46377"/>
                </a:cubicBezTo>
                <a:cubicBezTo>
                  <a:pt x="11687" y="44120"/>
                  <a:pt x="13316" y="41005"/>
                  <a:pt x="14830" y="36976"/>
                </a:cubicBezTo>
                <a:cubicBezTo>
                  <a:pt x="16316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46"/>
                  <a:pt x="17088" y="21460"/>
                  <a:pt x="16716" y="21603"/>
                </a:cubicBezTo>
                <a:cubicBezTo>
                  <a:pt x="16316" y="21717"/>
                  <a:pt x="15945" y="21917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603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09504-BF15-41C2-A1F5-99BA49BA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292" y="3803875"/>
            <a:ext cx="24775" cy="59265"/>
          </a:xfrm>
          <a:custGeom xmlns:a="http://schemas.openxmlformats.org/drawingml/2006/main">
            <a:pathLst>
              <a:path w="24775" h="59265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44"/>
                  <a:pt x="1000" y="5629"/>
                  <a:pt x="3000" y="3372"/>
                </a:cubicBezTo>
                <a:cubicBezTo>
                  <a:pt x="5001" y="1143"/>
                  <a:pt x="7687" y="0"/>
                  <a:pt x="11059" y="0"/>
                </a:cubicBezTo>
                <a:cubicBezTo>
                  <a:pt x="14573" y="0"/>
                  <a:pt x="17688" y="1572"/>
                  <a:pt x="20460" y="4686"/>
                </a:cubicBezTo>
                <a:cubicBezTo>
                  <a:pt x="23203" y="7830"/>
                  <a:pt x="24660" y="13345"/>
                  <a:pt x="24775" y="21203"/>
                </a:cubicBezTo>
                <a:cubicBezTo>
                  <a:pt x="24775" y="25603"/>
                  <a:pt x="24203" y="29861"/>
                  <a:pt x="23089" y="33976"/>
                </a:cubicBezTo>
                <a:cubicBezTo>
                  <a:pt x="21974" y="38119"/>
                  <a:pt x="20660" y="41691"/>
                  <a:pt x="19145" y="44691"/>
                </a:cubicBezTo>
                <a:cubicBezTo>
                  <a:pt x="17659" y="47692"/>
                  <a:pt x="16002" y="50263"/>
                  <a:pt x="14259" y="52378"/>
                </a:cubicBezTo>
                <a:cubicBezTo>
                  <a:pt x="12516" y="54521"/>
                  <a:pt x="11001" y="56207"/>
                  <a:pt x="9744" y="57436"/>
                </a:cubicBezTo>
                <a:cubicBezTo>
                  <a:pt x="8515" y="58693"/>
                  <a:pt x="7687" y="59265"/>
                  <a:pt x="7315" y="59150"/>
                </a:cubicBezTo>
                <a:cubicBezTo>
                  <a:pt x="6829" y="59150"/>
                  <a:pt x="6001" y="58579"/>
                  <a:pt x="4886" y="57436"/>
                </a:cubicBezTo>
                <a:cubicBezTo>
                  <a:pt x="3743" y="56321"/>
                  <a:pt x="3200" y="55521"/>
                  <a:pt x="3200" y="55007"/>
                </a:cubicBezTo>
                <a:cubicBezTo>
                  <a:pt x="3200" y="54521"/>
                  <a:pt x="3858" y="53492"/>
                  <a:pt x="5258" y="52007"/>
                </a:cubicBezTo>
                <a:cubicBezTo>
                  <a:pt x="6629" y="50492"/>
                  <a:pt x="8201" y="48635"/>
                  <a:pt x="9944" y="46377"/>
                </a:cubicBezTo>
                <a:cubicBezTo>
                  <a:pt x="11687" y="44120"/>
                  <a:pt x="13316" y="41005"/>
                  <a:pt x="14830" y="36976"/>
                </a:cubicBezTo>
                <a:cubicBezTo>
                  <a:pt x="16316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46"/>
                  <a:pt x="17088" y="21460"/>
                  <a:pt x="16716" y="21603"/>
                </a:cubicBezTo>
                <a:cubicBezTo>
                  <a:pt x="16316" y="21717"/>
                  <a:pt x="15945" y="21917"/>
                  <a:pt x="15573" y="22146"/>
                </a:cubicBezTo>
                <a:cubicBezTo>
                  <a:pt x="15202" y="22403"/>
                  <a:pt x="14630" y="22517"/>
                  <a:pt x="13887" y="22517"/>
                </a:cubicBezTo>
                <a:cubicBezTo>
                  <a:pt x="13144" y="22517"/>
                  <a:pt x="12402" y="22603"/>
                  <a:pt x="11630" y="22717"/>
                </a:cubicBezTo>
                <a:cubicBezTo>
                  <a:pt x="8258" y="22717"/>
                  <a:pt x="5515" y="21660"/>
                  <a:pt x="3372" y="19517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F6859-171B-4758-9958-C6942AD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616" y="3759756"/>
            <a:ext cx="104213" cy="50121"/>
          </a:xfrm>
          <a:custGeom xmlns:a="http://schemas.openxmlformats.org/drawingml/2006/main">
            <a:pathLst>
              <a:path w="104213" h="50121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86" y="886"/>
                  <a:pt x="2629" y="0"/>
                </a:cubicBezTo>
                <a:lnTo>
                  <a:pt x="101384" y="0"/>
                </a:lnTo>
                <a:cubicBezTo>
                  <a:pt x="102270" y="371"/>
                  <a:pt x="103184" y="1200"/>
                  <a:pt x="104213" y="2457"/>
                </a:cubicBezTo>
                <a:lnTo>
                  <a:pt x="104213" y="47692"/>
                </a:lnTo>
                <a:cubicBezTo>
                  <a:pt x="102584" y="49320"/>
                  <a:pt x="101327" y="50121"/>
                  <a:pt x="100441" y="50121"/>
                </a:cubicBezTo>
                <a:cubicBezTo>
                  <a:pt x="99955" y="50121"/>
                  <a:pt x="99498" y="50063"/>
                  <a:pt x="99127" y="49949"/>
                </a:cubicBezTo>
                <a:cubicBezTo>
                  <a:pt x="98755" y="49806"/>
                  <a:pt x="98441" y="49578"/>
                  <a:pt x="98184" y="49178"/>
                </a:cubicBezTo>
                <a:cubicBezTo>
                  <a:pt x="97927" y="48806"/>
                  <a:pt x="97698" y="48577"/>
                  <a:pt x="97441" y="48435"/>
                </a:cubicBezTo>
                <a:cubicBezTo>
                  <a:pt x="97184" y="48320"/>
                  <a:pt x="97012" y="48063"/>
                  <a:pt x="96869" y="47692"/>
                </a:cubicBezTo>
                <a:lnTo>
                  <a:pt x="96698" y="27603"/>
                </a:lnTo>
                <a:lnTo>
                  <a:pt x="96698" y="7515"/>
                </a:lnTo>
                <a:lnTo>
                  <a:pt x="2629" y="7515"/>
                </a:lnTo>
                <a:cubicBezTo>
                  <a:pt x="886" y="6629"/>
                  <a:pt x="0" y="5401"/>
                  <a:pt x="0" y="3772"/>
                </a:cubicBezTo>
                <a:lnTo>
                  <a:pt x="0" y="6201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FFFC7-102C-4794-94F9-18D5DBA5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616" y="3759756"/>
            <a:ext cx="104213" cy="50121"/>
          </a:xfrm>
          <a:custGeom xmlns:a="http://schemas.openxmlformats.org/drawingml/2006/main">
            <a:pathLst>
              <a:path w="104213" h="50121" fill="none">
                <a:moveTo>
                  <a:pt x="0" y="6201"/>
                </a:moveTo>
                <a:cubicBezTo>
                  <a:pt x="0" y="6201"/>
                  <a:pt x="0" y="5401"/>
                  <a:pt x="0" y="3772"/>
                </a:cubicBezTo>
                <a:cubicBezTo>
                  <a:pt x="0" y="2143"/>
                  <a:pt x="886" y="886"/>
                  <a:pt x="2629" y="0"/>
                </a:cubicBezTo>
                <a:lnTo>
                  <a:pt x="101384" y="0"/>
                </a:lnTo>
                <a:cubicBezTo>
                  <a:pt x="102270" y="371"/>
                  <a:pt x="103184" y="1200"/>
                  <a:pt x="104213" y="2457"/>
                </a:cubicBezTo>
                <a:lnTo>
                  <a:pt x="104213" y="47692"/>
                </a:lnTo>
                <a:cubicBezTo>
                  <a:pt x="102584" y="49320"/>
                  <a:pt x="101327" y="50121"/>
                  <a:pt x="100441" y="50121"/>
                </a:cubicBezTo>
                <a:cubicBezTo>
                  <a:pt x="99955" y="50121"/>
                  <a:pt x="99498" y="50063"/>
                  <a:pt x="99127" y="49949"/>
                </a:cubicBezTo>
                <a:cubicBezTo>
                  <a:pt x="98755" y="49806"/>
                  <a:pt x="98441" y="49578"/>
                  <a:pt x="98184" y="49178"/>
                </a:cubicBezTo>
                <a:cubicBezTo>
                  <a:pt x="97927" y="48806"/>
                  <a:pt x="97698" y="48577"/>
                  <a:pt x="97441" y="48435"/>
                </a:cubicBezTo>
                <a:cubicBezTo>
                  <a:pt x="97184" y="48320"/>
                  <a:pt x="97012" y="48063"/>
                  <a:pt x="96869" y="47692"/>
                </a:cubicBezTo>
                <a:lnTo>
                  <a:pt x="96698" y="27603"/>
                </a:lnTo>
                <a:lnTo>
                  <a:pt x="96698" y="7515"/>
                </a:lnTo>
                <a:lnTo>
                  <a:pt x="2629" y="7515"/>
                </a:lnTo>
                <a:cubicBezTo>
                  <a:pt x="886" y="6629"/>
                  <a:pt x="0" y="5401"/>
                  <a:pt x="0" y="3772"/>
                </a:cubicBezTo>
                <a:lnTo>
                  <a:pt x="0" y="6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5D6D7-3383-430D-9BE7-82BA2BA7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717" y="3743611"/>
            <a:ext cx="74266" cy="85296"/>
          </a:xfrm>
          <a:custGeom xmlns:a="http://schemas.openxmlformats.org/drawingml/2006/main">
            <a:pathLst>
              <a:path w="74266" h="85296">
                <a:moveTo>
                  <a:pt x="0" y="53149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889" y="5458"/>
                  <a:pt x="38548" y="0"/>
                  <a:pt x="51064" y="0"/>
                </a:cubicBezTo>
                <a:cubicBezTo>
                  <a:pt x="58064" y="0"/>
                  <a:pt x="63579" y="1514"/>
                  <a:pt x="67580" y="4515"/>
                </a:cubicBezTo>
                <a:cubicBezTo>
                  <a:pt x="71580" y="7515"/>
                  <a:pt x="73638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08" y="29347"/>
                  <a:pt x="61179" y="29489"/>
                </a:cubicBezTo>
                <a:cubicBezTo>
                  <a:pt x="58807" y="29489"/>
                  <a:pt x="56950" y="28861"/>
                  <a:pt x="55578" y="27603"/>
                </a:cubicBezTo>
                <a:cubicBezTo>
                  <a:pt x="54178" y="26346"/>
                  <a:pt x="53492" y="24460"/>
                  <a:pt x="53492" y="21974"/>
                </a:cubicBezTo>
                <a:cubicBezTo>
                  <a:pt x="53492" y="19460"/>
                  <a:pt x="54178" y="17345"/>
                  <a:pt x="55578" y="15573"/>
                </a:cubicBezTo>
                <a:cubicBezTo>
                  <a:pt x="56950" y="13830"/>
                  <a:pt x="58322" y="12516"/>
                  <a:pt x="59693" y="11659"/>
                </a:cubicBezTo>
                <a:cubicBezTo>
                  <a:pt x="61065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87"/>
                  <a:pt x="62122" y="9887"/>
                  <a:pt x="61379" y="9401"/>
                </a:cubicBezTo>
                <a:cubicBezTo>
                  <a:pt x="60636" y="8887"/>
                  <a:pt x="59322" y="8401"/>
                  <a:pt x="57436" y="7887"/>
                </a:cubicBezTo>
                <a:cubicBezTo>
                  <a:pt x="55578" y="7401"/>
                  <a:pt x="53435" y="7144"/>
                  <a:pt x="51064" y="7144"/>
                </a:cubicBezTo>
                <a:cubicBezTo>
                  <a:pt x="47292" y="7144"/>
                  <a:pt x="43720" y="8030"/>
                  <a:pt x="40348" y="9773"/>
                </a:cubicBezTo>
                <a:cubicBezTo>
                  <a:pt x="37719" y="10887"/>
                  <a:pt x="35033" y="12830"/>
                  <a:pt x="32290" y="15573"/>
                </a:cubicBezTo>
                <a:cubicBezTo>
                  <a:pt x="26775" y="21088"/>
                  <a:pt x="22774" y="28861"/>
                  <a:pt x="20260" y="38862"/>
                </a:cubicBezTo>
                <a:cubicBezTo>
                  <a:pt x="17774" y="48892"/>
                  <a:pt x="16459" y="56150"/>
                  <a:pt x="16316" y="60636"/>
                </a:cubicBezTo>
                <a:cubicBezTo>
                  <a:pt x="16316" y="66408"/>
                  <a:pt x="17945" y="70723"/>
                  <a:pt x="21203" y="73609"/>
                </a:cubicBezTo>
                <a:cubicBezTo>
                  <a:pt x="23974" y="76610"/>
                  <a:pt x="27603" y="78095"/>
                  <a:pt x="32090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51"/>
                </a:cubicBezTo>
                <a:cubicBezTo>
                  <a:pt x="68694" y="60893"/>
                  <a:pt x="69437" y="60265"/>
                  <a:pt x="69837" y="60265"/>
                </a:cubicBezTo>
                <a:cubicBezTo>
                  <a:pt x="70323" y="60265"/>
                  <a:pt x="71152" y="60836"/>
                  <a:pt x="72266" y="61951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66" y="65208"/>
                  <a:pt x="73723" y="66151"/>
                  <a:pt x="72466" y="67408"/>
                </a:cubicBezTo>
                <a:cubicBezTo>
                  <a:pt x="71209" y="68637"/>
                  <a:pt x="69409" y="70409"/>
                  <a:pt x="67008" y="72666"/>
                </a:cubicBezTo>
                <a:cubicBezTo>
                  <a:pt x="64637" y="74924"/>
                  <a:pt x="61808" y="76781"/>
                  <a:pt x="58579" y="78296"/>
                </a:cubicBezTo>
                <a:cubicBezTo>
                  <a:pt x="55321" y="79781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37"/>
                  <a:pt x="114" y="62379"/>
                  <a:pt x="0" y="53149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CA902-9C33-4E07-8812-6A23DCC5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717" y="3743611"/>
            <a:ext cx="74266" cy="85296"/>
          </a:xfrm>
          <a:custGeom xmlns:a="http://schemas.openxmlformats.org/drawingml/2006/main">
            <a:pathLst>
              <a:path w="74266" h="85296" fill="none">
                <a:moveTo>
                  <a:pt x="0" y="53149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889" y="5458"/>
                  <a:pt x="38548" y="0"/>
                  <a:pt x="51064" y="0"/>
                </a:cubicBezTo>
                <a:cubicBezTo>
                  <a:pt x="58064" y="0"/>
                  <a:pt x="63579" y="1514"/>
                  <a:pt x="67580" y="4515"/>
                </a:cubicBezTo>
                <a:cubicBezTo>
                  <a:pt x="71580" y="7515"/>
                  <a:pt x="73638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08" y="29347"/>
                  <a:pt x="61179" y="29489"/>
                </a:cubicBezTo>
                <a:cubicBezTo>
                  <a:pt x="58807" y="29489"/>
                  <a:pt x="56950" y="28861"/>
                  <a:pt x="55578" y="27603"/>
                </a:cubicBezTo>
                <a:cubicBezTo>
                  <a:pt x="54178" y="26346"/>
                  <a:pt x="53492" y="24460"/>
                  <a:pt x="53492" y="21974"/>
                </a:cubicBezTo>
                <a:cubicBezTo>
                  <a:pt x="53492" y="19460"/>
                  <a:pt x="54178" y="17345"/>
                  <a:pt x="55578" y="15573"/>
                </a:cubicBezTo>
                <a:cubicBezTo>
                  <a:pt x="56950" y="13830"/>
                  <a:pt x="58322" y="12516"/>
                  <a:pt x="59693" y="11659"/>
                </a:cubicBezTo>
                <a:cubicBezTo>
                  <a:pt x="61065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87"/>
                  <a:pt x="62122" y="9887"/>
                  <a:pt x="61379" y="9401"/>
                </a:cubicBezTo>
                <a:cubicBezTo>
                  <a:pt x="60636" y="8887"/>
                  <a:pt x="59322" y="8401"/>
                  <a:pt x="57436" y="7887"/>
                </a:cubicBezTo>
                <a:cubicBezTo>
                  <a:pt x="55578" y="7401"/>
                  <a:pt x="53435" y="7144"/>
                  <a:pt x="51064" y="7144"/>
                </a:cubicBezTo>
                <a:cubicBezTo>
                  <a:pt x="47292" y="7144"/>
                  <a:pt x="43720" y="8030"/>
                  <a:pt x="40348" y="9773"/>
                </a:cubicBezTo>
                <a:cubicBezTo>
                  <a:pt x="37719" y="10887"/>
                  <a:pt x="35033" y="12830"/>
                  <a:pt x="32290" y="15573"/>
                </a:cubicBezTo>
                <a:cubicBezTo>
                  <a:pt x="26775" y="21088"/>
                  <a:pt x="22774" y="28861"/>
                  <a:pt x="20260" y="38862"/>
                </a:cubicBezTo>
                <a:cubicBezTo>
                  <a:pt x="17774" y="48892"/>
                  <a:pt x="16459" y="56150"/>
                  <a:pt x="16316" y="60636"/>
                </a:cubicBezTo>
                <a:cubicBezTo>
                  <a:pt x="16316" y="66408"/>
                  <a:pt x="17945" y="70723"/>
                  <a:pt x="21203" y="73609"/>
                </a:cubicBezTo>
                <a:cubicBezTo>
                  <a:pt x="23974" y="76610"/>
                  <a:pt x="27603" y="78095"/>
                  <a:pt x="32090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51"/>
                </a:cubicBezTo>
                <a:cubicBezTo>
                  <a:pt x="68694" y="60893"/>
                  <a:pt x="69437" y="60265"/>
                  <a:pt x="69837" y="60265"/>
                </a:cubicBezTo>
                <a:cubicBezTo>
                  <a:pt x="70323" y="60265"/>
                  <a:pt x="71152" y="60836"/>
                  <a:pt x="72266" y="61951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66" y="65208"/>
                  <a:pt x="73723" y="66151"/>
                  <a:pt x="72466" y="67408"/>
                </a:cubicBezTo>
                <a:cubicBezTo>
                  <a:pt x="71209" y="68637"/>
                  <a:pt x="69409" y="70409"/>
                  <a:pt x="67008" y="72666"/>
                </a:cubicBezTo>
                <a:cubicBezTo>
                  <a:pt x="64637" y="74924"/>
                  <a:pt x="61808" y="76781"/>
                  <a:pt x="58579" y="78296"/>
                </a:cubicBezTo>
                <a:cubicBezTo>
                  <a:pt x="55321" y="79781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37"/>
                  <a:pt x="114" y="62379"/>
                  <a:pt x="0" y="531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02813-667D-4D93-837D-C4524A70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985" y="3766356"/>
            <a:ext cx="55893" cy="91326"/>
          </a:xfrm>
          <a:custGeom xmlns:a="http://schemas.openxmlformats.org/drawingml/2006/main">
            <a:pathLst>
              <a:path w="55893" h="91326">
                <a:moveTo>
                  <a:pt x="7572" y="10744"/>
                </a:moveTo>
                <a:cubicBezTo>
                  <a:pt x="12516" y="3600"/>
                  <a:pt x="19288" y="0"/>
                  <a:pt x="27889" y="0"/>
                </a:cubicBezTo>
                <a:cubicBezTo>
                  <a:pt x="32118" y="0"/>
                  <a:pt x="36376" y="1143"/>
                  <a:pt x="40605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35" y="23003"/>
                  <a:pt x="55893" y="33090"/>
                  <a:pt x="55893" y="45920"/>
                </a:cubicBezTo>
                <a:cubicBezTo>
                  <a:pt x="55893" y="59636"/>
                  <a:pt x="53978" y="70123"/>
                  <a:pt x="50178" y="77381"/>
                </a:cubicBezTo>
                <a:cubicBezTo>
                  <a:pt x="48406" y="81096"/>
                  <a:pt x="45977" y="84068"/>
                  <a:pt x="42891" y="86268"/>
                </a:cubicBezTo>
                <a:cubicBezTo>
                  <a:pt x="39776" y="88497"/>
                  <a:pt x="37062" y="89868"/>
                  <a:pt x="34776" y="90383"/>
                </a:cubicBezTo>
                <a:cubicBezTo>
                  <a:pt x="32461" y="90926"/>
                  <a:pt x="30232" y="91211"/>
                  <a:pt x="28003" y="91326"/>
                </a:cubicBezTo>
                <a:cubicBezTo>
                  <a:pt x="25717" y="91326"/>
                  <a:pt x="23403" y="91069"/>
                  <a:pt x="21088" y="90526"/>
                </a:cubicBezTo>
                <a:cubicBezTo>
                  <a:pt x="18802" y="89983"/>
                  <a:pt x="16116" y="88582"/>
                  <a:pt x="13002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33" y="9173"/>
                </a:moveTo>
                <a:cubicBezTo>
                  <a:pt x="34776" y="6315"/>
                  <a:pt x="31633" y="4915"/>
                  <a:pt x="28003" y="4915"/>
                </a:cubicBezTo>
                <a:cubicBezTo>
                  <a:pt x="24289" y="4915"/>
                  <a:pt x="21088" y="6315"/>
                  <a:pt x="18459" y="9173"/>
                </a:cubicBezTo>
                <a:cubicBezTo>
                  <a:pt x="16231" y="11459"/>
                  <a:pt x="14773" y="14630"/>
                  <a:pt x="14059" y="18717"/>
                </a:cubicBezTo>
                <a:cubicBezTo>
                  <a:pt x="13373" y="22803"/>
                  <a:pt x="13002" y="31290"/>
                  <a:pt x="13002" y="44206"/>
                </a:cubicBezTo>
                <a:cubicBezTo>
                  <a:pt x="13002" y="58179"/>
                  <a:pt x="13373" y="67380"/>
                  <a:pt x="14059" y="71809"/>
                </a:cubicBezTo>
                <a:cubicBezTo>
                  <a:pt x="14773" y="76238"/>
                  <a:pt x="16373" y="79724"/>
                  <a:pt x="18859" y="82296"/>
                </a:cubicBezTo>
                <a:cubicBezTo>
                  <a:pt x="21317" y="84953"/>
                  <a:pt x="24374" y="86268"/>
                  <a:pt x="28003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205" y="75924"/>
                  <a:pt x="41805" y="71152"/>
                </a:cubicBezTo>
                <a:cubicBezTo>
                  <a:pt x="42434" y="66380"/>
                  <a:pt x="42777" y="57379"/>
                  <a:pt x="42891" y="44206"/>
                </a:cubicBezTo>
                <a:cubicBezTo>
                  <a:pt x="42891" y="31375"/>
                  <a:pt x="42520" y="22917"/>
                  <a:pt x="41805" y="18859"/>
                </a:cubicBezTo>
                <a:cubicBezTo>
                  <a:pt x="41091" y="14773"/>
                  <a:pt x="39634" y="11544"/>
                  <a:pt x="37433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757E9-DA54-49E3-B909-4E084EB5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985" y="3766356"/>
            <a:ext cx="55893" cy="91326"/>
          </a:xfrm>
          <a:custGeom xmlns:a="http://schemas.openxmlformats.org/drawingml/2006/main">
            <a:pathLst>
              <a:path w="55893" h="91326" fill="none">
                <a:moveTo>
                  <a:pt x="7572" y="10744"/>
                </a:moveTo>
                <a:cubicBezTo>
                  <a:pt x="12516" y="3600"/>
                  <a:pt x="19288" y="0"/>
                  <a:pt x="27889" y="0"/>
                </a:cubicBezTo>
                <a:cubicBezTo>
                  <a:pt x="32118" y="0"/>
                  <a:pt x="36376" y="1143"/>
                  <a:pt x="40605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35" y="23003"/>
                  <a:pt x="55893" y="33090"/>
                  <a:pt x="55893" y="45920"/>
                </a:cubicBezTo>
                <a:cubicBezTo>
                  <a:pt x="55893" y="59636"/>
                  <a:pt x="53978" y="70123"/>
                  <a:pt x="50178" y="77381"/>
                </a:cubicBezTo>
                <a:cubicBezTo>
                  <a:pt x="48406" y="81096"/>
                  <a:pt x="45977" y="84068"/>
                  <a:pt x="42891" y="86268"/>
                </a:cubicBezTo>
                <a:cubicBezTo>
                  <a:pt x="39776" y="88497"/>
                  <a:pt x="37062" y="89868"/>
                  <a:pt x="34776" y="90383"/>
                </a:cubicBezTo>
                <a:cubicBezTo>
                  <a:pt x="32461" y="90926"/>
                  <a:pt x="30232" y="91211"/>
                  <a:pt x="28003" y="91326"/>
                </a:cubicBezTo>
                <a:cubicBezTo>
                  <a:pt x="25717" y="91326"/>
                  <a:pt x="23403" y="91069"/>
                  <a:pt x="21088" y="90526"/>
                </a:cubicBezTo>
                <a:cubicBezTo>
                  <a:pt x="18802" y="89983"/>
                  <a:pt x="16116" y="88582"/>
                  <a:pt x="13002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33" y="9173"/>
                </a:moveTo>
                <a:cubicBezTo>
                  <a:pt x="34776" y="6315"/>
                  <a:pt x="31633" y="4915"/>
                  <a:pt x="28003" y="4915"/>
                </a:cubicBezTo>
                <a:cubicBezTo>
                  <a:pt x="24289" y="4915"/>
                  <a:pt x="21088" y="6315"/>
                  <a:pt x="18459" y="9173"/>
                </a:cubicBezTo>
                <a:cubicBezTo>
                  <a:pt x="16231" y="11459"/>
                  <a:pt x="14773" y="14630"/>
                  <a:pt x="14059" y="18717"/>
                </a:cubicBezTo>
                <a:cubicBezTo>
                  <a:pt x="13373" y="22803"/>
                  <a:pt x="13002" y="31290"/>
                  <a:pt x="13002" y="44206"/>
                </a:cubicBezTo>
                <a:cubicBezTo>
                  <a:pt x="13002" y="58179"/>
                  <a:pt x="13373" y="67380"/>
                  <a:pt x="14059" y="71809"/>
                </a:cubicBezTo>
                <a:cubicBezTo>
                  <a:pt x="14773" y="76238"/>
                  <a:pt x="16373" y="79724"/>
                  <a:pt x="18859" y="82296"/>
                </a:cubicBezTo>
                <a:cubicBezTo>
                  <a:pt x="21317" y="84953"/>
                  <a:pt x="24374" y="86268"/>
                  <a:pt x="28003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205" y="75924"/>
                  <a:pt x="41805" y="71152"/>
                </a:cubicBezTo>
                <a:cubicBezTo>
                  <a:pt x="42434" y="66380"/>
                  <a:pt x="42777" y="57379"/>
                  <a:pt x="42891" y="44206"/>
                </a:cubicBezTo>
                <a:cubicBezTo>
                  <a:pt x="42891" y="31375"/>
                  <a:pt x="42520" y="22917"/>
                  <a:pt x="41805" y="18859"/>
                </a:cubicBezTo>
                <a:cubicBezTo>
                  <a:pt x="41091" y="14773"/>
                  <a:pt x="39634" y="11544"/>
                  <a:pt x="37433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F9909-3D82-4BC5-B437-01AE13B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909" y="3685804"/>
            <a:ext cx="41977" cy="187738"/>
          </a:xfrm>
          <a:custGeom xmlns:a="http://schemas.openxmlformats.org/drawingml/2006/main">
            <a:pathLst>
              <a:path w="41977" h="187738">
                <a:moveTo>
                  <a:pt x="0" y="3372"/>
                </a:moveTo>
                <a:cubicBezTo>
                  <a:pt x="114" y="2486"/>
                  <a:pt x="486" y="1743"/>
                  <a:pt x="1114" y="1114"/>
                </a:cubicBezTo>
                <a:cubicBezTo>
                  <a:pt x="1743" y="486"/>
                  <a:pt x="2629" y="114"/>
                  <a:pt x="3743" y="0"/>
                </a:cubicBezTo>
                <a:cubicBezTo>
                  <a:pt x="5001" y="0"/>
                  <a:pt x="6058" y="629"/>
                  <a:pt x="6944" y="1857"/>
                </a:cubicBezTo>
                <a:cubicBezTo>
                  <a:pt x="7315" y="2743"/>
                  <a:pt x="13202" y="18145"/>
                  <a:pt x="24575" y="48063"/>
                </a:cubicBezTo>
                <a:cubicBezTo>
                  <a:pt x="35976" y="77953"/>
                  <a:pt x="41719" y="93240"/>
                  <a:pt x="41862" y="93840"/>
                </a:cubicBezTo>
                <a:cubicBezTo>
                  <a:pt x="41977" y="94469"/>
                  <a:pt x="36290" y="109757"/>
                  <a:pt x="24775" y="139675"/>
                </a:cubicBezTo>
                <a:cubicBezTo>
                  <a:pt x="13259" y="169564"/>
                  <a:pt x="7315" y="184966"/>
                  <a:pt x="6944" y="185852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097"/>
                  <a:pt x="33976" y="93840"/>
                </a:cubicBezTo>
                <a:cubicBezTo>
                  <a:pt x="33976" y="93612"/>
                  <a:pt x="28289" y="78638"/>
                  <a:pt x="16888" y="49006"/>
                </a:cubicBezTo>
                <a:cubicBezTo>
                  <a:pt x="5629" y="19202"/>
                  <a:pt x="0" y="4001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C73E0-AEDF-4EED-9E51-4D66AD58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909" y="3685804"/>
            <a:ext cx="41977" cy="187738"/>
          </a:xfrm>
          <a:custGeom xmlns:a="http://schemas.openxmlformats.org/drawingml/2006/main">
            <a:pathLst>
              <a:path w="41977" h="187738" fill="none">
                <a:moveTo>
                  <a:pt x="0" y="3372"/>
                </a:moveTo>
                <a:cubicBezTo>
                  <a:pt x="114" y="2486"/>
                  <a:pt x="486" y="1743"/>
                  <a:pt x="1114" y="1114"/>
                </a:cubicBezTo>
                <a:cubicBezTo>
                  <a:pt x="1743" y="486"/>
                  <a:pt x="2629" y="114"/>
                  <a:pt x="3743" y="0"/>
                </a:cubicBezTo>
                <a:cubicBezTo>
                  <a:pt x="5001" y="0"/>
                  <a:pt x="6058" y="629"/>
                  <a:pt x="6944" y="1857"/>
                </a:cubicBezTo>
                <a:cubicBezTo>
                  <a:pt x="7315" y="2743"/>
                  <a:pt x="13202" y="18145"/>
                  <a:pt x="24575" y="48063"/>
                </a:cubicBezTo>
                <a:cubicBezTo>
                  <a:pt x="35976" y="77953"/>
                  <a:pt x="41719" y="93240"/>
                  <a:pt x="41862" y="93840"/>
                </a:cubicBezTo>
                <a:cubicBezTo>
                  <a:pt x="41977" y="94469"/>
                  <a:pt x="36290" y="109757"/>
                  <a:pt x="24775" y="139675"/>
                </a:cubicBezTo>
                <a:cubicBezTo>
                  <a:pt x="13259" y="169564"/>
                  <a:pt x="7315" y="184966"/>
                  <a:pt x="6944" y="185852"/>
                </a:cubicBezTo>
                <a:cubicBezTo>
                  <a:pt x="6058" y="187109"/>
                  <a:pt x="5001" y="187738"/>
                  <a:pt x="3743" y="187738"/>
                </a:cubicBezTo>
                <a:cubicBezTo>
                  <a:pt x="2743" y="187738"/>
                  <a:pt x="1943" y="187423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09"/>
                  <a:pt x="5629" y="168507"/>
                  <a:pt x="16888" y="138732"/>
                </a:cubicBezTo>
                <a:cubicBezTo>
                  <a:pt x="28289" y="109071"/>
                  <a:pt x="33976" y="94097"/>
                  <a:pt x="33976" y="93840"/>
                </a:cubicBezTo>
                <a:cubicBezTo>
                  <a:pt x="33976" y="93612"/>
                  <a:pt x="28289" y="78638"/>
                  <a:pt x="16888" y="49006"/>
                </a:cubicBezTo>
                <a:cubicBezTo>
                  <a:pt x="5629" y="19202"/>
                  <a:pt x="0" y="4001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F33A3-5D2B-4AC6-BCD6-BB334CEE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03" y="3336503"/>
            <a:ext cx="10" cy="158706"/>
          </a:xfrm>
          <a:custGeom xmlns:a="http://schemas.openxmlformats.org/drawingml/2006/main">
            <a:pathLst>
              <a:path w="1" h="158706" fill="none">
                <a:moveTo>
                  <a:pt x="0" y="0"/>
                </a:moveTo>
                <a:lnTo>
                  <a:pt x="0" y="158706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9BD8F-53BF-498E-956E-7450BE0E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3483578"/>
            <a:ext cx="46434" cy="46463"/>
          </a:xfrm>
          <a:custGeom xmlns:a="http://schemas.openxmlformats.org/drawingml/2006/main">
            <a:pathLst>
              <a:path w="46434" h="46463">
                <a:moveTo>
                  <a:pt x="23203" y="46463"/>
                </a:moveTo>
                <a:lnTo>
                  <a:pt x="0" y="0"/>
                </a:lnTo>
                <a:lnTo>
                  <a:pt x="23203" y="11630"/>
                </a:lnTo>
                <a:lnTo>
                  <a:pt x="46434" y="0"/>
                </a:lnTo>
                <a:lnTo>
                  <a:pt x="23203" y="464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AC107-12C9-4F97-B987-C41D43AA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3483578"/>
            <a:ext cx="46434" cy="46463"/>
          </a:xfrm>
          <a:custGeom xmlns:a="http://schemas.openxmlformats.org/drawingml/2006/main">
            <a:pathLst>
              <a:path w="46434" h="46463" fill="none">
                <a:moveTo>
                  <a:pt x="23203" y="46463"/>
                </a:moveTo>
                <a:lnTo>
                  <a:pt x="0" y="0"/>
                </a:lnTo>
                <a:lnTo>
                  <a:pt x="23203" y="11630"/>
                </a:lnTo>
                <a:lnTo>
                  <a:pt x="46434" y="0"/>
                </a:lnTo>
                <a:lnTo>
                  <a:pt x="23203" y="464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3DAD9-7A4D-4E4F-B02B-628B98E4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83" y="3351990"/>
            <a:ext cx="263233" cy="263204"/>
          </a:xfrm>
          <a:custGeom xmlns:a="http://schemas.openxmlformats.org/drawingml/2006/main">
            <a:pathLst>
              <a:path w="263233" h="263204">
                <a:moveTo>
                  <a:pt x="263233" y="131588"/>
                </a:moveTo>
                <a:cubicBezTo>
                  <a:pt x="263233" y="140218"/>
                  <a:pt x="262376" y="148790"/>
                  <a:pt x="260690" y="157277"/>
                </a:cubicBezTo>
                <a:cubicBezTo>
                  <a:pt x="259004" y="165735"/>
                  <a:pt x="256518" y="173965"/>
                  <a:pt x="253203" y="181966"/>
                </a:cubicBezTo>
                <a:cubicBezTo>
                  <a:pt x="249888" y="189938"/>
                  <a:pt x="245831" y="197539"/>
                  <a:pt x="241030" y="204711"/>
                </a:cubicBezTo>
                <a:cubicBezTo>
                  <a:pt x="236258" y="211884"/>
                  <a:pt x="230800" y="218542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175"/>
                </a:cubicBezTo>
                <a:cubicBezTo>
                  <a:pt x="173993" y="256489"/>
                  <a:pt x="165764" y="258975"/>
                  <a:pt x="157305" y="260661"/>
                </a:cubicBezTo>
                <a:cubicBezTo>
                  <a:pt x="148819" y="262347"/>
                  <a:pt x="140275" y="263204"/>
                  <a:pt x="131616" y="263204"/>
                </a:cubicBezTo>
                <a:cubicBezTo>
                  <a:pt x="122987" y="263204"/>
                  <a:pt x="114414" y="262347"/>
                  <a:pt x="105956" y="260661"/>
                </a:cubicBezTo>
                <a:cubicBezTo>
                  <a:pt x="97469" y="258975"/>
                  <a:pt x="89240" y="256489"/>
                  <a:pt x="81267" y="253175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76" y="224657"/>
                </a:cubicBezTo>
                <a:cubicBezTo>
                  <a:pt x="32433" y="218542"/>
                  <a:pt x="26975" y="211884"/>
                  <a:pt x="22203" y="204711"/>
                </a:cubicBezTo>
                <a:cubicBezTo>
                  <a:pt x="17402" y="197539"/>
                  <a:pt x="13345" y="189938"/>
                  <a:pt x="10030" y="181966"/>
                </a:cubicBezTo>
                <a:cubicBezTo>
                  <a:pt x="6715" y="173965"/>
                  <a:pt x="4229" y="165735"/>
                  <a:pt x="2543" y="157277"/>
                </a:cubicBezTo>
                <a:cubicBezTo>
                  <a:pt x="857" y="148790"/>
                  <a:pt x="0" y="140218"/>
                  <a:pt x="0" y="131588"/>
                </a:cubicBezTo>
                <a:cubicBezTo>
                  <a:pt x="0" y="122958"/>
                  <a:pt x="857" y="114386"/>
                  <a:pt x="2543" y="105928"/>
                </a:cubicBezTo>
                <a:cubicBezTo>
                  <a:pt x="4229" y="97441"/>
                  <a:pt x="6715" y="89211"/>
                  <a:pt x="10030" y="81239"/>
                </a:cubicBezTo>
                <a:cubicBezTo>
                  <a:pt x="13345" y="73238"/>
                  <a:pt x="17402" y="65665"/>
                  <a:pt x="22203" y="58493"/>
                </a:cubicBezTo>
                <a:cubicBezTo>
                  <a:pt x="26975" y="51292"/>
                  <a:pt x="32433" y="44663"/>
                  <a:pt x="38576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16"/>
                  <a:pt x="81267" y="10001"/>
                </a:cubicBezTo>
                <a:cubicBezTo>
                  <a:pt x="89240" y="6687"/>
                  <a:pt x="97469" y="4201"/>
                  <a:pt x="105956" y="2515"/>
                </a:cubicBezTo>
                <a:cubicBezTo>
                  <a:pt x="114414" y="829"/>
                  <a:pt x="122987" y="0"/>
                  <a:pt x="131616" y="0"/>
                </a:cubicBezTo>
                <a:cubicBezTo>
                  <a:pt x="140275" y="0"/>
                  <a:pt x="148819" y="829"/>
                  <a:pt x="157305" y="2515"/>
                </a:cubicBezTo>
                <a:cubicBezTo>
                  <a:pt x="165764" y="4201"/>
                  <a:pt x="173993" y="6687"/>
                  <a:pt x="181994" y="10001"/>
                </a:cubicBezTo>
                <a:cubicBezTo>
                  <a:pt x="189967" y="13316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800" y="44663"/>
                  <a:pt x="236258" y="51292"/>
                  <a:pt x="241030" y="58493"/>
                </a:cubicBezTo>
                <a:cubicBezTo>
                  <a:pt x="245831" y="65665"/>
                  <a:pt x="249888" y="73238"/>
                  <a:pt x="253203" y="81239"/>
                </a:cubicBezTo>
                <a:cubicBezTo>
                  <a:pt x="256518" y="89211"/>
                  <a:pt x="259004" y="97441"/>
                  <a:pt x="260690" y="105928"/>
                </a:cubicBezTo>
                <a:cubicBezTo>
                  <a:pt x="262376" y="114386"/>
                  <a:pt x="263233" y="122958"/>
                  <a:pt x="263233" y="131588"/>
                </a:cubicBezTo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C792E-ED05-45FD-AC41-77DF8D57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83" y="3351990"/>
            <a:ext cx="263233" cy="263204"/>
          </a:xfrm>
          <a:custGeom xmlns:a="http://schemas.openxmlformats.org/drawingml/2006/main">
            <a:pathLst>
              <a:path w="263233" h="263204" fill="none">
                <a:moveTo>
                  <a:pt x="263233" y="131588"/>
                </a:moveTo>
                <a:cubicBezTo>
                  <a:pt x="263233" y="140218"/>
                  <a:pt x="262376" y="148790"/>
                  <a:pt x="260690" y="157277"/>
                </a:cubicBezTo>
                <a:cubicBezTo>
                  <a:pt x="259004" y="165735"/>
                  <a:pt x="256518" y="173965"/>
                  <a:pt x="253203" y="181966"/>
                </a:cubicBezTo>
                <a:cubicBezTo>
                  <a:pt x="249888" y="189938"/>
                  <a:pt x="245831" y="197539"/>
                  <a:pt x="241030" y="204711"/>
                </a:cubicBezTo>
                <a:cubicBezTo>
                  <a:pt x="236258" y="211884"/>
                  <a:pt x="230800" y="218542"/>
                  <a:pt x="224685" y="224657"/>
                </a:cubicBezTo>
                <a:cubicBezTo>
                  <a:pt x="218570" y="230772"/>
                  <a:pt x="211912" y="236230"/>
                  <a:pt x="204740" y="241030"/>
                </a:cubicBezTo>
                <a:cubicBezTo>
                  <a:pt x="197539" y="245831"/>
                  <a:pt x="189967" y="249888"/>
                  <a:pt x="181994" y="253175"/>
                </a:cubicBezTo>
                <a:cubicBezTo>
                  <a:pt x="173993" y="256489"/>
                  <a:pt x="165764" y="258975"/>
                  <a:pt x="157305" y="260661"/>
                </a:cubicBezTo>
                <a:cubicBezTo>
                  <a:pt x="148819" y="262347"/>
                  <a:pt x="140275" y="263204"/>
                  <a:pt x="131616" y="263204"/>
                </a:cubicBezTo>
                <a:cubicBezTo>
                  <a:pt x="122987" y="263204"/>
                  <a:pt x="114414" y="262347"/>
                  <a:pt x="105956" y="260661"/>
                </a:cubicBezTo>
                <a:cubicBezTo>
                  <a:pt x="97469" y="258975"/>
                  <a:pt x="89240" y="256489"/>
                  <a:pt x="81267" y="253175"/>
                </a:cubicBezTo>
                <a:cubicBezTo>
                  <a:pt x="73266" y="249888"/>
                  <a:pt x="65694" y="245831"/>
                  <a:pt x="58493" y="241030"/>
                </a:cubicBezTo>
                <a:cubicBezTo>
                  <a:pt x="51321" y="236230"/>
                  <a:pt x="44663" y="230772"/>
                  <a:pt x="38576" y="224657"/>
                </a:cubicBezTo>
                <a:cubicBezTo>
                  <a:pt x="32433" y="218542"/>
                  <a:pt x="26975" y="211884"/>
                  <a:pt x="22203" y="204711"/>
                </a:cubicBezTo>
                <a:cubicBezTo>
                  <a:pt x="17402" y="197539"/>
                  <a:pt x="13345" y="189938"/>
                  <a:pt x="10030" y="181966"/>
                </a:cubicBezTo>
                <a:cubicBezTo>
                  <a:pt x="6715" y="173965"/>
                  <a:pt x="4229" y="165735"/>
                  <a:pt x="2543" y="157277"/>
                </a:cubicBezTo>
                <a:cubicBezTo>
                  <a:pt x="857" y="148790"/>
                  <a:pt x="0" y="140218"/>
                  <a:pt x="0" y="131588"/>
                </a:cubicBezTo>
                <a:cubicBezTo>
                  <a:pt x="0" y="122958"/>
                  <a:pt x="857" y="114386"/>
                  <a:pt x="2543" y="105928"/>
                </a:cubicBezTo>
                <a:cubicBezTo>
                  <a:pt x="4229" y="97441"/>
                  <a:pt x="6715" y="89211"/>
                  <a:pt x="10030" y="81239"/>
                </a:cubicBezTo>
                <a:cubicBezTo>
                  <a:pt x="13345" y="73238"/>
                  <a:pt x="17402" y="65665"/>
                  <a:pt x="22203" y="58493"/>
                </a:cubicBezTo>
                <a:cubicBezTo>
                  <a:pt x="26975" y="51292"/>
                  <a:pt x="32433" y="44663"/>
                  <a:pt x="38576" y="38548"/>
                </a:cubicBezTo>
                <a:cubicBezTo>
                  <a:pt x="44663" y="32433"/>
                  <a:pt x="51321" y="26975"/>
                  <a:pt x="58493" y="22174"/>
                </a:cubicBezTo>
                <a:cubicBezTo>
                  <a:pt x="65694" y="17374"/>
                  <a:pt x="73266" y="13316"/>
                  <a:pt x="81267" y="10001"/>
                </a:cubicBezTo>
                <a:cubicBezTo>
                  <a:pt x="89240" y="6687"/>
                  <a:pt x="97469" y="4201"/>
                  <a:pt x="105956" y="2515"/>
                </a:cubicBezTo>
                <a:cubicBezTo>
                  <a:pt x="114414" y="829"/>
                  <a:pt x="122987" y="0"/>
                  <a:pt x="131616" y="0"/>
                </a:cubicBezTo>
                <a:cubicBezTo>
                  <a:pt x="140275" y="0"/>
                  <a:pt x="148819" y="829"/>
                  <a:pt x="157305" y="2515"/>
                </a:cubicBezTo>
                <a:cubicBezTo>
                  <a:pt x="165764" y="4201"/>
                  <a:pt x="173993" y="6687"/>
                  <a:pt x="181994" y="10001"/>
                </a:cubicBezTo>
                <a:cubicBezTo>
                  <a:pt x="189967" y="13316"/>
                  <a:pt x="197539" y="17374"/>
                  <a:pt x="204740" y="22174"/>
                </a:cubicBezTo>
                <a:cubicBezTo>
                  <a:pt x="211912" y="26975"/>
                  <a:pt x="218570" y="32433"/>
                  <a:pt x="224685" y="38548"/>
                </a:cubicBezTo>
                <a:cubicBezTo>
                  <a:pt x="230800" y="44663"/>
                  <a:pt x="236258" y="51292"/>
                  <a:pt x="241030" y="58493"/>
                </a:cubicBezTo>
                <a:cubicBezTo>
                  <a:pt x="245831" y="65665"/>
                  <a:pt x="249888" y="73238"/>
                  <a:pt x="253203" y="81239"/>
                </a:cubicBezTo>
                <a:cubicBezTo>
                  <a:pt x="256518" y="89211"/>
                  <a:pt x="259004" y="97441"/>
                  <a:pt x="260690" y="105928"/>
                </a:cubicBezTo>
                <a:cubicBezTo>
                  <a:pt x="262376" y="114386"/>
                  <a:pt x="263233" y="122958"/>
                  <a:pt x="263233" y="131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675" name="Text 13">
            <a:extLst xmlns:a="http://schemas.openxmlformats.org/drawingml/2006/main">
              <a:ext uri="{FF2B5EF4-FFF2-40B4-BE49-F238E27FC236}">
                <a16:creationId xmlns:a16="http://schemas.microsoft.com/office/drawing/2014/main" id="{42212ECD-63BD-4DBF-85CF-7DE4343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43" y="3392939"/>
            <a:ext cx="177338" cy="140980"/>
          </a:xfrm>
          <a:custGeom xmlns:a="http://schemas.openxmlformats.org/drawingml/2006/main">
            <a:pathLst>
              <a:path w="177338" h="140980">
                <a:moveTo>
                  <a:pt x="60541" y="138017"/>
                </a:moveTo>
                <a:lnTo>
                  <a:pt x="12066" y="138017"/>
                </a:lnTo>
                <a:cubicBezTo>
                  <a:pt x="11995" y="137368"/>
                  <a:pt x="11960" y="136827"/>
                  <a:pt x="11960" y="136393"/>
                </a:cubicBezTo>
                <a:cubicBezTo>
                  <a:pt x="11960" y="135167"/>
                  <a:pt x="12207" y="134320"/>
                  <a:pt x="12701" y="133852"/>
                </a:cubicBezTo>
                <a:cubicBezTo>
                  <a:pt x="13195" y="133383"/>
                  <a:pt x="14747" y="132901"/>
                  <a:pt x="17358" y="132407"/>
                </a:cubicBezTo>
                <a:cubicBezTo>
                  <a:pt x="21450" y="131558"/>
                  <a:pt x="24767" y="130534"/>
                  <a:pt x="27307" y="129334"/>
                </a:cubicBezTo>
                <a:cubicBezTo>
                  <a:pt x="28013" y="127780"/>
                  <a:pt x="28365" y="126332"/>
                  <a:pt x="28365" y="124992"/>
                </a:cubicBezTo>
                <a:lnTo>
                  <a:pt x="28365" y="118423"/>
                </a:lnTo>
                <a:cubicBezTo>
                  <a:pt x="28365" y="117647"/>
                  <a:pt x="28471" y="114080"/>
                  <a:pt x="28683" y="107723"/>
                </a:cubicBezTo>
                <a:cubicBezTo>
                  <a:pt x="28753" y="105322"/>
                  <a:pt x="28824" y="94939"/>
                  <a:pt x="28895" y="76576"/>
                </a:cubicBezTo>
                <a:lnTo>
                  <a:pt x="29106" y="51683"/>
                </a:lnTo>
                <a:lnTo>
                  <a:pt x="28895" y="37170"/>
                </a:lnTo>
                <a:cubicBezTo>
                  <a:pt x="28895" y="35051"/>
                  <a:pt x="28965" y="28376"/>
                  <a:pt x="29106" y="17146"/>
                </a:cubicBezTo>
                <a:cubicBezTo>
                  <a:pt x="13089" y="28577"/>
                  <a:pt x="4304" y="34292"/>
                  <a:pt x="2752" y="34292"/>
                </a:cubicBezTo>
                <a:cubicBezTo>
                  <a:pt x="2187" y="34292"/>
                  <a:pt x="1588" y="33993"/>
                  <a:pt x="953" y="33393"/>
                </a:cubicBezTo>
                <a:cubicBezTo>
                  <a:pt x="318" y="32793"/>
                  <a:pt x="0" y="32211"/>
                  <a:pt x="0" y="31646"/>
                </a:cubicBezTo>
                <a:cubicBezTo>
                  <a:pt x="0" y="30941"/>
                  <a:pt x="247" y="30376"/>
                  <a:pt x="741" y="29953"/>
                </a:cubicBezTo>
                <a:cubicBezTo>
                  <a:pt x="1729" y="29036"/>
                  <a:pt x="4093" y="27519"/>
                  <a:pt x="7832" y="25402"/>
                </a:cubicBezTo>
                <a:cubicBezTo>
                  <a:pt x="8397" y="25120"/>
                  <a:pt x="10831" y="23214"/>
                  <a:pt x="15135" y="19686"/>
                </a:cubicBezTo>
                <a:cubicBezTo>
                  <a:pt x="21980" y="13971"/>
                  <a:pt x="26989" y="9490"/>
                  <a:pt x="30165" y="6245"/>
                </a:cubicBezTo>
                <a:cubicBezTo>
                  <a:pt x="33340" y="2999"/>
                  <a:pt x="35280" y="1164"/>
                  <a:pt x="35986" y="741"/>
                </a:cubicBezTo>
                <a:cubicBezTo>
                  <a:pt x="37397" y="670"/>
                  <a:pt x="38491" y="635"/>
                  <a:pt x="39267" y="635"/>
                </a:cubicBezTo>
                <a:cubicBezTo>
                  <a:pt x="41102" y="635"/>
                  <a:pt x="42248" y="936"/>
                  <a:pt x="42707" y="1538"/>
                </a:cubicBezTo>
                <a:cubicBezTo>
                  <a:pt x="43165" y="2138"/>
                  <a:pt x="43395" y="4312"/>
                  <a:pt x="43395" y="8060"/>
                </a:cubicBezTo>
                <a:lnTo>
                  <a:pt x="42654" y="102593"/>
                </a:lnTo>
                <a:lnTo>
                  <a:pt x="42654" y="111927"/>
                </a:lnTo>
                <a:cubicBezTo>
                  <a:pt x="42654" y="114191"/>
                  <a:pt x="42619" y="116474"/>
                  <a:pt x="42548" y="118773"/>
                </a:cubicBezTo>
                <a:cubicBezTo>
                  <a:pt x="42477" y="121071"/>
                  <a:pt x="42442" y="122750"/>
                  <a:pt x="42442" y="123811"/>
                </a:cubicBezTo>
                <a:cubicBezTo>
                  <a:pt x="42442" y="126358"/>
                  <a:pt x="42760" y="128019"/>
                  <a:pt x="43395" y="128795"/>
                </a:cubicBezTo>
                <a:cubicBezTo>
                  <a:pt x="43818" y="129291"/>
                  <a:pt x="45124" y="129929"/>
                  <a:pt x="47311" y="130707"/>
                </a:cubicBezTo>
                <a:lnTo>
                  <a:pt x="54508" y="132192"/>
                </a:lnTo>
                <a:cubicBezTo>
                  <a:pt x="57613" y="132970"/>
                  <a:pt x="59306" y="133501"/>
                  <a:pt x="59588" y="133783"/>
                </a:cubicBezTo>
                <a:cubicBezTo>
                  <a:pt x="60294" y="134403"/>
                  <a:pt x="60647" y="135366"/>
                  <a:pt x="60647" y="136674"/>
                </a:cubicBezTo>
                <a:lnTo>
                  <a:pt x="60541" y="138017"/>
                </a:lnTo>
                <a:close/>
                <a:moveTo>
                  <a:pt x="103461" y="31541"/>
                </a:moveTo>
                <a:lnTo>
                  <a:pt x="99969" y="29626"/>
                </a:lnTo>
                <a:cubicBezTo>
                  <a:pt x="104414" y="18755"/>
                  <a:pt x="109706" y="11100"/>
                  <a:pt x="115845" y="6661"/>
                </a:cubicBezTo>
                <a:cubicBezTo>
                  <a:pt x="121984" y="2220"/>
                  <a:pt x="129145" y="0"/>
                  <a:pt x="137331" y="0"/>
                </a:cubicBezTo>
                <a:cubicBezTo>
                  <a:pt x="144951" y="0"/>
                  <a:pt x="151055" y="1700"/>
                  <a:pt x="155641" y="5100"/>
                </a:cubicBezTo>
                <a:cubicBezTo>
                  <a:pt x="162485" y="10198"/>
                  <a:pt x="165908" y="15935"/>
                  <a:pt x="165908" y="22309"/>
                </a:cubicBezTo>
                <a:cubicBezTo>
                  <a:pt x="165908" y="27480"/>
                  <a:pt x="164161" y="32686"/>
                  <a:pt x="160668" y="37927"/>
                </a:cubicBezTo>
                <a:cubicBezTo>
                  <a:pt x="157176" y="43169"/>
                  <a:pt x="151055" y="49047"/>
                  <a:pt x="142305" y="55563"/>
                </a:cubicBezTo>
                <a:lnTo>
                  <a:pt x="144845" y="55461"/>
                </a:lnTo>
                <a:cubicBezTo>
                  <a:pt x="150349" y="55461"/>
                  <a:pt x="155659" y="56851"/>
                  <a:pt x="160774" y="59631"/>
                </a:cubicBezTo>
                <a:cubicBezTo>
                  <a:pt x="165890" y="62412"/>
                  <a:pt x="169930" y="66742"/>
                  <a:pt x="172893" y="72620"/>
                </a:cubicBezTo>
                <a:cubicBezTo>
                  <a:pt x="175857" y="78496"/>
                  <a:pt x="177338" y="84813"/>
                  <a:pt x="177338" y="91569"/>
                </a:cubicBezTo>
                <a:cubicBezTo>
                  <a:pt x="177338" y="105154"/>
                  <a:pt x="172346" y="116786"/>
                  <a:pt x="162362" y="126463"/>
                </a:cubicBezTo>
                <a:cubicBezTo>
                  <a:pt x="152378" y="136141"/>
                  <a:pt x="139659" y="140980"/>
                  <a:pt x="124206" y="140980"/>
                </a:cubicBezTo>
                <a:cubicBezTo>
                  <a:pt x="112493" y="140980"/>
                  <a:pt x="103850" y="139266"/>
                  <a:pt x="98275" y="135837"/>
                </a:cubicBezTo>
                <a:cubicBezTo>
                  <a:pt x="95241" y="134053"/>
                  <a:pt x="93724" y="131804"/>
                  <a:pt x="93724" y="129090"/>
                </a:cubicBezTo>
                <a:cubicBezTo>
                  <a:pt x="93724" y="127590"/>
                  <a:pt x="94341" y="126234"/>
                  <a:pt x="95576" y="125021"/>
                </a:cubicBezTo>
                <a:cubicBezTo>
                  <a:pt x="96811" y="123806"/>
                  <a:pt x="98346" y="123199"/>
                  <a:pt x="100180" y="123199"/>
                </a:cubicBezTo>
                <a:cubicBezTo>
                  <a:pt x="102509" y="123199"/>
                  <a:pt x="105331" y="124480"/>
                  <a:pt x="108648" y="127042"/>
                </a:cubicBezTo>
                <a:cubicBezTo>
                  <a:pt x="116480" y="133088"/>
                  <a:pt x="123289" y="136111"/>
                  <a:pt x="129075" y="136111"/>
                </a:cubicBezTo>
                <a:cubicBezTo>
                  <a:pt x="137824" y="136111"/>
                  <a:pt x="145586" y="132430"/>
                  <a:pt x="152360" y="125068"/>
                </a:cubicBezTo>
                <a:cubicBezTo>
                  <a:pt x="159134" y="117705"/>
                  <a:pt x="162521" y="108423"/>
                  <a:pt x="162521" y="97222"/>
                </a:cubicBezTo>
                <a:cubicBezTo>
                  <a:pt x="162521" y="87921"/>
                  <a:pt x="160245" y="80294"/>
                  <a:pt x="155694" y="74340"/>
                </a:cubicBezTo>
                <a:cubicBezTo>
                  <a:pt x="151143" y="68386"/>
                  <a:pt x="145374" y="65410"/>
                  <a:pt x="138389" y="65410"/>
                </a:cubicBezTo>
                <a:cubicBezTo>
                  <a:pt x="133167" y="65410"/>
                  <a:pt x="127734" y="67871"/>
                  <a:pt x="122089" y="72792"/>
                </a:cubicBezTo>
                <a:lnTo>
                  <a:pt x="119549" y="68572"/>
                </a:lnTo>
                <a:cubicBezTo>
                  <a:pt x="123077" y="65544"/>
                  <a:pt x="126253" y="62974"/>
                  <a:pt x="129075" y="60862"/>
                </a:cubicBezTo>
                <a:cubicBezTo>
                  <a:pt x="137683" y="54595"/>
                  <a:pt x="144104" y="48433"/>
                  <a:pt x="148338" y="42376"/>
                </a:cubicBezTo>
                <a:cubicBezTo>
                  <a:pt x="151372" y="38010"/>
                  <a:pt x="152889" y="34173"/>
                  <a:pt x="152889" y="30866"/>
                </a:cubicBezTo>
                <a:cubicBezTo>
                  <a:pt x="152889" y="25303"/>
                  <a:pt x="150913" y="20603"/>
                  <a:pt x="146962" y="16766"/>
                </a:cubicBezTo>
                <a:cubicBezTo>
                  <a:pt x="143011" y="12927"/>
                  <a:pt x="137824" y="11007"/>
                  <a:pt x="131403" y="11007"/>
                </a:cubicBezTo>
                <a:cubicBezTo>
                  <a:pt x="120819" y="11007"/>
                  <a:pt x="111505" y="17852"/>
                  <a:pt x="103461" y="315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F1CC0-4219-4E61-8911-8AA30CA2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572" y="3297955"/>
            <a:ext cx="191052" cy="73838"/>
          </a:xfrm>
          <a:custGeom xmlns:a="http://schemas.openxmlformats.org/drawingml/2006/main">
            <a:pathLst>
              <a:path w="191052" h="73838" fill="none">
                <a:moveTo>
                  <a:pt x="0" y="0"/>
                </a:moveTo>
                <a:lnTo>
                  <a:pt x="191052" y="73838"/>
                </a:lnTo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C1EBF-7A13-4901-91A7-7715DEF0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51" y="3345932"/>
            <a:ext cx="51692" cy="43377"/>
          </a:xfrm>
          <a:custGeom xmlns:a="http://schemas.openxmlformats.org/drawingml/2006/main">
            <a:pathLst>
              <a:path w="51692" h="43377">
                <a:moveTo>
                  <a:pt x="51692" y="38405"/>
                </a:moveTo>
                <a:lnTo>
                  <a:pt x="0" y="43377"/>
                </a:lnTo>
                <a:lnTo>
                  <a:pt x="19174" y="25860"/>
                </a:lnTo>
                <a:lnTo>
                  <a:pt x="16716" y="0"/>
                </a:lnTo>
                <a:lnTo>
                  <a:pt x="51692" y="384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D62DA-870A-43BF-BA5E-71F84975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51" y="3345932"/>
            <a:ext cx="51692" cy="43377"/>
          </a:xfrm>
          <a:custGeom xmlns:a="http://schemas.openxmlformats.org/drawingml/2006/main">
            <a:pathLst>
              <a:path w="51692" h="43377" fill="none">
                <a:moveTo>
                  <a:pt x="51692" y="38405"/>
                </a:moveTo>
                <a:lnTo>
                  <a:pt x="0" y="43377"/>
                </a:lnTo>
                <a:lnTo>
                  <a:pt x="19174" y="25860"/>
                </a:lnTo>
                <a:lnTo>
                  <a:pt x="16716" y="0"/>
                </a:lnTo>
                <a:lnTo>
                  <a:pt x="51692" y="384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/>
            </a:solidFill>
            <a:miter/>
          </a:ln>
        </p:spPr>
      </p:sp>
      <p:sp>
        <p:nvSpPr>
          <p:cNvPr id="679" name="Text use">
            <a:extLst xmlns:a="http://schemas.openxmlformats.org/drawingml/2006/main">
              <a:ext uri="{FF2B5EF4-FFF2-40B4-BE49-F238E27FC236}">
                <a16:creationId xmlns:a16="http://schemas.microsoft.com/office/drawing/2014/main" id="{1E30FC91-05D2-4350-9FED-8843AD1F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824" y="3424684"/>
            <a:ext cx="300007" cy="92717"/>
          </a:xfrm>
          <a:custGeom xmlns:a="http://schemas.openxmlformats.org/drawingml/2006/main">
            <a:pathLst>
              <a:path w="300007" h="92717">
                <a:moveTo>
                  <a:pt x="529" y="4445"/>
                </a:moveTo>
                <a:cubicBezTo>
                  <a:pt x="1305" y="4163"/>
                  <a:pt x="1940" y="3951"/>
                  <a:pt x="2434" y="3810"/>
                </a:cubicBezTo>
                <a:lnTo>
                  <a:pt x="33975" y="3810"/>
                </a:lnTo>
                <a:lnTo>
                  <a:pt x="36303" y="4022"/>
                </a:lnTo>
                <a:lnTo>
                  <a:pt x="36409" y="11113"/>
                </a:lnTo>
                <a:lnTo>
                  <a:pt x="36198" y="21486"/>
                </a:lnTo>
                <a:lnTo>
                  <a:pt x="36303" y="26884"/>
                </a:lnTo>
                <a:lnTo>
                  <a:pt x="36198" y="42866"/>
                </a:lnTo>
                <a:lnTo>
                  <a:pt x="36198" y="53767"/>
                </a:lnTo>
                <a:cubicBezTo>
                  <a:pt x="36198" y="60894"/>
                  <a:pt x="36586" y="66503"/>
                  <a:pt x="37362" y="70596"/>
                </a:cubicBezTo>
                <a:cubicBezTo>
                  <a:pt x="38420" y="73701"/>
                  <a:pt x="40131" y="76047"/>
                  <a:pt x="42495" y="77634"/>
                </a:cubicBezTo>
                <a:cubicBezTo>
                  <a:pt x="44859" y="79222"/>
                  <a:pt x="47734" y="80016"/>
                  <a:pt x="51121" y="80016"/>
                </a:cubicBezTo>
                <a:cubicBezTo>
                  <a:pt x="54296" y="80016"/>
                  <a:pt x="56872" y="79699"/>
                  <a:pt x="58848" y="79066"/>
                </a:cubicBezTo>
                <a:cubicBezTo>
                  <a:pt x="60823" y="78431"/>
                  <a:pt x="63099" y="77233"/>
                  <a:pt x="65674" y="75471"/>
                </a:cubicBezTo>
                <a:cubicBezTo>
                  <a:pt x="68250" y="73709"/>
                  <a:pt x="69890" y="72440"/>
                  <a:pt x="70596" y="71664"/>
                </a:cubicBezTo>
                <a:cubicBezTo>
                  <a:pt x="72642" y="69411"/>
                  <a:pt x="74053" y="67332"/>
                  <a:pt x="74830" y="65430"/>
                </a:cubicBezTo>
                <a:lnTo>
                  <a:pt x="75570" y="39118"/>
                </a:lnTo>
                <a:cubicBezTo>
                  <a:pt x="75712" y="36371"/>
                  <a:pt x="75782" y="34116"/>
                  <a:pt x="75782" y="32354"/>
                </a:cubicBezTo>
                <a:cubicBezTo>
                  <a:pt x="75782" y="30524"/>
                  <a:pt x="75729" y="28218"/>
                  <a:pt x="75623" y="25435"/>
                </a:cubicBezTo>
                <a:cubicBezTo>
                  <a:pt x="75518" y="22652"/>
                  <a:pt x="75465" y="21084"/>
                  <a:pt x="75465" y="20732"/>
                </a:cubicBezTo>
                <a:lnTo>
                  <a:pt x="75570" y="16822"/>
                </a:lnTo>
                <a:lnTo>
                  <a:pt x="75359" y="14497"/>
                </a:lnTo>
                <a:cubicBezTo>
                  <a:pt x="73665" y="13441"/>
                  <a:pt x="71302" y="12771"/>
                  <a:pt x="68267" y="12489"/>
                </a:cubicBezTo>
                <a:lnTo>
                  <a:pt x="61176" y="11854"/>
                </a:lnTo>
                <a:cubicBezTo>
                  <a:pt x="60753" y="11642"/>
                  <a:pt x="60365" y="11396"/>
                  <a:pt x="60012" y="11113"/>
                </a:cubicBezTo>
                <a:cubicBezTo>
                  <a:pt x="59730" y="9702"/>
                  <a:pt x="59588" y="8644"/>
                  <a:pt x="59588" y="7938"/>
                </a:cubicBezTo>
                <a:cubicBezTo>
                  <a:pt x="59588" y="7091"/>
                  <a:pt x="59694" y="5892"/>
                  <a:pt x="59906" y="4339"/>
                </a:cubicBezTo>
                <a:cubicBezTo>
                  <a:pt x="62234" y="3987"/>
                  <a:pt x="64245" y="3810"/>
                  <a:pt x="65939" y="3810"/>
                </a:cubicBezTo>
                <a:lnTo>
                  <a:pt x="82238" y="4022"/>
                </a:lnTo>
                <a:cubicBezTo>
                  <a:pt x="86613" y="4022"/>
                  <a:pt x="91976" y="3951"/>
                  <a:pt x="98326" y="3810"/>
                </a:cubicBezTo>
                <a:lnTo>
                  <a:pt x="98538" y="11748"/>
                </a:lnTo>
                <a:lnTo>
                  <a:pt x="98220" y="21909"/>
                </a:lnTo>
                <a:lnTo>
                  <a:pt x="98432" y="34610"/>
                </a:lnTo>
                <a:lnTo>
                  <a:pt x="98326" y="52815"/>
                </a:lnTo>
                <a:lnTo>
                  <a:pt x="98115" y="60964"/>
                </a:lnTo>
                <a:lnTo>
                  <a:pt x="98220" y="66468"/>
                </a:lnTo>
                <a:cubicBezTo>
                  <a:pt x="97938" y="70137"/>
                  <a:pt x="97797" y="72219"/>
                  <a:pt x="97797" y="72713"/>
                </a:cubicBezTo>
                <a:cubicBezTo>
                  <a:pt x="97797" y="74477"/>
                  <a:pt x="98115" y="75782"/>
                  <a:pt x="98750" y="76629"/>
                </a:cubicBezTo>
                <a:cubicBezTo>
                  <a:pt x="99385" y="77476"/>
                  <a:pt x="99984" y="77899"/>
                  <a:pt x="100549" y="77899"/>
                </a:cubicBezTo>
                <a:lnTo>
                  <a:pt x="110286" y="77581"/>
                </a:lnTo>
                <a:lnTo>
                  <a:pt x="111556" y="77793"/>
                </a:lnTo>
                <a:cubicBezTo>
                  <a:pt x="111768" y="80302"/>
                  <a:pt x="111874" y="81737"/>
                  <a:pt x="111874" y="82096"/>
                </a:cubicBezTo>
                <a:cubicBezTo>
                  <a:pt x="111874" y="82597"/>
                  <a:pt x="111768" y="83385"/>
                  <a:pt x="111556" y="84461"/>
                </a:cubicBezTo>
                <a:cubicBezTo>
                  <a:pt x="107817" y="84602"/>
                  <a:pt x="105135" y="84849"/>
                  <a:pt x="103512" y="85202"/>
                </a:cubicBezTo>
                <a:cubicBezTo>
                  <a:pt x="95962" y="86895"/>
                  <a:pt x="87707" y="89400"/>
                  <a:pt x="78746" y="92717"/>
                </a:cubicBezTo>
                <a:lnTo>
                  <a:pt x="74512" y="92505"/>
                </a:lnTo>
                <a:lnTo>
                  <a:pt x="74406" y="75147"/>
                </a:lnTo>
                <a:cubicBezTo>
                  <a:pt x="73559" y="75853"/>
                  <a:pt x="72325" y="76946"/>
                  <a:pt x="70702" y="78428"/>
                </a:cubicBezTo>
                <a:cubicBezTo>
                  <a:pt x="64492" y="83932"/>
                  <a:pt x="59165" y="87654"/>
                  <a:pt x="54720" y="89594"/>
                </a:cubicBezTo>
                <a:cubicBezTo>
                  <a:pt x="50274" y="91535"/>
                  <a:pt x="45617" y="92505"/>
                  <a:pt x="40749" y="92505"/>
                </a:cubicBezTo>
                <a:cubicBezTo>
                  <a:pt x="34963" y="92505"/>
                  <a:pt x="29953" y="91308"/>
                  <a:pt x="25719" y="88913"/>
                </a:cubicBezTo>
                <a:cubicBezTo>
                  <a:pt x="21486" y="86516"/>
                  <a:pt x="18381" y="83556"/>
                  <a:pt x="16405" y="80032"/>
                </a:cubicBezTo>
                <a:cubicBezTo>
                  <a:pt x="14924" y="77285"/>
                  <a:pt x="13936" y="73339"/>
                  <a:pt x="13442" y="68195"/>
                </a:cubicBezTo>
                <a:cubicBezTo>
                  <a:pt x="13301" y="66854"/>
                  <a:pt x="13230" y="59948"/>
                  <a:pt x="13230" y="47476"/>
                </a:cubicBezTo>
                <a:lnTo>
                  <a:pt x="13336" y="44093"/>
                </a:lnTo>
                <a:cubicBezTo>
                  <a:pt x="13689" y="37187"/>
                  <a:pt x="13865" y="32078"/>
                  <a:pt x="13865" y="28766"/>
                </a:cubicBezTo>
                <a:cubicBezTo>
                  <a:pt x="13865" y="23130"/>
                  <a:pt x="13759" y="19360"/>
                  <a:pt x="13548" y="17457"/>
                </a:cubicBezTo>
                <a:cubicBezTo>
                  <a:pt x="13477" y="16540"/>
                  <a:pt x="13124" y="15483"/>
                  <a:pt x="12489" y="14285"/>
                </a:cubicBezTo>
                <a:cubicBezTo>
                  <a:pt x="11501" y="13857"/>
                  <a:pt x="10337" y="13537"/>
                  <a:pt x="8996" y="13323"/>
                </a:cubicBezTo>
                <a:cubicBezTo>
                  <a:pt x="4481" y="12538"/>
                  <a:pt x="1658" y="11789"/>
                  <a:pt x="529" y="11077"/>
                </a:cubicBezTo>
                <a:cubicBezTo>
                  <a:pt x="176" y="10863"/>
                  <a:pt x="0" y="10400"/>
                  <a:pt x="0" y="9688"/>
                </a:cubicBezTo>
                <a:cubicBezTo>
                  <a:pt x="0" y="9258"/>
                  <a:pt x="53" y="8687"/>
                  <a:pt x="159" y="7974"/>
                </a:cubicBezTo>
                <a:cubicBezTo>
                  <a:pt x="265" y="7262"/>
                  <a:pt x="388" y="6086"/>
                  <a:pt x="529" y="4445"/>
                </a:cubicBezTo>
                <a:close/>
                <a:moveTo>
                  <a:pt x="124732" y="60541"/>
                </a:moveTo>
                <a:cubicBezTo>
                  <a:pt x="126849" y="60034"/>
                  <a:pt x="128402" y="59780"/>
                  <a:pt x="129389" y="59780"/>
                </a:cubicBezTo>
                <a:cubicBezTo>
                  <a:pt x="129883" y="59780"/>
                  <a:pt x="130624" y="59822"/>
                  <a:pt x="131612" y="59906"/>
                </a:cubicBezTo>
                <a:lnTo>
                  <a:pt x="132565" y="60974"/>
                </a:lnTo>
                <a:cubicBezTo>
                  <a:pt x="136375" y="67733"/>
                  <a:pt x="138880" y="71824"/>
                  <a:pt x="140079" y="73249"/>
                </a:cubicBezTo>
                <a:cubicBezTo>
                  <a:pt x="142549" y="76166"/>
                  <a:pt x="144983" y="78514"/>
                  <a:pt x="147382" y="80294"/>
                </a:cubicBezTo>
                <a:cubicBezTo>
                  <a:pt x="149005" y="81431"/>
                  <a:pt x="151546" y="82606"/>
                  <a:pt x="155003" y="83816"/>
                </a:cubicBezTo>
                <a:cubicBezTo>
                  <a:pt x="157331" y="84669"/>
                  <a:pt x="159801" y="85096"/>
                  <a:pt x="162412" y="85096"/>
                </a:cubicBezTo>
                <a:cubicBezTo>
                  <a:pt x="166857" y="85096"/>
                  <a:pt x="170667" y="83665"/>
                  <a:pt x="173843" y="80803"/>
                </a:cubicBezTo>
                <a:cubicBezTo>
                  <a:pt x="177018" y="77941"/>
                  <a:pt x="178606" y="74849"/>
                  <a:pt x="178606" y="71529"/>
                </a:cubicBezTo>
                <a:cubicBezTo>
                  <a:pt x="178606" y="69268"/>
                  <a:pt x="178006" y="67343"/>
                  <a:pt x="176806" y="65754"/>
                </a:cubicBezTo>
                <a:cubicBezTo>
                  <a:pt x="175607" y="64164"/>
                  <a:pt x="173208" y="62592"/>
                  <a:pt x="169609" y="61037"/>
                </a:cubicBezTo>
                <a:cubicBezTo>
                  <a:pt x="167845" y="60261"/>
                  <a:pt x="163417" y="58990"/>
                  <a:pt x="156326" y="57224"/>
                </a:cubicBezTo>
                <a:cubicBezTo>
                  <a:pt x="149235" y="55455"/>
                  <a:pt x="144948" y="54289"/>
                  <a:pt x="143466" y="53724"/>
                </a:cubicBezTo>
                <a:cubicBezTo>
                  <a:pt x="140150" y="52450"/>
                  <a:pt x="137204" y="50680"/>
                  <a:pt x="134629" y="48416"/>
                </a:cubicBezTo>
                <a:cubicBezTo>
                  <a:pt x="132053" y="46151"/>
                  <a:pt x="130095" y="43603"/>
                  <a:pt x="128754" y="40772"/>
                </a:cubicBezTo>
                <a:cubicBezTo>
                  <a:pt x="126920" y="36737"/>
                  <a:pt x="126003" y="33268"/>
                  <a:pt x="126003" y="30366"/>
                </a:cubicBezTo>
                <a:cubicBezTo>
                  <a:pt x="126003" y="24986"/>
                  <a:pt x="126779" y="20579"/>
                  <a:pt x="128331" y="17146"/>
                </a:cubicBezTo>
                <a:cubicBezTo>
                  <a:pt x="129883" y="13713"/>
                  <a:pt x="132071" y="10687"/>
                  <a:pt x="134893" y="8067"/>
                </a:cubicBezTo>
                <a:cubicBezTo>
                  <a:pt x="136939" y="6087"/>
                  <a:pt x="140026" y="4283"/>
                  <a:pt x="144154" y="2656"/>
                </a:cubicBezTo>
                <a:cubicBezTo>
                  <a:pt x="148282" y="1026"/>
                  <a:pt x="152710" y="212"/>
                  <a:pt x="157437" y="212"/>
                </a:cubicBezTo>
                <a:cubicBezTo>
                  <a:pt x="164141" y="212"/>
                  <a:pt x="170032" y="671"/>
                  <a:pt x="175113" y="1591"/>
                </a:cubicBezTo>
                <a:cubicBezTo>
                  <a:pt x="180193" y="2510"/>
                  <a:pt x="184497" y="3890"/>
                  <a:pt x="188025" y="5729"/>
                </a:cubicBezTo>
                <a:cubicBezTo>
                  <a:pt x="188449" y="7358"/>
                  <a:pt x="189048" y="11113"/>
                  <a:pt x="189825" y="16994"/>
                </a:cubicBezTo>
                <a:cubicBezTo>
                  <a:pt x="190601" y="22873"/>
                  <a:pt x="190989" y="26343"/>
                  <a:pt x="190989" y="27406"/>
                </a:cubicBezTo>
                <a:cubicBezTo>
                  <a:pt x="190989" y="27902"/>
                  <a:pt x="190883" y="28434"/>
                  <a:pt x="190671" y="29000"/>
                </a:cubicBezTo>
                <a:cubicBezTo>
                  <a:pt x="188837" y="29565"/>
                  <a:pt x="187320" y="29847"/>
                  <a:pt x="186120" y="29847"/>
                </a:cubicBezTo>
                <a:cubicBezTo>
                  <a:pt x="185415" y="29847"/>
                  <a:pt x="184391" y="29777"/>
                  <a:pt x="183051" y="29635"/>
                </a:cubicBezTo>
                <a:cubicBezTo>
                  <a:pt x="182416" y="28648"/>
                  <a:pt x="181569" y="27166"/>
                  <a:pt x="180511" y="25190"/>
                </a:cubicBezTo>
                <a:cubicBezTo>
                  <a:pt x="177124" y="18910"/>
                  <a:pt x="173649" y="14483"/>
                  <a:pt x="170085" y="11907"/>
                </a:cubicBezTo>
                <a:cubicBezTo>
                  <a:pt x="166522" y="9332"/>
                  <a:pt x="162412" y="8044"/>
                  <a:pt x="157755" y="8044"/>
                </a:cubicBezTo>
                <a:cubicBezTo>
                  <a:pt x="152886" y="8044"/>
                  <a:pt x="148794" y="9457"/>
                  <a:pt x="145477" y="12284"/>
                </a:cubicBezTo>
                <a:cubicBezTo>
                  <a:pt x="143078" y="14333"/>
                  <a:pt x="141879" y="17123"/>
                  <a:pt x="141879" y="20656"/>
                </a:cubicBezTo>
                <a:cubicBezTo>
                  <a:pt x="141879" y="22988"/>
                  <a:pt x="143149" y="25357"/>
                  <a:pt x="145689" y="27760"/>
                </a:cubicBezTo>
                <a:cubicBezTo>
                  <a:pt x="148159" y="30232"/>
                  <a:pt x="152463" y="32104"/>
                  <a:pt x="158602" y="33376"/>
                </a:cubicBezTo>
                <a:cubicBezTo>
                  <a:pt x="167845" y="35425"/>
                  <a:pt x="174654" y="37473"/>
                  <a:pt x="179029" y="39522"/>
                </a:cubicBezTo>
                <a:cubicBezTo>
                  <a:pt x="185379" y="42490"/>
                  <a:pt x="189842" y="45987"/>
                  <a:pt x="192418" y="50013"/>
                </a:cubicBezTo>
                <a:cubicBezTo>
                  <a:pt x="194993" y="54040"/>
                  <a:pt x="196281" y="58702"/>
                  <a:pt x="196281" y="64001"/>
                </a:cubicBezTo>
                <a:cubicBezTo>
                  <a:pt x="196281" y="72195"/>
                  <a:pt x="193194" y="79029"/>
                  <a:pt x="187020" y="84504"/>
                </a:cubicBezTo>
                <a:cubicBezTo>
                  <a:pt x="180846" y="89979"/>
                  <a:pt x="171832" y="92717"/>
                  <a:pt x="159977" y="92717"/>
                </a:cubicBezTo>
                <a:cubicBezTo>
                  <a:pt x="158425" y="92717"/>
                  <a:pt x="154368" y="92363"/>
                  <a:pt x="147806" y="91655"/>
                </a:cubicBezTo>
                <a:cubicBezTo>
                  <a:pt x="144842" y="91300"/>
                  <a:pt x="141349" y="90592"/>
                  <a:pt x="137328" y="89532"/>
                </a:cubicBezTo>
                <a:cubicBezTo>
                  <a:pt x="136340" y="89247"/>
                  <a:pt x="133764" y="88221"/>
                  <a:pt x="129601" y="86452"/>
                </a:cubicBezTo>
                <a:cubicBezTo>
                  <a:pt x="128825" y="86027"/>
                  <a:pt x="128278" y="85513"/>
                  <a:pt x="127961" y="84911"/>
                </a:cubicBezTo>
                <a:cubicBezTo>
                  <a:pt x="127643" y="84309"/>
                  <a:pt x="127167" y="81353"/>
                  <a:pt x="126532" y="76043"/>
                </a:cubicBezTo>
                <a:cubicBezTo>
                  <a:pt x="125403" y="67409"/>
                  <a:pt x="124803" y="62241"/>
                  <a:pt x="124732" y="60541"/>
                </a:cubicBezTo>
                <a:close/>
                <a:moveTo>
                  <a:pt x="214699" y="34054"/>
                </a:moveTo>
                <a:cubicBezTo>
                  <a:pt x="216534" y="28041"/>
                  <a:pt x="218157" y="24045"/>
                  <a:pt x="219568" y="22065"/>
                </a:cubicBezTo>
                <a:cubicBezTo>
                  <a:pt x="223519" y="16265"/>
                  <a:pt x="227735" y="11740"/>
                  <a:pt x="232216" y="8487"/>
                </a:cubicBezTo>
                <a:cubicBezTo>
                  <a:pt x="236697" y="5233"/>
                  <a:pt x="240736" y="3075"/>
                  <a:pt x="244335" y="2014"/>
                </a:cubicBezTo>
                <a:cubicBezTo>
                  <a:pt x="248992" y="671"/>
                  <a:pt x="252767" y="0"/>
                  <a:pt x="255660" y="0"/>
                </a:cubicBezTo>
                <a:cubicBezTo>
                  <a:pt x="262292" y="0"/>
                  <a:pt x="267655" y="510"/>
                  <a:pt x="271748" y="1531"/>
                </a:cubicBezTo>
                <a:cubicBezTo>
                  <a:pt x="275840" y="2552"/>
                  <a:pt x="279262" y="4014"/>
                  <a:pt x="282014" y="5917"/>
                </a:cubicBezTo>
                <a:cubicBezTo>
                  <a:pt x="285965" y="8662"/>
                  <a:pt x="289141" y="11444"/>
                  <a:pt x="291540" y="14262"/>
                </a:cubicBezTo>
                <a:cubicBezTo>
                  <a:pt x="293939" y="17078"/>
                  <a:pt x="295897" y="20388"/>
                  <a:pt x="297414" y="24191"/>
                </a:cubicBezTo>
                <a:cubicBezTo>
                  <a:pt x="298931" y="27995"/>
                  <a:pt x="299760" y="32608"/>
                  <a:pt x="299901" y="38030"/>
                </a:cubicBezTo>
                <a:lnTo>
                  <a:pt x="288153" y="37838"/>
                </a:lnTo>
                <a:cubicBezTo>
                  <a:pt x="284907" y="37838"/>
                  <a:pt x="277780" y="37538"/>
                  <a:pt x="266773" y="36938"/>
                </a:cubicBezTo>
                <a:cubicBezTo>
                  <a:pt x="262680" y="36586"/>
                  <a:pt x="259858" y="36409"/>
                  <a:pt x="258306" y="36409"/>
                </a:cubicBezTo>
                <a:cubicBezTo>
                  <a:pt x="257812" y="36409"/>
                  <a:pt x="254002" y="36480"/>
                  <a:pt x="246875" y="36621"/>
                </a:cubicBezTo>
                <a:lnTo>
                  <a:pt x="237773" y="36621"/>
                </a:lnTo>
                <a:cubicBezTo>
                  <a:pt x="237631" y="37613"/>
                  <a:pt x="237561" y="38464"/>
                  <a:pt x="237561" y="39174"/>
                </a:cubicBezTo>
                <a:cubicBezTo>
                  <a:pt x="237561" y="42934"/>
                  <a:pt x="238020" y="46889"/>
                  <a:pt x="238937" y="51038"/>
                </a:cubicBezTo>
                <a:cubicBezTo>
                  <a:pt x="239854" y="55188"/>
                  <a:pt x="241230" y="58842"/>
                  <a:pt x="243065" y="62000"/>
                </a:cubicBezTo>
                <a:cubicBezTo>
                  <a:pt x="244899" y="65155"/>
                  <a:pt x="247175" y="67867"/>
                  <a:pt x="249891" y="70136"/>
                </a:cubicBezTo>
                <a:cubicBezTo>
                  <a:pt x="252608" y="72405"/>
                  <a:pt x="255413" y="74037"/>
                  <a:pt x="258306" y="75031"/>
                </a:cubicBezTo>
                <a:lnTo>
                  <a:pt x="264444" y="77052"/>
                </a:lnTo>
                <a:cubicBezTo>
                  <a:pt x="269878" y="77052"/>
                  <a:pt x="273512" y="76874"/>
                  <a:pt x="275346" y="76516"/>
                </a:cubicBezTo>
                <a:cubicBezTo>
                  <a:pt x="278733" y="75802"/>
                  <a:pt x="281714" y="74891"/>
                  <a:pt x="284290" y="73784"/>
                </a:cubicBezTo>
                <a:cubicBezTo>
                  <a:pt x="286865" y="72677"/>
                  <a:pt x="289987" y="70803"/>
                  <a:pt x="293657" y="68162"/>
                </a:cubicBezTo>
                <a:cubicBezTo>
                  <a:pt x="296197" y="69996"/>
                  <a:pt x="298314" y="71654"/>
                  <a:pt x="300007" y="73136"/>
                </a:cubicBezTo>
                <a:cubicBezTo>
                  <a:pt x="293798" y="80018"/>
                  <a:pt x="287359" y="85002"/>
                  <a:pt x="280691" y="88089"/>
                </a:cubicBezTo>
                <a:cubicBezTo>
                  <a:pt x="274023" y="91174"/>
                  <a:pt x="266561" y="92717"/>
                  <a:pt x="258306" y="92717"/>
                </a:cubicBezTo>
                <a:cubicBezTo>
                  <a:pt x="252731" y="92717"/>
                  <a:pt x="248180" y="92222"/>
                  <a:pt x="244652" y="91232"/>
                </a:cubicBezTo>
                <a:cubicBezTo>
                  <a:pt x="239925" y="89959"/>
                  <a:pt x="235656" y="88014"/>
                  <a:pt x="231845" y="85397"/>
                </a:cubicBezTo>
                <a:cubicBezTo>
                  <a:pt x="228035" y="82780"/>
                  <a:pt x="224754" y="79526"/>
                  <a:pt x="222002" y="75637"/>
                </a:cubicBezTo>
                <a:cubicBezTo>
                  <a:pt x="219250" y="71747"/>
                  <a:pt x="217204" y="67751"/>
                  <a:pt x="215864" y="63650"/>
                </a:cubicBezTo>
                <a:cubicBezTo>
                  <a:pt x="214099" y="58274"/>
                  <a:pt x="213217" y="53960"/>
                  <a:pt x="213217" y="50708"/>
                </a:cubicBezTo>
                <a:cubicBezTo>
                  <a:pt x="213217" y="44556"/>
                  <a:pt x="213711" y="39005"/>
                  <a:pt x="214699" y="34054"/>
                </a:cubicBezTo>
                <a:moveTo>
                  <a:pt x="276193" y="29530"/>
                </a:moveTo>
                <a:cubicBezTo>
                  <a:pt x="276122" y="25578"/>
                  <a:pt x="275346" y="21803"/>
                  <a:pt x="273864" y="18205"/>
                </a:cubicBezTo>
                <a:cubicBezTo>
                  <a:pt x="272383" y="14606"/>
                  <a:pt x="270089" y="11801"/>
                  <a:pt x="266985" y="9790"/>
                </a:cubicBezTo>
                <a:cubicBezTo>
                  <a:pt x="263880" y="7779"/>
                  <a:pt x="260740" y="6774"/>
                  <a:pt x="257565" y="6774"/>
                </a:cubicBezTo>
                <a:cubicBezTo>
                  <a:pt x="252837" y="6774"/>
                  <a:pt x="248568" y="8847"/>
                  <a:pt x="244758" y="12992"/>
                </a:cubicBezTo>
                <a:cubicBezTo>
                  <a:pt x="240948" y="17135"/>
                  <a:pt x="238796" y="22754"/>
                  <a:pt x="238302" y="29847"/>
                </a:cubicBezTo>
                <a:lnTo>
                  <a:pt x="262434" y="30059"/>
                </a:lnTo>
                <a:cubicBezTo>
                  <a:pt x="263986" y="30059"/>
                  <a:pt x="266173" y="29953"/>
                  <a:pt x="268996" y="29741"/>
                </a:cubicBezTo>
                <a:cubicBezTo>
                  <a:pt x="271042" y="29565"/>
                  <a:pt x="272488" y="29477"/>
                  <a:pt x="273335" y="29477"/>
                </a:cubicBezTo>
                <a:cubicBezTo>
                  <a:pt x="273970" y="29477"/>
                  <a:pt x="274923" y="29494"/>
                  <a:pt x="276193" y="2953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992AB-DBC5-4F69-A27F-0D14D1F0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3547386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588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35"/>
                  <a:pt x="256489" y="173965"/>
                  <a:pt x="253174" y="181966"/>
                </a:cubicBezTo>
                <a:cubicBezTo>
                  <a:pt x="249888" y="189938"/>
                  <a:pt x="245831" y="197510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60"/>
                  <a:pt x="181966" y="253174"/>
                </a:cubicBezTo>
                <a:cubicBezTo>
                  <a:pt x="173993" y="256489"/>
                  <a:pt x="165764" y="258975"/>
                  <a:pt x="157277" y="260661"/>
                </a:cubicBezTo>
                <a:cubicBezTo>
                  <a:pt x="148790" y="262347"/>
                  <a:pt x="140246" y="263204"/>
                  <a:pt x="131588" y="263204"/>
                </a:cubicBezTo>
                <a:cubicBezTo>
                  <a:pt x="122958" y="263204"/>
                  <a:pt x="114386" y="262347"/>
                  <a:pt x="105928" y="260661"/>
                </a:cubicBezTo>
                <a:cubicBezTo>
                  <a:pt x="97441" y="258975"/>
                  <a:pt x="89240" y="256489"/>
                  <a:pt x="81239" y="253174"/>
                </a:cubicBezTo>
                <a:cubicBezTo>
                  <a:pt x="73266" y="249860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10"/>
                  <a:pt x="13316" y="189938"/>
                  <a:pt x="10001" y="181966"/>
                </a:cubicBezTo>
                <a:cubicBezTo>
                  <a:pt x="6715" y="173965"/>
                  <a:pt x="4201" y="165735"/>
                  <a:pt x="2515" y="157277"/>
                </a:cubicBezTo>
                <a:cubicBezTo>
                  <a:pt x="857" y="148790"/>
                  <a:pt x="0" y="140246"/>
                  <a:pt x="0" y="131588"/>
                </a:cubicBezTo>
                <a:cubicBezTo>
                  <a:pt x="0" y="122958"/>
                  <a:pt x="857" y="114386"/>
                  <a:pt x="2515" y="105928"/>
                </a:cubicBezTo>
                <a:cubicBezTo>
                  <a:pt x="4201" y="97441"/>
                  <a:pt x="6715" y="89211"/>
                  <a:pt x="10001" y="81239"/>
                </a:cubicBezTo>
                <a:cubicBezTo>
                  <a:pt x="13316" y="73238"/>
                  <a:pt x="17374" y="65665"/>
                  <a:pt x="22174" y="58464"/>
                </a:cubicBezTo>
                <a:cubicBezTo>
                  <a:pt x="26975" y="51292"/>
                  <a:pt x="32433" y="44634"/>
                  <a:pt x="38548" y="38519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01"/>
                </a:cubicBezTo>
                <a:cubicBezTo>
                  <a:pt x="89240" y="6687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64" y="4201"/>
                  <a:pt x="173993" y="6687"/>
                  <a:pt x="181966" y="10001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19"/>
                </a:cubicBezTo>
                <a:cubicBezTo>
                  <a:pt x="230772" y="44634"/>
                  <a:pt x="236230" y="51292"/>
                  <a:pt x="241030" y="58464"/>
                </a:cubicBezTo>
                <a:cubicBezTo>
                  <a:pt x="245831" y="65665"/>
                  <a:pt x="249888" y="73238"/>
                  <a:pt x="253174" y="81239"/>
                </a:cubicBezTo>
                <a:cubicBezTo>
                  <a:pt x="256489" y="89211"/>
                  <a:pt x="259004" y="97441"/>
                  <a:pt x="260690" y="105928"/>
                </a:cubicBezTo>
                <a:cubicBezTo>
                  <a:pt x="262376" y="114386"/>
                  <a:pt x="263204" y="122958"/>
                  <a:pt x="263204" y="131588"/>
                </a:cubicBezTo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DB35F-1E3A-41B8-BF7F-346C34E2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3547386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588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35"/>
                  <a:pt x="256489" y="173965"/>
                  <a:pt x="253174" y="181966"/>
                </a:cubicBezTo>
                <a:cubicBezTo>
                  <a:pt x="249888" y="189938"/>
                  <a:pt x="245831" y="197510"/>
                  <a:pt x="241030" y="204711"/>
                </a:cubicBezTo>
                <a:cubicBezTo>
                  <a:pt x="236230" y="211912"/>
                  <a:pt x="230772" y="218542"/>
                  <a:pt x="224657" y="224657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60"/>
                  <a:pt x="181966" y="253174"/>
                </a:cubicBezTo>
                <a:cubicBezTo>
                  <a:pt x="173993" y="256489"/>
                  <a:pt x="165764" y="258975"/>
                  <a:pt x="157277" y="260661"/>
                </a:cubicBezTo>
                <a:cubicBezTo>
                  <a:pt x="148790" y="262347"/>
                  <a:pt x="140246" y="263204"/>
                  <a:pt x="131588" y="263204"/>
                </a:cubicBezTo>
                <a:cubicBezTo>
                  <a:pt x="122958" y="263204"/>
                  <a:pt x="114386" y="262347"/>
                  <a:pt x="105928" y="260661"/>
                </a:cubicBezTo>
                <a:cubicBezTo>
                  <a:pt x="97441" y="258975"/>
                  <a:pt x="89240" y="256489"/>
                  <a:pt x="81239" y="253174"/>
                </a:cubicBezTo>
                <a:cubicBezTo>
                  <a:pt x="73266" y="249860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57"/>
                </a:cubicBezTo>
                <a:cubicBezTo>
                  <a:pt x="32433" y="218542"/>
                  <a:pt x="26975" y="211912"/>
                  <a:pt x="22174" y="204711"/>
                </a:cubicBezTo>
                <a:cubicBezTo>
                  <a:pt x="17374" y="197510"/>
                  <a:pt x="13316" y="189938"/>
                  <a:pt x="10001" y="181966"/>
                </a:cubicBezTo>
                <a:cubicBezTo>
                  <a:pt x="6715" y="173965"/>
                  <a:pt x="4201" y="165735"/>
                  <a:pt x="2515" y="157277"/>
                </a:cubicBezTo>
                <a:cubicBezTo>
                  <a:pt x="857" y="148790"/>
                  <a:pt x="0" y="140246"/>
                  <a:pt x="0" y="131588"/>
                </a:cubicBezTo>
                <a:cubicBezTo>
                  <a:pt x="0" y="122958"/>
                  <a:pt x="857" y="114386"/>
                  <a:pt x="2515" y="105928"/>
                </a:cubicBezTo>
                <a:cubicBezTo>
                  <a:pt x="4201" y="97441"/>
                  <a:pt x="6715" y="89211"/>
                  <a:pt x="10001" y="81239"/>
                </a:cubicBezTo>
                <a:cubicBezTo>
                  <a:pt x="13316" y="73238"/>
                  <a:pt x="17374" y="65665"/>
                  <a:pt x="22174" y="58464"/>
                </a:cubicBezTo>
                <a:cubicBezTo>
                  <a:pt x="26975" y="51292"/>
                  <a:pt x="32433" y="44634"/>
                  <a:pt x="38548" y="38519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01"/>
                </a:cubicBezTo>
                <a:cubicBezTo>
                  <a:pt x="89240" y="6687"/>
                  <a:pt x="97441" y="4201"/>
                  <a:pt x="105928" y="2515"/>
                </a:cubicBezTo>
                <a:cubicBezTo>
                  <a:pt x="114386" y="829"/>
                  <a:pt x="122958" y="0"/>
                  <a:pt x="131588" y="0"/>
                </a:cubicBezTo>
                <a:cubicBezTo>
                  <a:pt x="140246" y="0"/>
                  <a:pt x="148790" y="829"/>
                  <a:pt x="157277" y="2515"/>
                </a:cubicBezTo>
                <a:cubicBezTo>
                  <a:pt x="165764" y="4201"/>
                  <a:pt x="173993" y="6687"/>
                  <a:pt x="181966" y="10001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19"/>
                </a:cubicBezTo>
                <a:cubicBezTo>
                  <a:pt x="230772" y="44634"/>
                  <a:pt x="236230" y="51292"/>
                  <a:pt x="241030" y="58464"/>
                </a:cubicBezTo>
                <a:cubicBezTo>
                  <a:pt x="245831" y="65665"/>
                  <a:pt x="249888" y="73238"/>
                  <a:pt x="253174" y="81239"/>
                </a:cubicBezTo>
                <a:cubicBezTo>
                  <a:pt x="256489" y="89211"/>
                  <a:pt x="259004" y="97441"/>
                  <a:pt x="260690" y="105928"/>
                </a:cubicBezTo>
                <a:cubicBezTo>
                  <a:pt x="262376" y="114386"/>
                  <a:pt x="263204" y="122958"/>
                  <a:pt x="263204" y="1315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682" name="Text 15">
            <a:extLst xmlns:a="http://schemas.openxmlformats.org/drawingml/2006/main">
              <a:ext uri="{FF2B5EF4-FFF2-40B4-BE49-F238E27FC236}">
                <a16:creationId xmlns:a16="http://schemas.microsoft.com/office/drawing/2014/main" id="{242CDF00-84C2-4406-BC17-711E864A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219" y="3593798"/>
            <a:ext cx="176068" cy="142039"/>
          </a:xfrm>
          <a:custGeom xmlns:a="http://schemas.openxmlformats.org/drawingml/2006/main">
            <a:pathLst>
              <a:path w="176068" h="142039">
                <a:moveTo>
                  <a:pt x="60541" y="138440"/>
                </a:moveTo>
                <a:lnTo>
                  <a:pt x="12066" y="138440"/>
                </a:lnTo>
                <a:cubicBezTo>
                  <a:pt x="11995" y="137792"/>
                  <a:pt x="11960" y="137250"/>
                  <a:pt x="11960" y="136816"/>
                </a:cubicBezTo>
                <a:cubicBezTo>
                  <a:pt x="11960" y="135590"/>
                  <a:pt x="12207" y="134743"/>
                  <a:pt x="12701" y="134276"/>
                </a:cubicBezTo>
                <a:cubicBezTo>
                  <a:pt x="13195" y="133806"/>
                  <a:pt x="14747" y="133324"/>
                  <a:pt x="17358" y="132830"/>
                </a:cubicBezTo>
                <a:cubicBezTo>
                  <a:pt x="21450" y="131981"/>
                  <a:pt x="24767" y="130957"/>
                  <a:pt x="27307" y="129758"/>
                </a:cubicBezTo>
                <a:cubicBezTo>
                  <a:pt x="28013" y="128203"/>
                  <a:pt x="28365" y="126756"/>
                  <a:pt x="28365" y="125415"/>
                </a:cubicBezTo>
                <a:lnTo>
                  <a:pt x="28365" y="118846"/>
                </a:lnTo>
                <a:cubicBezTo>
                  <a:pt x="28365" y="118070"/>
                  <a:pt x="28471" y="114503"/>
                  <a:pt x="28683" y="108146"/>
                </a:cubicBezTo>
                <a:cubicBezTo>
                  <a:pt x="28753" y="105745"/>
                  <a:pt x="28824" y="95363"/>
                  <a:pt x="28895" y="76999"/>
                </a:cubicBezTo>
                <a:lnTo>
                  <a:pt x="29106" y="52107"/>
                </a:lnTo>
                <a:lnTo>
                  <a:pt x="28895" y="37593"/>
                </a:lnTo>
                <a:cubicBezTo>
                  <a:pt x="28895" y="35474"/>
                  <a:pt x="28965" y="28800"/>
                  <a:pt x="29106" y="17570"/>
                </a:cubicBezTo>
                <a:cubicBezTo>
                  <a:pt x="13089" y="29000"/>
                  <a:pt x="4304" y="34716"/>
                  <a:pt x="2752" y="34716"/>
                </a:cubicBezTo>
                <a:cubicBezTo>
                  <a:pt x="2187" y="34716"/>
                  <a:pt x="1588" y="34416"/>
                  <a:pt x="953" y="33816"/>
                </a:cubicBezTo>
                <a:cubicBezTo>
                  <a:pt x="318" y="33216"/>
                  <a:pt x="0" y="32634"/>
                  <a:pt x="0" y="32070"/>
                </a:cubicBezTo>
                <a:cubicBezTo>
                  <a:pt x="0" y="31364"/>
                  <a:pt x="247" y="30800"/>
                  <a:pt x="741" y="30376"/>
                </a:cubicBezTo>
                <a:cubicBezTo>
                  <a:pt x="1729" y="29459"/>
                  <a:pt x="4093" y="27942"/>
                  <a:pt x="7832" y="25825"/>
                </a:cubicBezTo>
                <a:cubicBezTo>
                  <a:pt x="8397" y="25543"/>
                  <a:pt x="10831" y="23638"/>
                  <a:pt x="15135" y="20110"/>
                </a:cubicBezTo>
                <a:cubicBezTo>
                  <a:pt x="21980" y="14394"/>
                  <a:pt x="26989" y="9914"/>
                  <a:pt x="30165" y="6668"/>
                </a:cubicBezTo>
                <a:cubicBezTo>
                  <a:pt x="33340" y="3422"/>
                  <a:pt x="35280" y="1588"/>
                  <a:pt x="35986" y="1164"/>
                </a:cubicBezTo>
                <a:cubicBezTo>
                  <a:pt x="37397" y="1094"/>
                  <a:pt x="38491" y="1058"/>
                  <a:pt x="39267" y="1058"/>
                </a:cubicBezTo>
                <a:cubicBezTo>
                  <a:pt x="41102" y="1058"/>
                  <a:pt x="42248" y="1359"/>
                  <a:pt x="42707" y="1961"/>
                </a:cubicBezTo>
                <a:cubicBezTo>
                  <a:pt x="43165" y="2561"/>
                  <a:pt x="43395" y="4735"/>
                  <a:pt x="43395" y="8484"/>
                </a:cubicBezTo>
                <a:lnTo>
                  <a:pt x="42654" y="103016"/>
                </a:lnTo>
                <a:lnTo>
                  <a:pt x="42654" y="112350"/>
                </a:lnTo>
                <a:cubicBezTo>
                  <a:pt x="42654" y="114615"/>
                  <a:pt x="42619" y="116897"/>
                  <a:pt x="42548" y="119197"/>
                </a:cubicBezTo>
                <a:cubicBezTo>
                  <a:pt x="42477" y="121494"/>
                  <a:pt x="42442" y="123173"/>
                  <a:pt x="42442" y="124234"/>
                </a:cubicBezTo>
                <a:cubicBezTo>
                  <a:pt x="42442" y="126781"/>
                  <a:pt x="42760" y="128442"/>
                  <a:pt x="43395" y="129219"/>
                </a:cubicBezTo>
                <a:cubicBezTo>
                  <a:pt x="43818" y="129715"/>
                  <a:pt x="45124" y="130352"/>
                  <a:pt x="47311" y="131130"/>
                </a:cubicBezTo>
                <a:lnTo>
                  <a:pt x="54508" y="132615"/>
                </a:lnTo>
                <a:cubicBezTo>
                  <a:pt x="57613" y="133394"/>
                  <a:pt x="59306" y="133924"/>
                  <a:pt x="59588" y="134206"/>
                </a:cubicBezTo>
                <a:cubicBezTo>
                  <a:pt x="60294" y="134826"/>
                  <a:pt x="60647" y="135790"/>
                  <a:pt x="60647" y="137097"/>
                </a:cubicBezTo>
                <a:lnTo>
                  <a:pt x="60541" y="138440"/>
                </a:lnTo>
                <a:close/>
                <a:moveTo>
                  <a:pt x="165590" y="16194"/>
                </a:moveTo>
                <a:cubicBezTo>
                  <a:pt x="157687" y="16829"/>
                  <a:pt x="151302" y="17146"/>
                  <a:pt x="146433" y="17146"/>
                </a:cubicBezTo>
                <a:cubicBezTo>
                  <a:pt x="142834" y="17146"/>
                  <a:pt x="139024" y="17040"/>
                  <a:pt x="135002" y="16829"/>
                </a:cubicBezTo>
                <a:cubicBezTo>
                  <a:pt x="132815" y="16688"/>
                  <a:pt x="131509" y="16617"/>
                  <a:pt x="131086" y="16617"/>
                </a:cubicBezTo>
                <a:cubicBezTo>
                  <a:pt x="122478" y="16617"/>
                  <a:pt x="117856" y="16793"/>
                  <a:pt x="117221" y="17146"/>
                </a:cubicBezTo>
                <a:cubicBezTo>
                  <a:pt x="116939" y="17303"/>
                  <a:pt x="116762" y="17656"/>
                  <a:pt x="116692" y="18205"/>
                </a:cubicBezTo>
                <a:cubicBezTo>
                  <a:pt x="116480" y="19331"/>
                  <a:pt x="115563" y="31903"/>
                  <a:pt x="113940" y="55920"/>
                </a:cubicBezTo>
                <a:cubicBezTo>
                  <a:pt x="117115" y="54284"/>
                  <a:pt x="120184" y="53129"/>
                  <a:pt x="123148" y="52454"/>
                </a:cubicBezTo>
                <a:cubicBezTo>
                  <a:pt x="126111" y="51777"/>
                  <a:pt x="130028" y="51439"/>
                  <a:pt x="134896" y="51439"/>
                </a:cubicBezTo>
                <a:cubicBezTo>
                  <a:pt x="138354" y="51439"/>
                  <a:pt x="140753" y="51650"/>
                  <a:pt x="142093" y="52074"/>
                </a:cubicBezTo>
                <a:cubicBezTo>
                  <a:pt x="148797" y="54268"/>
                  <a:pt x="153630" y="56249"/>
                  <a:pt x="156594" y="58017"/>
                </a:cubicBezTo>
                <a:cubicBezTo>
                  <a:pt x="160686" y="60562"/>
                  <a:pt x="164020" y="63462"/>
                  <a:pt x="166596" y="66716"/>
                </a:cubicBezTo>
                <a:cubicBezTo>
                  <a:pt x="169171" y="69969"/>
                  <a:pt x="171552" y="74742"/>
                  <a:pt x="173740" y="81038"/>
                </a:cubicBezTo>
                <a:cubicBezTo>
                  <a:pt x="175292" y="85565"/>
                  <a:pt x="176068" y="90303"/>
                  <a:pt x="176068" y="95254"/>
                </a:cubicBezTo>
                <a:cubicBezTo>
                  <a:pt x="176068" y="100629"/>
                  <a:pt x="175310" y="105634"/>
                  <a:pt x="173793" y="110266"/>
                </a:cubicBezTo>
                <a:cubicBezTo>
                  <a:pt x="172276" y="114897"/>
                  <a:pt x="170388" y="118769"/>
                  <a:pt x="168130" y="121882"/>
                </a:cubicBezTo>
                <a:cubicBezTo>
                  <a:pt x="165872" y="124994"/>
                  <a:pt x="162521" y="128230"/>
                  <a:pt x="158075" y="131590"/>
                </a:cubicBezTo>
                <a:cubicBezTo>
                  <a:pt x="153630" y="134948"/>
                  <a:pt x="148391" y="137512"/>
                  <a:pt x="142358" y="139280"/>
                </a:cubicBezTo>
                <a:cubicBezTo>
                  <a:pt x="136325" y="141048"/>
                  <a:pt x="132285" y="141968"/>
                  <a:pt x="130239" y="142039"/>
                </a:cubicBezTo>
                <a:lnTo>
                  <a:pt x="114892" y="140656"/>
                </a:lnTo>
                <a:cubicBezTo>
                  <a:pt x="110659" y="139946"/>
                  <a:pt x="106954" y="138793"/>
                  <a:pt x="103779" y="137196"/>
                </a:cubicBezTo>
                <a:cubicBezTo>
                  <a:pt x="100604" y="135600"/>
                  <a:pt x="98487" y="134056"/>
                  <a:pt x="97428" y="132566"/>
                </a:cubicBezTo>
                <a:cubicBezTo>
                  <a:pt x="96793" y="131644"/>
                  <a:pt x="96476" y="130438"/>
                  <a:pt x="96476" y="128947"/>
                </a:cubicBezTo>
                <a:cubicBezTo>
                  <a:pt x="96476" y="127812"/>
                  <a:pt x="97270" y="126570"/>
                  <a:pt x="98857" y="125223"/>
                </a:cubicBezTo>
                <a:cubicBezTo>
                  <a:pt x="100445" y="123874"/>
                  <a:pt x="102403" y="123199"/>
                  <a:pt x="104732" y="123199"/>
                </a:cubicBezTo>
                <a:cubicBezTo>
                  <a:pt x="105790" y="123199"/>
                  <a:pt x="106954" y="123516"/>
                  <a:pt x="108224" y="124151"/>
                </a:cubicBezTo>
                <a:lnTo>
                  <a:pt x="116586" y="129549"/>
                </a:lnTo>
                <a:cubicBezTo>
                  <a:pt x="118491" y="131243"/>
                  <a:pt x="120855" y="132830"/>
                  <a:pt x="123677" y="134312"/>
                </a:cubicBezTo>
                <a:cubicBezTo>
                  <a:pt x="124100" y="134524"/>
                  <a:pt x="125159" y="134771"/>
                  <a:pt x="126852" y="135053"/>
                </a:cubicBezTo>
                <a:cubicBezTo>
                  <a:pt x="130945" y="135618"/>
                  <a:pt x="133167" y="135900"/>
                  <a:pt x="133520" y="135900"/>
                </a:cubicBezTo>
                <a:cubicBezTo>
                  <a:pt x="135073" y="135900"/>
                  <a:pt x="137719" y="135265"/>
                  <a:pt x="141458" y="133995"/>
                </a:cubicBezTo>
                <a:cubicBezTo>
                  <a:pt x="145198" y="132725"/>
                  <a:pt x="148656" y="130555"/>
                  <a:pt x="151831" y="127485"/>
                </a:cubicBezTo>
                <a:cubicBezTo>
                  <a:pt x="155006" y="124416"/>
                  <a:pt x="157740" y="120535"/>
                  <a:pt x="160033" y="115843"/>
                </a:cubicBezTo>
                <a:cubicBezTo>
                  <a:pt x="162327" y="111151"/>
                  <a:pt x="163473" y="105947"/>
                  <a:pt x="163473" y="100231"/>
                </a:cubicBezTo>
                <a:cubicBezTo>
                  <a:pt x="163473" y="90000"/>
                  <a:pt x="160263" y="81568"/>
                  <a:pt x="153842" y="74935"/>
                </a:cubicBezTo>
                <a:cubicBezTo>
                  <a:pt x="147421" y="68303"/>
                  <a:pt x="139694" y="64986"/>
                  <a:pt x="130663" y="64986"/>
                </a:cubicBezTo>
                <a:cubicBezTo>
                  <a:pt x="126641" y="64986"/>
                  <a:pt x="122919" y="65657"/>
                  <a:pt x="119496" y="66997"/>
                </a:cubicBezTo>
                <a:cubicBezTo>
                  <a:pt x="116074" y="68338"/>
                  <a:pt x="113763" y="69820"/>
                  <a:pt x="112564" y="71443"/>
                </a:cubicBezTo>
                <a:lnTo>
                  <a:pt x="110976" y="72078"/>
                </a:lnTo>
                <a:cubicBezTo>
                  <a:pt x="110129" y="72430"/>
                  <a:pt x="109530" y="72607"/>
                  <a:pt x="109177" y="72607"/>
                </a:cubicBezTo>
                <a:lnTo>
                  <a:pt x="107801" y="72289"/>
                </a:lnTo>
                <a:cubicBezTo>
                  <a:pt x="107589" y="71019"/>
                  <a:pt x="107483" y="70067"/>
                  <a:pt x="107483" y="69432"/>
                </a:cubicBezTo>
                <a:cubicBezTo>
                  <a:pt x="107483" y="68865"/>
                  <a:pt x="107589" y="67875"/>
                  <a:pt x="107801" y="66461"/>
                </a:cubicBezTo>
                <a:cubicBezTo>
                  <a:pt x="108295" y="63004"/>
                  <a:pt x="108559" y="59424"/>
                  <a:pt x="108595" y="55722"/>
                </a:cubicBezTo>
                <a:cubicBezTo>
                  <a:pt x="108630" y="52018"/>
                  <a:pt x="109000" y="48684"/>
                  <a:pt x="109706" y="45720"/>
                </a:cubicBezTo>
                <a:lnTo>
                  <a:pt x="109389" y="40643"/>
                </a:lnTo>
                <a:cubicBezTo>
                  <a:pt x="109882" y="38030"/>
                  <a:pt x="110165" y="35524"/>
                  <a:pt x="110235" y="33125"/>
                </a:cubicBezTo>
                <a:cubicBezTo>
                  <a:pt x="110447" y="16836"/>
                  <a:pt x="111117" y="7488"/>
                  <a:pt x="112246" y="5080"/>
                </a:cubicBezTo>
                <a:cubicBezTo>
                  <a:pt x="112740" y="3951"/>
                  <a:pt x="113587" y="3387"/>
                  <a:pt x="114786" y="3387"/>
                </a:cubicBezTo>
                <a:cubicBezTo>
                  <a:pt x="115280" y="3387"/>
                  <a:pt x="116092" y="3457"/>
                  <a:pt x="117221" y="3599"/>
                </a:cubicBezTo>
                <a:lnTo>
                  <a:pt x="117856" y="3704"/>
                </a:lnTo>
                <a:lnTo>
                  <a:pt x="131298" y="3599"/>
                </a:lnTo>
                <a:cubicBezTo>
                  <a:pt x="137366" y="3951"/>
                  <a:pt x="141846" y="4128"/>
                  <a:pt x="144739" y="4128"/>
                </a:cubicBezTo>
                <a:cubicBezTo>
                  <a:pt x="151372" y="4128"/>
                  <a:pt x="156699" y="3669"/>
                  <a:pt x="160721" y="2752"/>
                </a:cubicBezTo>
                <a:cubicBezTo>
                  <a:pt x="162697" y="917"/>
                  <a:pt x="164214" y="0"/>
                  <a:pt x="165273" y="0"/>
                </a:cubicBezTo>
                <a:cubicBezTo>
                  <a:pt x="165696" y="0"/>
                  <a:pt x="166472" y="71"/>
                  <a:pt x="167601" y="212"/>
                </a:cubicBezTo>
                <a:lnTo>
                  <a:pt x="167919" y="1482"/>
                </a:lnTo>
                <a:lnTo>
                  <a:pt x="167072" y="5927"/>
                </a:lnTo>
                <a:lnTo>
                  <a:pt x="166543" y="13018"/>
                </a:lnTo>
                <a:cubicBezTo>
                  <a:pt x="166472" y="13512"/>
                  <a:pt x="166155" y="14571"/>
                  <a:pt x="165590" y="161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6A05F-4973-4D83-9CE5-F902C226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667" y="3315757"/>
            <a:ext cx="902741" cy="12373"/>
          </a:xfrm>
          <a:custGeom xmlns:a="http://schemas.openxmlformats.org/drawingml/2006/main">
            <a:pathLst>
              <a:path w="902741" h="12373">
                <a:moveTo>
                  <a:pt x="0" y="0"/>
                </a:moveTo>
                <a:lnTo>
                  <a:pt x="10573" y="0"/>
                </a:lnTo>
                <a:lnTo>
                  <a:pt x="10573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7263" y="0"/>
                </a:moveTo>
                <a:lnTo>
                  <a:pt x="61208" y="0"/>
                </a:lnTo>
                <a:lnTo>
                  <a:pt x="61208" y="12373"/>
                </a:lnTo>
                <a:lnTo>
                  <a:pt x="47263" y="12373"/>
                </a:lnTo>
                <a:lnTo>
                  <a:pt x="47263" y="0"/>
                </a:lnTo>
                <a:close/>
                <a:moveTo>
                  <a:pt x="95526" y="0"/>
                </a:moveTo>
                <a:lnTo>
                  <a:pt x="108671" y="0"/>
                </a:lnTo>
                <a:lnTo>
                  <a:pt x="108671" y="12373"/>
                </a:lnTo>
                <a:lnTo>
                  <a:pt x="95526" y="12373"/>
                </a:lnTo>
                <a:lnTo>
                  <a:pt x="95526" y="0"/>
                </a:lnTo>
                <a:close/>
                <a:moveTo>
                  <a:pt x="146533" y="0"/>
                </a:moveTo>
                <a:lnTo>
                  <a:pt x="157991" y="0"/>
                </a:lnTo>
                <a:lnTo>
                  <a:pt x="157991" y="12373"/>
                </a:lnTo>
                <a:lnTo>
                  <a:pt x="146533" y="12373"/>
                </a:lnTo>
                <a:lnTo>
                  <a:pt x="146533" y="0"/>
                </a:lnTo>
                <a:close/>
                <a:moveTo>
                  <a:pt x="194939" y="0"/>
                </a:moveTo>
                <a:lnTo>
                  <a:pt x="208140" y="0"/>
                </a:lnTo>
                <a:lnTo>
                  <a:pt x="208140" y="12373"/>
                </a:lnTo>
                <a:lnTo>
                  <a:pt x="194939" y="12373"/>
                </a:lnTo>
                <a:lnTo>
                  <a:pt x="194939" y="0"/>
                </a:lnTo>
                <a:close/>
                <a:moveTo>
                  <a:pt x="246202" y="0"/>
                </a:moveTo>
                <a:lnTo>
                  <a:pt x="257689" y="0"/>
                </a:lnTo>
                <a:lnTo>
                  <a:pt x="257689" y="12373"/>
                </a:lnTo>
                <a:lnTo>
                  <a:pt x="246202" y="12373"/>
                </a:lnTo>
                <a:lnTo>
                  <a:pt x="246202" y="0"/>
                </a:lnTo>
                <a:close/>
                <a:moveTo>
                  <a:pt x="293637" y="0"/>
                </a:moveTo>
                <a:lnTo>
                  <a:pt x="306153" y="0"/>
                </a:lnTo>
                <a:lnTo>
                  <a:pt x="306153" y="12373"/>
                </a:lnTo>
                <a:lnTo>
                  <a:pt x="293637" y="12373"/>
                </a:lnTo>
                <a:lnTo>
                  <a:pt x="293637" y="0"/>
                </a:lnTo>
                <a:close/>
                <a:moveTo>
                  <a:pt x="345243" y="0"/>
                </a:moveTo>
                <a:lnTo>
                  <a:pt x="358816" y="0"/>
                </a:lnTo>
                <a:lnTo>
                  <a:pt x="358816" y="12373"/>
                </a:lnTo>
                <a:lnTo>
                  <a:pt x="345243" y="12373"/>
                </a:lnTo>
                <a:lnTo>
                  <a:pt x="345243" y="0"/>
                </a:lnTo>
                <a:close/>
                <a:moveTo>
                  <a:pt x="393964" y="0"/>
                </a:moveTo>
                <a:lnTo>
                  <a:pt x="405794" y="0"/>
                </a:lnTo>
                <a:lnTo>
                  <a:pt x="405794" y="12373"/>
                </a:lnTo>
                <a:lnTo>
                  <a:pt x="393964" y="12373"/>
                </a:lnTo>
                <a:lnTo>
                  <a:pt x="393964" y="0"/>
                </a:lnTo>
                <a:close/>
                <a:moveTo>
                  <a:pt x="442284" y="0"/>
                </a:moveTo>
                <a:lnTo>
                  <a:pt x="454800" y="0"/>
                </a:lnTo>
                <a:lnTo>
                  <a:pt x="454800" y="12373"/>
                </a:lnTo>
                <a:lnTo>
                  <a:pt x="442284" y="12373"/>
                </a:lnTo>
                <a:lnTo>
                  <a:pt x="442284" y="0"/>
                </a:lnTo>
                <a:close/>
                <a:moveTo>
                  <a:pt x="493405" y="0"/>
                </a:moveTo>
                <a:lnTo>
                  <a:pt x="506635" y="0"/>
                </a:lnTo>
                <a:lnTo>
                  <a:pt x="506635" y="12373"/>
                </a:lnTo>
                <a:lnTo>
                  <a:pt x="493405" y="12373"/>
                </a:lnTo>
                <a:lnTo>
                  <a:pt x="493405" y="0"/>
                </a:lnTo>
                <a:close/>
                <a:moveTo>
                  <a:pt x="543468" y="0"/>
                </a:moveTo>
                <a:lnTo>
                  <a:pt x="555184" y="0"/>
                </a:lnTo>
                <a:lnTo>
                  <a:pt x="555184" y="12373"/>
                </a:lnTo>
                <a:lnTo>
                  <a:pt x="543468" y="12373"/>
                </a:lnTo>
                <a:lnTo>
                  <a:pt x="543468" y="0"/>
                </a:lnTo>
                <a:close/>
                <a:moveTo>
                  <a:pt x="591131" y="0"/>
                </a:moveTo>
                <a:lnTo>
                  <a:pt x="603333" y="0"/>
                </a:lnTo>
                <a:lnTo>
                  <a:pt x="603333" y="12373"/>
                </a:lnTo>
                <a:lnTo>
                  <a:pt x="591131" y="12373"/>
                </a:lnTo>
                <a:lnTo>
                  <a:pt x="591131" y="0"/>
                </a:lnTo>
                <a:close/>
                <a:moveTo>
                  <a:pt x="640766" y="0"/>
                </a:moveTo>
                <a:lnTo>
                  <a:pt x="653482" y="0"/>
                </a:lnTo>
                <a:lnTo>
                  <a:pt x="653482" y="12373"/>
                </a:lnTo>
                <a:lnTo>
                  <a:pt x="640766" y="12373"/>
                </a:lnTo>
                <a:lnTo>
                  <a:pt x="640766" y="0"/>
                </a:lnTo>
                <a:close/>
                <a:moveTo>
                  <a:pt x="692401" y="0"/>
                </a:moveTo>
                <a:lnTo>
                  <a:pt x="705631" y="0"/>
                </a:lnTo>
                <a:lnTo>
                  <a:pt x="705631" y="12373"/>
                </a:lnTo>
                <a:lnTo>
                  <a:pt x="692401" y="12373"/>
                </a:lnTo>
                <a:lnTo>
                  <a:pt x="692401" y="0"/>
                </a:lnTo>
                <a:close/>
                <a:moveTo>
                  <a:pt x="741378" y="0"/>
                </a:moveTo>
                <a:lnTo>
                  <a:pt x="753208" y="0"/>
                </a:lnTo>
                <a:lnTo>
                  <a:pt x="753208" y="12373"/>
                </a:lnTo>
                <a:lnTo>
                  <a:pt x="741378" y="12373"/>
                </a:lnTo>
                <a:lnTo>
                  <a:pt x="741378" y="0"/>
                </a:lnTo>
                <a:close/>
                <a:moveTo>
                  <a:pt x="789327" y="0"/>
                </a:moveTo>
                <a:lnTo>
                  <a:pt x="801557" y="0"/>
                </a:lnTo>
                <a:lnTo>
                  <a:pt x="801557" y="12373"/>
                </a:lnTo>
                <a:lnTo>
                  <a:pt x="789327" y="12373"/>
                </a:lnTo>
                <a:lnTo>
                  <a:pt x="789327" y="0"/>
                </a:lnTo>
                <a:close/>
                <a:moveTo>
                  <a:pt x="838791" y="0"/>
                </a:moveTo>
                <a:lnTo>
                  <a:pt x="851392" y="0"/>
                </a:lnTo>
                <a:lnTo>
                  <a:pt x="851392" y="12373"/>
                </a:lnTo>
                <a:lnTo>
                  <a:pt x="838791" y="12373"/>
                </a:lnTo>
                <a:lnTo>
                  <a:pt x="838791" y="0"/>
                </a:lnTo>
                <a:close/>
                <a:moveTo>
                  <a:pt x="889768" y="0"/>
                </a:moveTo>
                <a:lnTo>
                  <a:pt x="902741" y="0"/>
                </a:lnTo>
                <a:lnTo>
                  <a:pt x="902741" y="12373"/>
                </a:lnTo>
                <a:lnTo>
                  <a:pt x="889768" y="12373"/>
                </a:lnTo>
                <a:lnTo>
                  <a:pt x="889768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EA629-A21E-46C8-898A-62B5667D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925" y="3267780"/>
            <a:ext cx="124901" cy="110814"/>
          </a:xfrm>
          <a:custGeom xmlns:a="http://schemas.openxmlformats.org/drawingml/2006/main">
            <a:pathLst>
              <a:path w="124901" h="110814">
                <a:moveTo>
                  <a:pt x="106855" y="21990"/>
                </a:moveTo>
                <a:lnTo>
                  <a:pt x="106843" y="22000"/>
                </a:lnTo>
                <a:lnTo>
                  <a:pt x="106836" y="22006"/>
                </a:lnTo>
                <a:lnTo>
                  <a:pt x="106832" y="22008"/>
                </a:lnTo>
                <a:lnTo>
                  <a:pt x="106833" y="22004"/>
                </a:lnTo>
                <a:lnTo>
                  <a:pt x="106838" y="21996"/>
                </a:lnTo>
                <a:lnTo>
                  <a:pt x="106847" y="21983"/>
                </a:lnTo>
                <a:lnTo>
                  <a:pt x="106860" y="21966"/>
                </a:lnTo>
                <a:lnTo>
                  <a:pt x="106877" y="21944"/>
                </a:lnTo>
                <a:lnTo>
                  <a:pt x="106898" y="21917"/>
                </a:lnTo>
                <a:lnTo>
                  <a:pt x="106923" y="21885"/>
                </a:lnTo>
                <a:lnTo>
                  <a:pt x="106953" y="21849"/>
                </a:lnTo>
                <a:lnTo>
                  <a:pt x="106986" y="21808"/>
                </a:lnTo>
                <a:lnTo>
                  <a:pt x="107023" y="21763"/>
                </a:lnTo>
                <a:lnTo>
                  <a:pt x="107064" y="21713"/>
                </a:lnTo>
                <a:lnTo>
                  <a:pt x="107110" y="21659"/>
                </a:lnTo>
                <a:lnTo>
                  <a:pt x="107159" y="21600"/>
                </a:lnTo>
                <a:lnTo>
                  <a:pt x="107212" y="21536"/>
                </a:lnTo>
                <a:lnTo>
                  <a:pt x="107269" y="21468"/>
                </a:lnTo>
                <a:lnTo>
                  <a:pt x="107330" y="21395"/>
                </a:lnTo>
                <a:lnTo>
                  <a:pt x="107395" y="21318"/>
                </a:lnTo>
                <a:lnTo>
                  <a:pt x="107464" y="21237"/>
                </a:lnTo>
                <a:lnTo>
                  <a:pt x="107537" y="21150"/>
                </a:lnTo>
                <a:lnTo>
                  <a:pt x="107613" y="21060"/>
                </a:lnTo>
                <a:lnTo>
                  <a:pt x="107693" y="20962"/>
                </a:lnTo>
                <a:lnTo>
                  <a:pt x="107776" y="20863"/>
                </a:lnTo>
                <a:lnTo>
                  <a:pt x="107861" y="20762"/>
                </a:lnTo>
                <a:lnTo>
                  <a:pt x="107949" y="20660"/>
                </a:lnTo>
                <a:lnTo>
                  <a:pt x="108040" y="20555"/>
                </a:lnTo>
                <a:lnTo>
                  <a:pt x="108133" y="20449"/>
                </a:lnTo>
                <a:lnTo>
                  <a:pt x="108228" y="20341"/>
                </a:lnTo>
                <a:lnTo>
                  <a:pt x="108327" y="20231"/>
                </a:lnTo>
                <a:lnTo>
                  <a:pt x="108428" y="20119"/>
                </a:lnTo>
                <a:lnTo>
                  <a:pt x="108531" y="20006"/>
                </a:lnTo>
                <a:lnTo>
                  <a:pt x="108637" y="19891"/>
                </a:lnTo>
                <a:lnTo>
                  <a:pt x="108746" y="19774"/>
                </a:lnTo>
                <a:lnTo>
                  <a:pt x="108857" y="19655"/>
                </a:lnTo>
                <a:lnTo>
                  <a:pt x="108970" y="19535"/>
                </a:lnTo>
                <a:lnTo>
                  <a:pt x="109087" y="19412"/>
                </a:lnTo>
                <a:lnTo>
                  <a:pt x="109205" y="19288"/>
                </a:lnTo>
                <a:lnTo>
                  <a:pt x="109326" y="19162"/>
                </a:lnTo>
                <a:lnTo>
                  <a:pt x="109450" y="19035"/>
                </a:lnTo>
                <a:lnTo>
                  <a:pt x="109576" y="18905"/>
                </a:lnTo>
                <a:lnTo>
                  <a:pt x="109704" y="18774"/>
                </a:lnTo>
                <a:lnTo>
                  <a:pt x="109835" y="18641"/>
                </a:lnTo>
                <a:lnTo>
                  <a:pt x="109969" y="18506"/>
                </a:lnTo>
                <a:lnTo>
                  <a:pt x="110104" y="18369"/>
                </a:lnTo>
                <a:lnTo>
                  <a:pt x="110242" y="18231"/>
                </a:lnTo>
                <a:lnTo>
                  <a:pt x="110386" y="18087"/>
                </a:lnTo>
                <a:lnTo>
                  <a:pt x="110533" y="17943"/>
                </a:lnTo>
                <a:lnTo>
                  <a:pt x="110682" y="17797"/>
                </a:lnTo>
                <a:lnTo>
                  <a:pt x="110833" y="17650"/>
                </a:lnTo>
                <a:lnTo>
                  <a:pt x="110987" y="17502"/>
                </a:lnTo>
                <a:lnTo>
                  <a:pt x="111143" y="17352"/>
                </a:lnTo>
                <a:lnTo>
                  <a:pt x="111302" y="17202"/>
                </a:lnTo>
                <a:lnTo>
                  <a:pt x="111463" y="17050"/>
                </a:lnTo>
                <a:lnTo>
                  <a:pt x="111626" y="16897"/>
                </a:lnTo>
                <a:lnTo>
                  <a:pt x="111792" y="16743"/>
                </a:lnTo>
                <a:lnTo>
                  <a:pt x="111961" y="16587"/>
                </a:lnTo>
                <a:lnTo>
                  <a:pt x="112132" y="16431"/>
                </a:lnTo>
                <a:lnTo>
                  <a:pt x="112305" y="16273"/>
                </a:lnTo>
                <a:lnTo>
                  <a:pt x="112482" y="16114"/>
                </a:lnTo>
                <a:lnTo>
                  <a:pt x="112660" y="15954"/>
                </a:lnTo>
                <a:lnTo>
                  <a:pt x="112842" y="15792"/>
                </a:lnTo>
                <a:lnTo>
                  <a:pt x="113025" y="15630"/>
                </a:lnTo>
                <a:lnTo>
                  <a:pt x="113212" y="15466"/>
                </a:lnTo>
                <a:lnTo>
                  <a:pt x="113401" y="15301"/>
                </a:lnTo>
                <a:lnTo>
                  <a:pt x="113593" y="15135"/>
                </a:lnTo>
                <a:lnTo>
                  <a:pt x="113787" y="14968"/>
                </a:lnTo>
                <a:lnTo>
                  <a:pt x="113984" y="14799"/>
                </a:lnTo>
                <a:lnTo>
                  <a:pt x="114183" y="14630"/>
                </a:lnTo>
                <a:lnTo>
                  <a:pt x="114386" y="14459"/>
                </a:lnTo>
                <a:lnTo>
                  <a:pt x="114969" y="13966"/>
                </a:lnTo>
                <a:lnTo>
                  <a:pt x="115534" y="13489"/>
                </a:lnTo>
                <a:lnTo>
                  <a:pt x="116080" y="13026"/>
                </a:lnTo>
                <a:lnTo>
                  <a:pt x="116607" y="12578"/>
                </a:lnTo>
                <a:lnTo>
                  <a:pt x="117116" y="12145"/>
                </a:lnTo>
                <a:lnTo>
                  <a:pt x="117606" y="11727"/>
                </a:lnTo>
                <a:lnTo>
                  <a:pt x="118077" y="11324"/>
                </a:lnTo>
                <a:lnTo>
                  <a:pt x="118529" y="10936"/>
                </a:lnTo>
                <a:lnTo>
                  <a:pt x="118963" y="10563"/>
                </a:lnTo>
                <a:lnTo>
                  <a:pt x="119377" y="10205"/>
                </a:lnTo>
                <a:lnTo>
                  <a:pt x="119773" y="9861"/>
                </a:lnTo>
                <a:lnTo>
                  <a:pt x="120151" y="9533"/>
                </a:lnTo>
                <a:lnTo>
                  <a:pt x="120509" y="9220"/>
                </a:lnTo>
                <a:lnTo>
                  <a:pt x="120849" y="8922"/>
                </a:lnTo>
                <a:lnTo>
                  <a:pt x="121170" y="8639"/>
                </a:lnTo>
                <a:lnTo>
                  <a:pt x="121472" y="8371"/>
                </a:lnTo>
                <a:lnTo>
                  <a:pt x="121756" y="8119"/>
                </a:lnTo>
                <a:lnTo>
                  <a:pt x="122021" y="7881"/>
                </a:lnTo>
                <a:lnTo>
                  <a:pt x="122267" y="7658"/>
                </a:lnTo>
                <a:lnTo>
                  <a:pt x="122494" y="7451"/>
                </a:lnTo>
                <a:lnTo>
                  <a:pt x="122702" y="7258"/>
                </a:lnTo>
                <a:lnTo>
                  <a:pt x="122892" y="7081"/>
                </a:lnTo>
                <a:lnTo>
                  <a:pt x="123063" y="6919"/>
                </a:lnTo>
                <a:lnTo>
                  <a:pt x="123215" y="6772"/>
                </a:lnTo>
                <a:lnTo>
                  <a:pt x="123352" y="6630"/>
                </a:lnTo>
                <a:lnTo>
                  <a:pt x="123483" y="6488"/>
                </a:lnTo>
                <a:lnTo>
                  <a:pt x="123608" y="6348"/>
                </a:lnTo>
                <a:lnTo>
                  <a:pt x="123727" y="6208"/>
                </a:lnTo>
                <a:lnTo>
                  <a:pt x="123841" y="6069"/>
                </a:lnTo>
                <a:lnTo>
                  <a:pt x="123949" y="5931"/>
                </a:lnTo>
                <a:lnTo>
                  <a:pt x="124051" y="5793"/>
                </a:lnTo>
                <a:lnTo>
                  <a:pt x="124148" y="5657"/>
                </a:lnTo>
                <a:lnTo>
                  <a:pt x="124239" y="5521"/>
                </a:lnTo>
                <a:lnTo>
                  <a:pt x="124324" y="5386"/>
                </a:lnTo>
                <a:lnTo>
                  <a:pt x="124403" y="5252"/>
                </a:lnTo>
                <a:lnTo>
                  <a:pt x="124476" y="5118"/>
                </a:lnTo>
                <a:lnTo>
                  <a:pt x="124544" y="4986"/>
                </a:lnTo>
                <a:lnTo>
                  <a:pt x="124606" y="4854"/>
                </a:lnTo>
                <a:lnTo>
                  <a:pt x="124662" y="4723"/>
                </a:lnTo>
                <a:lnTo>
                  <a:pt x="124712" y="4592"/>
                </a:lnTo>
                <a:lnTo>
                  <a:pt x="124756" y="4462"/>
                </a:lnTo>
                <a:lnTo>
                  <a:pt x="124795" y="4333"/>
                </a:lnTo>
                <a:lnTo>
                  <a:pt x="124827" y="4205"/>
                </a:lnTo>
                <a:lnTo>
                  <a:pt x="124854" y="4077"/>
                </a:lnTo>
                <a:lnTo>
                  <a:pt x="124875" y="3950"/>
                </a:lnTo>
                <a:lnTo>
                  <a:pt x="124889" y="3823"/>
                </a:lnTo>
                <a:lnTo>
                  <a:pt x="124898" y="3697"/>
                </a:lnTo>
                <a:lnTo>
                  <a:pt x="124901" y="3572"/>
                </a:lnTo>
                <a:lnTo>
                  <a:pt x="124899" y="3403"/>
                </a:lnTo>
                <a:lnTo>
                  <a:pt x="124892" y="3238"/>
                </a:lnTo>
                <a:lnTo>
                  <a:pt x="124880" y="3078"/>
                </a:lnTo>
                <a:lnTo>
                  <a:pt x="124863" y="2922"/>
                </a:lnTo>
                <a:lnTo>
                  <a:pt x="124842" y="2770"/>
                </a:lnTo>
                <a:lnTo>
                  <a:pt x="124816" y="2624"/>
                </a:lnTo>
                <a:lnTo>
                  <a:pt x="124786" y="2481"/>
                </a:lnTo>
                <a:lnTo>
                  <a:pt x="124751" y="2343"/>
                </a:lnTo>
                <a:lnTo>
                  <a:pt x="124711" y="2210"/>
                </a:lnTo>
                <a:lnTo>
                  <a:pt x="124667" y="2081"/>
                </a:lnTo>
                <a:lnTo>
                  <a:pt x="124619" y="1956"/>
                </a:lnTo>
                <a:lnTo>
                  <a:pt x="124566" y="1836"/>
                </a:lnTo>
                <a:lnTo>
                  <a:pt x="124508" y="1720"/>
                </a:lnTo>
                <a:lnTo>
                  <a:pt x="124446" y="1609"/>
                </a:lnTo>
                <a:lnTo>
                  <a:pt x="124379" y="1502"/>
                </a:lnTo>
                <a:lnTo>
                  <a:pt x="124309" y="1400"/>
                </a:lnTo>
                <a:lnTo>
                  <a:pt x="124233" y="1302"/>
                </a:lnTo>
                <a:lnTo>
                  <a:pt x="124154" y="1209"/>
                </a:lnTo>
                <a:lnTo>
                  <a:pt x="124070" y="1120"/>
                </a:lnTo>
                <a:lnTo>
                  <a:pt x="123982" y="1036"/>
                </a:lnTo>
                <a:lnTo>
                  <a:pt x="123889" y="956"/>
                </a:lnTo>
                <a:lnTo>
                  <a:pt x="123793" y="880"/>
                </a:lnTo>
                <a:lnTo>
                  <a:pt x="123692" y="809"/>
                </a:lnTo>
                <a:lnTo>
                  <a:pt x="123587" y="743"/>
                </a:lnTo>
                <a:lnTo>
                  <a:pt x="123476" y="683"/>
                </a:lnTo>
                <a:lnTo>
                  <a:pt x="123365" y="626"/>
                </a:lnTo>
                <a:lnTo>
                  <a:pt x="123255" y="572"/>
                </a:lnTo>
                <a:lnTo>
                  <a:pt x="123144" y="519"/>
                </a:lnTo>
                <a:lnTo>
                  <a:pt x="123033" y="469"/>
                </a:lnTo>
                <a:lnTo>
                  <a:pt x="122923" y="422"/>
                </a:lnTo>
                <a:lnTo>
                  <a:pt x="122812" y="377"/>
                </a:lnTo>
                <a:lnTo>
                  <a:pt x="122702" y="334"/>
                </a:lnTo>
                <a:lnTo>
                  <a:pt x="122592" y="294"/>
                </a:lnTo>
                <a:lnTo>
                  <a:pt x="122482" y="257"/>
                </a:lnTo>
                <a:lnTo>
                  <a:pt x="122372" y="222"/>
                </a:lnTo>
                <a:lnTo>
                  <a:pt x="122262" y="189"/>
                </a:lnTo>
                <a:lnTo>
                  <a:pt x="122152" y="159"/>
                </a:lnTo>
                <a:lnTo>
                  <a:pt x="122042" y="132"/>
                </a:lnTo>
                <a:lnTo>
                  <a:pt x="121933" y="107"/>
                </a:lnTo>
                <a:lnTo>
                  <a:pt x="121824" y="85"/>
                </a:lnTo>
                <a:lnTo>
                  <a:pt x="121715" y="65"/>
                </a:lnTo>
                <a:lnTo>
                  <a:pt x="121606" y="48"/>
                </a:lnTo>
                <a:lnTo>
                  <a:pt x="121497" y="33"/>
                </a:lnTo>
                <a:lnTo>
                  <a:pt x="121389" y="21"/>
                </a:lnTo>
                <a:lnTo>
                  <a:pt x="121281" y="12"/>
                </a:lnTo>
                <a:lnTo>
                  <a:pt x="121173" y="5"/>
                </a:lnTo>
                <a:lnTo>
                  <a:pt x="121065" y="1"/>
                </a:lnTo>
                <a:lnTo>
                  <a:pt x="120958" y="0"/>
                </a:lnTo>
                <a:lnTo>
                  <a:pt x="120940" y="14"/>
                </a:lnTo>
                <a:lnTo>
                  <a:pt x="120923" y="28"/>
                </a:lnTo>
                <a:lnTo>
                  <a:pt x="120906" y="41"/>
                </a:lnTo>
                <a:lnTo>
                  <a:pt x="120889" y="55"/>
                </a:lnTo>
                <a:lnTo>
                  <a:pt x="120872" y="67"/>
                </a:lnTo>
                <a:lnTo>
                  <a:pt x="120855" y="79"/>
                </a:lnTo>
                <a:lnTo>
                  <a:pt x="120839" y="91"/>
                </a:lnTo>
                <a:lnTo>
                  <a:pt x="120823" y="103"/>
                </a:lnTo>
                <a:lnTo>
                  <a:pt x="120806" y="114"/>
                </a:lnTo>
                <a:lnTo>
                  <a:pt x="120790" y="124"/>
                </a:lnTo>
                <a:lnTo>
                  <a:pt x="120774" y="134"/>
                </a:lnTo>
                <a:lnTo>
                  <a:pt x="120758" y="143"/>
                </a:lnTo>
                <a:lnTo>
                  <a:pt x="120742" y="152"/>
                </a:lnTo>
                <a:lnTo>
                  <a:pt x="120726" y="160"/>
                </a:lnTo>
                <a:lnTo>
                  <a:pt x="120710" y="167"/>
                </a:lnTo>
                <a:lnTo>
                  <a:pt x="120693" y="174"/>
                </a:lnTo>
                <a:lnTo>
                  <a:pt x="120677" y="180"/>
                </a:lnTo>
                <a:lnTo>
                  <a:pt x="120661" y="185"/>
                </a:lnTo>
                <a:lnTo>
                  <a:pt x="120644" y="189"/>
                </a:lnTo>
                <a:lnTo>
                  <a:pt x="120627" y="193"/>
                </a:lnTo>
                <a:lnTo>
                  <a:pt x="120610" y="196"/>
                </a:lnTo>
                <a:lnTo>
                  <a:pt x="120593" y="198"/>
                </a:lnTo>
                <a:lnTo>
                  <a:pt x="120576" y="200"/>
                </a:lnTo>
                <a:lnTo>
                  <a:pt x="120558" y="200"/>
                </a:lnTo>
                <a:lnTo>
                  <a:pt x="120544" y="200"/>
                </a:lnTo>
                <a:lnTo>
                  <a:pt x="120529" y="200"/>
                </a:lnTo>
                <a:lnTo>
                  <a:pt x="120515" y="200"/>
                </a:lnTo>
                <a:lnTo>
                  <a:pt x="120501" y="200"/>
                </a:lnTo>
                <a:lnTo>
                  <a:pt x="120486" y="200"/>
                </a:lnTo>
                <a:lnTo>
                  <a:pt x="120472" y="200"/>
                </a:lnTo>
                <a:lnTo>
                  <a:pt x="120458" y="200"/>
                </a:lnTo>
                <a:lnTo>
                  <a:pt x="120444" y="200"/>
                </a:lnTo>
                <a:lnTo>
                  <a:pt x="120429" y="200"/>
                </a:lnTo>
                <a:lnTo>
                  <a:pt x="120415" y="200"/>
                </a:lnTo>
                <a:lnTo>
                  <a:pt x="120401" y="200"/>
                </a:lnTo>
                <a:lnTo>
                  <a:pt x="120386" y="200"/>
                </a:lnTo>
                <a:lnTo>
                  <a:pt x="120372" y="200"/>
                </a:lnTo>
                <a:lnTo>
                  <a:pt x="120358" y="200"/>
                </a:lnTo>
                <a:lnTo>
                  <a:pt x="120344" y="200"/>
                </a:lnTo>
                <a:lnTo>
                  <a:pt x="120329" y="200"/>
                </a:lnTo>
                <a:lnTo>
                  <a:pt x="120315" y="200"/>
                </a:lnTo>
                <a:lnTo>
                  <a:pt x="120301" y="200"/>
                </a:lnTo>
                <a:lnTo>
                  <a:pt x="120286" y="200"/>
                </a:lnTo>
                <a:lnTo>
                  <a:pt x="120272" y="200"/>
                </a:lnTo>
                <a:lnTo>
                  <a:pt x="120258" y="200"/>
                </a:lnTo>
                <a:lnTo>
                  <a:pt x="120244" y="200"/>
                </a:lnTo>
                <a:lnTo>
                  <a:pt x="120229" y="200"/>
                </a:lnTo>
                <a:lnTo>
                  <a:pt x="120215" y="200"/>
                </a:lnTo>
                <a:lnTo>
                  <a:pt x="120105" y="215"/>
                </a:lnTo>
                <a:lnTo>
                  <a:pt x="119969" y="258"/>
                </a:lnTo>
                <a:lnTo>
                  <a:pt x="119806" y="331"/>
                </a:lnTo>
                <a:lnTo>
                  <a:pt x="119617" y="434"/>
                </a:lnTo>
                <a:lnTo>
                  <a:pt x="119401" y="565"/>
                </a:lnTo>
                <a:lnTo>
                  <a:pt x="119159" y="726"/>
                </a:lnTo>
                <a:lnTo>
                  <a:pt x="118890" y="916"/>
                </a:lnTo>
                <a:lnTo>
                  <a:pt x="118595" y="1136"/>
                </a:lnTo>
                <a:lnTo>
                  <a:pt x="118273" y="1384"/>
                </a:lnTo>
                <a:lnTo>
                  <a:pt x="117924" y="1663"/>
                </a:lnTo>
                <a:lnTo>
                  <a:pt x="117549" y="1970"/>
                </a:lnTo>
                <a:lnTo>
                  <a:pt x="117147" y="2307"/>
                </a:lnTo>
                <a:lnTo>
                  <a:pt x="116718" y="2674"/>
                </a:lnTo>
                <a:lnTo>
                  <a:pt x="116263" y="3070"/>
                </a:lnTo>
                <a:lnTo>
                  <a:pt x="115781" y="3496"/>
                </a:lnTo>
                <a:lnTo>
                  <a:pt x="115273" y="3951"/>
                </a:lnTo>
                <a:lnTo>
                  <a:pt x="114737" y="4435"/>
                </a:lnTo>
                <a:lnTo>
                  <a:pt x="114175" y="4950"/>
                </a:lnTo>
                <a:lnTo>
                  <a:pt x="113587" y="5494"/>
                </a:lnTo>
                <a:lnTo>
                  <a:pt x="112971" y="6067"/>
                </a:lnTo>
                <a:lnTo>
                  <a:pt x="112329" y="6670"/>
                </a:lnTo>
                <a:lnTo>
                  <a:pt x="111660" y="7303"/>
                </a:lnTo>
                <a:lnTo>
                  <a:pt x="110965" y="7966"/>
                </a:lnTo>
                <a:lnTo>
                  <a:pt x="110242" y="8658"/>
                </a:lnTo>
                <a:lnTo>
                  <a:pt x="101413" y="16145"/>
                </a:lnTo>
                <a:lnTo>
                  <a:pt x="98984" y="13916"/>
                </a:lnTo>
                <a:lnTo>
                  <a:pt x="98036" y="13024"/>
                </a:lnTo>
                <a:lnTo>
                  <a:pt x="97072" y="12163"/>
                </a:lnTo>
                <a:lnTo>
                  <a:pt x="96092" y="11334"/>
                </a:lnTo>
                <a:lnTo>
                  <a:pt x="95095" y="10535"/>
                </a:lnTo>
                <a:lnTo>
                  <a:pt x="94082" y="9767"/>
                </a:lnTo>
                <a:lnTo>
                  <a:pt x="93053" y="9031"/>
                </a:lnTo>
                <a:lnTo>
                  <a:pt x="92007" y="8326"/>
                </a:lnTo>
                <a:lnTo>
                  <a:pt x="90945" y="7652"/>
                </a:lnTo>
                <a:lnTo>
                  <a:pt x="89866" y="7009"/>
                </a:lnTo>
                <a:lnTo>
                  <a:pt x="88771" y="6397"/>
                </a:lnTo>
                <a:lnTo>
                  <a:pt x="87660" y="5817"/>
                </a:lnTo>
                <a:lnTo>
                  <a:pt x="86532" y="5269"/>
                </a:lnTo>
                <a:lnTo>
                  <a:pt x="85388" y="4751"/>
                </a:lnTo>
                <a:lnTo>
                  <a:pt x="84228" y="4265"/>
                </a:lnTo>
                <a:lnTo>
                  <a:pt x="83051" y="3811"/>
                </a:lnTo>
                <a:lnTo>
                  <a:pt x="81858" y="3388"/>
                </a:lnTo>
                <a:lnTo>
                  <a:pt x="80648" y="2996"/>
                </a:lnTo>
                <a:lnTo>
                  <a:pt x="79422" y="2636"/>
                </a:lnTo>
                <a:lnTo>
                  <a:pt x="78180" y="2308"/>
                </a:lnTo>
                <a:lnTo>
                  <a:pt x="76922" y="2012"/>
                </a:lnTo>
                <a:lnTo>
                  <a:pt x="75647" y="1747"/>
                </a:lnTo>
                <a:lnTo>
                  <a:pt x="74355" y="1514"/>
                </a:lnTo>
                <a:lnTo>
                  <a:pt x="73047" y="1313"/>
                </a:lnTo>
                <a:lnTo>
                  <a:pt x="71723" y="1143"/>
                </a:lnTo>
                <a:lnTo>
                  <a:pt x="71306" y="1049"/>
                </a:lnTo>
                <a:lnTo>
                  <a:pt x="70889" y="958"/>
                </a:lnTo>
                <a:lnTo>
                  <a:pt x="70472" y="872"/>
                </a:lnTo>
                <a:lnTo>
                  <a:pt x="70057" y="790"/>
                </a:lnTo>
                <a:lnTo>
                  <a:pt x="69642" y="713"/>
                </a:lnTo>
                <a:lnTo>
                  <a:pt x="69228" y="639"/>
                </a:lnTo>
                <a:lnTo>
                  <a:pt x="68815" y="569"/>
                </a:lnTo>
                <a:lnTo>
                  <a:pt x="68403" y="504"/>
                </a:lnTo>
                <a:lnTo>
                  <a:pt x="67992" y="442"/>
                </a:lnTo>
                <a:lnTo>
                  <a:pt x="67582" y="385"/>
                </a:lnTo>
                <a:lnTo>
                  <a:pt x="67173" y="332"/>
                </a:lnTo>
                <a:lnTo>
                  <a:pt x="66765" y="282"/>
                </a:lnTo>
                <a:lnTo>
                  <a:pt x="66359" y="237"/>
                </a:lnTo>
                <a:lnTo>
                  <a:pt x="65954" y="196"/>
                </a:lnTo>
                <a:lnTo>
                  <a:pt x="65549" y="158"/>
                </a:lnTo>
                <a:lnTo>
                  <a:pt x="65147" y="125"/>
                </a:lnTo>
                <a:lnTo>
                  <a:pt x="64745" y="96"/>
                </a:lnTo>
                <a:lnTo>
                  <a:pt x="64346" y="70"/>
                </a:lnTo>
                <a:lnTo>
                  <a:pt x="63947" y="49"/>
                </a:lnTo>
                <a:lnTo>
                  <a:pt x="63550" y="31"/>
                </a:lnTo>
                <a:lnTo>
                  <a:pt x="63155" y="17"/>
                </a:lnTo>
                <a:lnTo>
                  <a:pt x="62761" y="8"/>
                </a:lnTo>
                <a:lnTo>
                  <a:pt x="62369" y="2"/>
                </a:lnTo>
                <a:lnTo>
                  <a:pt x="61979" y="0"/>
                </a:lnTo>
                <a:lnTo>
                  <a:pt x="60109" y="30"/>
                </a:lnTo>
                <a:lnTo>
                  <a:pt x="58258" y="120"/>
                </a:lnTo>
                <a:lnTo>
                  <a:pt x="56425" y="271"/>
                </a:lnTo>
                <a:lnTo>
                  <a:pt x="54609" y="481"/>
                </a:lnTo>
                <a:lnTo>
                  <a:pt x="52812" y="751"/>
                </a:lnTo>
                <a:lnTo>
                  <a:pt x="51034" y="1082"/>
                </a:lnTo>
                <a:lnTo>
                  <a:pt x="49273" y="1472"/>
                </a:lnTo>
                <a:lnTo>
                  <a:pt x="47531" y="1923"/>
                </a:lnTo>
                <a:lnTo>
                  <a:pt x="45807" y="2434"/>
                </a:lnTo>
                <a:lnTo>
                  <a:pt x="44101" y="3004"/>
                </a:lnTo>
                <a:lnTo>
                  <a:pt x="42414" y="3635"/>
                </a:lnTo>
                <a:lnTo>
                  <a:pt x="40744" y="4326"/>
                </a:lnTo>
                <a:lnTo>
                  <a:pt x="39094" y="5076"/>
                </a:lnTo>
                <a:lnTo>
                  <a:pt x="37461" y="5887"/>
                </a:lnTo>
                <a:lnTo>
                  <a:pt x="35847" y="6757"/>
                </a:lnTo>
                <a:lnTo>
                  <a:pt x="34251" y="7688"/>
                </a:lnTo>
                <a:lnTo>
                  <a:pt x="32673" y="8678"/>
                </a:lnTo>
                <a:lnTo>
                  <a:pt x="31114" y="9728"/>
                </a:lnTo>
                <a:lnTo>
                  <a:pt x="29573" y="10839"/>
                </a:lnTo>
                <a:lnTo>
                  <a:pt x="28051" y="12009"/>
                </a:lnTo>
                <a:lnTo>
                  <a:pt x="26547" y="13239"/>
                </a:lnTo>
                <a:lnTo>
                  <a:pt x="25061" y="14529"/>
                </a:lnTo>
                <a:lnTo>
                  <a:pt x="23594" y="15878"/>
                </a:lnTo>
                <a:lnTo>
                  <a:pt x="22146" y="17288"/>
                </a:lnTo>
                <a:lnTo>
                  <a:pt x="21206" y="18297"/>
                </a:lnTo>
                <a:lnTo>
                  <a:pt x="20295" y="19323"/>
                </a:lnTo>
                <a:lnTo>
                  <a:pt x="19413" y="20366"/>
                </a:lnTo>
                <a:lnTo>
                  <a:pt x="18560" y="21426"/>
                </a:lnTo>
                <a:lnTo>
                  <a:pt x="17735" y="22504"/>
                </a:lnTo>
                <a:lnTo>
                  <a:pt x="16938" y="23598"/>
                </a:lnTo>
                <a:lnTo>
                  <a:pt x="16171" y="24710"/>
                </a:lnTo>
                <a:lnTo>
                  <a:pt x="15432" y="25839"/>
                </a:lnTo>
                <a:lnTo>
                  <a:pt x="14721" y="26985"/>
                </a:lnTo>
                <a:lnTo>
                  <a:pt x="14040" y="28148"/>
                </a:lnTo>
                <a:lnTo>
                  <a:pt x="13387" y="29328"/>
                </a:lnTo>
                <a:lnTo>
                  <a:pt x="12762" y="30525"/>
                </a:lnTo>
                <a:lnTo>
                  <a:pt x="12167" y="31739"/>
                </a:lnTo>
                <a:lnTo>
                  <a:pt x="11600" y="32970"/>
                </a:lnTo>
                <a:lnTo>
                  <a:pt x="11062" y="34218"/>
                </a:lnTo>
                <a:lnTo>
                  <a:pt x="10553" y="35483"/>
                </a:lnTo>
                <a:lnTo>
                  <a:pt x="10072" y="36764"/>
                </a:lnTo>
                <a:lnTo>
                  <a:pt x="9620" y="38063"/>
                </a:lnTo>
                <a:lnTo>
                  <a:pt x="9197" y="39378"/>
                </a:lnTo>
                <a:lnTo>
                  <a:pt x="8803" y="40710"/>
                </a:lnTo>
                <a:lnTo>
                  <a:pt x="8438" y="42059"/>
                </a:lnTo>
                <a:lnTo>
                  <a:pt x="8102" y="43425"/>
                </a:lnTo>
                <a:lnTo>
                  <a:pt x="7794" y="44807"/>
                </a:lnTo>
                <a:lnTo>
                  <a:pt x="7515" y="46206"/>
                </a:lnTo>
                <a:lnTo>
                  <a:pt x="7501" y="46403"/>
                </a:lnTo>
                <a:lnTo>
                  <a:pt x="7487" y="46618"/>
                </a:lnTo>
                <a:lnTo>
                  <a:pt x="7474" y="46849"/>
                </a:lnTo>
                <a:lnTo>
                  <a:pt x="7461" y="47097"/>
                </a:lnTo>
                <a:lnTo>
                  <a:pt x="7448" y="47361"/>
                </a:lnTo>
                <a:lnTo>
                  <a:pt x="7436" y="47643"/>
                </a:lnTo>
                <a:lnTo>
                  <a:pt x="7424" y="47941"/>
                </a:lnTo>
                <a:lnTo>
                  <a:pt x="7413" y="48256"/>
                </a:lnTo>
                <a:lnTo>
                  <a:pt x="7402" y="48588"/>
                </a:lnTo>
                <a:lnTo>
                  <a:pt x="7391" y="48936"/>
                </a:lnTo>
                <a:lnTo>
                  <a:pt x="7382" y="49302"/>
                </a:lnTo>
                <a:lnTo>
                  <a:pt x="7372" y="49685"/>
                </a:lnTo>
                <a:lnTo>
                  <a:pt x="7364" y="50084"/>
                </a:lnTo>
                <a:lnTo>
                  <a:pt x="7356" y="50501"/>
                </a:lnTo>
                <a:lnTo>
                  <a:pt x="7348" y="50935"/>
                </a:lnTo>
                <a:lnTo>
                  <a:pt x="7342" y="51385"/>
                </a:lnTo>
                <a:lnTo>
                  <a:pt x="7336" y="51853"/>
                </a:lnTo>
                <a:lnTo>
                  <a:pt x="7330" y="52338"/>
                </a:lnTo>
                <a:lnTo>
                  <a:pt x="7326" y="52840"/>
                </a:lnTo>
                <a:lnTo>
                  <a:pt x="7322" y="53359"/>
                </a:lnTo>
                <a:lnTo>
                  <a:pt x="7319" y="53895"/>
                </a:lnTo>
                <a:lnTo>
                  <a:pt x="7317" y="54448"/>
                </a:lnTo>
                <a:lnTo>
                  <a:pt x="7316" y="55019"/>
                </a:lnTo>
                <a:lnTo>
                  <a:pt x="7315" y="55607"/>
                </a:lnTo>
                <a:lnTo>
                  <a:pt x="7316" y="56192"/>
                </a:lnTo>
                <a:lnTo>
                  <a:pt x="7317" y="56759"/>
                </a:lnTo>
                <a:lnTo>
                  <a:pt x="7319" y="57311"/>
                </a:lnTo>
                <a:lnTo>
                  <a:pt x="7322" y="57845"/>
                </a:lnTo>
                <a:lnTo>
                  <a:pt x="7326" y="58363"/>
                </a:lnTo>
                <a:lnTo>
                  <a:pt x="7330" y="58864"/>
                </a:lnTo>
                <a:lnTo>
                  <a:pt x="7336" y="59348"/>
                </a:lnTo>
                <a:lnTo>
                  <a:pt x="7342" y="59815"/>
                </a:lnTo>
                <a:lnTo>
                  <a:pt x="7348" y="60265"/>
                </a:lnTo>
                <a:lnTo>
                  <a:pt x="7356" y="60699"/>
                </a:lnTo>
                <a:lnTo>
                  <a:pt x="7364" y="61115"/>
                </a:lnTo>
                <a:lnTo>
                  <a:pt x="7372" y="61515"/>
                </a:lnTo>
                <a:lnTo>
                  <a:pt x="7382" y="61897"/>
                </a:lnTo>
                <a:lnTo>
                  <a:pt x="7391" y="62263"/>
                </a:lnTo>
                <a:lnTo>
                  <a:pt x="7402" y="62612"/>
                </a:lnTo>
                <a:lnTo>
                  <a:pt x="7413" y="62943"/>
                </a:lnTo>
                <a:lnTo>
                  <a:pt x="7424" y="63258"/>
                </a:lnTo>
                <a:lnTo>
                  <a:pt x="7436" y="63555"/>
                </a:lnTo>
                <a:lnTo>
                  <a:pt x="7448" y="63836"/>
                </a:lnTo>
                <a:lnTo>
                  <a:pt x="7461" y="64099"/>
                </a:lnTo>
                <a:lnTo>
                  <a:pt x="7474" y="64345"/>
                </a:lnTo>
                <a:lnTo>
                  <a:pt x="7487" y="64574"/>
                </a:lnTo>
                <a:lnTo>
                  <a:pt x="7501" y="64785"/>
                </a:lnTo>
                <a:lnTo>
                  <a:pt x="7515" y="64980"/>
                </a:lnTo>
                <a:lnTo>
                  <a:pt x="7611" y="65497"/>
                </a:lnTo>
                <a:lnTo>
                  <a:pt x="7712" y="66012"/>
                </a:lnTo>
                <a:lnTo>
                  <a:pt x="7818" y="66527"/>
                </a:lnTo>
                <a:lnTo>
                  <a:pt x="7929" y="67039"/>
                </a:lnTo>
                <a:lnTo>
                  <a:pt x="8046" y="67551"/>
                </a:lnTo>
                <a:lnTo>
                  <a:pt x="8168" y="68061"/>
                </a:lnTo>
                <a:lnTo>
                  <a:pt x="8296" y="68569"/>
                </a:lnTo>
                <a:lnTo>
                  <a:pt x="8429" y="69076"/>
                </a:lnTo>
                <a:lnTo>
                  <a:pt x="8567" y="69582"/>
                </a:lnTo>
                <a:lnTo>
                  <a:pt x="8710" y="70086"/>
                </a:lnTo>
                <a:lnTo>
                  <a:pt x="8858" y="70589"/>
                </a:lnTo>
                <a:lnTo>
                  <a:pt x="9012" y="71091"/>
                </a:lnTo>
                <a:lnTo>
                  <a:pt x="9171" y="71591"/>
                </a:lnTo>
                <a:lnTo>
                  <a:pt x="9335" y="72090"/>
                </a:lnTo>
                <a:lnTo>
                  <a:pt x="9504" y="72588"/>
                </a:lnTo>
                <a:lnTo>
                  <a:pt x="9678" y="73084"/>
                </a:lnTo>
                <a:lnTo>
                  <a:pt x="9858" y="73579"/>
                </a:lnTo>
                <a:lnTo>
                  <a:pt x="10043" y="74073"/>
                </a:lnTo>
                <a:lnTo>
                  <a:pt x="10233" y="74566"/>
                </a:lnTo>
                <a:lnTo>
                  <a:pt x="10428" y="75057"/>
                </a:lnTo>
                <a:lnTo>
                  <a:pt x="10628" y="75547"/>
                </a:lnTo>
                <a:lnTo>
                  <a:pt x="10833" y="76036"/>
                </a:lnTo>
                <a:lnTo>
                  <a:pt x="11043" y="76523"/>
                </a:lnTo>
                <a:lnTo>
                  <a:pt x="11259" y="77010"/>
                </a:lnTo>
                <a:lnTo>
                  <a:pt x="11476" y="77490"/>
                </a:lnTo>
                <a:lnTo>
                  <a:pt x="11691" y="77962"/>
                </a:lnTo>
                <a:lnTo>
                  <a:pt x="11904" y="78423"/>
                </a:lnTo>
                <a:lnTo>
                  <a:pt x="12116" y="78874"/>
                </a:lnTo>
                <a:lnTo>
                  <a:pt x="12326" y="79316"/>
                </a:lnTo>
                <a:lnTo>
                  <a:pt x="12534" y="79747"/>
                </a:lnTo>
                <a:lnTo>
                  <a:pt x="12740" y="80169"/>
                </a:lnTo>
                <a:lnTo>
                  <a:pt x="12944" y="80582"/>
                </a:lnTo>
                <a:lnTo>
                  <a:pt x="13147" y="80984"/>
                </a:lnTo>
                <a:lnTo>
                  <a:pt x="13348" y="81376"/>
                </a:lnTo>
                <a:lnTo>
                  <a:pt x="13547" y="81759"/>
                </a:lnTo>
                <a:lnTo>
                  <a:pt x="13745" y="82132"/>
                </a:lnTo>
                <a:lnTo>
                  <a:pt x="13940" y="82495"/>
                </a:lnTo>
                <a:lnTo>
                  <a:pt x="14134" y="82848"/>
                </a:lnTo>
                <a:lnTo>
                  <a:pt x="14326" y="83191"/>
                </a:lnTo>
                <a:lnTo>
                  <a:pt x="14516" y="83525"/>
                </a:lnTo>
                <a:lnTo>
                  <a:pt x="14705" y="83848"/>
                </a:lnTo>
                <a:lnTo>
                  <a:pt x="14891" y="84162"/>
                </a:lnTo>
                <a:lnTo>
                  <a:pt x="15076" y="84466"/>
                </a:lnTo>
                <a:lnTo>
                  <a:pt x="15259" y="84761"/>
                </a:lnTo>
                <a:lnTo>
                  <a:pt x="15440" y="85045"/>
                </a:lnTo>
                <a:lnTo>
                  <a:pt x="15620" y="85320"/>
                </a:lnTo>
                <a:lnTo>
                  <a:pt x="15798" y="85584"/>
                </a:lnTo>
                <a:lnTo>
                  <a:pt x="15973" y="85839"/>
                </a:lnTo>
                <a:lnTo>
                  <a:pt x="16141" y="86085"/>
                </a:lnTo>
                <a:lnTo>
                  <a:pt x="16302" y="86320"/>
                </a:lnTo>
                <a:lnTo>
                  <a:pt x="16456" y="86546"/>
                </a:lnTo>
                <a:lnTo>
                  <a:pt x="16602" y="86763"/>
                </a:lnTo>
                <a:lnTo>
                  <a:pt x="16741" y="86970"/>
                </a:lnTo>
                <a:lnTo>
                  <a:pt x="16874" y="87167"/>
                </a:lnTo>
                <a:lnTo>
                  <a:pt x="16999" y="87355"/>
                </a:lnTo>
                <a:lnTo>
                  <a:pt x="17116" y="87533"/>
                </a:lnTo>
                <a:lnTo>
                  <a:pt x="17227" y="87701"/>
                </a:lnTo>
                <a:lnTo>
                  <a:pt x="17331" y="87859"/>
                </a:lnTo>
                <a:lnTo>
                  <a:pt x="17427" y="88008"/>
                </a:lnTo>
                <a:lnTo>
                  <a:pt x="17516" y="88147"/>
                </a:lnTo>
                <a:lnTo>
                  <a:pt x="17599" y="88276"/>
                </a:lnTo>
                <a:lnTo>
                  <a:pt x="17674" y="88395"/>
                </a:lnTo>
                <a:lnTo>
                  <a:pt x="17742" y="88504"/>
                </a:lnTo>
                <a:lnTo>
                  <a:pt x="17802" y="88604"/>
                </a:lnTo>
                <a:lnTo>
                  <a:pt x="17856" y="88693"/>
                </a:lnTo>
                <a:lnTo>
                  <a:pt x="17902" y="88773"/>
                </a:lnTo>
                <a:lnTo>
                  <a:pt x="17942" y="88842"/>
                </a:lnTo>
                <a:lnTo>
                  <a:pt x="17974" y="88902"/>
                </a:lnTo>
                <a:lnTo>
                  <a:pt x="17999" y="88951"/>
                </a:lnTo>
                <a:lnTo>
                  <a:pt x="18017" y="88991"/>
                </a:lnTo>
                <a:lnTo>
                  <a:pt x="18027" y="89020"/>
                </a:lnTo>
                <a:lnTo>
                  <a:pt x="18031" y="89040"/>
                </a:lnTo>
                <a:lnTo>
                  <a:pt x="18062" y="89053"/>
                </a:lnTo>
                <a:lnTo>
                  <a:pt x="18064" y="89092"/>
                </a:lnTo>
                <a:lnTo>
                  <a:pt x="18035" y="89156"/>
                </a:lnTo>
                <a:lnTo>
                  <a:pt x="17976" y="89247"/>
                </a:lnTo>
                <a:lnTo>
                  <a:pt x="17887" y="89364"/>
                </a:lnTo>
                <a:lnTo>
                  <a:pt x="17769" y="89507"/>
                </a:lnTo>
                <a:lnTo>
                  <a:pt x="17620" y="89676"/>
                </a:lnTo>
                <a:lnTo>
                  <a:pt x="17441" y="89870"/>
                </a:lnTo>
                <a:lnTo>
                  <a:pt x="17233" y="90092"/>
                </a:lnTo>
                <a:lnTo>
                  <a:pt x="16994" y="90339"/>
                </a:lnTo>
                <a:lnTo>
                  <a:pt x="16726" y="90612"/>
                </a:lnTo>
                <a:lnTo>
                  <a:pt x="16427" y="90911"/>
                </a:lnTo>
                <a:lnTo>
                  <a:pt x="16099" y="91237"/>
                </a:lnTo>
                <a:lnTo>
                  <a:pt x="15740" y="91589"/>
                </a:lnTo>
                <a:lnTo>
                  <a:pt x="15352" y="91967"/>
                </a:lnTo>
                <a:lnTo>
                  <a:pt x="14934" y="92371"/>
                </a:lnTo>
                <a:lnTo>
                  <a:pt x="14486" y="92802"/>
                </a:lnTo>
                <a:lnTo>
                  <a:pt x="14008" y="93259"/>
                </a:lnTo>
                <a:lnTo>
                  <a:pt x="13501" y="93742"/>
                </a:lnTo>
                <a:lnTo>
                  <a:pt x="12963" y="94252"/>
                </a:lnTo>
                <a:lnTo>
                  <a:pt x="12396" y="94788"/>
                </a:lnTo>
                <a:lnTo>
                  <a:pt x="11799" y="95351"/>
                </a:lnTo>
                <a:lnTo>
                  <a:pt x="11172" y="95940"/>
                </a:lnTo>
                <a:lnTo>
                  <a:pt x="10516" y="96555"/>
                </a:lnTo>
                <a:lnTo>
                  <a:pt x="9839" y="97123"/>
                </a:lnTo>
                <a:lnTo>
                  <a:pt x="9187" y="97672"/>
                </a:lnTo>
                <a:lnTo>
                  <a:pt x="8560" y="98200"/>
                </a:lnTo>
                <a:lnTo>
                  <a:pt x="7958" y="98708"/>
                </a:lnTo>
                <a:lnTo>
                  <a:pt x="7381" y="99195"/>
                </a:lnTo>
                <a:lnTo>
                  <a:pt x="6829" y="99662"/>
                </a:lnTo>
                <a:lnTo>
                  <a:pt x="6301" y="100110"/>
                </a:lnTo>
                <a:lnTo>
                  <a:pt x="5799" y="100536"/>
                </a:lnTo>
                <a:lnTo>
                  <a:pt x="5321" y="100943"/>
                </a:lnTo>
                <a:lnTo>
                  <a:pt x="4868" y="101329"/>
                </a:lnTo>
                <a:lnTo>
                  <a:pt x="4440" y="101695"/>
                </a:lnTo>
                <a:lnTo>
                  <a:pt x="4036" y="102041"/>
                </a:lnTo>
                <a:lnTo>
                  <a:pt x="3657" y="102367"/>
                </a:lnTo>
                <a:lnTo>
                  <a:pt x="3303" y="102672"/>
                </a:lnTo>
                <a:lnTo>
                  <a:pt x="2974" y="102958"/>
                </a:lnTo>
                <a:lnTo>
                  <a:pt x="2669" y="103222"/>
                </a:lnTo>
                <a:lnTo>
                  <a:pt x="2389" y="103467"/>
                </a:lnTo>
                <a:lnTo>
                  <a:pt x="2133" y="103692"/>
                </a:lnTo>
                <a:lnTo>
                  <a:pt x="1902" y="103896"/>
                </a:lnTo>
                <a:lnTo>
                  <a:pt x="1696" y="104080"/>
                </a:lnTo>
                <a:lnTo>
                  <a:pt x="1514" y="104243"/>
                </a:lnTo>
                <a:lnTo>
                  <a:pt x="1356" y="104387"/>
                </a:lnTo>
                <a:lnTo>
                  <a:pt x="1223" y="104510"/>
                </a:lnTo>
                <a:lnTo>
                  <a:pt x="1114" y="104613"/>
                </a:lnTo>
                <a:lnTo>
                  <a:pt x="1023" y="104710"/>
                </a:lnTo>
                <a:lnTo>
                  <a:pt x="936" y="104807"/>
                </a:lnTo>
                <a:lnTo>
                  <a:pt x="853" y="104904"/>
                </a:lnTo>
                <a:lnTo>
                  <a:pt x="774" y="105001"/>
                </a:lnTo>
                <a:lnTo>
                  <a:pt x="698" y="105100"/>
                </a:lnTo>
                <a:lnTo>
                  <a:pt x="627" y="105198"/>
                </a:lnTo>
                <a:lnTo>
                  <a:pt x="559" y="105297"/>
                </a:lnTo>
                <a:lnTo>
                  <a:pt x="495" y="105396"/>
                </a:lnTo>
                <a:lnTo>
                  <a:pt x="435" y="105496"/>
                </a:lnTo>
                <a:lnTo>
                  <a:pt x="379" y="105596"/>
                </a:lnTo>
                <a:lnTo>
                  <a:pt x="327" y="105697"/>
                </a:lnTo>
                <a:lnTo>
                  <a:pt x="279" y="105799"/>
                </a:lnTo>
                <a:lnTo>
                  <a:pt x="234" y="105901"/>
                </a:lnTo>
                <a:lnTo>
                  <a:pt x="193" y="106004"/>
                </a:lnTo>
                <a:lnTo>
                  <a:pt x="157" y="106107"/>
                </a:lnTo>
                <a:lnTo>
                  <a:pt x="124" y="106211"/>
                </a:lnTo>
                <a:lnTo>
                  <a:pt x="95" y="106316"/>
                </a:lnTo>
                <a:lnTo>
                  <a:pt x="70" y="106421"/>
                </a:lnTo>
                <a:lnTo>
                  <a:pt x="48" y="106528"/>
                </a:lnTo>
                <a:lnTo>
                  <a:pt x="31" y="106634"/>
                </a:lnTo>
                <a:lnTo>
                  <a:pt x="17" y="106742"/>
                </a:lnTo>
                <a:lnTo>
                  <a:pt x="8" y="106851"/>
                </a:lnTo>
                <a:lnTo>
                  <a:pt x="2" y="106960"/>
                </a:lnTo>
                <a:lnTo>
                  <a:pt x="0" y="107071"/>
                </a:lnTo>
                <a:lnTo>
                  <a:pt x="7" y="107375"/>
                </a:lnTo>
                <a:lnTo>
                  <a:pt x="26" y="107666"/>
                </a:lnTo>
                <a:lnTo>
                  <a:pt x="59" y="107945"/>
                </a:lnTo>
                <a:lnTo>
                  <a:pt x="105" y="108211"/>
                </a:lnTo>
                <a:lnTo>
                  <a:pt x="163" y="108464"/>
                </a:lnTo>
                <a:lnTo>
                  <a:pt x="235" y="108704"/>
                </a:lnTo>
                <a:lnTo>
                  <a:pt x="320" y="108932"/>
                </a:lnTo>
                <a:lnTo>
                  <a:pt x="418" y="109146"/>
                </a:lnTo>
                <a:lnTo>
                  <a:pt x="529" y="109347"/>
                </a:lnTo>
                <a:lnTo>
                  <a:pt x="653" y="109536"/>
                </a:lnTo>
                <a:lnTo>
                  <a:pt x="790" y="109712"/>
                </a:lnTo>
                <a:lnTo>
                  <a:pt x="939" y="109874"/>
                </a:lnTo>
                <a:lnTo>
                  <a:pt x="1102" y="110024"/>
                </a:lnTo>
                <a:lnTo>
                  <a:pt x="1278" y="110161"/>
                </a:lnTo>
                <a:lnTo>
                  <a:pt x="1466" y="110285"/>
                </a:lnTo>
                <a:lnTo>
                  <a:pt x="1668" y="110396"/>
                </a:lnTo>
                <a:lnTo>
                  <a:pt x="1882" y="110494"/>
                </a:lnTo>
                <a:lnTo>
                  <a:pt x="2110" y="110579"/>
                </a:lnTo>
                <a:lnTo>
                  <a:pt x="2350" y="110650"/>
                </a:lnTo>
                <a:lnTo>
                  <a:pt x="2603" y="110709"/>
                </a:lnTo>
                <a:lnTo>
                  <a:pt x="2869" y="110755"/>
                </a:lnTo>
                <a:lnTo>
                  <a:pt x="3147" y="110788"/>
                </a:lnTo>
                <a:lnTo>
                  <a:pt x="3439" y="110807"/>
                </a:lnTo>
                <a:lnTo>
                  <a:pt x="3743" y="110814"/>
                </a:lnTo>
                <a:lnTo>
                  <a:pt x="3854" y="110798"/>
                </a:lnTo>
                <a:lnTo>
                  <a:pt x="3965" y="110780"/>
                </a:lnTo>
                <a:lnTo>
                  <a:pt x="4075" y="110759"/>
                </a:lnTo>
                <a:lnTo>
                  <a:pt x="4186" y="110735"/>
                </a:lnTo>
                <a:lnTo>
                  <a:pt x="4297" y="110709"/>
                </a:lnTo>
                <a:lnTo>
                  <a:pt x="4407" y="110680"/>
                </a:lnTo>
                <a:lnTo>
                  <a:pt x="4518" y="110648"/>
                </a:lnTo>
                <a:lnTo>
                  <a:pt x="4628" y="110614"/>
                </a:lnTo>
                <a:lnTo>
                  <a:pt x="4738" y="110577"/>
                </a:lnTo>
                <a:lnTo>
                  <a:pt x="4849" y="110537"/>
                </a:lnTo>
                <a:lnTo>
                  <a:pt x="4959" y="110495"/>
                </a:lnTo>
                <a:lnTo>
                  <a:pt x="5068" y="110450"/>
                </a:lnTo>
                <a:lnTo>
                  <a:pt x="5178" y="110402"/>
                </a:lnTo>
                <a:lnTo>
                  <a:pt x="5288" y="110351"/>
                </a:lnTo>
                <a:lnTo>
                  <a:pt x="5397" y="110298"/>
                </a:lnTo>
                <a:lnTo>
                  <a:pt x="5507" y="110242"/>
                </a:lnTo>
                <a:lnTo>
                  <a:pt x="5616" y="110184"/>
                </a:lnTo>
                <a:lnTo>
                  <a:pt x="5724" y="110123"/>
                </a:lnTo>
                <a:lnTo>
                  <a:pt x="5833" y="110059"/>
                </a:lnTo>
                <a:lnTo>
                  <a:pt x="5941" y="109992"/>
                </a:lnTo>
                <a:lnTo>
                  <a:pt x="6049" y="109923"/>
                </a:lnTo>
                <a:lnTo>
                  <a:pt x="6157" y="109851"/>
                </a:lnTo>
                <a:lnTo>
                  <a:pt x="6265" y="109777"/>
                </a:lnTo>
                <a:lnTo>
                  <a:pt x="6372" y="109699"/>
                </a:lnTo>
                <a:lnTo>
                  <a:pt x="6492" y="109612"/>
                </a:lnTo>
                <a:lnTo>
                  <a:pt x="6630" y="109508"/>
                </a:lnTo>
                <a:lnTo>
                  <a:pt x="6786" y="109387"/>
                </a:lnTo>
                <a:lnTo>
                  <a:pt x="6961" y="109249"/>
                </a:lnTo>
                <a:lnTo>
                  <a:pt x="7153" y="109094"/>
                </a:lnTo>
                <a:lnTo>
                  <a:pt x="7364" y="108923"/>
                </a:lnTo>
                <a:lnTo>
                  <a:pt x="7593" y="108734"/>
                </a:lnTo>
                <a:lnTo>
                  <a:pt x="7840" y="108528"/>
                </a:lnTo>
                <a:lnTo>
                  <a:pt x="8106" y="108305"/>
                </a:lnTo>
                <a:lnTo>
                  <a:pt x="8389" y="108065"/>
                </a:lnTo>
                <a:lnTo>
                  <a:pt x="8691" y="107809"/>
                </a:lnTo>
                <a:lnTo>
                  <a:pt x="9012" y="107535"/>
                </a:lnTo>
                <a:lnTo>
                  <a:pt x="9351" y="107244"/>
                </a:lnTo>
                <a:lnTo>
                  <a:pt x="9707" y="106937"/>
                </a:lnTo>
                <a:lnTo>
                  <a:pt x="10083" y="106612"/>
                </a:lnTo>
                <a:lnTo>
                  <a:pt x="10476" y="106270"/>
                </a:lnTo>
                <a:lnTo>
                  <a:pt x="10888" y="105912"/>
                </a:lnTo>
                <a:lnTo>
                  <a:pt x="11319" y="105536"/>
                </a:lnTo>
                <a:lnTo>
                  <a:pt x="11768" y="105144"/>
                </a:lnTo>
                <a:lnTo>
                  <a:pt x="12235" y="104735"/>
                </a:lnTo>
                <a:lnTo>
                  <a:pt x="12720" y="104308"/>
                </a:lnTo>
                <a:lnTo>
                  <a:pt x="13224" y="103865"/>
                </a:lnTo>
                <a:lnTo>
                  <a:pt x="13747" y="103404"/>
                </a:lnTo>
                <a:lnTo>
                  <a:pt x="14288" y="102927"/>
                </a:lnTo>
                <a:lnTo>
                  <a:pt x="23289" y="95040"/>
                </a:lnTo>
                <a:lnTo>
                  <a:pt x="25918" y="97098"/>
                </a:lnTo>
                <a:lnTo>
                  <a:pt x="26745" y="97902"/>
                </a:lnTo>
                <a:lnTo>
                  <a:pt x="27598" y="98684"/>
                </a:lnTo>
                <a:lnTo>
                  <a:pt x="28477" y="99445"/>
                </a:lnTo>
                <a:lnTo>
                  <a:pt x="29382" y="100184"/>
                </a:lnTo>
                <a:lnTo>
                  <a:pt x="30313" y="100902"/>
                </a:lnTo>
                <a:lnTo>
                  <a:pt x="31270" y="101598"/>
                </a:lnTo>
                <a:lnTo>
                  <a:pt x="32253" y="102273"/>
                </a:lnTo>
                <a:lnTo>
                  <a:pt x="33262" y="102926"/>
                </a:lnTo>
                <a:lnTo>
                  <a:pt x="34297" y="103558"/>
                </a:lnTo>
                <a:lnTo>
                  <a:pt x="35358" y="104168"/>
                </a:lnTo>
                <a:lnTo>
                  <a:pt x="36445" y="104757"/>
                </a:lnTo>
                <a:lnTo>
                  <a:pt x="37558" y="105324"/>
                </a:lnTo>
                <a:lnTo>
                  <a:pt x="38697" y="105869"/>
                </a:lnTo>
                <a:lnTo>
                  <a:pt x="39862" y="106393"/>
                </a:lnTo>
                <a:lnTo>
                  <a:pt x="41054" y="106896"/>
                </a:lnTo>
                <a:lnTo>
                  <a:pt x="42271" y="107376"/>
                </a:lnTo>
                <a:lnTo>
                  <a:pt x="43514" y="107835"/>
                </a:lnTo>
                <a:lnTo>
                  <a:pt x="44784" y="108273"/>
                </a:lnTo>
                <a:lnTo>
                  <a:pt x="46079" y="108689"/>
                </a:lnTo>
                <a:lnTo>
                  <a:pt x="47401" y="109083"/>
                </a:lnTo>
                <a:lnTo>
                  <a:pt x="48749" y="109455"/>
                </a:lnTo>
                <a:lnTo>
                  <a:pt x="50123" y="109806"/>
                </a:lnTo>
                <a:lnTo>
                  <a:pt x="51523" y="110135"/>
                </a:lnTo>
                <a:lnTo>
                  <a:pt x="52949" y="110442"/>
                </a:lnTo>
                <a:lnTo>
                  <a:pt x="53147" y="110457"/>
                </a:lnTo>
                <a:lnTo>
                  <a:pt x="53362" y="110470"/>
                </a:lnTo>
                <a:lnTo>
                  <a:pt x="53594" y="110484"/>
                </a:lnTo>
                <a:lnTo>
                  <a:pt x="53842" y="110497"/>
                </a:lnTo>
                <a:lnTo>
                  <a:pt x="54108" y="110510"/>
                </a:lnTo>
                <a:lnTo>
                  <a:pt x="54390" y="110522"/>
                </a:lnTo>
                <a:lnTo>
                  <a:pt x="54690" y="110534"/>
                </a:lnTo>
                <a:lnTo>
                  <a:pt x="55006" y="110545"/>
                </a:lnTo>
                <a:lnTo>
                  <a:pt x="55339" y="110556"/>
                </a:lnTo>
                <a:lnTo>
                  <a:pt x="55689" y="110566"/>
                </a:lnTo>
                <a:lnTo>
                  <a:pt x="56056" y="110576"/>
                </a:lnTo>
                <a:lnTo>
                  <a:pt x="56439" y="110585"/>
                </a:lnTo>
                <a:lnTo>
                  <a:pt x="56840" y="110594"/>
                </a:lnTo>
                <a:lnTo>
                  <a:pt x="57257" y="110602"/>
                </a:lnTo>
                <a:lnTo>
                  <a:pt x="57691" y="110609"/>
                </a:lnTo>
                <a:lnTo>
                  <a:pt x="58142" y="110616"/>
                </a:lnTo>
                <a:lnTo>
                  <a:pt x="58609" y="110622"/>
                </a:lnTo>
                <a:lnTo>
                  <a:pt x="59094" y="110627"/>
                </a:lnTo>
                <a:lnTo>
                  <a:pt x="59595" y="110632"/>
                </a:lnTo>
                <a:lnTo>
                  <a:pt x="60112" y="110636"/>
                </a:lnTo>
                <a:lnTo>
                  <a:pt x="60647" y="110638"/>
                </a:lnTo>
                <a:lnTo>
                  <a:pt x="61198" y="110641"/>
                </a:lnTo>
                <a:lnTo>
                  <a:pt x="61766" y="110642"/>
                </a:lnTo>
                <a:lnTo>
                  <a:pt x="62351" y="110642"/>
                </a:lnTo>
                <a:lnTo>
                  <a:pt x="62935" y="110642"/>
                </a:lnTo>
                <a:lnTo>
                  <a:pt x="63503" y="110641"/>
                </a:lnTo>
                <a:lnTo>
                  <a:pt x="64054" y="110638"/>
                </a:lnTo>
                <a:lnTo>
                  <a:pt x="64589" y="110636"/>
                </a:lnTo>
                <a:lnTo>
                  <a:pt x="65106" y="110632"/>
                </a:lnTo>
                <a:lnTo>
                  <a:pt x="65607" y="110627"/>
                </a:lnTo>
                <a:lnTo>
                  <a:pt x="66091" y="110622"/>
                </a:lnTo>
                <a:lnTo>
                  <a:pt x="66559" y="110616"/>
                </a:lnTo>
                <a:lnTo>
                  <a:pt x="67009" y="110609"/>
                </a:lnTo>
                <a:lnTo>
                  <a:pt x="67442" y="110602"/>
                </a:lnTo>
                <a:lnTo>
                  <a:pt x="67859" y="110594"/>
                </a:lnTo>
                <a:lnTo>
                  <a:pt x="68259" y="110585"/>
                </a:lnTo>
                <a:lnTo>
                  <a:pt x="68641" y="110576"/>
                </a:lnTo>
                <a:lnTo>
                  <a:pt x="69007" y="110566"/>
                </a:lnTo>
                <a:lnTo>
                  <a:pt x="69355" y="110556"/>
                </a:lnTo>
                <a:lnTo>
                  <a:pt x="69687" y="110545"/>
                </a:lnTo>
                <a:lnTo>
                  <a:pt x="70002" y="110534"/>
                </a:lnTo>
                <a:lnTo>
                  <a:pt x="70299" y="110522"/>
                </a:lnTo>
                <a:lnTo>
                  <a:pt x="70579" y="110510"/>
                </a:lnTo>
                <a:lnTo>
                  <a:pt x="70842" y="110497"/>
                </a:lnTo>
                <a:lnTo>
                  <a:pt x="71088" y="110484"/>
                </a:lnTo>
                <a:lnTo>
                  <a:pt x="71317" y="110470"/>
                </a:lnTo>
                <a:lnTo>
                  <a:pt x="71529" y="110457"/>
                </a:lnTo>
                <a:lnTo>
                  <a:pt x="71723" y="110442"/>
                </a:lnTo>
                <a:lnTo>
                  <a:pt x="73341" y="110139"/>
                </a:lnTo>
                <a:lnTo>
                  <a:pt x="74938" y="109795"/>
                </a:lnTo>
                <a:lnTo>
                  <a:pt x="76513" y="109408"/>
                </a:lnTo>
                <a:lnTo>
                  <a:pt x="78067" y="108980"/>
                </a:lnTo>
                <a:lnTo>
                  <a:pt x="79599" y="108511"/>
                </a:lnTo>
                <a:lnTo>
                  <a:pt x="81110" y="107999"/>
                </a:lnTo>
                <a:lnTo>
                  <a:pt x="82599" y="107446"/>
                </a:lnTo>
                <a:lnTo>
                  <a:pt x="84067" y="106851"/>
                </a:lnTo>
                <a:lnTo>
                  <a:pt x="85513" y="106215"/>
                </a:lnTo>
                <a:lnTo>
                  <a:pt x="86937" y="105537"/>
                </a:lnTo>
                <a:lnTo>
                  <a:pt x="88340" y="104817"/>
                </a:lnTo>
                <a:lnTo>
                  <a:pt x="89722" y="104056"/>
                </a:lnTo>
                <a:lnTo>
                  <a:pt x="91082" y="103253"/>
                </a:lnTo>
                <a:lnTo>
                  <a:pt x="92420" y="102408"/>
                </a:lnTo>
                <a:lnTo>
                  <a:pt x="93737" y="101522"/>
                </a:lnTo>
                <a:lnTo>
                  <a:pt x="95032" y="100594"/>
                </a:lnTo>
                <a:lnTo>
                  <a:pt x="96305" y="99624"/>
                </a:lnTo>
                <a:lnTo>
                  <a:pt x="97557" y="98612"/>
                </a:lnTo>
                <a:lnTo>
                  <a:pt x="98787" y="97559"/>
                </a:lnTo>
                <a:lnTo>
                  <a:pt x="99996" y="96464"/>
                </a:lnTo>
                <a:lnTo>
                  <a:pt x="101183" y="95328"/>
                </a:lnTo>
                <a:lnTo>
                  <a:pt x="102348" y="94150"/>
                </a:lnTo>
                <a:lnTo>
                  <a:pt x="103491" y="92930"/>
                </a:lnTo>
                <a:lnTo>
                  <a:pt x="104613" y="91669"/>
                </a:lnTo>
                <a:lnTo>
                  <a:pt x="105701" y="90377"/>
                </a:lnTo>
                <a:lnTo>
                  <a:pt x="106742" y="89067"/>
                </a:lnTo>
                <a:lnTo>
                  <a:pt x="107738" y="87739"/>
                </a:lnTo>
                <a:lnTo>
                  <a:pt x="108687" y="86392"/>
                </a:lnTo>
                <a:lnTo>
                  <a:pt x="109590" y="85027"/>
                </a:lnTo>
                <a:lnTo>
                  <a:pt x="110447" y="83643"/>
                </a:lnTo>
                <a:lnTo>
                  <a:pt x="111258" y="82241"/>
                </a:lnTo>
                <a:lnTo>
                  <a:pt x="112022" y="80821"/>
                </a:lnTo>
                <a:lnTo>
                  <a:pt x="112741" y="79382"/>
                </a:lnTo>
                <a:lnTo>
                  <a:pt x="113413" y="77925"/>
                </a:lnTo>
                <a:lnTo>
                  <a:pt x="114038" y="76450"/>
                </a:lnTo>
                <a:lnTo>
                  <a:pt x="114618" y="74956"/>
                </a:lnTo>
                <a:lnTo>
                  <a:pt x="115151" y="73444"/>
                </a:lnTo>
                <a:lnTo>
                  <a:pt x="115638" y="71913"/>
                </a:lnTo>
                <a:lnTo>
                  <a:pt x="116079" y="70365"/>
                </a:lnTo>
                <a:lnTo>
                  <a:pt x="116473" y="68798"/>
                </a:lnTo>
                <a:lnTo>
                  <a:pt x="116821" y="67213"/>
                </a:lnTo>
                <a:lnTo>
                  <a:pt x="117122" y="65610"/>
                </a:lnTo>
                <a:lnTo>
                  <a:pt x="117377" y="63988"/>
                </a:lnTo>
                <a:lnTo>
                  <a:pt x="117586" y="62348"/>
                </a:lnTo>
                <a:lnTo>
                  <a:pt x="117749" y="60690"/>
                </a:lnTo>
                <a:lnTo>
                  <a:pt x="117865" y="59014"/>
                </a:lnTo>
                <a:lnTo>
                  <a:pt x="117934" y="57320"/>
                </a:lnTo>
                <a:lnTo>
                  <a:pt x="117958" y="55607"/>
                </a:lnTo>
                <a:lnTo>
                  <a:pt x="117936" y="54841"/>
                </a:lnTo>
                <a:lnTo>
                  <a:pt x="117905" y="54081"/>
                </a:lnTo>
                <a:lnTo>
                  <a:pt x="117867" y="53324"/>
                </a:lnTo>
                <a:lnTo>
                  <a:pt x="117819" y="52573"/>
                </a:lnTo>
                <a:lnTo>
                  <a:pt x="117764" y="51826"/>
                </a:lnTo>
                <a:lnTo>
                  <a:pt x="117700" y="51085"/>
                </a:lnTo>
                <a:lnTo>
                  <a:pt x="117628" y="50347"/>
                </a:lnTo>
                <a:lnTo>
                  <a:pt x="117548" y="49615"/>
                </a:lnTo>
                <a:lnTo>
                  <a:pt x="117459" y="48887"/>
                </a:lnTo>
                <a:lnTo>
                  <a:pt x="117362" y="48163"/>
                </a:lnTo>
                <a:lnTo>
                  <a:pt x="117257" y="47445"/>
                </a:lnTo>
                <a:lnTo>
                  <a:pt x="117143" y="46731"/>
                </a:lnTo>
                <a:lnTo>
                  <a:pt x="117021" y="46021"/>
                </a:lnTo>
                <a:lnTo>
                  <a:pt x="116891" y="45317"/>
                </a:lnTo>
                <a:lnTo>
                  <a:pt x="116752" y="44616"/>
                </a:lnTo>
                <a:lnTo>
                  <a:pt x="116605" y="43921"/>
                </a:lnTo>
                <a:lnTo>
                  <a:pt x="116450" y="43230"/>
                </a:lnTo>
                <a:lnTo>
                  <a:pt x="116286" y="42543"/>
                </a:lnTo>
                <a:lnTo>
                  <a:pt x="116114" y="41861"/>
                </a:lnTo>
                <a:lnTo>
                  <a:pt x="115934" y="41184"/>
                </a:lnTo>
                <a:lnTo>
                  <a:pt x="115745" y="40511"/>
                </a:lnTo>
                <a:lnTo>
                  <a:pt x="115548" y="39842"/>
                </a:lnTo>
                <a:lnTo>
                  <a:pt x="115342" y="39179"/>
                </a:lnTo>
                <a:lnTo>
                  <a:pt x="115129" y="38519"/>
                </a:lnTo>
                <a:lnTo>
                  <a:pt x="114910" y="37865"/>
                </a:lnTo>
                <a:lnTo>
                  <a:pt x="114691" y="37224"/>
                </a:lnTo>
                <a:lnTo>
                  <a:pt x="114471" y="36597"/>
                </a:lnTo>
                <a:lnTo>
                  <a:pt x="114250" y="35983"/>
                </a:lnTo>
                <a:lnTo>
                  <a:pt x="114028" y="35382"/>
                </a:lnTo>
                <a:lnTo>
                  <a:pt x="113806" y="34795"/>
                </a:lnTo>
                <a:lnTo>
                  <a:pt x="113582" y="34221"/>
                </a:lnTo>
                <a:lnTo>
                  <a:pt x="113358" y="33660"/>
                </a:lnTo>
                <a:lnTo>
                  <a:pt x="113133" y="33113"/>
                </a:lnTo>
                <a:lnTo>
                  <a:pt x="112907" y="32579"/>
                </a:lnTo>
                <a:lnTo>
                  <a:pt x="112681" y="32058"/>
                </a:lnTo>
                <a:lnTo>
                  <a:pt x="112453" y="31550"/>
                </a:lnTo>
                <a:lnTo>
                  <a:pt x="112225" y="31056"/>
                </a:lnTo>
                <a:lnTo>
                  <a:pt x="111996" y="30575"/>
                </a:lnTo>
                <a:lnTo>
                  <a:pt x="111767" y="30107"/>
                </a:lnTo>
                <a:lnTo>
                  <a:pt x="111537" y="29652"/>
                </a:lnTo>
                <a:lnTo>
                  <a:pt x="111306" y="29211"/>
                </a:lnTo>
                <a:lnTo>
                  <a:pt x="111074" y="28783"/>
                </a:lnTo>
                <a:lnTo>
                  <a:pt x="110842" y="28367"/>
                </a:lnTo>
                <a:lnTo>
                  <a:pt x="110609" y="27966"/>
                </a:lnTo>
                <a:lnTo>
                  <a:pt x="110375" y="27577"/>
                </a:lnTo>
                <a:lnTo>
                  <a:pt x="110141" y="27201"/>
                </a:lnTo>
                <a:lnTo>
                  <a:pt x="109906" y="26838"/>
                </a:lnTo>
                <a:lnTo>
                  <a:pt x="109671" y="26489"/>
                </a:lnTo>
                <a:lnTo>
                  <a:pt x="109443" y="26153"/>
                </a:lnTo>
                <a:lnTo>
                  <a:pt x="109226" y="25829"/>
                </a:lnTo>
                <a:lnTo>
                  <a:pt x="109017" y="25518"/>
                </a:lnTo>
                <a:lnTo>
                  <a:pt x="108818" y="25220"/>
                </a:lnTo>
                <a:lnTo>
                  <a:pt x="108629" y="24935"/>
                </a:lnTo>
                <a:lnTo>
                  <a:pt x="108450" y="24662"/>
                </a:lnTo>
                <a:lnTo>
                  <a:pt x="108280" y="24403"/>
                </a:lnTo>
                <a:lnTo>
                  <a:pt x="108119" y="24156"/>
                </a:lnTo>
                <a:lnTo>
                  <a:pt x="107969" y="23923"/>
                </a:lnTo>
                <a:lnTo>
                  <a:pt x="107827" y="23702"/>
                </a:lnTo>
                <a:lnTo>
                  <a:pt x="107696" y="23494"/>
                </a:lnTo>
                <a:lnTo>
                  <a:pt x="107574" y="23299"/>
                </a:lnTo>
                <a:lnTo>
                  <a:pt x="107462" y="23117"/>
                </a:lnTo>
                <a:lnTo>
                  <a:pt x="107360" y="22948"/>
                </a:lnTo>
                <a:lnTo>
                  <a:pt x="107267" y="22792"/>
                </a:lnTo>
                <a:lnTo>
                  <a:pt x="107184" y="22649"/>
                </a:lnTo>
                <a:lnTo>
                  <a:pt x="107110" y="22519"/>
                </a:lnTo>
                <a:lnTo>
                  <a:pt x="107047" y="22402"/>
                </a:lnTo>
                <a:lnTo>
                  <a:pt x="106993" y="22298"/>
                </a:lnTo>
                <a:lnTo>
                  <a:pt x="106949" y="22207"/>
                </a:lnTo>
                <a:lnTo>
                  <a:pt x="106915" y="22129"/>
                </a:lnTo>
                <a:lnTo>
                  <a:pt x="106890" y="22065"/>
                </a:lnTo>
                <a:lnTo>
                  <a:pt x="106875" y="22013"/>
                </a:lnTo>
                <a:lnTo>
                  <a:pt x="106871" y="21974"/>
                </a:lnTo>
                <a:lnTo>
                  <a:pt x="106855" y="21990"/>
                </a:lnTo>
                <a:close/>
                <a:moveTo>
                  <a:pt x="95522" y="20777"/>
                </a:moveTo>
                <a:lnTo>
                  <a:pt x="95337" y="20999"/>
                </a:lnTo>
                <a:lnTo>
                  <a:pt x="95029" y="21327"/>
                </a:lnTo>
                <a:lnTo>
                  <a:pt x="94598" y="21760"/>
                </a:lnTo>
                <a:lnTo>
                  <a:pt x="94043" y="22299"/>
                </a:lnTo>
                <a:lnTo>
                  <a:pt x="93365" y="22943"/>
                </a:lnTo>
                <a:lnTo>
                  <a:pt x="92564" y="23693"/>
                </a:lnTo>
                <a:lnTo>
                  <a:pt x="91640" y="24548"/>
                </a:lnTo>
                <a:lnTo>
                  <a:pt x="90593" y="25509"/>
                </a:lnTo>
                <a:lnTo>
                  <a:pt x="89422" y="26575"/>
                </a:lnTo>
                <a:lnTo>
                  <a:pt x="88128" y="27747"/>
                </a:lnTo>
                <a:lnTo>
                  <a:pt x="86711" y="29025"/>
                </a:lnTo>
                <a:lnTo>
                  <a:pt x="85170" y="30408"/>
                </a:lnTo>
                <a:lnTo>
                  <a:pt x="83507" y="31897"/>
                </a:lnTo>
                <a:lnTo>
                  <a:pt x="81720" y="33492"/>
                </a:lnTo>
                <a:lnTo>
                  <a:pt x="79810" y="35193"/>
                </a:lnTo>
                <a:lnTo>
                  <a:pt x="77777" y="36999"/>
                </a:lnTo>
                <a:lnTo>
                  <a:pt x="75620" y="38911"/>
                </a:lnTo>
                <a:lnTo>
                  <a:pt x="73340" y="40929"/>
                </a:lnTo>
                <a:lnTo>
                  <a:pt x="70937" y="43053"/>
                </a:lnTo>
                <a:lnTo>
                  <a:pt x="68411" y="45282"/>
                </a:lnTo>
                <a:lnTo>
                  <a:pt x="65762" y="47618"/>
                </a:lnTo>
                <a:lnTo>
                  <a:pt x="62989" y="50059"/>
                </a:lnTo>
                <a:lnTo>
                  <a:pt x="60093" y="52607"/>
                </a:lnTo>
                <a:lnTo>
                  <a:pt x="57197" y="55149"/>
                </a:lnTo>
                <a:lnTo>
                  <a:pt x="54422" y="57584"/>
                </a:lnTo>
                <a:lnTo>
                  <a:pt x="51770" y="59911"/>
                </a:lnTo>
                <a:lnTo>
                  <a:pt x="49239" y="62129"/>
                </a:lnTo>
                <a:lnTo>
                  <a:pt x="46831" y="64239"/>
                </a:lnTo>
                <a:lnTo>
                  <a:pt x="44544" y="66242"/>
                </a:lnTo>
                <a:lnTo>
                  <a:pt x="42380" y="68136"/>
                </a:lnTo>
                <a:lnTo>
                  <a:pt x="40337" y="69922"/>
                </a:lnTo>
                <a:lnTo>
                  <a:pt x="38417" y="71600"/>
                </a:lnTo>
                <a:lnTo>
                  <a:pt x="36618" y="73170"/>
                </a:lnTo>
                <a:lnTo>
                  <a:pt x="34941" y="74631"/>
                </a:lnTo>
                <a:lnTo>
                  <a:pt x="33386" y="75984"/>
                </a:lnTo>
                <a:lnTo>
                  <a:pt x="31953" y="77230"/>
                </a:lnTo>
                <a:lnTo>
                  <a:pt x="30642" y="78367"/>
                </a:lnTo>
                <a:lnTo>
                  <a:pt x="29453" y="79395"/>
                </a:lnTo>
                <a:lnTo>
                  <a:pt x="28386" y="80316"/>
                </a:lnTo>
                <a:lnTo>
                  <a:pt x="27440" y="81128"/>
                </a:lnTo>
                <a:lnTo>
                  <a:pt x="26616" y="81832"/>
                </a:lnTo>
                <a:lnTo>
                  <a:pt x="25914" y="82428"/>
                </a:lnTo>
                <a:lnTo>
                  <a:pt x="25334" y="82915"/>
                </a:lnTo>
                <a:lnTo>
                  <a:pt x="24876" y="83294"/>
                </a:lnTo>
                <a:lnTo>
                  <a:pt x="24539" y="83565"/>
                </a:lnTo>
                <a:lnTo>
                  <a:pt x="24325" y="83728"/>
                </a:lnTo>
                <a:lnTo>
                  <a:pt x="24232" y="83782"/>
                </a:lnTo>
                <a:lnTo>
                  <a:pt x="24151" y="83776"/>
                </a:lnTo>
                <a:lnTo>
                  <a:pt x="24067" y="83757"/>
                </a:lnTo>
                <a:lnTo>
                  <a:pt x="23978" y="83726"/>
                </a:lnTo>
                <a:lnTo>
                  <a:pt x="23886" y="83682"/>
                </a:lnTo>
                <a:lnTo>
                  <a:pt x="23790" y="83626"/>
                </a:lnTo>
                <a:lnTo>
                  <a:pt x="23690" y="83557"/>
                </a:lnTo>
                <a:lnTo>
                  <a:pt x="23587" y="83476"/>
                </a:lnTo>
                <a:lnTo>
                  <a:pt x="23479" y="83383"/>
                </a:lnTo>
                <a:lnTo>
                  <a:pt x="23368" y="83277"/>
                </a:lnTo>
                <a:lnTo>
                  <a:pt x="23252" y="83159"/>
                </a:lnTo>
                <a:lnTo>
                  <a:pt x="23133" y="83028"/>
                </a:lnTo>
                <a:lnTo>
                  <a:pt x="23010" y="82885"/>
                </a:lnTo>
                <a:lnTo>
                  <a:pt x="22883" y="82730"/>
                </a:lnTo>
                <a:lnTo>
                  <a:pt x="22752" y="82562"/>
                </a:lnTo>
                <a:lnTo>
                  <a:pt x="22618" y="82382"/>
                </a:lnTo>
                <a:lnTo>
                  <a:pt x="22479" y="82190"/>
                </a:lnTo>
                <a:lnTo>
                  <a:pt x="22337" y="81986"/>
                </a:lnTo>
                <a:lnTo>
                  <a:pt x="22190" y="81769"/>
                </a:lnTo>
                <a:lnTo>
                  <a:pt x="22040" y="81540"/>
                </a:lnTo>
                <a:lnTo>
                  <a:pt x="21886" y="81298"/>
                </a:lnTo>
                <a:lnTo>
                  <a:pt x="21728" y="81044"/>
                </a:lnTo>
                <a:lnTo>
                  <a:pt x="21566" y="80779"/>
                </a:lnTo>
                <a:lnTo>
                  <a:pt x="21401" y="80500"/>
                </a:lnTo>
                <a:lnTo>
                  <a:pt x="21231" y="80210"/>
                </a:lnTo>
                <a:lnTo>
                  <a:pt x="21058" y="79914"/>
                </a:lnTo>
                <a:lnTo>
                  <a:pt x="20888" y="79621"/>
                </a:lnTo>
                <a:lnTo>
                  <a:pt x="20722" y="79329"/>
                </a:lnTo>
                <a:lnTo>
                  <a:pt x="20560" y="79039"/>
                </a:lnTo>
                <a:lnTo>
                  <a:pt x="20401" y="78750"/>
                </a:lnTo>
                <a:lnTo>
                  <a:pt x="20245" y="78464"/>
                </a:lnTo>
                <a:lnTo>
                  <a:pt x="20093" y="78179"/>
                </a:lnTo>
                <a:lnTo>
                  <a:pt x="19944" y="77897"/>
                </a:lnTo>
                <a:lnTo>
                  <a:pt x="19799" y="77616"/>
                </a:lnTo>
                <a:lnTo>
                  <a:pt x="19658" y="77337"/>
                </a:lnTo>
                <a:lnTo>
                  <a:pt x="19519" y="77060"/>
                </a:lnTo>
                <a:lnTo>
                  <a:pt x="19385" y="76785"/>
                </a:lnTo>
                <a:lnTo>
                  <a:pt x="19253" y="76511"/>
                </a:lnTo>
                <a:lnTo>
                  <a:pt x="19125" y="76240"/>
                </a:lnTo>
                <a:lnTo>
                  <a:pt x="19001" y="75971"/>
                </a:lnTo>
                <a:lnTo>
                  <a:pt x="18880" y="75704"/>
                </a:lnTo>
                <a:lnTo>
                  <a:pt x="18762" y="75438"/>
                </a:lnTo>
                <a:lnTo>
                  <a:pt x="18647" y="75175"/>
                </a:lnTo>
                <a:lnTo>
                  <a:pt x="18536" y="74914"/>
                </a:lnTo>
                <a:lnTo>
                  <a:pt x="18429" y="74654"/>
                </a:lnTo>
                <a:lnTo>
                  <a:pt x="18324" y="74397"/>
                </a:lnTo>
                <a:lnTo>
                  <a:pt x="18223" y="74142"/>
                </a:lnTo>
                <a:lnTo>
                  <a:pt x="18125" y="73889"/>
                </a:lnTo>
                <a:lnTo>
                  <a:pt x="18031" y="73638"/>
                </a:lnTo>
                <a:lnTo>
                  <a:pt x="17799" y="73114"/>
                </a:lnTo>
                <a:lnTo>
                  <a:pt x="17575" y="72579"/>
                </a:lnTo>
                <a:lnTo>
                  <a:pt x="17360" y="72032"/>
                </a:lnTo>
                <a:lnTo>
                  <a:pt x="17152" y="71473"/>
                </a:lnTo>
                <a:lnTo>
                  <a:pt x="16952" y="70903"/>
                </a:lnTo>
                <a:lnTo>
                  <a:pt x="16760" y="70321"/>
                </a:lnTo>
                <a:lnTo>
                  <a:pt x="16576" y="69728"/>
                </a:lnTo>
                <a:lnTo>
                  <a:pt x="16400" y="69123"/>
                </a:lnTo>
                <a:lnTo>
                  <a:pt x="16232" y="68506"/>
                </a:lnTo>
                <a:lnTo>
                  <a:pt x="16071" y="67878"/>
                </a:lnTo>
                <a:lnTo>
                  <a:pt x="15918" y="67238"/>
                </a:lnTo>
                <a:lnTo>
                  <a:pt x="15773" y="66587"/>
                </a:lnTo>
                <a:lnTo>
                  <a:pt x="15636" y="65924"/>
                </a:lnTo>
                <a:lnTo>
                  <a:pt x="15507" y="65249"/>
                </a:lnTo>
                <a:lnTo>
                  <a:pt x="15385" y="64563"/>
                </a:lnTo>
                <a:lnTo>
                  <a:pt x="15271" y="63865"/>
                </a:lnTo>
                <a:lnTo>
                  <a:pt x="15164" y="63156"/>
                </a:lnTo>
                <a:lnTo>
                  <a:pt x="15065" y="62435"/>
                </a:lnTo>
                <a:lnTo>
                  <a:pt x="14974" y="61702"/>
                </a:lnTo>
                <a:lnTo>
                  <a:pt x="14890" y="60958"/>
                </a:lnTo>
                <a:lnTo>
                  <a:pt x="14814" y="60202"/>
                </a:lnTo>
                <a:lnTo>
                  <a:pt x="14745" y="59434"/>
                </a:lnTo>
                <a:lnTo>
                  <a:pt x="14684" y="58655"/>
                </a:lnTo>
                <a:lnTo>
                  <a:pt x="14630" y="57864"/>
                </a:lnTo>
                <a:lnTo>
                  <a:pt x="14634" y="57037"/>
                </a:lnTo>
                <a:lnTo>
                  <a:pt x="14645" y="56220"/>
                </a:lnTo>
                <a:lnTo>
                  <a:pt x="14664" y="55413"/>
                </a:lnTo>
                <a:lnTo>
                  <a:pt x="14690" y="54616"/>
                </a:lnTo>
                <a:lnTo>
                  <a:pt x="14723" y="53829"/>
                </a:lnTo>
                <a:lnTo>
                  <a:pt x="14763" y="53052"/>
                </a:lnTo>
                <a:lnTo>
                  <a:pt x="14811" y="52285"/>
                </a:lnTo>
                <a:lnTo>
                  <a:pt x="14866" y="51528"/>
                </a:lnTo>
                <a:lnTo>
                  <a:pt x="14929" y="50781"/>
                </a:lnTo>
                <a:lnTo>
                  <a:pt x="14998" y="50044"/>
                </a:lnTo>
                <a:lnTo>
                  <a:pt x="15075" y="49316"/>
                </a:lnTo>
                <a:lnTo>
                  <a:pt x="15159" y="48599"/>
                </a:lnTo>
                <a:lnTo>
                  <a:pt x="15250" y="47891"/>
                </a:lnTo>
                <a:lnTo>
                  <a:pt x="15348" y="47193"/>
                </a:lnTo>
                <a:lnTo>
                  <a:pt x="15454" y="46505"/>
                </a:lnTo>
                <a:lnTo>
                  <a:pt x="15566" y="45827"/>
                </a:lnTo>
                <a:lnTo>
                  <a:pt x="15685" y="45158"/>
                </a:lnTo>
                <a:lnTo>
                  <a:pt x="15812" y="44499"/>
                </a:lnTo>
                <a:lnTo>
                  <a:pt x="15945" y="43850"/>
                </a:lnTo>
                <a:lnTo>
                  <a:pt x="16086" y="43210"/>
                </a:lnTo>
                <a:lnTo>
                  <a:pt x="16233" y="42580"/>
                </a:lnTo>
                <a:lnTo>
                  <a:pt x="16387" y="41960"/>
                </a:lnTo>
                <a:lnTo>
                  <a:pt x="16548" y="41349"/>
                </a:lnTo>
                <a:lnTo>
                  <a:pt x="16716" y="40748"/>
                </a:lnTo>
                <a:lnTo>
                  <a:pt x="17103" y="39691"/>
                </a:lnTo>
                <a:lnTo>
                  <a:pt x="17515" y="38644"/>
                </a:lnTo>
                <a:lnTo>
                  <a:pt x="17950" y="37604"/>
                </a:lnTo>
                <a:lnTo>
                  <a:pt x="18410" y="36574"/>
                </a:lnTo>
                <a:lnTo>
                  <a:pt x="18893" y="35552"/>
                </a:lnTo>
                <a:lnTo>
                  <a:pt x="19401" y="34540"/>
                </a:lnTo>
                <a:lnTo>
                  <a:pt x="19933" y="33536"/>
                </a:lnTo>
                <a:lnTo>
                  <a:pt x="20489" y="32541"/>
                </a:lnTo>
                <a:lnTo>
                  <a:pt x="21070" y="31554"/>
                </a:lnTo>
                <a:lnTo>
                  <a:pt x="21674" y="30577"/>
                </a:lnTo>
                <a:lnTo>
                  <a:pt x="22303" y="29609"/>
                </a:lnTo>
                <a:lnTo>
                  <a:pt x="22956" y="28650"/>
                </a:lnTo>
                <a:lnTo>
                  <a:pt x="23634" y="27700"/>
                </a:lnTo>
                <a:lnTo>
                  <a:pt x="24335" y="26759"/>
                </a:lnTo>
                <a:lnTo>
                  <a:pt x="25061" y="25827"/>
                </a:lnTo>
                <a:lnTo>
                  <a:pt x="25812" y="24905"/>
                </a:lnTo>
                <a:lnTo>
                  <a:pt x="26586" y="23991"/>
                </a:lnTo>
                <a:lnTo>
                  <a:pt x="27385" y="23087"/>
                </a:lnTo>
                <a:lnTo>
                  <a:pt x="28208" y="22192"/>
                </a:lnTo>
                <a:lnTo>
                  <a:pt x="29056" y="21307"/>
                </a:lnTo>
                <a:lnTo>
                  <a:pt x="29928" y="20431"/>
                </a:lnTo>
                <a:lnTo>
                  <a:pt x="30824" y="19564"/>
                </a:lnTo>
                <a:lnTo>
                  <a:pt x="31745" y="18707"/>
                </a:lnTo>
                <a:lnTo>
                  <a:pt x="32690" y="17859"/>
                </a:lnTo>
                <a:lnTo>
                  <a:pt x="33651" y="17031"/>
                </a:lnTo>
                <a:lnTo>
                  <a:pt x="34629" y="16237"/>
                </a:lnTo>
                <a:lnTo>
                  <a:pt x="35622" y="15479"/>
                </a:lnTo>
                <a:lnTo>
                  <a:pt x="36631" y="14756"/>
                </a:lnTo>
                <a:lnTo>
                  <a:pt x="37655" y="14069"/>
                </a:lnTo>
                <a:lnTo>
                  <a:pt x="38695" y="13417"/>
                </a:lnTo>
                <a:lnTo>
                  <a:pt x="39751" y="12801"/>
                </a:lnTo>
                <a:lnTo>
                  <a:pt x="40823" y="12220"/>
                </a:lnTo>
                <a:lnTo>
                  <a:pt x="41910" y="11674"/>
                </a:lnTo>
                <a:lnTo>
                  <a:pt x="43013" y="11163"/>
                </a:lnTo>
                <a:lnTo>
                  <a:pt x="44132" y="10688"/>
                </a:lnTo>
                <a:lnTo>
                  <a:pt x="45266" y="10248"/>
                </a:lnTo>
                <a:lnTo>
                  <a:pt x="46416" y="9843"/>
                </a:lnTo>
                <a:lnTo>
                  <a:pt x="47582" y="9473"/>
                </a:lnTo>
                <a:lnTo>
                  <a:pt x="48763" y="9139"/>
                </a:lnTo>
                <a:lnTo>
                  <a:pt x="49960" y="8840"/>
                </a:lnTo>
                <a:lnTo>
                  <a:pt x="51172" y="8576"/>
                </a:lnTo>
                <a:lnTo>
                  <a:pt x="52400" y="8348"/>
                </a:lnTo>
                <a:lnTo>
                  <a:pt x="53643" y="8155"/>
                </a:lnTo>
                <a:lnTo>
                  <a:pt x="54902" y="7996"/>
                </a:lnTo>
                <a:lnTo>
                  <a:pt x="56177" y="7873"/>
                </a:lnTo>
                <a:lnTo>
                  <a:pt x="57467" y="7786"/>
                </a:lnTo>
                <a:lnTo>
                  <a:pt x="58772" y="7733"/>
                </a:lnTo>
                <a:lnTo>
                  <a:pt x="60093" y="7715"/>
                </a:lnTo>
                <a:lnTo>
                  <a:pt x="60911" y="7717"/>
                </a:lnTo>
                <a:lnTo>
                  <a:pt x="61708" y="7724"/>
                </a:lnTo>
                <a:lnTo>
                  <a:pt x="62483" y="7735"/>
                </a:lnTo>
                <a:lnTo>
                  <a:pt x="63236" y="7751"/>
                </a:lnTo>
                <a:lnTo>
                  <a:pt x="63969" y="7771"/>
                </a:lnTo>
                <a:lnTo>
                  <a:pt x="64680" y="7796"/>
                </a:lnTo>
                <a:lnTo>
                  <a:pt x="65369" y="7825"/>
                </a:lnTo>
                <a:lnTo>
                  <a:pt x="66037" y="7859"/>
                </a:lnTo>
                <a:lnTo>
                  <a:pt x="66683" y="7898"/>
                </a:lnTo>
                <a:lnTo>
                  <a:pt x="67308" y="7941"/>
                </a:lnTo>
                <a:lnTo>
                  <a:pt x="67912" y="7988"/>
                </a:lnTo>
                <a:lnTo>
                  <a:pt x="68494" y="8040"/>
                </a:lnTo>
                <a:lnTo>
                  <a:pt x="69055" y="8097"/>
                </a:lnTo>
                <a:lnTo>
                  <a:pt x="69594" y="8158"/>
                </a:lnTo>
                <a:lnTo>
                  <a:pt x="70112" y="8225"/>
                </a:lnTo>
                <a:lnTo>
                  <a:pt x="70609" y="8295"/>
                </a:lnTo>
                <a:lnTo>
                  <a:pt x="71084" y="8371"/>
                </a:lnTo>
                <a:lnTo>
                  <a:pt x="71538" y="8451"/>
                </a:lnTo>
                <a:lnTo>
                  <a:pt x="71970" y="8535"/>
                </a:lnTo>
                <a:lnTo>
                  <a:pt x="72380" y="8625"/>
                </a:lnTo>
                <a:lnTo>
                  <a:pt x="72770" y="8719"/>
                </a:lnTo>
                <a:lnTo>
                  <a:pt x="73138" y="8818"/>
                </a:lnTo>
                <a:lnTo>
                  <a:pt x="73484" y="8921"/>
                </a:lnTo>
                <a:lnTo>
                  <a:pt x="73809" y="9030"/>
                </a:lnTo>
                <a:lnTo>
                  <a:pt x="74881" y="9303"/>
                </a:lnTo>
                <a:lnTo>
                  <a:pt x="75938" y="9595"/>
                </a:lnTo>
                <a:lnTo>
                  <a:pt x="76981" y="9906"/>
                </a:lnTo>
                <a:lnTo>
                  <a:pt x="78010" y="10234"/>
                </a:lnTo>
                <a:lnTo>
                  <a:pt x="79024" y="10582"/>
                </a:lnTo>
                <a:lnTo>
                  <a:pt x="80024" y="10947"/>
                </a:lnTo>
                <a:lnTo>
                  <a:pt x="81010" y="11331"/>
                </a:lnTo>
                <a:lnTo>
                  <a:pt x="81982" y="11734"/>
                </a:lnTo>
                <a:lnTo>
                  <a:pt x="82939" y="12154"/>
                </a:lnTo>
                <a:lnTo>
                  <a:pt x="83882" y="12594"/>
                </a:lnTo>
                <a:lnTo>
                  <a:pt x="84811" y="13051"/>
                </a:lnTo>
                <a:lnTo>
                  <a:pt x="85725" y="13527"/>
                </a:lnTo>
                <a:lnTo>
                  <a:pt x="86625" y="14021"/>
                </a:lnTo>
                <a:lnTo>
                  <a:pt x="87511" y="14533"/>
                </a:lnTo>
                <a:lnTo>
                  <a:pt x="88382" y="15064"/>
                </a:lnTo>
                <a:lnTo>
                  <a:pt x="89240" y="15613"/>
                </a:lnTo>
                <a:lnTo>
                  <a:pt x="90083" y="16180"/>
                </a:lnTo>
                <a:lnTo>
                  <a:pt x="90911" y="16765"/>
                </a:lnTo>
                <a:lnTo>
                  <a:pt x="91726" y="17369"/>
                </a:lnTo>
                <a:lnTo>
                  <a:pt x="92526" y="17990"/>
                </a:lnTo>
                <a:lnTo>
                  <a:pt x="93312" y="18631"/>
                </a:lnTo>
                <a:lnTo>
                  <a:pt x="94083" y="19289"/>
                </a:lnTo>
                <a:lnTo>
                  <a:pt x="94840" y="19965"/>
                </a:lnTo>
                <a:lnTo>
                  <a:pt x="95583" y="20660"/>
                </a:lnTo>
                <a:lnTo>
                  <a:pt x="95522" y="20777"/>
                </a:lnTo>
                <a:close/>
                <a:moveTo>
                  <a:pt x="101022" y="26871"/>
                </a:moveTo>
                <a:lnTo>
                  <a:pt x="101018" y="26885"/>
                </a:lnTo>
                <a:lnTo>
                  <a:pt x="101020" y="26903"/>
                </a:lnTo>
                <a:lnTo>
                  <a:pt x="101026" y="26927"/>
                </a:lnTo>
                <a:lnTo>
                  <a:pt x="101036" y="26956"/>
                </a:lnTo>
                <a:lnTo>
                  <a:pt x="101051" y="26991"/>
                </a:lnTo>
                <a:lnTo>
                  <a:pt x="101070" y="27031"/>
                </a:lnTo>
                <a:lnTo>
                  <a:pt x="101093" y="27076"/>
                </a:lnTo>
                <a:lnTo>
                  <a:pt x="101122" y="27126"/>
                </a:lnTo>
                <a:lnTo>
                  <a:pt x="101154" y="27182"/>
                </a:lnTo>
                <a:lnTo>
                  <a:pt x="101191" y="27243"/>
                </a:lnTo>
                <a:lnTo>
                  <a:pt x="101233" y="27309"/>
                </a:lnTo>
                <a:lnTo>
                  <a:pt x="101279" y="27380"/>
                </a:lnTo>
                <a:lnTo>
                  <a:pt x="101329" y="27456"/>
                </a:lnTo>
                <a:lnTo>
                  <a:pt x="101384" y="27538"/>
                </a:lnTo>
                <a:lnTo>
                  <a:pt x="101443" y="27625"/>
                </a:lnTo>
                <a:lnTo>
                  <a:pt x="101507" y="27716"/>
                </a:lnTo>
                <a:lnTo>
                  <a:pt x="101576" y="27813"/>
                </a:lnTo>
                <a:lnTo>
                  <a:pt x="101648" y="27916"/>
                </a:lnTo>
                <a:lnTo>
                  <a:pt x="101726" y="28023"/>
                </a:lnTo>
                <a:lnTo>
                  <a:pt x="101807" y="28135"/>
                </a:lnTo>
                <a:lnTo>
                  <a:pt x="101894" y="28252"/>
                </a:lnTo>
                <a:lnTo>
                  <a:pt x="101984" y="28375"/>
                </a:lnTo>
                <a:lnTo>
                  <a:pt x="102077" y="28501"/>
                </a:lnTo>
                <a:lnTo>
                  <a:pt x="102172" y="28630"/>
                </a:lnTo>
                <a:lnTo>
                  <a:pt x="102267" y="28762"/>
                </a:lnTo>
                <a:lnTo>
                  <a:pt x="102363" y="28896"/>
                </a:lnTo>
                <a:lnTo>
                  <a:pt x="102459" y="29033"/>
                </a:lnTo>
                <a:lnTo>
                  <a:pt x="102557" y="29173"/>
                </a:lnTo>
                <a:lnTo>
                  <a:pt x="102655" y="29315"/>
                </a:lnTo>
                <a:lnTo>
                  <a:pt x="102754" y="29460"/>
                </a:lnTo>
                <a:lnTo>
                  <a:pt x="102853" y="29607"/>
                </a:lnTo>
                <a:lnTo>
                  <a:pt x="102953" y="29757"/>
                </a:lnTo>
                <a:lnTo>
                  <a:pt x="103054" y="29909"/>
                </a:lnTo>
                <a:lnTo>
                  <a:pt x="103156" y="30064"/>
                </a:lnTo>
                <a:lnTo>
                  <a:pt x="103258" y="30222"/>
                </a:lnTo>
                <a:lnTo>
                  <a:pt x="103361" y="30382"/>
                </a:lnTo>
                <a:lnTo>
                  <a:pt x="103464" y="30545"/>
                </a:lnTo>
                <a:lnTo>
                  <a:pt x="103567" y="30710"/>
                </a:lnTo>
                <a:lnTo>
                  <a:pt x="103672" y="30877"/>
                </a:lnTo>
                <a:lnTo>
                  <a:pt x="103776" y="31047"/>
                </a:lnTo>
                <a:lnTo>
                  <a:pt x="103882" y="31220"/>
                </a:lnTo>
                <a:lnTo>
                  <a:pt x="103987" y="31395"/>
                </a:lnTo>
                <a:lnTo>
                  <a:pt x="104093" y="31572"/>
                </a:lnTo>
                <a:lnTo>
                  <a:pt x="104199" y="31752"/>
                </a:lnTo>
                <a:lnTo>
                  <a:pt x="104306" y="31934"/>
                </a:lnTo>
                <a:lnTo>
                  <a:pt x="104413" y="32118"/>
                </a:lnTo>
                <a:lnTo>
                  <a:pt x="104524" y="32309"/>
                </a:lnTo>
                <a:lnTo>
                  <a:pt x="104634" y="32504"/>
                </a:lnTo>
                <a:lnTo>
                  <a:pt x="104745" y="32702"/>
                </a:lnTo>
                <a:lnTo>
                  <a:pt x="104856" y="32904"/>
                </a:lnTo>
                <a:lnTo>
                  <a:pt x="104966" y="33110"/>
                </a:lnTo>
                <a:lnTo>
                  <a:pt x="105077" y="33319"/>
                </a:lnTo>
                <a:lnTo>
                  <a:pt x="105187" y="33532"/>
                </a:lnTo>
                <a:lnTo>
                  <a:pt x="105298" y="33749"/>
                </a:lnTo>
                <a:lnTo>
                  <a:pt x="105408" y="33970"/>
                </a:lnTo>
                <a:lnTo>
                  <a:pt x="105518" y="34194"/>
                </a:lnTo>
                <a:lnTo>
                  <a:pt x="105628" y="34422"/>
                </a:lnTo>
                <a:lnTo>
                  <a:pt x="105738" y="34654"/>
                </a:lnTo>
                <a:lnTo>
                  <a:pt x="105848" y="34890"/>
                </a:lnTo>
                <a:lnTo>
                  <a:pt x="105958" y="35130"/>
                </a:lnTo>
                <a:lnTo>
                  <a:pt x="106067" y="35374"/>
                </a:lnTo>
                <a:lnTo>
                  <a:pt x="106176" y="35621"/>
                </a:lnTo>
                <a:lnTo>
                  <a:pt x="106285" y="35873"/>
                </a:lnTo>
                <a:lnTo>
                  <a:pt x="106394" y="36129"/>
                </a:lnTo>
                <a:lnTo>
                  <a:pt x="106503" y="36388"/>
                </a:lnTo>
                <a:lnTo>
                  <a:pt x="106611" y="36652"/>
                </a:lnTo>
                <a:lnTo>
                  <a:pt x="106719" y="36920"/>
                </a:lnTo>
                <a:lnTo>
                  <a:pt x="106827" y="37192"/>
                </a:lnTo>
                <a:lnTo>
                  <a:pt x="106935" y="37467"/>
                </a:lnTo>
                <a:lnTo>
                  <a:pt x="107042" y="37748"/>
                </a:lnTo>
                <a:lnTo>
                  <a:pt x="107152" y="38032"/>
                </a:lnTo>
                <a:lnTo>
                  <a:pt x="107260" y="38321"/>
                </a:lnTo>
                <a:lnTo>
                  <a:pt x="107367" y="38614"/>
                </a:lnTo>
                <a:lnTo>
                  <a:pt x="107473" y="38912"/>
                </a:lnTo>
                <a:lnTo>
                  <a:pt x="107577" y="39215"/>
                </a:lnTo>
                <a:lnTo>
                  <a:pt x="107680" y="39521"/>
                </a:lnTo>
                <a:lnTo>
                  <a:pt x="107781" y="39833"/>
                </a:lnTo>
                <a:lnTo>
                  <a:pt x="107881" y="40149"/>
                </a:lnTo>
                <a:lnTo>
                  <a:pt x="107980" y="40470"/>
                </a:lnTo>
                <a:lnTo>
                  <a:pt x="108077" y="40795"/>
                </a:lnTo>
                <a:lnTo>
                  <a:pt x="108173" y="41124"/>
                </a:lnTo>
                <a:lnTo>
                  <a:pt x="108267" y="41459"/>
                </a:lnTo>
                <a:lnTo>
                  <a:pt x="108360" y="41798"/>
                </a:lnTo>
                <a:lnTo>
                  <a:pt x="108452" y="42141"/>
                </a:lnTo>
                <a:lnTo>
                  <a:pt x="108542" y="42490"/>
                </a:lnTo>
                <a:lnTo>
                  <a:pt x="108632" y="42842"/>
                </a:lnTo>
                <a:lnTo>
                  <a:pt x="108719" y="43200"/>
                </a:lnTo>
                <a:lnTo>
                  <a:pt x="108806" y="43562"/>
                </a:lnTo>
                <a:lnTo>
                  <a:pt x="108891" y="43929"/>
                </a:lnTo>
                <a:lnTo>
                  <a:pt x="108975" y="44301"/>
                </a:lnTo>
                <a:lnTo>
                  <a:pt x="109058" y="44677"/>
                </a:lnTo>
                <a:lnTo>
                  <a:pt x="109140" y="45058"/>
                </a:lnTo>
                <a:lnTo>
                  <a:pt x="109220" y="45444"/>
                </a:lnTo>
                <a:lnTo>
                  <a:pt x="109299" y="45834"/>
                </a:lnTo>
                <a:lnTo>
                  <a:pt x="109376" y="46225"/>
                </a:lnTo>
                <a:lnTo>
                  <a:pt x="109450" y="46617"/>
                </a:lnTo>
                <a:lnTo>
                  <a:pt x="109520" y="47012"/>
                </a:lnTo>
                <a:lnTo>
                  <a:pt x="109588" y="47408"/>
                </a:lnTo>
                <a:lnTo>
                  <a:pt x="109651" y="47807"/>
                </a:lnTo>
                <a:lnTo>
                  <a:pt x="109712" y="48208"/>
                </a:lnTo>
                <a:lnTo>
                  <a:pt x="109769" y="48611"/>
                </a:lnTo>
                <a:lnTo>
                  <a:pt x="109823" y="49017"/>
                </a:lnTo>
                <a:lnTo>
                  <a:pt x="109874" y="49424"/>
                </a:lnTo>
                <a:lnTo>
                  <a:pt x="109921" y="49834"/>
                </a:lnTo>
                <a:lnTo>
                  <a:pt x="109966" y="50246"/>
                </a:lnTo>
                <a:lnTo>
                  <a:pt x="110007" y="50660"/>
                </a:lnTo>
                <a:lnTo>
                  <a:pt x="110044" y="51076"/>
                </a:lnTo>
                <a:lnTo>
                  <a:pt x="110079" y="51495"/>
                </a:lnTo>
                <a:lnTo>
                  <a:pt x="110110" y="51916"/>
                </a:lnTo>
                <a:lnTo>
                  <a:pt x="110138" y="52339"/>
                </a:lnTo>
                <a:lnTo>
                  <a:pt x="110162" y="52764"/>
                </a:lnTo>
                <a:lnTo>
                  <a:pt x="110183" y="53192"/>
                </a:lnTo>
                <a:lnTo>
                  <a:pt x="110201" y="53622"/>
                </a:lnTo>
                <a:lnTo>
                  <a:pt x="110216" y="54054"/>
                </a:lnTo>
                <a:lnTo>
                  <a:pt x="110228" y="54489"/>
                </a:lnTo>
                <a:lnTo>
                  <a:pt x="110236" y="54926"/>
                </a:lnTo>
                <a:lnTo>
                  <a:pt x="110241" y="55365"/>
                </a:lnTo>
                <a:lnTo>
                  <a:pt x="110242" y="55807"/>
                </a:lnTo>
                <a:lnTo>
                  <a:pt x="110204" y="57436"/>
                </a:lnTo>
                <a:lnTo>
                  <a:pt x="110119" y="59046"/>
                </a:lnTo>
                <a:lnTo>
                  <a:pt x="109987" y="60636"/>
                </a:lnTo>
                <a:lnTo>
                  <a:pt x="109807" y="62205"/>
                </a:lnTo>
                <a:lnTo>
                  <a:pt x="109580" y="63755"/>
                </a:lnTo>
                <a:lnTo>
                  <a:pt x="109306" y="65285"/>
                </a:lnTo>
                <a:lnTo>
                  <a:pt x="108985" y="66795"/>
                </a:lnTo>
                <a:lnTo>
                  <a:pt x="108617" y="68285"/>
                </a:lnTo>
                <a:lnTo>
                  <a:pt x="108202" y="69755"/>
                </a:lnTo>
                <a:lnTo>
                  <a:pt x="107739" y="71205"/>
                </a:lnTo>
                <a:lnTo>
                  <a:pt x="107230" y="72635"/>
                </a:lnTo>
                <a:lnTo>
                  <a:pt x="106674" y="74045"/>
                </a:lnTo>
                <a:lnTo>
                  <a:pt x="106071" y="75435"/>
                </a:lnTo>
                <a:lnTo>
                  <a:pt x="105421" y="76805"/>
                </a:lnTo>
                <a:lnTo>
                  <a:pt x="104725" y="78156"/>
                </a:lnTo>
                <a:lnTo>
                  <a:pt x="103981" y="79486"/>
                </a:lnTo>
                <a:lnTo>
                  <a:pt x="103191" y="80797"/>
                </a:lnTo>
                <a:lnTo>
                  <a:pt x="102354" y="82087"/>
                </a:lnTo>
                <a:lnTo>
                  <a:pt x="101471" y="83358"/>
                </a:lnTo>
                <a:lnTo>
                  <a:pt x="100541" y="84608"/>
                </a:lnTo>
                <a:lnTo>
                  <a:pt x="99564" y="85839"/>
                </a:lnTo>
                <a:lnTo>
                  <a:pt x="98541" y="87050"/>
                </a:lnTo>
                <a:lnTo>
                  <a:pt x="97471" y="88240"/>
                </a:lnTo>
                <a:lnTo>
                  <a:pt x="96355" y="89411"/>
                </a:lnTo>
                <a:lnTo>
                  <a:pt x="95202" y="90544"/>
                </a:lnTo>
                <a:lnTo>
                  <a:pt x="94030" y="91629"/>
                </a:lnTo>
                <a:lnTo>
                  <a:pt x="92838" y="92666"/>
                </a:lnTo>
                <a:lnTo>
                  <a:pt x="91626" y="93655"/>
                </a:lnTo>
                <a:lnTo>
                  <a:pt x="90395" y="94595"/>
                </a:lnTo>
                <a:lnTo>
                  <a:pt x="89144" y="95487"/>
                </a:lnTo>
                <a:lnTo>
                  <a:pt x="87873" y="96331"/>
                </a:lnTo>
                <a:lnTo>
                  <a:pt x="86583" y="97126"/>
                </a:lnTo>
                <a:lnTo>
                  <a:pt x="85274" y="97874"/>
                </a:lnTo>
                <a:lnTo>
                  <a:pt x="83945" y="98573"/>
                </a:lnTo>
                <a:lnTo>
                  <a:pt x="82596" y="99224"/>
                </a:lnTo>
                <a:lnTo>
                  <a:pt x="81228" y="99827"/>
                </a:lnTo>
                <a:lnTo>
                  <a:pt x="79840" y="100381"/>
                </a:lnTo>
                <a:lnTo>
                  <a:pt x="78433" y="100888"/>
                </a:lnTo>
                <a:lnTo>
                  <a:pt x="77007" y="101346"/>
                </a:lnTo>
                <a:lnTo>
                  <a:pt x="75561" y="101756"/>
                </a:lnTo>
                <a:lnTo>
                  <a:pt x="74095" y="102117"/>
                </a:lnTo>
                <a:lnTo>
                  <a:pt x="72610" y="102431"/>
                </a:lnTo>
                <a:lnTo>
                  <a:pt x="71106" y="102696"/>
                </a:lnTo>
                <a:lnTo>
                  <a:pt x="69582" y="102913"/>
                </a:lnTo>
                <a:lnTo>
                  <a:pt x="68039" y="103082"/>
                </a:lnTo>
                <a:lnTo>
                  <a:pt x="66477" y="103202"/>
                </a:lnTo>
                <a:lnTo>
                  <a:pt x="64895" y="103275"/>
                </a:lnTo>
                <a:lnTo>
                  <a:pt x="63294" y="103299"/>
                </a:lnTo>
                <a:lnTo>
                  <a:pt x="62436" y="103310"/>
                </a:lnTo>
                <a:lnTo>
                  <a:pt x="61586" y="103308"/>
                </a:lnTo>
                <a:lnTo>
                  <a:pt x="60743" y="103292"/>
                </a:lnTo>
                <a:lnTo>
                  <a:pt x="59907" y="103263"/>
                </a:lnTo>
                <a:lnTo>
                  <a:pt x="59079" y="103221"/>
                </a:lnTo>
                <a:lnTo>
                  <a:pt x="58257" y="103166"/>
                </a:lnTo>
                <a:lnTo>
                  <a:pt x="57443" y="103097"/>
                </a:lnTo>
                <a:lnTo>
                  <a:pt x="56636" y="103015"/>
                </a:lnTo>
                <a:lnTo>
                  <a:pt x="55836" y="102920"/>
                </a:lnTo>
                <a:lnTo>
                  <a:pt x="55043" y="102812"/>
                </a:lnTo>
                <a:lnTo>
                  <a:pt x="54257" y="102690"/>
                </a:lnTo>
                <a:lnTo>
                  <a:pt x="53478" y="102556"/>
                </a:lnTo>
                <a:lnTo>
                  <a:pt x="52707" y="102408"/>
                </a:lnTo>
                <a:lnTo>
                  <a:pt x="51942" y="102247"/>
                </a:lnTo>
                <a:lnTo>
                  <a:pt x="51185" y="102074"/>
                </a:lnTo>
                <a:lnTo>
                  <a:pt x="50435" y="101887"/>
                </a:lnTo>
                <a:lnTo>
                  <a:pt x="49692" y="101687"/>
                </a:lnTo>
                <a:lnTo>
                  <a:pt x="48956" y="101474"/>
                </a:lnTo>
                <a:lnTo>
                  <a:pt x="48227" y="101249"/>
                </a:lnTo>
                <a:lnTo>
                  <a:pt x="47506" y="101010"/>
                </a:lnTo>
                <a:lnTo>
                  <a:pt x="46792" y="100758"/>
                </a:lnTo>
                <a:lnTo>
                  <a:pt x="46084" y="100494"/>
                </a:lnTo>
                <a:lnTo>
                  <a:pt x="45384" y="100217"/>
                </a:lnTo>
                <a:lnTo>
                  <a:pt x="44691" y="99927"/>
                </a:lnTo>
                <a:lnTo>
                  <a:pt x="44010" y="99632"/>
                </a:lnTo>
                <a:lnTo>
                  <a:pt x="43347" y="99339"/>
                </a:lnTo>
                <a:lnTo>
                  <a:pt x="42700" y="99048"/>
                </a:lnTo>
                <a:lnTo>
                  <a:pt x="42070" y="98760"/>
                </a:lnTo>
                <a:lnTo>
                  <a:pt x="41457" y="98475"/>
                </a:lnTo>
                <a:lnTo>
                  <a:pt x="40861" y="98192"/>
                </a:lnTo>
                <a:lnTo>
                  <a:pt x="40282" y="97911"/>
                </a:lnTo>
                <a:lnTo>
                  <a:pt x="39720" y="97633"/>
                </a:lnTo>
                <a:lnTo>
                  <a:pt x="39176" y="97358"/>
                </a:lnTo>
                <a:lnTo>
                  <a:pt x="38648" y="97085"/>
                </a:lnTo>
                <a:lnTo>
                  <a:pt x="38137" y="96815"/>
                </a:lnTo>
                <a:lnTo>
                  <a:pt x="37644" y="96548"/>
                </a:lnTo>
                <a:lnTo>
                  <a:pt x="37168" y="96283"/>
                </a:lnTo>
                <a:lnTo>
                  <a:pt x="36708" y="96021"/>
                </a:lnTo>
                <a:lnTo>
                  <a:pt x="36266" y="95762"/>
                </a:lnTo>
                <a:lnTo>
                  <a:pt x="35842" y="95505"/>
                </a:lnTo>
                <a:lnTo>
                  <a:pt x="35434" y="95251"/>
                </a:lnTo>
                <a:lnTo>
                  <a:pt x="35043" y="95000"/>
                </a:lnTo>
                <a:lnTo>
                  <a:pt x="34670" y="94752"/>
                </a:lnTo>
                <a:lnTo>
                  <a:pt x="34314" y="94507"/>
                </a:lnTo>
                <a:lnTo>
                  <a:pt x="33975" y="94264"/>
                </a:lnTo>
                <a:lnTo>
                  <a:pt x="33653" y="94025"/>
                </a:lnTo>
                <a:lnTo>
                  <a:pt x="33349" y="93788"/>
                </a:lnTo>
                <a:lnTo>
                  <a:pt x="33061" y="93555"/>
                </a:lnTo>
                <a:lnTo>
                  <a:pt x="32785" y="93322"/>
                </a:lnTo>
                <a:lnTo>
                  <a:pt x="32520" y="93097"/>
                </a:lnTo>
                <a:lnTo>
                  <a:pt x="32267" y="92880"/>
                </a:lnTo>
                <a:lnTo>
                  <a:pt x="32026" y="92669"/>
                </a:lnTo>
                <a:lnTo>
                  <a:pt x="31796" y="92465"/>
                </a:lnTo>
                <a:lnTo>
                  <a:pt x="31578" y="92269"/>
                </a:lnTo>
                <a:lnTo>
                  <a:pt x="31371" y="92080"/>
                </a:lnTo>
                <a:lnTo>
                  <a:pt x="31176" y="91898"/>
                </a:lnTo>
                <a:lnTo>
                  <a:pt x="30993" y="91724"/>
                </a:lnTo>
                <a:lnTo>
                  <a:pt x="30822" y="91556"/>
                </a:lnTo>
                <a:lnTo>
                  <a:pt x="30662" y="91396"/>
                </a:lnTo>
                <a:lnTo>
                  <a:pt x="30515" y="91244"/>
                </a:lnTo>
                <a:lnTo>
                  <a:pt x="30378" y="91098"/>
                </a:lnTo>
                <a:lnTo>
                  <a:pt x="30254" y="90960"/>
                </a:lnTo>
                <a:lnTo>
                  <a:pt x="30142" y="90829"/>
                </a:lnTo>
                <a:lnTo>
                  <a:pt x="30041" y="90706"/>
                </a:lnTo>
                <a:lnTo>
                  <a:pt x="29952" y="90589"/>
                </a:lnTo>
                <a:lnTo>
                  <a:pt x="29875" y="90481"/>
                </a:lnTo>
                <a:lnTo>
                  <a:pt x="29809" y="90379"/>
                </a:lnTo>
                <a:lnTo>
                  <a:pt x="29756" y="90285"/>
                </a:lnTo>
                <a:lnTo>
                  <a:pt x="29714" y="90198"/>
                </a:lnTo>
                <a:lnTo>
                  <a:pt x="29685" y="90119"/>
                </a:lnTo>
                <a:lnTo>
                  <a:pt x="29667" y="90047"/>
                </a:lnTo>
                <a:lnTo>
                  <a:pt x="29661" y="89983"/>
                </a:lnTo>
                <a:lnTo>
                  <a:pt x="29740" y="89897"/>
                </a:lnTo>
                <a:lnTo>
                  <a:pt x="29940" y="89703"/>
                </a:lnTo>
                <a:lnTo>
                  <a:pt x="30262" y="89403"/>
                </a:lnTo>
                <a:lnTo>
                  <a:pt x="30706" y="88994"/>
                </a:lnTo>
                <a:lnTo>
                  <a:pt x="31272" y="88479"/>
                </a:lnTo>
                <a:lnTo>
                  <a:pt x="31959" y="87855"/>
                </a:lnTo>
                <a:lnTo>
                  <a:pt x="32769" y="87124"/>
                </a:lnTo>
                <a:lnTo>
                  <a:pt x="33699" y="86286"/>
                </a:lnTo>
                <a:lnTo>
                  <a:pt x="34752" y="85340"/>
                </a:lnTo>
                <a:lnTo>
                  <a:pt x="35927" y="84286"/>
                </a:lnTo>
                <a:lnTo>
                  <a:pt x="37223" y="83125"/>
                </a:lnTo>
                <a:lnTo>
                  <a:pt x="38641" y="81857"/>
                </a:lnTo>
                <a:lnTo>
                  <a:pt x="40180" y="80480"/>
                </a:lnTo>
                <a:lnTo>
                  <a:pt x="41842" y="78996"/>
                </a:lnTo>
                <a:lnTo>
                  <a:pt x="43625" y="77405"/>
                </a:lnTo>
                <a:lnTo>
                  <a:pt x="45530" y="75706"/>
                </a:lnTo>
                <a:lnTo>
                  <a:pt x="47556" y="73899"/>
                </a:lnTo>
                <a:lnTo>
                  <a:pt x="49704" y="71984"/>
                </a:lnTo>
                <a:lnTo>
                  <a:pt x="51975" y="69962"/>
                </a:lnTo>
                <a:lnTo>
                  <a:pt x="54366" y="67832"/>
                </a:lnTo>
                <a:lnTo>
                  <a:pt x="56880" y="65595"/>
                </a:lnTo>
                <a:lnTo>
                  <a:pt x="59515" y="63250"/>
                </a:lnTo>
                <a:lnTo>
                  <a:pt x="62272" y="60797"/>
                </a:lnTo>
                <a:lnTo>
                  <a:pt x="65151" y="58236"/>
                </a:lnTo>
                <a:lnTo>
                  <a:pt x="68034" y="55676"/>
                </a:lnTo>
                <a:lnTo>
                  <a:pt x="70796" y="53225"/>
                </a:lnTo>
                <a:lnTo>
                  <a:pt x="73438" y="50882"/>
                </a:lnTo>
                <a:lnTo>
                  <a:pt x="75959" y="48649"/>
                </a:lnTo>
                <a:lnTo>
                  <a:pt x="78360" y="46525"/>
                </a:lnTo>
                <a:lnTo>
                  <a:pt x="80640" y="44509"/>
                </a:lnTo>
                <a:lnTo>
                  <a:pt x="82799" y="42603"/>
                </a:lnTo>
                <a:lnTo>
                  <a:pt x="84838" y="40805"/>
                </a:lnTo>
                <a:lnTo>
                  <a:pt x="86756" y="39116"/>
                </a:lnTo>
                <a:lnTo>
                  <a:pt x="88554" y="37537"/>
                </a:lnTo>
                <a:lnTo>
                  <a:pt x="90230" y="36066"/>
                </a:lnTo>
                <a:lnTo>
                  <a:pt x="91786" y="34704"/>
                </a:lnTo>
                <a:lnTo>
                  <a:pt x="93222" y="33452"/>
                </a:lnTo>
                <a:lnTo>
                  <a:pt x="94537" y="32308"/>
                </a:lnTo>
                <a:lnTo>
                  <a:pt x="95730" y="31273"/>
                </a:lnTo>
                <a:lnTo>
                  <a:pt x="96804" y="30347"/>
                </a:lnTo>
                <a:lnTo>
                  <a:pt x="97756" y="29530"/>
                </a:lnTo>
                <a:lnTo>
                  <a:pt x="98588" y="28821"/>
                </a:lnTo>
                <a:lnTo>
                  <a:pt x="99299" y="28222"/>
                </a:lnTo>
                <a:lnTo>
                  <a:pt x="99889" y="27732"/>
                </a:lnTo>
                <a:lnTo>
                  <a:pt x="100358" y="27351"/>
                </a:lnTo>
                <a:lnTo>
                  <a:pt x="100707" y="27078"/>
                </a:lnTo>
                <a:lnTo>
                  <a:pt x="100934" y="26915"/>
                </a:lnTo>
                <a:lnTo>
                  <a:pt x="101023" y="26870"/>
                </a:lnTo>
                <a:lnTo>
                  <a:pt x="101022" y="26871"/>
                </a:lnTo>
                <a:close/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900F3-4623-4D05-92DB-11618909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925" y="3267780"/>
            <a:ext cx="124901" cy="110814"/>
          </a:xfrm>
          <a:custGeom xmlns:a="http://schemas.openxmlformats.org/drawingml/2006/main">
            <a:pathLst>
              <a:path w="124901" h="110814" fill="none">
                <a:moveTo>
                  <a:pt x="106871" y="21974"/>
                </a:moveTo>
                <a:cubicBezTo>
                  <a:pt x="106871" y="22231"/>
                  <a:pt x="107813" y="23746"/>
                  <a:pt x="109671" y="26489"/>
                </a:cubicBezTo>
                <a:cubicBezTo>
                  <a:pt x="111557" y="29232"/>
                  <a:pt x="113386" y="33233"/>
                  <a:pt x="115129" y="38519"/>
                </a:cubicBezTo>
                <a:cubicBezTo>
                  <a:pt x="116872" y="43777"/>
                  <a:pt x="117815" y="49463"/>
                  <a:pt x="117958" y="55607"/>
                </a:cubicBezTo>
                <a:cubicBezTo>
                  <a:pt x="117958" y="69380"/>
                  <a:pt x="113500" y="81410"/>
                  <a:pt x="104613" y="91669"/>
                </a:cubicBezTo>
                <a:cubicBezTo>
                  <a:pt x="95726" y="101927"/>
                  <a:pt x="84753" y="108185"/>
                  <a:pt x="71723" y="110442"/>
                </a:cubicBezTo>
                <a:cubicBezTo>
                  <a:pt x="70237" y="110557"/>
                  <a:pt x="67094" y="110642"/>
                  <a:pt x="62351" y="110642"/>
                </a:cubicBezTo>
                <a:cubicBezTo>
                  <a:pt x="57607" y="110642"/>
                  <a:pt x="54464" y="110557"/>
                  <a:pt x="52949" y="110442"/>
                </a:cubicBezTo>
                <a:cubicBezTo>
                  <a:pt x="41434" y="108071"/>
                  <a:pt x="32433" y="103613"/>
                  <a:pt x="25918" y="97098"/>
                </a:cubicBezTo>
                <a:lnTo>
                  <a:pt x="23289" y="95040"/>
                </a:lnTo>
                <a:lnTo>
                  <a:pt x="14288" y="102927"/>
                </a:lnTo>
                <a:cubicBezTo>
                  <a:pt x="9887" y="106813"/>
                  <a:pt x="7258" y="109071"/>
                  <a:pt x="6372" y="109699"/>
                </a:cubicBezTo>
                <a:cubicBezTo>
                  <a:pt x="5515" y="110328"/>
                  <a:pt x="4629" y="110700"/>
                  <a:pt x="3743" y="110814"/>
                </a:cubicBezTo>
                <a:cubicBezTo>
                  <a:pt x="1257" y="110814"/>
                  <a:pt x="0" y="109557"/>
                  <a:pt x="0" y="107071"/>
                </a:cubicBezTo>
                <a:cubicBezTo>
                  <a:pt x="0" y="106185"/>
                  <a:pt x="371" y="105385"/>
                  <a:pt x="1114" y="104613"/>
                </a:cubicBezTo>
                <a:cubicBezTo>
                  <a:pt x="1886" y="103870"/>
                  <a:pt x="5001" y="101184"/>
                  <a:pt x="10516" y="96555"/>
                </a:cubicBezTo>
                <a:cubicBezTo>
                  <a:pt x="15888" y="91526"/>
                  <a:pt x="18402" y="89040"/>
                  <a:pt x="18031" y="89040"/>
                </a:cubicBezTo>
                <a:cubicBezTo>
                  <a:pt x="18031" y="88925"/>
                  <a:pt x="17345" y="87840"/>
                  <a:pt x="15973" y="85839"/>
                </a:cubicBezTo>
                <a:cubicBezTo>
                  <a:pt x="14573" y="83839"/>
                  <a:pt x="13002" y="80896"/>
                  <a:pt x="11259" y="77010"/>
                </a:cubicBezTo>
                <a:cubicBezTo>
                  <a:pt x="9515" y="73123"/>
                  <a:pt x="8258" y="69123"/>
                  <a:pt x="7515" y="64980"/>
                </a:cubicBezTo>
                <a:cubicBezTo>
                  <a:pt x="7401" y="63494"/>
                  <a:pt x="7315" y="60350"/>
                  <a:pt x="7315" y="55607"/>
                </a:cubicBezTo>
                <a:cubicBezTo>
                  <a:pt x="7315" y="50835"/>
                  <a:pt x="7401" y="47720"/>
                  <a:pt x="7515" y="46206"/>
                </a:cubicBezTo>
                <a:cubicBezTo>
                  <a:pt x="9630" y="34947"/>
                  <a:pt x="14516" y="25289"/>
                  <a:pt x="22146" y="17288"/>
                </a:cubicBezTo>
                <a:cubicBezTo>
                  <a:pt x="33661" y="5772"/>
                  <a:pt x="46949" y="0"/>
                  <a:pt x="61979" y="0"/>
                </a:cubicBezTo>
                <a:cubicBezTo>
                  <a:pt x="65094" y="0"/>
                  <a:pt x="68380" y="371"/>
                  <a:pt x="71723" y="1143"/>
                </a:cubicBezTo>
                <a:cubicBezTo>
                  <a:pt x="82382" y="2372"/>
                  <a:pt x="91469" y="6658"/>
                  <a:pt x="98984" y="13916"/>
                </a:cubicBezTo>
                <a:lnTo>
                  <a:pt x="101413" y="16145"/>
                </a:lnTo>
                <a:lnTo>
                  <a:pt x="110242" y="8658"/>
                </a:lnTo>
                <a:cubicBezTo>
                  <a:pt x="116129" y="3000"/>
                  <a:pt x="119444" y="200"/>
                  <a:pt x="120215" y="200"/>
                </a:cubicBezTo>
                <a:cubicBezTo>
                  <a:pt x="120329" y="200"/>
                  <a:pt x="120444" y="200"/>
                  <a:pt x="120558" y="200"/>
                </a:cubicBezTo>
                <a:cubicBezTo>
                  <a:pt x="120701" y="200"/>
                  <a:pt x="120815" y="114"/>
                  <a:pt x="120958" y="0"/>
                </a:cubicBezTo>
                <a:cubicBezTo>
                  <a:pt x="121815" y="0"/>
                  <a:pt x="122701" y="257"/>
                  <a:pt x="123587" y="743"/>
                </a:cubicBezTo>
                <a:cubicBezTo>
                  <a:pt x="124444" y="1257"/>
                  <a:pt x="124901" y="2200"/>
                  <a:pt x="124901" y="3572"/>
                </a:cubicBezTo>
                <a:cubicBezTo>
                  <a:pt x="124901" y="4572"/>
                  <a:pt x="124330" y="5629"/>
                  <a:pt x="123215" y="6772"/>
                </a:cubicBezTo>
                <a:cubicBezTo>
                  <a:pt x="122072" y="7887"/>
                  <a:pt x="119129" y="10458"/>
                  <a:pt x="114386" y="14459"/>
                </a:cubicBezTo>
                <a:cubicBezTo>
                  <a:pt x="112757" y="15831"/>
                  <a:pt x="111385" y="17088"/>
                  <a:pt x="110242" y="18231"/>
                </a:cubicBezTo>
                <a:cubicBezTo>
                  <a:pt x="109128" y="19345"/>
                  <a:pt x="108242" y="20288"/>
                  <a:pt x="107613" y="21060"/>
                </a:cubicBezTo>
                <a:cubicBezTo>
                  <a:pt x="106985" y="21803"/>
                  <a:pt x="106728" y="22117"/>
                  <a:pt x="106871" y="21974"/>
                </a:cubicBezTo>
                <a:close/>
                <a:moveTo>
                  <a:pt x="95583" y="20660"/>
                </a:moveTo>
                <a:cubicBezTo>
                  <a:pt x="89697" y="15030"/>
                  <a:pt x="82439" y="11144"/>
                  <a:pt x="73809" y="9030"/>
                </a:cubicBezTo>
                <a:cubicBezTo>
                  <a:pt x="71295" y="8144"/>
                  <a:pt x="66723" y="7715"/>
                  <a:pt x="60093" y="7715"/>
                </a:cubicBezTo>
                <a:cubicBezTo>
                  <a:pt x="49463" y="7715"/>
                  <a:pt x="40319" y="11087"/>
                  <a:pt x="32690" y="17859"/>
                </a:cubicBezTo>
                <a:cubicBezTo>
                  <a:pt x="25032" y="24603"/>
                  <a:pt x="19717" y="32261"/>
                  <a:pt x="16716" y="40748"/>
                </a:cubicBezTo>
                <a:cubicBezTo>
                  <a:pt x="15345" y="45520"/>
                  <a:pt x="14630" y="51206"/>
                  <a:pt x="14630" y="57864"/>
                </a:cubicBezTo>
                <a:cubicBezTo>
                  <a:pt x="15030" y="64237"/>
                  <a:pt x="16145" y="69494"/>
                  <a:pt x="18031" y="73638"/>
                </a:cubicBezTo>
                <a:cubicBezTo>
                  <a:pt x="18774" y="75638"/>
                  <a:pt x="19831" y="77838"/>
                  <a:pt x="21231" y="80210"/>
                </a:cubicBezTo>
                <a:cubicBezTo>
                  <a:pt x="22603" y="82582"/>
                  <a:pt x="23603" y="83782"/>
                  <a:pt x="24232" y="83782"/>
                </a:cubicBezTo>
                <a:cubicBezTo>
                  <a:pt x="24489" y="83782"/>
                  <a:pt x="36433" y="73381"/>
                  <a:pt x="60093" y="52607"/>
                </a:cubicBezTo>
                <a:cubicBezTo>
                  <a:pt x="83753" y="31804"/>
                  <a:pt x="95583" y="21174"/>
                  <a:pt x="95583" y="20660"/>
                </a:cubicBezTo>
                <a:close/>
                <a:moveTo>
                  <a:pt x="110242" y="55807"/>
                </a:moveTo>
                <a:cubicBezTo>
                  <a:pt x="110242" y="52264"/>
                  <a:pt x="109928" y="48949"/>
                  <a:pt x="109299" y="45834"/>
                </a:cubicBezTo>
                <a:cubicBezTo>
                  <a:pt x="108671" y="42691"/>
                  <a:pt x="107928" y="40005"/>
                  <a:pt x="107042" y="37748"/>
                </a:cubicBezTo>
                <a:cubicBezTo>
                  <a:pt x="106185" y="35490"/>
                  <a:pt x="105299" y="33633"/>
                  <a:pt x="104413" y="32118"/>
                </a:cubicBezTo>
                <a:cubicBezTo>
                  <a:pt x="103556" y="30632"/>
                  <a:pt x="102727" y="29375"/>
                  <a:pt x="101984" y="28375"/>
                </a:cubicBezTo>
                <a:cubicBezTo>
                  <a:pt x="101241" y="27375"/>
                  <a:pt x="100927" y="26860"/>
                  <a:pt x="101041" y="26860"/>
                </a:cubicBezTo>
                <a:cubicBezTo>
                  <a:pt x="100670" y="26860"/>
                  <a:pt x="88697" y="37319"/>
                  <a:pt x="65151" y="58236"/>
                </a:cubicBezTo>
                <a:cubicBezTo>
                  <a:pt x="41634" y="79153"/>
                  <a:pt x="29804" y="89725"/>
                  <a:pt x="29661" y="89983"/>
                </a:cubicBezTo>
                <a:cubicBezTo>
                  <a:pt x="29661" y="90468"/>
                  <a:pt x="30804" y="91669"/>
                  <a:pt x="33061" y="93555"/>
                </a:cubicBezTo>
                <a:cubicBezTo>
                  <a:pt x="35290" y="95412"/>
                  <a:pt x="39176" y="97555"/>
                  <a:pt x="44691" y="99927"/>
                </a:cubicBezTo>
                <a:cubicBezTo>
                  <a:pt x="50206" y="102299"/>
                  <a:pt x="56407" y="103442"/>
                  <a:pt x="63294" y="103299"/>
                </a:cubicBezTo>
                <a:cubicBezTo>
                  <a:pt x="76181" y="103299"/>
                  <a:pt x="87211" y="98669"/>
                  <a:pt x="96355" y="89411"/>
                </a:cubicBezTo>
                <a:cubicBezTo>
                  <a:pt x="105470" y="80124"/>
                  <a:pt x="110128" y="68923"/>
                  <a:pt x="110242" y="558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1FF77D-42CE-4183-BAC1-29DF65C9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082" y="3717379"/>
            <a:ext cx="799100" cy="12373"/>
          </a:xfrm>
          <a:custGeom xmlns:a="http://schemas.openxmlformats.org/drawingml/2006/main">
            <a:pathLst>
              <a:path w="799100" h="12373">
                <a:moveTo>
                  <a:pt x="0" y="0"/>
                </a:moveTo>
                <a:lnTo>
                  <a:pt x="12287" y="0"/>
                </a:lnTo>
                <a:lnTo>
                  <a:pt x="12287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9406" y="0"/>
                </a:moveTo>
                <a:lnTo>
                  <a:pt x="60008" y="0"/>
                </a:lnTo>
                <a:lnTo>
                  <a:pt x="60008" y="12373"/>
                </a:lnTo>
                <a:lnTo>
                  <a:pt x="49406" y="12373"/>
                </a:lnTo>
                <a:lnTo>
                  <a:pt x="49406" y="0"/>
                </a:lnTo>
                <a:close/>
                <a:moveTo>
                  <a:pt x="97012" y="0"/>
                </a:moveTo>
                <a:lnTo>
                  <a:pt x="111300" y="0"/>
                </a:lnTo>
                <a:lnTo>
                  <a:pt x="111300" y="12373"/>
                </a:lnTo>
                <a:lnTo>
                  <a:pt x="97012" y="12373"/>
                </a:lnTo>
                <a:lnTo>
                  <a:pt x="97012" y="0"/>
                </a:lnTo>
                <a:close/>
                <a:moveTo>
                  <a:pt x="145618" y="0"/>
                </a:moveTo>
                <a:lnTo>
                  <a:pt x="157934" y="0"/>
                </a:lnTo>
                <a:lnTo>
                  <a:pt x="157934" y="12373"/>
                </a:lnTo>
                <a:lnTo>
                  <a:pt x="145618" y="12373"/>
                </a:lnTo>
                <a:lnTo>
                  <a:pt x="145618" y="0"/>
                </a:lnTo>
                <a:close/>
                <a:moveTo>
                  <a:pt x="197968" y="0"/>
                </a:moveTo>
                <a:lnTo>
                  <a:pt x="209483" y="0"/>
                </a:lnTo>
                <a:lnTo>
                  <a:pt x="209483" y="12373"/>
                </a:lnTo>
                <a:lnTo>
                  <a:pt x="197968" y="12373"/>
                </a:lnTo>
                <a:lnTo>
                  <a:pt x="197968" y="0"/>
                </a:lnTo>
                <a:close/>
                <a:moveTo>
                  <a:pt x="244688" y="0"/>
                </a:moveTo>
                <a:lnTo>
                  <a:pt x="257004" y="0"/>
                </a:lnTo>
                <a:lnTo>
                  <a:pt x="257004" y="12373"/>
                </a:lnTo>
                <a:lnTo>
                  <a:pt x="244688" y="12373"/>
                </a:lnTo>
                <a:lnTo>
                  <a:pt x="244688" y="0"/>
                </a:lnTo>
                <a:close/>
                <a:moveTo>
                  <a:pt x="295837" y="0"/>
                </a:moveTo>
                <a:lnTo>
                  <a:pt x="309382" y="0"/>
                </a:lnTo>
                <a:lnTo>
                  <a:pt x="309382" y="12373"/>
                </a:lnTo>
                <a:lnTo>
                  <a:pt x="295837" y="12373"/>
                </a:lnTo>
                <a:lnTo>
                  <a:pt x="295837" y="0"/>
                </a:lnTo>
                <a:close/>
                <a:moveTo>
                  <a:pt x="344472" y="0"/>
                </a:moveTo>
                <a:lnTo>
                  <a:pt x="356387" y="0"/>
                </a:lnTo>
                <a:lnTo>
                  <a:pt x="356387" y="12373"/>
                </a:lnTo>
                <a:lnTo>
                  <a:pt x="344472" y="12373"/>
                </a:lnTo>
                <a:lnTo>
                  <a:pt x="344472" y="0"/>
                </a:lnTo>
                <a:close/>
                <a:moveTo>
                  <a:pt x="393421" y="0"/>
                </a:moveTo>
                <a:lnTo>
                  <a:pt x="406136" y="0"/>
                </a:lnTo>
                <a:lnTo>
                  <a:pt x="406136" y="12373"/>
                </a:lnTo>
                <a:lnTo>
                  <a:pt x="393421" y="12373"/>
                </a:lnTo>
                <a:lnTo>
                  <a:pt x="393421" y="0"/>
                </a:lnTo>
                <a:close/>
                <a:moveTo>
                  <a:pt x="445599" y="0"/>
                </a:moveTo>
                <a:lnTo>
                  <a:pt x="457657" y="0"/>
                </a:lnTo>
                <a:lnTo>
                  <a:pt x="457657" y="12373"/>
                </a:lnTo>
                <a:lnTo>
                  <a:pt x="445599" y="12373"/>
                </a:lnTo>
                <a:lnTo>
                  <a:pt x="445599" y="0"/>
                </a:lnTo>
                <a:close/>
                <a:moveTo>
                  <a:pt x="492919" y="0"/>
                </a:moveTo>
                <a:lnTo>
                  <a:pt x="504977" y="0"/>
                </a:lnTo>
                <a:lnTo>
                  <a:pt x="504977" y="12373"/>
                </a:lnTo>
                <a:lnTo>
                  <a:pt x="492919" y="12373"/>
                </a:lnTo>
                <a:lnTo>
                  <a:pt x="492919" y="0"/>
                </a:lnTo>
                <a:close/>
                <a:moveTo>
                  <a:pt x="541982" y="0"/>
                </a:moveTo>
                <a:lnTo>
                  <a:pt x="554612" y="0"/>
                </a:lnTo>
                <a:lnTo>
                  <a:pt x="554612" y="12373"/>
                </a:lnTo>
                <a:lnTo>
                  <a:pt x="541982" y="12373"/>
                </a:lnTo>
                <a:lnTo>
                  <a:pt x="541982" y="0"/>
                </a:lnTo>
                <a:close/>
                <a:moveTo>
                  <a:pt x="593360" y="0"/>
                </a:moveTo>
                <a:lnTo>
                  <a:pt x="606562" y="0"/>
                </a:lnTo>
                <a:lnTo>
                  <a:pt x="606562" y="12373"/>
                </a:lnTo>
                <a:lnTo>
                  <a:pt x="593360" y="12373"/>
                </a:lnTo>
                <a:lnTo>
                  <a:pt x="593360" y="0"/>
                </a:lnTo>
                <a:close/>
                <a:moveTo>
                  <a:pt x="642309" y="0"/>
                </a:moveTo>
                <a:lnTo>
                  <a:pt x="654225" y="0"/>
                </a:lnTo>
                <a:lnTo>
                  <a:pt x="654225" y="12373"/>
                </a:lnTo>
                <a:lnTo>
                  <a:pt x="642309" y="12373"/>
                </a:lnTo>
                <a:lnTo>
                  <a:pt x="642309" y="0"/>
                </a:lnTo>
                <a:close/>
                <a:moveTo>
                  <a:pt x="690572" y="0"/>
                </a:moveTo>
                <a:lnTo>
                  <a:pt x="702916" y="0"/>
                </a:lnTo>
                <a:lnTo>
                  <a:pt x="702916" y="12373"/>
                </a:lnTo>
                <a:lnTo>
                  <a:pt x="690572" y="12373"/>
                </a:lnTo>
                <a:lnTo>
                  <a:pt x="690572" y="0"/>
                </a:lnTo>
                <a:close/>
                <a:moveTo>
                  <a:pt x="740578" y="0"/>
                </a:moveTo>
                <a:lnTo>
                  <a:pt x="753351" y="0"/>
                </a:lnTo>
                <a:lnTo>
                  <a:pt x="753351" y="12373"/>
                </a:lnTo>
                <a:lnTo>
                  <a:pt x="740578" y="12373"/>
                </a:lnTo>
                <a:lnTo>
                  <a:pt x="740578" y="0"/>
                </a:lnTo>
                <a:close/>
                <a:moveTo>
                  <a:pt x="792328" y="0"/>
                </a:moveTo>
                <a:lnTo>
                  <a:pt x="799100" y="0"/>
                </a:lnTo>
                <a:lnTo>
                  <a:pt x="799100" y="12373"/>
                </a:lnTo>
                <a:lnTo>
                  <a:pt x="792328" y="12373"/>
                </a:lnTo>
                <a:lnTo>
                  <a:pt x="792328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60D1A-01F0-4012-8773-DF3A2190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925" y="3654857"/>
            <a:ext cx="124901" cy="110814"/>
          </a:xfrm>
          <a:custGeom xmlns:a="http://schemas.openxmlformats.org/drawingml/2006/main">
            <a:pathLst>
              <a:path w="124901" h="110814">
                <a:moveTo>
                  <a:pt x="106855" y="21990"/>
                </a:moveTo>
                <a:lnTo>
                  <a:pt x="106843" y="22000"/>
                </a:lnTo>
                <a:lnTo>
                  <a:pt x="106836" y="22006"/>
                </a:lnTo>
                <a:lnTo>
                  <a:pt x="106832" y="22008"/>
                </a:lnTo>
                <a:lnTo>
                  <a:pt x="106833" y="22004"/>
                </a:lnTo>
                <a:lnTo>
                  <a:pt x="106838" y="21996"/>
                </a:lnTo>
                <a:lnTo>
                  <a:pt x="106847" y="21983"/>
                </a:lnTo>
                <a:lnTo>
                  <a:pt x="106860" y="21965"/>
                </a:lnTo>
                <a:lnTo>
                  <a:pt x="106877" y="21942"/>
                </a:lnTo>
                <a:lnTo>
                  <a:pt x="106898" y="21915"/>
                </a:lnTo>
                <a:lnTo>
                  <a:pt x="106923" y="21882"/>
                </a:lnTo>
                <a:lnTo>
                  <a:pt x="106953" y="21846"/>
                </a:lnTo>
                <a:lnTo>
                  <a:pt x="106986" y="21804"/>
                </a:lnTo>
                <a:lnTo>
                  <a:pt x="107023" y="21757"/>
                </a:lnTo>
                <a:lnTo>
                  <a:pt x="107064" y="21706"/>
                </a:lnTo>
                <a:lnTo>
                  <a:pt x="107110" y="21650"/>
                </a:lnTo>
                <a:lnTo>
                  <a:pt x="107159" y="21590"/>
                </a:lnTo>
                <a:lnTo>
                  <a:pt x="107212" y="21524"/>
                </a:lnTo>
                <a:lnTo>
                  <a:pt x="107269" y="21454"/>
                </a:lnTo>
                <a:lnTo>
                  <a:pt x="107330" y="21379"/>
                </a:lnTo>
                <a:lnTo>
                  <a:pt x="107395" y="21299"/>
                </a:lnTo>
                <a:lnTo>
                  <a:pt x="107464" y="21215"/>
                </a:lnTo>
                <a:lnTo>
                  <a:pt x="107537" y="21125"/>
                </a:lnTo>
                <a:lnTo>
                  <a:pt x="107613" y="21031"/>
                </a:lnTo>
                <a:lnTo>
                  <a:pt x="107693" y="20937"/>
                </a:lnTo>
                <a:lnTo>
                  <a:pt x="107776" y="20841"/>
                </a:lnTo>
                <a:lnTo>
                  <a:pt x="107861" y="20743"/>
                </a:lnTo>
                <a:lnTo>
                  <a:pt x="107949" y="20643"/>
                </a:lnTo>
                <a:lnTo>
                  <a:pt x="108040" y="20541"/>
                </a:lnTo>
                <a:lnTo>
                  <a:pt x="108133" y="20437"/>
                </a:lnTo>
                <a:lnTo>
                  <a:pt x="108228" y="20331"/>
                </a:lnTo>
                <a:lnTo>
                  <a:pt x="108327" y="20223"/>
                </a:lnTo>
                <a:lnTo>
                  <a:pt x="108428" y="20113"/>
                </a:lnTo>
                <a:lnTo>
                  <a:pt x="108531" y="20000"/>
                </a:lnTo>
                <a:lnTo>
                  <a:pt x="108637" y="19886"/>
                </a:lnTo>
                <a:lnTo>
                  <a:pt x="108746" y="19770"/>
                </a:lnTo>
                <a:lnTo>
                  <a:pt x="108857" y="19652"/>
                </a:lnTo>
                <a:lnTo>
                  <a:pt x="108970" y="19533"/>
                </a:lnTo>
                <a:lnTo>
                  <a:pt x="109087" y="19411"/>
                </a:lnTo>
                <a:lnTo>
                  <a:pt x="109205" y="19287"/>
                </a:lnTo>
                <a:lnTo>
                  <a:pt x="109326" y="19162"/>
                </a:lnTo>
                <a:lnTo>
                  <a:pt x="109450" y="19034"/>
                </a:lnTo>
                <a:lnTo>
                  <a:pt x="109576" y="18905"/>
                </a:lnTo>
                <a:lnTo>
                  <a:pt x="109704" y="18774"/>
                </a:lnTo>
                <a:lnTo>
                  <a:pt x="109835" y="18641"/>
                </a:lnTo>
                <a:lnTo>
                  <a:pt x="109969" y="18506"/>
                </a:lnTo>
                <a:lnTo>
                  <a:pt x="110104" y="18369"/>
                </a:lnTo>
                <a:lnTo>
                  <a:pt x="110242" y="18231"/>
                </a:lnTo>
                <a:lnTo>
                  <a:pt x="110386" y="18088"/>
                </a:lnTo>
                <a:lnTo>
                  <a:pt x="110533" y="17943"/>
                </a:lnTo>
                <a:lnTo>
                  <a:pt x="110682" y="17798"/>
                </a:lnTo>
                <a:lnTo>
                  <a:pt x="110833" y="17652"/>
                </a:lnTo>
                <a:lnTo>
                  <a:pt x="110987" y="17505"/>
                </a:lnTo>
                <a:lnTo>
                  <a:pt x="111143" y="17356"/>
                </a:lnTo>
                <a:lnTo>
                  <a:pt x="111302" y="17207"/>
                </a:lnTo>
                <a:lnTo>
                  <a:pt x="111463" y="17056"/>
                </a:lnTo>
                <a:lnTo>
                  <a:pt x="111626" y="16904"/>
                </a:lnTo>
                <a:lnTo>
                  <a:pt x="111792" y="16751"/>
                </a:lnTo>
                <a:lnTo>
                  <a:pt x="111961" y="16597"/>
                </a:lnTo>
                <a:lnTo>
                  <a:pt x="112132" y="16441"/>
                </a:lnTo>
                <a:lnTo>
                  <a:pt x="112305" y="16284"/>
                </a:lnTo>
                <a:lnTo>
                  <a:pt x="112482" y="16126"/>
                </a:lnTo>
                <a:lnTo>
                  <a:pt x="112660" y="15966"/>
                </a:lnTo>
                <a:lnTo>
                  <a:pt x="112842" y="15805"/>
                </a:lnTo>
                <a:lnTo>
                  <a:pt x="113025" y="15642"/>
                </a:lnTo>
                <a:lnTo>
                  <a:pt x="113212" y="15478"/>
                </a:lnTo>
                <a:lnTo>
                  <a:pt x="113401" y="15313"/>
                </a:lnTo>
                <a:lnTo>
                  <a:pt x="113593" y="15145"/>
                </a:lnTo>
                <a:lnTo>
                  <a:pt x="113787" y="14976"/>
                </a:lnTo>
                <a:lnTo>
                  <a:pt x="113984" y="14805"/>
                </a:lnTo>
                <a:lnTo>
                  <a:pt x="114183" y="14633"/>
                </a:lnTo>
                <a:lnTo>
                  <a:pt x="114386" y="14459"/>
                </a:lnTo>
                <a:lnTo>
                  <a:pt x="114969" y="13966"/>
                </a:lnTo>
                <a:lnTo>
                  <a:pt x="115534" y="13489"/>
                </a:lnTo>
                <a:lnTo>
                  <a:pt x="116080" y="13026"/>
                </a:lnTo>
                <a:lnTo>
                  <a:pt x="116607" y="12578"/>
                </a:lnTo>
                <a:lnTo>
                  <a:pt x="117116" y="12145"/>
                </a:lnTo>
                <a:lnTo>
                  <a:pt x="117606" y="11727"/>
                </a:lnTo>
                <a:lnTo>
                  <a:pt x="118077" y="11324"/>
                </a:lnTo>
                <a:lnTo>
                  <a:pt x="118529" y="10936"/>
                </a:lnTo>
                <a:lnTo>
                  <a:pt x="118963" y="10563"/>
                </a:lnTo>
                <a:lnTo>
                  <a:pt x="119377" y="10205"/>
                </a:lnTo>
                <a:lnTo>
                  <a:pt x="119773" y="9861"/>
                </a:lnTo>
                <a:lnTo>
                  <a:pt x="120151" y="9533"/>
                </a:lnTo>
                <a:lnTo>
                  <a:pt x="120509" y="9220"/>
                </a:lnTo>
                <a:lnTo>
                  <a:pt x="120849" y="8922"/>
                </a:lnTo>
                <a:lnTo>
                  <a:pt x="121170" y="8639"/>
                </a:lnTo>
                <a:lnTo>
                  <a:pt x="121472" y="8371"/>
                </a:lnTo>
                <a:lnTo>
                  <a:pt x="121756" y="8119"/>
                </a:lnTo>
                <a:lnTo>
                  <a:pt x="122021" y="7881"/>
                </a:lnTo>
                <a:lnTo>
                  <a:pt x="122267" y="7658"/>
                </a:lnTo>
                <a:lnTo>
                  <a:pt x="122494" y="7451"/>
                </a:lnTo>
                <a:lnTo>
                  <a:pt x="122702" y="7258"/>
                </a:lnTo>
                <a:lnTo>
                  <a:pt x="122892" y="7081"/>
                </a:lnTo>
                <a:lnTo>
                  <a:pt x="123063" y="6919"/>
                </a:lnTo>
                <a:lnTo>
                  <a:pt x="123215" y="6772"/>
                </a:lnTo>
                <a:lnTo>
                  <a:pt x="123352" y="6633"/>
                </a:lnTo>
                <a:lnTo>
                  <a:pt x="123483" y="6494"/>
                </a:lnTo>
                <a:lnTo>
                  <a:pt x="123608" y="6356"/>
                </a:lnTo>
                <a:lnTo>
                  <a:pt x="123727" y="6218"/>
                </a:lnTo>
                <a:lnTo>
                  <a:pt x="123841" y="6080"/>
                </a:lnTo>
                <a:lnTo>
                  <a:pt x="123949" y="5943"/>
                </a:lnTo>
                <a:lnTo>
                  <a:pt x="124051" y="5806"/>
                </a:lnTo>
                <a:lnTo>
                  <a:pt x="124148" y="5669"/>
                </a:lnTo>
                <a:lnTo>
                  <a:pt x="124239" y="5534"/>
                </a:lnTo>
                <a:lnTo>
                  <a:pt x="124324" y="5398"/>
                </a:lnTo>
                <a:lnTo>
                  <a:pt x="124403" y="5263"/>
                </a:lnTo>
                <a:lnTo>
                  <a:pt x="124476" y="5129"/>
                </a:lnTo>
                <a:lnTo>
                  <a:pt x="124544" y="4996"/>
                </a:lnTo>
                <a:lnTo>
                  <a:pt x="124606" y="4863"/>
                </a:lnTo>
                <a:lnTo>
                  <a:pt x="124662" y="4730"/>
                </a:lnTo>
                <a:lnTo>
                  <a:pt x="124712" y="4598"/>
                </a:lnTo>
                <a:lnTo>
                  <a:pt x="124756" y="4467"/>
                </a:lnTo>
                <a:lnTo>
                  <a:pt x="124795" y="4337"/>
                </a:lnTo>
                <a:lnTo>
                  <a:pt x="124827" y="4208"/>
                </a:lnTo>
                <a:lnTo>
                  <a:pt x="124854" y="4079"/>
                </a:lnTo>
                <a:lnTo>
                  <a:pt x="124875" y="3951"/>
                </a:lnTo>
                <a:lnTo>
                  <a:pt x="124889" y="3824"/>
                </a:lnTo>
                <a:lnTo>
                  <a:pt x="124898" y="3697"/>
                </a:lnTo>
                <a:lnTo>
                  <a:pt x="124901" y="3572"/>
                </a:lnTo>
                <a:lnTo>
                  <a:pt x="124899" y="3403"/>
                </a:lnTo>
                <a:lnTo>
                  <a:pt x="124892" y="3238"/>
                </a:lnTo>
                <a:lnTo>
                  <a:pt x="124880" y="3078"/>
                </a:lnTo>
                <a:lnTo>
                  <a:pt x="124863" y="2922"/>
                </a:lnTo>
                <a:lnTo>
                  <a:pt x="124842" y="2770"/>
                </a:lnTo>
                <a:lnTo>
                  <a:pt x="124816" y="2624"/>
                </a:lnTo>
                <a:lnTo>
                  <a:pt x="124786" y="2481"/>
                </a:lnTo>
                <a:lnTo>
                  <a:pt x="124751" y="2343"/>
                </a:lnTo>
                <a:lnTo>
                  <a:pt x="124711" y="2210"/>
                </a:lnTo>
                <a:lnTo>
                  <a:pt x="124667" y="2081"/>
                </a:lnTo>
                <a:lnTo>
                  <a:pt x="124619" y="1956"/>
                </a:lnTo>
                <a:lnTo>
                  <a:pt x="124566" y="1836"/>
                </a:lnTo>
                <a:lnTo>
                  <a:pt x="124508" y="1720"/>
                </a:lnTo>
                <a:lnTo>
                  <a:pt x="124446" y="1609"/>
                </a:lnTo>
                <a:lnTo>
                  <a:pt x="124379" y="1502"/>
                </a:lnTo>
                <a:lnTo>
                  <a:pt x="124309" y="1400"/>
                </a:lnTo>
                <a:lnTo>
                  <a:pt x="124233" y="1302"/>
                </a:lnTo>
                <a:lnTo>
                  <a:pt x="124154" y="1209"/>
                </a:lnTo>
                <a:lnTo>
                  <a:pt x="124070" y="1120"/>
                </a:lnTo>
                <a:lnTo>
                  <a:pt x="123982" y="1036"/>
                </a:lnTo>
                <a:lnTo>
                  <a:pt x="123889" y="956"/>
                </a:lnTo>
                <a:lnTo>
                  <a:pt x="123793" y="880"/>
                </a:lnTo>
                <a:lnTo>
                  <a:pt x="123692" y="809"/>
                </a:lnTo>
                <a:lnTo>
                  <a:pt x="123587" y="743"/>
                </a:lnTo>
                <a:lnTo>
                  <a:pt x="123476" y="683"/>
                </a:lnTo>
                <a:lnTo>
                  <a:pt x="123365" y="626"/>
                </a:lnTo>
                <a:lnTo>
                  <a:pt x="123255" y="572"/>
                </a:lnTo>
                <a:lnTo>
                  <a:pt x="123144" y="519"/>
                </a:lnTo>
                <a:lnTo>
                  <a:pt x="123033" y="469"/>
                </a:lnTo>
                <a:lnTo>
                  <a:pt x="122923" y="422"/>
                </a:lnTo>
                <a:lnTo>
                  <a:pt x="122812" y="377"/>
                </a:lnTo>
                <a:lnTo>
                  <a:pt x="122702" y="334"/>
                </a:lnTo>
                <a:lnTo>
                  <a:pt x="122592" y="294"/>
                </a:lnTo>
                <a:lnTo>
                  <a:pt x="122482" y="257"/>
                </a:lnTo>
                <a:lnTo>
                  <a:pt x="122372" y="222"/>
                </a:lnTo>
                <a:lnTo>
                  <a:pt x="122262" y="189"/>
                </a:lnTo>
                <a:lnTo>
                  <a:pt x="122152" y="159"/>
                </a:lnTo>
                <a:lnTo>
                  <a:pt x="122042" y="132"/>
                </a:lnTo>
                <a:lnTo>
                  <a:pt x="121933" y="107"/>
                </a:lnTo>
                <a:lnTo>
                  <a:pt x="121824" y="85"/>
                </a:lnTo>
                <a:lnTo>
                  <a:pt x="121715" y="65"/>
                </a:lnTo>
                <a:lnTo>
                  <a:pt x="121606" y="48"/>
                </a:lnTo>
                <a:lnTo>
                  <a:pt x="121497" y="33"/>
                </a:lnTo>
                <a:lnTo>
                  <a:pt x="121389" y="21"/>
                </a:lnTo>
                <a:lnTo>
                  <a:pt x="121281" y="12"/>
                </a:lnTo>
                <a:lnTo>
                  <a:pt x="121173" y="5"/>
                </a:lnTo>
                <a:lnTo>
                  <a:pt x="121065" y="1"/>
                </a:lnTo>
                <a:lnTo>
                  <a:pt x="120958" y="0"/>
                </a:lnTo>
                <a:lnTo>
                  <a:pt x="120940" y="17"/>
                </a:lnTo>
                <a:lnTo>
                  <a:pt x="120923" y="34"/>
                </a:lnTo>
                <a:lnTo>
                  <a:pt x="120906" y="50"/>
                </a:lnTo>
                <a:lnTo>
                  <a:pt x="120889" y="64"/>
                </a:lnTo>
                <a:lnTo>
                  <a:pt x="120872" y="78"/>
                </a:lnTo>
                <a:lnTo>
                  <a:pt x="120855" y="92"/>
                </a:lnTo>
                <a:lnTo>
                  <a:pt x="120839" y="104"/>
                </a:lnTo>
                <a:lnTo>
                  <a:pt x="120823" y="115"/>
                </a:lnTo>
                <a:lnTo>
                  <a:pt x="120806" y="126"/>
                </a:lnTo>
                <a:lnTo>
                  <a:pt x="120790" y="136"/>
                </a:lnTo>
                <a:lnTo>
                  <a:pt x="120774" y="145"/>
                </a:lnTo>
                <a:lnTo>
                  <a:pt x="120758" y="154"/>
                </a:lnTo>
                <a:lnTo>
                  <a:pt x="120742" y="161"/>
                </a:lnTo>
                <a:lnTo>
                  <a:pt x="120726" y="168"/>
                </a:lnTo>
                <a:lnTo>
                  <a:pt x="120710" y="174"/>
                </a:lnTo>
                <a:lnTo>
                  <a:pt x="120693" y="180"/>
                </a:lnTo>
                <a:lnTo>
                  <a:pt x="120677" y="185"/>
                </a:lnTo>
                <a:lnTo>
                  <a:pt x="120661" y="189"/>
                </a:lnTo>
                <a:lnTo>
                  <a:pt x="120644" y="192"/>
                </a:lnTo>
                <a:lnTo>
                  <a:pt x="120627" y="195"/>
                </a:lnTo>
                <a:lnTo>
                  <a:pt x="120610" y="197"/>
                </a:lnTo>
                <a:lnTo>
                  <a:pt x="120593" y="199"/>
                </a:lnTo>
                <a:lnTo>
                  <a:pt x="120576" y="200"/>
                </a:lnTo>
                <a:lnTo>
                  <a:pt x="120558" y="200"/>
                </a:lnTo>
                <a:lnTo>
                  <a:pt x="120544" y="200"/>
                </a:lnTo>
                <a:lnTo>
                  <a:pt x="120529" y="200"/>
                </a:lnTo>
                <a:lnTo>
                  <a:pt x="120515" y="200"/>
                </a:lnTo>
                <a:lnTo>
                  <a:pt x="120501" y="200"/>
                </a:lnTo>
                <a:lnTo>
                  <a:pt x="120486" y="200"/>
                </a:lnTo>
                <a:lnTo>
                  <a:pt x="120472" y="200"/>
                </a:lnTo>
                <a:lnTo>
                  <a:pt x="120458" y="200"/>
                </a:lnTo>
                <a:lnTo>
                  <a:pt x="120444" y="200"/>
                </a:lnTo>
                <a:lnTo>
                  <a:pt x="120429" y="200"/>
                </a:lnTo>
                <a:lnTo>
                  <a:pt x="120415" y="200"/>
                </a:lnTo>
                <a:lnTo>
                  <a:pt x="120401" y="200"/>
                </a:lnTo>
                <a:lnTo>
                  <a:pt x="120386" y="200"/>
                </a:lnTo>
                <a:lnTo>
                  <a:pt x="120372" y="200"/>
                </a:lnTo>
                <a:lnTo>
                  <a:pt x="120358" y="200"/>
                </a:lnTo>
                <a:lnTo>
                  <a:pt x="120344" y="200"/>
                </a:lnTo>
                <a:lnTo>
                  <a:pt x="120329" y="200"/>
                </a:lnTo>
                <a:lnTo>
                  <a:pt x="120315" y="200"/>
                </a:lnTo>
                <a:lnTo>
                  <a:pt x="120301" y="200"/>
                </a:lnTo>
                <a:lnTo>
                  <a:pt x="120286" y="200"/>
                </a:lnTo>
                <a:lnTo>
                  <a:pt x="120272" y="200"/>
                </a:lnTo>
                <a:lnTo>
                  <a:pt x="120258" y="200"/>
                </a:lnTo>
                <a:lnTo>
                  <a:pt x="120244" y="200"/>
                </a:lnTo>
                <a:lnTo>
                  <a:pt x="120229" y="200"/>
                </a:lnTo>
                <a:lnTo>
                  <a:pt x="120215" y="200"/>
                </a:lnTo>
                <a:lnTo>
                  <a:pt x="120105" y="215"/>
                </a:lnTo>
                <a:lnTo>
                  <a:pt x="119969" y="258"/>
                </a:lnTo>
                <a:lnTo>
                  <a:pt x="119806" y="331"/>
                </a:lnTo>
                <a:lnTo>
                  <a:pt x="119617" y="434"/>
                </a:lnTo>
                <a:lnTo>
                  <a:pt x="119401" y="565"/>
                </a:lnTo>
                <a:lnTo>
                  <a:pt x="119159" y="726"/>
                </a:lnTo>
                <a:lnTo>
                  <a:pt x="118890" y="916"/>
                </a:lnTo>
                <a:lnTo>
                  <a:pt x="118595" y="1136"/>
                </a:lnTo>
                <a:lnTo>
                  <a:pt x="118273" y="1384"/>
                </a:lnTo>
                <a:lnTo>
                  <a:pt x="117924" y="1663"/>
                </a:lnTo>
                <a:lnTo>
                  <a:pt x="117549" y="1970"/>
                </a:lnTo>
                <a:lnTo>
                  <a:pt x="117147" y="2307"/>
                </a:lnTo>
                <a:lnTo>
                  <a:pt x="116718" y="2674"/>
                </a:lnTo>
                <a:lnTo>
                  <a:pt x="116263" y="3070"/>
                </a:lnTo>
                <a:lnTo>
                  <a:pt x="115781" y="3496"/>
                </a:lnTo>
                <a:lnTo>
                  <a:pt x="115273" y="3951"/>
                </a:lnTo>
                <a:lnTo>
                  <a:pt x="114737" y="4435"/>
                </a:lnTo>
                <a:lnTo>
                  <a:pt x="114175" y="4950"/>
                </a:lnTo>
                <a:lnTo>
                  <a:pt x="113587" y="5494"/>
                </a:lnTo>
                <a:lnTo>
                  <a:pt x="112971" y="6067"/>
                </a:lnTo>
                <a:lnTo>
                  <a:pt x="112329" y="6670"/>
                </a:lnTo>
                <a:lnTo>
                  <a:pt x="111660" y="7303"/>
                </a:lnTo>
                <a:lnTo>
                  <a:pt x="110965" y="7966"/>
                </a:lnTo>
                <a:lnTo>
                  <a:pt x="110242" y="8658"/>
                </a:lnTo>
                <a:lnTo>
                  <a:pt x="101413" y="16173"/>
                </a:lnTo>
                <a:lnTo>
                  <a:pt x="98984" y="13916"/>
                </a:lnTo>
                <a:lnTo>
                  <a:pt x="98036" y="13021"/>
                </a:lnTo>
                <a:lnTo>
                  <a:pt x="97072" y="12157"/>
                </a:lnTo>
                <a:lnTo>
                  <a:pt x="96092" y="11326"/>
                </a:lnTo>
                <a:lnTo>
                  <a:pt x="95095" y="10525"/>
                </a:lnTo>
                <a:lnTo>
                  <a:pt x="94082" y="9756"/>
                </a:lnTo>
                <a:lnTo>
                  <a:pt x="93053" y="9019"/>
                </a:lnTo>
                <a:lnTo>
                  <a:pt x="92007" y="8313"/>
                </a:lnTo>
                <a:lnTo>
                  <a:pt x="90945" y="7639"/>
                </a:lnTo>
                <a:lnTo>
                  <a:pt x="89866" y="6996"/>
                </a:lnTo>
                <a:lnTo>
                  <a:pt x="88771" y="6385"/>
                </a:lnTo>
                <a:lnTo>
                  <a:pt x="87660" y="5806"/>
                </a:lnTo>
                <a:lnTo>
                  <a:pt x="86532" y="5258"/>
                </a:lnTo>
                <a:lnTo>
                  <a:pt x="85388" y="4741"/>
                </a:lnTo>
                <a:lnTo>
                  <a:pt x="84228" y="4256"/>
                </a:lnTo>
                <a:lnTo>
                  <a:pt x="83051" y="3803"/>
                </a:lnTo>
                <a:lnTo>
                  <a:pt x="81858" y="3381"/>
                </a:lnTo>
                <a:lnTo>
                  <a:pt x="80648" y="2991"/>
                </a:lnTo>
                <a:lnTo>
                  <a:pt x="79422" y="2632"/>
                </a:lnTo>
                <a:lnTo>
                  <a:pt x="78180" y="2305"/>
                </a:lnTo>
                <a:lnTo>
                  <a:pt x="76922" y="2010"/>
                </a:lnTo>
                <a:lnTo>
                  <a:pt x="75647" y="1746"/>
                </a:lnTo>
                <a:lnTo>
                  <a:pt x="74355" y="1513"/>
                </a:lnTo>
                <a:lnTo>
                  <a:pt x="73047" y="1312"/>
                </a:lnTo>
                <a:lnTo>
                  <a:pt x="71723" y="1143"/>
                </a:lnTo>
                <a:lnTo>
                  <a:pt x="71306" y="1049"/>
                </a:lnTo>
                <a:lnTo>
                  <a:pt x="70889" y="958"/>
                </a:lnTo>
                <a:lnTo>
                  <a:pt x="70472" y="872"/>
                </a:lnTo>
                <a:lnTo>
                  <a:pt x="70057" y="790"/>
                </a:lnTo>
                <a:lnTo>
                  <a:pt x="69642" y="713"/>
                </a:lnTo>
                <a:lnTo>
                  <a:pt x="69228" y="639"/>
                </a:lnTo>
                <a:lnTo>
                  <a:pt x="68815" y="569"/>
                </a:lnTo>
                <a:lnTo>
                  <a:pt x="68403" y="504"/>
                </a:lnTo>
                <a:lnTo>
                  <a:pt x="67992" y="442"/>
                </a:lnTo>
                <a:lnTo>
                  <a:pt x="67582" y="385"/>
                </a:lnTo>
                <a:lnTo>
                  <a:pt x="67173" y="332"/>
                </a:lnTo>
                <a:lnTo>
                  <a:pt x="66765" y="282"/>
                </a:lnTo>
                <a:lnTo>
                  <a:pt x="66359" y="237"/>
                </a:lnTo>
                <a:lnTo>
                  <a:pt x="65954" y="196"/>
                </a:lnTo>
                <a:lnTo>
                  <a:pt x="65549" y="158"/>
                </a:lnTo>
                <a:lnTo>
                  <a:pt x="65147" y="125"/>
                </a:lnTo>
                <a:lnTo>
                  <a:pt x="64745" y="96"/>
                </a:lnTo>
                <a:lnTo>
                  <a:pt x="64346" y="70"/>
                </a:lnTo>
                <a:lnTo>
                  <a:pt x="63947" y="49"/>
                </a:lnTo>
                <a:lnTo>
                  <a:pt x="63550" y="31"/>
                </a:lnTo>
                <a:lnTo>
                  <a:pt x="63155" y="17"/>
                </a:lnTo>
                <a:lnTo>
                  <a:pt x="62761" y="8"/>
                </a:lnTo>
                <a:lnTo>
                  <a:pt x="62369" y="2"/>
                </a:lnTo>
                <a:lnTo>
                  <a:pt x="61979" y="0"/>
                </a:lnTo>
                <a:lnTo>
                  <a:pt x="60109" y="30"/>
                </a:lnTo>
                <a:lnTo>
                  <a:pt x="58258" y="120"/>
                </a:lnTo>
                <a:lnTo>
                  <a:pt x="56425" y="271"/>
                </a:lnTo>
                <a:lnTo>
                  <a:pt x="54609" y="481"/>
                </a:lnTo>
                <a:lnTo>
                  <a:pt x="52812" y="751"/>
                </a:lnTo>
                <a:lnTo>
                  <a:pt x="51034" y="1082"/>
                </a:lnTo>
                <a:lnTo>
                  <a:pt x="49273" y="1472"/>
                </a:lnTo>
                <a:lnTo>
                  <a:pt x="47531" y="1923"/>
                </a:lnTo>
                <a:lnTo>
                  <a:pt x="45807" y="2434"/>
                </a:lnTo>
                <a:lnTo>
                  <a:pt x="44101" y="3004"/>
                </a:lnTo>
                <a:lnTo>
                  <a:pt x="42414" y="3635"/>
                </a:lnTo>
                <a:lnTo>
                  <a:pt x="40744" y="4326"/>
                </a:lnTo>
                <a:lnTo>
                  <a:pt x="39094" y="5076"/>
                </a:lnTo>
                <a:lnTo>
                  <a:pt x="37461" y="5887"/>
                </a:lnTo>
                <a:lnTo>
                  <a:pt x="35847" y="6757"/>
                </a:lnTo>
                <a:lnTo>
                  <a:pt x="34251" y="7688"/>
                </a:lnTo>
                <a:lnTo>
                  <a:pt x="32673" y="8678"/>
                </a:lnTo>
                <a:lnTo>
                  <a:pt x="31114" y="9728"/>
                </a:lnTo>
                <a:lnTo>
                  <a:pt x="29573" y="10839"/>
                </a:lnTo>
                <a:lnTo>
                  <a:pt x="28051" y="12009"/>
                </a:lnTo>
                <a:lnTo>
                  <a:pt x="26547" y="13239"/>
                </a:lnTo>
                <a:lnTo>
                  <a:pt x="25061" y="14529"/>
                </a:lnTo>
                <a:lnTo>
                  <a:pt x="23594" y="15878"/>
                </a:lnTo>
                <a:lnTo>
                  <a:pt x="22146" y="17288"/>
                </a:lnTo>
                <a:lnTo>
                  <a:pt x="21206" y="18297"/>
                </a:lnTo>
                <a:lnTo>
                  <a:pt x="20295" y="19323"/>
                </a:lnTo>
                <a:lnTo>
                  <a:pt x="19413" y="20366"/>
                </a:lnTo>
                <a:lnTo>
                  <a:pt x="18560" y="21426"/>
                </a:lnTo>
                <a:lnTo>
                  <a:pt x="17735" y="22504"/>
                </a:lnTo>
                <a:lnTo>
                  <a:pt x="16938" y="23598"/>
                </a:lnTo>
                <a:lnTo>
                  <a:pt x="16171" y="24710"/>
                </a:lnTo>
                <a:lnTo>
                  <a:pt x="15432" y="25839"/>
                </a:lnTo>
                <a:lnTo>
                  <a:pt x="14721" y="26985"/>
                </a:lnTo>
                <a:lnTo>
                  <a:pt x="14040" y="28148"/>
                </a:lnTo>
                <a:lnTo>
                  <a:pt x="13387" y="29328"/>
                </a:lnTo>
                <a:lnTo>
                  <a:pt x="12762" y="30525"/>
                </a:lnTo>
                <a:lnTo>
                  <a:pt x="12167" y="31739"/>
                </a:lnTo>
                <a:lnTo>
                  <a:pt x="11600" y="32970"/>
                </a:lnTo>
                <a:lnTo>
                  <a:pt x="11062" y="34218"/>
                </a:lnTo>
                <a:lnTo>
                  <a:pt x="10553" y="35483"/>
                </a:lnTo>
                <a:lnTo>
                  <a:pt x="10072" y="36764"/>
                </a:lnTo>
                <a:lnTo>
                  <a:pt x="9620" y="38063"/>
                </a:lnTo>
                <a:lnTo>
                  <a:pt x="9197" y="39378"/>
                </a:lnTo>
                <a:lnTo>
                  <a:pt x="8803" y="40710"/>
                </a:lnTo>
                <a:lnTo>
                  <a:pt x="8438" y="42059"/>
                </a:lnTo>
                <a:lnTo>
                  <a:pt x="8102" y="43425"/>
                </a:lnTo>
                <a:lnTo>
                  <a:pt x="7794" y="44807"/>
                </a:lnTo>
                <a:lnTo>
                  <a:pt x="7515" y="46206"/>
                </a:lnTo>
                <a:lnTo>
                  <a:pt x="7501" y="46403"/>
                </a:lnTo>
                <a:lnTo>
                  <a:pt x="7487" y="46618"/>
                </a:lnTo>
                <a:lnTo>
                  <a:pt x="7474" y="46849"/>
                </a:lnTo>
                <a:lnTo>
                  <a:pt x="7461" y="47097"/>
                </a:lnTo>
                <a:lnTo>
                  <a:pt x="7448" y="47361"/>
                </a:lnTo>
                <a:lnTo>
                  <a:pt x="7436" y="47643"/>
                </a:lnTo>
                <a:lnTo>
                  <a:pt x="7424" y="47941"/>
                </a:lnTo>
                <a:lnTo>
                  <a:pt x="7413" y="48256"/>
                </a:lnTo>
                <a:lnTo>
                  <a:pt x="7402" y="48588"/>
                </a:lnTo>
                <a:lnTo>
                  <a:pt x="7391" y="48936"/>
                </a:lnTo>
                <a:lnTo>
                  <a:pt x="7382" y="49302"/>
                </a:lnTo>
                <a:lnTo>
                  <a:pt x="7372" y="49685"/>
                </a:lnTo>
                <a:lnTo>
                  <a:pt x="7364" y="50084"/>
                </a:lnTo>
                <a:lnTo>
                  <a:pt x="7356" y="50501"/>
                </a:lnTo>
                <a:lnTo>
                  <a:pt x="7348" y="50935"/>
                </a:lnTo>
                <a:lnTo>
                  <a:pt x="7342" y="51385"/>
                </a:lnTo>
                <a:lnTo>
                  <a:pt x="7336" y="51853"/>
                </a:lnTo>
                <a:lnTo>
                  <a:pt x="7330" y="52338"/>
                </a:lnTo>
                <a:lnTo>
                  <a:pt x="7326" y="52840"/>
                </a:lnTo>
                <a:lnTo>
                  <a:pt x="7322" y="53359"/>
                </a:lnTo>
                <a:lnTo>
                  <a:pt x="7319" y="53895"/>
                </a:lnTo>
                <a:lnTo>
                  <a:pt x="7317" y="54448"/>
                </a:lnTo>
                <a:lnTo>
                  <a:pt x="7316" y="55019"/>
                </a:lnTo>
                <a:lnTo>
                  <a:pt x="7315" y="55607"/>
                </a:lnTo>
                <a:lnTo>
                  <a:pt x="7316" y="56192"/>
                </a:lnTo>
                <a:lnTo>
                  <a:pt x="7317" y="56759"/>
                </a:lnTo>
                <a:lnTo>
                  <a:pt x="7319" y="57311"/>
                </a:lnTo>
                <a:lnTo>
                  <a:pt x="7322" y="57845"/>
                </a:lnTo>
                <a:lnTo>
                  <a:pt x="7326" y="58363"/>
                </a:lnTo>
                <a:lnTo>
                  <a:pt x="7330" y="58864"/>
                </a:lnTo>
                <a:lnTo>
                  <a:pt x="7336" y="59348"/>
                </a:lnTo>
                <a:lnTo>
                  <a:pt x="7342" y="59816"/>
                </a:lnTo>
                <a:lnTo>
                  <a:pt x="7348" y="60267"/>
                </a:lnTo>
                <a:lnTo>
                  <a:pt x="7356" y="60701"/>
                </a:lnTo>
                <a:lnTo>
                  <a:pt x="7364" y="61118"/>
                </a:lnTo>
                <a:lnTo>
                  <a:pt x="7372" y="61518"/>
                </a:lnTo>
                <a:lnTo>
                  <a:pt x="7382" y="61902"/>
                </a:lnTo>
                <a:lnTo>
                  <a:pt x="7391" y="62269"/>
                </a:lnTo>
                <a:lnTo>
                  <a:pt x="7402" y="62619"/>
                </a:lnTo>
                <a:lnTo>
                  <a:pt x="7413" y="62952"/>
                </a:lnTo>
                <a:lnTo>
                  <a:pt x="7424" y="63268"/>
                </a:lnTo>
                <a:lnTo>
                  <a:pt x="7436" y="63567"/>
                </a:lnTo>
                <a:lnTo>
                  <a:pt x="7448" y="63850"/>
                </a:lnTo>
                <a:lnTo>
                  <a:pt x="7461" y="64115"/>
                </a:lnTo>
                <a:lnTo>
                  <a:pt x="7474" y="64364"/>
                </a:lnTo>
                <a:lnTo>
                  <a:pt x="7487" y="64596"/>
                </a:lnTo>
                <a:lnTo>
                  <a:pt x="7501" y="64810"/>
                </a:lnTo>
                <a:lnTo>
                  <a:pt x="7515" y="65008"/>
                </a:lnTo>
                <a:lnTo>
                  <a:pt x="7611" y="65522"/>
                </a:lnTo>
                <a:lnTo>
                  <a:pt x="7712" y="66034"/>
                </a:lnTo>
                <a:lnTo>
                  <a:pt x="7818" y="66546"/>
                </a:lnTo>
                <a:lnTo>
                  <a:pt x="7929" y="67056"/>
                </a:lnTo>
                <a:lnTo>
                  <a:pt x="8046" y="67565"/>
                </a:lnTo>
                <a:lnTo>
                  <a:pt x="8168" y="68073"/>
                </a:lnTo>
                <a:lnTo>
                  <a:pt x="8296" y="68579"/>
                </a:lnTo>
                <a:lnTo>
                  <a:pt x="8429" y="69085"/>
                </a:lnTo>
                <a:lnTo>
                  <a:pt x="8567" y="69589"/>
                </a:lnTo>
                <a:lnTo>
                  <a:pt x="8710" y="70092"/>
                </a:lnTo>
                <a:lnTo>
                  <a:pt x="8858" y="70594"/>
                </a:lnTo>
                <a:lnTo>
                  <a:pt x="9012" y="71095"/>
                </a:lnTo>
                <a:lnTo>
                  <a:pt x="9171" y="71594"/>
                </a:lnTo>
                <a:lnTo>
                  <a:pt x="9335" y="72092"/>
                </a:lnTo>
                <a:lnTo>
                  <a:pt x="9504" y="72589"/>
                </a:lnTo>
                <a:lnTo>
                  <a:pt x="9678" y="73085"/>
                </a:lnTo>
                <a:lnTo>
                  <a:pt x="9858" y="73580"/>
                </a:lnTo>
                <a:lnTo>
                  <a:pt x="10043" y="74074"/>
                </a:lnTo>
                <a:lnTo>
                  <a:pt x="10233" y="74566"/>
                </a:lnTo>
                <a:lnTo>
                  <a:pt x="10428" y="75057"/>
                </a:lnTo>
                <a:lnTo>
                  <a:pt x="10628" y="75547"/>
                </a:lnTo>
                <a:lnTo>
                  <a:pt x="10833" y="76036"/>
                </a:lnTo>
                <a:lnTo>
                  <a:pt x="11043" y="76523"/>
                </a:lnTo>
                <a:lnTo>
                  <a:pt x="11259" y="77010"/>
                </a:lnTo>
                <a:lnTo>
                  <a:pt x="11476" y="77490"/>
                </a:lnTo>
                <a:lnTo>
                  <a:pt x="11691" y="77962"/>
                </a:lnTo>
                <a:lnTo>
                  <a:pt x="11904" y="78423"/>
                </a:lnTo>
                <a:lnTo>
                  <a:pt x="12116" y="78874"/>
                </a:lnTo>
                <a:lnTo>
                  <a:pt x="12326" y="79316"/>
                </a:lnTo>
                <a:lnTo>
                  <a:pt x="12534" y="79747"/>
                </a:lnTo>
                <a:lnTo>
                  <a:pt x="12740" y="80169"/>
                </a:lnTo>
                <a:lnTo>
                  <a:pt x="12944" y="80581"/>
                </a:lnTo>
                <a:lnTo>
                  <a:pt x="13147" y="80984"/>
                </a:lnTo>
                <a:lnTo>
                  <a:pt x="13348" y="81376"/>
                </a:lnTo>
                <a:lnTo>
                  <a:pt x="13547" y="81759"/>
                </a:lnTo>
                <a:lnTo>
                  <a:pt x="13745" y="82132"/>
                </a:lnTo>
                <a:lnTo>
                  <a:pt x="13940" y="82495"/>
                </a:lnTo>
                <a:lnTo>
                  <a:pt x="14134" y="82848"/>
                </a:lnTo>
                <a:lnTo>
                  <a:pt x="14326" y="83191"/>
                </a:lnTo>
                <a:lnTo>
                  <a:pt x="14516" y="83525"/>
                </a:lnTo>
                <a:lnTo>
                  <a:pt x="14705" y="83848"/>
                </a:lnTo>
                <a:lnTo>
                  <a:pt x="14891" y="84162"/>
                </a:lnTo>
                <a:lnTo>
                  <a:pt x="15076" y="84466"/>
                </a:lnTo>
                <a:lnTo>
                  <a:pt x="15259" y="84761"/>
                </a:lnTo>
                <a:lnTo>
                  <a:pt x="15440" y="85045"/>
                </a:lnTo>
                <a:lnTo>
                  <a:pt x="15620" y="85320"/>
                </a:lnTo>
                <a:lnTo>
                  <a:pt x="15798" y="85584"/>
                </a:lnTo>
                <a:lnTo>
                  <a:pt x="15973" y="85839"/>
                </a:lnTo>
                <a:lnTo>
                  <a:pt x="16141" y="86084"/>
                </a:lnTo>
                <a:lnTo>
                  <a:pt x="16302" y="86320"/>
                </a:lnTo>
                <a:lnTo>
                  <a:pt x="16456" y="86545"/>
                </a:lnTo>
                <a:lnTo>
                  <a:pt x="16602" y="86761"/>
                </a:lnTo>
                <a:lnTo>
                  <a:pt x="16741" y="86967"/>
                </a:lnTo>
                <a:lnTo>
                  <a:pt x="16874" y="87163"/>
                </a:lnTo>
                <a:lnTo>
                  <a:pt x="16999" y="87350"/>
                </a:lnTo>
                <a:lnTo>
                  <a:pt x="17116" y="87526"/>
                </a:lnTo>
                <a:lnTo>
                  <a:pt x="17227" y="87693"/>
                </a:lnTo>
                <a:lnTo>
                  <a:pt x="17331" y="87851"/>
                </a:lnTo>
                <a:lnTo>
                  <a:pt x="17427" y="87998"/>
                </a:lnTo>
                <a:lnTo>
                  <a:pt x="17516" y="88136"/>
                </a:lnTo>
                <a:lnTo>
                  <a:pt x="17599" y="88264"/>
                </a:lnTo>
                <a:lnTo>
                  <a:pt x="17674" y="88383"/>
                </a:lnTo>
                <a:lnTo>
                  <a:pt x="17742" y="88492"/>
                </a:lnTo>
                <a:lnTo>
                  <a:pt x="17802" y="88591"/>
                </a:lnTo>
                <a:lnTo>
                  <a:pt x="17856" y="88681"/>
                </a:lnTo>
                <a:lnTo>
                  <a:pt x="17902" y="88761"/>
                </a:lnTo>
                <a:lnTo>
                  <a:pt x="17942" y="88831"/>
                </a:lnTo>
                <a:lnTo>
                  <a:pt x="17974" y="88892"/>
                </a:lnTo>
                <a:lnTo>
                  <a:pt x="17999" y="88943"/>
                </a:lnTo>
                <a:lnTo>
                  <a:pt x="18017" y="88985"/>
                </a:lnTo>
                <a:lnTo>
                  <a:pt x="18027" y="89017"/>
                </a:lnTo>
                <a:lnTo>
                  <a:pt x="18031" y="89040"/>
                </a:lnTo>
                <a:lnTo>
                  <a:pt x="18062" y="89053"/>
                </a:lnTo>
                <a:lnTo>
                  <a:pt x="18064" y="89092"/>
                </a:lnTo>
                <a:lnTo>
                  <a:pt x="18035" y="89156"/>
                </a:lnTo>
                <a:lnTo>
                  <a:pt x="17976" y="89247"/>
                </a:lnTo>
                <a:lnTo>
                  <a:pt x="17887" y="89364"/>
                </a:lnTo>
                <a:lnTo>
                  <a:pt x="17769" y="89506"/>
                </a:lnTo>
                <a:lnTo>
                  <a:pt x="17620" y="89675"/>
                </a:lnTo>
                <a:lnTo>
                  <a:pt x="17441" y="89869"/>
                </a:lnTo>
                <a:lnTo>
                  <a:pt x="17233" y="90090"/>
                </a:lnTo>
                <a:lnTo>
                  <a:pt x="16994" y="90337"/>
                </a:lnTo>
                <a:lnTo>
                  <a:pt x="16726" y="90609"/>
                </a:lnTo>
                <a:lnTo>
                  <a:pt x="16427" y="90908"/>
                </a:lnTo>
                <a:lnTo>
                  <a:pt x="16099" y="91232"/>
                </a:lnTo>
                <a:lnTo>
                  <a:pt x="15740" y="91583"/>
                </a:lnTo>
                <a:lnTo>
                  <a:pt x="15352" y="91960"/>
                </a:lnTo>
                <a:lnTo>
                  <a:pt x="14934" y="92363"/>
                </a:lnTo>
                <a:lnTo>
                  <a:pt x="14486" y="92792"/>
                </a:lnTo>
                <a:lnTo>
                  <a:pt x="14008" y="93247"/>
                </a:lnTo>
                <a:lnTo>
                  <a:pt x="13501" y="93728"/>
                </a:lnTo>
                <a:lnTo>
                  <a:pt x="12963" y="94235"/>
                </a:lnTo>
                <a:lnTo>
                  <a:pt x="12396" y="94769"/>
                </a:lnTo>
                <a:lnTo>
                  <a:pt x="11799" y="95329"/>
                </a:lnTo>
                <a:lnTo>
                  <a:pt x="11172" y="95914"/>
                </a:lnTo>
                <a:lnTo>
                  <a:pt x="10516" y="96526"/>
                </a:lnTo>
                <a:lnTo>
                  <a:pt x="9839" y="97098"/>
                </a:lnTo>
                <a:lnTo>
                  <a:pt x="9187" y="97650"/>
                </a:lnTo>
                <a:lnTo>
                  <a:pt x="8560" y="98181"/>
                </a:lnTo>
                <a:lnTo>
                  <a:pt x="7958" y="98691"/>
                </a:lnTo>
                <a:lnTo>
                  <a:pt x="7381" y="99181"/>
                </a:lnTo>
                <a:lnTo>
                  <a:pt x="6829" y="99650"/>
                </a:lnTo>
                <a:lnTo>
                  <a:pt x="6301" y="100099"/>
                </a:lnTo>
                <a:lnTo>
                  <a:pt x="5799" y="100528"/>
                </a:lnTo>
                <a:lnTo>
                  <a:pt x="5321" y="100936"/>
                </a:lnTo>
                <a:lnTo>
                  <a:pt x="4868" y="101324"/>
                </a:lnTo>
                <a:lnTo>
                  <a:pt x="4440" y="101691"/>
                </a:lnTo>
                <a:lnTo>
                  <a:pt x="4036" y="102038"/>
                </a:lnTo>
                <a:lnTo>
                  <a:pt x="3657" y="102364"/>
                </a:lnTo>
                <a:lnTo>
                  <a:pt x="3303" y="102670"/>
                </a:lnTo>
                <a:lnTo>
                  <a:pt x="2974" y="102956"/>
                </a:lnTo>
                <a:lnTo>
                  <a:pt x="2669" y="103221"/>
                </a:lnTo>
                <a:lnTo>
                  <a:pt x="2389" y="103466"/>
                </a:lnTo>
                <a:lnTo>
                  <a:pt x="2133" y="103691"/>
                </a:lnTo>
                <a:lnTo>
                  <a:pt x="1902" y="103895"/>
                </a:lnTo>
                <a:lnTo>
                  <a:pt x="1696" y="104080"/>
                </a:lnTo>
                <a:lnTo>
                  <a:pt x="1514" y="104243"/>
                </a:lnTo>
                <a:lnTo>
                  <a:pt x="1356" y="104387"/>
                </a:lnTo>
                <a:lnTo>
                  <a:pt x="1223" y="104510"/>
                </a:lnTo>
                <a:lnTo>
                  <a:pt x="1114" y="104613"/>
                </a:lnTo>
                <a:lnTo>
                  <a:pt x="1023" y="104706"/>
                </a:lnTo>
                <a:lnTo>
                  <a:pt x="936" y="104801"/>
                </a:lnTo>
                <a:lnTo>
                  <a:pt x="853" y="104896"/>
                </a:lnTo>
                <a:lnTo>
                  <a:pt x="774" y="104992"/>
                </a:lnTo>
                <a:lnTo>
                  <a:pt x="698" y="105088"/>
                </a:lnTo>
                <a:lnTo>
                  <a:pt x="627" y="105186"/>
                </a:lnTo>
                <a:lnTo>
                  <a:pt x="559" y="105284"/>
                </a:lnTo>
                <a:lnTo>
                  <a:pt x="495" y="105384"/>
                </a:lnTo>
                <a:lnTo>
                  <a:pt x="435" y="105484"/>
                </a:lnTo>
                <a:lnTo>
                  <a:pt x="379" y="105584"/>
                </a:lnTo>
                <a:lnTo>
                  <a:pt x="327" y="105686"/>
                </a:lnTo>
                <a:lnTo>
                  <a:pt x="279" y="105788"/>
                </a:lnTo>
                <a:lnTo>
                  <a:pt x="234" y="105891"/>
                </a:lnTo>
                <a:lnTo>
                  <a:pt x="193" y="105995"/>
                </a:lnTo>
                <a:lnTo>
                  <a:pt x="157" y="106100"/>
                </a:lnTo>
                <a:lnTo>
                  <a:pt x="124" y="106205"/>
                </a:lnTo>
                <a:lnTo>
                  <a:pt x="95" y="106311"/>
                </a:lnTo>
                <a:lnTo>
                  <a:pt x="70" y="106417"/>
                </a:lnTo>
                <a:lnTo>
                  <a:pt x="48" y="106525"/>
                </a:lnTo>
                <a:lnTo>
                  <a:pt x="31" y="106633"/>
                </a:lnTo>
                <a:lnTo>
                  <a:pt x="17" y="106741"/>
                </a:lnTo>
                <a:lnTo>
                  <a:pt x="8" y="106850"/>
                </a:lnTo>
                <a:lnTo>
                  <a:pt x="2" y="106960"/>
                </a:lnTo>
                <a:lnTo>
                  <a:pt x="0" y="107071"/>
                </a:lnTo>
                <a:lnTo>
                  <a:pt x="7" y="107375"/>
                </a:lnTo>
                <a:lnTo>
                  <a:pt x="26" y="107666"/>
                </a:lnTo>
                <a:lnTo>
                  <a:pt x="59" y="107945"/>
                </a:lnTo>
                <a:lnTo>
                  <a:pt x="105" y="108211"/>
                </a:lnTo>
                <a:lnTo>
                  <a:pt x="163" y="108464"/>
                </a:lnTo>
                <a:lnTo>
                  <a:pt x="235" y="108704"/>
                </a:lnTo>
                <a:lnTo>
                  <a:pt x="320" y="108932"/>
                </a:lnTo>
                <a:lnTo>
                  <a:pt x="418" y="109146"/>
                </a:lnTo>
                <a:lnTo>
                  <a:pt x="529" y="109347"/>
                </a:lnTo>
                <a:lnTo>
                  <a:pt x="653" y="109536"/>
                </a:lnTo>
                <a:lnTo>
                  <a:pt x="790" y="109712"/>
                </a:lnTo>
                <a:lnTo>
                  <a:pt x="939" y="109874"/>
                </a:lnTo>
                <a:lnTo>
                  <a:pt x="1102" y="110024"/>
                </a:lnTo>
                <a:lnTo>
                  <a:pt x="1278" y="110161"/>
                </a:lnTo>
                <a:lnTo>
                  <a:pt x="1466" y="110285"/>
                </a:lnTo>
                <a:lnTo>
                  <a:pt x="1668" y="110396"/>
                </a:lnTo>
                <a:lnTo>
                  <a:pt x="1882" y="110494"/>
                </a:lnTo>
                <a:lnTo>
                  <a:pt x="2110" y="110579"/>
                </a:lnTo>
                <a:lnTo>
                  <a:pt x="2350" y="110650"/>
                </a:lnTo>
                <a:lnTo>
                  <a:pt x="2603" y="110709"/>
                </a:lnTo>
                <a:lnTo>
                  <a:pt x="2869" y="110755"/>
                </a:lnTo>
                <a:lnTo>
                  <a:pt x="3147" y="110788"/>
                </a:lnTo>
                <a:lnTo>
                  <a:pt x="3439" y="110807"/>
                </a:lnTo>
                <a:lnTo>
                  <a:pt x="3743" y="110814"/>
                </a:lnTo>
                <a:lnTo>
                  <a:pt x="3854" y="110798"/>
                </a:lnTo>
                <a:lnTo>
                  <a:pt x="3965" y="110779"/>
                </a:lnTo>
                <a:lnTo>
                  <a:pt x="4075" y="110758"/>
                </a:lnTo>
                <a:lnTo>
                  <a:pt x="4186" y="110733"/>
                </a:lnTo>
                <a:lnTo>
                  <a:pt x="4297" y="110706"/>
                </a:lnTo>
                <a:lnTo>
                  <a:pt x="4407" y="110676"/>
                </a:lnTo>
                <a:lnTo>
                  <a:pt x="4518" y="110643"/>
                </a:lnTo>
                <a:lnTo>
                  <a:pt x="4628" y="110607"/>
                </a:lnTo>
                <a:lnTo>
                  <a:pt x="4738" y="110569"/>
                </a:lnTo>
                <a:lnTo>
                  <a:pt x="4849" y="110528"/>
                </a:lnTo>
                <a:lnTo>
                  <a:pt x="4959" y="110485"/>
                </a:lnTo>
                <a:lnTo>
                  <a:pt x="5068" y="110439"/>
                </a:lnTo>
                <a:lnTo>
                  <a:pt x="5178" y="110390"/>
                </a:lnTo>
                <a:lnTo>
                  <a:pt x="5288" y="110339"/>
                </a:lnTo>
                <a:lnTo>
                  <a:pt x="5397" y="110286"/>
                </a:lnTo>
                <a:lnTo>
                  <a:pt x="5507" y="110230"/>
                </a:lnTo>
                <a:lnTo>
                  <a:pt x="5616" y="110171"/>
                </a:lnTo>
                <a:lnTo>
                  <a:pt x="5724" y="110111"/>
                </a:lnTo>
                <a:lnTo>
                  <a:pt x="5833" y="110048"/>
                </a:lnTo>
                <a:lnTo>
                  <a:pt x="5941" y="109982"/>
                </a:lnTo>
                <a:lnTo>
                  <a:pt x="6049" y="109915"/>
                </a:lnTo>
                <a:lnTo>
                  <a:pt x="6157" y="109845"/>
                </a:lnTo>
                <a:lnTo>
                  <a:pt x="6265" y="109773"/>
                </a:lnTo>
                <a:lnTo>
                  <a:pt x="6372" y="109699"/>
                </a:lnTo>
                <a:lnTo>
                  <a:pt x="6492" y="109612"/>
                </a:lnTo>
                <a:lnTo>
                  <a:pt x="6630" y="109508"/>
                </a:lnTo>
                <a:lnTo>
                  <a:pt x="6786" y="109387"/>
                </a:lnTo>
                <a:lnTo>
                  <a:pt x="6961" y="109249"/>
                </a:lnTo>
                <a:lnTo>
                  <a:pt x="7153" y="109094"/>
                </a:lnTo>
                <a:lnTo>
                  <a:pt x="7364" y="108923"/>
                </a:lnTo>
                <a:lnTo>
                  <a:pt x="7593" y="108734"/>
                </a:lnTo>
                <a:lnTo>
                  <a:pt x="7840" y="108528"/>
                </a:lnTo>
                <a:lnTo>
                  <a:pt x="8106" y="108305"/>
                </a:lnTo>
                <a:lnTo>
                  <a:pt x="8389" y="108065"/>
                </a:lnTo>
                <a:lnTo>
                  <a:pt x="8691" y="107809"/>
                </a:lnTo>
                <a:lnTo>
                  <a:pt x="9012" y="107535"/>
                </a:lnTo>
                <a:lnTo>
                  <a:pt x="9351" y="107244"/>
                </a:lnTo>
                <a:lnTo>
                  <a:pt x="9707" y="106937"/>
                </a:lnTo>
                <a:lnTo>
                  <a:pt x="10083" y="106612"/>
                </a:lnTo>
                <a:lnTo>
                  <a:pt x="10476" y="106270"/>
                </a:lnTo>
                <a:lnTo>
                  <a:pt x="10888" y="105912"/>
                </a:lnTo>
                <a:lnTo>
                  <a:pt x="11319" y="105536"/>
                </a:lnTo>
                <a:lnTo>
                  <a:pt x="11768" y="105144"/>
                </a:lnTo>
                <a:lnTo>
                  <a:pt x="12235" y="104735"/>
                </a:lnTo>
                <a:lnTo>
                  <a:pt x="12720" y="104308"/>
                </a:lnTo>
                <a:lnTo>
                  <a:pt x="13224" y="103865"/>
                </a:lnTo>
                <a:lnTo>
                  <a:pt x="13747" y="103404"/>
                </a:lnTo>
                <a:lnTo>
                  <a:pt x="14288" y="102927"/>
                </a:lnTo>
                <a:lnTo>
                  <a:pt x="23289" y="95040"/>
                </a:lnTo>
                <a:lnTo>
                  <a:pt x="25918" y="97098"/>
                </a:lnTo>
                <a:lnTo>
                  <a:pt x="26745" y="97902"/>
                </a:lnTo>
                <a:lnTo>
                  <a:pt x="27598" y="98684"/>
                </a:lnTo>
                <a:lnTo>
                  <a:pt x="28477" y="99445"/>
                </a:lnTo>
                <a:lnTo>
                  <a:pt x="29382" y="100184"/>
                </a:lnTo>
                <a:lnTo>
                  <a:pt x="30313" y="100902"/>
                </a:lnTo>
                <a:lnTo>
                  <a:pt x="31270" y="101598"/>
                </a:lnTo>
                <a:lnTo>
                  <a:pt x="32253" y="102273"/>
                </a:lnTo>
                <a:lnTo>
                  <a:pt x="33262" y="102926"/>
                </a:lnTo>
                <a:lnTo>
                  <a:pt x="34297" y="103558"/>
                </a:lnTo>
                <a:lnTo>
                  <a:pt x="35358" y="104168"/>
                </a:lnTo>
                <a:lnTo>
                  <a:pt x="36445" y="104757"/>
                </a:lnTo>
                <a:lnTo>
                  <a:pt x="37558" y="105324"/>
                </a:lnTo>
                <a:lnTo>
                  <a:pt x="38697" y="105869"/>
                </a:lnTo>
                <a:lnTo>
                  <a:pt x="39862" y="106393"/>
                </a:lnTo>
                <a:lnTo>
                  <a:pt x="41054" y="106896"/>
                </a:lnTo>
                <a:lnTo>
                  <a:pt x="42271" y="107376"/>
                </a:lnTo>
                <a:lnTo>
                  <a:pt x="43514" y="107835"/>
                </a:lnTo>
                <a:lnTo>
                  <a:pt x="44784" y="108273"/>
                </a:lnTo>
                <a:lnTo>
                  <a:pt x="46079" y="108689"/>
                </a:lnTo>
                <a:lnTo>
                  <a:pt x="47401" y="109083"/>
                </a:lnTo>
                <a:lnTo>
                  <a:pt x="48749" y="109455"/>
                </a:lnTo>
                <a:lnTo>
                  <a:pt x="50123" y="109806"/>
                </a:lnTo>
                <a:lnTo>
                  <a:pt x="51523" y="110135"/>
                </a:lnTo>
                <a:lnTo>
                  <a:pt x="52949" y="110442"/>
                </a:lnTo>
                <a:lnTo>
                  <a:pt x="53147" y="110456"/>
                </a:lnTo>
                <a:lnTo>
                  <a:pt x="53362" y="110470"/>
                </a:lnTo>
                <a:lnTo>
                  <a:pt x="53594" y="110483"/>
                </a:lnTo>
                <a:lnTo>
                  <a:pt x="53842" y="110495"/>
                </a:lnTo>
                <a:lnTo>
                  <a:pt x="54108" y="110506"/>
                </a:lnTo>
                <a:lnTo>
                  <a:pt x="54390" y="110517"/>
                </a:lnTo>
                <a:lnTo>
                  <a:pt x="54690" y="110528"/>
                </a:lnTo>
                <a:lnTo>
                  <a:pt x="55006" y="110538"/>
                </a:lnTo>
                <a:lnTo>
                  <a:pt x="55339" y="110547"/>
                </a:lnTo>
                <a:lnTo>
                  <a:pt x="55689" y="110555"/>
                </a:lnTo>
                <a:lnTo>
                  <a:pt x="56056" y="110564"/>
                </a:lnTo>
                <a:lnTo>
                  <a:pt x="56439" y="110571"/>
                </a:lnTo>
                <a:lnTo>
                  <a:pt x="56840" y="110578"/>
                </a:lnTo>
                <a:lnTo>
                  <a:pt x="57257" y="110584"/>
                </a:lnTo>
                <a:lnTo>
                  <a:pt x="57691" y="110590"/>
                </a:lnTo>
                <a:lnTo>
                  <a:pt x="58142" y="110595"/>
                </a:lnTo>
                <a:lnTo>
                  <a:pt x="58609" y="110599"/>
                </a:lnTo>
                <a:lnTo>
                  <a:pt x="59094" y="110603"/>
                </a:lnTo>
                <a:lnTo>
                  <a:pt x="59595" y="110606"/>
                </a:lnTo>
                <a:lnTo>
                  <a:pt x="60112" y="110609"/>
                </a:lnTo>
                <a:lnTo>
                  <a:pt x="60647" y="110611"/>
                </a:lnTo>
                <a:lnTo>
                  <a:pt x="61198" y="110613"/>
                </a:lnTo>
                <a:lnTo>
                  <a:pt x="61766" y="110614"/>
                </a:lnTo>
                <a:lnTo>
                  <a:pt x="62351" y="110614"/>
                </a:lnTo>
                <a:lnTo>
                  <a:pt x="62935" y="110614"/>
                </a:lnTo>
                <a:lnTo>
                  <a:pt x="63503" y="110613"/>
                </a:lnTo>
                <a:lnTo>
                  <a:pt x="64054" y="110611"/>
                </a:lnTo>
                <a:lnTo>
                  <a:pt x="64589" y="110609"/>
                </a:lnTo>
                <a:lnTo>
                  <a:pt x="65106" y="110606"/>
                </a:lnTo>
                <a:lnTo>
                  <a:pt x="65607" y="110603"/>
                </a:lnTo>
                <a:lnTo>
                  <a:pt x="66091" y="110599"/>
                </a:lnTo>
                <a:lnTo>
                  <a:pt x="66559" y="110595"/>
                </a:lnTo>
                <a:lnTo>
                  <a:pt x="67009" y="110590"/>
                </a:lnTo>
                <a:lnTo>
                  <a:pt x="67442" y="110584"/>
                </a:lnTo>
                <a:lnTo>
                  <a:pt x="67859" y="110578"/>
                </a:lnTo>
                <a:lnTo>
                  <a:pt x="68259" y="110571"/>
                </a:lnTo>
                <a:lnTo>
                  <a:pt x="68641" y="110564"/>
                </a:lnTo>
                <a:lnTo>
                  <a:pt x="69007" y="110555"/>
                </a:lnTo>
                <a:lnTo>
                  <a:pt x="69355" y="110547"/>
                </a:lnTo>
                <a:lnTo>
                  <a:pt x="69687" y="110538"/>
                </a:lnTo>
                <a:lnTo>
                  <a:pt x="70002" y="110528"/>
                </a:lnTo>
                <a:lnTo>
                  <a:pt x="70299" y="110517"/>
                </a:lnTo>
                <a:lnTo>
                  <a:pt x="70579" y="110506"/>
                </a:lnTo>
                <a:lnTo>
                  <a:pt x="70842" y="110495"/>
                </a:lnTo>
                <a:lnTo>
                  <a:pt x="71088" y="110483"/>
                </a:lnTo>
                <a:lnTo>
                  <a:pt x="71317" y="110470"/>
                </a:lnTo>
                <a:lnTo>
                  <a:pt x="71529" y="110456"/>
                </a:lnTo>
                <a:lnTo>
                  <a:pt x="71723" y="110442"/>
                </a:lnTo>
                <a:lnTo>
                  <a:pt x="73341" y="110139"/>
                </a:lnTo>
                <a:lnTo>
                  <a:pt x="74938" y="109795"/>
                </a:lnTo>
                <a:lnTo>
                  <a:pt x="76513" y="109408"/>
                </a:lnTo>
                <a:lnTo>
                  <a:pt x="78067" y="108980"/>
                </a:lnTo>
                <a:lnTo>
                  <a:pt x="79599" y="108511"/>
                </a:lnTo>
                <a:lnTo>
                  <a:pt x="81110" y="107999"/>
                </a:lnTo>
                <a:lnTo>
                  <a:pt x="82599" y="107446"/>
                </a:lnTo>
                <a:lnTo>
                  <a:pt x="84067" y="106851"/>
                </a:lnTo>
                <a:lnTo>
                  <a:pt x="85513" y="106215"/>
                </a:lnTo>
                <a:lnTo>
                  <a:pt x="86937" y="105537"/>
                </a:lnTo>
                <a:lnTo>
                  <a:pt x="88340" y="104817"/>
                </a:lnTo>
                <a:lnTo>
                  <a:pt x="89722" y="104056"/>
                </a:lnTo>
                <a:lnTo>
                  <a:pt x="91082" y="103253"/>
                </a:lnTo>
                <a:lnTo>
                  <a:pt x="92420" y="102408"/>
                </a:lnTo>
                <a:lnTo>
                  <a:pt x="93737" y="101522"/>
                </a:lnTo>
                <a:lnTo>
                  <a:pt x="95032" y="100594"/>
                </a:lnTo>
                <a:lnTo>
                  <a:pt x="96305" y="99624"/>
                </a:lnTo>
                <a:lnTo>
                  <a:pt x="97557" y="98612"/>
                </a:lnTo>
                <a:lnTo>
                  <a:pt x="98787" y="97559"/>
                </a:lnTo>
                <a:lnTo>
                  <a:pt x="99996" y="96464"/>
                </a:lnTo>
                <a:lnTo>
                  <a:pt x="101183" y="95328"/>
                </a:lnTo>
                <a:lnTo>
                  <a:pt x="102348" y="94150"/>
                </a:lnTo>
                <a:lnTo>
                  <a:pt x="103491" y="92930"/>
                </a:lnTo>
                <a:lnTo>
                  <a:pt x="104613" y="91669"/>
                </a:lnTo>
                <a:lnTo>
                  <a:pt x="105701" y="90374"/>
                </a:lnTo>
                <a:lnTo>
                  <a:pt x="106742" y="89061"/>
                </a:lnTo>
                <a:lnTo>
                  <a:pt x="107738" y="87730"/>
                </a:lnTo>
                <a:lnTo>
                  <a:pt x="108687" y="86382"/>
                </a:lnTo>
                <a:lnTo>
                  <a:pt x="109590" y="85015"/>
                </a:lnTo>
                <a:lnTo>
                  <a:pt x="110447" y="83631"/>
                </a:lnTo>
                <a:lnTo>
                  <a:pt x="111258" y="82229"/>
                </a:lnTo>
                <a:lnTo>
                  <a:pt x="112022" y="80808"/>
                </a:lnTo>
                <a:lnTo>
                  <a:pt x="112741" y="79369"/>
                </a:lnTo>
                <a:lnTo>
                  <a:pt x="113413" y="77913"/>
                </a:lnTo>
                <a:lnTo>
                  <a:pt x="114038" y="76438"/>
                </a:lnTo>
                <a:lnTo>
                  <a:pt x="114618" y="74945"/>
                </a:lnTo>
                <a:lnTo>
                  <a:pt x="115151" y="73434"/>
                </a:lnTo>
                <a:lnTo>
                  <a:pt x="115638" y="71905"/>
                </a:lnTo>
                <a:lnTo>
                  <a:pt x="116079" y="70357"/>
                </a:lnTo>
                <a:lnTo>
                  <a:pt x="116473" y="68792"/>
                </a:lnTo>
                <a:lnTo>
                  <a:pt x="116821" y="67208"/>
                </a:lnTo>
                <a:lnTo>
                  <a:pt x="117122" y="65606"/>
                </a:lnTo>
                <a:lnTo>
                  <a:pt x="117377" y="63985"/>
                </a:lnTo>
                <a:lnTo>
                  <a:pt x="117586" y="62346"/>
                </a:lnTo>
                <a:lnTo>
                  <a:pt x="117749" y="60689"/>
                </a:lnTo>
                <a:lnTo>
                  <a:pt x="117865" y="59013"/>
                </a:lnTo>
                <a:lnTo>
                  <a:pt x="117934" y="57319"/>
                </a:lnTo>
                <a:lnTo>
                  <a:pt x="117958" y="55607"/>
                </a:lnTo>
                <a:lnTo>
                  <a:pt x="117936" y="54841"/>
                </a:lnTo>
                <a:lnTo>
                  <a:pt x="117905" y="54081"/>
                </a:lnTo>
                <a:lnTo>
                  <a:pt x="117867" y="53324"/>
                </a:lnTo>
                <a:lnTo>
                  <a:pt x="117819" y="52573"/>
                </a:lnTo>
                <a:lnTo>
                  <a:pt x="117764" y="51826"/>
                </a:lnTo>
                <a:lnTo>
                  <a:pt x="117700" y="51085"/>
                </a:lnTo>
                <a:lnTo>
                  <a:pt x="117628" y="50347"/>
                </a:lnTo>
                <a:lnTo>
                  <a:pt x="117548" y="49615"/>
                </a:lnTo>
                <a:lnTo>
                  <a:pt x="117459" y="48887"/>
                </a:lnTo>
                <a:lnTo>
                  <a:pt x="117362" y="48163"/>
                </a:lnTo>
                <a:lnTo>
                  <a:pt x="117257" y="47445"/>
                </a:lnTo>
                <a:lnTo>
                  <a:pt x="117143" y="46731"/>
                </a:lnTo>
                <a:lnTo>
                  <a:pt x="117021" y="46021"/>
                </a:lnTo>
                <a:lnTo>
                  <a:pt x="116891" y="45317"/>
                </a:lnTo>
                <a:lnTo>
                  <a:pt x="116752" y="44616"/>
                </a:lnTo>
                <a:lnTo>
                  <a:pt x="116605" y="43921"/>
                </a:lnTo>
                <a:lnTo>
                  <a:pt x="116450" y="43230"/>
                </a:lnTo>
                <a:lnTo>
                  <a:pt x="116286" y="42543"/>
                </a:lnTo>
                <a:lnTo>
                  <a:pt x="116114" y="41861"/>
                </a:lnTo>
                <a:lnTo>
                  <a:pt x="115934" y="41184"/>
                </a:lnTo>
                <a:lnTo>
                  <a:pt x="115745" y="40511"/>
                </a:lnTo>
                <a:lnTo>
                  <a:pt x="115548" y="39842"/>
                </a:lnTo>
                <a:lnTo>
                  <a:pt x="115342" y="39179"/>
                </a:lnTo>
                <a:lnTo>
                  <a:pt x="115129" y="38519"/>
                </a:lnTo>
                <a:lnTo>
                  <a:pt x="114910" y="37868"/>
                </a:lnTo>
                <a:lnTo>
                  <a:pt x="114691" y="37230"/>
                </a:lnTo>
                <a:lnTo>
                  <a:pt x="114471" y="36605"/>
                </a:lnTo>
                <a:lnTo>
                  <a:pt x="114250" y="35993"/>
                </a:lnTo>
                <a:lnTo>
                  <a:pt x="114028" y="35393"/>
                </a:lnTo>
                <a:lnTo>
                  <a:pt x="113806" y="34807"/>
                </a:lnTo>
                <a:lnTo>
                  <a:pt x="113582" y="34234"/>
                </a:lnTo>
                <a:lnTo>
                  <a:pt x="113358" y="33673"/>
                </a:lnTo>
                <a:lnTo>
                  <a:pt x="113133" y="33125"/>
                </a:lnTo>
                <a:lnTo>
                  <a:pt x="112907" y="32591"/>
                </a:lnTo>
                <a:lnTo>
                  <a:pt x="112681" y="32069"/>
                </a:lnTo>
                <a:lnTo>
                  <a:pt x="112453" y="31561"/>
                </a:lnTo>
                <a:lnTo>
                  <a:pt x="112225" y="31066"/>
                </a:lnTo>
                <a:lnTo>
                  <a:pt x="111996" y="30584"/>
                </a:lnTo>
                <a:lnTo>
                  <a:pt x="111767" y="30115"/>
                </a:lnTo>
                <a:lnTo>
                  <a:pt x="111537" y="29659"/>
                </a:lnTo>
                <a:lnTo>
                  <a:pt x="111306" y="29216"/>
                </a:lnTo>
                <a:lnTo>
                  <a:pt x="111074" y="28787"/>
                </a:lnTo>
                <a:lnTo>
                  <a:pt x="110842" y="28370"/>
                </a:lnTo>
                <a:lnTo>
                  <a:pt x="110609" y="27968"/>
                </a:lnTo>
                <a:lnTo>
                  <a:pt x="110375" y="27578"/>
                </a:lnTo>
                <a:lnTo>
                  <a:pt x="110141" y="27202"/>
                </a:lnTo>
                <a:lnTo>
                  <a:pt x="109906" y="26839"/>
                </a:lnTo>
                <a:lnTo>
                  <a:pt x="109671" y="26489"/>
                </a:lnTo>
                <a:lnTo>
                  <a:pt x="109443" y="26153"/>
                </a:lnTo>
                <a:lnTo>
                  <a:pt x="109226" y="25829"/>
                </a:lnTo>
                <a:lnTo>
                  <a:pt x="109017" y="25518"/>
                </a:lnTo>
                <a:lnTo>
                  <a:pt x="108818" y="25220"/>
                </a:lnTo>
                <a:lnTo>
                  <a:pt x="108629" y="24935"/>
                </a:lnTo>
                <a:lnTo>
                  <a:pt x="108450" y="24662"/>
                </a:lnTo>
                <a:lnTo>
                  <a:pt x="108280" y="24403"/>
                </a:lnTo>
                <a:lnTo>
                  <a:pt x="108119" y="24156"/>
                </a:lnTo>
                <a:lnTo>
                  <a:pt x="107969" y="23923"/>
                </a:lnTo>
                <a:lnTo>
                  <a:pt x="107827" y="23702"/>
                </a:lnTo>
                <a:lnTo>
                  <a:pt x="107696" y="23494"/>
                </a:lnTo>
                <a:lnTo>
                  <a:pt x="107574" y="23299"/>
                </a:lnTo>
                <a:lnTo>
                  <a:pt x="107462" y="23117"/>
                </a:lnTo>
                <a:lnTo>
                  <a:pt x="107360" y="22948"/>
                </a:lnTo>
                <a:lnTo>
                  <a:pt x="107267" y="22792"/>
                </a:lnTo>
                <a:lnTo>
                  <a:pt x="107184" y="22649"/>
                </a:lnTo>
                <a:lnTo>
                  <a:pt x="107110" y="22519"/>
                </a:lnTo>
                <a:lnTo>
                  <a:pt x="107047" y="22402"/>
                </a:lnTo>
                <a:lnTo>
                  <a:pt x="106993" y="22298"/>
                </a:lnTo>
                <a:lnTo>
                  <a:pt x="106949" y="22207"/>
                </a:lnTo>
                <a:lnTo>
                  <a:pt x="106915" y="22129"/>
                </a:lnTo>
                <a:lnTo>
                  <a:pt x="106890" y="22065"/>
                </a:lnTo>
                <a:lnTo>
                  <a:pt x="106875" y="22013"/>
                </a:lnTo>
                <a:lnTo>
                  <a:pt x="106871" y="21974"/>
                </a:lnTo>
                <a:lnTo>
                  <a:pt x="106855" y="21990"/>
                </a:lnTo>
                <a:close/>
                <a:moveTo>
                  <a:pt x="95522" y="20777"/>
                </a:moveTo>
                <a:lnTo>
                  <a:pt x="95337" y="20999"/>
                </a:lnTo>
                <a:lnTo>
                  <a:pt x="95029" y="21327"/>
                </a:lnTo>
                <a:lnTo>
                  <a:pt x="94598" y="21760"/>
                </a:lnTo>
                <a:lnTo>
                  <a:pt x="94043" y="22299"/>
                </a:lnTo>
                <a:lnTo>
                  <a:pt x="93365" y="22943"/>
                </a:lnTo>
                <a:lnTo>
                  <a:pt x="92564" y="23693"/>
                </a:lnTo>
                <a:lnTo>
                  <a:pt x="91640" y="24548"/>
                </a:lnTo>
                <a:lnTo>
                  <a:pt x="90593" y="25509"/>
                </a:lnTo>
                <a:lnTo>
                  <a:pt x="89422" y="26575"/>
                </a:lnTo>
                <a:lnTo>
                  <a:pt x="88128" y="27747"/>
                </a:lnTo>
                <a:lnTo>
                  <a:pt x="86711" y="29025"/>
                </a:lnTo>
                <a:lnTo>
                  <a:pt x="85170" y="30408"/>
                </a:lnTo>
                <a:lnTo>
                  <a:pt x="83507" y="31897"/>
                </a:lnTo>
                <a:lnTo>
                  <a:pt x="81720" y="33492"/>
                </a:lnTo>
                <a:lnTo>
                  <a:pt x="79810" y="35193"/>
                </a:lnTo>
                <a:lnTo>
                  <a:pt x="77777" y="36999"/>
                </a:lnTo>
                <a:lnTo>
                  <a:pt x="75620" y="38911"/>
                </a:lnTo>
                <a:lnTo>
                  <a:pt x="73340" y="40929"/>
                </a:lnTo>
                <a:lnTo>
                  <a:pt x="70937" y="43053"/>
                </a:lnTo>
                <a:lnTo>
                  <a:pt x="68411" y="45282"/>
                </a:lnTo>
                <a:lnTo>
                  <a:pt x="65762" y="47618"/>
                </a:lnTo>
                <a:lnTo>
                  <a:pt x="62989" y="50059"/>
                </a:lnTo>
                <a:lnTo>
                  <a:pt x="60093" y="52607"/>
                </a:lnTo>
                <a:lnTo>
                  <a:pt x="57197" y="55149"/>
                </a:lnTo>
                <a:lnTo>
                  <a:pt x="54422" y="57584"/>
                </a:lnTo>
                <a:lnTo>
                  <a:pt x="51770" y="59911"/>
                </a:lnTo>
                <a:lnTo>
                  <a:pt x="49239" y="62129"/>
                </a:lnTo>
                <a:lnTo>
                  <a:pt x="46831" y="64239"/>
                </a:lnTo>
                <a:lnTo>
                  <a:pt x="44544" y="66242"/>
                </a:lnTo>
                <a:lnTo>
                  <a:pt x="42380" y="68136"/>
                </a:lnTo>
                <a:lnTo>
                  <a:pt x="40337" y="69922"/>
                </a:lnTo>
                <a:lnTo>
                  <a:pt x="38417" y="71600"/>
                </a:lnTo>
                <a:lnTo>
                  <a:pt x="36618" y="73170"/>
                </a:lnTo>
                <a:lnTo>
                  <a:pt x="34941" y="74631"/>
                </a:lnTo>
                <a:lnTo>
                  <a:pt x="33386" y="75984"/>
                </a:lnTo>
                <a:lnTo>
                  <a:pt x="31953" y="77230"/>
                </a:lnTo>
                <a:lnTo>
                  <a:pt x="30642" y="78367"/>
                </a:lnTo>
                <a:lnTo>
                  <a:pt x="29453" y="79395"/>
                </a:lnTo>
                <a:lnTo>
                  <a:pt x="28386" y="80316"/>
                </a:lnTo>
                <a:lnTo>
                  <a:pt x="27440" y="81128"/>
                </a:lnTo>
                <a:lnTo>
                  <a:pt x="26616" y="81832"/>
                </a:lnTo>
                <a:lnTo>
                  <a:pt x="25914" y="82428"/>
                </a:lnTo>
                <a:lnTo>
                  <a:pt x="25334" y="82915"/>
                </a:lnTo>
                <a:lnTo>
                  <a:pt x="24876" y="83294"/>
                </a:lnTo>
                <a:lnTo>
                  <a:pt x="24539" y="83565"/>
                </a:lnTo>
                <a:lnTo>
                  <a:pt x="24325" y="83728"/>
                </a:lnTo>
                <a:lnTo>
                  <a:pt x="24232" y="83782"/>
                </a:lnTo>
                <a:lnTo>
                  <a:pt x="24151" y="83776"/>
                </a:lnTo>
                <a:lnTo>
                  <a:pt x="24067" y="83757"/>
                </a:lnTo>
                <a:lnTo>
                  <a:pt x="23978" y="83726"/>
                </a:lnTo>
                <a:lnTo>
                  <a:pt x="23886" y="83682"/>
                </a:lnTo>
                <a:lnTo>
                  <a:pt x="23790" y="83626"/>
                </a:lnTo>
                <a:lnTo>
                  <a:pt x="23690" y="83557"/>
                </a:lnTo>
                <a:lnTo>
                  <a:pt x="23587" y="83476"/>
                </a:lnTo>
                <a:lnTo>
                  <a:pt x="23479" y="83383"/>
                </a:lnTo>
                <a:lnTo>
                  <a:pt x="23368" y="83277"/>
                </a:lnTo>
                <a:lnTo>
                  <a:pt x="23252" y="83159"/>
                </a:lnTo>
                <a:lnTo>
                  <a:pt x="23133" y="83028"/>
                </a:lnTo>
                <a:lnTo>
                  <a:pt x="23010" y="82885"/>
                </a:lnTo>
                <a:lnTo>
                  <a:pt x="22883" y="82730"/>
                </a:lnTo>
                <a:lnTo>
                  <a:pt x="22752" y="82562"/>
                </a:lnTo>
                <a:lnTo>
                  <a:pt x="22618" y="82382"/>
                </a:lnTo>
                <a:lnTo>
                  <a:pt x="22479" y="82190"/>
                </a:lnTo>
                <a:lnTo>
                  <a:pt x="22337" y="81986"/>
                </a:lnTo>
                <a:lnTo>
                  <a:pt x="22190" y="81769"/>
                </a:lnTo>
                <a:lnTo>
                  <a:pt x="22040" y="81540"/>
                </a:lnTo>
                <a:lnTo>
                  <a:pt x="21886" y="81298"/>
                </a:lnTo>
                <a:lnTo>
                  <a:pt x="21728" y="81044"/>
                </a:lnTo>
                <a:lnTo>
                  <a:pt x="21566" y="80779"/>
                </a:lnTo>
                <a:lnTo>
                  <a:pt x="21401" y="80500"/>
                </a:lnTo>
                <a:lnTo>
                  <a:pt x="21231" y="80210"/>
                </a:lnTo>
                <a:lnTo>
                  <a:pt x="21058" y="79911"/>
                </a:lnTo>
                <a:lnTo>
                  <a:pt x="20888" y="79615"/>
                </a:lnTo>
                <a:lnTo>
                  <a:pt x="20722" y="79321"/>
                </a:lnTo>
                <a:lnTo>
                  <a:pt x="20560" y="79029"/>
                </a:lnTo>
                <a:lnTo>
                  <a:pt x="20401" y="78739"/>
                </a:lnTo>
                <a:lnTo>
                  <a:pt x="20245" y="78452"/>
                </a:lnTo>
                <a:lnTo>
                  <a:pt x="20093" y="78167"/>
                </a:lnTo>
                <a:lnTo>
                  <a:pt x="19944" y="77884"/>
                </a:lnTo>
                <a:lnTo>
                  <a:pt x="19799" y="77603"/>
                </a:lnTo>
                <a:lnTo>
                  <a:pt x="19658" y="77325"/>
                </a:lnTo>
                <a:lnTo>
                  <a:pt x="19519" y="77048"/>
                </a:lnTo>
                <a:lnTo>
                  <a:pt x="19385" y="76774"/>
                </a:lnTo>
                <a:lnTo>
                  <a:pt x="19253" y="76502"/>
                </a:lnTo>
                <a:lnTo>
                  <a:pt x="19125" y="76232"/>
                </a:lnTo>
                <a:lnTo>
                  <a:pt x="19001" y="75963"/>
                </a:lnTo>
                <a:lnTo>
                  <a:pt x="18880" y="75697"/>
                </a:lnTo>
                <a:lnTo>
                  <a:pt x="18762" y="75433"/>
                </a:lnTo>
                <a:lnTo>
                  <a:pt x="18647" y="75171"/>
                </a:lnTo>
                <a:lnTo>
                  <a:pt x="18536" y="74911"/>
                </a:lnTo>
                <a:lnTo>
                  <a:pt x="18429" y="74652"/>
                </a:lnTo>
                <a:lnTo>
                  <a:pt x="18324" y="74396"/>
                </a:lnTo>
                <a:lnTo>
                  <a:pt x="18223" y="74141"/>
                </a:lnTo>
                <a:lnTo>
                  <a:pt x="18125" y="73889"/>
                </a:lnTo>
                <a:lnTo>
                  <a:pt x="18031" y="73638"/>
                </a:lnTo>
                <a:lnTo>
                  <a:pt x="17799" y="73114"/>
                </a:lnTo>
                <a:lnTo>
                  <a:pt x="17575" y="72579"/>
                </a:lnTo>
                <a:lnTo>
                  <a:pt x="17360" y="72032"/>
                </a:lnTo>
                <a:lnTo>
                  <a:pt x="17152" y="71473"/>
                </a:lnTo>
                <a:lnTo>
                  <a:pt x="16952" y="70903"/>
                </a:lnTo>
                <a:lnTo>
                  <a:pt x="16760" y="70321"/>
                </a:lnTo>
                <a:lnTo>
                  <a:pt x="16576" y="69728"/>
                </a:lnTo>
                <a:lnTo>
                  <a:pt x="16400" y="69123"/>
                </a:lnTo>
                <a:lnTo>
                  <a:pt x="16232" y="68506"/>
                </a:lnTo>
                <a:lnTo>
                  <a:pt x="16071" y="67878"/>
                </a:lnTo>
                <a:lnTo>
                  <a:pt x="15918" y="67238"/>
                </a:lnTo>
                <a:lnTo>
                  <a:pt x="15773" y="66587"/>
                </a:lnTo>
                <a:lnTo>
                  <a:pt x="15636" y="65924"/>
                </a:lnTo>
                <a:lnTo>
                  <a:pt x="15507" y="65249"/>
                </a:lnTo>
                <a:lnTo>
                  <a:pt x="15385" y="64563"/>
                </a:lnTo>
                <a:lnTo>
                  <a:pt x="15271" y="63865"/>
                </a:lnTo>
                <a:lnTo>
                  <a:pt x="15164" y="63156"/>
                </a:lnTo>
                <a:lnTo>
                  <a:pt x="15065" y="62435"/>
                </a:lnTo>
                <a:lnTo>
                  <a:pt x="14974" y="61702"/>
                </a:lnTo>
                <a:lnTo>
                  <a:pt x="14890" y="60958"/>
                </a:lnTo>
                <a:lnTo>
                  <a:pt x="14814" y="60202"/>
                </a:lnTo>
                <a:lnTo>
                  <a:pt x="14745" y="59434"/>
                </a:lnTo>
                <a:lnTo>
                  <a:pt x="14684" y="58655"/>
                </a:lnTo>
                <a:lnTo>
                  <a:pt x="14630" y="57864"/>
                </a:lnTo>
                <a:lnTo>
                  <a:pt x="14634" y="57037"/>
                </a:lnTo>
                <a:lnTo>
                  <a:pt x="14645" y="56220"/>
                </a:lnTo>
                <a:lnTo>
                  <a:pt x="14664" y="55413"/>
                </a:lnTo>
                <a:lnTo>
                  <a:pt x="14690" y="54616"/>
                </a:lnTo>
                <a:lnTo>
                  <a:pt x="14723" y="53829"/>
                </a:lnTo>
                <a:lnTo>
                  <a:pt x="14763" y="53052"/>
                </a:lnTo>
                <a:lnTo>
                  <a:pt x="14811" y="52285"/>
                </a:lnTo>
                <a:lnTo>
                  <a:pt x="14866" y="51528"/>
                </a:lnTo>
                <a:lnTo>
                  <a:pt x="14929" y="50781"/>
                </a:lnTo>
                <a:lnTo>
                  <a:pt x="14998" y="50044"/>
                </a:lnTo>
                <a:lnTo>
                  <a:pt x="15075" y="49316"/>
                </a:lnTo>
                <a:lnTo>
                  <a:pt x="15159" y="48599"/>
                </a:lnTo>
                <a:lnTo>
                  <a:pt x="15250" y="47891"/>
                </a:lnTo>
                <a:lnTo>
                  <a:pt x="15348" y="47193"/>
                </a:lnTo>
                <a:lnTo>
                  <a:pt x="15454" y="46505"/>
                </a:lnTo>
                <a:lnTo>
                  <a:pt x="15566" y="45827"/>
                </a:lnTo>
                <a:lnTo>
                  <a:pt x="15685" y="45158"/>
                </a:lnTo>
                <a:lnTo>
                  <a:pt x="15812" y="44499"/>
                </a:lnTo>
                <a:lnTo>
                  <a:pt x="15945" y="43850"/>
                </a:lnTo>
                <a:lnTo>
                  <a:pt x="16086" y="43210"/>
                </a:lnTo>
                <a:lnTo>
                  <a:pt x="16233" y="42580"/>
                </a:lnTo>
                <a:lnTo>
                  <a:pt x="16387" y="41960"/>
                </a:lnTo>
                <a:lnTo>
                  <a:pt x="16548" y="41349"/>
                </a:lnTo>
                <a:lnTo>
                  <a:pt x="16716" y="40748"/>
                </a:lnTo>
                <a:lnTo>
                  <a:pt x="17103" y="39688"/>
                </a:lnTo>
                <a:lnTo>
                  <a:pt x="17515" y="38638"/>
                </a:lnTo>
                <a:lnTo>
                  <a:pt x="17950" y="37596"/>
                </a:lnTo>
                <a:lnTo>
                  <a:pt x="18410" y="36564"/>
                </a:lnTo>
                <a:lnTo>
                  <a:pt x="18893" y="35541"/>
                </a:lnTo>
                <a:lnTo>
                  <a:pt x="19401" y="34528"/>
                </a:lnTo>
                <a:lnTo>
                  <a:pt x="19933" y="33523"/>
                </a:lnTo>
                <a:lnTo>
                  <a:pt x="20489" y="32528"/>
                </a:lnTo>
                <a:lnTo>
                  <a:pt x="21070" y="31542"/>
                </a:lnTo>
                <a:lnTo>
                  <a:pt x="21674" y="30565"/>
                </a:lnTo>
                <a:lnTo>
                  <a:pt x="22303" y="29598"/>
                </a:lnTo>
                <a:lnTo>
                  <a:pt x="22956" y="28639"/>
                </a:lnTo>
                <a:lnTo>
                  <a:pt x="23634" y="27690"/>
                </a:lnTo>
                <a:lnTo>
                  <a:pt x="24335" y="26750"/>
                </a:lnTo>
                <a:lnTo>
                  <a:pt x="25061" y="25820"/>
                </a:lnTo>
                <a:lnTo>
                  <a:pt x="25812" y="24898"/>
                </a:lnTo>
                <a:lnTo>
                  <a:pt x="26586" y="23986"/>
                </a:lnTo>
                <a:lnTo>
                  <a:pt x="27385" y="23083"/>
                </a:lnTo>
                <a:lnTo>
                  <a:pt x="28208" y="22190"/>
                </a:lnTo>
                <a:lnTo>
                  <a:pt x="29056" y="21305"/>
                </a:lnTo>
                <a:lnTo>
                  <a:pt x="29928" y="20430"/>
                </a:lnTo>
                <a:lnTo>
                  <a:pt x="30824" y="19564"/>
                </a:lnTo>
                <a:lnTo>
                  <a:pt x="31745" y="18707"/>
                </a:lnTo>
                <a:lnTo>
                  <a:pt x="32690" y="17859"/>
                </a:lnTo>
                <a:lnTo>
                  <a:pt x="33651" y="17031"/>
                </a:lnTo>
                <a:lnTo>
                  <a:pt x="34629" y="16237"/>
                </a:lnTo>
                <a:lnTo>
                  <a:pt x="35622" y="15479"/>
                </a:lnTo>
                <a:lnTo>
                  <a:pt x="36631" y="14756"/>
                </a:lnTo>
                <a:lnTo>
                  <a:pt x="37655" y="14069"/>
                </a:lnTo>
                <a:lnTo>
                  <a:pt x="38695" y="13417"/>
                </a:lnTo>
                <a:lnTo>
                  <a:pt x="39751" y="12801"/>
                </a:lnTo>
                <a:lnTo>
                  <a:pt x="40823" y="12220"/>
                </a:lnTo>
                <a:lnTo>
                  <a:pt x="41910" y="11674"/>
                </a:lnTo>
                <a:lnTo>
                  <a:pt x="43013" y="11163"/>
                </a:lnTo>
                <a:lnTo>
                  <a:pt x="44132" y="10688"/>
                </a:lnTo>
                <a:lnTo>
                  <a:pt x="45266" y="10248"/>
                </a:lnTo>
                <a:lnTo>
                  <a:pt x="46416" y="9843"/>
                </a:lnTo>
                <a:lnTo>
                  <a:pt x="47582" y="9473"/>
                </a:lnTo>
                <a:lnTo>
                  <a:pt x="48763" y="9139"/>
                </a:lnTo>
                <a:lnTo>
                  <a:pt x="49960" y="8840"/>
                </a:lnTo>
                <a:lnTo>
                  <a:pt x="51172" y="8576"/>
                </a:lnTo>
                <a:lnTo>
                  <a:pt x="52400" y="8348"/>
                </a:lnTo>
                <a:lnTo>
                  <a:pt x="53643" y="8155"/>
                </a:lnTo>
                <a:lnTo>
                  <a:pt x="54902" y="7996"/>
                </a:lnTo>
                <a:lnTo>
                  <a:pt x="56177" y="7873"/>
                </a:lnTo>
                <a:lnTo>
                  <a:pt x="57467" y="7786"/>
                </a:lnTo>
                <a:lnTo>
                  <a:pt x="58772" y="7733"/>
                </a:lnTo>
                <a:lnTo>
                  <a:pt x="60093" y="7715"/>
                </a:lnTo>
                <a:lnTo>
                  <a:pt x="60911" y="7717"/>
                </a:lnTo>
                <a:lnTo>
                  <a:pt x="61708" y="7724"/>
                </a:lnTo>
                <a:lnTo>
                  <a:pt x="62483" y="7735"/>
                </a:lnTo>
                <a:lnTo>
                  <a:pt x="63236" y="7751"/>
                </a:lnTo>
                <a:lnTo>
                  <a:pt x="63969" y="7771"/>
                </a:lnTo>
                <a:lnTo>
                  <a:pt x="64680" y="7796"/>
                </a:lnTo>
                <a:lnTo>
                  <a:pt x="65369" y="7825"/>
                </a:lnTo>
                <a:lnTo>
                  <a:pt x="66037" y="7859"/>
                </a:lnTo>
                <a:lnTo>
                  <a:pt x="66683" y="7898"/>
                </a:lnTo>
                <a:lnTo>
                  <a:pt x="67308" y="7941"/>
                </a:lnTo>
                <a:lnTo>
                  <a:pt x="67912" y="7988"/>
                </a:lnTo>
                <a:lnTo>
                  <a:pt x="68494" y="8040"/>
                </a:lnTo>
                <a:lnTo>
                  <a:pt x="69055" y="8097"/>
                </a:lnTo>
                <a:lnTo>
                  <a:pt x="69594" y="8158"/>
                </a:lnTo>
                <a:lnTo>
                  <a:pt x="70112" y="8225"/>
                </a:lnTo>
                <a:lnTo>
                  <a:pt x="70609" y="8295"/>
                </a:lnTo>
                <a:lnTo>
                  <a:pt x="71084" y="8371"/>
                </a:lnTo>
                <a:lnTo>
                  <a:pt x="71538" y="8451"/>
                </a:lnTo>
                <a:lnTo>
                  <a:pt x="71970" y="8535"/>
                </a:lnTo>
                <a:lnTo>
                  <a:pt x="72380" y="8625"/>
                </a:lnTo>
                <a:lnTo>
                  <a:pt x="72770" y="8719"/>
                </a:lnTo>
                <a:lnTo>
                  <a:pt x="73138" y="8818"/>
                </a:lnTo>
                <a:lnTo>
                  <a:pt x="73484" y="8921"/>
                </a:lnTo>
                <a:lnTo>
                  <a:pt x="73809" y="9030"/>
                </a:lnTo>
                <a:lnTo>
                  <a:pt x="74881" y="9303"/>
                </a:lnTo>
                <a:lnTo>
                  <a:pt x="75938" y="9595"/>
                </a:lnTo>
                <a:lnTo>
                  <a:pt x="76981" y="9906"/>
                </a:lnTo>
                <a:lnTo>
                  <a:pt x="78010" y="10234"/>
                </a:lnTo>
                <a:lnTo>
                  <a:pt x="79024" y="10582"/>
                </a:lnTo>
                <a:lnTo>
                  <a:pt x="80024" y="10947"/>
                </a:lnTo>
                <a:lnTo>
                  <a:pt x="81010" y="11331"/>
                </a:lnTo>
                <a:lnTo>
                  <a:pt x="81982" y="11734"/>
                </a:lnTo>
                <a:lnTo>
                  <a:pt x="82939" y="12154"/>
                </a:lnTo>
                <a:lnTo>
                  <a:pt x="83882" y="12594"/>
                </a:lnTo>
                <a:lnTo>
                  <a:pt x="84811" y="13051"/>
                </a:lnTo>
                <a:lnTo>
                  <a:pt x="85725" y="13527"/>
                </a:lnTo>
                <a:lnTo>
                  <a:pt x="86625" y="14021"/>
                </a:lnTo>
                <a:lnTo>
                  <a:pt x="87511" y="14533"/>
                </a:lnTo>
                <a:lnTo>
                  <a:pt x="88382" y="15064"/>
                </a:lnTo>
                <a:lnTo>
                  <a:pt x="89240" y="15613"/>
                </a:lnTo>
                <a:lnTo>
                  <a:pt x="90083" y="16180"/>
                </a:lnTo>
                <a:lnTo>
                  <a:pt x="90911" y="16765"/>
                </a:lnTo>
                <a:lnTo>
                  <a:pt x="91726" y="17369"/>
                </a:lnTo>
                <a:lnTo>
                  <a:pt x="92526" y="17990"/>
                </a:lnTo>
                <a:lnTo>
                  <a:pt x="93312" y="18631"/>
                </a:lnTo>
                <a:lnTo>
                  <a:pt x="94083" y="19289"/>
                </a:lnTo>
                <a:lnTo>
                  <a:pt x="94840" y="19965"/>
                </a:lnTo>
                <a:lnTo>
                  <a:pt x="95583" y="20660"/>
                </a:lnTo>
                <a:lnTo>
                  <a:pt x="95522" y="20777"/>
                </a:lnTo>
                <a:close/>
                <a:moveTo>
                  <a:pt x="101022" y="26871"/>
                </a:moveTo>
                <a:lnTo>
                  <a:pt x="101018" y="26885"/>
                </a:lnTo>
                <a:lnTo>
                  <a:pt x="101020" y="26903"/>
                </a:lnTo>
                <a:lnTo>
                  <a:pt x="101026" y="26927"/>
                </a:lnTo>
                <a:lnTo>
                  <a:pt x="101036" y="26956"/>
                </a:lnTo>
                <a:lnTo>
                  <a:pt x="101051" y="26991"/>
                </a:lnTo>
                <a:lnTo>
                  <a:pt x="101070" y="27031"/>
                </a:lnTo>
                <a:lnTo>
                  <a:pt x="101093" y="27076"/>
                </a:lnTo>
                <a:lnTo>
                  <a:pt x="101122" y="27126"/>
                </a:lnTo>
                <a:lnTo>
                  <a:pt x="101154" y="27182"/>
                </a:lnTo>
                <a:lnTo>
                  <a:pt x="101191" y="27243"/>
                </a:lnTo>
                <a:lnTo>
                  <a:pt x="101233" y="27309"/>
                </a:lnTo>
                <a:lnTo>
                  <a:pt x="101279" y="27380"/>
                </a:lnTo>
                <a:lnTo>
                  <a:pt x="101329" y="27456"/>
                </a:lnTo>
                <a:lnTo>
                  <a:pt x="101384" y="27538"/>
                </a:lnTo>
                <a:lnTo>
                  <a:pt x="101443" y="27625"/>
                </a:lnTo>
                <a:lnTo>
                  <a:pt x="101507" y="27716"/>
                </a:lnTo>
                <a:lnTo>
                  <a:pt x="101576" y="27813"/>
                </a:lnTo>
                <a:lnTo>
                  <a:pt x="101648" y="27916"/>
                </a:lnTo>
                <a:lnTo>
                  <a:pt x="101726" y="28023"/>
                </a:lnTo>
                <a:lnTo>
                  <a:pt x="101807" y="28135"/>
                </a:lnTo>
                <a:lnTo>
                  <a:pt x="101894" y="28252"/>
                </a:lnTo>
                <a:lnTo>
                  <a:pt x="101984" y="28375"/>
                </a:lnTo>
                <a:lnTo>
                  <a:pt x="102077" y="28501"/>
                </a:lnTo>
                <a:lnTo>
                  <a:pt x="102172" y="28630"/>
                </a:lnTo>
                <a:lnTo>
                  <a:pt x="102267" y="28761"/>
                </a:lnTo>
                <a:lnTo>
                  <a:pt x="102363" y="28894"/>
                </a:lnTo>
                <a:lnTo>
                  <a:pt x="102459" y="29030"/>
                </a:lnTo>
                <a:lnTo>
                  <a:pt x="102557" y="29169"/>
                </a:lnTo>
                <a:lnTo>
                  <a:pt x="102655" y="29310"/>
                </a:lnTo>
                <a:lnTo>
                  <a:pt x="102754" y="29453"/>
                </a:lnTo>
                <a:lnTo>
                  <a:pt x="102853" y="29600"/>
                </a:lnTo>
                <a:lnTo>
                  <a:pt x="102953" y="29748"/>
                </a:lnTo>
                <a:lnTo>
                  <a:pt x="103054" y="29900"/>
                </a:lnTo>
                <a:lnTo>
                  <a:pt x="103156" y="30054"/>
                </a:lnTo>
                <a:lnTo>
                  <a:pt x="103258" y="30210"/>
                </a:lnTo>
                <a:lnTo>
                  <a:pt x="103361" y="30370"/>
                </a:lnTo>
                <a:lnTo>
                  <a:pt x="103464" y="30532"/>
                </a:lnTo>
                <a:lnTo>
                  <a:pt x="103567" y="30697"/>
                </a:lnTo>
                <a:lnTo>
                  <a:pt x="103672" y="30865"/>
                </a:lnTo>
                <a:lnTo>
                  <a:pt x="103776" y="31035"/>
                </a:lnTo>
                <a:lnTo>
                  <a:pt x="103882" y="31208"/>
                </a:lnTo>
                <a:lnTo>
                  <a:pt x="103987" y="31385"/>
                </a:lnTo>
                <a:lnTo>
                  <a:pt x="104093" y="31564"/>
                </a:lnTo>
                <a:lnTo>
                  <a:pt x="104199" y="31746"/>
                </a:lnTo>
                <a:lnTo>
                  <a:pt x="104306" y="31930"/>
                </a:lnTo>
                <a:lnTo>
                  <a:pt x="104413" y="32118"/>
                </a:lnTo>
                <a:lnTo>
                  <a:pt x="104524" y="32309"/>
                </a:lnTo>
                <a:lnTo>
                  <a:pt x="104634" y="32504"/>
                </a:lnTo>
                <a:lnTo>
                  <a:pt x="104745" y="32702"/>
                </a:lnTo>
                <a:lnTo>
                  <a:pt x="104856" y="32904"/>
                </a:lnTo>
                <a:lnTo>
                  <a:pt x="104966" y="33110"/>
                </a:lnTo>
                <a:lnTo>
                  <a:pt x="105077" y="33319"/>
                </a:lnTo>
                <a:lnTo>
                  <a:pt x="105187" y="33532"/>
                </a:lnTo>
                <a:lnTo>
                  <a:pt x="105298" y="33749"/>
                </a:lnTo>
                <a:lnTo>
                  <a:pt x="105408" y="33970"/>
                </a:lnTo>
                <a:lnTo>
                  <a:pt x="105518" y="34194"/>
                </a:lnTo>
                <a:lnTo>
                  <a:pt x="105628" y="34422"/>
                </a:lnTo>
                <a:lnTo>
                  <a:pt x="105738" y="34654"/>
                </a:lnTo>
                <a:lnTo>
                  <a:pt x="105848" y="34890"/>
                </a:lnTo>
                <a:lnTo>
                  <a:pt x="105958" y="35130"/>
                </a:lnTo>
                <a:lnTo>
                  <a:pt x="106067" y="35374"/>
                </a:lnTo>
                <a:lnTo>
                  <a:pt x="106176" y="35621"/>
                </a:lnTo>
                <a:lnTo>
                  <a:pt x="106285" y="35873"/>
                </a:lnTo>
                <a:lnTo>
                  <a:pt x="106394" y="36129"/>
                </a:lnTo>
                <a:lnTo>
                  <a:pt x="106503" y="36388"/>
                </a:lnTo>
                <a:lnTo>
                  <a:pt x="106611" y="36652"/>
                </a:lnTo>
                <a:lnTo>
                  <a:pt x="106719" y="36920"/>
                </a:lnTo>
                <a:lnTo>
                  <a:pt x="106827" y="37192"/>
                </a:lnTo>
                <a:lnTo>
                  <a:pt x="106935" y="37467"/>
                </a:lnTo>
                <a:lnTo>
                  <a:pt x="107042" y="37748"/>
                </a:lnTo>
                <a:lnTo>
                  <a:pt x="107152" y="38032"/>
                </a:lnTo>
                <a:lnTo>
                  <a:pt x="107260" y="38321"/>
                </a:lnTo>
                <a:lnTo>
                  <a:pt x="107367" y="38614"/>
                </a:lnTo>
                <a:lnTo>
                  <a:pt x="107473" y="38912"/>
                </a:lnTo>
                <a:lnTo>
                  <a:pt x="107577" y="39215"/>
                </a:lnTo>
                <a:lnTo>
                  <a:pt x="107680" y="39521"/>
                </a:lnTo>
                <a:lnTo>
                  <a:pt x="107781" y="39833"/>
                </a:lnTo>
                <a:lnTo>
                  <a:pt x="107881" y="40149"/>
                </a:lnTo>
                <a:lnTo>
                  <a:pt x="107980" y="40470"/>
                </a:lnTo>
                <a:lnTo>
                  <a:pt x="108077" y="40795"/>
                </a:lnTo>
                <a:lnTo>
                  <a:pt x="108173" y="41124"/>
                </a:lnTo>
                <a:lnTo>
                  <a:pt x="108267" y="41459"/>
                </a:lnTo>
                <a:lnTo>
                  <a:pt x="108360" y="41798"/>
                </a:lnTo>
                <a:lnTo>
                  <a:pt x="108452" y="42141"/>
                </a:lnTo>
                <a:lnTo>
                  <a:pt x="108542" y="42490"/>
                </a:lnTo>
                <a:lnTo>
                  <a:pt x="108632" y="42842"/>
                </a:lnTo>
                <a:lnTo>
                  <a:pt x="108719" y="43200"/>
                </a:lnTo>
                <a:lnTo>
                  <a:pt x="108806" y="43562"/>
                </a:lnTo>
                <a:lnTo>
                  <a:pt x="108891" y="43929"/>
                </a:lnTo>
                <a:lnTo>
                  <a:pt x="108975" y="44301"/>
                </a:lnTo>
                <a:lnTo>
                  <a:pt x="109058" y="44677"/>
                </a:lnTo>
                <a:lnTo>
                  <a:pt x="109140" y="45058"/>
                </a:lnTo>
                <a:lnTo>
                  <a:pt x="109220" y="45444"/>
                </a:lnTo>
                <a:lnTo>
                  <a:pt x="109299" y="45834"/>
                </a:lnTo>
                <a:lnTo>
                  <a:pt x="109376" y="46228"/>
                </a:lnTo>
                <a:lnTo>
                  <a:pt x="109450" y="46624"/>
                </a:lnTo>
                <a:lnTo>
                  <a:pt x="109520" y="47021"/>
                </a:lnTo>
                <a:lnTo>
                  <a:pt x="109588" y="47420"/>
                </a:lnTo>
                <a:lnTo>
                  <a:pt x="109651" y="47821"/>
                </a:lnTo>
                <a:lnTo>
                  <a:pt x="109712" y="48224"/>
                </a:lnTo>
                <a:lnTo>
                  <a:pt x="109769" y="48628"/>
                </a:lnTo>
                <a:lnTo>
                  <a:pt x="109823" y="49035"/>
                </a:lnTo>
                <a:lnTo>
                  <a:pt x="109874" y="49443"/>
                </a:lnTo>
                <a:lnTo>
                  <a:pt x="109921" y="49853"/>
                </a:lnTo>
                <a:lnTo>
                  <a:pt x="109966" y="50264"/>
                </a:lnTo>
                <a:lnTo>
                  <a:pt x="110007" y="50678"/>
                </a:lnTo>
                <a:lnTo>
                  <a:pt x="110044" y="51093"/>
                </a:lnTo>
                <a:lnTo>
                  <a:pt x="110079" y="51510"/>
                </a:lnTo>
                <a:lnTo>
                  <a:pt x="110110" y="51929"/>
                </a:lnTo>
                <a:lnTo>
                  <a:pt x="110138" y="52349"/>
                </a:lnTo>
                <a:lnTo>
                  <a:pt x="110162" y="52772"/>
                </a:lnTo>
                <a:lnTo>
                  <a:pt x="110183" y="53196"/>
                </a:lnTo>
                <a:lnTo>
                  <a:pt x="110201" y="53622"/>
                </a:lnTo>
                <a:lnTo>
                  <a:pt x="110216" y="54050"/>
                </a:lnTo>
                <a:lnTo>
                  <a:pt x="110228" y="54479"/>
                </a:lnTo>
                <a:lnTo>
                  <a:pt x="110236" y="54910"/>
                </a:lnTo>
                <a:lnTo>
                  <a:pt x="110241" y="55344"/>
                </a:lnTo>
                <a:lnTo>
                  <a:pt x="110242" y="55778"/>
                </a:lnTo>
                <a:lnTo>
                  <a:pt x="110204" y="57411"/>
                </a:lnTo>
                <a:lnTo>
                  <a:pt x="110119" y="59025"/>
                </a:lnTo>
                <a:lnTo>
                  <a:pt x="109987" y="60618"/>
                </a:lnTo>
                <a:lnTo>
                  <a:pt x="109807" y="62191"/>
                </a:lnTo>
                <a:lnTo>
                  <a:pt x="109580" y="63744"/>
                </a:lnTo>
                <a:lnTo>
                  <a:pt x="109306" y="65277"/>
                </a:lnTo>
                <a:lnTo>
                  <a:pt x="108985" y="66790"/>
                </a:lnTo>
                <a:lnTo>
                  <a:pt x="108617" y="68283"/>
                </a:lnTo>
                <a:lnTo>
                  <a:pt x="108202" y="69755"/>
                </a:lnTo>
                <a:lnTo>
                  <a:pt x="107739" y="71208"/>
                </a:lnTo>
                <a:lnTo>
                  <a:pt x="107230" y="72640"/>
                </a:lnTo>
                <a:lnTo>
                  <a:pt x="106674" y="74052"/>
                </a:lnTo>
                <a:lnTo>
                  <a:pt x="106071" y="75444"/>
                </a:lnTo>
                <a:lnTo>
                  <a:pt x="105421" y="76816"/>
                </a:lnTo>
                <a:lnTo>
                  <a:pt x="104725" y="78167"/>
                </a:lnTo>
                <a:lnTo>
                  <a:pt x="103981" y="79498"/>
                </a:lnTo>
                <a:lnTo>
                  <a:pt x="103191" y="80808"/>
                </a:lnTo>
                <a:lnTo>
                  <a:pt x="102354" y="82099"/>
                </a:lnTo>
                <a:lnTo>
                  <a:pt x="101471" y="83369"/>
                </a:lnTo>
                <a:lnTo>
                  <a:pt x="100541" y="84618"/>
                </a:lnTo>
                <a:lnTo>
                  <a:pt x="99564" y="85847"/>
                </a:lnTo>
                <a:lnTo>
                  <a:pt x="98541" y="87056"/>
                </a:lnTo>
                <a:lnTo>
                  <a:pt x="97471" y="88244"/>
                </a:lnTo>
                <a:lnTo>
                  <a:pt x="96355" y="89411"/>
                </a:lnTo>
                <a:lnTo>
                  <a:pt x="95202" y="90544"/>
                </a:lnTo>
                <a:lnTo>
                  <a:pt x="94030" y="91629"/>
                </a:lnTo>
                <a:lnTo>
                  <a:pt x="92838" y="92666"/>
                </a:lnTo>
                <a:lnTo>
                  <a:pt x="91626" y="93655"/>
                </a:lnTo>
                <a:lnTo>
                  <a:pt x="90395" y="94595"/>
                </a:lnTo>
                <a:lnTo>
                  <a:pt x="89144" y="95487"/>
                </a:lnTo>
                <a:lnTo>
                  <a:pt x="87873" y="96331"/>
                </a:lnTo>
                <a:lnTo>
                  <a:pt x="86583" y="97126"/>
                </a:lnTo>
                <a:lnTo>
                  <a:pt x="85274" y="97874"/>
                </a:lnTo>
                <a:lnTo>
                  <a:pt x="83945" y="98573"/>
                </a:lnTo>
                <a:lnTo>
                  <a:pt x="82596" y="99224"/>
                </a:lnTo>
                <a:lnTo>
                  <a:pt x="81228" y="99827"/>
                </a:lnTo>
                <a:lnTo>
                  <a:pt x="79840" y="100381"/>
                </a:lnTo>
                <a:lnTo>
                  <a:pt x="78433" y="100888"/>
                </a:lnTo>
                <a:lnTo>
                  <a:pt x="77007" y="101346"/>
                </a:lnTo>
                <a:lnTo>
                  <a:pt x="75561" y="101756"/>
                </a:lnTo>
                <a:lnTo>
                  <a:pt x="74095" y="102117"/>
                </a:lnTo>
                <a:lnTo>
                  <a:pt x="72610" y="102431"/>
                </a:lnTo>
                <a:lnTo>
                  <a:pt x="71106" y="102696"/>
                </a:lnTo>
                <a:lnTo>
                  <a:pt x="69582" y="102913"/>
                </a:lnTo>
                <a:lnTo>
                  <a:pt x="68039" y="103082"/>
                </a:lnTo>
                <a:lnTo>
                  <a:pt x="66477" y="103202"/>
                </a:lnTo>
                <a:lnTo>
                  <a:pt x="64895" y="103275"/>
                </a:lnTo>
                <a:lnTo>
                  <a:pt x="63294" y="103299"/>
                </a:lnTo>
                <a:lnTo>
                  <a:pt x="62436" y="103307"/>
                </a:lnTo>
                <a:lnTo>
                  <a:pt x="61586" y="103302"/>
                </a:lnTo>
                <a:lnTo>
                  <a:pt x="60743" y="103284"/>
                </a:lnTo>
                <a:lnTo>
                  <a:pt x="59907" y="103253"/>
                </a:lnTo>
                <a:lnTo>
                  <a:pt x="59079" y="103210"/>
                </a:lnTo>
                <a:lnTo>
                  <a:pt x="58257" y="103154"/>
                </a:lnTo>
                <a:lnTo>
                  <a:pt x="57443" y="103084"/>
                </a:lnTo>
                <a:lnTo>
                  <a:pt x="56636" y="103002"/>
                </a:lnTo>
                <a:lnTo>
                  <a:pt x="55836" y="102907"/>
                </a:lnTo>
                <a:lnTo>
                  <a:pt x="55043" y="102799"/>
                </a:lnTo>
                <a:lnTo>
                  <a:pt x="54257" y="102679"/>
                </a:lnTo>
                <a:lnTo>
                  <a:pt x="53478" y="102545"/>
                </a:lnTo>
                <a:lnTo>
                  <a:pt x="52707" y="102398"/>
                </a:lnTo>
                <a:lnTo>
                  <a:pt x="51942" y="102239"/>
                </a:lnTo>
                <a:lnTo>
                  <a:pt x="51185" y="102066"/>
                </a:lnTo>
                <a:lnTo>
                  <a:pt x="50435" y="101880"/>
                </a:lnTo>
                <a:lnTo>
                  <a:pt x="49692" y="101682"/>
                </a:lnTo>
                <a:lnTo>
                  <a:pt x="48956" y="101470"/>
                </a:lnTo>
                <a:lnTo>
                  <a:pt x="48227" y="101246"/>
                </a:lnTo>
                <a:lnTo>
                  <a:pt x="47506" y="101008"/>
                </a:lnTo>
                <a:lnTo>
                  <a:pt x="46792" y="100757"/>
                </a:lnTo>
                <a:lnTo>
                  <a:pt x="46084" y="100494"/>
                </a:lnTo>
                <a:lnTo>
                  <a:pt x="45384" y="100217"/>
                </a:lnTo>
                <a:lnTo>
                  <a:pt x="44691" y="99927"/>
                </a:lnTo>
                <a:lnTo>
                  <a:pt x="44010" y="99632"/>
                </a:lnTo>
                <a:lnTo>
                  <a:pt x="43347" y="99339"/>
                </a:lnTo>
                <a:lnTo>
                  <a:pt x="42700" y="99048"/>
                </a:lnTo>
                <a:lnTo>
                  <a:pt x="42070" y="98760"/>
                </a:lnTo>
                <a:lnTo>
                  <a:pt x="41457" y="98474"/>
                </a:lnTo>
                <a:lnTo>
                  <a:pt x="40861" y="98191"/>
                </a:lnTo>
                <a:lnTo>
                  <a:pt x="40282" y="97911"/>
                </a:lnTo>
                <a:lnTo>
                  <a:pt x="39720" y="97632"/>
                </a:lnTo>
                <a:lnTo>
                  <a:pt x="39176" y="97357"/>
                </a:lnTo>
                <a:lnTo>
                  <a:pt x="38648" y="97083"/>
                </a:lnTo>
                <a:lnTo>
                  <a:pt x="38137" y="96812"/>
                </a:lnTo>
                <a:lnTo>
                  <a:pt x="37644" y="96544"/>
                </a:lnTo>
                <a:lnTo>
                  <a:pt x="37168" y="96278"/>
                </a:lnTo>
                <a:lnTo>
                  <a:pt x="36708" y="96015"/>
                </a:lnTo>
                <a:lnTo>
                  <a:pt x="36266" y="95755"/>
                </a:lnTo>
                <a:lnTo>
                  <a:pt x="35842" y="95497"/>
                </a:lnTo>
                <a:lnTo>
                  <a:pt x="35434" y="95241"/>
                </a:lnTo>
                <a:lnTo>
                  <a:pt x="35043" y="94988"/>
                </a:lnTo>
                <a:lnTo>
                  <a:pt x="34670" y="94738"/>
                </a:lnTo>
                <a:lnTo>
                  <a:pt x="34314" y="94490"/>
                </a:lnTo>
                <a:lnTo>
                  <a:pt x="33975" y="94245"/>
                </a:lnTo>
                <a:lnTo>
                  <a:pt x="33653" y="94003"/>
                </a:lnTo>
                <a:lnTo>
                  <a:pt x="33349" y="93763"/>
                </a:lnTo>
                <a:lnTo>
                  <a:pt x="33061" y="93526"/>
                </a:lnTo>
                <a:lnTo>
                  <a:pt x="32785" y="93297"/>
                </a:lnTo>
                <a:lnTo>
                  <a:pt x="32520" y="93075"/>
                </a:lnTo>
                <a:lnTo>
                  <a:pt x="32267" y="92860"/>
                </a:lnTo>
                <a:lnTo>
                  <a:pt x="32026" y="92652"/>
                </a:lnTo>
                <a:lnTo>
                  <a:pt x="31796" y="92451"/>
                </a:lnTo>
                <a:lnTo>
                  <a:pt x="31578" y="92257"/>
                </a:lnTo>
                <a:lnTo>
                  <a:pt x="31371" y="92070"/>
                </a:lnTo>
                <a:lnTo>
                  <a:pt x="31176" y="91890"/>
                </a:lnTo>
                <a:lnTo>
                  <a:pt x="30993" y="91717"/>
                </a:lnTo>
                <a:lnTo>
                  <a:pt x="30822" y="91551"/>
                </a:lnTo>
                <a:lnTo>
                  <a:pt x="30662" y="91392"/>
                </a:lnTo>
                <a:lnTo>
                  <a:pt x="30515" y="91240"/>
                </a:lnTo>
                <a:lnTo>
                  <a:pt x="30378" y="91095"/>
                </a:lnTo>
                <a:lnTo>
                  <a:pt x="30254" y="90958"/>
                </a:lnTo>
                <a:lnTo>
                  <a:pt x="30142" y="90828"/>
                </a:lnTo>
                <a:lnTo>
                  <a:pt x="30041" y="90704"/>
                </a:lnTo>
                <a:lnTo>
                  <a:pt x="29952" y="90589"/>
                </a:lnTo>
                <a:lnTo>
                  <a:pt x="29875" y="90480"/>
                </a:lnTo>
                <a:lnTo>
                  <a:pt x="29809" y="90379"/>
                </a:lnTo>
                <a:lnTo>
                  <a:pt x="29756" y="90285"/>
                </a:lnTo>
                <a:lnTo>
                  <a:pt x="29714" y="90198"/>
                </a:lnTo>
                <a:lnTo>
                  <a:pt x="29685" y="90119"/>
                </a:lnTo>
                <a:lnTo>
                  <a:pt x="29667" y="90047"/>
                </a:lnTo>
                <a:lnTo>
                  <a:pt x="29661" y="89983"/>
                </a:lnTo>
                <a:lnTo>
                  <a:pt x="29740" y="89897"/>
                </a:lnTo>
                <a:lnTo>
                  <a:pt x="29940" y="89703"/>
                </a:lnTo>
                <a:lnTo>
                  <a:pt x="30262" y="89401"/>
                </a:lnTo>
                <a:lnTo>
                  <a:pt x="30706" y="88992"/>
                </a:lnTo>
                <a:lnTo>
                  <a:pt x="31272" y="88476"/>
                </a:lnTo>
                <a:lnTo>
                  <a:pt x="31959" y="87851"/>
                </a:lnTo>
                <a:lnTo>
                  <a:pt x="32769" y="87119"/>
                </a:lnTo>
                <a:lnTo>
                  <a:pt x="33699" y="86280"/>
                </a:lnTo>
                <a:lnTo>
                  <a:pt x="34752" y="85332"/>
                </a:lnTo>
                <a:lnTo>
                  <a:pt x="35927" y="84278"/>
                </a:lnTo>
                <a:lnTo>
                  <a:pt x="37223" y="83116"/>
                </a:lnTo>
                <a:lnTo>
                  <a:pt x="38641" y="81846"/>
                </a:lnTo>
                <a:lnTo>
                  <a:pt x="40180" y="80469"/>
                </a:lnTo>
                <a:lnTo>
                  <a:pt x="41842" y="78984"/>
                </a:lnTo>
                <a:lnTo>
                  <a:pt x="43625" y="77392"/>
                </a:lnTo>
                <a:lnTo>
                  <a:pt x="45530" y="75693"/>
                </a:lnTo>
                <a:lnTo>
                  <a:pt x="47556" y="73886"/>
                </a:lnTo>
                <a:lnTo>
                  <a:pt x="49704" y="71972"/>
                </a:lnTo>
                <a:lnTo>
                  <a:pt x="51975" y="69951"/>
                </a:lnTo>
                <a:lnTo>
                  <a:pt x="54366" y="67822"/>
                </a:lnTo>
                <a:lnTo>
                  <a:pt x="56880" y="65587"/>
                </a:lnTo>
                <a:lnTo>
                  <a:pt x="59515" y="63244"/>
                </a:lnTo>
                <a:lnTo>
                  <a:pt x="62272" y="60793"/>
                </a:lnTo>
                <a:lnTo>
                  <a:pt x="65151" y="58236"/>
                </a:lnTo>
                <a:lnTo>
                  <a:pt x="68034" y="55676"/>
                </a:lnTo>
                <a:lnTo>
                  <a:pt x="70796" y="53225"/>
                </a:lnTo>
                <a:lnTo>
                  <a:pt x="73438" y="50882"/>
                </a:lnTo>
                <a:lnTo>
                  <a:pt x="75959" y="48649"/>
                </a:lnTo>
                <a:lnTo>
                  <a:pt x="78360" y="46525"/>
                </a:lnTo>
                <a:lnTo>
                  <a:pt x="80640" y="44509"/>
                </a:lnTo>
                <a:lnTo>
                  <a:pt x="82799" y="42603"/>
                </a:lnTo>
                <a:lnTo>
                  <a:pt x="84838" y="40805"/>
                </a:lnTo>
                <a:lnTo>
                  <a:pt x="86756" y="39116"/>
                </a:lnTo>
                <a:lnTo>
                  <a:pt x="88554" y="37537"/>
                </a:lnTo>
                <a:lnTo>
                  <a:pt x="90230" y="36066"/>
                </a:lnTo>
                <a:lnTo>
                  <a:pt x="91786" y="34704"/>
                </a:lnTo>
                <a:lnTo>
                  <a:pt x="93222" y="33452"/>
                </a:lnTo>
                <a:lnTo>
                  <a:pt x="94537" y="32308"/>
                </a:lnTo>
                <a:lnTo>
                  <a:pt x="95730" y="31273"/>
                </a:lnTo>
                <a:lnTo>
                  <a:pt x="96804" y="30347"/>
                </a:lnTo>
                <a:lnTo>
                  <a:pt x="97756" y="29530"/>
                </a:lnTo>
                <a:lnTo>
                  <a:pt x="98588" y="28821"/>
                </a:lnTo>
                <a:lnTo>
                  <a:pt x="99299" y="28222"/>
                </a:lnTo>
                <a:lnTo>
                  <a:pt x="99889" y="27732"/>
                </a:lnTo>
                <a:lnTo>
                  <a:pt x="100358" y="27351"/>
                </a:lnTo>
                <a:lnTo>
                  <a:pt x="100707" y="27078"/>
                </a:lnTo>
                <a:lnTo>
                  <a:pt x="100934" y="26915"/>
                </a:lnTo>
                <a:lnTo>
                  <a:pt x="101023" y="26870"/>
                </a:lnTo>
                <a:lnTo>
                  <a:pt x="101022" y="26871"/>
                </a:lnTo>
                <a:close/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53428-EDFB-4C08-850F-AC75BC38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925" y="3654857"/>
            <a:ext cx="124901" cy="110814"/>
          </a:xfrm>
          <a:custGeom xmlns:a="http://schemas.openxmlformats.org/drawingml/2006/main">
            <a:pathLst>
              <a:path w="124901" h="110814" fill="none">
                <a:moveTo>
                  <a:pt x="106871" y="21974"/>
                </a:moveTo>
                <a:cubicBezTo>
                  <a:pt x="106871" y="22231"/>
                  <a:pt x="107813" y="23746"/>
                  <a:pt x="109671" y="26489"/>
                </a:cubicBezTo>
                <a:cubicBezTo>
                  <a:pt x="111557" y="29232"/>
                  <a:pt x="113386" y="33261"/>
                  <a:pt x="115129" y="38519"/>
                </a:cubicBezTo>
                <a:cubicBezTo>
                  <a:pt x="116872" y="43777"/>
                  <a:pt x="117815" y="49463"/>
                  <a:pt x="117958" y="55607"/>
                </a:cubicBezTo>
                <a:cubicBezTo>
                  <a:pt x="117958" y="69380"/>
                  <a:pt x="113500" y="81382"/>
                  <a:pt x="104613" y="91669"/>
                </a:cubicBezTo>
                <a:cubicBezTo>
                  <a:pt x="95726" y="101927"/>
                  <a:pt x="84753" y="108185"/>
                  <a:pt x="71723" y="110442"/>
                </a:cubicBezTo>
                <a:cubicBezTo>
                  <a:pt x="70237" y="110557"/>
                  <a:pt x="67094" y="110614"/>
                  <a:pt x="62351" y="110614"/>
                </a:cubicBezTo>
                <a:cubicBezTo>
                  <a:pt x="57607" y="110614"/>
                  <a:pt x="54464" y="110557"/>
                  <a:pt x="52949" y="110442"/>
                </a:cubicBezTo>
                <a:cubicBezTo>
                  <a:pt x="41434" y="108071"/>
                  <a:pt x="32433" y="103613"/>
                  <a:pt x="25918" y="97098"/>
                </a:cubicBezTo>
                <a:lnTo>
                  <a:pt x="23289" y="95040"/>
                </a:lnTo>
                <a:lnTo>
                  <a:pt x="14288" y="102927"/>
                </a:lnTo>
                <a:cubicBezTo>
                  <a:pt x="9887" y="106813"/>
                  <a:pt x="7258" y="109071"/>
                  <a:pt x="6372" y="109699"/>
                </a:cubicBezTo>
                <a:cubicBezTo>
                  <a:pt x="5515" y="110300"/>
                  <a:pt x="4629" y="110700"/>
                  <a:pt x="3743" y="110814"/>
                </a:cubicBezTo>
                <a:cubicBezTo>
                  <a:pt x="1257" y="110814"/>
                  <a:pt x="0" y="109557"/>
                  <a:pt x="0" y="107071"/>
                </a:cubicBezTo>
                <a:cubicBezTo>
                  <a:pt x="0" y="106185"/>
                  <a:pt x="371" y="105356"/>
                  <a:pt x="1114" y="104613"/>
                </a:cubicBezTo>
                <a:cubicBezTo>
                  <a:pt x="1886" y="103870"/>
                  <a:pt x="5001" y="101184"/>
                  <a:pt x="10516" y="96526"/>
                </a:cubicBezTo>
                <a:cubicBezTo>
                  <a:pt x="15888" y="91526"/>
                  <a:pt x="18402" y="89040"/>
                  <a:pt x="18031" y="89040"/>
                </a:cubicBezTo>
                <a:cubicBezTo>
                  <a:pt x="18031" y="88897"/>
                  <a:pt x="17345" y="87840"/>
                  <a:pt x="15973" y="85839"/>
                </a:cubicBezTo>
                <a:cubicBezTo>
                  <a:pt x="14573" y="83839"/>
                  <a:pt x="13002" y="80896"/>
                  <a:pt x="11259" y="77010"/>
                </a:cubicBezTo>
                <a:cubicBezTo>
                  <a:pt x="9515" y="73123"/>
                  <a:pt x="8258" y="69123"/>
                  <a:pt x="7515" y="65008"/>
                </a:cubicBezTo>
                <a:cubicBezTo>
                  <a:pt x="7401" y="63494"/>
                  <a:pt x="7315" y="60350"/>
                  <a:pt x="7315" y="55607"/>
                </a:cubicBezTo>
                <a:cubicBezTo>
                  <a:pt x="7315" y="50835"/>
                  <a:pt x="7401" y="47720"/>
                  <a:pt x="7515" y="46206"/>
                </a:cubicBezTo>
                <a:cubicBezTo>
                  <a:pt x="9630" y="34947"/>
                  <a:pt x="14516" y="25289"/>
                  <a:pt x="22146" y="17288"/>
                </a:cubicBezTo>
                <a:cubicBezTo>
                  <a:pt x="33661" y="5772"/>
                  <a:pt x="46949" y="0"/>
                  <a:pt x="61979" y="0"/>
                </a:cubicBezTo>
                <a:cubicBezTo>
                  <a:pt x="65094" y="0"/>
                  <a:pt x="68380" y="371"/>
                  <a:pt x="71723" y="1143"/>
                </a:cubicBezTo>
                <a:cubicBezTo>
                  <a:pt x="82382" y="2372"/>
                  <a:pt x="91469" y="6629"/>
                  <a:pt x="98984" y="13916"/>
                </a:cubicBezTo>
                <a:lnTo>
                  <a:pt x="101413" y="16173"/>
                </a:lnTo>
                <a:lnTo>
                  <a:pt x="110242" y="8658"/>
                </a:lnTo>
                <a:cubicBezTo>
                  <a:pt x="116129" y="3000"/>
                  <a:pt x="119444" y="200"/>
                  <a:pt x="120215" y="200"/>
                </a:cubicBezTo>
                <a:cubicBezTo>
                  <a:pt x="120329" y="200"/>
                  <a:pt x="120444" y="200"/>
                  <a:pt x="120558" y="200"/>
                </a:cubicBezTo>
                <a:cubicBezTo>
                  <a:pt x="120701" y="200"/>
                  <a:pt x="120815" y="143"/>
                  <a:pt x="120958" y="0"/>
                </a:cubicBezTo>
                <a:cubicBezTo>
                  <a:pt x="121815" y="0"/>
                  <a:pt x="122701" y="257"/>
                  <a:pt x="123587" y="743"/>
                </a:cubicBezTo>
                <a:cubicBezTo>
                  <a:pt x="124444" y="1257"/>
                  <a:pt x="124901" y="2200"/>
                  <a:pt x="124901" y="3572"/>
                </a:cubicBezTo>
                <a:cubicBezTo>
                  <a:pt x="124901" y="4572"/>
                  <a:pt x="124330" y="5658"/>
                  <a:pt x="123215" y="6772"/>
                </a:cubicBezTo>
                <a:cubicBezTo>
                  <a:pt x="122072" y="7887"/>
                  <a:pt x="119129" y="10458"/>
                  <a:pt x="114386" y="14459"/>
                </a:cubicBezTo>
                <a:cubicBezTo>
                  <a:pt x="112757" y="15859"/>
                  <a:pt x="111385" y="17088"/>
                  <a:pt x="110242" y="18231"/>
                </a:cubicBezTo>
                <a:cubicBezTo>
                  <a:pt x="109128" y="19345"/>
                  <a:pt x="108242" y="20288"/>
                  <a:pt x="107613" y="21031"/>
                </a:cubicBezTo>
                <a:cubicBezTo>
                  <a:pt x="106985" y="21803"/>
                  <a:pt x="106728" y="22117"/>
                  <a:pt x="106871" y="21974"/>
                </a:cubicBezTo>
                <a:close/>
                <a:moveTo>
                  <a:pt x="95583" y="20660"/>
                </a:moveTo>
                <a:cubicBezTo>
                  <a:pt x="89697" y="15030"/>
                  <a:pt x="82439" y="11144"/>
                  <a:pt x="73809" y="9030"/>
                </a:cubicBezTo>
                <a:cubicBezTo>
                  <a:pt x="71295" y="8144"/>
                  <a:pt x="66723" y="7715"/>
                  <a:pt x="60093" y="7715"/>
                </a:cubicBezTo>
                <a:cubicBezTo>
                  <a:pt x="49463" y="7715"/>
                  <a:pt x="40319" y="11087"/>
                  <a:pt x="32690" y="17859"/>
                </a:cubicBezTo>
                <a:cubicBezTo>
                  <a:pt x="25032" y="24603"/>
                  <a:pt x="19717" y="32233"/>
                  <a:pt x="16716" y="40748"/>
                </a:cubicBezTo>
                <a:cubicBezTo>
                  <a:pt x="15345" y="45520"/>
                  <a:pt x="14630" y="51206"/>
                  <a:pt x="14630" y="57864"/>
                </a:cubicBezTo>
                <a:cubicBezTo>
                  <a:pt x="15030" y="64237"/>
                  <a:pt x="16145" y="69494"/>
                  <a:pt x="18031" y="73638"/>
                </a:cubicBezTo>
                <a:cubicBezTo>
                  <a:pt x="18774" y="75638"/>
                  <a:pt x="19831" y="77810"/>
                  <a:pt x="21231" y="80210"/>
                </a:cubicBezTo>
                <a:cubicBezTo>
                  <a:pt x="22603" y="82582"/>
                  <a:pt x="23603" y="83782"/>
                  <a:pt x="24232" y="83782"/>
                </a:cubicBezTo>
                <a:cubicBezTo>
                  <a:pt x="24489" y="83782"/>
                  <a:pt x="36433" y="73381"/>
                  <a:pt x="60093" y="52607"/>
                </a:cubicBezTo>
                <a:cubicBezTo>
                  <a:pt x="83753" y="31804"/>
                  <a:pt x="95583" y="21174"/>
                  <a:pt x="95583" y="20660"/>
                </a:cubicBezTo>
                <a:close/>
                <a:moveTo>
                  <a:pt x="110242" y="55778"/>
                </a:moveTo>
                <a:cubicBezTo>
                  <a:pt x="110242" y="52292"/>
                  <a:pt x="109928" y="48978"/>
                  <a:pt x="109299" y="45834"/>
                </a:cubicBezTo>
                <a:cubicBezTo>
                  <a:pt x="108671" y="42691"/>
                  <a:pt x="107928" y="40005"/>
                  <a:pt x="107042" y="37748"/>
                </a:cubicBezTo>
                <a:cubicBezTo>
                  <a:pt x="106185" y="35490"/>
                  <a:pt x="105299" y="33633"/>
                  <a:pt x="104413" y="32118"/>
                </a:cubicBezTo>
                <a:cubicBezTo>
                  <a:pt x="103556" y="30604"/>
                  <a:pt x="102727" y="29375"/>
                  <a:pt x="101984" y="28375"/>
                </a:cubicBezTo>
                <a:cubicBezTo>
                  <a:pt x="101241" y="27375"/>
                  <a:pt x="100927" y="26860"/>
                  <a:pt x="101041" y="26860"/>
                </a:cubicBezTo>
                <a:cubicBezTo>
                  <a:pt x="100670" y="26860"/>
                  <a:pt x="88697" y="37319"/>
                  <a:pt x="65151" y="58236"/>
                </a:cubicBezTo>
                <a:cubicBezTo>
                  <a:pt x="41634" y="79124"/>
                  <a:pt x="29804" y="89725"/>
                  <a:pt x="29661" y="89983"/>
                </a:cubicBezTo>
                <a:cubicBezTo>
                  <a:pt x="29661" y="90468"/>
                  <a:pt x="30804" y="91669"/>
                  <a:pt x="33061" y="93526"/>
                </a:cubicBezTo>
                <a:cubicBezTo>
                  <a:pt x="35290" y="95412"/>
                  <a:pt x="39176" y="97555"/>
                  <a:pt x="44691" y="99927"/>
                </a:cubicBezTo>
                <a:cubicBezTo>
                  <a:pt x="50206" y="102298"/>
                  <a:pt x="56407" y="103413"/>
                  <a:pt x="63294" y="103299"/>
                </a:cubicBezTo>
                <a:cubicBezTo>
                  <a:pt x="76181" y="103299"/>
                  <a:pt x="87211" y="98669"/>
                  <a:pt x="96355" y="89411"/>
                </a:cubicBezTo>
                <a:cubicBezTo>
                  <a:pt x="105470" y="80153"/>
                  <a:pt x="110128" y="68923"/>
                  <a:pt x="110242" y="557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7D472-4B9E-4624-BD22-D4B1A8A6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167" y="1332367"/>
            <a:ext cx="86154" cy="98955"/>
          </a:xfrm>
          <a:custGeom xmlns:a="http://schemas.openxmlformats.org/drawingml/2006/main">
            <a:pathLst>
              <a:path w="86154" h="98955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51" y="0"/>
                  <a:pt x="73752" y="1743"/>
                  <a:pt x="78381" y="5229"/>
                </a:cubicBezTo>
                <a:cubicBezTo>
                  <a:pt x="83039" y="8715"/>
                  <a:pt x="85439" y="13287"/>
                  <a:pt x="85582" y="18945"/>
                </a:cubicBezTo>
                <a:cubicBezTo>
                  <a:pt x="85582" y="23174"/>
                  <a:pt x="84211" y="26718"/>
                  <a:pt x="81439" y="29632"/>
                </a:cubicBezTo>
                <a:cubicBezTo>
                  <a:pt x="78696" y="32547"/>
                  <a:pt x="75209" y="34061"/>
                  <a:pt x="70980" y="34204"/>
                </a:cubicBezTo>
                <a:cubicBezTo>
                  <a:pt x="68237" y="34204"/>
                  <a:pt x="66037" y="33461"/>
                  <a:pt x="64465" y="32033"/>
                </a:cubicBezTo>
                <a:cubicBezTo>
                  <a:pt x="62865" y="30575"/>
                  <a:pt x="62065" y="28404"/>
                  <a:pt x="62065" y="25489"/>
                </a:cubicBezTo>
                <a:cubicBezTo>
                  <a:pt x="62065" y="22603"/>
                  <a:pt x="62865" y="20117"/>
                  <a:pt x="64465" y="18088"/>
                </a:cubicBezTo>
                <a:cubicBezTo>
                  <a:pt x="66037" y="16059"/>
                  <a:pt x="67666" y="14545"/>
                  <a:pt x="69266" y="13516"/>
                </a:cubicBezTo>
                <a:cubicBezTo>
                  <a:pt x="70837" y="12487"/>
                  <a:pt x="71866" y="12059"/>
                  <a:pt x="72295" y="12202"/>
                </a:cubicBezTo>
                <a:lnTo>
                  <a:pt x="72523" y="12202"/>
                </a:lnTo>
                <a:cubicBezTo>
                  <a:pt x="72523" y="11916"/>
                  <a:pt x="72066" y="11487"/>
                  <a:pt x="71209" y="10916"/>
                </a:cubicBezTo>
                <a:cubicBezTo>
                  <a:pt x="70323" y="10316"/>
                  <a:pt x="68809" y="9744"/>
                  <a:pt x="66637" y="9144"/>
                </a:cubicBezTo>
                <a:cubicBezTo>
                  <a:pt x="64465" y="8572"/>
                  <a:pt x="61979" y="8287"/>
                  <a:pt x="59236" y="8287"/>
                </a:cubicBezTo>
                <a:cubicBezTo>
                  <a:pt x="54864" y="8287"/>
                  <a:pt x="50721" y="9287"/>
                  <a:pt x="46806" y="11344"/>
                </a:cubicBezTo>
                <a:cubicBezTo>
                  <a:pt x="43777" y="12659"/>
                  <a:pt x="40634" y="14888"/>
                  <a:pt x="37462" y="18088"/>
                </a:cubicBezTo>
                <a:cubicBezTo>
                  <a:pt x="31061" y="24489"/>
                  <a:pt x="26403" y="33461"/>
                  <a:pt x="23517" y="45091"/>
                </a:cubicBezTo>
                <a:cubicBezTo>
                  <a:pt x="20603" y="56721"/>
                  <a:pt x="19088" y="65122"/>
                  <a:pt x="18945" y="70352"/>
                </a:cubicBezTo>
                <a:cubicBezTo>
                  <a:pt x="18945" y="77038"/>
                  <a:pt x="20831" y="82039"/>
                  <a:pt x="24603" y="85382"/>
                </a:cubicBezTo>
                <a:cubicBezTo>
                  <a:pt x="27803" y="88868"/>
                  <a:pt x="32004" y="90611"/>
                  <a:pt x="37233" y="90611"/>
                </a:cubicBezTo>
                <a:lnTo>
                  <a:pt x="38090" y="90611"/>
                </a:lnTo>
                <a:cubicBezTo>
                  <a:pt x="54350" y="90611"/>
                  <a:pt x="67808" y="84439"/>
                  <a:pt x="78381" y="72095"/>
                </a:cubicBezTo>
                <a:cubicBezTo>
                  <a:pt x="79696" y="70637"/>
                  <a:pt x="80582" y="69923"/>
                  <a:pt x="81010" y="69923"/>
                </a:cubicBezTo>
                <a:cubicBezTo>
                  <a:pt x="81582" y="69923"/>
                  <a:pt x="82525" y="70580"/>
                  <a:pt x="83839" y="71895"/>
                </a:cubicBezTo>
                <a:cubicBezTo>
                  <a:pt x="85154" y="73181"/>
                  <a:pt x="85868" y="74209"/>
                  <a:pt x="86011" y="74924"/>
                </a:cubicBezTo>
                <a:cubicBezTo>
                  <a:pt x="86154" y="75667"/>
                  <a:pt x="85525" y="76752"/>
                  <a:pt x="84039" y="78210"/>
                </a:cubicBezTo>
                <a:cubicBezTo>
                  <a:pt x="82610" y="79639"/>
                  <a:pt x="80496" y="81696"/>
                  <a:pt x="77753" y="84296"/>
                </a:cubicBezTo>
                <a:cubicBezTo>
                  <a:pt x="74981" y="86897"/>
                  <a:pt x="71723" y="89097"/>
                  <a:pt x="67951" y="90811"/>
                </a:cubicBezTo>
                <a:cubicBezTo>
                  <a:pt x="64151" y="92554"/>
                  <a:pt x="59522" y="94383"/>
                  <a:pt x="54007" y="96269"/>
                </a:cubicBezTo>
                <a:cubicBezTo>
                  <a:pt x="48492" y="98155"/>
                  <a:pt x="42662" y="98955"/>
                  <a:pt x="36576" y="98669"/>
                </a:cubicBezTo>
                <a:cubicBezTo>
                  <a:pt x="25689" y="98669"/>
                  <a:pt x="16888" y="95183"/>
                  <a:pt x="10230" y="88211"/>
                </a:cubicBezTo>
                <a:cubicBezTo>
                  <a:pt x="3543" y="81239"/>
                  <a:pt x="143" y="72380"/>
                  <a:pt x="0" y="616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1F13A-1B3D-45AF-917F-82A7367C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167" y="1332367"/>
            <a:ext cx="86154" cy="98955"/>
          </a:xfrm>
          <a:custGeom xmlns:a="http://schemas.openxmlformats.org/drawingml/2006/main">
            <a:pathLst>
              <a:path w="86154" h="98955" fill="none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51" y="0"/>
                  <a:pt x="73752" y="1743"/>
                  <a:pt x="78381" y="5229"/>
                </a:cubicBezTo>
                <a:cubicBezTo>
                  <a:pt x="83039" y="8715"/>
                  <a:pt x="85439" y="13287"/>
                  <a:pt x="85582" y="18945"/>
                </a:cubicBezTo>
                <a:cubicBezTo>
                  <a:pt x="85582" y="23174"/>
                  <a:pt x="84211" y="26718"/>
                  <a:pt x="81439" y="29632"/>
                </a:cubicBezTo>
                <a:cubicBezTo>
                  <a:pt x="78696" y="32547"/>
                  <a:pt x="75209" y="34061"/>
                  <a:pt x="70980" y="34204"/>
                </a:cubicBezTo>
                <a:cubicBezTo>
                  <a:pt x="68237" y="34204"/>
                  <a:pt x="66037" y="33461"/>
                  <a:pt x="64465" y="32033"/>
                </a:cubicBezTo>
                <a:cubicBezTo>
                  <a:pt x="62865" y="30575"/>
                  <a:pt x="62065" y="28404"/>
                  <a:pt x="62065" y="25489"/>
                </a:cubicBezTo>
                <a:cubicBezTo>
                  <a:pt x="62065" y="22603"/>
                  <a:pt x="62865" y="20117"/>
                  <a:pt x="64465" y="18088"/>
                </a:cubicBezTo>
                <a:cubicBezTo>
                  <a:pt x="66037" y="16059"/>
                  <a:pt x="67666" y="14545"/>
                  <a:pt x="69266" y="13516"/>
                </a:cubicBezTo>
                <a:cubicBezTo>
                  <a:pt x="70837" y="12487"/>
                  <a:pt x="71866" y="12059"/>
                  <a:pt x="72295" y="12202"/>
                </a:cubicBezTo>
                <a:lnTo>
                  <a:pt x="72523" y="12202"/>
                </a:lnTo>
                <a:cubicBezTo>
                  <a:pt x="72523" y="11916"/>
                  <a:pt x="72066" y="11487"/>
                  <a:pt x="71209" y="10916"/>
                </a:cubicBezTo>
                <a:cubicBezTo>
                  <a:pt x="70323" y="10316"/>
                  <a:pt x="68809" y="9744"/>
                  <a:pt x="66637" y="9144"/>
                </a:cubicBezTo>
                <a:cubicBezTo>
                  <a:pt x="64465" y="8572"/>
                  <a:pt x="61979" y="8287"/>
                  <a:pt x="59236" y="8287"/>
                </a:cubicBezTo>
                <a:cubicBezTo>
                  <a:pt x="54864" y="8287"/>
                  <a:pt x="50721" y="9287"/>
                  <a:pt x="46806" y="11344"/>
                </a:cubicBezTo>
                <a:cubicBezTo>
                  <a:pt x="43777" y="12659"/>
                  <a:pt x="40634" y="14888"/>
                  <a:pt x="37462" y="18088"/>
                </a:cubicBezTo>
                <a:cubicBezTo>
                  <a:pt x="31061" y="24489"/>
                  <a:pt x="26403" y="33461"/>
                  <a:pt x="23517" y="45091"/>
                </a:cubicBezTo>
                <a:cubicBezTo>
                  <a:pt x="20603" y="56721"/>
                  <a:pt x="19088" y="65122"/>
                  <a:pt x="18945" y="70352"/>
                </a:cubicBezTo>
                <a:cubicBezTo>
                  <a:pt x="18945" y="77038"/>
                  <a:pt x="20831" y="82039"/>
                  <a:pt x="24603" y="85382"/>
                </a:cubicBezTo>
                <a:cubicBezTo>
                  <a:pt x="27803" y="88868"/>
                  <a:pt x="32004" y="90611"/>
                  <a:pt x="37233" y="90611"/>
                </a:cubicBezTo>
                <a:lnTo>
                  <a:pt x="38090" y="90611"/>
                </a:lnTo>
                <a:cubicBezTo>
                  <a:pt x="54350" y="90611"/>
                  <a:pt x="67808" y="84439"/>
                  <a:pt x="78381" y="72095"/>
                </a:cubicBezTo>
                <a:cubicBezTo>
                  <a:pt x="79696" y="70637"/>
                  <a:pt x="80582" y="69923"/>
                  <a:pt x="81010" y="69923"/>
                </a:cubicBezTo>
                <a:cubicBezTo>
                  <a:pt x="81582" y="69923"/>
                  <a:pt x="82525" y="70580"/>
                  <a:pt x="83839" y="71895"/>
                </a:cubicBezTo>
                <a:cubicBezTo>
                  <a:pt x="85154" y="73181"/>
                  <a:pt x="85868" y="74209"/>
                  <a:pt x="86011" y="74924"/>
                </a:cubicBezTo>
                <a:cubicBezTo>
                  <a:pt x="86154" y="75667"/>
                  <a:pt x="85525" y="76752"/>
                  <a:pt x="84039" y="78210"/>
                </a:cubicBezTo>
                <a:cubicBezTo>
                  <a:pt x="82610" y="79639"/>
                  <a:pt x="80496" y="81696"/>
                  <a:pt x="77753" y="84296"/>
                </a:cubicBezTo>
                <a:cubicBezTo>
                  <a:pt x="74981" y="86897"/>
                  <a:pt x="71723" y="89097"/>
                  <a:pt x="67951" y="90811"/>
                </a:cubicBezTo>
                <a:cubicBezTo>
                  <a:pt x="64151" y="92554"/>
                  <a:pt x="59522" y="94383"/>
                  <a:pt x="54007" y="96269"/>
                </a:cubicBezTo>
                <a:cubicBezTo>
                  <a:pt x="48492" y="98155"/>
                  <a:pt x="42662" y="98955"/>
                  <a:pt x="36576" y="98669"/>
                </a:cubicBezTo>
                <a:cubicBezTo>
                  <a:pt x="25689" y="98669"/>
                  <a:pt x="16888" y="95183"/>
                  <a:pt x="10230" y="88211"/>
                </a:cubicBezTo>
                <a:cubicBezTo>
                  <a:pt x="3543" y="81239"/>
                  <a:pt x="143" y="72380"/>
                  <a:pt x="0" y="616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AD9F1-41DA-45C9-94A6-D4510AC7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37" y="1358770"/>
            <a:ext cx="64837" cy="105928"/>
          </a:xfrm>
          <a:custGeom xmlns:a="http://schemas.openxmlformats.org/drawingml/2006/main">
            <a:pathLst>
              <a:path w="64837" h="105928">
                <a:moveTo>
                  <a:pt x="8773" y="12459"/>
                </a:moveTo>
                <a:cubicBezTo>
                  <a:pt x="14545" y="4143"/>
                  <a:pt x="22403" y="0"/>
                  <a:pt x="32347" y="0"/>
                </a:cubicBezTo>
                <a:cubicBezTo>
                  <a:pt x="37262" y="0"/>
                  <a:pt x="42205" y="1314"/>
                  <a:pt x="47120" y="4000"/>
                </a:cubicBezTo>
                <a:cubicBezTo>
                  <a:pt x="52064" y="6658"/>
                  <a:pt x="56064" y="11373"/>
                  <a:pt x="59150" y="18145"/>
                </a:cubicBezTo>
                <a:cubicBezTo>
                  <a:pt x="62922" y="26689"/>
                  <a:pt x="64837" y="38376"/>
                  <a:pt x="64837" y="53264"/>
                </a:cubicBezTo>
                <a:cubicBezTo>
                  <a:pt x="64837" y="69180"/>
                  <a:pt x="62636" y="81353"/>
                  <a:pt x="58207" y="89754"/>
                </a:cubicBezTo>
                <a:cubicBezTo>
                  <a:pt x="56178" y="94069"/>
                  <a:pt x="53350" y="97498"/>
                  <a:pt x="49749" y="100070"/>
                </a:cubicBezTo>
                <a:cubicBezTo>
                  <a:pt x="46149" y="102641"/>
                  <a:pt x="43005" y="104242"/>
                  <a:pt x="40348" y="104842"/>
                </a:cubicBezTo>
                <a:cubicBezTo>
                  <a:pt x="37690" y="105470"/>
                  <a:pt x="35062" y="105813"/>
                  <a:pt x="32518" y="105928"/>
                </a:cubicBezTo>
                <a:cubicBezTo>
                  <a:pt x="29832" y="105928"/>
                  <a:pt x="27146" y="105613"/>
                  <a:pt x="24489" y="105013"/>
                </a:cubicBezTo>
                <a:cubicBezTo>
                  <a:pt x="21831" y="104384"/>
                  <a:pt x="18688" y="102727"/>
                  <a:pt x="15116" y="100070"/>
                </a:cubicBezTo>
                <a:cubicBezTo>
                  <a:pt x="11516" y="97412"/>
                  <a:pt x="8687" y="93955"/>
                  <a:pt x="6629" y="89754"/>
                </a:cubicBezTo>
                <a:cubicBezTo>
                  <a:pt x="2229" y="81353"/>
                  <a:pt x="0" y="69180"/>
                  <a:pt x="0" y="53264"/>
                </a:cubicBezTo>
                <a:cubicBezTo>
                  <a:pt x="0" y="35404"/>
                  <a:pt x="2943" y="21803"/>
                  <a:pt x="8773" y="12459"/>
                </a:cubicBezTo>
                <a:close/>
                <a:moveTo>
                  <a:pt x="43434" y="10601"/>
                </a:moveTo>
                <a:cubicBezTo>
                  <a:pt x="40348" y="7315"/>
                  <a:pt x="36719" y="5686"/>
                  <a:pt x="32518" y="5686"/>
                </a:cubicBezTo>
                <a:cubicBezTo>
                  <a:pt x="28175" y="5686"/>
                  <a:pt x="24489" y="7315"/>
                  <a:pt x="21403" y="10601"/>
                </a:cubicBezTo>
                <a:cubicBezTo>
                  <a:pt x="18860" y="13287"/>
                  <a:pt x="17145" y="16974"/>
                  <a:pt x="16345" y="21717"/>
                </a:cubicBezTo>
                <a:cubicBezTo>
                  <a:pt x="15516" y="26432"/>
                  <a:pt x="15116" y="36290"/>
                  <a:pt x="15116" y="51264"/>
                </a:cubicBezTo>
                <a:cubicBezTo>
                  <a:pt x="15116" y="67466"/>
                  <a:pt x="15516" y="78153"/>
                  <a:pt x="16345" y="83296"/>
                </a:cubicBezTo>
                <a:cubicBezTo>
                  <a:pt x="17145" y="88411"/>
                  <a:pt x="19002" y="92469"/>
                  <a:pt x="21888" y="95440"/>
                </a:cubicBezTo>
                <a:cubicBezTo>
                  <a:pt x="24746" y="98527"/>
                  <a:pt x="28289" y="100070"/>
                  <a:pt x="32518" y="100070"/>
                </a:cubicBezTo>
                <a:cubicBezTo>
                  <a:pt x="36605" y="100070"/>
                  <a:pt x="40091" y="98527"/>
                  <a:pt x="42977" y="95440"/>
                </a:cubicBezTo>
                <a:cubicBezTo>
                  <a:pt x="45949" y="92383"/>
                  <a:pt x="47806" y="88068"/>
                  <a:pt x="48520" y="82525"/>
                </a:cubicBezTo>
                <a:cubicBezTo>
                  <a:pt x="49235" y="76981"/>
                  <a:pt x="49663" y="66551"/>
                  <a:pt x="49749" y="51264"/>
                </a:cubicBezTo>
                <a:cubicBezTo>
                  <a:pt x="49749" y="36376"/>
                  <a:pt x="49349" y="26575"/>
                  <a:pt x="48520" y="21860"/>
                </a:cubicBezTo>
                <a:cubicBezTo>
                  <a:pt x="47692" y="17116"/>
                  <a:pt x="46006" y="13402"/>
                  <a:pt x="43434" y="106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8334C-928B-4C62-BE5B-EBACE435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37" y="1358770"/>
            <a:ext cx="64837" cy="105928"/>
          </a:xfrm>
          <a:custGeom xmlns:a="http://schemas.openxmlformats.org/drawingml/2006/main">
            <a:pathLst>
              <a:path w="64837" h="105928" fill="none">
                <a:moveTo>
                  <a:pt x="8773" y="12459"/>
                </a:moveTo>
                <a:cubicBezTo>
                  <a:pt x="14545" y="4143"/>
                  <a:pt x="22403" y="0"/>
                  <a:pt x="32347" y="0"/>
                </a:cubicBezTo>
                <a:cubicBezTo>
                  <a:pt x="37262" y="0"/>
                  <a:pt x="42205" y="1314"/>
                  <a:pt x="47120" y="4000"/>
                </a:cubicBezTo>
                <a:cubicBezTo>
                  <a:pt x="52064" y="6658"/>
                  <a:pt x="56064" y="11373"/>
                  <a:pt x="59150" y="18145"/>
                </a:cubicBezTo>
                <a:cubicBezTo>
                  <a:pt x="62922" y="26689"/>
                  <a:pt x="64837" y="38376"/>
                  <a:pt x="64837" y="53264"/>
                </a:cubicBezTo>
                <a:cubicBezTo>
                  <a:pt x="64837" y="69180"/>
                  <a:pt x="62636" y="81353"/>
                  <a:pt x="58207" y="89754"/>
                </a:cubicBezTo>
                <a:cubicBezTo>
                  <a:pt x="56178" y="94069"/>
                  <a:pt x="53350" y="97498"/>
                  <a:pt x="49749" y="100070"/>
                </a:cubicBezTo>
                <a:cubicBezTo>
                  <a:pt x="46149" y="102641"/>
                  <a:pt x="43005" y="104242"/>
                  <a:pt x="40348" y="104842"/>
                </a:cubicBezTo>
                <a:cubicBezTo>
                  <a:pt x="37690" y="105470"/>
                  <a:pt x="35062" y="105813"/>
                  <a:pt x="32518" y="105928"/>
                </a:cubicBezTo>
                <a:cubicBezTo>
                  <a:pt x="29832" y="105928"/>
                  <a:pt x="27146" y="105613"/>
                  <a:pt x="24489" y="105013"/>
                </a:cubicBezTo>
                <a:cubicBezTo>
                  <a:pt x="21831" y="104384"/>
                  <a:pt x="18688" y="102727"/>
                  <a:pt x="15116" y="100070"/>
                </a:cubicBezTo>
                <a:cubicBezTo>
                  <a:pt x="11516" y="97412"/>
                  <a:pt x="8687" y="93955"/>
                  <a:pt x="6629" y="89754"/>
                </a:cubicBezTo>
                <a:cubicBezTo>
                  <a:pt x="2229" y="81353"/>
                  <a:pt x="0" y="69180"/>
                  <a:pt x="0" y="53264"/>
                </a:cubicBezTo>
                <a:cubicBezTo>
                  <a:pt x="0" y="35404"/>
                  <a:pt x="2943" y="21803"/>
                  <a:pt x="8773" y="12459"/>
                </a:cubicBezTo>
                <a:close/>
                <a:moveTo>
                  <a:pt x="43434" y="10601"/>
                </a:moveTo>
                <a:cubicBezTo>
                  <a:pt x="40348" y="7315"/>
                  <a:pt x="36719" y="5686"/>
                  <a:pt x="32518" y="5686"/>
                </a:cubicBezTo>
                <a:cubicBezTo>
                  <a:pt x="28175" y="5686"/>
                  <a:pt x="24489" y="7315"/>
                  <a:pt x="21403" y="10601"/>
                </a:cubicBezTo>
                <a:cubicBezTo>
                  <a:pt x="18860" y="13287"/>
                  <a:pt x="17145" y="16974"/>
                  <a:pt x="16345" y="21717"/>
                </a:cubicBezTo>
                <a:cubicBezTo>
                  <a:pt x="15516" y="26432"/>
                  <a:pt x="15116" y="36290"/>
                  <a:pt x="15116" y="51264"/>
                </a:cubicBezTo>
                <a:cubicBezTo>
                  <a:pt x="15116" y="67466"/>
                  <a:pt x="15516" y="78153"/>
                  <a:pt x="16345" y="83296"/>
                </a:cubicBezTo>
                <a:cubicBezTo>
                  <a:pt x="17145" y="88411"/>
                  <a:pt x="19002" y="92469"/>
                  <a:pt x="21888" y="95440"/>
                </a:cubicBezTo>
                <a:cubicBezTo>
                  <a:pt x="24746" y="98527"/>
                  <a:pt x="28289" y="100070"/>
                  <a:pt x="32518" y="100070"/>
                </a:cubicBezTo>
                <a:cubicBezTo>
                  <a:pt x="36605" y="100070"/>
                  <a:pt x="40091" y="98527"/>
                  <a:pt x="42977" y="95440"/>
                </a:cubicBezTo>
                <a:cubicBezTo>
                  <a:pt x="45949" y="92383"/>
                  <a:pt x="47806" y="88068"/>
                  <a:pt x="48520" y="82525"/>
                </a:cubicBezTo>
                <a:cubicBezTo>
                  <a:pt x="49235" y="76981"/>
                  <a:pt x="49663" y="66551"/>
                  <a:pt x="49749" y="51264"/>
                </a:cubicBezTo>
                <a:cubicBezTo>
                  <a:pt x="49749" y="36376"/>
                  <a:pt x="49349" y="26575"/>
                  <a:pt x="48520" y="21860"/>
                </a:cubicBezTo>
                <a:cubicBezTo>
                  <a:pt x="47692" y="17116"/>
                  <a:pt x="46006" y="13402"/>
                  <a:pt x="43434" y="106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30CA7-2E3D-48A1-A7C7-2AD8780F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409" y="1366599"/>
            <a:ext cx="120872" cy="58150"/>
          </a:xfrm>
          <a:custGeom xmlns:a="http://schemas.openxmlformats.org/drawingml/2006/main">
            <a:pathLst>
              <a:path w="120872" h="58150">
                <a:moveTo>
                  <a:pt x="0" y="7172"/>
                </a:moveTo>
                <a:cubicBezTo>
                  <a:pt x="0" y="7172"/>
                  <a:pt x="0" y="6229"/>
                  <a:pt x="0" y="4343"/>
                </a:cubicBezTo>
                <a:cubicBezTo>
                  <a:pt x="0" y="2457"/>
                  <a:pt x="1000" y="1000"/>
                  <a:pt x="3029" y="0"/>
                </a:cubicBezTo>
                <a:lnTo>
                  <a:pt x="117586" y="0"/>
                </a:lnTo>
                <a:cubicBezTo>
                  <a:pt x="118615" y="429"/>
                  <a:pt x="119701" y="1372"/>
                  <a:pt x="120872" y="2829"/>
                </a:cubicBezTo>
                <a:lnTo>
                  <a:pt x="120872" y="55321"/>
                </a:lnTo>
                <a:cubicBezTo>
                  <a:pt x="118986" y="57207"/>
                  <a:pt x="117529" y="58150"/>
                  <a:pt x="116500" y="58150"/>
                </a:cubicBezTo>
                <a:cubicBezTo>
                  <a:pt x="115929" y="58150"/>
                  <a:pt x="115414" y="58064"/>
                  <a:pt x="114986" y="57922"/>
                </a:cubicBezTo>
                <a:cubicBezTo>
                  <a:pt x="114557" y="57779"/>
                  <a:pt x="114186" y="57493"/>
                  <a:pt x="113900" y="57036"/>
                </a:cubicBezTo>
                <a:cubicBezTo>
                  <a:pt x="113614" y="56607"/>
                  <a:pt x="113300" y="56321"/>
                  <a:pt x="113014" y="56178"/>
                </a:cubicBezTo>
                <a:cubicBezTo>
                  <a:pt x="112728" y="56036"/>
                  <a:pt x="112528" y="55750"/>
                  <a:pt x="112385" y="55321"/>
                </a:cubicBezTo>
                <a:lnTo>
                  <a:pt x="112157" y="32004"/>
                </a:lnTo>
                <a:lnTo>
                  <a:pt x="112157" y="8715"/>
                </a:lnTo>
                <a:lnTo>
                  <a:pt x="3029" y="8715"/>
                </a:lnTo>
                <a:cubicBezTo>
                  <a:pt x="1000" y="7687"/>
                  <a:pt x="0" y="6229"/>
                  <a:pt x="0" y="4343"/>
                </a:cubicBezTo>
                <a:lnTo>
                  <a:pt x="0" y="71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F0035-DBA4-419B-9618-212E0E1F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409" y="1366599"/>
            <a:ext cx="120872" cy="58150"/>
          </a:xfrm>
          <a:custGeom xmlns:a="http://schemas.openxmlformats.org/drawingml/2006/main">
            <a:pathLst>
              <a:path w="120872" h="58150" fill="none">
                <a:moveTo>
                  <a:pt x="0" y="7172"/>
                </a:moveTo>
                <a:cubicBezTo>
                  <a:pt x="0" y="7172"/>
                  <a:pt x="0" y="6229"/>
                  <a:pt x="0" y="4343"/>
                </a:cubicBezTo>
                <a:cubicBezTo>
                  <a:pt x="0" y="2457"/>
                  <a:pt x="1000" y="1000"/>
                  <a:pt x="3029" y="0"/>
                </a:cubicBezTo>
                <a:lnTo>
                  <a:pt x="117586" y="0"/>
                </a:lnTo>
                <a:cubicBezTo>
                  <a:pt x="118615" y="429"/>
                  <a:pt x="119701" y="1372"/>
                  <a:pt x="120872" y="2829"/>
                </a:cubicBezTo>
                <a:lnTo>
                  <a:pt x="120872" y="55321"/>
                </a:lnTo>
                <a:cubicBezTo>
                  <a:pt x="118986" y="57207"/>
                  <a:pt x="117529" y="58150"/>
                  <a:pt x="116500" y="58150"/>
                </a:cubicBezTo>
                <a:cubicBezTo>
                  <a:pt x="115929" y="58150"/>
                  <a:pt x="115414" y="58064"/>
                  <a:pt x="114986" y="57922"/>
                </a:cubicBezTo>
                <a:cubicBezTo>
                  <a:pt x="114557" y="57779"/>
                  <a:pt x="114186" y="57493"/>
                  <a:pt x="113900" y="57036"/>
                </a:cubicBezTo>
                <a:cubicBezTo>
                  <a:pt x="113614" y="56607"/>
                  <a:pt x="113300" y="56321"/>
                  <a:pt x="113014" y="56178"/>
                </a:cubicBezTo>
                <a:cubicBezTo>
                  <a:pt x="112728" y="56036"/>
                  <a:pt x="112528" y="55750"/>
                  <a:pt x="112385" y="55321"/>
                </a:cubicBezTo>
                <a:lnTo>
                  <a:pt x="112157" y="32004"/>
                </a:lnTo>
                <a:lnTo>
                  <a:pt x="112157" y="8715"/>
                </a:lnTo>
                <a:lnTo>
                  <a:pt x="3029" y="8715"/>
                </a:lnTo>
                <a:cubicBezTo>
                  <a:pt x="1000" y="7687"/>
                  <a:pt x="0" y="6229"/>
                  <a:pt x="0" y="4343"/>
                </a:cubicBezTo>
                <a:lnTo>
                  <a:pt x="0" y="71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7F4D7-B763-4122-B63F-1053DE48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883" y="1347854"/>
            <a:ext cx="86154" cy="98955"/>
          </a:xfrm>
          <a:custGeom xmlns:a="http://schemas.openxmlformats.org/drawingml/2006/main">
            <a:pathLst>
              <a:path w="86154" h="98955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51" y="0"/>
                  <a:pt x="73752" y="1743"/>
                  <a:pt x="78410" y="5229"/>
                </a:cubicBezTo>
                <a:cubicBezTo>
                  <a:pt x="83039" y="8715"/>
                  <a:pt x="85439" y="13287"/>
                  <a:pt x="85582" y="18945"/>
                </a:cubicBezTo>
                <a:cubicBezTo>
                  <a:pt x="85582" y="23174"/>
                  <a:pt x="84211" y="26718"/>
                  <a:pt x="81439" y="29632"/>
                </a:cubicBezTo>
                <a:cubicBezTo>
                  <a:pt x="78696" y="32518"/>
                  <a:pt x="75209" y="34061"/>
                  <a:pt x="71009" y="34204"/>
                </a:cubicBezTo>
                <a:cubicBezTo>
                  <a:pt x="68237" y="34204"/>
                  <a:pt x="66065" y="33461"/>
                  <a:pt x="64465" y="32004"/>
                </a:cubicBezTo>
                <a:cubicBezTo>
                  <a:pt x="62865" y="30575"/>
                  <a:pt x="62065" y="28375"/>
                  <a:pt x="62065" y="25489"/>
                </a:cubicBezTo>
                <a:cubicBezTo>
                  <a:pt x="62065" y="22574"/>
                  <a:pt x="62865" y="20117"/>
                  <a:pt x="64465" y="18088"/>
                </a:cubicBezTo>
                <a:cubicBezTo>
                  <a:pt x="66065" y="16031"/>
                  <a:pt x="67637" y="14516"/>
                  <a:pt x="69266" y="13516"/>
                </a:cubicBezTo>
                <a:cubicBezTo>
                  <a:pt x="70866" y="12487"/>
                  <a:pt x="71866" y="12059"/>
                  <a:pt x="72295" y="12202"/>
                </a:cubicBezTo>
                <a:lnTo>
                  <a:pt x="72523" y="12202"/>
                </a:lnTo>
                <a:cubicBezTo>
                  <a:pt x="72523" y="11916"/>
                  <a:pt x="72095" y="11487"/>
                  <a:pt x="71209" y="10887"/>
                </a:cubicBezTo>
                <a:cubicBezTo>
                  <a:pt x="70352" y="10316"/>
                  <a:pt x="68809" y="9744"/>
                  <a:pt x="66637" y="9144"/>
                </a:cubicBezTo>
                <a:cubicBezTo>
                  <a:pt x="64465" y="8572"/>
                  <a:pt x="61979" y="8287"/>
                  <a:pt x="59236" y="8287"/>
                </a:cubicBezTo>
                <a:cubicBezTo>
                  <a:pt x="54893" y="8287"/>
                  <a:pt x="50749" y="9315"/>
                  <a:pt x="46834" y="11344"/>
                </a:cubicBezTo>
                <a:cubicBezTo>
                  <a:pt x="43777" y="12630"/>
                  <a:pt x="40662" y="14888"/>
                  <a:pt x="37462" y="18088"/>
                </a:cubicBezTo>
                <a:cubicBezTo>
                  <a:pt x="31061" y="24460"/>
                  <a:pt x="26403" y="33461"/>
                  <a:pt x="23517" y="45091"/>
                </a:cubicBezTo>
                <a:cubicBezTo>
                  <a:pt x="20603" y="56721"/>
                  <a:pt x="19088" y="65122"/>
                  <a:pt x="18945" y="70352"/>
                </a:cubicBezTo>
                <a:cubicBezTo>
                  <a:pt x="18945" y="77038"/>
                  <a:pt x="20831" y="82039"/>
                  <a:pt x="24603" y="85382"/>
                </a:cubicBezTo>
                <a:cubicBezTo>
                  <a:pt x="27803" y="88868"/>
                  <a:pt x="32004" y="90611"/>
                  <a:pt x="37233" y="90611"/>
                </a:cubicBezTo>
                <a:lnTo>
                  <a:pt x="38090" y="90611"/>
                </a:lnTo>
                <a:cubicBezTo>
                  <a:pt x="54378" y="90611"/>
                  <a:pt x="67808" y="84439"/>
                  <a:pt x="78410" y="72095"/>
                </a:cubicBezTo>
                <a:cubicBezTo>
                  <a:pt x="79696" y="70637"/>
                  <a:pt x="80582" y="69923"/>
                  <a:pt x="81010" y="69923"/>
                </a:cubicBezTo>
                <a:cubicBezTo>
                  <a:pt x="81582" y="69923"/>
                  <a:pt x="82553" y="70580"/>
                  <a:pt x="83839" y="71866"/>
                </a:cubicBezTo>
                <a:cubicBezTo>
                  <a:pt x="85154" y="73181"/>
                  <a:pt x="85868" y="74209"/>
                  <a:pt x="86011" y="74924"/>
                </a:cubicBezTo>
                <a:cubicBezTo>
                  <a:pt x="86154" y="75638"/>
                  <a:pt x="85496" y="76752"/>
                  <a:pt x="84068" y="78181"/>
                </a:cubicBezTo>
                <a:cubicBezTo>
                  <a:pt x="82610" y="79639"/>
                  <a:pt x="80496" y="81667"/>
                  <a:pt x="77753" y="84296"/>
                </a:cubicBezTo>
                <a:cubicBezTo>
                  <a:pt x="74981" y="86897"/>
                  <a:pt x="71723" y="89068"/>
                  <a:pt x="67951" y="90840"/>
                </a:cubicBezTo>
                <a:cubicBezTo>
                  <a:pt x="64179" y="92583"/>
                  <a:pt x="59522" y="94383"/>
                  <a:pt x="54007" y="96269"/>
                </a:cubicBezTo>
                <a:cubicBezTo>
                  <a:pt x="48492" y="98155"/>
                  <a:pt x="42691" y="98955"/>
                  <a:pt x="36576" y="98669"/>
                </a:cubicBezTo>
                <a:cubicBezTo>
                  <a:pt x="25689" y="98669"/>
                  <a:pt x="16916" y="95183"/>
                  <a:pt x="10230" y="88211"/>
                </a:cubicBezTo>
                <a:cubicBezTo>
                  <a:pt x="3543" y="81239"/>
                  <a:pt x="143" y="72380"/>
                  <a:pt x="0" y="616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90966-401B-43BB-BEFA-4B064BC8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883" y="1347854"/>
            <a:ext cx="86154" cy="98955"/>
          </a:xfrm>
          <a:custGeom xmlns:a="http://schemas.openxmlformats.org/drawingml/2006/main">
            <a:pathLst>
              <a:path w="86154" h="98955" fill="none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51" y="0"/>
                  <a:pt x="73752" y="1743"/>
                  <a:pt x="78410" y="5229"/>
                </a:cubicBezTo>
                <a:cubicBezTo>
                  <a:pt x="83039" y="8715"/>
                  <a:pt x="85439" y="13287"/>
                  <a:pt x="85582" y="18945"/>
                </a:cubicBezTo>
                <a:cubicBezTo>
                  <a:pt x="85582" y="23174"/>
                  <a:pt x="84211" y="26718"/>
                  <a:pt x="81439" y="29632"/>
                </a:cubicBezTo>
                <a:cubicBezTo>
                  <a:pt x="78696" y="32518"/>
                  <a:pt x="75209" y="34061"/>
                  <a:pt x="71009" y="34204"/>
                </a:cubicBezTo>
                <a:cubicBezTo>
                  <a:pt x="68237" y="34204"/>
                  <a:pt x="66065" y="33461"/>
                  <a:pt x="64465" y="32004"/>
                </a:cubicBezTo>
                <a:cubicBezTo>
                  <a:pt x="62865" y="30575"/>
                  <a:pt x="62065" y="28375"/>
                  <a:pt x="62065" y="25489"/>
                </a:cubicBezTo>
                <a:cubicBezTo>
                  <a:pt x="62065" y="22574"/>
                  <a:pt x="62865" y="20117"/>
                  <a:pt x="64465" y="18088"/>
                </a:cubicBezTo>
                <a:cubicBezTo>
                  <a:pt x="66065" y="16031"/>
                  <a:pt x="67637" y="14516"/>
                  <a:pt x="69266" y="13516"/>
                </a:cubicBezTo>
                <a:cubicBezTo>
                  <a:pt x="70866" y="12487"/>
                  <a:pt x="71866" y="12059"/>
                  <a:pt x="72295" y="12202"/>
                </a:cubicBezTo>
                <a:lnTo>
                  <a:pt x="72523" y="12202"/>
                </a:lnTo>
                <a:cubicBezTo>
                  <a:pt x="72523" y="11916"/>
                  <a:pt x="72095" y="11487"/>
                  <a:pt x="71209" y="10887"/>
                </a:cubicBezTo>
                <a:cubicBezTo>
                  <a:pt x="70352" y="10316"/>
                  <a:pt x="68809" y="9744"/>
                  <a:pt x="66637" y="9144"/>
                </a:cubicBezTo>
                <a:cubicBezTo>
                  <a:pt x="64465" y="8572"/>
                  <a:pt x="61979" y="8287"/>
                  <a:pt x="59236" y="8287"/>
                </a:cubicBezTo>
                <a:cubicBezTo>
                  <a:pt x="54893" y="8287"/>
                  <a:pt x="50749" y="9315"/>
                  <a:pt x="46834" y="11344"/>
                </a:cubicBezTo>
                <a:cubicBezTo>
                  <a:pt x="43777" y="12630"/>
                  <a:pt x="40662" y="14888"/>
                  <a:pt x="37462" y="18088"/>
                </a:cubicBezTo>
                <a:cubicBezTo>
                  <a:pt x="31061" y="24460"/>
                  <a:pt x="26403" y="33461"/>
                  <a:pt x="23517" y="45091"/>
                </a:cubicBezTo>
                <a:cubicBezTo>
                  <a:pt x="20603" y="56721"/>
                  <a:pt x="19088" y="65122"/>
                  <a:pt x="18945" y="70352"/>
                </a:cubicBezTo>
                <a:cubicBezTo>
                  <a:pt x="18945" y="77038"/>
                  <a:pt x="20831" y="82039"/>
                  <a:pt x="24603" y="85382"/>
                </a:cubicBezTo>
                <a:cubicBezTo>
                  <a:pt x="27803" y="88868"/>
                  <a:pt x="32004" y="90611"/>
                  <a:pt x="37233" y="90611"/>
                </a:cubicBezTo>
                <a:lnTo>
                  <a:pt x="38090" y="90611"/>
                </a:lnTo>
                <a:cubicBezTo>
                  <a:pt x="54378" y="90611"/>
                  <a:pt x="67808" y="84439"/>
                  <a:pt x="78410" y="72095"/>
                </a:cubicBezTo>
                <a:cubicBezTo>
                  <a:pt x="79696" y="70637"/>
                  <a:pt x="80582" y="69923"/>
                  <a:pt x="81010" y="69923"/>
                </a:cubicBezTo>
                <a:cubicBezTo>
                  <a:pt x="81582" y="69923"/>
                  <a:pt x="82553" y="70580"/>
                  <a:pt x="83839" y="71866"/>
                </a:cubicBezTo>
                <a:cubicBezTo>
                  <a:pt x="85154" y="73181"/>
                  <a:pt x="85868" y="74209"/>
                  <a:pt x="86011" y="74924"/>
                </a:cubicBezTo>
                <a:cubicBezTo>
                  <a:pt x="86154" y="75638"/>
                  <a:pt x="85496" y="76752"/>
                  <a:pt x="84068" y="78181"/>
                </a:cubicBezTo>
                <a:cubicBezTo>
                  <a:pt x="82610" y="79639"/>
                  <a:pt x="80496" y="81667"/>
                  <a:pt x="77753" y="84296"/>
                </a:cubicBezTo>
                <a:cubicBezTo>
                  <a:pt x="74981" y="86897"/>
                  <a:pt x="71723" y="89068"/>
                  <a:pt x="67951" y="90840"/>
                </a:cubicBezTo>
                <a:cubicBezTo>
                  <a:pt x="64179" y="92583"/>
                  <a:pt x="59522" y="94383"/>
                  <a:pt x="54007" y="96269"/>
                </a:cubicBezTo>
                <a:cubicBezTo>
                  <a:pt x="48492" y="98155"/>
                  <a:pt x="42691" y="98955"/>
                  <a:pt x="36576" y="98669"/>
                </a:cubicBezTo>
                <a:cubicBezTo>
                  <a:pt x="25689" y="98669"/>
                  <a:pt x="16916" y="95183"/>
                  <a:pt x="10230" y="88211"/>
                </a:cubicBezTo>
                <a:cubicBezTo>
                  <a:pt x="3543" y="81239"/>
                  <a:pt x="143" y="72380"/>
                  <a:pt x="0" y="616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D97BD-F244-49D1-BC06-5AF2DF44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82" y="1374257"/>
            <a:ext cx="64808" cy="105928"/>
          </a:xfrm>
          <a:custGeom xmlns:a="http://schemas.openxmlformats.org/drawingml/2006/main">
            <a:pathLst>
              <a:path w="64808" h="105928">
                <a:moveTo>
                  <a:pt x="8773" y="12459"/>
                </a:moveTo>
                <a:cubicBezTo>
                  <a:pt x="14516" y="4143"/>
                  <a:pt x="22374" y="0"/>
                  <a:pt x="32318" y="0"/>
                </a:cubicBezTo>
                <a:cubicBezTo>
                  <a:pt x="37262" y="0"/>
                  <a:pt x="42177" y="1314"/>
                  <a:pt x="47092" y="3972"/>
                </a:cubicBezTo>
                <a:cubicBezTo>
                  <a:pt x="52035" y="6658"/>
                  <a:pt x="56036" y="11373"/>
                  <a:pt x="59122" y="18145"/>
                </a:cubicBezTo>
                <a:cubicBezTo>
                  <a:pt x="62922" y="26689"/>
                  <a:pt x="64808" y="38376"/>
                  <a:pt x="64808" y="53264"/>
                </a:cubicBezTo>
                <a:cubicBezTo>
                  <a:pt x="64808" y="69180"/>
                  <a:pt x="62608" y="81324"/>
                  <a:pt x="58179" y="89754"/>
                </a:cubicBezTo>
                <a:cubicBezTo>
                  <a:pt x="56121" y="94069"/>
                  <a:pt x="53321" y="97498"/>
                  <a:pt x="49720" y="100070"/>
                </a:cubicBezTo>
                <a:cubicBezTo>
                  <a:pt x="46120" y="102641"/>
                  <a:pt x="43005" y="104242"/>
                  <a:pt x="40319" y="104842"/>
                </a:cubicBezTo>
                <a:cubicBezTo>
                  <a:pt x="37662" y="105470"/>
                  <a:pt x="35062" y="105813"/>
                  <a:pt x="32490" y="105928"/>
                </a:cubicBezTo>
                <a:cubicBezTo>
                  <a:pt x="29804" y="105928"/>
                  <a:pt x="27146" y="105613"/>
                  <a:pt x="24460" y="105013"/>
                </a:cubicBezTo>
                <a:cubicBezTo>
                  <a:pt x="21803" y="104384"/>
                  <a:pt x="18688" y="102727"/>
                  <a:pt x="15088" y="100070"/>
                </a:cubicBezTo>
                <a:cubicBezTo>
                  <a:pt x="11487" y="97412"/>
                  <a:pt x="8658" y="93955"/>
                  <a:pt x="6601" y="89754"/>
                </a:cubicBezTo>
                <a:cubicBezTo>
                  <a:pt x="2200" y="81324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05" y="10601"/>
                </a:moveTo>
                <a:cubicBezTo>
                  <a:pt x="40319" y="7315"/>
                  <a:pt x="36690" y="5686"/>
                  <a:pt x="32490" y="5686"/>
                </a:cubicBezTo>
                <a:cubicBezTo>
                  <a:pt x="28175" y="5686"/>
                  <a:pt x="24460" y="7315"/>
                  <a:pt x="21374" y="10601"/>
                </a:cubicBezTo>
                <a:cubicBezTo>
                  <a:pt x="18831" y="13287"/>
                  <a:pt x="17145" y="16974"/>
                  <a:pt x="16316" y="21688"/>
                </a:cubicBezTo>
                <a:cubicBezTo>
                  <a:pt x="15488" y="26432"/>
                  <a:pt x="15088" y="36262"/>
                  <a:pt x="15088" y="51264"/>
                </a:cubicBezTo>
                <a:cubicBezTo>
                  <a:pt x="15088" y="67466"/>
                  <a:pt x="15488" y="78153"/>
                  <a:pt x="16316" y="83296"/>
                </a:cubicBezTo>
                <a:cubicBezTo>
                  <a:pt x="17145" y="88411"/>
                  <a:pt x="18974" y="92469"/>
                  <a:pt x="21860" y="95441"/>
                </a:cubicBezTo>
                <a:cubicBezTo>
                  <a:pt x="24717" y="98527"/>
                  <a:pt x="28261" y="100070"/>
                  <a:pt x="32490" y="100070"/>
                </a:cubicBezTo>
                <a:cubicBezTo>
                  <a:pt x="36576" y="100070"/>
                  <a:pt x="40062" y="98527"/>
                  <a:pt x="42948" y="95441"/>
                </a:cubicBezTo>
                <a:cubicBezTo>
                  <a:pt x="45920" y="92383"/>
                  <a:pt x="47777" y="88068"/>
                  <a:pt x="48492" y="82525"/>
                </a:cubicBezTo>
                <a:cubicBezTo>
                  <a:pt x="49206" y="76981"/>
                  <a:pt x="49606" y="66551"/>
                  <a:pt x="49720" y="51264"/>
                </a:cubicBezTo>
                <a:cubicBezTo>
                  <a:pt x="49720" y="36376"/>
                  <a:pt x="49320" y="26575"/>
                  <a:pt x="48492" y="21860"/>
                </a:cubicBezTo>
                <a:cubicBezTo>
                  <a:pt x="47663" y="17116"/>
                  <a:pt x="45977" y="13373"/>
                  <a:pt x="43405" y="106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280D2-3F3E-4E72-A6CD-D7F60690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82" y="1374257"/>
            <a:ext cx="64808" cy="105928"/>
          </a:xfrm>
          <a:custGeom xmlns:a="http://schemas.openxmlformats.org/drawingml/2006/main">
            <a:pathLst>
              <a:path w="64808" h="105928" fill="none">
                <a:moveTo>
                  <a:pt x="8773" y="12459"/>
                </a:moveTo>
                <a:cubicBezTo>
                  <a:pt x="14516" y="4143"/>
                  <a:pt x="22374" y="0"/>
                  <a:pt x="32318" y="0"/>
                </a:cubicBezTo>
                <a:cubicBezTo>
                  <a:pt x="37262" y="0"/>
                  <a:pt x="42177" y="1314"/>
                  <a:pt x="47092" y="3972"/>
                </a:cubicBezTo>
                <a:cubicBezTo>
                  <a:pt x="52035" y="6658"/>
                  <a:pt x="56036" y="11373"/>
                  <a:pt x="59122" y="18145"/>
                </a:cubicBezTo>
                <a:cubicBezTo>
                  <a:pt x="62922" y="26689"/>
                  <a:pt x="64808" y="38376"/>
                  <a:pt x="64808" y="53264"/>
                </a:cubicBezTo>
                <a:cubicBezTo>
                  <a:pt x="64808" y="69180"/>
                  <a:pt x="62608" y="81324"/>
                  <a:pt x="58179" y="89754"/>
                </a:cubicBezTo>
                <a:cubicBezTo>
                  <a:pt x="56121" y="94069"/>
                  <a:pt x="53321" y="97498"/>
                  <a:pt x="49720" y="100070"/>
                </a:cubicBezTo>
                <a:cubicBezTo>
                  <a:pt x="46120" y="102641"/>
                  <a:pt x="43005" y="104242"/>
                  <a:pt x="40319" y="104842"/>
                </a:cubicBezTo>
                <a:cubicBezTo>
                  <a:pt x="37662" y="105470"/>
                  <a:pt x="35062" y="105813"/>
                  <a:pt x="32490" y="105928"/>
                </a:cubicBezTo>
                <a:cubicBezTo>
                  <a:pt x="29804" y="105928"/>
                  <a:pt x="27146" y="105613"/>
                  <a:pt x="24460" y="105013"/>
                </a:cubicBezTo>
                <a:cubicBezTo>
                  <a:pt x="21803" y="104384"/>
                  <a:pt x="18688" y="102727"/>
                  <a:pt x="15088" y="100070"/>
                </a:cubicBezTo>
                <a:cubicBezTo>
                  <a:pt x="11487" y="97412"/>
                  <a:pt x="8658" y="93955"/>
                  <a:pt x="6601" y="89754"/>
                </a:cubicBezTo>
                <a:cubicBezTo>
                  <a:pt x="2200" y="81324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05" y="10601"/>
                </a:moveTo>
                <a:cubicBezTo>
                  <a:pt x="40319" y="7315"/>
                  <a:pt x="36690" y="5686"/>
                  <a:pt x="32490" y="5686"/>
                </a:cubicBezTo>
                <a:cubicBezTo>
                  <a:pt x="28175" y="5686"/>
                  <a:pt x="24460" y="7315"/>
                  <a:pt x="21374" y="10601"/>
                </a:cubicBezTo>
                <a:cubicBezTo>
                  <a:pt x="18831" y="13287"/>
                  <a:pt x="17145" y="16974"/>
                  <a:pt x="16316" y="21688"/>
                </a:cubicBezTo>
                <a:cubicBezTo>
                  <a:pt x="15488" y="26432"/>
                  <a:pt x="15088" y="36262"/>
                  <a:pt x="15088" y="51264"/>
                </a:cubicBezTo>
                <a:cubicBezTo>
                  <a:pt x="15088" y="67466"/>
                  <a:pt x="15488" y="78153"/>
                  <a:pt x="16316" y="83296"/>
                </a:cubicBezTo>
                <a:cubicBezTo>
                  <a:pt x="17145" y="88411"/>
                  <a:pt x="18974" y="92469"/>
                  <a:pt x="21860" y="95441"/>
                </a:cubicBezTo>
                <a:cubicBezTo>
                  <a:pt x="24717" y="98527"/>
                  <a:pt x="28261" y="100070"/>
                  <a:pt x="32490" y="100070"/>
                </a:cubicBezTo>
                <a:cubicBezTo>
                  <a:pt x="36576" y="100070"/>
                  <a:pt x="40062" y="98527"/>
                  <a:pt x="42948" y="95441"/>
                </a:cubicBezTo>
                <a:cubicBezTo>
                  <a:pt x="45920" y="92383"/>
                  <a:pt x="47777" y="88068"/>
                  <a:pt x="48492" y="82525"/>
                </a:cubicBezTo>
                <a:cubicBezTo>
                  <a:pt x="49206" y="76981"/>
                  <a:pt x="49606" y="66551"/>
                  <a:pt x="49720" y="51264"/>
                </a:cubicBezTo>
                <a:cubicBezTo>
                  <a:pt x="49720" y="36376"/>
                  <a:pt x="49320" y="26575"/>
                  <a:pt x="48492" y="21860"/>
                </a:cubicBezTo>
                <a:cubicBezTo>
                  <a:pt x="47663" y="17116"/>
                  <a:pt x="45977" y="13373"/>
                  <a:pt x="43405" y="106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F6C07-5821-4E37-AC78-7D6A8F6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087" y="1332367"/>
            <a:ext cx="86182" cy="98955"/>
          </a:xfrm>
          <a:custGeom xmlns:a="http://schemas.openxmlformats.org/drawingml/2006/main">
            <a:pathLst>
              <a:path w="86182" h="98955">
                <a:moveTo>
                  <a:pt x="0" y="61636"/>
                </a:moveTo>
                <a:cubicBezTo>
                  <a:pt x="0" y="45806"/>
                  <a:pt x="6258" y="31575"/>
                  <a:pt x="18717" y="18945"/>
                </a:cubicBezTo>
                <a:cubicBezTo>
                  <a:pt x="31232" y="6315"/>
                  <a:pt x="44720" y="0"/>
                  <a:pt x="59236" y="0"/>
                </a:cubicBezTo>
                <a:cubicBezTo>
                  <a:pt x="67380" y="0"/>
                  <a:pt x="73752" y="1743"/>
                  <a:pt x="78410" y="5229"/>
                </a:cubicBezTo>
                <a:cubicBezTo>
                  <a:pt x="83068" y="8715"/>
                  <a:pt x="85439" y="13287"/>
                  <a:pt x="85582" y="18945"/>
                </a:cubicBezTo>
                <a:cubicBezTo>
                  <a:pt x="85582" y="23174"/>
                  <a:pt x="84211" y="26718"/>
                  <a:pt x="81467" y="29632"/>
                </a:cubicBezTo>
                <a:cubicBezTo>
                  <a:pt x="78696" y="32547"/>
                  <a:pt x="75209" y="34061"/>
                  <a:pt x="71009" y="34204"/>
                </a:cubicBezTo>
                <a:cubicBezTo>
                  <a:pt x="68237" y="34204"/>
                  <a:pt x="66065" y="33461"/>
                  <a:pt x="64465" y="32033"/>
                </a:cubicBezTo>
                <a:cubicBezTo>
                  <a:pt x="62865" y="30575"/>
                  <a:pt x="62065" y="28404"/>
                  <a:pt x="62065" y="25489"/>
                </a:cubicBezTo>
                <a:cubicBezTo>
                  <a:pt x="62065" y="22603"/>
                  <a:pt x="62865" y="20117"/>
                  <a:pt x="64465" y="18088"/>
                </a:cubicBezTo>
                <a:cubicBezTo>
                  <a:pt x="66065" y="16059"/>
                  <a:pt x="67666" y="14545"/>
                  <a:pt x="69266" y="13516"/>
                </a:cubicBezTo>
                <a:cubicBezTo>
                  <a:pt x="70866" y="12487"/>
                  <a:pt x="71866" y="12059"/>
                  <a:pt x="72295" y="12202"/>
                </a:cubicBezTo>
                <a:lnTo>
                  <a:pt x="72523" y="12202"/>
                </a:lnTo>
                <a:cubicBezTo>
                  <a:pt x="72523" y="11916"/>
                  <a:pt x="72095" y="11487"/>
                  <a:pt x="71237" y="10916"/>
                </a:cubicBezTo>
                <a:cubicBezTo>
                  <a:pt x="70352" y="10316"/>
                  <a:pt x="68837" y="9744"/>
                  <a:pt x="66637" y="9144"/>
                </a:cubicBezTo>
                <a:cubicBezTo>
                  <a:pt x="64465" y="8572"/>
                  <a:pt x="62008" y="8287"/>
                  <a:pt x="59236" y="8287"/>
                </a:cubicBezTo>
                <a:cubicBezTo>
                  <a:pt x="54893" y="8287"/>
                  <a:pt x="50749" y="9287"/>
                  <a:pt x="46834" y="11344"/>
                </a:cubicBezTo>
                <a:cubicBezTo>
                  <a:pt x="43777" y="12659"/>
                  <a:pt x="40662" y="14888"/>
                  <a:pt x="37462" y="18088"/>
                </a:cubicBezTo>
                <a:cubicBezTo>
                  <a:pt x="31061" y="24489"/>
                  <a:pt x="26432" y="33461"/>
                  <a:pt x="23517" y="45091"/>
                </a:cubicBezTo>
                <a:cubicBezTo>
                  <a:pt x="20603" y="56721"/>
                  <a:pt x="19088" y="65122"/>
                  <a:pt x="18945" y="70352"/>
                </a:cubicBezTo>
                <a:cubicBezTo>
                  <a:pt x="18945" y="77038"/>
                  <a:pt x="20831" y="82039"/>
                  <a:pt x="24603" y="85382"/>
                </a:cubicBezTo>
                <a:cubicBezTo>
                  <a:pt x="27803" y="88868"/>
                  <a:pt x="32033" y="90611"/>
                  <a:pt x="37233" y="90611"/>
                </a:cubicBezTo>
                <a:lnTo>
                  <a:pt x="38119" y="90611"/>
                </a:lnTo>
                <a:cubicBezTo>
                  <a:pt x="54378" y="90611"/>
                  <a:pt x="67808" y="84439"/>
                  <a:pt x="78410" y="72095"/>
                </a:cubicBezTo>
                <a:cubicBezTo>
                  <a:pt x="79724" y="70637"/>
                  <a:pt x="80582" y="69923"/>
                  <a:pt x="81039" y="69923"/>
                </a:cubicBezTo>
                <a:cubicBezTo>
                  <a:pt x="81610" y="69923"/>
                  <a:pt x="82553" y="70580"/>
                  <a:pt x="83839" y="71895"/>
                </a:cubicBezTo>
                <a:cubicBezTo>
                  <a:pt x="85154" y="73181"/>
                  <a:pt x="85868" y="74209"/>
                  <a:pt x="86039" y="74924"/>
                </a:cubicBezTo>
                <a:cubicBezTo>
                  <a:pt x="86182" y="75667"/>
                  <a:pt x="85525" y="76752"/>
                  <a:pt x="84068" y="78210"/>
                </a:cubicBezTo>
                <a:cubicBezTo>
                  <a:pt x="82610" y="79639"/>
                  <a:pt x="80524" y="81696"/>
                  <a:pt x="77753" y="84296"/>
                </a:cubicBezTo>
                <a:cubicBezTo>
                  <a:pt x="75009" y="86897"/>
                  <a:pt x="71723" y="89097"/>
                  <a:pt x="67951" y="90811"/>
                </a:cubicBezTo>
                <a:cubicBezTo>
                  <a:pt x="64179" y="92554"/>
                  <a:pt x="59550" y="94383"/>
                  <a:pt x="54007" y="96269"/>
                </a:cubicBezTo>
                <a:cubicBezTo>
                  <a:pt x="48492" y="98155"/>
                  <a:pt x="42691" y="98955"/>
                  <a:pt x="36576" y="98669"/>
                </a:cubicBezTo>
                <a:cubicBezTo>
                  <a:pt x="25718" y="98669"/>
                  <a:pt x="16916" y="95183"/>
                  <a:pt x="10230" y="88211"/>
                </a:cubicBezTo>
                <a:cubicBezTo>
                  <a:pt x="3572" y="81239"/>
                  <a:pt x="143" y="72380"/>
                  <a:pt x="0" y="616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1A020-CE25-4A17-96BF-4F1367D7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087" y="1332367"/>
            <a:ext cx="86182" cy="98955"/>
          </a:xfrm>
          <a:custGeom xmlns:a="http://schemas.openxmlformats.org/drawingml/2006/main">
            <a:pathLst>
              <a:path w="86182" h="98955" fill="none">
                <a:moveTo>
                  <a:pt x="0" y="61636"/>
                </a:moveTo>
                <a:cubicBezTo>
                  <a:pt x="0" y="45806"/>
                  <a:pt x="6258" y="31575"/>
                  <a:pt x="18717" y="18945"/>
                </a:cubicBezTo>
                <a:cubicBezTo>
                  <a:pt x="31232" y="6315"/>
                  <a:pt x="44720" y="0"/>
                  <a:pt x="59236" y="0"/>
                </a:cubicBezTo>
                <a:cubicBezTo>
                  <a:pt x="67380" y="0"/>
                  <a:pt x="73752" y="1743"/>
                  <a:pt x="78410" y="5229"/>
                </a:cubicBezTo>
                <a:cubicBezTo>
                  <a:pt x="83068" y="8715"/>
                  <a:pt x="85439" y="13287"/>
                  <a:pt x="85582" y="18945"/>
                </a:cubicBezTo>
                <a:cubicBezTo>
                  <a:pt x="85582" y="23174"/>
                  <a:pt x="84211" y="26718"/>
                  <a:pt x="81467" y="29632"/>
                </a:cubicBezTo>
                <a:cubicBezTo>
                  <a:pt x="78696" y="32547"/>
                  <a:pt x="75209" y="34061"/>
                  <a:pt x="71009" y="34204"/>
                </a:cubicBezTo>
                <a:cubicBezTo>
                  <a:pt x="68237" y="34204"/>
                  <a:pt x="66065" y="33461"/>
                  <a:pt x="64465" y="32033"/>
                </a:cubicBezTo>
                <a:cubicBezTo>
                  <a:pt x="62865" y="30575"/>
                  <a:pt x="62065" y="28404"/>
                  <a:pt x="62065" y="25489"/>
                </a:cubicBezTo>
                <a:cubicBezTo>
                  <a:pt x="62065" y="22603"/>
                  <a:pt x="62865" y="20117"/>
                  <a:pt x="64465" y="18088"/>
                </a:cubicBezTo>
                <a:cubicBezTo>
                  <a:pt x="66065" y="16059"/>
                  <a:pt x="67666" y="14545"/>
                  <a:pt x="69266" y="13516"/>
                </a:cubicBezTo>
                <a:cubicBezTo>
                  <a:pt x="70866" y="12487"/>
                  <a:pt x="71866" y="12059"/>
                  <a:pt x="72295" y="12202"/>
                </a:cubicBezTo>
                <a:lnTo>
                  <a:pt x="72523" y="12202"/>
                </a:lnTo>
                <a:cubicBezTo>
                  <a:pt x="72523" y="11916"/>
                  <a:pt x="72095" y="11487"/>
                  <a:pt x="71237" y="10916"/>
                </a:cubicBezTo>
                <a:cubicBezTo>
                  <a:pt x="70352" y="10316"/>
                  <a:pt x="68837" y="9744"/>
                  <a:pt x="66637" y="9144"/>
                </a:cubicBezTo>
                <a:cubicBezTo>
                  <a:pt x="64465" y="8572"/>
                  <a:pt x="62008" y="8287"/>
                  <a:pt x="59236" y="8287"/>
                </a:cubicBezTo>
                <a:cubicBezTo>
                  <a:pt x="54893" y="8287"/>
                  <a:pt x="50749" y="9287"/>
                  <a:pt x="46834" y="11344"/>
                </a:cubicBezTo>
                <a:cubicBezTo>
                  <a:pt x="43777" y="12659"/>
                  <a:pt x="40662" y="14888"/>
                  <a:pt x="37462" y="18088"/>
                </a:cubicBezTo>
                <a:cubicBezTo>
                  <a:pt x="31061" y="24489"/>
                  <a:pt x="26432" y="33461"/>
                  <a:pt x="23517" y="45091"/>
                </a:cubicBezTo>
                <a:cubicBezTo>
                  <a:pt x="20603" y="56721"/>
                  <a:pt x="19088" y="65122"/>
                  <a:pt x="18945" y="70352"/>
                </a:cubicBezTo>
                <a:cubicBezTo>
                  <a:pt x="18945" y="77038"/>
                  <a:pt x="20831" y="82039"/>
                  <a:pt x="24603" y="85382"/>
                </a:cubicBezTo>
                <a:cubicBezTo>
                  <a:pt x="27803" y="88868"/>
                  <a:pt x="32033" y="90611"/>
                  <a:pt x="37233" y="90611"/>
                </a:cubicBezTo>
                <a:lnTo>
                  <a:pt x="38119" y="90611"/>
                </a:lnTo>
                <a:cubicBezTo>
                  <a:pt x="54378" y="90611"/>
                  <a:pt x="67808" y="84439"/>
                  <a:pt x="78410" y="72095"/>
                </a:cubicBezTo>
                <a:cubicBezTo>
                  <a:pt x="79724" y="70637"/>
                  <a:pt x="80582" y="69923"/>
                  <a:pt x="81039" y="69923"/>
                </a:cubicBezTo>
                <a:cubicBezTo>
                  <a:pt x="81610" y="69923"/>
                  <a:pt x="82553" y="70580"/>
                  <a:pt x="83839" y="71895"/>
                </a:cubicBezTo>
                <a:cubicBezTo>
                  <a:pt x="85154" y="73181"/>
                  <a:pt x="85868" y="74209"/>
                  <a:pt x="86039" y="74924"/>
                </a:cubicBezTo>
                <a:cubicBezTo>
                  <a:pt x="86182" y="75667"/>
                  <a:pt x="85525" y="76752"/>
                  <a:pt x="84068" y="78210"/>
                </a:cubicBezTo>
                <a:cubicBezTo>
                  <a:pt x="82610" y="79639"/>
                  <a:pt x="80524" y="81696"/>
                  <a:pt x="77753" y="84296"/>
                </a:cubicBezTo>
                <a:cubicBezTo>
                  <a:pt x="75009" y="86897"/>
                  <a:pt x="71723" y="89097"/>
                  <a:pt x="67951" y="90811"/>
                </a:cubicBezTo>
                <a:cubicBezTo>
                  <a:pt x="64179" y="92554"/>
                  <a:pt x="59550" y="94383"/>
                  <a:pt x="54007" y="96269"/>
                </a:cubicBezTo>
                <a:cubicBezTo>
                  <a:pt x="48492" y="98155"/>
                  <a:pt x="42691" y="98955"/>
                  <a:pt x="36576" y="98669"/>
                </a:cubicBezTo>
                <a:cubicBezTo>
                  <a:pt x="25718" y="98669"/>
                  <a:pt x="16916" y="95183"/>
                  <a:pt x="10230" y="88211"/>
                </a:cubicBezTo>
                <a:cubicBezTo>
                  <a:pt x="3572" y="81239"/>
                  <a:pt x="143" y="72380"/>
                  <a:pt x="0" y="616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50C87-A142-41CE-8B5E-A6A1ECDA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186" y="1358770"/>
            <a:ext cx="64808" cy="105928"/>
          </a:xfrm>
          <a:custGeom xmlns:a="http://schemas.openxmlformats.org/drawingml/2006/main">
            <a:pathLst>
              <a:path w="64808" h="105928">
                <a:moveTo>
                  <a:pt x="8773" y="12459"/>
                </a:moveTo>
                <a:cubicBezTo>
                  <a:pt x="14516" y="4143"/>
                  <a:pt x="22374" y="0"/>
                  <a:pt x="32318" y="0"/>
                </a:cubicBezTo>
                <a:cubicBezTo>
                  <a:pt x="37262" y="0"/>
                  <a:pt x="42177" y="1314"/>
                  <a:pt x="47120" y="4000"/>
                </a:cubicBezTo>
                <a:cubicBezTo>
                  <a:pt x="52035" y="6658"/>
                  <a:pt x="56036" y="11373"/>
                  <a:pt x="59122" y="18145"/>
                </a:cubicBezTo>
                <a:cubicBezTo>
                  <a:pt x="62922" y="26689"/>
                  <a:pt x="64808" y="38376"/>
                  <a:pt x="64808" y="53264"/>
                </a:cubicBezTo>
                <a:cubicBezTo>
                  <a:pt x="64808" y="69180"/>
                  <a:pt x="62608" y="81353"/>
                  <a:pt x="58207" y="89754"/>
                </a:cubicBezTo>
                <a:cubicBezTo>
                  <a:pt x="56150" y="94069"/>
                  <a:pt x="53321" y="97498"/>
                  <a:pt x="49721" y="100070"/>
                </a:cubicBezTo>
                <a:cubicBezTo>
                  <a:pt x="46149" y="102641"/>
                  <a:pt x="43005" y="104242"/>
                  <a:pt x="40348" y="104842"/>
                </a:cubicBezTo>
                <a:cubicBezTo>
                  <a:pt x="37662" y="105470"/>
                  <a:pt x="35062" y="105813"/>
                  <a:pt x="32490" y="105928"/>
                </a:cubicBezTo>
                <a:cubicBezTo>
                  <a:pt x="29804" y="105928"/>
                  <a:pt x="27146" y="105613"/>
                  <a:pt x="24489" y="105013"/>
                </a:cubicBezTo>
                <a:cubicBezTo>
                  <a:pt x="21803" y="104384"/>
                  <a:pt x="18688" y="102727"/>
                  <a:pt x="15088" y="100070"/>
                </a:cubicBezTo>
                <a:cubicBezTo>
                  <a:pt x="11487" y="97412"/>
                  <a:pt x="8687" y="93955"/>
                  <a:pt x="6629" y="89754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34" y="10601"/>
                </a:moveTo>
                <a:cubicBezTo>
                  <a:pt x="40348" y="7315"/>
                  <a:pt x="36690" y="5686"/>
                  <a:pt x="32490" y="5686"/>
                </a:cubicBezTo>
                <a:cubicBezTo>
                  <a:pt x="28175" y="5686"/>
                  <a:pt x="24489" y="7315"/>
                  <a:pt x="21403" y="10601"/>
                </a:cubicBezTo>
                <a:cubicBezTo>
                  <a:pt x="18831" y="13287"/>
                  <a:pt x="17145" y="16974"/>
                  <a:pt x="16316" y="21717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66"/>
                  <a:pt x="15488" y="78153"/>
                  <a:pt x="16316" y="83296"/>
                </a:cubicBezTo>
                <a:cubicBezTo>
                  <a:pt x="17145" y="88411"/>
                  <a:pt x="19002" y="92469"/>
                  <a:pt x="21860" y="95440"/>
                </a:cubicBezTo>
                <a:cubicBezTo>
                  <a:pt x="24746" y="98527"/>
                  <a:pt x="28289" y="100070"/>
                  <a:pt x="32490" y="100070"/>
                </a:cubicBezTo>
                <a:cubicBezTo>
                  <a:pt x="36605" y="100070"/>
                  <a:pt x="40091" y="98527"/>
                  <a:pt x="42948" y="95440"/>
                </a:cubicBezTo>
                <a:cubicBezTo>
                  <a:pt x="45949" y="92383"/>
                  <a:pt x="47777" y="88068"/>
                  <a:pt x="48492" y="82525"/>
                </a:cubicBezTo>
                <a:cubicBezTo>
                  <a:pt x="49206" y="76981"/>
                  <a:pt x="49635" y="66551"/>
                  <a:pt x="49721" y="51264"/>
                </a:cubicBezTo>
                <a:cubicBezTo>
                  <a:pt x="49721" y="36376"/>
                  <a:pt x="49320" y="26575"/>
                  <a:pt x="48492" y="21860"/>
                </a:cubicBezTo>
                <a:cubicBezTo>
                  <a:pt x="47663" y="17116"/>
                  <a:pt x="45977" y="13402"/>
                  <a:pt x="43434" y="106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339E1-6A21-41F3-84B5-20A6956D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186" y="1358770"/>
            <a:ext cx="64808" cy="105928"/>
          </a:xfrm>
          <a:custGeom xmlns:a="http://schemas.openxmlformats.org/drawingml/2006/main">
            <a:pathLst>
              <a:path w="64808" h="105928" fill="none">
                <a:moveTo>
                  <a:pt x="8773" y="12459"/>
                </a:moveTo>
                <a:cubicBezTo>
                  <a:pt x="14516" y="4143"/>
                  <a:pt x="22374" y="0"/>
                  <a:pt x="32318" y="0"/>
                </a:cubicBezTo>
                <a:cubicBezTo>
                  <a:pt x="37262" y="0"/>
                  <a:pt x="42177" y="1314"/>
                  <a:pt x="47120" y="4000"/>
                </a:cubicBezTo>
                <a:cubicBezTo>
                  <a:pt x="52035" y="6658"/>
                  <a:pt x="56036" y="11373"/>
                  <a:pt x="59122" y="18145"/>
                </a:cubicBezTo>
                <a:cubicBezTo>
                  <a:pt x="62922" y="26689"/>
                  <a:pt x="64808" y="38376"/>
                  <a:pt x="64808" y="53264"/>
                </a:cubicBezTo>
                <a:cubicBezTo>
                  <a:pt x="64808" y="69180"/>
                  <a:pt x="62608" y="81353"/>
                  <a:pt x="58207" y="89754"/>
                </a:cubicBezTo>
                <a:cubicBezTo>
                  <a:pt x="56150" y="94069"/>
                  <a:pt x="53321" y="97498"/>
                  <a:pt x="49721" y="100070"/>
                </a:cubicBezTo>
                <a:cubicBezTo>
                  <a:pt x="46149" y="102641"/>
                  <a:pt x="43005" y="104242"/>
                  <a:pt x="40348" y="104842"/>
                </a:cubicBezTo>
                <a:cubicBezTo>
                  <a:pt x="37662" y="105470"/>
                  <a:pt x="35062" y="105813"/>
                  <a:pt x="32490" y="105928"/>
                </a:cubicBezTo>
                <a:cubicBezTo>
                  <a:pt x="29804" y="105928"/>
                  <a:pt x="27146" y="105613"/>
                  <a:pt x="24489" y="105013"/>
                </a:cubicBezTo>
                <a:cubicBezTo>
                  <a:pt x="21803" y="104384"/>
                  <a:pt x="18688" y="102727"/>
                  <a:pt x="15088" y="100070"/>
                </a:cubicBezTo>
                <a:cubicBezTo>
                  <a:pt x="11487" y="97412"/>
                  <a:pt x="8687" y="93955"/>
                  <a:pt x="6629" y="89754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34" y="10601"/>
                </a:moveTo>
                <a:cubicBezTo>
                  <a:pt x="40348" y="7315"/>
                  <a:pt x="36690" y="5686"/>
                  <a:pt x="32490" y="5686"/>
                </a:cubicBezTo>
                <a:cubicBezTo>
                  <a:pt x="28175" y="5686"/>
                  <a:pt x="24489" y="7315"/>
                  <a:pt x="21403" y="10601"/>
                </a:cubicBezTo>
                <a:cubicBezTo>
                  <a:pt x="18831" y="13287"/>
                  <a:pt x="17145" y="16974"/>
                  <a:pt x="16316" y="21717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66"/>
                  <a:pt x="15488" y="78153"/>
                  <a:pt x="16316" y="83296"/>
                </a:cubicBezTo>
                <a:cubicBezTo>
                  <a:pt x="17145" y="88411"/>
                  <a:pt x="19002" y="92469"/>
                  <a:pt x="21860" y="95440"/>
                </a:cubicBezTo>
                <a:cubicBezTo>
                  <a:pt x="24746" y="98527"/>
                  <a:pt x="28289" y="100070"/>
                  <a:pt x="32490" y="100070"/>
                </a:cubicBezTo>
                <a:cubicBezTo>
                  <a:pt x="36605" y="100070"/>
                  <a:pt x="40091" y="98527"/>
                  <a:pt x="42948" y="95440"/>
                </a:cubicBezTo>
                <a:cubicBezTo>
                  <a:pt x="45949" y="92383"/>
                  <a:pt x="47777" y="88068"/>
                  <a:pt x="48492" y="82525"/>
                </a:cubicBezTo>
                <a:cubicBezTo>
                  <a:pt x="49206" y="76981"/>
                  <a:pt x="49635" y="66551"/>
                  <a:pt x="49721" y="51264"/>
                </a:cubicBezTo>
                <a:cubicBezTo>
                  <a:pt x="49721" y="36376"/>
                  <a:pt x="49320" y="26575"/>
                  <a:pt x="48492" y="21860"/>
                </a:cubicBezTo>
                <a:cubicBezTo>
                  <a:pt x="47663" y="17116"/>
                  <a:pt x="45977" y="13402"/>
                  <a:pt x="43434" y="106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AF615-9B12-4F0F-8A2B-B255FA0C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627" y="1982648"/>
            <a:ext cx="86182" cy="98984"/>
          </a:xfrm>
          <a:custGeom xmlns:a="http://schemas.openxmlformats.org/drawingml/2006/main">
            <a:pathLst>
              <a:path w="86182" h="98984">
                <a:moveTo>
                  <a:pt x="0" y="61665"/>
                </a:moveTo>
                <a:cubicBezTo>
                  <a:pt x="0" y="45834"/>
                  <a:pt x="6258" y="31604"/>
                  <a:pt x="18717" y="18974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80" y="0"/>
                  <a:pt x="73752" y="1743"/>
                  <a:pt x="78410" y="5258"/>
                </a:cubicBezTo>
                <a:cubicBezTo>
                  <a:pt x="83039" y="8715"/>
                  <a:pt x="85439" y="13316"/>
                  <a:pt x="85611" y="18974"/>
                </a:cubicBezTo>
                <a:cubicBezTo>
                  <a:pt x="85611" y="23174"/>
                  <a:pt x="84211" y="26746"/>
                  <a:pt x="81467" y="29632"/>
                </a:cubicBezTo>
                <a:cubicBezTo>
                  <a:pt x="78696" y="32547"/>
                  <a:pt x="75209" y="34061"/>
                  <a:pt x="71009" y="34204"/>
                </a:cubicBezTo>
                <a:cubicBezTo>
                  <a:pt x="68237" y="34204"/>
                  <a:pt x="66065" y="33490"/>
                  <a:pt x="64465" y="32033"/>
                </a:cubicBezTo>
                <a:cubicBezTo>
                  <a:pt x="62865" y="30575"/>
                  <a:pt x="62065" y="28404"/>
                  <a:pt x="62065" y="25489"/>
                </a:cubicBezTo>
                <a:cubicBezTo>
                  <a:pt x="62065" y="22603"/>
                  <a:pt x="62865" y="20117"/>
                  <a:pt x="64465" y="18088"/>
                </a:cubicBezTo>
                <a:cubicBezTo>
                  <a:pt x="66065" y="16059"/>
                  <a:pt x="67666" y="14545"/>
                  <a:pt x="69266" y="13516"/>
                </a:cubicBezTo>
                <a:cubicBezTo>
                  <a:pt x="70866" y="12487"/>
                  <a:pt x="71866" y="12059"/>
                  <a:pt x="72323" y="12202"/>
                </a:cubicBezTo>
                <a:lnTo>
                  <a:pt x="72523" y="12202"/>
                </a:lnTo>
                <a:cubicBezTo>
                  <a:pt x="72523" y="11916"/>
                  <a:pt x="72095" y="11487"/>
                  <a:pt x="71209" y="10916"/>
                </a:cubicBezTo>
                <a:cubicBezTo>
                  <a:pt x="70352" y="10316"/>
                  <a:pt x="68837" y="9744"/>
                  <a:pt x="66637" y="9173"/>
                </a:cubicBezTo>
                <a:cubicBezTo>
                  <a:pt x="64465" y="8572"/>
                  <a:pt x="62008" y="8287"/>
                  <a:pt x="59236" y="8287"/>
                </a:cubicBezTo>
                <a:cubicBezTo>
                  <a:pt x="54893" y="8287"/>
                  <a:pt x="50749" y="9315"/>
                  <a:pt x="46834" y="11344"/>
                </a:cubicBezTo>
                <a:cubicBezTo>
                  <a:pt x="43777" y="12659"/>
                  <a:pt x="40662" y="14888"/>
                  <a:pt x="37462" y="18088"/>
                </a:cubicBezTo>
                <a:cubicBezTo>
                  <a:pt x="31061" y="24489"/>
                  <a:pt x="26432" y="33490"/>
                  <a:pt x="23517" y="45091"/>
                </a:cubicBezTo>
                <a:cubicBezTo>
                  <a:pt x="20631" y="56721"/>
                  <a:pt x="19088" y="65151"/>
                  <a:pt x="18945" y="70352"/>
                </a:cubicBezTo>
                <a:cubicBezTo>
                  <a:pt x="18945" y="77038"/>
                  <a:pt x="20831" y="82039"/>
                  <a:pt x="24603" y="85411"/>
                </a:cubicBezTo>
                <a:cubicBezTo>
                  <a:pt x="27803" y="88897"/>
                  <a:pt x="32033" y="90611"/>
                  <a:pt x="37233" y="90611"/>
                </a:cubicBezTo>
                <a:lnTo>
                  <a:pt x="38119" y="90611"/>
                </a:lnTo>
                <a:cubicBezTo>
                  <a:pt x="54378" y="90611"/>
                  <a:pt x="67808" y="84439"/>
                  <a:pt x="78410" y="72095"/>
                </a:cubicBezTo>
                <a:cubicBezTo>
                  <a:pt x="79724" y="70666"/>
                  <a:pt x="80581" y="69923"/>
                  <a:pt x="81010" y="69923"/>
                </a:cubicBezTo>
                <a:cubicBezTo>
                  <a:pt x="81610" y="69923"/>
                  <a:pt x="82553" y="70580"/>
                  <a:pt x="83868" y="71895"/>
                </a:cubicBezTo>
                <a:cubicBezTo>
                  <a:pt x="85153" y="73209"/>
                  <a:pt x="85896" y="74209"/>
                  <a:pt x="86039" y="74952"/>
                </a:cubicBezTo>
                <a:cubicBezTo>
                  <a:pt x="86182" y="75667"/>
                  <a:pt x="85525" y="76752"/>
                  <a:pt x="84068" y="78210"/>
                </a:cubicBezTo>
                <a:cubicBezTo>
                  <a:pt x="82610" y="79667"/>
                  <a:pt x="80524" y="81696"/>
                  <a:pt x="77753" y="84296"/>
                </a:cubicBezTo>
                <a:cubicBezTo>
                  <a:pt x="74981" y="86925"/>
                  <a:pt x="71723" y="89097"/>
                  <a:pt x="67951" y="90840"/>
                </a:cubicBezTo>
                <a:cubicBezTo>
                  <a:pt x="64179" y="92583"/>
                  <a:pt x="59522" y="94383"/>
                  <a:pt x="54007" y="96298"/>
                </a:cubicBezTo>
                <a:cubicBezTo>
                  <a:pt x="48492" y="98184"/>
                  <a:pt x="42691" y="98984"/>
                  <a:pt x="36605" y="98669"/>
                </a:cubicBezTo>
                <a:cubicBezTo>
                  <a:pt x="25689" y="98669"/>
                  <a:pt x="16916" y="95212"/>
                  <a:pt x="10230" y="88211"/>
                </a:cubicBezTo>
                <a:cubicBezTo>
                  <a:pt x="3543" y="81267"/>
                  <a:pt x="143" y="72409"/>
                  <a:pt x="0" y="61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4C5D4-DA18-48B4-B20B-D432EE42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627" y="1982648"/>
            <a:ext cx="86182" cy="98984"/>
          </a:xfrm>
          <a:custGeom xmlns:a="http://schemas.openxmlformats.org/drawingml/2006/main">
            <a:pathLst>
              <a:path w="86182" h="98984" fill="none">
                <a:moveTo>
                  <a:pt x="0" y="61665"/>
                </a:moveTo>
                <a:cubicBezTo>
                  <a:pt x="0" y="45834"/>
                  <a:pt x="6258" y="31604"/>
                  <a:pt x="18717" y="18974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80" y="0"/>
                  <a:pt x="73752" y="1743"/>
                  <a:pt x="78410" y="5258"/>
                </a:cubicBezTo>
                <a:cubicBezTo>
                  <a:pt x="83039" y="8715"/>
                  <a:pt x="85439" y="13316"/>
                  <a:pt x="85611" y="18974"/>
                </a:cubicBezTo>
                <a:cubicBezTo>
                  <a:pt x="85611" y="23174"/>
                  <a:pt x="84211" y="26746"/>
                  <a:pt x="81467" y="29632"/>
                </a:cubicBezTo>
                <a:cubicBezTo>
                  <a:pt x="78696" y="32547"/>
                  <a:pt x="75209" y="34061"/>
                  <a:pt x="71009" y="34204"/>
                </a:cubicBezTo>
                <a:cubicBezTo>
                  <a:pt x="68237" y="34204"/>
                  <a:pt x="66065" y="33490"/>
                  <a:pt x="64465" y="32033"/>
                </a:cubicBezTo>
                <a:cubicBezTo>
                  <a:pt x="62865" y="30575"/>
                  <a:pt x="62065" y="28404"/>
                  <a:pt x="62065" y="25489"/>
                </a:cubicBezTo>
                <a:cubicBezTo>
                  <a:pt x="62065" y="22603"/>
                  <a:pt x="62865" y="20117"/>
                  <a:pt x="64465" y="18088"/>
                </a:cubicBezTo>
                <a:cubicBezTo>
                  <a:pt x="66065" y="16059"/>
                  <a:pt x="67666" y="14545"/>
                  <a:pt x="69266" y="13516"/>
                </a:cubicBezTo>
                <a:cubicBezTo>
                  <a:pt x="70866" y="12487"/>
                  <a:pt x="71866" y="12059"/>
                  <a:pt x="72323" y="12202"/>
                </a:cubicBezTo>
                <a:lnTo>
                  <a:pt x="72523" y="12202"/>
                </a:lnTo>
                <a:cubicBezTo>
                  <a:pt x="72523" y="11916"/>
                  <a:pt x="72095" y="11487"/>
                  <a:pt x="71209" y="10916"/>
                </a:cubicBezTo>
                <a:cubicBezTo>
                  <a:pt x="70352" y="10316"/>
                  <a:pt x="68837" y="9744"/>
                  <a:pt x="66637" y="9173"/>
                </a:cubicBezTo>
                <a:cubicBezTo>
                  <a:pt x="64465" y="8572"/>
                  <a:pt x="62008" y="8287"/>
                  <a:pt x="59236" y="8287"/>
                </a:cubicBezTo>
                <a:cubicBezTo>
                  <a:pt x="54893" y="8287"/>
                  <a:pt x="50749" y="9315"/>
                  <a:pt x="46834" y="11344"/>
                </a:cubicBezTo>
                <a:cubicBezTo>
                  <a:pt x="43777" y="12659"/>
                  <a:pt x="40662" y="14888"/>
                  <a:pt x="37462" y="18088"/>
                </a:cubicBezTo>
                <a:cubicBezTo>
                  <a:pt x="31061" y="24489"/>
                  <a:pt x="26432" y="33490"/>
                  <a:pt x="23517" y="45091"/>
                </a:cubicBezTo>
                <a:cubicBezTo>
                  <a:pt x="20631" y="56721"/>
                  <a:pt x="19088" y="65151"/>
                  <a:pt x="18945" y="70352"/>
                </a:cubicBezTo>
                <a:cubicBezTo>
                  <a:pt x="18945" y="77038"/>
                  <a:pt x="20831" y="82039"/>
                  <a:pt x="24603" y="85411"/>
                </a:cubicBezTo>
                <a:cubicBezTo>
                  <a:pt x="27803" y="88897"/>
                  <a:pt x="32033" y="90611"/>
                  <a:pt x="37233" y="90611"/>
                </a:cubicBezTo>
                <a:lnTo>
                  <a:pt x="38119" y="90611"/>
                </a:lnTo>
                <a:cubicBezTo>
                  <a:pt x="54378" y="90611"/>
                  <a:pt x="67808" y="84439"/>
                  <a:pt x="78410" y="72095"/>
                </a:cubicBezTo>
                <a:cubicBezTo>
                  <a:pt x="79724" y="70666"/>
                  <a:pt x="80581" y="69923"/>
                  <a:pt x="81010" y="69923"/>
                </a:cubicBezTo>
                <a:cubicBezTo>
                  <a:pt x="81610" y="69923"/>
                  <a:pt x="82553" y="70580"/>
                  <a:pt x="83868" y="71895"/>
                </a:cubicBezTo>
                <a:cubicBezTo>
                  <a:pt x="85153" y="73209"/>
                  <a:pt x="85896" y="74209"/>
                  <a:pt x="86039" y="74952"/>
                </a:cubicBezTo>
                <a:cubicBezTo>
                  <a:pt x="86182" y="75667"/>
                  <a:pt x="85525" y="76752"/>
                  <a:pt x="84068" y="78210"/>
                </a:cubicBezTo>
                <a:cubicBezTo>
                  <a:pt x="82610" y="79667"/>
                  <a:pt x="80524" y="81696"/>
                  <a:pt x="77753" y="84296"/>
                </a:cubicBezTo>
                <a:cubicBezTo>
                  <a:pt x="74981" y="86925"/>
                  <a:pt x="71723" y="89097"/>
                  <a:pt x="67951" y="90840"/>
                </a:cubicBezTo>
                <a:cubicBezTo>
                  <a:pt x="64179" y="92583"/>
                  <a:pt x="59522" y="94383"/>
                  <a:pt x="54007" y="96298"/>
                </a:cubicBezTo>
                <a:cubicBezTo>
                  <a:pt x="48492" y="98184"/>
                  <a:pt x="42691" y="98984"/>
                  <a:pt x="36605" y="98669"/>
                </a:cubicBezTo>
                <a:cubicBezTo>
                  <a:pt x="25689" y="98669"/>
                  <a:pt x="16916" y="95212"/>
                  <a:pt x="10230" y="88211"/>
                </a:cubicBezTo>
                <a:cubicBezTo>
                  <a:pt x="3543" y="81267"/>
                  <a:pt x="143" y="72409"/>
                  <a:pt x="0" y="616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AFAB5-D45C-4543-BF25-8FFE37DB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498" y="2009051"/>
            <a:ext cx="52978" cy="102556"/>
          </a:xfrm>
          <a:custGeom xmlns:a="http://schemas.openxmlformats.org/drawingml/2006/main">
            <a:pathLst>
              <a:path w="52978" h="102556">
                <a:moveTo>
                  <a:pt x="20031" y="13545"/>
                </a:moveTo>
                <a:lnTo>
                  <a:pt x="18031" y="14316"/>
                </a:lnTo>
                <a:cubicBezTo>
                  <a:pt x="16602" y="14830"/>
                  <a:pt x="14545" y="15345"/>
                  <a:pt x="11859" y="15859"/>
                </a:cubicBezTo>
                <a:cubicBezTo>
                  <a:pt x="9201" y="16373"/>
                  <a:pt x="6229" y="16716"/>
                  <a:pt x="2915" y="16945"/>
                </a:cubicBezTo>
                <a:lnTo>
                  <a:pt x="0" y="16945"/>
                </a:lnTo>
                <a:lnTo>
                  <a:pt x="0" y="9858"/>
                </a:lnTo>
                <a:lnTo>
                  <a:pt x="2915" y="9858"/>
                </a:lnTo>
                <a:cubicBezTo>
                  <a:pt x="7772" y="9658"/>
                  <a:pt x="12230" y="8887"/>
                  <a:pt x="16345" y="7544"/>
                </a:cubicBezTo>
                <a:cubicBezTo>
                  <a:pt x="20431" y="6201"/>
                  <a:pt x="23317" y="4972"/>
                  <a:pt x="24946" y="3858"/>
                </a:cubicBezTo>
                <a:cubicBezTo>
                  <a:pt x="26603" y="2715"/>
                  <a:pt x="28032" y="1600"/>
                  <a:pt x="29261" y="457"/>
                </a:cubicBezTo>
                <a:cubicBezTo>
                  <a:pt x="29461" y="143"/>
                  <a:pt x="30089" y="0"/>
                  <a:pt x="31118" y="0"/>
                </a:cubicBezTo>
                <a:cubicBezTo>
                  <a:pt x="32033" y="0"/>
                  <a:pt x="32918" y="314"/>
                  <a:pt x="33718" y="914"/>
                </a:cubicBezTo>
                <a:lnTo>
                  <a:pt x="33718" y="46977"/>
                </a:lnTo>
                <a:lnTo>
                  <a:pt x="33890" y="93154"/>
                </a:lnTo>
                <a:cubicBezTo>
                  <a:pt x="34604" y="93869"/>
                  <a:pt x="35204" y="94355"/>
                  <a:pt x="35719" y="94555"/>
                </a:cubicBezTo>
                <a:cubicBezTo>
                  <a:pt x="36233" y="94755"/>
                  <a:pt x="37462" y="94955"/>
                  <a:pt x="39433" y="95155"/>
                </a:cubicBezTo>
                <a:cubicBezTo>
                  <a:pt x="41377" y="95383"/>
                  <a:pt x="44548" y="95469"/>
                  <a:pt x="48978" y="95469"/>
                </a:cubicBezTo>
                <a:lnTo>
                  <a:pt x="52978" y="95469"/>
                </a:lnTo>
                <a:lnTo>
                  <a:pt x="52978" y="102556"/>
                </a:lnTo>
                <a:lnTo>
                  <a:pt x="51292" y="102556"/>
                </a:lnTo>
                <a:cubicBezTo>
                  <a:pt x="49120" y="102241"/>
                  <a:pt x="40977" y="102098"/>
                  <a:pt x="26803" y="102098"/>
                </a:cubicBezTo>
                <a:cubicBezTo>
                  <a:pt x="12830" y="102098"/>
                  <a:pt x="4772" y="102241"/>
                  <a:pt x="2629" y="102556"/>
                </a:cubicBezTo>
                <a:lnTo>
                  <a:pt x="772" y="102556"/>
                </a:lnTo>
                <a:lnTo>
                  <a:pt x="772" y="95469"/>
                </a:lnTo>
                <a:lnTo>
                  <a:pt x="4772" y="95469"/>
                </a:lnTo>
                <a:cubicBezTo>
                  <a:pt x="7029" y="95469"/>
                  <a:pt x="8973" y="95469"/>
                  <a:pt x="10630" y="95469"/>
                </a:cubicBezTo>
                <a:cubicBezTo>
                  <a:pt x="12259" y="95469"/>
                  <a:pt x="13545" y="95412"/>
                  <a:pt x="14488" y="95326"/>
                </a:cubicBezTo>
                <a:cubicBezTo>
                  <a:pt x="15402" y="95212"/>
                  <a:pt x="16231" y="95069"/>
                  <a:pt x="16945" y="94869"/>
                </a:cubicBezTo>
                <a:cubicBezTo>
                  <a:pt x="17659" y="94640"/>
                  <a:pt x="18059" y="94555"/>
                  <a:pt x="18174" y="94555"/>
                </a:cubicBezTo>
                <a:cubicBezTo>
                  <a:pt x="18259" y="94555"/>
                  <a:pt x="18574" y="94297"/>
                  <a:pt x="19088" y="93783"/>
                </a:cubicBezTo>
                <a:cubicBezTo>
                  <a:pt x="19602" y="93269"/>
                  <a:pt x="19917" y="93069"/>
                  <a:pt x="20031" y="93154"/>
                </a:cubicBezTo>
                <a:lnTo>
                  <a:pt x="20031" y="135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FB6F7-210C-4255-9920-30DAB88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498" y="2009051"/>
            <a:ext cx="52978" cy="102556"/>
          </a:xfrm>
          <a:custGeom xmlns:a="http://schemas.openxmlformats.org/drawingml/2006/main">
            <a:pathLst>
              <a:path w="52978" h="102556" fill="none">
                <a:moveTo>
                  <a:pt x="20031" y="13545"/>
                </a:moveTo>
                <a:lnTo>
                  <a:pt x="18031" y="14316"/>
                </a:lnTo>
                <a:cubicBezTo>
                  <a:pt x="16602" y="14830"/>
                  <a:pt x="14545" y="15345"/>
                  <a:pt x="11859" y="15859"/>
                </a:cubicBezTo>
                <a:cubicBezTo>
                  <a:pt x="9201" y="16373"/>
                  <a:pt x="6229" y="16716"/>
                  <a:pt x="2915" y="16945"/>
                </a:cubicBezTo>
                <a:lnTo>
                  <a:pt x="0" y="16945"/>
                </a:lnTo>
                <a:lnTo>
                  <a:pt x="0" y="9858"/>
                </a:lnTo>
                <a:lnTo>
                  <a:pt x="2915" y="9858"/>
                </a:lnTo>
                <a:cubicBezTo>
                  <a:pt x="7772" y="9658"/>
                  <a:pt x="12230" y="8887"/>
                  <a:pt x="16345" y="7544"/>
                </a:cubicBezTo>
                <a:cubicBezTo>
                  <a:pt x="20431" y="6201"/>
                  <a:pt x="23317" y="4972"/>
                  <a:pt x="24946" y="3858"/>
                </a:cubicBezTo>
                <a:cubicBezTo>
                  <a:pt x="26603" y="2715"/>
                  <a:pt x="28032" y="1600"/>
                  <a:pt x="29261" y="457"/>
                </a:cubicBezTo>
                <a:cubicBezTo>
                  <a:pt x="29461" y="143"/>
                  <a:pt x="30089" y="0"/>
                  <a:pt x="31118" y="0"/>
                </a:cubicBezTo>
                <a:cubicBezTo>
                  <a:pt x="32033" y="0"/>
                  <a:pt x="32918" y="314"/>
                  <a:pt x="33718" y="914"/>
                </a:cubicBezTo>
                <a:lnTo>
                  <a:pt x="33718" y="46977"/>
                </a:lnTo>
                <a:lnTo>
                  <a:pt x="33890" y="93154"/>
                </a:lnTo>
                <a:cubicBezTo>
                  <a:pt x="34604" y="93869"/>
                  <a:pt x="35204" y="94355"/>
                  <a:pt x="35719" y="94555"/>
                </a:cubicBezTo>
                <a:cubicBezTo>
                  <a:pt x="36233" y="94755"/>
                  <a:pt x="37462" y="94955"/>
                  <a:pt x="39433" y="95155"/>
                </a:cubicBezTo>
                <a:cubicBezTo>
                  <a:pt x="41377" y="95383"/>
                  <a:pt x="44548" y="95469"/>
                  <a:pt x="48978" y="95469"/>
                </a:cubicBezTo>
                <a:lnTo>
                  <a:pt x="52978" y="95469"/>
                </a:lnTo>
                <a:lnTo>
                  <a:pt x="52978" y="102556"/>
                </a:lnTo>
                <a:lnTo>
                  <a:pt x="51292" y="102556"/>
                </a:lnTo>
                <a:cubicBezTo>
                  <a:pt x="49120" y="102241"/>
                  <a:pt x="40977" y="102098"/>
                  <a:pt x="26803" y="102098"/>
                </a:cubicBezTo>
                <a:cubicBezTo>
                  <a:pt x="12830" y="102098"/>
                  <a:pt x="4772" y="102241"/>
                  <a:pt x="2629" y="102556"/>
                </a:cubicBezTo>
                <a:lnTo>
                  <a:pt x="772" y="102556"/>
                </a:lnTo>
                <a:lnTo>
                  <a:pt x="772" y="95469"/>
                </a:lnTo>
                <a:lnTo>
                  <a:pt x="4772" y="95469"/>
                </a:lnTo>
                <a:cubicBezTo>
                  <a:pt x="7029" y="95469"/>
                  <a:pt x="8973" y="95469"/>
                  <a:pt x="10630" y="95469"/>
                </a:cubicBezTo>
                <a:cubicBezTo>
                  <a:pt x="12259" y="95469"/>
                  <a:pt x="13545" y="95412"/>
                  <a:pt x="14488" y="95326"/>
                </a:cubicBezTo>
                <a:cubicBezTo>
                  <a:pt x="15402" y="95212"/>
                  <a:pt x="16231" y="95069"/>
                  <a:pt x="16945" y="94869"/>
                </a:cubicBezTo>
                <a:cubicBezTo>
                  <a:pt x="17659" y="94640"/>
                  <a:pt x="18059" y="94555"/>
                  <a:pt x="18174" y="94555"/>
                </a:cubicBezTo>
                <a:cubicBezTo>
                  <a:pt x="18259" y="94555"/>
                  <a:pt x="18574" y="94297"/>
                  <a:pt x="19088" y="93783"/>
                </a:cubicBezTo>
                <a:cubicBezTo>
                  <a:pt x="19602" y="93269"/>
                  <a:pt x="19917" y="93069"/>
                  <a:pt x="20031" y="93154"/>
                </a:cubicBezTo>
                <a:lnTo>
                  <a:pt x="20031" y="135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D3481-8D87-4A95-A1BF-AF7CA535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433" y="3224546"/>
            <a:ext cx="120872" cy="58150"/>
          </a:xfrm>
          <a:custGeom xmlns:a="http://schemas.openxmlformats.org/drawingml/2006/main">
            <a:pathLst>
              <a:path w="120872" h="58150">
                <a:moveTo>
                  <a:pt x="0" y="7201"/>
                </a:moveTo>
                <a:cubicBezTo>
                  <a:pt x="0" y="7201"/>
                  <a:pt x="0" y="6258"/>
                  <a:pt x="0" y="4372"/>
                </a:cubicBezTo>
                <a:cubicBezTo>
                  <a:pt x="0" y="2486"/>
                  <a:pt x="1000" y="1029"/>
                  <a:pt x="3058" y="0"/>
                </a:cubicBezTo>
                <a:lnTo>
                  <a:pt x="117615" y="0"/>
                </a:lnTo>
                <a:cubicBezTo>
                  <a:pt x="118615" y="457"/>
                  <a:pt x="119701" y="1372"/>
                  <a:pt x="120872" y="2829"/>
                </a:cubicBezTo>
                <a:lnTo>
                  <a:pt x="120872" y="55321"/>
                </a:lnTo>
                <a:cubicBezTo>
                  <a:pt x="118986" y="57207"/>
                  <a:pt x="117529" y="58150"/>
                  <a:pt x="116529" y="58150"/>
                </a:cubicBezTo>
                <a:cubicBezTo>
                  <a:pt x="115929" y="58150"/>
                  <a:pt x="115443" y="58093"/>
                  <a:pt x="114986" y="57950"/>
                </a:cubicBezTo>
                <a:cubicBezTo>
                  <a:pt x="114557" y="57807"/>
                  <a:pt x="114186" y="57493"/>
                  <a:pt x="113900" y="57064"/>
                </a:cubicBezTo>
                <a:cubicBezTo>
                  <a:pt x="113614" y="56636"/>
                  <a:pt x="113328" y="56350"/>
                  <a:pt x="113043" y="56207"/>
                </a:cubicBezTo>
                <a:cubicBezTo>
                  <a:pt x="112757" y="56064"/>
                  <a:pt x="112528" y="55750"/>
                  <a:pt x="112385" y="55321"/>
                </a:cubicBezTo>
                <a:lnTo>
                  <a:pt x="112157" y="32033"/>
                </a:lnTo>
                <a:lnTo>
                  <a:pt x="112157" y="8715"/>
                </a:lnTo>
                <a:lnTo>
                  <a:pt x="3058" y="8715"/>
                </a:lnTo>
                <a:cubicBezTo>
                  <a:pt x="1000" y="7687"/>
                  <a:pt x="0" y="6258"/>
                  <a:pt x="0" y="4372"/>
                </a:cubicBezTo>
                <a:lnTo>
                  <a:pt x="0" y="72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A2D2A-6F90-43FC-A29E-AC402AC1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433" y="3224546"/>
            <a:ext cx="120872" cy="58150"/>
          </a:xfrm>
          <a:custGeom xmlns:a="http://schemas.openxmlformats.org/drawingml/2006/main">
            <a:pathLst>
              <a:path w="120872" h="58150" fill="none">
                <a:moveTo>
                  <a:pt x="0" y="7201"/>
                </a:moveTo>
                <a:cubicBezTo>
                  <a:pt x="0" y="7201"/>
                  <a:pt x="0" y="6258"/>
                  <a:pt x="0" y="4372"/>
                </a:cubicBezTo>
                <a:cubicBezTo>
                  <a:pt x="0" y="2486"/>
                  <a:pt x="1000" y="1029"/>
                  <a:pt x="3058" y="0"/>
                </a:cubicBezTo>
                <a:lnTo>
                  <a:pt x="117615" y="0"/>
                </a:lnTo>
                <a:cubicBezTo>
                  <a:pt x="118615" y="457"/>
                  <a:pt x="119701" y="1372"/>
                  <a:pt x="120872" y="2829"/>
                </a:cubicBezTo>
                <a:lnTo>
                  <a:pt x="120872" y="55321"/>
                </a:lnTo>
                <a:cubicBezTo>
                  <a:pt x="118986" y="57207"/>
                  <a:pt x="117529" y="58150"/>
                  <a:pt x="116529" y="58150"/>
                </a:cubicBezTo>
                <a:cubicBezTo>
                  <a:pt x="115929" y="58150"/>
                  <a:pt x="115443" y="58093"/>
                  <a:pt x="114986" y="57950"/>
                </a:cubicBezTo>
                <a:cubicBezTo>
                  <a:pt x="114557" y="57807"/>
                  <a:pt x="114186" y="57493"/>
                  <a:pt x="113900" y="57064"/>
                </a:cubicBezTo>
                <a:cubicBezTo>
                  <a:pt x="113614" y="56636"/>
                  <a:pt x="113328" y="56350"/>
                  <a:pt x="113043" y="56207"/>
                </a:cubicBezTo>
                <a:cubicBezTo>
                  <a:pt x="112757" y="56064"/>
                  <a:pt x="112528" y="55750"/>
                  <a:pt x="112385" y="55321"/>
                </a:cubicBezTo>
                <a:lnTo>
                  <a:pt x="112157" y="32033"/>
                </a:lnTo>
                <a:lnTo>
                  <a:pt x="112157" y="8715"/>
                </a:lnTo>
                <a:lnTo>
                  <a:pt x="3058" y="8715"/>
                </a:lnTo>
                <a:cubicBezTo>
                  <a:pt x="1000" y="7687"/>
                  <a:pt x="0" y="6258"/>
                  <a:pt x="0" y="4372"/>
                </a:cubicBezTo>
                <a:lnTo>
                  <a:pt x="0" y="7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FA938-8664-4324-B0B7-C291DBE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908" y="3205829"/>
            <a:ext cx="86182" cy="98955"/>
          </a:xfrm>
          <a:custGeom xmlns:a="http://schemas.openxmlformats.org/drawingml/2006/main">
            <a:pathLst>
              <a:path w="86182" h="98955">
                <a:moveTo>
                  <a:pt x="0" y="61636"/>
                </a:moveTo>
                <a:cubicBezTo>
                  <a:pt x="0" y="45806"/>
                  <a:pt x="6258" y="31575"/>
                  <a:pt x="18745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80" y="0"/>
                  <a:pt x="73781" y="1743"/>
                  <a:pt x="78410" y="5229"/>
                </a:cubicBezTo>
                <a:cubicBezTo>
                  <a:pt x="83068" y="8715"/>
                  <a:pt x="85468" y="13287"/>
                  <a:pt x="85611" y="18945"/>
                </a:cubicBezTo>
                <a:cubicBezTo>
                  <a:pt x="85611" y="23146"/>
                  <a:pt x="84211" y="26718"/>
                  <a:pt x="81467" y="29604"/>
                </a:cubicBezTo>
                <a:cubicBezTo>
                  <a:pt x="78696" y="32518"/>
                  <a:pt x="75209" y="34033"/>
                  <a:pt x="71009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65" y="30547"/>
                  <a:pt x="62065" y="28375"/>
                  <a:pt x="62065" y="25489"/>
                </a:cubicBezTo>
                <a:cubicBezTo>
                  <a:pt x="62065" y="22574"/>
                  <a:pt x="62865" y="20088"/>
                  <a:pt x="64465" y="18059"/>
                </a:cubicBezTo>
                <a:cubicBezTo>
                  <a:pt x="66065" y="16031"/>
                  <a:pt x="67666" y="14516"/>
                  <a:pt x="69266" y="13487"/>
                </a:cubicBezTo>
                <a:cubicBezTo>
                  <a:pt x="70866" y="12487"/>
                  <a:pt x="71866" y="12030"/>
                  <a:pt x="72323" y="12173"/>
                </a:cubicBezTo>
                <a:lnTo>
                  <a:pt x="72523" y="12173"/>
                </a:lnTo>
                <a:cubicBezTo>
                  <a:pt x="72523" y="11887"/>
                  <a:pt x="72095" y="11459"/>
                  <a:pt x="71209" y="10887"/>
                </a:cubicBezTo>
                <a:cubicBezTo>
                  <a:pt x="70352" y="10287"/>
                  <a:pt x="68809" y="9716"/>
                  <a:pt x="66637" y="9144"/>
                </a:cubicBezTo>
                <a:cubicBezTo>
                  <a:pt x="64465" y="8544"/>
                  <a:pt x="62008" y="8258"/>
                  <a:pt x="59236" y="8258"/>
                </a:cubicBezTo>
                <a:cubicBezTo>
                  <a:pt x="54893" y="8258"/>
                  <a:pt x="50749" y="9287"/>
                  <a:pt x="46834" y="11316"/>
                </a:cubicBezTo>
                <a:cubicBezTo>
                  <a:pt x="43777" y="12630"/>
                  <a:pt x="40662" y="14888"/>
                  <a:pt x="37462" y="18059"/>
                </a:cubicBezTo>
                <a:cubicBezTo>
                  <a:pt x="31061" y="24460"/>
                  <a:pt x="26432" y="33461"/>
                  <a:pt x="23517" y="45091"/>
                </a:cubicBezTo>
                <a:cubicBezTo>
                  <a:pt x="20631" y="56693"/>
                  <a:pt x="19088" y="65122"/>
                  <a:pt x="18945" y="70352"/>
                </a:cubicBezTo>
                <a:cubicBezTo>
                  <a:pt x="18945" y="77010"/>
                  <a:pt x="20831" y="82039"/>
                  <a:pt x="24603" y="85354"/>
                </a:cubicBezTo>
                <a:cubicBezTo>
                  <a:pt x="27803" y="88868"/>
                  <a:pt x="32033" y="90611"/>
                  <a:pt x="37233" y="90611"/>
                </a:cubicBezTo>
                <a:lnTo>
                  <a:pt x="38119" y="90611"/>
                </a:lnTo>
                <a:cubicBezTo>
                  <a:pt x="54378" y="90611"/>
                  <a:pt x="67808" y="84439"/>
                  <a:pt x="78410" y="72066"/>
                </a:cubicBezTo>
                <a:cubicBezTo>
                  <a:pt x="79724" y="70637"/>
                  <a:pt x="80582" y="69894"/>
                  <a:pt x="81010" y="69894"/>
                </a:cubicBezTo>
                <a:cubicBezTo>
                  <a:pt x="81610" y="69894"/>
                  <a:pt x="82553" y="70552"/>
                  <a:pt x="83868" y="71866"/>
                </a:cubicBezTo>
                <a:cubicBezTo>
                  <a:pt x="85154" y="73181"/>
                  <a:pt x="85896" y="74181"/>
                  <a:pt x="86039" y="74924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10" y="79639"/>
                  <a:pt x="80496" y="81667"/>
                  <a:pt x="77753" y="84268"/>
                </a:cubicBezTo>
                <a:cubicBezTo>
                  <a:pt x="74981" y="86897"/>
                  <a:pt x="71723" y="89068"/>
                  <a:pt x="67951" y="90811"/>
                </a:cubicBezTo>
                <a:cubicBezTo>
                  <a:pt x="64179" y="92554"/>
                  <a:pt x="59522" y="94383"/>
                  <a:pt x="54035" y="96269"/>
                </a:cubicBezTo>
                <a:cubicBezTo>
                  <a:pt x="48492" y="98155"/>
                  <a:pt x="42691" y="98955"/>
                  <a:pt x="36605" y="98669"/>
                </a:cubicBezTo>
                <a:cubicBezTo>
                  <a:pt x="25689" y="98669"/>
                  <a:pt x="16916" y="95155"/>
                  <a:pt x="10230" y="88211"/>
                </a:cubicBezTo>
                <a:cubicBezTo>
                  <a:pt x="3543" y="81239"/>
                  <a:pt x="143" y="72380"/>
                  <a:pt x="0" y="616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33C8E-2CAD-42D9-AC90-A213A01A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908" y="3205829"/>
            <a:ext cx="86182" cy="98955"/>
          </a:xfrm>
          <a:custGeom xmlns:a="http://schemas.openxmlformats.org/drawingml/2006/main">
            <a:pathLst>
              <a:path w="86182" h="98955" fill="none">
                <a:moveTo>
                  <a:pt x="0" y="61636"/>
                </a:moveTo>
                <a:cubicBezTo>
                  <a:pt x="0" y="45806"/>
                  <a:pt x="6258" y="31575"/>
                  <a:pt x="18745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80" y="0"/>
                  <a:pt x="73781" y="1743"/>
                  <a:pt x="78410" y="5229"/>
                </a:cubicBezTo>
                <a:cubicBezTo>
                  <a:pt x="83068" y="8715"/>
                  <a:pt x="85468" y="13287"/>
                  <a:pt x="85611" y="18945"/>
                </a:cubicBezTo>
                <a:cubicBezTo>
                  <a:pt x="85611" y="23146"/>
                  <a:pt x="84211" y="26718"/>
                  <a:pt x="81467" y="29604"/>
                </a:cubicBezTo>
                <a:cubicBezTo>
                  <a:pt x="78696" y="32518"/>
                  <a:pt x="75209" y="34033"/>
                  <a:pt x="71009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65" y="30547"/>
                  <a:pt x="62065" y="28375"/>
                  <a:pt x="62065" y="25489"/>
                </a:cubicBezTo>
                <a:cubicBezTo>
                  <a:pt x="62065" y="22574"/>
                  <a:pt x="62865" y="20088"/>
                  <a:pt x="64465" y="18059"/>
                </a:cubicBezTo>
                <a:cubicBezTo>
                  <a:pt x="66065" y="16031"/>
                  <a:pt x="67666" y="14516"/>
                  <a:pt x="69266" y="13487"/>
                </a:cubicBezTo>
                <a:cubicBezTo>
                  <a:pt x="70866" y="12487"/>
                  <a:pt x="71866" y="12030"/>
                  <a:pt x="72323" y="12173"/>
                </a:cubicBezTo>
                <a:lnTo>
                  <a:pt x="72523" y="12173"/>
                </a:lnTo>
                <a:cubicBezTo>
                  <a:pt x="72523" y="11887"/>
                  <a:pt x="72095" y="11459"/>
                  <a:pt x="71209" y="10887"/>
                </a:cubicBezTo>
                <a:cubicBezTo>
                  <a:pt x="70352" y="10287"/>
                  <a:pt x="68809" y="9716"/>
                  <a:pt x="66637" y="9144"/>
                </a:cubicBezTo>
                <a:cubicBezTo>
                  <a:pt x="64465" y="8544"/>
                  <a:pt x="62008" y="8258"/>
                  <a:pt x="59236" y="8258"/>
                </a:cubicBezTo>
                <a:cubicBezTo>
                  <a:pt x="54893" y="8258"/>
                  <a:pt x="50749" y="9287"/>
                  <a:pt x="46834" y="11316"/>
                </a:cubicBezTo>
                <a:cubicBezTo>
                  <a:pt x="43777" y="12630"/>
                  <a:pt x="40662" y="14888"/>
                  <a:pt x="37462" y="18059"/>
                </a:cubicBezTo>
                <a:cubicBezTo>
                  <a:pt x="31061" y="24460"/>
                  <a:pt x="26432" y="33461"/>
                  <a:pt x="23517" y="45091"/>
                </a:cubicBezTo>
                <a:cubicBezTo>
                  <a:pt x="20631" y="56693"/>
                  <a:pt x="19088" y="65122"/>
                  <a:pt x="18945" y="70352"/>
                </a:cubicBezTo>
                <a:cubicBezTo>
                  <a:pt x="18945" y="77010"/>
                  <a:pt x="20831" y="82039"/>
                  <a:pt x="24603" y="85354"/>
                </a:cubicBezTo>
                <a:cubicBezTo>
                  <a:pt x="27803" y="88868"/>
                  <a:pt x="32033" y="90611"/>
                  <a:pt x="37233" y="90611"/>
                </a:cubicBezTo>
                <a:lnTo>
                  <a:pt x="38119" y="90611"/>
                </a:lnTo>
                <a:cubicBezTo>
                  <a:pt x="54378" y="90611"/>
                  <a:pt x="67808" y="84439"/>
                  <a:pt x="78410" y="72066"/>
                </a:cubicBezTo>
                <a:cubicBezTo>
                  <a:pt x="79724" y="70637"/>
                  <a:pt x="80582" y="69894"/>
                  <a:pt x="81010" y="69894"/>
                </a:cubicBezTo>
                <a:cubicBezTo>
                  <a:pt x="81610" y="69894"/>
                  <a:pt x="82553" y="70552"/>
                  <a:pt x="83868" y="71866"/>
                </a:cubicBezTo>
                <a:cubicBezTo>
                  <a:pt x="85154" y="73181"/>
                  <a:pt x="85896" y="74181"/>
                  <a:pt x="86039" y="74924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10" y="79639"/>
                  <a:pt x="80496" y="81667"/>
                  <a:pt x="77753" y="84268"/>
                </a:cubicBezTo>
                <a:cubicBezTo>
                  <a:pt x="74981" y="86897"/>
                  <a:pt x="71723" y="89068"/>
                  <a:pt x="67951" y="90811"/>
                </a:cubicBezTo>
                <a:cubicBezTo>
                  <a:pt x="64179" y="92554"/>
                  <a:pt x="59522" y="94383"/>
                  <a:pt x="54035" y="96269"/>
                </a:cubicBezTo>
                <a:cubicBezTo>
                  <a:pt x="48492" y="98155"/>
                  <a:pt x="42691" y="98955"/>
                  <a:pt x="36605" y="98669"/>
                </a:cubicBezTo>
                <a:cubicBezTo>
                  <a:pt x="25689" y="98669"/>
                  <a:pt x="16916" y="95155"/>
                  <a:pt x="10230" y="88211"/>
                </a:cubicBezTo>
                <a:cubicBezTo>
                  <a:pt x="3543" y="81239"/>
                  <a:pt x="143" y="72380"/>
                  <a:pt x="0" y="616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32EB8-4F39-4E92-A822-C1DD0503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006" y="3232204"/>
            <a:ext cx="64808" cy="105928"/>
          </a:xfrm>
          <a:custGeom xmlns:a="http://schemas.openxmlformats.org/drawingml/2006/main">
            <a:pathLst>
              <a:path w="64808" h="105928">
                <a:moveTo>
                  <a:pt x="8773" y="12487"/>
                </a:moveTo>
                <a:cubicBezTo>
                  <a:pt x="14516" y="4172"/>
                  <a:pt x="22374" y="0"/>
                  <a:pt x="32347" y="0"/>
                </a:cubicBezTo>
                <a:cubicBezTo>
                  <a:pt x="37262" y="0"/>
                  <a:pt x="42177" y="1343"/>
                  <a:pt x="47120" y="4000"/>
                </a:cubicBezTo>
                <a:cubicBezTo>
                  <a:pt x="52035" y="6658"/>
                  <a:pt x="56036" y="11401"/>
                  <a:pt x="59122" y="18174"/>
                </a:cubicBezTo>
                <a:cubicBezTo>
                  <a:pt x="62922" y="26689"/>
                  <a:pt x="64808" y="38405"/>
                  <a:pt x="64808" y="53264"/>
                </a:cubicBezTo>
                <a:cubicBezTo>
                  <a:pt x="64808" y="69180"/>
                  <a:pt x="62608" y="81353"/>
                  <a:pt x="58207" y="89783"/>
                </a:cubicBezTo>
                <a:cubicBezTo>
                  <a:pt x="56150" y="94069"/>
                  <a:pt x="53321" y="97526"/>
                  <a:pt x="49721" y="100098"/>
                </a:cubicBezTo>
                <a:cubicBezTo>
                  <a:pt x="46149" y="102641"/>
                  <a:pt x="43005" y="104242"/>
                  <a:pt x="40348" y="104870"/>
                </a:cubicBezTo>
                <a:cubicBezTo>
                  <a:pt x="37662" y="105470"/>
                  <a:pt x="35062" y="105842"/>
                  <a:pt x="32490" y="105928"/>
                </a:cubicBezTo>
                <a:cubicBezTo>
                  <a:pt x="29804" y="105928"/>
                  <a:pt x="27146" y="105642"/>
                  <a:pt x="24489" y="105013"/>
                </a:cubicBezTo>
                <a:cubicBezTo>
                  <a:pt x="21803" y="104384"/>
                  <a:pt x="18688" y="102756"/>
                  <a:pt x="15088" y="100098"/>
                </a:cubicBezTo>
                <a:cubicBezTo>
                  <a:pt x="11487" y="97412"/>
                  <a:pt x="8687" y="93983"/>
                  <a:pt x="6629" y="89783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31"/>
                  <a:pt x="8773" y="12487"/>
                </a:cubicBezTo>
                <a:close/>
                <a:moveTo>
                  <a:pt x="43434" y="10630"/>
                </a:moveTo>
                <a:cubicBezTo>
                  <a:pt x="40348" y="7344"/>
                  <a:pt x="36690" y="5686"/>
                  <a:pt x="32490" y="5686"/>
                </a:cubicBezTo>
                <a:cubicBezTo>
                  <a:pt x="28175" y="5686"/>
                  <a:pt x="24489" y="7344"/>
                  <a:pt x="21403" y="10630"/>
                </a:cubicBezTo>
                <a:cubicBezTo>
                  <a:pt x="18831" y="13287"/>
                  <a:pt x="17145" y="16974"/>
                  <a:pt x="16316" y="21717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94"/>
                  <a:pt x="15488" y="78181"/>
                  <a:pt x="16316" y="83296"/>
                </a:cubicBezTo>
                <a:cubicBezTo>
                  <a:pt x="17145" y="88440"/>
                  <a:pt x="18974" y="92497"/>
                  <a:pt x="21860" y="95469"/>
                </a:cubicBezTo>
                <a:cubicBezTo>
                  <a:pt x="24746" y="98555"/>
                  <a:pt x="28261" y="100098"/>
                  <a:pt x="32490" y="100098"/>
                </a:cubicBezTo>
                <a:cubicBezTo>
                  <a:pt x="36576" y="100098"/>
                  <a:pt x="40091" y="98555"/>
                  <a:pt x="42948" y="95469"/>
                </a:cubicBezTo>
                <a:cubicBezTo>
                  <a:pt x="45920" y="92383"/>
                  <a:pt x="47777" y="88068"/>
                  <a:pt x="48492" y="82525"/>
                </a:cubicBezTo>
                <a:cubicBezTo>
                  <a:pt x="49206" y="76981"/>
                  <a:pt x="49635" y="66580"/>
                  <a:pt x="49721" y="51264"/>
                </a:cubicBezTo>
                <a:cubicBezTo>
                  <a:pt x="49721" y="36405"/>
                  <a:pt x="49320" y="26575"/>
                  <a:pt x="48492" y="21860"/>
                </a:cubicBezTo>
                <a:cubicBezTo>
                  <a:pt x="47663" y="17145"/>
                  <a:pt x="45977" y="13402"/>
                  <a:pt x="43434" y="106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AF7A7-9E14-412D-B514-FCA78E56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006" y="3232204"/>
            <a:ext cx="64808" cy="105928"/>
          </a:xfrm>
          <a:custGeom xmlns:a="http://schemas.openxmlformats.org/drawingml/2006/main">
            <a:pathLst>
              <a:path w="64808" h="105928" fill="none">
                <a:moveTo>
                  <a:pt x="8773" y="12487"/>
                </a:moveTo>
                <a:cubicBezTo>
                  <a:pt x="14516" y="4172"/>
                  <a:pt x="22374" y="0"/>
                  <a:pt x="32347" y="0"/>
                </a:cubicBezTo>
                <a:cubicBezTo>
                  <a:pt x="37262" y="0"/>
                  <a:pt x="42177" y="1343"/>
                  <a:pt x="47120" y="4000"/>
                </a:cubicBezTo>
                <a:cubicBezTo>
                  <a:pt x="52035" y="6658"/>
                  <a:pt x="56036" y="11401"/>
                  <a:pt x="59122" y="18174"/>
                </a:cubicBezTo>
                <a:cubicBezTo>
                  <a:pt x="62922" y="26689"/>
                  <a:pt x="64808" y="38405"/>
                  <a:pt x="64808" y="53264"/>
                </a:cubicBezTo>
                <a:cubicBezTo>
                  <a:pt x="64808" y="69180"/>
                  <a:pt x="62608" y="81353"/>
                  <a:pt x="58207" y="89783"/>
                </a:cubicBezTo>
                <a:cubicBezTo>
                  <a:pt x="56150" y="94069"/>
                  <a:pt x="53321" y="97526"/>
                  <a:pt x="49721" y="100098"/>
                </a:cubicBezTo>
                <a:cubicBezTo>
                  <a:pt x="46149" y="102641"/>
                  <a:pt x="43005" y="104242"/>
                  <a:pt x="40348" y="104870"/>
                </a:cubicBezTo>
                <a:cubicBezTo>
                  <a:pt x="37662" y="105470"/>
                  <a:pt x="35062" y="105842"/>
                  <a:pt x="32490" y="105928"/>
                </a:cubicBezTo>
                <a:cubicBezTo>
                  <a:pt x="29804" y="105928"/>
                  <a:pt x="27146" y="105642"/>
                  <a:pt x="24489" y="105013"/>
                </a:cubicBezTo>
                <a:cubicBezTo>
                  <a:pt x="21803" y="104384"/>
                  <a:pt x="18688" y="102756"/>
                  <a:pt x="15088" y="100098"/>
                </a:cubicBezTo>
                <a:cubicBezTo>
                  <a:pt x="11487" y="97412"/>
                  <a:pt x="8687" y="93983"/>
                  <a:pt x="6629" y="89783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31"/>
                  <a:pt x="8773" y="12487"/>
                </a:cubicBezTo>
                <a:close/>
                <a:moveTo>
                  <a:pt x="43434" y="10630"/>
                </a:moveTo>
                <a:cubicBezTo>
                  <a:pt x="40348" y="7344"/>
                  <a:pt x="36690" y="5686"/>
                  <a:pt x="32490" y="5686"/>
                </a:cubicBezTo>
                <a:cubicBezTo>
                  <a:pt x="28175" y="5686"/>
                  <a:pt x="24489" y="7344"/>
                  <a:pt x="21403" y="10630"/>
                </a:cubicBezTo>
                <a:cubicBezTo>
                  <a:pt x="18831" y="13287"/>
                  <a:pt x="17145" y="16974"/>
                  <a:pt x="16316" y="21717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94"/>
                  <a:pt x="15488" y="78181"/>
                  <a:pt x="16316" y="83296"/>
                </a:cubicBezTo>
                <a:cubicBezTo>
                  <a:pt x="17145" y="88440"/>
                  <a:pt x="18974" y="92497"/>
                  <a:pt x="21860" y="95469"/>
                </a:cubicBezTo>
                <a:cubicBezTo>
                  <a:pt x="24746" y="98555"/>
                  <a:pt x="28261" y="100098"/>
                  <a:pt x="32490" y="100098"/>
                </a:cubicBezTo>
                <a:cubicBezTo>
                  <a:pt x="36576" y="100098"/>
                  <a:pt x="40091" y="98555"/>
                  <a:pt x="42948" y="95469"/>
                </a:cubicBezTo>
                <a:cubicBezTo>
                  <a:pt x="45920" y="92383"/>
                  <a:pt x="47777" y="88068"/>
                  <a:pt x="48492" y="82525"/>
                </a:cubicBezTo>
                <a:cubicBezTo>
                  <a:pt x="49206" y="76981"/>
                  <a:pt x="49635" y="66580"/>
                  <a:pt x="49721" y="51264"/>
                </a:cubicBezTo>
                <a:cubicBezTo>
                  <a:pt x="49721" y="36405"/>
                  <a:pt x="49320" y="26575"/>
                  <a:pt x="48492" y="21860"/>
                </a:cubicBezTo>
                <a:cubicBezTo>
                  <a:pt x="47663" y="17145"/>
                  <a:pt x="45977" y="13402"/>
                  <a:pt x="43434" y="106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C6518-3829-4DB7-86E6-9EA7CDD3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996" y="2187188"/>
            <a:ext cx="120901" cy="58150"/>
          </a:xfrm>
          <a:custGeom xmlns:a="http://schemas.openxmlformats.org/drawingml/2006/main">
            <a:pathLst>
              <a:path w="120901" h="58150">
                <a:moveTo>
                  <a:pt x="0" y="7201"/>
                </a:moveTo>
                <a:cubicBezTo>
                  <a:pt x="0" y="7201"/>
                  <a:pt x="0" y="6258"/>
                  <a:pt x="0" y="4372"/>
                </a:cubicBezTo>
                <a:cubicBezTo>
                  <a:pt x="0" y="2486"/>
                  <a:pt x="1029" y="1029"/>
                  <a:pt x="3058" y="0"/>
                </a:cubicBezTo>
                <a:lnTo>
                  <a:pt x="117615" y="0"/>
                </a:lnTo>
                <a:cubicBezTo>
                  <a:pt x="118643" y="429"/>
                  <a:pt x="119729" y="1372"/>
                  <a:pt x="120901" y="2829"/>
                </a:cubicBezTo>
                <a:lnTo>
                  <a:pt x="120901" y="55321"/>
                </a:lnTo>
                <a:cubicBezTo>
                  <a:pt x="119015" y="57207"/>
                  <a:pt x="117529" y="58150"/>
                  <a:pt x="116529" y="58150"/>
                </a:cubicBezTo>
                <a:cubicBezTo>
                  <a:pt x="115957" y="58150"/>
                  <a:pt x="115443" y="58093"/>
                  <a:pt x="115014" y="57950"/>
                </a:cubicBezTo>
                <a:cubicBezTo>
                  <a:pt x="114586" y="57779"/>
                  <a:pt x="114214" y="57493"/>
                  <a:pt x="113929" y="57064"/>
                </a:cubicBezTo>
                <a:cubicBezTo>
                  <a:pt x="113614" y="56636"/>
                  <a:pt x="113328" y="56350"/>
                  <a:pt x="113043" y="56207"/>
                </a:cubicBezTo>
                <a:cubicBezTo>
                  <a:pt x="112757" y="56064"/>
                  <a:pt x="112528" y="55750"/>
                  <a:pt x="112385" y="55321"/>
                </a:cubicBezTo>
                <a:lnTo>
                  <a:pt x="112185" y="32004"/>
                </a:lnTo>
                <a:lnTo>
                  <a:pt x="112185" y="8715"/>
                </a:lnTo>
                <a:lnTo>
                  <a:pt x="3058" y="8715"/>
                </a:lnTo>
                <a:cubicBezTo>
                  <a:pt x="1029" y="7687"/>
                  <a:pt x="0" y="6258"/>
                  <a:pt x="0" y="4372"/>
                </a:cubicBezTo>
                <a:lnTo>
                  <a:pt x="0" y="72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48676-8506-4299-8892-7D41999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996" y="2187188"/>
            <a:ext cx="120901" cy="58150"/>
          </a:xfrm>
          <a:custGeom xmlns:a="http://schemas.openxmlformats.org/drawingml/2006/main">
            <a:pathLst>
              <a:path w="120901" h="58150" fill="none">
                <a:moveTo>
                  <a:pt x="0" y="7201"/>
                </a:moveTo>
                <a:cubicBezTo>
                  <a:pt x="0" y="7201"/>
                  <a:pt x="0" y="6258"/>
                  <a:pt x="0" y="4372"/>
                </a:cubicBezTo>
                <a:cubicBezTo>
                  <a:pt x="0" y="2486"/>
                  <a:pt x="1029" y="1029"/>
                  <a:pt x="3058" y="0"/>
                </a:cubicBezTo>
                <a:lnTo>
                  <a:pt x="117615" y="0"/>
                </a:lnTo>
                <a:cubicBezTo>
                  <a:pt x="118643" y="429"/>
                  <a:pt x="119729" y="1372"/>
                  <a:pt x="120901" y="2829"/>
                </a:cubicBezTo>
                <a:lnTo>
                  <a:pt x="120901" y="55321"/>
                </a:lnTo>
                <a:cubicBezTo>
                  <a:pt x="119015" y="57207"/>
                  <a:pt x="117529" y="58150"/>
                  <a:pt x="116529" y="58150"/>
                </a:cubicBezTo>
                <a:cubicBezTo>
                  <a:pt x="115957" y="58150"/>
                  <a:pt x="115443" y="58093"/>
                  <a:pt x="115014" y="57950"/>
                </a:cubicBezTo>
                <a:cubicBezTo>
                  <a:pt x="114586" y="57779"/>
                  <a:pt x="114214" y="57493"/>
                  <a:pt x="113929" y="57064"/>
                </a:cubicBezTo>
                <a:cubicBezTo>
                  <a:pt x="113614" y="56636"/>
                  <a:pt x="113328" y="56350"/>
                  <a:pt x="113043" y="56207"/>
                </a:cubicBezTo>
                <a:cubicBezTo>
                  <a:pt x="112757" y="56064"/>
                  <a:pt x="112528" y="55750"/>
                  <a:pt x="112385" y="55321"/>
                </a:cubicBezTo>
                <a:lnTo>
                  <a:pt x="112185" y="32004"/>
                </a:lnTo>
                <a:lnTo>
                  <a:pt x="112185" y="8715"/>
                </a:lnTo>
                <a:lnTo>
                  <a:pt x="3058" y="8715"/>
                </a:lnTo>
                <a:cubicBezTo>
                  <a:pt x="1029" y="7687"/>
                  <a:pt x="0" y="6258"/>
                  <a:pt x="0" y="4372"/>
                </a:cubicBezTo>
                <a:lnTo>
                  <a:pt x="0" y="7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0F8C8-437B-4702-8CF6-279A0519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499" y="2168471"/>
            <a:ext cx="86182" cy="98955"/>
          </a:xfrm>
          <a:custGeom xmlns:a="http://schemas.openxmlformats.org/drawingml/2006/main">
            <a:pathLst>
              <a:path w="86182" h="98955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51" y="0"/>
                  <a:pt x="73752" y="1743"/>
                  <a:pt x="78410" y="5229"/>
                </a:cubicBezTo>
                <a:cubicBezTo>
                  <a:pt x="83039" y="8687"/>
                  <a:pt x="85439" y="13287"/>
                  <a:pt x="85582" y="18945"/>
                </a:cubicBezTo>
                <a:cubicBezTo>
                  <a:pt x="85582" y="23146"/>
                  <a:pt x="84211" y="26689"/>
                  <a:pt x="81439" y="29604"/>
                </a:cubicBezTo>
                <a:cubicBezTo>
                  <a:pt x="78696" y="32518"/>
                  <a:pt x="75209" y="34033"/>
                  <a:pt x="70980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65" y="30547"/>
                  <a:pt x="62065" y="28375"/>
                  <a:pt x="62065" y="25489"/>
                </a:cubicBezTo>
                <a:cubicBezTo>
                  <a:pt x="62065" y="22574"/>
                  <a:pt x="62865" y="20088"/>
                  <a:pt x="64465" y="18059"/>
                </a:cubicBezTo>
                <a:cubicBezTo>
                  <a:pt x="66065" y="16031"/>
                  <a:pt x="67666" y="14516"/>
                  <a:pt x="69237" y="13487"/>
                </a:cubicBezTo>
                <a:cubicBezTo>
                  <a:pt x="70837" y="12459"/>
                  <a:pt x="71866" y="12030"/>
                  <a:pt x="72295" y="12173"/>
                </a:cubicBezTo>
                <a:lnTo>
                  <a:pt x="72523" y="12173"/>
                </a:lnTo>
                <a:cubicBezTo>
                  <a:pt x="72523" y="11887"/>
                  <a:pt x="72095" y="11459"/>
                  <a:pt x="71209" y="10887"/>
                </a:cubicBezTo>
                <a:cubicBezTo>
                  <a:pt x="70352" y="10287"/>
                  <a:pt x="68809" y="9716"/>
                  <a:pt x="66637" y="9144"/>
                </a:cubicBezTo>
                <a:cubicBezTo>
                  <a:pt x="64465" y="8544"/>
                  <a:pt x="62008" y="8258"/>
                  <a:pt x="59236" y="8258"/>
                </a:cubicBezTo>
                <a:cubicBezTo>
                  <a:pt x="54864" y="8258"/>
                  <a:pt x="50749" y="9287"/>
                  <a:pt x="46806" y="11316"/>
                </a:cubicBezTo>
                <a:cubicBezTo>
                  <a:pt x="43777" y="12630"/>
                  <a:pt x="40634" y="14859"/>
                  <a:pt x="37462" y="18059"/>
                </a:cubicBezTo>
                <a:cubicBezTo>
                  <a:pt x="31061" y="24460"/>
                  <a:pt x="26432" y="33461"/>
                  <a:pt x="23517" y="45063"/>
                </a:cubicBezTo>
                <a:cubicBezTo>
                  <a:pt x="20603" y="56693"/>
                  <a:pt x="19088" y="65122"/>
                  <a:pt x="18945" y="70352"/>
                </a:cubicBezTo>
                <a:cubicBezTo>
                  <a:pt x="18945" y="77010"/>
                  <a:pt x="20831" y="82039"/>
                  <a:pt x="24603" y="85382"/>
                </a:cubicBezTo>
                <a:cubicBezTo>
                  <a:pt x="27803" y="88840"/>
                  <a:pt x="32004" y="90583"/>
                  <a:pt x="37233" y="90583"/>
                </a:cubicBezTo>
                <a:lnTo>
                  <a:pt x="38119" y="90583"/>
                </a:lnTo>
                <a:cubicBezTo>
                  <a:pt x="54378" y="90583"/>
                  <a:pt x="67808" y="84411"/>
                  <a:pt x="78410" y="72095"/>
                </a:cubicBezTo>
                <a:cubicBezTo>
                  <a:pt x="79696" y="70637"/>
                  <a:pt x="80581" y="69923"/>
                  <a:pt x="81010" y="69923"/>
                </a:cubicBezTo>
                <a:cubicBezTo>
                  <a:pt x="81582" y="69923"/>
                  <a:pt x="82525" y="70552"/>
                  <a:pt x="83839" y="71866"/>
                </a:cubicBezTo>
                <a:cubicBezTo>
                  <a:pt x="85154" y="73181"/>
                  <a:pt x="85868" y="74181"/>
                  <a:pt x="86039" y="74924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10" y="79639"/>
                  <a:pt x="80496" y="81667"/>
                  <a:pt x="77753" y="84268"/>
                </a:cubicBezTo>
                <a:cubicBezTo>
                  <a:pt x="74981" y="86897"/>
                  <a:pt x="71723" y="89068"/>
                  <a:pt x="67951" y="90811"/>
                </a:cubicBezTo>
                <a:cubicBezTo>
                  <a:pt x="64179" y="92554"/>
                  <a:pt x="59522" y="94383"/>
                  <a:pt x="54007" y="96269"/>
                </a:cubicBezTo>
                <a:cubicBezTo>
                  <a:pt x="48492" y="98155"/>
                  <a:pt x="42691" y="98955"/>
                  <a:pt x="36576" y="98641"/>
                </a:cubicBezTo>
                <a:cubicBezTo>
                  <a:pt x="25689" y="98641"/>
                  <a:pt x="16888" y="95183"/>
                  <a:pt x="10230" y="88211"/>
                </a:cubicBezTo>
                <a:cubicBezTo>
                  <a:pt x="3543" y="81239"/>
                  <a:pt x="143" y="72380"/>
                  <a:pt x="0" y="616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6B36B-2CBF-4063-BB80-520CF52A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499" y="2168471"/>
            <a:ext cx="86182" cy="98955"/>
          </a:xfrm>
          <a:custGeom xmlns:a="http://schemas.openxmlformats.org/drawingml/2006/main">
            <a:pathLst>
              <a:path w="86182" h="98955" fill="none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51" y="0"/>
                  <a:pt x="73752" y="1743"/>
                  <a:pt x="78410" y="5229"/>
                </a:cubicBezTo>
                <a:cubicBezTo>
                  <a:pt x="83039" y="8687"/>
                  <a:pt x="85439" y="13287"/>
                  <a:pt x="85582" y="18945"/>
                </a:cubicBezTo>
                <a:cubicBezTo>
                  <a:pt x="85582" y="23146"/>
                  <a:pt x="84211" y="26689"/>
                  <a:pt x="81439" y="29604"/>
                </a:cubicBezTo>
                <a:cubicBezTo>
                  <a:pt x="78696" y="32518"/>
                  <a:pt x="75209" y="34033"/>
                  <a:pt x="70980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65" y="30547"/>
                  <a:pt x="62065" y="28375"/>
                  <a:pt x="62065" y="25489"/>
                </a:cubicBezTo>
                <a:cubicBezTo>
                  <a:pt x="62065" y="22574"/>
                  <a:pt x="62865" y="20088"/>
                  <a:pt x="64465" y="18059"/>
                </a:cubicBezTo>
                <a:cubicBezTo>
                  <a:pt x="66065" y="16031"/>
                  <a:pt x="67666" y="14516"/>
                  <a:pt x="69237" y="13487"/>
                </a:cubicBezTo>
                <a:cubicBezTo>
                  <a:pt x="70837" y="12459"/>
                  <a:pt x="71866" y="12030"/>
                  <a:pt x="72295" y="12173"/>
                </a:cubicBezTo>
                <a:lnTo>
                  <a:pt x="72523" y="12173"/>
                </a:lnTo>
                <a:cubicBezTo>
                  <a:pt x="72523" y="11887"/>
                  <a:pt x="72095" y="11459"/>
                  <a:pt x="71209" y="10887"/>
                </a:cubicBezTo>
                <a:cubicBezTo>
                  <a:pt x="70352" y="10287"/>
                  <a:pt x="68809" y="9716"/>
                  <a:pt x="66637" y="9144"/>
                </a:cubicBezTo>
                <a:cubicBezTo>
                  <a:pt x="64465" y="8544"/>
                  <a:pt x="62008" y="8258"/>
                  <a:pt x="59236" y="8258"/>
                </a:cubicBezTo>
                <a:cubicBezTo>
                  <a:pt x="54864" y="8258"/>
                  <a:pt x="50749" y="9287"/>
                  <a:pt x="46806" y="11316"/>
                </a:cubicBezTo>
                <a:cubicBezTo>
                  <a:pt x="43777" y="12630"/>
                  <a:pt x="40634" y="14859"/>
                  <a:pt x="37462" y="18059"/>
                </a:cubicBezTo>
                <a:cubicBezTo>
                  <a:pt x="31061" y="24460"/>
                  <a:pt x="26432" y="33461"/>
                  <a:pt x="23517" y="45063"/>
                </a:cubicBezTo>
                <a:cubicBezTo>
                  <a:pt x="20603" y="56693"/>
                  <a:pt x="19088" y="65122"/>
                  <a:pt x="18945" y="70352"/>
                </a:cubicBezTo>
                <a:cubicBezTo>
                  <a:pt x="18945" y="77010"/>
                  <a:pt x="20831" y="82039"/>
                  <a:pt x="24603" y="85382"/>
                </a:cubicBezTo>
                <a:cubicBezTo>
                  <a:pt x="27803" y="88840"/>
                  <a:pt x="32004" y="90583"/>
                  <a:pt x="37233" y="90583"/>
                </a:cubicBezTo>
                <a:lnTo>
                  <a:pt x="38119" y="90583"/>
                </a:lnTo>
                <a:cubicBezTo>
                  <a:pt x="54378" y="90583"/>
                  <a:pt x="67808" y="84411"/>
                  <a:pt x="78410" y="72095"/>
                </a:cubicBezTo>
                <a:cubicBezTo>
                  <a:pt x="79696" y="70637"/>
                  <a:pt x="80581" y="69923"/>
                  <a:pt x="81010" y="69923"/>
                </a:cubicBezTo>
                <a:cubicBezTo>
                  <a:pt x="81582" y="69923"/>
                  <a:pt x="82525" y="70552"/>
                  <a:pt x="83839" y="71866"/>
                </a:cubicBezTo>
                <a:cubicBezTo>
                  <a:pt x="85154" y="73181"/>
                  <a:pt x="85868" y="74181"/>
                  <a:pt x="86039" y="74924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10" y="79639"/>
                  <a:pt x="80496" y="81667"/>
                  <a:pt x="77753" y="84268"/>
                </a:cubicBezTo>
                <a:cubicBezTo>
                  <a:pt x="74981" y="86897"/>
                  <a:pt x="71723" y="89068"/>
                  <a:pt x="67951" y="90811"/>
                </a:cubicBezTo>
                <a:cubicBezTo>
                  <a:pt x="64179" y="92554"/>
                  <a:pt x="59522" y="94383"/>
                  <a:pt x="54007" y="96269"/>
                </a:cubicBezTo>
                <a:cubicBezTo>
                  <a:pt x="48492" y="98155"/>
                  <a:pt x="42691" y="98955"/>
                  <a:pt x="36576" y="98641"/>
                </a:cubicBezTo>
                <a:cubicBezTo>
                  <a:pt x="25689" y="98641"/>
                  <a:pt x="16888" y="95183"/>
                  <a:pt x="10230" y="88211"/>
                </a:cubicBezTo>
                <a:cubicBezTo>
                  <a:pt x="3543" y="81239"/>
                  <a:pt x="143" y="72380"/>
                  <a:pt x="0" y="616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93005-A4A4-4670-84C6-E3B1B62C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70" y="2194846"/>
            <a:ext cx="52978" cy="102556"/>
          </a:xfrm>
          <a:custGeom xmlns:a="http://schemas.openxmlformats.org/drawingml/2006/main">
            <a:pathLst>
              <a:path w="52978" h="102556">
                <a:moveTo>
                  <a:pt x="20002" y="13545"/>
                </a:moveTo>
                <a:lnTo>
                  <a:pt x="18002" y="14316"/>
                </a:lnTo>
                <a:cubicBezTo>
                  <a:pt x="16573" y="14830"/>
                  <a:pt x="14516" y="15345"/>
                  <a:pt x="11859" y="15859"/>
                </a:cubicBezTo>
                <a:cubicBezTo>
                  <a:pt x="9173" y="16373"/>
                  <a:pt x="6201" y="16745"/>
                  <a:pt x="2915" y="16945"/>
                </a:cubicBezTo>
                <a:lnTo>
                  <a:pt x="0" y="16945"/>
                </a:lnTo>
                <a:lnTo>
                  <a:pt x="0" y="9858"/>
                </a:lnTo>
                <a:lnTo>
                  <a:pt x="2915" y="9858"/>
                </a:lnTo>
                <a:cubicBezTo>
                  <a:pt x="7744" y="9658"/>
                  <a:pt x="12202" y="8887"/>
                  <a:pt x="16316" y="7544"/>
                </a:cubicBezTo>
                <a:cubicBezTo>
                  <a:pt x="20431" y="6201"/>
                  <a:pt x="23289" y="4972"/>
                  <a:pt x="24946" y="3858"/>
                </a:cubicBezTo>
                <a:cubicBezTo>
                  <a:pt x="26575" y="2715"/>
                  <a:pt x="28032" y="1600"/>
                  <a:pt x="29261" y="457"/>
                </a:cubicBezTo>
                <a:cubicBezTo>
                  <a:pt x="29461" y="143"/>
                  <a:pt x="30089" y="0"/>
                  <a:pt x="31118" y="0"/>
                </a:cubicBezTo>
                <a:cubicBezTo>
                  <a:pt x="32033" y="0"/>
                  <a:pt x="32890" y="314"/>
                  <a:pt x="33718" y="914"/>
                </a:cubicBezTo>
                <a:lnTo>
                  <a:pt x="33718" y="46977"/>
                </a:lnTo>
                <a:lnTo>
                  <a:pt x="33861" y="93154"/>
                </a:lnTo>
                <a:cubicBezTo>
                  <a:pt x="34576" y="93897"/>
                  <a:pt x="35204" y="94355"/>
                  <a:pt x="35719" y="94555"/>
                </a:cubicBezTo>
                <a:cubicBezTo>
                  <a:pt x="36233" y="94755"/>
                  <a:pt x="37462" y="94955"/>
                  <a:pt x="39433" y="95155"/>
                </a:cubicBezTo>
                <a:cubicBezTo>
                  <a:pt x="41377" y="95383"/>
                  <a:pt x="44548" y="95469"/>
                  <a:pt x="48978" y="95469"/>
                </a:cubicBezTo>
                <a:lnTo>
                  <a:pt x="52978" y="95469"/>
                </a:lnTo>
                <a:lnTo>
                  <a:pt x="52978" y="102556"/>
                </a:lnTo>
                <a:lnTo>
                  <a:pt x="51264" y="102556"/>
                </a:lnTo>
                <a:cubicBezTo>
                  <a:pt x="49120" y="102241"/>
                  <a:pt x="40948" y="102098"/>
                  <a:pt x="26775" y="102098"/>
                </a:cubicBezTo>
                <a:cubicBezTo>
                  <a:pt x="12830" y="102098"/>
                  <a:pt x="4772" y="102241"/>
                  <a:pt x="2600" y="102556"/>
                </a:cubicBezTo>
                <a:lnTo>
                  <a:pt x="772" y="102556"/>
                </a:lnTo>
                <a:lnTo>
                  <a:pt x="772" y="95469"/>
                </a:lnTo>
                <a:lnTo>
                  <a:pt x="4772" y="95469"/>
                </a:lnTo>
                <a:cubicBezTo>
                  <a:pt x="7029" y="95469"/>
                  <a:pt x="8973" y="95469"/>
                  <a:pt x="10630" y="95469"/>
                </a:cubicBezTo>
                <a:cubicBezTo>
                  <a:pt x="12259" y="95469"/>
                  <a:pt x="13545" y="95412"/>
                  <a:pt x="14459" y="95326"/>
                </a:cubicBezTo>
                <a:cubicBezTo>
                  <a:pt x="15402" y="95212"/>
                  <a:pt x="16202" y="95069"/>
                  <a:pt x="16916" y="94869"/>
                </a:cubicBezTo>
                <a:cubicBezTo>
                  <a:pt x="17659" y="94640"/>
                  <a:pt x="18059" y="94555"/>
                  <a:pt x="18174" y="94555"/>
                </a:cubicBezTo>
                <a:cubicBezTo>
                  <a:pt x="18259" y="94555"/>
                  <a:pt x="18574" y="94297"/>
                  <a:pt x="19088" y="93783"/>
                </a:cubicBezTo>
                <a:cubicBezTo>
                  <a:pt x="19602" y="93269"/>
                  <a:pt x="19917" y="93069"/>
                  <a:pt x="20002" y="93154"/>
                </a:cubicBezTo>
                <a:lnTo>
                  <a:pt x="20002" y="135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0DF4D-A443-4D71-93D7-B0395719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70" y="2194846"/>
            <a:ext cx="52978" cy="102556"/>
          </a:xfrm>
          <a:custGeom xmlns:a="http://schemas.openxmlformats.org/drawingml/2006/main">
            <a:pathLst>
              <a:path w="52978" h="102556" fill="none">
                <a:moveTo>
                  <a:pt x="20002" y="13545"/>
                </a:moveTo>
                <a:lnTo>
                  <a:pt x="18002" y="14316"/>
                </a:lnTo>
                <a:cubicBezTo>
                  <a:pt x="16573" y="14830"/>
                  <a:pt x="14516" y="15345"/>
                  <a:pt x="11859" y="15859"/>
                </a:cubicBezTo>
                <a:cubicBezTo>
                  <a:pt x="9173" y="16373"/>
                  <a:pt x="6201" y="16745"/>
                  <a:pt x="2915" y="16945"/>
                </a:cubicBezTo>
                <a:lnTo>
                  <a:pt x="0" y="16945"/>
                </a:lnTo>
                <a:lnTo>
                  <a:pt x="0" y="9858"/>
                </a:lnTo>
                <a:lnTo>
                  <a:pt x="2915" y="9858"/>
                </a:lnTo>
                <a:cubicBezTo>
                  <a:pt x="7744" y="9658"/>
                  <a:pt x="12202" y="8887"/>
                  <a:pt x="16316" y="7544"/>
                </a:cubicBezTo>
                <a:cubicBezTo>
                  <a:pt x="20431" y="6201"/>
                  <a:pt x="23289" y="4972"/>
                  <a:pt x="24946" y="3858"/>
                </a:cubicBezTo>
                <a:cubicBezTo>
                  <a:pt x="26575" y="2715"/>
                  <a:pt x="28032" y="1600"/>
                  <a:pt x="29261" y="457"/>
                </a:cubicBezTo>
                <a:cubicBezTo>
                  <a:pt x="29461" y="143"/>
                  <a:pt x="30089" y="0"/>
                  <a:pt x="31118" y="0"/>
                </a:cubicBezTo>
                <a:cubicBezTo>
                  <a:pt x="32033" y="0"/>
                  <a:pt x="32890" y="314"/>
                  <a:pt x="33718" y="914"/>
                </a:cubicBezTo>
                <a:lnTo>
                  <a:pt x="33718" y="46977"/>
                </a:lnTo>
                <a:lnTo>
                  <a:pt x="33861" y="93154"/>
                </a:lnTo>
                <a:cubicBezTo>
                  <a:pt x="34576" y="93897"/>
                  <a:pt x="35204" y="94355"/>
                  <a:pt x="35719" y="94555"/>
                </a:cubicBezTo>
                <a:cubicBezTo>
                  <a:pt x="36233" y="94755"/>
                  <a:pt x="37462" y="94955"/>
                  <a:pt x="39433" y="95155"/>
                </a:cubicBezTo>
                <a:cubicBezTo>
                  <a:pt x="41377" y="95383"/>
                  <a:pt x="44548" y="95469"/>
                  <a:pt x="48978" y="95469"/>
                </a:cubicBezTo>
                <a:lnTo>
                  <a:pt x="52978" y="95469"/>
                </a:lnTo>
                <a:lnTo>
                  <a:pt x="52978" y="102556"/>
                </a:lnTo>
                <a:lnTo>
                  <a:pt x="51264" y="102556"/>
                </a:lnTo>
                <a:cubicBezTo>
                  <a:pt x="49120" y="102241"/>
                  <a:pt x="40948" y="102098"/>
                  <a:pt x="26775" y="102098"/>
                </a:cubicBezTo>
                <a:cubicBezTo>
                  <a:pt x="12830" y="102098"/>
                  <a:pt x="4772" y="102241"/>
                  <a:pt x="2600" y="102556"/>
                </a:cubicBezTo>
                <a:lnTo>
                  <a:pt x="772" y="102556"/>
                </a:lnTo>
                <a:lnTo>
                  <a:pt x="772" y="95469"/>
                </a:lnTo>
                <a:lnTo>
                  <a:pt x="4772" y="95469"/>
                </a:lnTo>
                <a:cubicBezTo>
                  <a:pt x="7029" y="95469"/>
                  <a:pt x="8973" y="95469"/>
                  <a:pt x="10630" y="95469"/>
                </a:cubicBezTo>
                <a:cubicBezTo>
                  <a:pt x="12259" y="95469"/>
                  <a:pt x="13545" y="95412"/>
                  <a:pt x="14459" y="95326"/>
                </a:cubicBezTo>
                <a:cubicBezTo>
                  <a:pt x="15402" y="95212"/>
                  <a:pt x="16202" y="95069"/>
                  <a:pt x="16916" y="94869"/>
                </a:cubicBezTo>
                <a:cubicBezTo>
                  <a:pt x="17659" y="94640"/>
                  <a:pt x="18059" y="94555"/>
                  <a:pt x="18174" y="94555"/>
                </a:cubicBezTo>
                <a:cubicBezTo>
                  <a:pt x="18259" y="94555"/>
                  <a:pt x="18574" y="94297"/>
                  <a:pt x="19088" y="93783"/>
                </a:cubicBezTo>
                <a:cubicBezTo>
                  <a:pt x="19602" y="93269"/>
                  <a:pt x="19917" y="93069"/>
                  <a:pt x="20002" y="93154"/>
                </a:cubicBezTo>
                <a:lnTo>
                  <a:pt x="20002" y="135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D2FB8-12D1-4B1B-9CEB-9225B6CE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77" y="3407112"/>
            <a:ext cx="86182" cy="98927"/>
          </a:xfrm>
          <a:custGeom xmlns:a="http://schemas.openxmlformats.org/drawingml/2006/main">
            <a:pathLst>
              <a:path w="86182" h="98927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51" y="0"/>
                  <a:pt x="73752" y="1743"/>
                  <a:pt x="78410" y="5201"/>
                </a:cubicBezTo>
                <a:cubicBezTo>
                  <a:pt x="83039" y="8715"/>
                  <a:pt x="85439" y="13259"/>
                  <a:pt x="85582" y="18945"/>
                </a:cubicBezTo>
                <a:cubicBezTo>
                  <a:pt x="85582" y="23146"/>
                  <a:pt x="84211" y="26718"/>
                  <a:pt x="81439" y="29604"/>
                </a:cubicBezTo>
                <a:cubicBezTo>
                  <a:pt x="78696" y="32518"/>
                  <a:pt x="75209" y="34033"/>
                  <a:pt x="70980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65" y="30547"/>
                  <a:pt x="62065" y="28375"/>
                  <a:pt x="62065" y="25460"/>
                </a:cubicBezTo>
                <a:cubicBezTo>
                  <a:pt x="62065" y="22574"/>
                  <a:pt x="62865" y="20088"/>
                  <a:pt x="64465" y="18059"/>
                </a:cubicBezTo>
                <a:cubicBezTo>
                  <a:pt x="66065" y="16031"/>
                  <a:pt x="67666" y="14516"/>
                  <a:pt x="69237" y="13487"/>
                </a:cubicBezTo>
                <a:cubicBezTo>
                  <a:pt x="70837" y="12487"/>
                  <a:pt x="71866" y="12030"/>
                  <a:pt x="72295" y="12202"/>
                </a:cubicBezTo>
                <a:lnTo>
                  <a:pt x="72523" y="12202"/>
                </a:lnTo>
                <a:cubicBezTo>
                  <a:pt x="72523" y="11887"/>
                  <a:pt x="72095" y="11459"/>
                  <a:pt x="71209" y="10887"/>
                </a:cubicBezTo>
                <a:cubicBezTo>
                  <a:pt x="70352" y="10316"/>
                  <a:pt x="68809" y="9715"/>
                  <a:pt x="66637" y="9144"/>
                </a:cubicBezTo>
                <a:cubicBezTo>
                  <a:pt x="64465" y="8572"/>
                  <a:pt x="62008" y="8258"/>
                  <a:pt x="59236" y="8258"/>
                </a:cubicBezTo>
                <a:cubicBezTo>
                  <a:pt x="54864" y="8258"/>
                  <a:pt x="50749" y="9287"/>
                  <a:pt x="46806" y="11316"/>
                </a:cubicBezTo>
                <a:cubicBezTo>
                  <a:pt x="43777" y="12630"/>
                  <a:pt x="40662" y="14859"/>
                  <a:pt x="37462" y="18059"/>
                </a:cubicBezTo>
                <a:cubicBezTo>
                  <a:pt x="31061" y="24460"/>
                  <a:pt x="26432" y="33461"/>
                  <a:pt x="23517" y="45063"/>
                </a:cubicBezTo>
                <a:cubicBezTo>
                  <a:pt x="20631" y="56693"/>
                  <a:pt x="19088" y="65094"/>
                  <a:pt x="18945" y="70323"/>
                </a:cubicBezTo>
                <a:cubicBezTo>
                  <a:pt x="18945" y="77010"/>
                  <a:pt x="20831" y="82039"/>
                  <a:pt x="24603" y="85354"/>
                </a:cubicBezTo>
                <a:cubicBezTo>
                  <a:pt x="27803" y="88840"/>
                  <a:pt x="32004" y="90583"/>
                  <a:pt x="37233" y="90583"/>
                </a:cubicBezTo>
                <a:lnTo>
                  <a:pt x="38119" y="90583"/>
                </a:lnTo>
                <a:cubicBezTo>
                  <a:pt x="54378" y="90583"/>
                  <a:pt x="67808" y="84411"/>
                  <a:pt x="78410" y="72066"/>
                </a:cubicBezTo>
                <a:cubicBezTo>
                  <a:pt x="79724" y="70609"/>
                  <a:pt x="80581" y="69894"/>
                  <a:pt x="81010" y="69894"/>
                </a:cubicBezTo>
                <a:cubicBezTo>
                  <a:pt x="81610" y="69894"/>
                  <a:pt x="82525" y="70552"/>
                  <a:pt x="83839" y="71866"/>
                </a:cubicBezTo>
                <a:cubicBezTo>
                  <a:pt x="85154" y="73181"/>
                  <a:pt x="85896" y="74181"/>
                  <a:pt x="86039" y="74895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10" y="79639"/>
                  <a:pt x="80496" y="81667"/>
                  <a:pt x="77753" y="84268"/>
                </a:cubicBezTo>
                <a:cubicBezTo>
                  <a:pt x="74981" y="86897"/>
                  <a:pt x="71723" y="89068"/>
                  <a:pt x="67951" y="90811"/>
                </a:cubicBezTo>
                <a:cubicBezTo>
                  <a:pt x="64179" y="92554"/>
                  <a:pt x="59522" y="94355"/>
                  <a:pt x="54007" y="96241"/>
                </a:cubicBezTo>
                <a:cubicBezTo>
                  <a:pt x="48492" y="98127"/>
                  <a:pt x="42691" y="98927"/>
                  <a:pt x="36576" y="98641"/>
                </a:cubicBezTo>
                <a:cubicBezTo>
                  <a:pt x="25689" y="98641"/>
                  <a:pt x="16916" y="95155"/>
                  <a:pt x="10230" y="88182"/>
                </a:cubicBezTo>
                <a:cubicBezTo>
                  <a:pt x="3543" y="81239"/>
                  <a:pt x="143" y="72380"/>
                  <a:pt x="0" y="616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9C1B3-0E72-4350-A76F-C643EDB1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77" y="3407112"/>
            <a:ext cx="86182" cy="98927"/>
          </a:xfrm>
          <a:custGeom xmlns:a="http://schemas.openxmlformats.org/drawingml/2006/main">
            <a:pathLst>
              <a:path w="86182" h="98927" fill="none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04" y="6315"/>
                  <a:pt x="44720" y="0"/>
                  <a:pt x="59236" y="0"/>
                </a:cubicBezTo>
                <a:cubicBezTo>
                  <a:pt x="67351" y="0"/>
                  <a:pt x="73752" y="1743"/>
                  <a:pt x="78410" y="5201"/>
                </a:cubicBezTo>
                <a:cubicBezTo>
                  <a:pt x="83039" y="8715"/>
                  <a:pt x="85439" y="13259"/>
                  <a:pt x="85582" y="18945"/>
                </a:cubicBezTo>
                <a:cubicBezTo>
                  <a:pt x="85582" y="23146"/>
                  <a:pt x="84211" y="26718"/>
                  <a:pt x="81439" y="29604"/>
                </a:cubicBezTo>
                <a:cubicBezTo>
                  <a:pt x="78696" y="32518"/>
                  <a:pt x="75209" y="34033"/>
                  <a:pt x="70980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65" y="30547"/>
                  <a:pt x="62065" y="28375"/>
                  <a:pt x="62065" y="25460"/>
                </a:cubicBezTo>
                <a:cubicBezTo>
                  <a:pt x="62065" y="22574"/>
                  <a:pt x="62865" y="20088"/>
                  <a:pt x="64465" y="18059"/>
                </a:cubicBezTo>
                <a:cubicBezTo>
                  <a:pt x="66065" y="16031"/>
                  <a:pt x="67666" y="14516"/>
                  <a:pt x="69237" y="13487"/>
                </a:cubicBezTo>
                <a:cubicBezTo>
                  <a:pt x="70837" y="12487"/>
                  <a:pt x="71866" y="12030"/>
                  <a:pt x="72295" y="12202"/>
                </a:cubicBezTo>
                <a:lnTo>
                  <a:pt x="72523" y="12202"/>
                </a:lnTo>
                <a:cubicBezTo>
                  <a:pt x="72523" y="11887"/>
                  <a:pt x="72095" y="11459"/>
                  <a:pt x="71209" y="10887"/>
                </a:cubicBezTo>
                <a:cubicBezTo>
                  <a:pt x="70352" y="10316"/>
                  <a:pt x="68809" y="9715"/>
                  <a:pt x="66637" y="9144"/>
                </a:cubicBezTo>
                <a:cubicBezTo>
                  <a:pt x="64465" y="8572"/>
                  <a:pt x="62008" y="8258"/>
                  <a:pt x="59236" y="8258"/>
                </a:cubicBezTo>
                <a:cubicBezTo>
                  <a:pt x="54864" y="8258"/>
                  <a:pt x="50749" y="9287"/>
                  <a:pt x="46806" y="11316"/>
                </a:cubicBezTo>
                <a:cubicBezTo>
                  <a:pt x="43777" y="12630"/>
                  <a:pt x="40662" y="14859"/>
                  <a:pt x="37462" y="18059"/>
                </a:cubicBezTo>
                <a:cubicBezTo>
                  <a:pt x="31061" y="24460"/>
                  <a:pt x="26432" y="33461"/>
                  <a:pt x="23517" y="45063"/>
                </a:cubicBezTo>
                <a:cubicBezTo>
                  <a:pt x="20631" y="56693"/>
                  <a:pt x="19088" y="65094"/>
                  <a:pt x="18945" y="70323"/>
                </a:cubicBezTo>
                <a:cubicBezTo>
                  <a:pt x="18945" y="77010"/>
                  <a:pt x="20831" y="82039"/>
                  <a:pt x="24603" y="85354"/>
                </a:cubicBezTo>
                <a:cubicBezTo>
                  <a:pt x="27803" y="88840"/>
                  <a:pt x="32004" y="90583"/>
                  <a:pt x="37233" y="90583"/>
                </a:cubicBezTo>
                <a:lnTo>
                  <a:pt x="38119" y="90583"/>
                </a:lnTo>
                <a:cubicBezTo>
                  <a:pt x="54378" y="90583"/>
                  <a:pt x="67808" y="84411"/>
                  <a:pt x="78410" y="72066"/>
                </a:cubicBezTo>
                <a:cubicBezTo>
                  <a:pt x="79724" y="70609"/>
                  <a:pt x="80581" y="69894"/>
                  <a:pt x="81010" y="69894"/>
                </a:cubicBezTo>
                <a:cubicBezTo>
                  <a:pt x="81610" y="69894"/>
                  <a:pt x="82525" y="70552"/>
                  <a:pt x="83839" y="71866"/>
                </a:cubicBezTo>
                <a:cubicBezTo>
                  <a:pt x="85154" y="73181"/>
                  <a:pt x="85896" y="74181"/>
                  <a:pt x="86039" y="74895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10" y="79639"/>
                  <a:pt x="80496" y="81667"/>
                  <a:pt x="77753" y="84268"/>
                </a:cubicBezTo>
                <a:cubicBezTo>
                  <a:pt x="74981" y="86897"/>
                  <a:pt x="71723" y="89068"/>
                  <a:pt x="67951" y="90811"/>
                </a:cubicBezTo>
                <a:cubicBezTo>
                  <a:pt x="64179" y="92554"/>
                  <a:pt x="59522" y="94355"/>
                  <a:pt x="54007" y="96241"/>
                </a:cubicBezTo>
                <a:cubicBezTo>
                  <a:pt x="48492" y="98127"/>
                  <a:pt x="42691" y="98927"/>
                  <a:pt x="36576" y="98641"/>
                </a:cubicBezTo>
                <a:cubicBezTo>
                  <a:pt x="25689" y="98641"/>
                  <a:pt x="16916" y="95155"/>
                  <a:pt x="10230" y="88182"/>
                </a:cubicBezTo>
                <a:cubicBezTo>
                  <a:pt x="3543" y="81239"/>
                  <a:pt x="143" y="72380"/>
                  <a:pt x="0" y="616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43ED6-DB0F-407B-84D9-05C7753B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675" y="3433486"/>
            <a:ext cx="64808" cy="105928"/>
          </a:xfrm>
          <a:custGeom xmlns:a="http://schemas.openxmlformats.org/drawingml/2006/main">
            <a:pathLst>
              <a:path w="64808" h="105928">
                <a:moveTo>
                  <a:pt x="8773" y="12459"/>
                </a:moveTo>
                <a:cubicBezTo>
                  <a:pt x="14516" y="4143"/>
                  <a:pt x="22374" y="0"/>
                  <a:pt x="32318" y="0"/>
                </a:cubicBezTo>
                <a:cubicBezTo>
                  <a:pt x="37262" y="0"/>
                  <a:pt x="42177" y="1343"/>
                  <a:pt x="47120" y="4001"/>
                </a:cubicBezTo>
                <a:cubicBezTo>
                  <a:pt x="52035" y="6687"/>
                  <a:pt x="56036" y="11401"/>
                  <a:pt x="59122" y="18174"/>
                </a:cubicBezTo>
                <a:cubicBezTo>
                  <a:pt x="62922" y="26689"/>
                  <a:pt x="64808" y="38376"/>
                  <a:pt x="64808" y="53264"/>
                </a:cubicBezTo>
                <a:cubicBezTo>
                  <a:pt x="64808" y="69180"/>
                  <a:pt x="62608" y="81353"/>
                  <a:pt x="58207" y="89754"/>
                </a:cubicBezTo>
                <a:cubicBezTo>
                  <a:pt x="56150" y="94069"/>
                  <a:pt x="53321" y="97526"/>
                  <a:pt x="49720" y="100070"/>
                </a:cubicBezTo>
                <a:cubicBezTo>
                  <a:pt x="46120" y="102641"/>
                  <a:pt x="43005" y="104242"/>
                  <a:pt x="40348" y="104870"/>
                </a:cubicBezTo>
                <a:cubicBezTo>
                  <a:pt x="37662" y="105470"/>
                  <a:pt x="35033" y="105842"/>
                  <a:pt x="32490" y="105928"/>
                </a:cubicBezTo>
                <a:cubicBezTo>
                  <a:pt x="29804" y="105928"/>
                  <a:pt x="27146" y="105642"/>
                  <a:pt x="24460" y="105013"/>
                </a:cubicBezTo>
                <a:cubicBezTo>
                  <a:pt x="21803" y="104413"/>
                  <a:pt x="18659" y="102756"/>
                  <a:pt x="15088" y="100070"/>
                </a:cubicBezTo>
                <a:cubicBezTo>
                  <a:pt x="11487" y="97412"/>
                  <a:pt x="8658" y="93983"/>
                  <a:pt x="6601" y="89754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05" y="10630"/>
                </a:moveTo>
                <a:cubicBezTo>
                  <a:pt x="40348" y="7344"/>
                  <a:pt x="36690" y="5686"/>
                  <a:pt x="32490" y="5686"/>
                </a:cubicBezTo>
                <a:cubicBezTo>
                  <a:pt x="28175" y="5686"/>
                  <a:pt x="24460" y="7344"/>
                  <a:pt x="21403" y="10630"/>
                </a:cubicBezTo>
                <a:cubicBezTo>
                  <a:pt x="18831" y="13287"/>
                  <a:pt x="17116" y="17002"/>
                  <a:pt x="16316" y="21717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94"/>
                  <a:pt x="15488" y="78181"/>
                  <a:pt x="16316" y="83296"/>
                </a:cubicBezTo>
                <a:cubicBezTo>
                  <a:pt x="17116" y="88440"/>
                  <a:pt x="18974" y="92497"/>
                  <a:pt x="21860" y="95469"/>
                </a:cubicBezTo>
                <a:cubicBezTo>
                  <a:pt x="24717" y="98555"/>
                  <a:pt x="28261" y="100070"/>
                  <a:pt x="32490" y="100070"/>
                </a:cubicBezTo>
                <a:cubicBezTo>
                  <a:pt x="36576" y="100070"/>
                  <a:pt x="40091" y="98555"/>
                  <a:pt x="42948" y="95469"/>
                </a:cubicBezTo>
                <a:cubicBezTo>
                  <a:pt x="45920" y="92383"/>
                  <a:pt x="47777" y="88068"/>
                  <a:pt x="48492" y="82525"/>
                </a:cubicBezTo>
                <a:cubicBezTo>
                  <a:pt x="49206" y="76981"/>
                  <a:pt x="49635" y="66580"/>
                  <a:pt x="49720" y="51264"/>
                </a:cubicBezTo>
                <a:cubicBezTo>
                  <a:pt x="49720" y="36376"/>
                  <a:pt x="49320" y="26575"/>
                  <a:pt x="48492" y="21860"/>
                </a:cubicBezTo>
                <a:cubicBezTo>
                  <a:pt x="47663" y="17145"/>
                  <a:pt x="45977" y="13402"/>
                  <a:pt x="43405" y="106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88392-6B3C-497C-AC0C-AFCC446E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675" y="3433486"/>
            <a:ext cx="64808" cy="105928"/>
          </a:xfrm>
          <a:custGeom xmlns:a="http://schemas.openxmlformats.org/drawingml/2006/main">
            <a:pathLst>
              <a:path w="64808" h="105928" fill="none">
                <a:moveTo>
                  <a:pt x="8773" y="12459"/>
                </a:moveTo>
                <a:cubicBezTo>
                  <a:pt x="14516" y="4143"/>
                  <a:pt x="22374" y="0"/>
                  <a:pt x="32318" y="0"/>
                </a:cubicBezTo>
                <a:cubicBezTo>
                  <a:pt x="37262" y="0"/>
                  <a:pt x="42177" y="1343"/>
                  <a:pt x="47120" y="4001"/>
                </a:cubicBezTo>
                <a:cubicBezTo>
                  <a:pt x="52035" y="6687"/>
                  <a:pt x="56036" y="11401"/>
                  <a:pt x="59122" y="18174"/>
                </a:cubicBezTo>
                <a:cubicBezTo>
                  <a:pt x="62922" y="26689"/>
                  <a:pt x="64808" y="38376"/>
                  <a:pt x="64808" y="53264"/>
                </a:cubicBezTo>
                <a:cubicBezTo>
                  <a:pt x="64808" y="69180"/>
                  <a:pt x="62608" y="81353"/>
                  <a:pt x="58207" y="89754"/>
                </a:cubicBezTo>
                <a:cubicBezTo>
                  <a:pt x="56150" y="94069"/>
                  <a:pt x="53321" y="97526"/>
                  <a:pt x="49720" y="100070"/>
                </a:cubicBezTo>
                <a:cubicBezTo>
                  <a:pt x="46120" y="102641"/>
                  <a:pt x="43005" y="104242"/>
                  <a:pt x="40348" y="104870"/>
                </a:cubicBezTo>
                <a:cubicBezTo>
                  <a:pt x="37662" y="105470"/>
                  <a:pt x="35033" y="105842"/>
                  <a:pt x="32490" y="105928"/>
                </a:cubicBezTo>
                <a:cubicBezTo>
                  <a:pt x="29804" y="105928"/>
                  <a:pt x="27146" y="105642"/>
                  <a:pt x="24460" y="105013"/>
                </a:cubicBezTo>
                <a:cubicBezTo>
                  <a:pt x="21803" y="104413"/>
                  <a:pt x="18659" y="102756"/>
                  <a:pt x="15088" y="100070"/>
                </a:cubicBezTo>
                <a:cubicBezTo>
                  <a:pt x="11487" y="97412"/>
                  <a:pt x="8658" y="93983"/>
                  <a:pt x="6601" y="89754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05" y="10630"/>
                </a:moveTo>
                <a:cubicBezTo>
                  <a:pt x="40348" y="7344"/>
                  <a:pt x="36690" y="5686"/>
                  <a:pt x="32490" y="5686"/>
                </a:cubicBezTo>
                <a:cubicBezTo>
                  <a:pt x="28175" y="5686"/>
                  <a:pt x="24460" y="7344"/>
                  <a:pt x="21403" y="10630"/>
                </a:cubicBezTo>
                <a:cubicBezTo>
                  <a:pt x="18831" y="13287"/>
                  <a:pt x="17116" y="17002"/>
                  <a:pt x="16316" y="21717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94"/>
                  <a:pt x="15488" y="78181"/>
                  <a:pt x="16316" y="83296"/>
                </a:cubicBezTo>
                <a:cubicBezTo>
                  <a:pt x="17116" y="88440"/>
                  <a:pt x="18974" y="92497"/>
                  <a:pt x="21860" y="95469"/>
                </a:cubicBezTo>
                <a:cubicBezTo>
                  <a:pt x="24717" y="98555"/>
                  <a:pt x="28261" y="100070"/>
                  <a:pt x="32490" y="100070"/>
                </a:cubicBezTo>
                <a:cubicBezTo>
                  <a:pt x="36576" y="100070"/>
                  <a:pt x="40091" y="98555"/>
                  <a:pt x="42948" y="95469"/>
                </a:cubicBezTo>
                <a:cubicBezTo>
                  <a:pt x="45920" y="92383"/>
                  <a:pt x="47777" y="88068"/>
                  <a:pt x="48492" y="82525"/>
                </a:cubicBezTo>
                <a:cubicBezTo>
                  <a:pt x="49206" y="76981"/>
                  <a:pt x="49635" y="66580"/>
                  <a:pt x="49720" y="51264"/>
                </a:cubicBezTo>
                <a:cubicBezTo>
                  <a:pt x="49720" y="36376"/>
                  <a:pt x="49320" y="26575"/>
                  <a:pt x="48492" y="21860"/>
                </a:cubicBezTo>
                <a:cubicBezTo>
                  <a:pt x="47663" y="17145"/>
                  <a:pt x="45977" y="13402"/>
                  <a:pt x="43405" y="106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44868-E281-4558-9B04-15E47C99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329" y="3240034"/>
            <a:ext cx="120872" cy="58150"/>
          </a:xfrm>
          <a:custGeom xmlns:a="http://schemas.openxmlformats.org/drawingml/2006/main">
            <a:pathLst>
              <a:path w="120872" h="58150">
                <a:moveTo>
                  <a:pt x="0" y="7201"/>
                </a:moveTo>
                <a:cubicBezTo>
                  <a:pt x="0" y="7201"/>
                  <a:pt x="0" y="6229"/>
                  <a:pt x="0" y="4343"/>
                </a:cubicBezTo>
                <a:cubicBezTo>
                  <a:pt x="0" y="2457"/>
                  <a:pt x="1029" y="1029"/>
                  <a:pt x="3058" y="0"/>
                </a:cubicBezTo>
                <a:lnTo>
                  <a:pt x="117615" y="0"/>
                </a:lnTo>
                <a:cubicBezTo>
                  <a:pt x="118615" y="429"/>
                  <a:pt x="119729" y="1372"/>
                  <a:pt x="120872" y="2829"/>
                </a:cubicBezTo>
                <a:lnTo>
                  <a:pt x="120872" y="55321"/>
                </a:lnTo>
                <a:cubicBezTo>
                  <a:pt x="118986" y="57207"/>
                  <a:pt x="117529" y="58150"/>
                  <a:pt x="116529" y="58150"/>
                </a:cubicBezTo>
                <a:cubicBezTo>
                  <a:pt x="115957" y="58150"/>
                  <a:pt x="115443" y="58093"/>
                  <a:pt x="114986" y="57922"/>
                </a:cubicBezTo>
                <a:cubicBezTo>
                  <a:pt x="114557" y="57779"/>
                  <a:pt x="114214" y="57493"/>
                  <a:pt x="113900" y="57064"/>
                </a:cubicBezTo>
                <a:cubicBezTo>
                  <a:pt x="113614" y="56636"/>
                  <a:pt x="113328" y="56350"/>
                  <a:pt x="113043" y="56207"/>
                </a:cubicBezTo>
                <a:cubicBezTo>
                  <a:pt x="112757" y="56036"/>
                  <a:pt x="112528" y="55750"/>
                  <a:pt x="112385" y="55321"/>
                </a:cubicBezTo>
                <a:lnTo>
                  <a:pt x="112185" y="32004"/>
                </a:lnTo>
                <a:lnTo>
                  <a:pt x="112185" y="8715"/>
                </a:lnTo>
                <a:lnTo>
                  <a:pt x="3058" y="8715"/>
                </a:lnTo>
                <a:cubicBezTo>
                  <a:pt x="1029" y="7687"/>
                  <a:pt x="0" y="6229"/>
                  <a:pt x="0" y="4343"/>
                </a:cubicBezTo>
                <a:lnTo>
                  <a:pt x="0" y="72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2E631-8F13-43A3-B8EF-7A8364C6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329" y="3240034"/>
            <a:ext cx="120872" cy="58150"/>
          </a:xfrm>
          <a:custGeom xmlns:a="http://schemas.openxmlformats.org/drawingml/2006/main">
            <a:pathLst>
              <a:path w="120872" h="58150" fill="none">
                <a:moveTo>
                  <a:pt x="0" y="7201"/>
                </a:moveTo>
                <a:cubicBezTo>
                  <a:pt x="0" y="7201"/>
                  <a:pt x="0" y="6229"/>
                  <a:pt x="0" y="4343"/>
                </a:cubicBezTo>
                <a:cubicBezTo>
                  <a:pt x="0" y="2457"/>
                  <a:pt x="1029" y="1029"/>
                  <a:pt x="3058" y="0"/>
                </a:cubicBezTo>
                <a:lnTo>
                  <a:pt x="117615" y="0"/>
                </a:lnTo>
                <a:cubicBezTo>
                  <a:pt x="118615" y="429"/>
                  <a:pt x="119729" y="1372"/>
                  <a:pt x="120872" y="2829"/>
                </a:cubicBezTo>
                <a:lnTo>
                  <a:pt x="120872" y="55321"/>
                </a:lnTo>
                <a:cubicBezTo>
                  <a:pt x="118986" y="57207"/>
                  <a:pt x="117529" y="58150"/>
                  <a:pt x="116529" y="58150"/>
                </a:cubicBezTo>
                <a:cubicBezTo>
                  <a:pt x="115957" y="58150"/>
                  <a:pt x="115443" y="58093"/>
                  <a:pt x="114986" y="57922"/>
                </a:cubicBezTo>
                <a:cubicBezTo>
                  <a:pt x="114557" y="57779"/>
                  <a:pt x="114214" y="57493"/>
                  <a:pt x="113900" y="57064"/>
                </a:cubicBezTo>
                <a:cubicBezTo>
                  <a:pt x="113614" y="56636"/>
                  <a:pt x="113328" y="56350"/>
                  <a:pt x="113043" y="56207"/>
                </a:cubicBezTo>
                <a:cubicBezTo>
                  <a:pt x="112757" y="56036"/>
                  <a:pt x="112528" y="55750"/>
                  <a:pt x="112385" y="55321"/>
                </a:cubicBezTo>
                <a:lnTo>
                  <a:pt x="112185" y="32004"/>
                </a:lnTo>
                <a:lnTo>
                  <a:pt x="112185" y="8715"/>
                </a:lnTo>
                <a:lnTo>
                  <a:pt x="3058" y="8715"/>
                </a:lnTo>
                <a:cubicBezTo>
                  <a:pt x="1029" y="7687"/>
                  <a:pt x="0" y="6229"/>
                  <a:pt x="0" y="4343"/>
                </a:cubicBezTo>
                <a:lnTo>
                  <a:pt x="0" y="72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1ECF9-C313-41E7-97B5-559D73D8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804" y="3221317"/>
            <a:ext cx="86182" cy="98955"/>
          </a:xfrm>
          <a:custGeom xmlns:a="http://schemas.openxmlformats.org/drawingml/2006/main">
            <a:pathLst>
              <a:path w="86182" h="98955">
                <a:moveTo>
                  <a:pt x="0" y="61636"/>
                </a:moveTo>
                <a:cubicBezTo>
                  <a:pt x="0" y="45806"/>
                  <a:pt x="6258" y="31575"/>
                  <a:pt x="18745" y="18945"/>
                </a:cubicBezTo>
                <a:cubicBezTo>
                  <a:pt x="31232" y="6315"/>
                  <a:pt x="44720" y="0"/>
                  <a:pt x="59236" y="0"/>
                </a:cubicBezTo>
                <a:cubicBezTo>
                  <a:pt x="67380" y="0"/>
                  <a:pt x="73752" y="1743"/>
                  <a:pt x="78410" y="5201"/>
                </a:cubicBezTo>
                <a:cubicBezTo>
                  <a:pt x="83068" y="8687"/>
                  <a:pt x="85439" y="13259"/>
                  <a:pt x="85582" y="18945"/>
                </a:cubicBezTo>
                <a:cubicBezTo>
                  <a:pt x="85582" y="23146"/>
                  <a:pt x="84211" y="26689"/>
                  <a:pt x="81467" y="29604"/>
                </a:cubicBezTo>
                <a:cubicBezTo>
                  <a:pt x="78696" y="32518"/>
                  <a:pt x="75209" y="34033"/>
                  <a:pt x="71009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94" y="30547"/>
                  <a:pt x="62065" y="28375"/>
                  <a:pt x="62065" y="25460"/>
                </a:cubicBezTo>
                <a:cubicBezTo>
                  <a:pt x="62065" y="22574"/>
                  <a:pt x="62894" y="20088"/>
                  <a:pt x="64465" y="18059"/>
                </a:cubicBezTo>
                <a:cubicBezTo>
                  <a:pt x="66065" y="16031"/>
                  <a:pt x="67666" y="14516"/>
                  <a:pt x="69266" y="13487"/>
                </a:cubicBezTo>
                <a:cubicBezTo>
                  <a:pt x="70866" y="12459"/>
                  <a:pt x="71866" y="12030"/>
                  <a:pt x="72323" y="12173"/>
                </a:cubicBezTo>
                <a:lnTo>
                  <a:pt x="72523" y="12173"/>
                </a:lnTo>
                <a:cubicBezTo>
                  <a:pt x="72523" y="11887"/>
                  <a:pt x="72095" y="11459"/>
                  <a:pt x="71237" y="10858"/>
                </a:cubicBezTo>
                <a:cubicBezTo>
                  <a:pt x="70352" y="10287"/>
                  <a:pt x="68837" y="9716"/>
                  <a:pt x="66665" y="9144"/>
                </a:cubicBezTo>
                <a:cubicBezTo>
                  <a:pt x="64465" y="8544"/>
                  <a:pt x="62008" y="8258"/>
                  <a:pt x="59236" y="8258"/>
                </a:cubicBezTo>
                <a:cubicBezTo>
                  <a:pt x="54893" y="8258"/>
                  <a:pt x="50749" y="9287"/>
                  <a:pt x="46834" y="11316"/>
                </a:cubicBezTo>
                <a:cubicBezTo>
                  <a:pt x="43777" y="12630"/>
                  <a:pt x="40662" y="14859"/>
                  <a:pt x="37462" y="18059"/>
                </a:cubicBezTo>
                <a:cubicBezTo>
                  <a:pt x="31090" y="24460"/>
                  <a:pt x="26432" y="33461"/>
                  <a:pt x="23517" y="45063"/>
                </a:cubicBezTo>
                <a:cubicBezTo>
                  <a:pt x="20631" y="56693"/>
                  <a:pt x="19117" y="65122"/>
                  <a:pt x="18945" y="70323"/>
                </a:cubicBezTo>
                <a:cubicBezTo>
                  <a:pt x="18945" y="77010"/>
                  <a:pt x="20831" y="82010"/>
                  <a:pt x="24603" y="85354"/>
                </a:cubicBezTo>
                <a:cubicBezTo>
                  <a:pt x="27803" y="88840"/>
                  <a:pt x="32004" y="90583"/>
                  <a:pt x="37262" y="90583"/>
                </a:cubicBezTo>
                <a:lnTo>
                  <a:pt x="38119" y="90583"/>
                </a:lnTo>
                <a:cubicBezTo>
                  <a:pt x="54378" y="90583"/>
                  <a:pt x="67808" y="84411"/>
                  <a:pt x="78410" y="72066"/>
                </a:cubicBezTo>
                <a:cubicBezTo>
                  <a:pt x="79724" y="70637"/>
                  <a:pt x="80581" y="69894"/>
                  <a:pt x="81039" y="69894"/>
                </a:cubicBezTo>
                <a:cubicBezTo>
                  <a:pt x="81610" y="69894"/>
                  <a:pt x="82553" y="70552"/>
                  <a:pt x="83868" y="71866"/>
                </a:cubicBezTo>
                <a:cubicBezTo>
                  <a:pt x="85154" y="73181"/>
                  <a:pt x="85896" y="74181"/>
                  <a:pt x="86039" y="74924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39" y="79639"/>
                  <a:pt x="80524" y="81667"/>
                  <a:pt x="77753" y="84268"/>
                </a:cubicBezTo>
                <a:cubicBezTo>
                  <a:pt x="75009" y="86897"/>
                  <a:pt x="71723" y="89068"/>
                  <a:pt x="67951" y="90811"/>
                </a:cubicBezTo>
                <a:cubicBezTo>
                  <a:pt x="64179" y="92554"/>
                  <a:pt x="59522" y="94355"/>
                  <a:pt x="54007" y="96241"/>
                </a:cubicBezTo>
                <a:cubicBezTo>
                  <a:pt x="48492" y="98127"/>
                  <a:pt x="42691" y="98955"/>
                  <a:pt x="36605" y="98641"/>
                </a:cubicBezTo>
                <a:cubicBezTo>
                  <a:pt x="25717" y="98641"/>
                  <a:pt x="16916" y="95155"/>
                  <a:pt x="10230" y="88182"/>
                </a:cubicBezTo>
                <a:cubicBezTo>
                  <a:pt x="3572" y="81239"/>
                  <a:pt x="143" y="72352"/>
                  <a:pt x="0" y="616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55E90B-2657-46E9-9073-BF3045C0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804" y="3221317"/>
            <a:ext cx="86182" cy="98955"/>
          </a:xfrm>
          <a:custGeom xmlns:a="http://schemas.openxmlformats.org/drawingml/2006/main">
            <a:pathLst>
              <a:path w="86182" h="98955" fill="none">
                <a:moveTo>
                  <a:pt x="0" y="61636"/>
                </a:moveTo>
                <a:cubicBezTo>
                  <a:pt x="0" y="45806"/>
                  <a:pt x="6258" y="31575"/>
                  <a:pt x="18745" y="18945"/>
                </a:cubicBezTo>
                <a:cubicBezTo>
                  <a:pt x="31232" y="6315"/>
                  <a:pt x="44720" y="0"/>
                  <a:pt x="59236" y="0"/>
                </a:cubicBezTo>
                <a:cubicBezTo>
                  <a:pt x="67380" y="0"/>
                  <a:pt x="73752" y="1743"/>
                  <a:pt x="78410" y="5201"/>
                </a:cubicBezTo>
                <a:cubicBezTo>
                  <a:pt x="83068" y="8687"/>
                  <a:pt x="85439" y="13259"/>
                  <a:pt x="85582" y="18945"/>
                </a:cubicBezTo>
                <a:cubicBezTo>
                  <a:pt x="85582" y="23146"/>
                  <a:pt x="84211" y="26689"/>
                  <a:pt x="81467" y="29604"/>
                </a:cubicBezTo>
                <a:cubicBezTo>
                  <a:pt x="78696" y="32518"/>
                  <a:pt x="75209" y="34033"/>
                  <a:pt x="71009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94" y="30547"/>
                  <a:pt x="62065" y="28375"/>
                  <a:pt x="62065" y="25460"/>
                </a:cubicBezTo>
                <a:cubicBezTo>
                  <a:pt x="62065" y="22574"/>
                  <a:pt x="62894" y="20088"/>
                  <a:pt x="64465" y="18059"/>
                </a:cubicBezTo>
                <a:cubicBezTo>
                  <a:pt x="66065" y="16031"/>
                  <a:pt x="67666" y="14516"/>
                  <a:pt x="69266" y="13487"/>
                </a:cubicBezTo>
                <a:cubicBezTo>
                  <a:pt x="70866" y="12459"/>
                  <a:pt x="71866" y="12030"/>
                  <a:pt x="72323" y="12173"/>
                </a:cubicBezTo>
                <a:lnTo>
                  <a:pt x="72523" y="12173"/>
                </a:lnTo>
                <a:cubicBezTo>
                  <a:pt x="72523" y="11887"/>
                  <a:pt x="72095" y="11459"/>
                  <a:pt x="71237" y="10858"/>
                </a:cubicBezTo>
                <a:cubicBezTo>
                  <a:pt x="70352" y="10287"/>
                  <a:pt x="68837" y="9716"/>
                  <a:pt x="66665" y="9144"/>
                </a:cubicBezTo>
                <a:cubicBezTo>
                  <a:pt x="64465" y="8544"/>
                  <a:pt x="62008" y="8258"/>
                  <a:pt x="59236" y="8258"/>
                </a:cubicBezTo>
                <a:cubicBezTo>
                  <a:pt x="54893" y="8258"/>
                  <a:pt x="50749" y="9287"/>
                  <a:pt x="46834" y="11316"/>
                </a:cubicBezTo>
                <a:cubicBezTo>
                  <a:pt x="43777" y="12630"/>
                  <a:pt x="40662" y="14859"/>
                  <a:pt x="37462" y="18059"/>
                </a:cubicBezTo>
                <a:cubicBezTo>
                  <a:pt x="31090" y="24460"/>
                  <a:pt x="26432" y="33461"/>
                  <a:pt x="23517" y="45063"/>
                </a:cubicBezTo>
                <a:cubicBezTo>
                  <a:pt x="20631" y="56693"/>
                  <a:pt x="19117" y="65122"/>
                  <a:pt x="18945" y="70323"/>
                </a:cubicBezTo>
                <a:cubicBezTo>
                  <a:pt x="18945" y="77010"/>
                  <a:pt x="20831" y="82010"/>
                  <a:pt x="24603" y="85354"/>
                </a:cubicBezTo>
                <a:cubicBezTo>
                  <a:pt x="27803" y="88840"/>
                  <a:pt x="32004" y="90583"/>
                  <a:pt x="37262" y="90583"/>
                </a:cubicBezTo>
                <a:lnTo>
                  <a:pt x="38119" y="90583"/>
                </a:lnTo>
                <a:cubicBezTo>
                  <a:pt x="54378" y="90583"/>
                  <a:pt x="67808" y="84411"/>
                  <a:pt x="78410" y="72066"/>
                </a:cubicBezTo>
                <a:cubicBezTo>
                  <a:pt x="79724" y="70637"/>
                  <a:pt x="80581" y="69894"/>
                  <a:pt x="81039" y="69894"/>
                </a:cubicBezTo>
                <a:cubicBezTo>
                  <a:pt x="81610" y="69894"/>
                  <a:pt x="82553" y="70552"/>
                  <a:pt x="83868" y="71866"/>
                </a:cubicBezTo>
                <a:cubicBezTo>
                  <a:pt x="85154" y="73181"/>
                  <a:pt x="85896" y="74181"/>
                  <a:pt x="86039" y="74924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39" y="79639"/>
                  <a:pt x="80524" y="81667"/>
                  <a:pt x="77753" y="84268"/>
                </a:cubicBezTo>
                <a:cubicBezTo>
                  <a:pt x="75009" y="86897"/>
                  <a:pt x="71723" y="89068"/>
                  <a:pt x="67951" y="90811"/>
                </a:cubicBezTo>
                <a:cubicBezTo>
                  <a:pt x="64179" y="92554"/>
                  <a:pt x="59522" y="94355"/>
                  <a:pt x="54007" y="96241"/>
                </a:cubicBezTo>
                <a:cubicBezTo>
                  <a:pt x="48492" y="98127"/>
                  <a:pt x="42691" y="98955"/>
                  <a:pt x="36605" y="98641"/>
                </a:cubicBezTo>
                <a:cubicBezTo>
                  <a:pt x="25717" y="98641"/>
                  <a:pt x="16916" y="95155"/>
                  <a:pt x="10230" y="88182"/>
                </a:cubicBezTo>
                <a:cubicBezTo>
                  <a:pt x="3572" y="81239"/>
                  <a:pt x="143" y="72352"/>
                  <a:pt x="0" y="616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090C1-FBFC-43BA-9833-442C6F1D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902" y="3247692"/>
            <a:ext cx="64837" cy="105928"/>
          </a:xfrm>
          <a:custGeom xmlns:a="http://schemas.openxmlformats.org/drawingml/2006/main">
            <a:pathLst>
              <a:path w="64837" h="105928">
                <a:moveTo>
                  <a:pt x="8773" y="12459"/>
                </a:moveTo>
                <a:cubicBezTo>
                  <a:pt x="14516" y="4143"/>
                  <a:pt x="22374" y="0"/>
                  <a:pt x="32347" y="0"/>
                </a:cubicBezTo>
                <a:cubicBezTo>
                  <a:pt x="37262" y="0"/>
                  <a:pt x="42177" y="1343"/>
                  <a:pt x="47120" y="4000"/>
                </a:cubicBezTo>
                <a:cubicBezTo>
                  <a:pt x="52035" y="6658"/>
                  <a:pt x="56064" y="11401"/>
                  <a:pt x="59122" y="18174"/>
                </a:cubicBezTo>
                <a:cubicBezTo>
                  <a:pt x="62922" y="26689"/>
                  <a:pt x="64837" y="38376"/>
                  <a:pt x="64837" y="53264"/>
                </a:cubicBezTo>
                <a:cubicBezTo>
                  <a:pt x="64837" y="69180"/>
                  <a:pt x="62608" y="81353"/>
                  <a:pt x="58207" y="89754"/>
                </a:cubicBezTo>
                <a:cubicBezTo>
                  <a:pt x="56150" y="94069"/>
                  <a:pt x="53321" y="97526"/>
                  <a:pt x="49749" y="100070"/>
                </a:cubicBezTo>
                <a:cubicBezTo>
                  <a:pt x="46149" y="102641"/>
                  <a:pt x="43005" y="104242"/>
                  <a:pt x="40348" y="104870"/>
                </a:cubicBezTo>
                <a:cubicBezTo>
                  <a:pt x="37662" y="105470"/>
                  <a:pt x="35062" y="105842"/>
                  <a:pt x="32490" y="105928"/>
                </a:cubicBezTo>
                <a:cubicBezTo>
                  <a:pt x="29832" y="105928"/>
                  <a:pt x="27146" y="105642"/>
                  <a:pt x="24489" y="105013"/>
                </a:cubicBezTo>
                <a:cubicBezTo>
                  <a:pt x="21831" y="104384"/>
                  <a:pt x="18688" y="102756"/>
                  <a:pt x="15088" y="100070"/>
                </a:cubicBezTo>
                <a:cubicBezTo>
                  <a:pt x="11487" y="97412"/>
                  <a:pt x="8658" y="93983"/>
                  <a:pt x="6629" y="89754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05" y="10630"/>
                </a:moveTo>
                <a:cubicBezTo>
                  <a:pt x="40348" y="7344"/>
                  <a:pt x="36690" y="5686"/>
                  <a:pt x="32490" y="5686"/>
                </a:cubicBezTo>
                <a:cubicBezTo>
                  <a:pt x="28175" y="5686"/>
                  <a:pt x="24489" y="7344"/>
                  <a:pt x="21403" y="10630"/>
                </a:cubicBezTo>
                <a:cubicBezTo>
                  <a:pt x="18831" y="13287"/>
                  <a:pt x="17145" y="16974"/>
                  <a:pt x="16316" y="21688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94"/>
                  <a:pt x="15488" y="78181"/>
                  <a:pt x="16316" y="83296"/>
                </a:cubicBezTo>
                <a:cubicBezTo>
                  <a:pt x="17145" y="88440"/>
                  <a:pt x="19002" y="92497"/>
                  <a:pt x="21860" y="95469"/>
                </a:cubicBezTo>
                <a:cubicBezTo>
                  <a:pt x="24746" y="98555"/>
                  <a:pt x="28289" y="100070"/>
                  <a:pt x="32490" y="100070"/>
                </a:cubicBezTo>
                <a:cubicBezTo>
                  <a:pt x="36605" y="100070"/>
                  <a:pt x="40091" y="98555"/>
                  <a:pt x="42948" y="95469"/>
                </a:cubicBezTo>
                <a:cubicBezTo>
                  <a:pt x="45949" y="92383"/>
                  <a:pt x="47777" y="88068"/>
                  <a:pt x="48520" y="82525"/>
                </a:cubicBezTo>
                <a:cubicBezTo>
                  <a:pt x="49235" y="76981"/>
                  <a:pt x="49635" y="66551"/>
                  <a:pt x="49749" y="51264"/>
                </a:cubicBezTo>
                <a:cubicBezTo>
                  <a:pt x="49749" y="36405"/>
                  <a:pt x="49320" y="26575"/>
                  <a:pt x="48520" y="21860"/>
                </a:cubicBezTo>
                <a:cubicBezTo>
                  <a:pt x="47692" y="17145"/>
                  <a:pt x="45977" y="13402"/>
                  <a:pt x="43405" y="106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C265E-359B-406A-A88A-91DE0860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902" y="3247692"/>
            <a:ext cx="64837" cy="105928"/>
          </a:xfrm>
          <a:custGeom xmlns:a="http://schemas.openxmlformats.org/drawingml/2006/main">
            <a:pathLst>
              <a:path w="64837" h="105928" fill="none">
                <a:moveTo>
                  <a:pt x="8773" y="12459"/>
                </a:moveTo>
                <a:cubicBezTo>
                  <a:pt x="14516" y="4143"/>
                  <a:pt x="22374" y="0"/>
                  <a:pt x="32347" y="0"/>
                </a:cubicBezTo>
                <a:cubicBezTo>
                  <a:pt x="37262" y="0"/>
                  <a:pt x="42177" y="1343"/>
                  <a:pt x="47120" y="4000"/>
                </a:cubicBezTo>
                <a:cubicBezTo>
                  <a:pt x="52035" y="6658"/>
                  <a:pt x="56064" y="11401"/>
                  <a:pt x="59122" y="18174"/>
                </a:cubicBezTo>
                <a:cubicBezTo>
                  <a:pt x="62922" y="26689"/>
                  <a:pt x="64837" y="38376"/>
                  <a:pt x="64837" y="53264"/>
                </a:cubicBezTo>
                <a:cubicBezTo>
                  <a:pt x="64837" y="69180"/>
                  <a:pt x="62608" y="81353"/>
                  <a:pt x="58207" y="89754"/>
                </a:cubicBezTo>
                <a:cubicBezTo>
                  <a:pt x="56150" y="94069"/>
                  <a:pt x="53321" y="97526"/>
                  <a:pt x="49749" y="100070"/>
                </a:cubicBezTo>
                <a:cubicBezTo>
                  <a:pt x="46149" y="102641"/>
                  <a:pt x="43005" y="104242"/>
                  <a:pt x="40348" y="104870"/>
                </a:cubicBezTo>
                <a:cubicBezTo>
                  <a:pt x="37662" y="105470"/>
                  <a:pt x="35062" y="105842"/>
                  <a:pt x="32490" y="105928"/>
                </a:cubicBezTo>
                <a:cubicBezTo>
                  <a:pt x="29832" y="105928"/>
                  <a:pt x="27146" y="105642"/>
                  <a:pt x="24489" y="105013"/>
                </a:cubicBezTo>
                <a:cubicBezTo>
                  <a:pt x="21831" y="104384"/>
                  <a:pt x="18688" y="102756"/>
                  <a:pt x="15088" y="100070"/>
                </a:cubicBezTo>
                <a:cubicBezTo>
                  <a:pt x="11487" y="97412"/>
                  <a:pt x="8658" y="93983"/>
                  <a:pt x="6629" y="89754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05" y="10630"/>
                </a:moveTo>
                <a:cubicBezTo>
                  <a:pt x="40348" y="7344"/>
                  <a:pt x="36690" y="5686"/>
                  <a:pt x="32490" y="5686"/>
                </a:cubicBezTo>
                <a:cubicBezTo>
                  <a:pt x="28175" y="5686"/>
                  <a:pt x="24489" y="7344"/>
                  <a:pt x="21403" y="10630"/>
                </a:cubicBezTo>
                <a:cubicBezTo>
                  <a:pt x="18831" y="13287"/>
                  <a:pt x="17145" y="16974"/>
                  <a:pt x="16316" y="21688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94"/>
                  <a:pt x="15488" y="78181"/>
                  <a:pt x="16316" y="83296"/>
                </a:cubicBezTo>
                <a:cubicBezTo>
                  <a:pt x="17145" y="88440"/>
                  <a:pt x="19002" y="92497"/>
                  <a:pt x="21860" y="95469"/>
                </a:cubicBezTo>
                <a:cubicBezTo>
                  <a:pt x="24746" y="98555"/>
                  <a:pt x="28289" y="100070"/>
                  <a:pt x="32490" y="100070"/>
                </a:cubicBezTo>
                <a:cubicBezTo>
                  <a:pt x="36605" y="100070"/>
                  <a:pt x="40091" y="98555"/>
                  <a:pt x="42948" y="95469"/>
                </a:cubicBezTo>
                <a:cubicBezTo>
                  <a:pt x="45949" y="92383"/>
                  <a:pt x="47777" y="88068"/>
                  <a:pt x="48520" y="82525"/>
                </a:cubicBezTo>
                <a:cubicBezTo>
                  <a:pt x="49235" y="76981"/>
                  <a:pt x="49635" y="66551"/>
                  <a:pt x="49749" y="51264"/>
                </a:cubicBezTo>
                <a:cubicBezTo>
                  <a:pt x="49749" y="36405"/>
                  <a:pt x="49320" y="26575"/>
                  <a:pt x="48520" y="21860"/>
                </a:cubicBezTo>
                <a:cubicBezTo>
                  <a:pt x="47692" y="17145"/>
                  <a:pt x="45977" y="13402"/>
                  <a:pt x="43405" y="106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218BF-B2B1-4CC7-A174-F4A7BAC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863" y="932174"/>
            <a:ext cx="86211" cy="98984"/>
          </a:xfrm>
          <a:custGeom xmlns:a="http://schemas.openxmlformats.org/drawingml/2006/main">
            <a:pathLst>
              <a:path w="86211" h="98984">
                <a:moveTo>
                  <a:pt x="0" y="61665"/>
                </a:moveTo>
                <a:cubicBezTo>
                  <a:pt x="0" y="45834"/>
                  <a:pt x="6258" y="31604"/>
                  <a:pt x="18745" y="18974"/>
                </a:cubicBezTo>
                <a:cubicBezTo>
                  <a:pt x="31232" y="6315"/>
                  <a:pt x="44720" y="0"/>
                  <a:pt x="59265" y="0"/>
                </a:cubicBezTo>
                <a:cubicBezTo>
                  <a:pt x="67408" y="0"/>
                  <a:pt x="73781" y="1743"/>
                  <a:pt x="78438" y="5229"/>
                </a:cubicBezTo>
                <a:cubicBezTo>
                  <a:pt x="83096" y="8715"/>
                  <a:pt x="85496" y="13287"/>
                  <a:pt x="85639" y="18974"/>
                </a:cubicBezTo>
                <a:cubicBezTo>
                  <a:pt x="85639" y="23174"/>
                  <a:pt x="84239" y="26718"/>
                  <a:pt x="81496" y="29632"/>
                </a:cubicBezTo>
                <a:cubicBezTo>
                  <a:pt x="78724" y="32547"/>
                  <a:pt x="75238" y="34061"/>
                  <a:pt x="71037" y="34204"/>
                </a:cubicBezTo>
                <a:cubicBezTo>
                  <a:pt x="68266" y="34204"/>
                  <a:pt x="66094" y="33490"/>
                  <a:pt x="64494" y="32033"/>
                </a:cubicBezTo>
                <a:cubicBezTo>
                  <a:pt x="62894" y="30575"/>
                  <a:pt x="62093" y="28404"/>
                  <a:pt x="62093" y="25489"/>
                </a:cubicBezTo>
                <a:cubicBezTo>
                  <a:pt x="62093" y="22574"/>
                  <a:pt x="62894" y="20117"/>
                  <a:pt x="64494" y="18088"/>
                </a:cubicBezTo>
                <a:cubicBezTo>
                  <a:pt x="66094" y="16059"/>
                  <a:pt x="67694" y="14516"/>
                  <a:pt x="69294" y="13516"/>
                </a:cubicBezTo>
                <a:cubicBezTo>
                  <a:pt x="70895" y="12487"/>
                  <a:pt x="71895" y="12059"/>
                  <a:pt x="72323" y="12202"/>
                </a:cubicBezTo>
                <a:lnTo>
                  <a:pt x="72552" y="12202"/>
                </a:lnTo>
                <a:cubicBezTo>
                  <a:pt x="72552" y="11916"/>
                  <a:pt x="72123" y="11487"/>
                  <a:pt x="71266" y="10916"/>
                </a:cubicBezTo>
                <a:cubicBezTo>
                  <a:pt x="70380" y="10316"/>
                  <a:pt x="68866" y="9716"/>
                  <a:pt x="66665" y="9144"/>
                </a:cubicBezTo>
                <a:cubicBezTo>
                  <a:pt x="64494" y="8573"/>
                  <a:pt x="62036" y="8287"/>
                  <a:pt x="59265" y="8287"/>
                </a:cubicBezTo>
                <a:cubicBezTo>
                  <a:pt x="54893" y="8287"/>
                  <a:pt x="50778" y="9287"/>
                  <a:pt x="46834" y="11344"/>
                </a:cubicBezTo>
                <a:cubicBezTo>
                  <a:pt x="43805" y="12630"/>
                  <a:pt x="40662" y="14888"/>
                  <a:pt x="37490" y="18088"/>
                </a:cubicBezTo>
                <a:cubicBezTo>
                  <a:pt x="31090" y="24489"/>
                  <a:pt x="26432" y="33490"/>
                  <a:pt x="23517" y="45091"/>
                </a:cubicBezTo>
                <a:cubicBezTo>
                  <a:pt x="20631" y="56721"/>
                  <a:pt x="19117" y="65151"/>
                  <a:pt x="18974" y="70380"/>
                </a:cubicBezTo>
                <a:cubicBezTo>
                  <a:pt x="18974" y="77067"/>
                  <a:pt x="20860" y="82067"/>
                  <a:pt x="24632" y="85411"/>
                </a:cubicBezTo>
                <a:cubicBezTo>
                  <a:pt x="27803" y="88897"/>
                  <a:pt x="32033" y="90640"/>
                  <a:pt x="37262" y="90640"/>
                </a:cubicBezTo>
                <a:lnTo>
                  <a:pt x="38119" y="90640"/>
                </a:lnTo>
                <a:cubicBezTo>
                  <a:pt x="54407" y="90640"/>
                  <a:pt x="67837" y="84468"/>
                  <a:pt x="78438" y="72123"/>
                </a:cubicBezTo>
                <a:cubicBezTo>
                  <a:pt x="79753" y="70666"/>
                  <a:pt x="80610" y="69952"/>
                  <a:pt x="81067" y="69952"/>
                </a:cubicBezTo>
                <a:cubicBezTo>
                  <a:pt x="81639" y="69952"/>
                  <a:pt x="82582" y="70609"/>
                  <a:pt x="83896" y="71895"/>
                </a:cubicBezTo>
                <a:cubicBezTo>
                  <a:pt x="85182" y="73209"/>
                  <a:pt x="85925" y="74238"/>
                  <a:pt x="86068" y="74952"/>
                </a:cubicBezTo>
                <a:cubicBezTo>
                  <a:pt x="86211" y="75695"/>
                  <a:pt x="85554" y="76781"/>
                  <a:pt x="84096" y="78210"/>
                </a:cubicBezTo>
                <a:cubicBezTo>
                  <a:pt x="82639" y="79696"/>
                  <a:pt x="80553" y="81725"/>
                  <a:pt x="77781" y="84325"/>
                </a:cubicBezTo>
                <a:cubicBezTo>
                  <a:pt x="75038" y="86925"/>
                  <a:pt x="71752" y="89125"/>
                  <a:pt x="67980" y="90869"/>
                </a:cubicBezTo>
                <a:cubicBezTo>
                  <a:pt x="64208" y="92612"/>
                  <a:pt x="59550" y="94440"/>
                  <a:pt x="54035" y="96326"/>
                </a:cubicBezTo>
                <a:cubicBezTo>
                  <a:pt x="48520" y="98212"/>
                  <a:pt x="42691" y="98984"/>
                  <a:pt x="36605" y="98698"/>
                </a:cubicBezTo>
                <a:cubicBezTo>
                  <a:pt x="25718" y="98698"/>
                  <a:pt x="16916" y="95212"/>
                  <a:pt x="10230" y="88240"/>
                </a:cubicBezTo>
                <a:cubicBezTo>
                  <a:pt x="3543" y="81267"/>
                  <a:pt x="143" y="72409"/>
                  <a:pt x="0" y="61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0E1FD-AE43-4E2F-9AD4-84008620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863" y="932174"/>
            <a:ext cx="86211" cy="98984"/>
          </a:xfrm>
          <a:custGeom xmlns:a="http://schemas.openxmlformats.org/drawingml/2006/main">
            <a:pathLst>
              <a:path w="86211" h="98984" fill="none">
                <a:moveTo>
                  <a:pt x="0" y="61665"/>
                </a:moveTo>
                <a:cubicBezTo>
                  <a:pt x="0" y="45834"/>
                  <a:pt x="6258" y="31604"/>
                  <a:pt x="18745" y="18974"/>
                </a:cubicBezTo>
                <a:cubicBezTo>
                  <a:pt x="31232" y="6315"/>
                  <a:pt x="44720" y="0"/>
                  <a:pt x="59265" y="0"/>
                </a:cubicBezTo>
                <a:cubicBezTo>
                  <a:pt x="67408" y="0"/>
                  <a:pt x="73781" y="1743"/>
                  <a:pt x="78438" y="5229"/>
                </a:cubicBezTo>
                <a:cubicBezTo>
                  <a:pt x="83096" y="8715"/>
                  <a:pt x="85496" y="13287"/>
                  <a:pt x="85639" y="18974"/>
                </a:cubicBezTo>
                <a:cubicBezTo>
                  <a:pt x="85639" y="23174"/>
                  <a:pt x="84239" y="26718"/>
                  <a:pt x="81496" y="29632"/>
                </a:cubicBezTo>
                <a:cubicBezTo>
                  <a:pt x="78724" y="32547"/>
                  <a:pt x="75238" y="34061"/>
                  <a:pt x="71037" y="34204"/>
                </a:cubicBezTo>
                <a:cubicBezTo>
                  <a:pt x="68266" y="34204"/>
                  <a:pt x="66094" y="33490"/>
                  <a:pt x="64494" y="32033"/>
                </a:cubicBezTo>
                <a:cubicBezTo>
                  <a:pt x="62894" y="30575"/>
                  <a:pt x="62093" y="28404"/>
                  <a:pt x="62093" y="25489"/>
                </a:cubicBezTo>
                <a:cubicBezTo>
                  <a:pt x="62093" y="22574"/>
                  <a:pt x="62894" y="20117"/>
                  <a:pt x="64494" y="18088"/>
                </a:cubicBezTo>
                <a:cubicBezTo>
                  <a:pt x="66094" y="16059"/>
                  <a:pt x="67694" y="14516"/>
                  <a:pt x="69294" y="13516"/>
                </a:cubicBezTo>
                <a:cubicBezTo>
                  <a:pt x="70895" y="12487"/>
                  <a:pt x="71895" y="12059"/>
                  <a:pt x="72323" y="12202"/>
                </a:cubicBezTo>
                <a:lnTo>
                  <a:pt x="72552" y="12202"/>
                </a:lnTo>
                <a:cubicBezTo>
                  <a:pt x="72552" y="11916"/>
                  <a:pt x="72123" y="11487"/>
                  <a:pt x="71266" y="10916"/>
                </a:cubicBezTo>
                <a:cubicBezTo>
                  <a:pt x="70380" y="10316"/>
                  <a:pt x="68866" y="9716"/>
                  <a:pt x="66665" y="9144"/>
                </a:cubicBezTo>
                <a:cubicBezTo>
                  <a:pt x="64494" y="8573"/>
                  <a:pt x="62036" y="8287"/>
                  <a:pt x="59265" y="8287"/>
                </a:cubicBezTo>
                <a:cubicBezTo>
                  <a:pt x="54893" y="8287"/>
                  <a:pt x="50778" y="9287"/>
                  <a:pt x="46834" y="11344"/>
                </a:cubicBezTo>
                <a:cubicBezTo>
                  <a:pt x="43805" y="12630"/>
                  <a:pt x="40662" y="14888"/>
                  <a:pt x="37490" y="18088"/>
                </a:cubicBezTo>
                <a:cubicBezTo>
                  <a:pt x="31090" y="24489"/>
                  <a:pt x="26432" y="33490"/>
                  <a:pt x="23517" y="45091"/>
                </a:cubicBezTo>
                <a:cubicBezTo>
                  <a:pt x="20631" y="56721"/>
                  <a:pt x="19117" y="65151"/>
                  <a:pt x="18974" y="70380"/>
                </a:cubicBezTo>
                <a:cubicBezTo>
                  <a:pt x="18974" y="77067"/>
                  <a:pt x="20860" y="82067"/>
                  <a:pt x="24632" y="85411"/>
                </a:cubicBezTo>
                <a:cubicBezTo>
                  <a:pt x="27803" y="88897"/>
                  <a:pt x="32033" y="90640"/>
                  <a:pt x="37262" y="90640"/>
                </a:cubicBezTo>
                <a:lnTo>
                  <a:pt x="38119" y="90640"/>
                </a:lnTo>
                <a:cubicBezTo>
                  <a:pt x="54407" y="90640"/>
                  <a:pt x="67837" y="84468"/>
                  <a:pt x="78438" y="72123"/>
                </a:cubicBezTo>
                <a:cubicBezTo>
                  <a:pt x="79753" y="70666"/>
                  <a:pt x="80610" y="69952"/>
                  <a:pt x="81067" y="69952"/>
                </a:cubicBezTo>
                <a:cubicBezTo>
                  <a:pt x="81639" y="69952"/>
                  <a:pt x="82582" y="70609"/>
                  <a:pt x="83896" y="71895"/>
                </a:cubicBezTo>
                <a:cubicBezTo>
                  <a:pt x="85182" y="73209"/>
                  <a:pt x="85925" y="74238"/>
                  <a:pt x="86068" y="74952"/>
                </a:cubicBezTo>
                <a:cubicBezTo>
                  <a:pt x="86211" y="75695"/>
                  <a:pt x="85554" y="76781"/>
                  <a:pt x="84096" y="78210"/>
                </a:cubicBezTo>
                <a:cubicBezTo>
                  <a:pt x="82639" y="79696"/>
                  <a:pt x="80553" y="81725"/>
                  <a:pt x="77781" y="84325"/>
                </a:cubicBezTo>
                <a:cubicBezTo>
                  <a:pt x="75038" y="86925"/>
                  <a:pt x="71752" y="89125"/>
                  <a:pt x="67980" y="90869"/>
                </a:cubicBezTo>
                <a:cubicBezTo>
                  <a:pt x="64208" y="92612"/>
                  <a:pt x="59550" y="94440"/>
                  <a:pt x="54035" y="96326"/>
                </a:cubicBezTo>
                <a:cubicBezTo>
                  <a:pt x="48520" y="98212"/>
                  <a:pt x="42691" y="98984"/>
                  <a:pt x="36605" y="98698"/>
                </a:cubicBezTo>
                <a:cubicBezTo>
                  <a:pt x="25718" y="98698"/>
                  <a:pt x="16916" y="95212"/>
                  <a:pt x="10230" y="88240"/>
                </a:cubicBezTo>
                <a:cubicBezTo>
                  <a:pt x="3543" y="81267"/>
                  <a:pt x="143" y="72409"/>
                  <a:pt x="0" y="616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EC8C6-4FEB-43C1-8749-3F83DE37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990" y="958577"/>
            <a:ext cx="64865" cy="105985"/>
          </a:xfrm>
          <a:custGeom xmlns:a="http://schemas.openxmlformats.org/drawingml/2006/main">
            <a:pathLst>
              <a:path w="64865" h="105985">
                <a:moveTo>
                  <a:pt x="8801" y="12459"/>
                </a:moveTo>
                <a:cubicBezTo>
                  <a:pt x="14545" y="4143"/>
                  <a:pt x="22403" y="0"/>
                  <a:pt x="32375" y="0"/>
                </a:cubicBezTo>
                <a:cubicBezTo>
                  <a:pt x="37290" y="0"/>
                  <a:pt x="42205" y="1343"/>
                  <a:pt x="47149" y="4000"/>
                </a:cubicBezTo>
                <a:cubicBezTo>
                  <a:pt x="52064" y="6658"/>
                  <a:pt x="56093" y="11401"/>
                  <a:pt x="59150" y="18174"/>
                </a:cubicBezTo>
                <a:cubicBezTo>
                  <a:pt x="62979" y="26689"/>
                  <a:pt x="64865" y="38405"/>
                  <a:pt x="64865" y="53292"/>
                </a:cubicBezTo>
                <a:cubicBezTo>
                  <a:pt x="64865" y="69209"/>
                  <a:pt x="62665" y="81382"/>
                  <a:pt x="58236" y="89811"/>
                </a:cubicBezTo>
                <a:cubicBezTo>
                  <a:pt x="56178" y="94126"/>
                  <a:pt x="53350" y="97555"/>
                  <a:pt x="49778" y="100127"/>
                </a:cubicBezTo>
                <a:cubicBezTo>
                  <a:pt x="46177" y="102699"/>
                  <a:pt x="43034" y="104299"/>
                  <a:pt x="40376" y="104899"/>
                </a:cubicBezTo>
                <a:cubicBezTo>
                  <a:pt x="37690" y="105527"/>
                  <a:pt x="35090" y="105870"/>
                  <a:pt x="32518" y="105985"/>
                </a:cubicBezTo>
                <a:cubicBezTo>
                  <a:pt x="29832" y="105985"/>
                  <a:pt x="27175" y="105670"/>
                  <a:pt x="24517" y="105070"/>
                </a:cubicBezTo>
                <a:cubicBezTo>
                  <a:pt x="21831" y="104442"/>
                  <a:pt x="18688" y="102784"/>
                  <a:pt x="15116" y="100127"/>
                </a:cubicBezTo>
                <a:cubicBezTo>
                  <a:pt x="11516" y="97469"/>
                  <a:pt x="8687" y="94012"/>
                  <a:pt x="6629" y="89811"/>
                </a:cubicBezTo>
                <a:cubicBezTo>
                  <a:pt x="2200" y="81382"/>
                  <a:pt x="0" y="69209"/>
                  <a:pt x="0" y="53292"/>
                </a:cubicBezTo>
                <a:cubicBezTo>
                  <a:pt x="0" y="35433"/>
                  <a:pt x="2943" y="21803"/>
                  <a:pt x="8801" y="12459"/>
                </a:cubicBezTo>
                <a:close/>
                <a:moveTo>
                  <a:pt x="43434" y="10630"/>
                </a:moveTo>
                <a:cubicBezTo>
                  <a:pt x="40376" y="7344"/>
                  <a:pt x="36719" y="5686"/>
                  <a:pt x="32518" y="5686"/>
                </a:cubicBezTo>
                <a:cubicBezTo>
                  <a:pt x="28204" y="5686"/>
                  <a:pt x="24517" y="7344"/>
                  <a:pt x="21431" y="10630"/>
                </a:cubicBezTo>
                <a:cubicBezTo>
                  <a:pt x="18859" y="13287"/>
                  <a:pt x="17174" y="17002"/>
                  <a:pt x="16345" y="21717"/>
                </a:cubicBezTo>
                <a:cubicBezTo>
                  <a:pt x="15516" y="26432"/>
                  <a:pt x="15116" y="36290"/>
                  <a:pt x="15116" y="51292"/>
                </a:cubicBezTo>
                <a:cubicBezTo>
                  <a:pt x="15116" y="67523"/>
                  <a:pt x="15516" y="78210"/>
                  <a:pt x="16345" y="83325"/>
                </a:cubicBezTo>
                <a:cubicBezTo>
                  <a:pt x="17174" y="88468"/>
                  <a:pt x="19002" y="92526"/>
                  <a:pt x="21888" y="95498"/>
                </a:cubicBezTo>
                <a:cubicBezTo>
                  <a:pt x="24775" y="98584"/>
                  <a:pt x="28289" y="100127"/>
                  <a:pt x="32518" y="100127"/>
                </a:cubicBezTo>
                <a:cubicBezTo>
                  <a:pt x="36633" y="100127"/>
                  <a:pt x="40119" y="98584"/>
                  <a:pt x="42977" y="95498"/>
                </a:cubicBezTo>
                <a:cubicBezTo>
                  <a:pt x="45977" y="92412"/>
                  <a:pt x="47806" y="88125"/>
                  <a:pt x="48549" y="82582"/>
                </a:cubicBezTo>
                <a:cubicBezTo>
                  <a:pt x="49263" y="77010"/>
                  <a:pt x="49663" y="66608"/>
                  <a:pt x="49778" y="51292"/>
                </a:cubicBezTo>
                <a:cubicBezTo>
                  <a:pt x="49778" y="36405"/>
                  <a:pt x="49349" y="26603"/>
                  <a:pt x="48549" y="21860"/>
                </a:cubicBezTo>
                <a:cubicBezTo>
                  <a:pt x="47720" y="17145"/>
                  <a:pt x="46006" y="13402"/>
                  <a:pt x="43434" y="106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EEF6D-894E-486C-B943-2DC1EEE6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990" y="958577"/>
            <a:ext cx="64865" cy="105985"/>
          </a:xfrm>
          <a:custGeom xmlns:a="http://schemas.openxmlformats.org/drawingml/2006/main">
            <a:pathLst>
              <a:path w="64865" h="105985" fill="none">
                <a:moveTo>
                  <a:pt x="8801" y="12459"/>
                </a:moveTo>
                <a:cubicBezTo>
                  <a:pt x="14545" y="4143"/>
                  <a:pt x="22403" y="0"/>
                  <a:pt x="32375" y="0"/>
                </a:cubicBezTo>
                <a:cubicBezTo>
                  <a:pt x="37290" y="0"/>
                  <a:pt x="42205" y="1343"/>
                  <a:pt x="47149" y="4000"/>
                </a:cubicBezTo>
                <a:cubicBezTo>
                  <a:pt x="52064" y="6658"/>
                  <a:pt x="56093" y="11401"/>
                  <a:pt x="59150" y="18174"/>
                </a:cubicBezTo>
                <a:cubicBezTo>
                  <a:pt x="62979" y="26689"/>
                  <a:pt x="64865" y="38405"/>
                  <a:pt x="64865" y="53292"/>
                </a:cubicBezTo>
                <a:cubicBezTo>
                  <a:pt x="64865" y="69209"/>
                  <a:pt x="62665" y="81382"/>
                  <a:pt x="58236" y="89811"/>
                </a:cubicBezTo>
                <a:cubicBezTo>
                  <a:pt x="56178" y="94126"/>
                  <a:pt x="53350" y="97555"/>
                  <a:pt x="49778" y="100127"/>
                </a:cubicBezTo>
                <a:cubicBezTo>
                  <a:pt x="46177" y="102699"/>
                  <a:pt x="43034" y="104299"/>
                  <a:pt x="40376" y="104899"/>
                </a:cubicBezTo>
                <a:cubicBezTo>
                  <a:pt x="37690" y="105527"/>
                  <a:pt x="35090" y="105870"/>
                  <a:pt x="32518" y="105985"/>
                </a:cubicBezTo>
                <a:cubicBezTo>
                  <a:pt x="29832" y="105985"/>
                  <a:pt x="27175" y="105670"/>
                  <a:pt x="24517" y="105070"/>
                </a:cubicBezTo>
                <a:cubicBezTo>
                  <a:pt x="21831" y="104442"/>
                  <a:pt x="18688" y="102784"/>
                  <a:pt x="15116" y="100127"/>
                </a:cubicBezTo>
                <a:cubicBezTo>
                  <a:pt x="11516" y="97469"/>
                  <a:pt x="8687" y="94012"/>
                  <a:pt x="6629" y="89811"/>
                </a:cubicBezTo>
                <a:cubicBezTo>
                  <a:pt x="2200" y="81382"/>
                  <a:pt x="0" y="69209"/>
                  <a:pt x="0" y="53292"/>
                </a:cubicBezTo>
                <a:cubicBezTo>
                  <a:pt x="0" y="35433"/>
                  <a:pt x="2943" y="21803"/>
                  <a:pt x="8801" y="12459"/>
                </a:cubicBezTo>
                <a:close/>
                <a:moveTo>
                  <a:pt x="43434" y="10630"/>
                </a:moveTo>
                <a:cubicBezTo>
                  <a:pt x="40376" y="7344"/>
                  <a:pt x="36719" y="5686"/>
                  <a:pt x="32518" y="5686"/>
                </a:cubicBezTo>
                <a:cubicBezTo>
                  <a:pt x="28204" y="5686"/>
                  <a:pt x="24517" y="7344"/>
                  <a:pt x="21431" y="10630"/>
                </a:cubicBezTo>
                <a:cubicBezTo>
                  <a:pt x="18859" y="13287"/>
                  <a:pt x="17174" y="17002"/>
                  <a:pt x="16345" y="21717"/>
                </a:cubicBezTo>
                <a:cubicBezTo>
                  <a:pt x="15516" y="26432"/>
                  <a:pt x="15116" y="36290"/>
                  <a:pt x="15116" y="51292"/>
                </a:cubicBezTo>
                <a:cubicBezTo>
                  <a:pt x="15116" y="67523"/>
                  <a:pt x="15516" y="78210"/>
                  <a:pt x="16345" y="83325"/>
                </a:cubicBezTo>
                <a:cubicBezTo>
                  <a:pt x="17174" y="88468"/>
                  <a:pt x="19002" y="92526"/>
                  <a:pt x="21888" y="95498"/>
                </a:cubicBezTo>
                <a:cubicBezTo>
                  <a:pt x="24775" y="98584"/>
                  <a:pt x="28289" y="100127"/>
                  <a:pt x="32518" y="100127"/>
                </a:cubicBezTo>
                <a:cubicBezTo>
                  <a:pt x="36633" y="100127"/>
                  <a:pt x="40119" y="98584"/>
                  <a:pt x="42977" y="95498"/>
                </a:cubicBezTo>
                <a:cubicBezTo>
                  <a:pt x="45977" y="92412"/>
                  <a:pt x="47806" y="88125"/>
                  <a:pt x="48549" y="82582"/>
                </a:cubicBezTo>
                <a:cubicBezTo>
                  <a:pt x="49263" y="77010"/>
                  <a:pt x="49663" y="66608"/>
                  <a:pt x="49778" y="51292"/>
                </a:cubicBezTo>
                <a:cubicBezTo>
                  <a:pt x="49778" y="36405"/>
                  <a:pt x="49349" y="26603"/>
                  <a:pt x="48549" y="21860"/>
                </a:cubicBezTo>
                <a:cubicBezTo>
                  <a:pt x="47720" y="17145"/>
                  <a:pt x="46006" y="13402"/>
                  <a:pt x="43434" y="106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F52B6-8499-42DE-9D8D-028581B9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438" y="934803"/>
            <a:ext cx="26346" cy="93697"/>
          </a:xfrm>
          <a:custGeom xmlns:a="http://schemas.openxmlformats.org/drawingml/2006/main">
            <a:pathLst>
              <a:path w="26346" h="93697">
                <a:moveTo>
                  <a:pt x="0" y="13059"/>
                </a:moveTo>
                <a:cubicBezTo>
                  <a:pt x="0" y="9573"/>
                  <a:pt x="1229" y="6515"/>
                  <a:pt x="3715" y="3915"/>
                </a:cubicBezTo>
                <a:cubicBezTo>
                  <a:pt x="6172" y="1286"/>
                  <a:pt x="9287" y="0"/>
                  <a:pt x="13087" y="0"/>
                </a:cubicBezTo>
                <a:cubicBezTo>
                  <a:pt x="16573" y="0"/>
                  <a:pt x="19602" y="1143"/>
                  <a:pt x="22231" y="3486"/>
                </a:cubicBezTo>
                <a:cubicBezTo>
                  <a:pt x="24832" y="5801"/>
                  <a:pt x="26203" y="8915"/>
                  <a:pt x="26346" y="12830"/>
                </a:cubicBezTo>
                <a:cubicBezTo>
                  <a:pt x="26346" y="16488"/>
                  <a:pt x="25146" y="19602"/>
                  <a:pt x="22660" y="22203"/>
                </a:cubicBezTo>
                <a:cubicBezTo>
                  <a:pt x="20174" y="24832"/>
                  <a:pt x="17059" y="26146"/>
                  <a:pt x="13287" y="26146"/>
                </a:cubicBezTo>
                <a:cubicBezTo>
                  <a:pt x="9515" y="26146"/>
                  <a:pt x="6401" y="24917"/>
                  <a:pt x="3915" y="22431"/>
                </a:cubicBezTo>
                <a:cubicBezTo>
                  <a:pt x="1457" y="19945"/>
                  <a:pt x="143" y="16831"/>
                  <a:pt x="0" y="13059"/>
                </a:cubicBezTo>
                <a:close/>
                <a:moveTo>
                  <a:pt x="0" y="80610"/>
                </a:moveTo>
                <a:cubicBezTo>
                  <a:pt x="0" y="77124"/>
                  <a:pt x="1229" y="74066"/>
                  <a:pt x="3715" y="71466"/>
                </a:cubicBezTo>
                <a:cubicBezTo>
                  <a:pt x="6172" y="68837"/>
                  <a:pt x="9287" y="67523"/>
                  <a:pt x="13087" y="67523"/>
                </a:cubicBezTo>
                <a:cubicBezTo>
                  <a:pt x="16573" y="67523"/>
                  <a:pt x="19602" y="68694"/>
                  <a:pt x="22231" y="71037"/>
                </a:cubicBezTo>
                <a:cubicBezTo>
                  <a:pt x="24832" y="73352"/>
                  <a:pt x="26203" y="76467"/>
                  <a:pt x="26346" y="80381"/>
                </a:cubicBezTo>
                <a:cubicBezTo>
                  <a:pt x="26346" y="84010"/>
                  <a:pt x="25146" y="87154"/>
                  <a:pt x="22660" y="89754"/>
                </a:cubicBezTo>
                <a:cubicBezTo>
                  <a:pt x="20174" y="92383"/>
                  <a:pt x="17059" y="93697"/>
                  <a:pt x="13287" y="93697"/>
                </a:cubicBezTo>
                <a:cubicBezTo>
                  <a:pt x="9515" y="93697"/>
                  <a:pt x="6401" y="92440"/>
                  <a:pt x="3915" y="89983"/>
                </a:cubicBezTo>
                <a:cubicBezTo>
                  <a:pt x="1457" y="87525"/>
                  <a:pt x="143" y="84382"/>
                  <a:pt x="0" y="8061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02BAC-2168-4063-B1E9-789D8DC8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438" y="934803"/>
            <a:ext cx="26346" cy="93697"/>
          </a:xfrm>
          <a:custGeom xmlns:a="http://schemas.openxmlformats.org/drawingml/2006/main">
            <a:pathLst>
              <a:path w="26346" h="93697" fill="none">
                <a:moveTo>
                  <a:pt x="0" y="13059"/>
                </a:moveTo>
                <a:cubicBezTo>
                  <a:pt x="0" y="9573"/>
                  <a:pt x="1229" y="6515"/>
                  <a:pt x="3715" y="3915"/>
                </a:cubicBezTo>
                <a:cubicBezTo>
                  <a:pt x="6172" y="1286"/>
                  <a:pt x="9287" y="0"/>
                  <a:pt x="13087" y="0"/>
                </a:cubicBezTo>
                <a:cubicBezTo>
                  <a:pt x="16573" y="0"/>
                  <a:pt x="19602" y="1143"/>
                  <a:pt x="22231" y="3486"/>
                </a:cubicBezTo>
                <a:cubicBezTo>
                  <a:pt x="24832" y="5801"/>
                  <a:pt x="26203" y="8915"/>
                  <a:pt x="26346" y="12830"/>
                </a:cubicBezTo>
                <a:cubicBezTo>
                  <a:pt x="26346" y="16488"/>
                  <a:pt x="25146" y="19602"/>
                  <a:pt x="22660" y="22203"/>
                </a:cubicBezTo>
                <a:cubicBezTo>
                  <a:pt x="20174" y="24832"/>
                  <a:pt x="17059" y="26146"/>
                  <a:pt x="13287" y="26146"/>
                </a:cubicBezTo>
                <a:cubicBezTo>
                  <a:pt x="9515" y="26146"/>
                  <a:pt x="6401" y="24917"/>
                  <a:pt x="3915" y="22431"/>
                </a:cubicBezTo>
                <a:cubicBezTo>
                  <a:pt x="1457" y="19945"/>
                  <a:pt x="143" y="16831"/>
                  <a:pt x="0" y="13059"/>
                </a:cubicBezTo>
                <a:close/>
                <a:moveTo>
                  <a:pt x="0" y="80610"/>
                </a:moveTo>
                <a:cubicBezTo>
                  <a:pt x="0" y="77124"/>
                  <a:pt x="1229" y="74066"/>
                  <a:pt x="3715" y="71466"/>
                </a:cubicBezTo>
                <a:cubicBezTo>
                  <a:pt x="6172" y="68837"/>
                  <a:pt x="9287" y="67523"/>
                  <a:pt x="13087" y="67523"/>
                </a:cubicBezTo>
                <a:cubicBezTo>
                  <a:pt x="16573" y="67523"/>
                  <a:pt x="19602" y="68694"/>
                  <a:pt x="22231" y="71037"/>
                </a:cubicBezTo>
                <a:cubicBezTo>
                  <a:pt x="24832" y="73352"/>
                  <a:pt x="26203" y="76467"/>
                  <a:pt x="26346" y="80381"/>
                </a:cubicBezTo>
                <a:cubicBezTo>
                  <a:pt x="26346" y="84010"/>
                  <a:pt x="25146" y="87154"/>
                  <a:pt x="22660" y="89754"/>
                </a:cubicBezTo>
                <a:cubicBezTo>
                  <a:pt x="20174" y="92383"/>
                  <a:pt x="17059" y="93697"/>
                  <a:pt x="13287" y="93697"/>
                </a:cubicBezTo>
                <a:cubicBezTo>
                  <a:pt x="9515" y="93697"/>
                  <a:pt x="6401" y="92440"/>
                  <a:pt x="3915" y="89983"/>
                </a:cubicBezTo>
                <a:cubicBezTo>
                  <a:pt x="1457" y="87525"/>
                  <a:pt x="143" y="84382"/>
                  <a:pt x="0" y="806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5B9EE-2927-45CB-B541-635A1C34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680" y="892083"/>
            <a:ext cx="67780" cy="138789"/>
          </a:xfrm>
          <a:custGeom xmlns:a="http://schemas.openxmlformats.org/drawingml/2006/main">
            <a:pathLst>
              <a:path w="67780" h="138789">
                <a:moveTo>
                  <a:pt x="1543" y="52521"/>
                </a:moveTo>
                <a:cubicBezTo>
                  <a:pt x="514" y="51492"/>
                  <a:pt x="0" y="50778"/>
                  <a:pt x="0" y="50321"/>
                </a:cubicBezTo>
                <a:cubicBezTo>
                  <a:pt x="0" y="49749"/>
                  <a:pt x="229" y="48606"/>
                  <a:pt x="657" y="46863"/>
                </a:cubicBezTo>
                <a:cubicBezTo>
                  <a:pt x="1086" y="45091"/>
                  <a:pt x="1457" y="44091"/>
                  <a:pt x="1743" y="43805"/>
                </a:cubicBezTo>
                <a:cubicBezTo>
                  <a:pt x="2029" y="43063"/>
                  <a:pt x="2686" y="42720"/>
                  <a:pt x="3715" y="42720"/>
                </a:cubicBezTo>
                <a:cubicBezTo>
                  <a:pt x="4715" y="42720"/>
                  <a:pt x="8430" y="42634"/>
                  <a:pt x="14830" y="42491"/>
                </a:cubicBezTo>
                <a:lnTo>
                  <a:pt x="26375" y="42491"/>
                </a:lnTo>
                <a:lnTo>
                  <a:pt x="30518" y="25060"/>
                </a:lnTo>
                <a:cubicBezTo>
                  <a:pt x="30947" y="23460"/>
                  <a:pt x="31461" y="21346"/>
                  <a:pt x="32033" y="18745"/>
                </a:cubicBezTo>
                <a:cubicBezTo>
                  <a:pt x="32633" y="16116"/>
                  <a:pt x="33118" y="14230"/>
                  <a:pt x="33547" y="13087"/>
                </a:cubicBezTo>
                <a:cubicBezTo>
                  <a:pt x="34004" y="11916"/>
                  <a:pt x="34433" y="10458"/>
                  <a:pt x="34861" y="8715"/>
                </a:cubicBezTo>
                <a:cubicBezTo>
                  <a:pt x="35319" y="6972"/>
                  <a:pt x="35890" y="5744"/>
                  <a:pt x="36605" y="5029"/>
                </a:cubicBezTo>
                <a:cubicBezTo>
                  <a:pt x="37348" y="4286"/>
                  <a:pt x="38062" y="3429"/>
                  <a:pt x="38805" y="2400"/>
                </a:cubicBezTo>
                <a:cubicBezTo>
                  <a:pt x="39519" y="1372"/>
                  <a:pt x="40519" y="743"/>
                  <a:pt x="41834" y="429"/>
                </a:cubicBezTo>
                <a:cubicBezTo>
                  <a:pt x="43148" y="143"/>
                  <a:pt x="44463" y="0"/>
                  <a:pt x="45777" y="0"/>
                </a:cubicBezTo>
                <a:cubicBezTo>
                  <a:pt x="48377" y="143"/>
                  <a:pt x="50206" y="943"/>
                  <a:pt x="51206" y="2400"/>
                </a:cubicBezTo>
                <a:cubicBezTo>
                  <a:pt x="52235" y="3858"/>
                  <a:pt x="52721" y="5229"/>
                  <a:pt x="52721" y="6544"/>
                </a:cubicBezTo>
                <a:cubicBezTo>
                  <a:pt x="52721" y="7544"/>
                  <a:pt x="52092" y="10973"/>
                  <a:pt x="50778" y="16774"/>
                </a:cubicBezTo>
                <a:cubicBezTo>
                  <a:pt x="49463" y="22574"/>
                  <a:pt x="48006" y="28318"/>
                  <a:pt x="46406" y="34004"/>
                </a:cubicBezTo>
                <a:lnTo>
                  <a:pt x="44234" y="42062"/>
                </a:lnTo>
                <a:cubicBezTo>
                  <a:pt x="44234" y="42348"/>
                  <a:pt x="47863" y="42491"/>
                  <a:pt x="55121" y="42491"/>
                </a:cubicBezTo>
                <a:lnTo>
                  <a:pt x="66237" y="42491"/>
                </a:lnTo>
                <a:cubicBezTo>
                  <a:pt x="67266" y="43491"/>
                  <a:pt x="67780" y="44320"/>
                  <a:pt x="67780" y="44891"/>
                </a:cubicBezTo>
                <a:cubicBezTo>
                  <a:pt x="67780" y="48092"/>
                  <a:pt x="66837" y="50635"/>
                  <a:pt x="64922" y="52521"/>
                </a:cubicBezTo>
                <a:lnTo>
                  <a:pt x="41634" y="52521"/>
                </a:lnTo>
                <a:lnTo>
                  <a:pt x="33776" y="84096"/>
                </a:lnTo>
                <a:cubicBezTo>
                  <a:pt x="28118" y="107356"/>
                  <a:pt x="25289" y="119844"/>
                  <a:pt x="25289" y="121587"/>
                </a:cubicBezTo>
                <a:cubicBezTo>
                  <a:pt x="25289" y="127673"/>
                  <a:pt x="27232" y="130731"/>
                  <a:pt x="31175" y="130731"/>
                </a:cubicBezTo>
                <a:cubicBezTo>
                  <a:pt x="36233" y="130731"/>
                  <a:pt x="41205" y="128273"/>
                  <a:pt x="45977" y="123330"/>
                </a:cubicBezTo>
                <a:cubicBezTo>
                  <a:pt x="50778" y="118386"/>
                  <a:pt x="54607" y="112271"/>
                  <a:pt x="57521" y="105042"/>
                </a:cubicBezTo>
                <a:cubicBezTo>
                  <a:pt x="57836" y="104156"/>
                  <a:pt x="58179" y="103642"/>
                  <a:pt x="58607" y="103499"/>
                </a:cubicBezTo>
                <a:cubicBezTo>
                  <a:pt x="59065" y="103356"/>
                  <a:pt x="60150" y="103213"/>
                  <a:pt x="61893" y="103070"/>
                </a:cubicBezTo>
                <a:lnTo>
                  <a:pt x="62751" y="103070"/>
                </a:lnTo>
                <a:cubicBezTo>
                  <a:pt x="64922" y="103070"/>
                  <a:pt x="66037" y="103642"/>
                  <a:pt x="66037" y="104813"/>
                </a:cubicBezTo>
                <a:cubicBezTo>
                  <a:pt x="66037" y="105242"/>
                  <a:pt x="65808" y="106099"/>
                  <a:pt x="65380" y="107413"/>
                </a:cubicBezTo>
                <a:cubicBezTo>
                  <a:pt x="64637" y="109757"/>
                  <a:pt x="63351" y="112500"/>
                  <a:pt x="61465" y="115700"/>
                </a:cubicBezTo>
                <a:cubicBezTo>
                  <a:pt x="59550" y="118901"/>
                  <a:pt x="57093" y="122301"/>
                  <a:pt x="54035" y="125959"/>
                </a:cubicBezTo>
                <a:cubicBezTo>
                  <a:pt x="50978" y="129588"/>
                  <a:pt x="47292" y="132617"/>
                  <a:pt x="42920" y="135103"/>
                </a:cubicBezTo>
                <a:cubicBezTo>
                  <a:pt x="38576" y="137560"/>
                  <a:pt x="34147" y="138789"/>
                  <a:pt x="29632" y="138789"/>
                </a:cubicBezTo>
                <a:cubicBezTo>
                  <a:pt x="25289" y="138789"/>
                  <a:pt x="21146" y="137703"/>
                  <a:pt x="17202" y="135531"/>
                </a:cubicBezTo>
                <a:cubicBezTo>
                  <a:pt x="13287" y="133360"/>
                  <a:pt x="10458" y="129588"/>
                  <a:pt x="8715" y="124216"/>
                </a:cubicBezTo>
                <a:cubicBezTo>
                  <a:pt x="8430" y="123044"/>
                  <a:pt x="8287" y="121072"/>
                  <a:pt x="8287" y="118301"/>
                </a:cubicBezTo>
                <a:lnTo>
                  <a:pt x="8287" y="114386"/>
                </a:lnTo>
                <a:lnTo>
                  <a:pt x="15916" y="83896"/>
                </a:lnTo>
                <a:cubicBezTo>
                  <a:pt x="21003" y="63408"/>
                  <a:pt x="23603" y="53092"/>
                  <a:pt x="23746" y="52949"/>
                </a:cubicBezTo>
                <a:cubicBezTo>
                  <a:pt x="23746" y="52664"/>
                  <a:pt x="20060" y="52521"/>
                  <a:pt x="12630" y="52521"/>
                </a:cubicBezTo>
                <a:lnTo>
                  <a:pt x="1543" y="525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C678F-234C-4583-8AB2-BE9AE9E8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680" y="892083"/>
            <a:ext cx="67780" cy="138789"/>
          </a:xfrm>
          <a:custGeom xmlns:a="http://schemas.openxmlformats.org/drawingml/2006/main">
            <a:pathLst>
              <a:path w="67780" h="138789" fill="none">
                <a:moveTo>
                  <a:pt x="1543" y="52521"/>
                </a:moveTo>
                <a:cubicBezTo>
                  <a:pt x="514" y="51492"/>
                  <a:pt x="0" y="50778"/>
                  <a:pt x="0" y="50321"/>
                </a:cubicBezTo>
                <a:cubicBezTo>
                  <a:pt x="0" y="49749"/>
                  <a:pt x="229" y="48606"/>
                  <a:pt x="657" y="46863"/>
                </a:cubicBezTo>
                <a:cubicBezTo>
                  <a:pt x="1086" y="45091"/>
                  <a:pt x="1457" y="44091"/>
                  <a:pt x="1743" y="43805"/>
                </a:cubicBezTo>
                <a:cubicBezTo>
                  <a:pt x="2029" y="43063"/>
                  <a:pt x="2686" y="42720"/>
                  <a:pt x="3715" y="42720"/>
                </a:cubicBezTo>
                <a:cubicBezTo>
                  <a:pt x="4715" y="42720"/>
                  <a:pt x="8430" y="42634"/>
                  <a:pt x="14830" y="42491"/>
                </a:cubicBezTo>
                <a:lnTo>
                  <a:pt x="26375" y="42491"/>
                </a:lnTo>
                <a:lnTo>
                  <a:pt x="30518" y="25060"/>
                </a:lnTo>
                <a:cubicBezTo>
                  <a:pt x="30947" y="23460"/>
                  <a:pt x="31461" y="21346"/>
                  <a:pt x="32033" y="18745"/>
                </a:cubicBezTo>
                <a:cubicBezTo>
                  <a:pt x="32633" y="16116"/>
                  <a:pt x="33118" y="14230"/>
                  <a:pt x="33547" y="13087"/>
                </a:cubicBezTo>
                <a:cubicBezTo>
                  <a:pt x="34004" y="11916"/>
                  <a:pt x="34433" y="10458"/>
                  <a:pt x="34861" y="8715"/>
                </a:cubicBezTo>
                <a:cubicBezTo>
                  <a:pt x="35319" y="6972"/>
                  <a:pt x="35890" y="5744"/>
                  <a:pt x="36605" y="5029"/>
                </a:cubicBezTo>
                <a:cubicBezTo>
                  <a:pt x="37348" y="4286"/>
                  <a:pt x="38062" y="3429"/>
                  <a:pt x="38805" y="2400"/>
                </a:cubicBezTo>
                <a:cubicBezTo>
                  <a:pt x="39519" y="1372"/>
                  <a:pt x="40519" y="743"/>
                  <a:pt x="41834" y="429"/>
                </a:cubicBezTo>
                <a:cubicBezTo>
                  <a:pt x="43148" y="143"/>
                  <a:pt x="44463" y="0"/>
                  <a:pt x="45777" y="0"/>
                </a:cubicBezTo>
                <a:cubicBezTo>
                  <a:pt x="48377" y="143"/>
                  <a:pt x="50206" y="943"/>
                  <a:pt x="51206" y="2400"/>
                </a:cubicBezTo>
                <a:cubicBezTo>
                  <a:pt x="52235" y="3858"/>
                  <a:pt x="52721" y="5229"/>
                  <a:pt x="52721" y="6544"/>
                </a:cubicBezTo>
                <a:cubicBezTo>
                  <a:pt x="52721" y="7544"/>
                  <a:pt x="52092" y="10973"/>
                  <a:pt x="50778" y="16774"/>
                </a:cubicBezTo>
                <a:cubicBezTo>
                  <a:pt x="49463" y="22574"/>
                  <a:pt x="48006" y="28318"/>
                  <a:pt x="46406" y="34004"/>
                </a:cubicBezTo>
                <a:lnTo>
                  <a:pt x="44234" y="42062"/>
                </a:lnTo>
                <a:cubicBezTo>
                  <a:pt x="44234" y="42348"/>
                  <a:pt x="47863" y="42491"/>
                  <a:pt x="55121" y="42491"/>
                </a:cubicBezTo>
                <a:lnTo>
                  <a:pt x="66237" y="42491"/>
                </a:lnTo>
                <a:cubicBezTo>
                  <a:pt x="67266" y="43491"/>
                  <a:pt x="67780" y="44320"/>
                  <a:pt x="67780" y="44891"/>
                </a:cubicBezTo>
                <a:cubicBezTo>
                  <a:pt x="67780" y="48092"/>
                  <a:pt x="66837" y="50635"/>
                  <a:pt x="64922" y="52521"/>
                </a:cubicBezTo>
                <a:lnTo>
                  <a:pt x="41634" y="52521"/>
                </a:lnTo>
                <a:lnTo>
                  <a:pt x="33776" y="84096"/>
                </a:lnTo>
                <a:cubicBezTo>
                  <a:pt x="28118" y="107356"/>
                  <a:pt x="25289" y="119844"/>
                  <a:pt x="25289" y="121587"/>
                </a:cubicBezTo>
                <a:cubicBezTo>
                  <a:pt x="25289" y="127673"/>
                  <a:pt x="27232" y="130731"/>
                  <a:pt x="31175" y="130731"/>
                </a:cubicBezTo>
                <a:cubicBezTo>
                  <a:pt x="36233" y="130731"/>
                  <a:pt x="41205" y="128273"/>
                  <a:pt x="45977" y="123330"/>
                </a:cubicBezTo>
                <a:cubicBezTo>
                  <a:pt x="50778" y="118386"/>
                  <a:pt x="54607" y="112271"/>
                  <a:pt x="57521" y="105042"/>
                </a:cubicBezTo>
                <a:cubicBezTo>
                  <a:pt x="57836" y="104156"/>
                  <a:pt x="58179" y="103642"/>
                  <a:pt x="58607" y="103499"/>
                </a:cubicBezTo>
                <a:cubicBezTo>
                  <a:pt x="59065" y="103356"/>
                  <a:pt x="60150" y="103213"/>
                  <a:pt x="61893" y="103070"/>
                </a:cubicBezTo>
                <a:lnTo>
                  <a:pt x="62751" y="103070"/>
                </a:lnTo>
                <a:cubicBezTo>
                  <a:pt x="64922" y="103070"/>
                  <a:pt x="66037" y="103642"/>
                  <a:pt x="66037" y="104813"/>
                </a:cubicBezTo>
                <a:cubicBezTo>
                  <a:pt x="66037" y="105242"/>
                  <a:pt x="65808" y="106099"/>
                  <a:pt x="65380" y="107413"/>
                </a:cubicBezTo>
                <a:cubicBezTo>
                  <a:pt x="64637" y="109757"/>
                  <a:pt x="63351" y="112500"/>
                  <a:pt x="61465" y="115700"/>
                </a:cubicBezTo>
                <a:cubicBezTo>
                  <a:pt x="59550" y="118901"/>
                  <a:pt x="57093" y="122301"/>
                  <a:pt x="54035" y="125959"/>
                </a:cubicBezTo>
                <a:cubicBezTo>
                  <a:pt x="50978" y="129588"/>
                  <a:pt x="47292" y="132617"/>
                  <a:pt x="42920" y="135103"/>
                </a:cubicBezTo>
                <a:cubicBezTo>
                  <a:pt x="38576" y="137560"/>
                  <a:pt x="34147" y="138789"/>
                  <a:pt x="29632" y="138789"/>
                </a:cubicBezTo>
                <a:cubicBezTo>
                  <a:pt x="25289" y="138789"/>
                  <a:pt x="21146" y="137703"/>
                  <a:pt x="17202" y="135531"/>
                </a:cubicBezTo>
                <a:cubicBezTo>
                  <a:pt x="13287" y="133360"/>
                  <a:pt x="10458" y="129588"/>
                  <a:pt x="8715" y="124216"/>
                </a:cubicBezTo>
                <a:cubicBezTo>
                  <a:pt x="8430" y="123044"/>
                  <a:pt x="8287" y="121072"/>
                  <a:pt x="8287" y="118301"/>
                </a:cubicBezTo>
                <a:lnTo>
                  <a:pt x="8287" y="114386"/>
                </a:lnTo>
                <a:lnTo>
                  <a:pt x="15916" y="83896"/>
                </a:lnTo>
                <a:cubicBezTo>
                  <a:pt x="21003" y="63408"/>
                  <a:pt x="23603" y="53092"/>
                  <a:pt x="23746" y="52949"/>
                </a:cubicBezTo>
                <a:cubicBezTo>
                  <a:pt x="23746" y="52664"/>
                  <a:pt x="20060" y="52521"/>
                  <a:pt x="12630" y="52521"/>
                </a:cubicBezTo>
                <a:lnTo>
                  <a:pt x="1543" y="525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86FDF-4879-409D-B011-9817EBE5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671" y="910828"/>
            <a:ext cx="133274" cy="126387"/>
          </a:xfrm>
          <a:custGeom xmlns:a="http://schemas.openxmlformats.org/drawingml/2006/main">
            <a:pathLst>
              <a:path w="133274" h="126387">
                <a:moveTo>
                  <a:pt x="371" y="4343"/>
                </a:moveTo>
                <a:cubicBezTo>
                  <a:pt x="371" y="3200"/>
                  <a:pt x="657" y="2257"/>
                  <a:pt x="1229" y="1514"/>
                </a:cubicBezTo>
                <a:cubicBezTo>
                  <a:pt x="1829" y="800"/>
                  <a:pt x="2400" y="343"/>
                  <a:pt x="2972" y="200"/>
                </a:cubicBezTo>
                <a:lnTo>
                  <a:pt x="3629" y="0"/>
                </a:lnTo>
                <a:cubicBezTo>
                  <a:pt x="4658" y="0"/>
                  <a:pt x="15831" y="5001"/>
                  <a:pt x="37205" y="15030"/>
                </a:cubicBezTo>
                <a:cubicBezTo>
                  <a:pt x="58550" y="25060"/>
                  <a:pt x="79696" y="35004"/>
                  <a:pt x="100613" y="44891"/>
                </a:cubicBezTo>
                <a:lnTo>
                  <a:pt x="131759" y="59922"/>
                </a:lnTo>
                <a:cubicBezTo>
                  <a:pt x="132788" y="60636"/>
                  <a:pt x="133274" y="61722"/>
                  <a:pt x="133274" y="63179"/>
                </a:cubicBezTo>
                <a:cubicBezTo>
                  <a:pt x="133274" y="64637"/>
                  <a:pt x="132788" y="65722"/>
                  <a:pt x="131759" y="66437"/>
                </a:cubicBezTo>
                <a:cubicBezTo>
                  <a:pt x="131474" y="66751"/>
                  <a:pt x="110271" y="76838"/>
                  <a:pt x="68123" y="96755"/>
                </a:cubicBezTo>
                <a:lnTo>
                  <a:pt x="5372" y="126387"/>
                </a:lnTo>
                <a:lnTo>
                  <a:pt x="4086" y="126387"/>
                </a:lnTo>
                <a:cubicBezTo>
                  <a:pt x="1457" y="126073"/>
                  <a:pt x="143" y="124616"/>
                  <a:pt x="143" y="122015"/>
                </a:cubicBezTo>
                <a:cubicBezTo>
                  <a:pt x="143" y="121872"/>
                  <a:pt x="143" y="121644"/>
                  <a:pt x="143" y="121358"/>
                </a:cubicBezTo>
                <a:cubicBezTo>
                  <a:pt x="0" y="120329"/>
                  <a:pt x="1086" y="119186"/>
                  <a:pt x="3429" y="117872"/>
                </a:cubicBezTo>
                <a:cubicBezTo>
                  <a:pt x="6172" y="116415"/>
                  <a:pt x="17088" y="111185"/>
                  <a:pt x="36090" y="102184"/>
                </a:cubicBezTo>
                <a:cubicBezTo>
                  <a:pt x="47434" y="96812"/>
                  <a:pt x="56864" y="92383"/>
                  <a:pt x="64437" y="88897"/>
                </a:cubicBezTo>
                <a:lnTo>
                  <a:pt x="118472" y="63179"/>
                </a:lnTo>
                <a:lnTo>
                  <a:pt x="64437" y="37462"/>
                </a:lnTo>
                <a:cubicBezTo>
                  <a:pt x="22603" y="17717"/>
                  <a:pt x="1372" y="7487"/>
                  <a:pt x="800" y="6744"/>
                </a:cubicBezTo>
                <a:cubicBezTo>
                  <a:pt x="514" y="6172"/>
                  <a:pt x="371" y="5372"/>
                  <a:pt x="371" y="434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DE009-A1D0-4BFD-A759-A1A0C43F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671" y="910828"/>
            <a:ext cx="133274" cy="126387"/>
          </a:xfrm>
          <a:custGeom xmlns:a="http://schemas.openxmlformats.org/drawingml/2006/main">
            <a:pathLst>
              <a:path w="133274" h="126387" fill="none">
                <a:moveTo>
                  <a:pt x="371" y="4343"/>
                </a:moveTo>
                <a:cubicBezTo>
                  <a:pt x="371" y="3200"/>
                  <a:pt x="657" y="2257"/>
                  <a:pt x="1229" y="1514"/>
                </a:cubicBezTo>
                <a:cubicBezTo>
                  <a:pt x="1829" y="800"/>
                  <a:pt x="2400" y="343"/>
                  <a:pt x="2972" y="200"/>
                </a:cubicBezTo>
                <a:lnTo>
                  <a:pt x="3629" y="0"/>
                </a:lnTo>
                <a:cubicBezTo>
                  <a:pt x="4658" y="0"/>
                  <a:pt x="15831" y="5001"/>
                  <a:pt x="37205" y="15030"/>
                </a:cubicBezTo>
                <a:cubicBezTo>
                  <a:pt x="58550" y="25060"/>
                  <a:pt x="79696" y="35004"/>
                  <a:pt x="100613" y="44891"/>
                </a:cubicBezTo>
                <a:lnTo>
                  <a:pt x="131759" y="59922"/>
                </a:lnTo>
                <a:cubicBezTo>
                  <a:pt x="132788" y="60636"/>
                  <a:pt x="133274" y="61722"/>
                  <a:pt x="133274" y="63179"/>
                </a:cubicBezTo>
                <a:cubicBezTo>
                  <a:pt x="133274" y="64637"/>
                  <a:pt x="132788" y="65722"/>
                  <a:pt x="131759" y="66437"/>
                </a:cubicBezTo>
                <a:cubicBezTo>
                  <a:pt x="131474" y="66751"/>
                  <a:pt x="110271" y="76838"/>
                  <a:pt x="68123" y="96755"/>
                </a:cubicBezTo>
                <a:lnTo>
                  <a:pt x="5372" y="126387"/>
                </a:lnTo>
                <a:lnTo>
                  <a:pt x="4086" y="126387"/>
                </a:lnTo>
                <a:cubicBezTo>
                  <a:pt x="1457" y="126073"/>
                  <a:pt x="143" y="124616"/>
                  <a:pt x="143" y="122015"/>
                </a:cubicBezTo>
                <a:cubicBezTo>
                  <a:pt x="143" y="121872"/>
                  <a:pt x="143" y="121644"/>
                  <a:pt x="143" y="121358"/>
                </a:cubicBezTo>
                <a:cubicBezTo>
                  <a:pt x="0" y="120329"/>
                  <a:pt x="1086" y="119186"/>
                  <a:pt x="3429" y="117872"/>
                </a:cubicBezTo>
                <a:cubicBezTo>
                  <a:pt x="6172" y="116415"/>
                  <a:pt x="17088" y="111185"/>
                  <a:pt x="36090" y="102184"/>
                </a:cubicBezTo>
                <a:cubicBezTo>
                  <a:pt x="47434" y="96812"/>
                  <a:pt x="56864" y="92383"/>
                  <a:pt x="64437" y="88897"/>
                </a:cubicBezTo>
                <a:lnTo>
                  <a:pt x="118472" y="63179"/>
                </a:lnTo>
                <a:lnTo>
                  <a:pt x="64437" y="37462"/>
                </a:lnTo>
                <a:cubicBezTo>
                  <a:pt x="22603" y="17717"/>
                  <a:pt x="1372" y="7487"/>
                  <a:pt x="800" y="6744"/>
                </a:cubicBezTo>
                <a:cubicBezTo>
                  <a:pt x="514" y="6172"/>
                  <a:pt x="371" y="5372"/>
                  <a:pt x="371" y="43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B3080-45D7-44F8-9144-09420FD0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871" y="883368"/>
            <a:ext cx="74952" cy="145132"/>
          </a:xfrm>
          <a:custGeom xmlns:a="http://schemas.openxmlformats.org/drawingml/2006/main">
            <a:pathLst>
              <a:path w="74952" h="145132">
                <a:moveTo>
                  <a:pt x="28318" y="19174"/>
                </a:moveTo>
                <a:lnTo>
                  <a:pt x="25489" y="20260"/>
                </a:lnTo>
                <a:cubicBezTo>
                  <a:pt x="23460" y="20974"/>
                  <a:pt x="20545" y="21717"/>
                  <a:pt x="16774" y="22431"/>
                </a:cubicBezTo>
                <a:cubicBezTo>
                  <a:pt x="13002" y="23174"/>
                  <a:pt x="8801" y="23689"/>
                  <a:pt x="4143" y="23974"/>
                </a:cubicBezTo>
                <a:lnTo>
                  <a:pt x="0" y="23974"/>
                </a:lnTo>
                <a:lnTo>
                  <a:pt x="0" y="13945"/>
                </a:lnTo>
                <a:lnTo>
                  <a:pt x="4143" y="13945"/>
                </a:lnTo>
                <a:cubicBezTo>
                  <a:pt x="10973" y="13659"/>
                  <a:pt x="17288" y="12573"/>
                  <a:pt x="23089" y="10658"/>
                </a:cubicBezTo>
                <a:cubicBezTo>
                  <a:pt x="28918" y="8773"/>
                  <a:pt x="32976" y="7058"/>
                  <a:pt x="35290" y="5458"/>
                </a:cubicBezTo>
                <a:cubicBezTo>
                  <a:pt x="37633" y="3858"/>
                  <a:pt x="39662" y="2257"/>
                  <a:pt x="41405" y="657"/>
                </a:cubicBezTo>
                <a:cubicBezTo>
                  <a:pt x="41691" y="200"/>
                  <a:pt x="42577" y="0"/>
                  <a:pt x="44034" y="0"/>
                </a:cubicBezTo>
                <a:cubicBezTo>
                  <a:pt x="45320" y="0"/>
                  <a:pt x="46549" y="429"/>
                  <a:pt x="47720" y="1314"/>
                </a:cubicBezTo>
                <a:lnTo>
                  <a:pt x="47720" y="66465"/>
                </a:lnTo>
                <a:lnTo>
                  <a:pt x="47949" y="131816"/>
                </a:lnTo>
                <a:cubicBezTo>
                  <a:pt x="48949" y="132845"/>
                  <a:pt x="49835" y="133502"/>
                  <a:pt x="50549" y="133788"/>
                </a:cubicBezTo>
                <a:cubicBezTo>
                  <a:pt x="51264" y="134074"/>
                  <a:pt x="53035" y="134360"/>
                  <a:pt x="55778" y="134674"/>
                </a:cubicBezTo>
                <a:cubicBezTo>
                  <a:pt x="58550" y="134960"/>
                  <a:pt x="63036" y="135103"/>
                  <a:pt x="69294" y="135103"/>
                </a:cubicBezTo>
                <a:lnTo>
                  <a:pt x="74952" y="135103"/>
                </a:lnTo>
                <a:lnTo>
                  <a:pt x="74952" y="145132"/>
                </a:lnTo>
                <a:lnTo>
                  <a:pt x="72552" y="145132"/>
                </a:lnTo>
                <a:cubicBezTo>
                  <a:pt x="69523" y="144675"/>
                  <a:pt x="57950" y="144475"/>
                  <a:pt x="37919" y="144475"/>
                </a:cubicBezTo>
                <a:cubicBezTo>
                  <a:pt x="18145" y="144475"/>
                  <a:pt x="6772" y="144675"/>
                  <a:pt x="3715" y="145132"/>
                </a:cubicBezTo>
                <a:lnTo>
                  <a:pt x="1086" y="145132"/>
                </a:lnTo>
                <a:lnTo>
                  <a:pt x="1086" y="135103"/>
                </a:lnTo>
                <a:lnTo>
                  <a:pt x="6772" y="135103"/>
                </a:lnTo>
                <a:cubicBezTo>
                  <a:pt x="9944" y="135103"/>
                  <a:pt x="12716" y="135103"/>
                  <a:pt x="15030" y="135103"/>
                </a:cubicBezTo>
                <a:cubicBezTo>
                  <a:pt x="17374" y="135103"/>
                  <a:pt x="19174" y="135017"/>
                  <a:pt x="20488" y="134874"/>
                </a:cubicBezTo>
                <a:cubicBezTo>
                  <a:pt x="21803" y="134731"/>
                  <a:pt x="22946" y="134503"/>
                  <a:pt x="23974" y="134217"/>
                </a:cubicBezTo>
                <a:cubicBezTo>
                  <a:pt x="24975" y="133931"/>
                  <a:pt x="25575" y="133788"/>
                  <a:pt x="25717" y="133788"/>
                </a:cubicBezTo>
                <a:cubicBezTo>
                  <a:pt x="25860" y="133788"/>
                  <a:pt x="26289" y="133417"/>
                  <a:pt x="27032" y="132702"/>
                </a:cubicBezTo>
                <a:cubicBezTo>
                  <a:pt x="27746" y="131959"/>
                  <a:pt x="28175" y="131674"/>
                  <a:pt x="28318" y="131816"/>
                </a:cubicBezTo>
                <a:lnTo>
                  <a:pt x="28318" y="191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D8491-5C68-4057-B2BF-A1DA0A4C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871" y="883368"/>
            <a:ext cx="74952" cy="145132"/>
          </a:xfrm>
          <a:custGeom xmlns:a="http://schemas.openxmlformats.org/drawingml/2006/main">
            <a:pathLst>
              <a:path w="74952" h="145132" fill="none">
                <a:moveTo>
                  <a:pt x="28318" y="19174"/>
                </a:moveTo>
                <a:lnTo>
                  <a:pt x="25489" y="20260"/>
                </a:lnTo>
                <a:cubicBezTo>
                  <a:pt x="23460" y="20974"/>
                  <a:pt x="20545" y="21717"/>
                  <a:pt x="16774" y="22431"/>
                </a:cubicBezTo>
                <a:cubicBezTo>
                  <a:pt x="13002" y="23174"/>
                  <a:pt x="8801" y="23689"/>
                  <a:pt x="4143" y="23974"/>
                </a:cubicBezTo>
                <a:lnTo>
                  <a:pt x="0" y="23974"/>
                </a:lnTo>
                <a:lnTo>
                  <a:pt x="0" y="13945"/>
                </a:lnTo>
                <a:lnTo>
                  <a:pt x="4143" y="13945"/>
                </a:lnTo>
                <a:cubicBezTo>
                  <a:pt x="10973" y="13659"/>
                  <a:pt x="17288" y="12573"/>
                  <a:pt x="23089" y="10658"/>
                </a:cubicBezTo>
                <a:cubicBezTo>
                  <a:pt x="28918" y="8773"/>
                  <a:pt x="32976" y="7058"/>
                  <a:pt x="35290" y="5458"/>
                </a:cubicBezTo>
                <a:cubicBezTo>
                  <a:pt x="37633" y="3858"/>
                  <a:pt x="39662" y="2257"/>
                  <a:pt x="41405" y="657"/>
                </a:cubicBezTo>
                <a:cubicBezTo>
                  <a:pt x="41691" y="200"/>
                  <a:pt x="42577" y="0"/>
                  <a:pt x="44034" y="0"/>
                </a:cubicBezTo>
                <a:cubicBezTo>
                  <a:pt x="45320" y="0"/>
                  <a:pt x="46549" y="429"/>
                  <a:pt x="47720" y="1314"/>
                </a:cubicBezTo>
                <a:lnTo>
                  <a:pt x="47720" y="66465"/>
                </a:lnTo>
                <a:lnTo>
                  <a:pt x="47949" y="131816"/>
                </a:lnTo>
                <a:cubicBezTo>
                  <a:pt x="48949" y="132845"/>
                  <a:pt x="49835" y="133502"/>
                  <a:pt x="50549" y="133788"/>
                </a:cubicBezTo>
                <a:cubicBezTo>
                  <a:pt x="51264" y="134074"/>
                  <a:pt x="53035" y="134360"/>
                  <a:pt x="55778" y="134674"/>
                </a:cubicBezTo>
                <a:cubicBezTo>
                  <a:pt x="58550" y="134960"/>
                  <a:pt x="63036" y="135103"/>
                  <a:pt x="69294" y="135103"/>
                </a:cubicBezTo>
                <a:lnTo>
                  <a:pt x="74952" y="135103"/>
                </a:lnTo>
                <a:lnTo>
                  <a:pt x="74952" y="145132"/>
                </a:lnTo>
                <a:lnTo>
                  <a:pt x="72552" y="145132"/>
                </a:lnTo>
                <a:cubicBezTo>
                  <a:pt x="69523" y="144675"/>
                  <a:pt x="57950" y="144475"/>
                  <a:pt x="37919" y="144475"/>
                </a:cubicBezTo>
                <a:cubicBezTo>
                  <a:pt x="18145" y="144475"/>
                  <a:pt x="6772" y="144675"/>
                  <a:pt x="3715" y="145132"/>
                </a:cubicBezTo>
                <a:lnTo>
                  <a:pt x="1086" y="145132"/>
                </a:lnTo>
                <a:lnTo>
                  <a:pt x="1086" y="135103"/>
                </a:lnTo>
                <a:lnTo>
                  <a:pt x="6772" y="135103"/>
                </a:lnTo>
                <a:cubicBezTo>
                  <a:pt x="9944" y="135103"/>
                  <a:pt x="12716" y="135103"/>
                  <a:pt x="15030" y="135103"/>
                </a:cubicBezTo>
                <a:cubicBezTo>
                  <a:pt x="17374" y="135103"/>
                  <a:pt x="19174" y="135017"/>
                  <a:pt x="20488" y="134874"/>
                </a:cubicBezTo>
                <a:cubicBezTo>
                  <a:pt x="21803" y="134731"/>
                  <a:pt x="22946" y="134503"/>
                  <a:pt x="23974" y="134217"/>
                </a:cubicBezTo>
                <a:cubicBezTo>
                  <a:pt x="24975" y="133931"/>
                  <a:pt x="25575" y="133788"/>
                  <a:pt x="25717" y="133788"/>
                </a:cubicBezTo>
                <a:cubicBezTo>
                  <a:pt x="25860" y="133788"/>
                  <a:pt x="26289" y="133417"/>
                  <a:pt x="27032" y="132702"/>
                </a:cubicBezTo>
                <a:cubicBezTo>
                  <a:pt x="27746" y="131959"/>
                  <a:pt x="28175" y="131674"/>
                  <a:pt x="28318" y="131816"/>
                </a:cubicBezTo>
                <a:lnTo>
                  <a:pt x="28318" y="191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8DC00-7518-45EB-AB7A-7238E919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892" y="1164203"/>
            <a:ext cx="86211" cy="98984"/>
          </a:xfrm>
          <a:custGeom xmlns:a="http://schemas.openxmlformats.org/drawingml/2006/main">
            <a:pathLst>
              <a:path w="86211" h="98984">
                <a:moveTo>
                  <a:pt x="0" y="61665"/>
                </a:moveTo>
                <a:cubicBezTo>
                  <a:pt x="0" y="45834"/>
                  <a:pt x="6229" y="31604"/>
                  <a:pt x="18717" y="18945"/>
                </a:cubicBezTo>
                <a:cubicBezTo>
                  <a:pt x="31232" y="6315"/>
                  <a:pt x="44748" y="0"/>
                  <a:pt x="59265" y="0"/>
                </a:cubicBezTo>
                <a:cubicBezTo>
                  <a:pt x="67408" y="0"/>
                  <a:pt x="73781" y="1743"/>
                  <a:pt x="78438" y="5229"/>
                </a:cubicBezTo>
                <a:cubicBezTo>
                  <a:pt x="83068" y="8715"/>
                  <a:pt x="85468" y="13287"/>
                  <a:pt x="85639" y="18945"/>
                </a:cubicBezTo>
                <a:cubicBezTo>
                  <a:pt x="85639" y="23174"/>
                  <a:pt x="84239" y="26718"/>
                  <a:pt x="81496" y="29632"/>
                </a:cubicBezTo>
                <a:cubicBezTo>
                  <a:pt x="78724" y="32518"/>
                  <a:pt x="75238" y="34061"/>
                  <a:pt x="71037" y="34204"/>
                </a:cubicBezTo>
                <a:cubicBezTo>
                  <a:pt x="68266" y="34204"/>
                  <a:pt x="66094" y="33490"/>
                  <a:pt x="64494" y="32033"/>
                </a:cubicBezTo>
                <a:cubicBezTo>
                  <a:pt x="62894" y="30575"/>
                  <a:pt x="62093" y="28404"/>
                  <a:pt x="62093" y="25489"/>
                </a:cubicBezTo>
                <a:cubicBezTo>
                  <a:pt x="62093" y="22574"/>
                  <a:pt x="62894" y="20117"/>
                  <a:pt x="64494" y="18088"/>
                </a:cubicBezTo>
                <a:cubicBezTo>
                  <a:pt x="66094" y="16059"/>
                  <a:pt x="67694" y="14516"/>
                  <a:pt x="69294" y="13516"/>
                </a:cubicBezTo>
                <a:cubicBezTo>
                  <a:pt x="70866" y="12487"/>
                  <a:pt x="71895" y="12059"/>
                  <a:pt x="72323" y="12202"/>
                </a:cubicBezTo>
                <a:lnTo>
                  <a:pt x="72552" y="12202"/>
                </a:lnTo>
                <a:cubicBezTo>
                  <a:pt x="72552" y="11916"/>
                  <a:pt x="72123" y="11459"/>
                  <a:pt x="71237" y="10887"/>
                </a:cubicBezTo>
                <a:cubicBezTo>
                  <a:pt x="70380" y="10316"/>
                  <a:pt x="68837" y="9716"/>
                  <a:pt x="66665" y="9144"/>
                </a:cubicBezTo>
                <a:cubicBezTo>
                  <a:pt x="64494" y="8573"/>
                  <a:pt x="62008" y="8287"/>
                  <a:pt x="59265" y="8287"/>
                </a:cubicBezTo>
                <a:cubicBezTo>
                  <a:pt x="54921" y="8287"/>
                  <a:pt x="50778" y="9287"/>
                  <a:pt x="46834" y="11316"/>
                </a:cubicBezTo>
                <a:cubicBezTo>
                  <a:pt x="43777" y="12630"/>
                  <a:pt x="40662" y="14888"/>
                  <a:pt x="37462" y="18088"/>
                </a:cubicBezTo>
                <a:cubicBezTo>
                  <a:pt x="31090" y="24460"/>
                  <a:pt x="26432" y="33490"/>
                  <a:pt x="23517" y="45091"/>
                </a:cubicBezTo>
                <a:cubicBezTo>
                  <a:pt x="20631" y="56721"/>
                  <a:pt x="19088" y="65151"/>
                  <a:pt x="18945" y="70380"/>
                </a:cubicBezTo>
                <a:cubicBezTo>
                  <a:pt x="18945" y="77067"/>
                  <a:pt x="20831" y="82067"/>
                  <a:pt x="24603" y="85411"/>
                </a:cubicBezTo>
                <a:cubicBezTo>
                  <a:pt x="27803" y="88897"/>
                  <a:pt x="32033" y="90640"/>
                  <a:pt x="37262" y="90640"/>
                </a:cubicBezTo>
                <a:lnTo>
                  <a:pt x="38119" y="90640"/>
                </a:lnTo>
                <a:cubicBezTo>
                  <a:pt x="54407" y="90640"/>
                  <a:pt x="67837" y="84468"/>
                  <a:pt x="78438" y="72123"/>
                </a:cubicBezTo>
                <a:cubicBezTo>
                  <a:pt x="79753" y="70666"/>
                  <a:pt x="80610" y="69923"/>
                  <a:pt x="81039" y="69923"/>
                </a:cubicBezTo>
                <a:cubicBezTo>
                  <a:pt x="81639" y="69923"/>
                  <a:pt x="82582" y="70580"/>
                  <a:pt x="83896" y="71895"/>
                </a:cubicBezTo>
                <a:cubicBezTo>
                  <a:pt x="85182" y="73209"/>
                  <a:pt x="85925" y="74209"/>
                  <a:pt x="86068" y="74952"/>
                </a:cubicBezTo>
                <a:cubicBezTo>
                  <a:pt x="86211" y="75667"/>
                  <a:pt x="85554" y="76781"/>
                  <a:pt x="84096" y="78210"/>
                </a:cubicBezTo>
                <a:cubicBezTo>
                  <a:pt x="82639" y="79667"/>
                  <a:pt x="80524" y="81696"/>
                  <a:pt x="77781" y="84325"/>
                </a:cubicBezTo>
                <a:cubicBezTo>
                  <a:pt x="75009" y="86925"/>
                  <a:pt x="71752" y="89125"/>
                  <a:pt x="67980" y="90840"/>
                </a:cubicBezTo>
                <a:cubicBezTo>
                  <a:pt x="64208" y="92583"/>
                  <a:pt x="59550" y="94412"/>
                  <a:pt x="54035" y="96298"/>
                </a:cubicBezTo>
                <a:cubicBezTo>
                  <a:pt x="48520" y="98184"/>
                  <a:pt x="42720" y="98984"/>
                  <a:pt x="36605" y="98698"/>
                </a:cubicBezTo>
                <a:cubicBezTo>
                  <a:pt x="25718" y="98698"/>
                  <a:pt x="16916" y="95212"/>
                  <a:pt x="10230" y="88240"/>
                </a:cubicBezTo>
                <a:cubicBezTo>
                  <a:pt x="3572" y="81267"/>
                  <a:pt x="143" y="72409"/>
                  <a:pt x="0" y="61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54416-8892-4CD9-9C34-88FBAF2F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892" y="1164203"/>
            <a:ext cx="86211" cy="98984"/>
          </a:xfrm>
          <a:custGeom xmlns:a="http://schemas.openxmlformats.org/drawingml/2006/main">
            <a:pathLst>
              <a:path w="86211" h="98984" fill="none">
                <a:moveTo>
                  <a:pt x="0" y="61665"/>
                </a:moveTo>
                <a:cubicBezTo>
                  <a:pt x="0" y="45834"/>
                  <a:pt x="6229" y="31604"/>
                  <a:pt x="18717" y="18945"/>
                </a:cubicBezTo>
                <a:cubicBezTo>
                  <a:pt x="31232" y="6315"/>
                  <a:pt x="44748" y="0"/>
                  <a:pt x="59265" y="0"/>
                </a:cubicBezTo>
                <a:cubicBezTo>
                  <a:pt x="67408" y="0"/>
                  <a:pt x="73781" y="1743"/>
                  <a:pt x="78438" y="5229"/>
                </a:cubicBezTo>
                <a:cubicBezTo>
                  <a:pt x="83068" y="8715"/>
                  <a:pt x="85468" y="13287"/>
                  <a:pt x="85639" y="18945"/>
                </a:cubicBezTo>
                <a:cubicBezTo>
                  <a:pt x="85639" y="23174"/>
                  <a:pt x="84239" y="26718"/>
                  <a:pt x="81496" y="29632"/>
                </a:cubicBezTo>
                <a:cubicBezTo>
                  <a:pt x="78724" y="32518"/>
                  <a:pt x="75238" y="34061"/>
                  <a:pt x="71037" y="34204"/>
                </a:cubicBezTo>
                <a:cubicBezTo>
                  <a:pt x="68266" y="34204"/>
                  <a:pt x="66094" y="33490"/>
                  <a:pt x="64494" y="32033"/>
                </a:cubicBezTo>
                <a:cubicBezTo>
                  <a:pt x="62894" y="30575"/>
                  <a:pt x="62093" y="28404"/>
                  <a:pt x="62093" y="25489"/>
                </a:cubicBezTo>
                <a:cubicBezTo>
                  <a:pt x="62093" y="22574"/>
                  <a:pt x="62894" y="20117"/>
                  <a:pt x="64494" y="18088"/>
                </a:cubicBezTo>
                <a:cubicBezTo>
                  <a:pt x="66094" y="16059"/>
                  <a:pt x="67694" y="14516"/>
                  <a:pt x="69294" y="13516"/>
                </a:cubicBezTo>
                <a:cubicBezTo>
                  <a:pt x="70866" y="12487"/>
                  <a:pt x="71895" y="12059"/>
                  <a:pt x="72323" y="12202"/>
                </a:cubicBezTo>
                <a:lnTo>
                  <a:pt x="72552" y="12202"/>
                </a:lnTo>
                <a:cubicBezTo>
                  <a:pt x="72552" y="11916"/>
                  <a:pt x="72123" y="11459"/>
                  <a:pt x="71237" y="10887"/>
                </a:cubicBezTo>
                <a:cubicBezTo>
                  <a:pt x="70380" y="10316"/>
                  <a:pt x="68837" y="9716"/>
                  <a:pt x="66665" y="9144"/>
                </a:cubicBezTo>
                <a:cubicBezTo>
                  <a:pt x="64494" y="8573"/>
                  <a:pt x="62008" y="8287"/>
                  <a:pt x="59265" y="8287"/>
                </a:cubicBezTo>
                <a:cubicBezTo>
                  <a:pt x="54921" y="8287"/>
                  <a:pt x="50778" y="9287"/>
                  <a:pt x="46834" y="11316"/>
                </a:cubicBezTo>
                <a:cubicBezTo>
                  <a:pt x="43777" y="12630"/>
                  <a:pt x="40662" y="14888"/>
                  <a:pt x="37462" y="18088"/>
                </a:cubicBezTo>
                <a:cubicBezTo>
                  <a:pt x="31090" y="24460"/>
                  <a:pt x="26432" y="33490"/>
                  <a:pt x="23517" y="45091"/>
                </a:cubicBezTo>
                <a:cubicBezTo>
                  <a:pt x="20631" y="56721"/>
                  <a:pt x="19088" y="65151"/>
                  <a:pt x="18945" y="70380"/>
                </a:cubicBezTo>
                <a:cubicBezTo>
                  <a:pt x="18945" y="77067"/>
                  <a:pt x="20831" y="82067"/>
                  <a:pt x="24603" y="85411"/>
                </a:cubicBezTo>
                <a:cubicBezTo>
                  <a:pt x="27803" y="88897"/>
                  <a:pt x="32033" y="90640"/>
                  <a:pt x="37262" y="90640"/>
                </a:cubicBezTo>
                <a:lnTo>
                  <a:pt x="38119" y="90640"/>
                </a:lnTo>
                <a:cubicBezTo>
                  <a:pt x="54407" y="90640"/>
                  <a:pt x="67837" y="84468"/>
                  <a:pt x="78438" y="72123"/>
                </a:cubicBezTo>
                <a:cubicBezTo>
                  <a:pt x="79753" y="70666"/>
                  <a:pt x="80610" y="69923"/>
                  <a:pt x="81039" y="69923"/>
                </a:cubicBezTo>
                <a:cubicBezTo>
                  <a:pt x="81639" y="69923"/>
                  <a:pt x="82582" y="70580"/>
                  <a:pt x="83896" y="71895"/>
                </a:cubicBezTo>
                <a:cubicBezTo>
                  <a:pt x="85182" y="73209"/>
                  <a:pt x="85925" y="74209"/>
                  <a:pt x="86068" y="74952"/>
                </a:cubicBezTo>
                <a:cubicBezTo>
                  <a:pt x="86211" y="75667"/>
                  <a:pt x="85554" y="76781"/>
                  <a:pt x="84096" y="78210"/>
                </a:cubicBezTo>
                <a:cubicBezTo>
                  <a:pt x="82639" y="79667"/>
                  <a:pt x="80524" y="81696"/>
                  <a:pt x="77781" y="84325"/>
                </a:cubicBezTo>
                <a:cubicBezTo>
                  <a:pt x="75009" y="86925"/>
                  <a:pt x="71752" y="89125"/>
                  <a:pt x="67980" y="90840"/>
                </a:cubicBezTo>
                <a:cubicBezTo>
                  <a:pt x="64208" y="92583"/>
                  <a:pt x="59550" y="94412"/>
                  <a:pt x="54035" y="96298"/>
                </a:cubicBezTo>
                <a:cubicBezTo>
                  <a:pt x="48520" y="98184"/>
                  <a:pt x="42720" y="98984"/>
                  <a:pt x="36605" y="98698"/>
                </a:cubicBezTo>
                <a:cubicBezTo>
                  <a:pt x="25718" y="98698"/>
                  <a:pt x="16916" y="95212"/>
                  <a:pt x="10230" y="88240"/>
                </a:cubicBezTo>
                <a:cubicBezTo>
                  <a:pt x="3572" y="81267"/>
                  <a:pt x="143" y="72409"/>
                  <a:pt x="0" y="616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12CCC-25AE-4A93-B5B4-B790E017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91" y="1190606"/>
            <a:ext cx="53007" cy="102584"/>
          </a:xfrm>
          <a:custGeom xmlns:a="http://schemas.openxmlformats.org/drawingml/2006/main">
            <a:pathLst>
              <a:path w="53007" h="102584">
                <a:moveTo>
                  <a:pt x="20031" y="13545"/>
                </a:moveTo>
                <a:lnTo>
                  <a:pt x="18031" y="14316"/>
                </a:lnTo>
                <a:cubicBezTo>
                  <a:pt x="16602" y="14830"/>
                  <a:pt x="14545" y="15345"/>
                  <a:pt x="11859" y="15859"/>
                </a:cubicBezTo>
                <a:cubicBezTo>
                  <a:pt x="9201" y="16373"/>
                  <a:pt x="6229" y="16716"/>
                  <a:pt x="2943" y="16945"/>
                </a:cubicBezTo>
                <a:lnTo>
                  <a:pt x="0" y="16945"/>
                </a:lnTo>
                <a:lnTo>
                  <a:pt x="0" y="9858"/>
                </a:lnTo>
                <a:lnTo>
                  <a:pt x="2943" y="9858"/>
                </a:lnTo>
                <a:cubicBezTo>
                  <a:pt x="7772" y="9658"/>
                  <a:pt x="12230" y="8887"/>
                  <a:pt x="16345" y="7544"/>
                </a:cubicBezTo>
                <a:cubicBezTo>
                  <a:pt x="20431" y="6201"/>
                  <a:pt x="23317" y="4972"/>
                  <a:pt x="24946" y="3829"/>
                </a:cubicBezTo>
                <a:cubicBezTo>
                  <a:pt x="26603" y="2715"/>
                  <a:pt x="28032" y="1572"/>
                  <a:pt x="29289" y="457"/>
                </a:cubicBezTo>
                <a:cubicBezTo>
                  <a:pt x="29489" y="143"/>
                  <a:pt x="30089" y="0"/>
                  <a:pt x="31118" y="0"/>
                </a:cubicBezTo>
                <a:cubicBezTo>
                  <a:pt x="32061" y="0"/>
                  <a:pt x="32918" y="286"/>
                  <a:pt x="33747" y="914"/>
                </a:cubicBezTo>
                <a:lnTo>
                  <a:pt x="33747" y="46977"/>
                </a:lnTo>
                <a:lnTo>
                  <a:pt x="33890" y="93183"/>
                </a:lnTo>
                <a:cubicBezTo>
                  <a:pt x="34604" y="93897"/>
                  <a:pt x="35233" y="94355"/>
                  <a:pt x="35747" y="94555"/>
                </a:cubicBezTo>
                <a:cubicBezTo>
                  <a:pt x="36262" y="94783"/>
                  <a:pt x="37490" y="94983"/>
                  <a:pt x="39433" y="95183"/>
                </a:cubicBezTo>
                <a:cubicBezTo>
                  <a:pt x="41377" y="95383"/>
                  <a:pt x="44577" y="95498"/>
                  <a:pt x="48978" y="95498"/>
                </a:cubicBezTo>
                <a:lnTo>
                  <a:pt x="53007" y="95498"/>
                </a:lnTo>
                <a:lnTo>
                  <a:pt x="53007" y="102584"/>
                </a:lnTo>
                <a:lnTo>
                  <a:pt x="51292" y="102584"/>
                </a:lnTo>
                <a:cubicBezTo>
                  <a:pt x="49149" y="102270"/>
                  <a:pt x="40977" y="102098"/>
                  <a:pt x="26803" y="102098"/>
                </a:cubicBezTo>
                <a:cubicBezTo>
                  <a:pt x="12859" y="102098"/>
                  <a:pt x="4772" y="102270"/>
                  <a:pt x="2629" y="102584"/>
                </a:cubicBezTo>
                <a:lnTo>
                  <a:pt x="772" y="102584"/>
                </a:lnTo>
                <a:lnTo>
                  <a:pt x="772" y="95498"/>
                </a:lnTo>
                <a:lnTo>
                  <a:pt x="4772" y="95498"/>
                </a:lnTo>
                <a:cubicBezTo>
                  <a:pt x="7058" y="95498"/>
                  <a:pt x="9001" y="95498"/>
                  <a:pt x="10630" y="95498"/>
                </a:cubicBezTo>
                <a:cubicBezTo>
                  <a:pt x="12287" y="95498"/>
                  <a:pt x="13573" y="95441"/>
                  <a:pt x="14488" y="95326"/>
                </a:cubicBezTo>
                <a:cubicBezTo>
                  <a:pt x="15402" y="95240"/>
                  <a:pt x="16231" y="95069"/>
                  <a:pt x="16945" y="94869"/>
                </a:cubicBezTo>
                <a:cubicBezTo>
                  <a:pt x="17659" y="94669"/>
                  <a:pt x="18088" y="94555"/>
                  <a:pt x="18174" y="94555"/>
                </a:cubicBezTo>
                <a:cubicBezTo>
                  <a:pt x="18288" y="94555"/>
                  <a:pt x="18602" y="94298"/>
                  <a:pt x="19117" y="93783"/>
                </a:cubicBezTo>
                <a:cubicBezTo>
                  <a:pt x="19631" y="93269"/>
                  <a:pt x="19917" y="93069"/>
                  <a:pt x="20031" y="93183"/>
                </a:cubicBezTo>
                <a:lnTo>
                  <a:pt x="20031" y="135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01638-C08F-42A2-8A2E-ABADEC1E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91" y="1190606"/>
            <a:ext cx="53007" cy="102584"/>
          </a:xfrm>
          <a:custGeom xmlns:a="http://schemas.openxmlformats.org/drawingml/2006/main">
            <a:pathLst>
              <a:path w="53007" h="102584" fill="none">
                <a:moveTo>
                  <a:pt x="20031" y="13545"/>
                </a:moveTo>
                <a:lnTo>
                  <a:pt x="18031" y="14316"/>
                </a:lnTo>
                <a:cubicBezTo>
                  <a:pt x="16602" y="14830"/>
                  <a:pt x="14545" y="15345"/>
                  <a:pt x="11859" y="15859"/>
                </a:cubicBezTo>
                <a:cubicBezTo>
                  <a:pt x="9201" y="16373"/>
                  <a:pt x="6229" y="16716"/>
                  <a:pt x="2943" y="16945"/>
                </a:cubicBezTo>
                <a:lnTo>
                  <a:pt x="0" y="16945"/>
                </a:lnTo>
                <a:lnTo>
                  <a:pt x="0" y="9858"/>
                </a:lnTo>
                <a:lnTo>
                  <a:pt x="2943" y="9858"/>
                </a:lnTo>
                <a:cubicBezTo>
                  <a:pt x="7772" y="9658"/>
                  <a:pt x="12230" y="8887"/>
                  <a:pt x="16345" y="7544"/>
                </a:cubicBezTo>
                <a:cubicBezTo>
                  <a:pt x="20431" y="6201"/>
                  <a:pt x="23317" y="4972"/>
                  <a:pt x="24946" y="3829"/>
                </a:cubicBezTo>
                <a:cubicBezTo>
                  <a:pt x="26603" y="2715"/>
                  <a:pt x="28032" y="1572"/>
                  <a:pt x="29289" y="457"/>
                </a:cubicBezTo>
                <a:cubicBezTo>
                  <a:pt x="29489" y="143"/>
                  <a:pt x="30089" y="0"/>
                  <a:pt x="31118" y="0"/>
                </a:cubicBezTo>
                <a:cubicBezTo>
                  <a:pt x="32061" y="0"/>
                  <a:pt x="32918" y="286"/>
                  <a:pt x="33747" y="914"/>
                </a:cubicBezTo>
                <a:lnTo>
                  <a:pt x="33747" y="46977"/>
                </a:lnTo>
                <a:lnTo>
                  <a:pt x="33890" y="93183"/>
                </a:lnTo>
                <a:cubicBezTo>
                  <a:pt x="34604" y="93897"/>
                  <a:pt x="35233" y="94355"/>
                  <a:pt x="35747" y="94555"/>
                </a:cubicBezTo>
                <a:cubicBezTo>
                  <a:pt x="36262" y="94783"/>
                  <a:pt x="37490" y="94983"/>
                  <a:pt x="39433" y="95183"/>
                </a:cubicBezTo>
                <a:cubicBezTo>
                  <a:pt x="41377" y="95383"/>
                  <a:pt x="44577" y="95498"/>
                  <a:pt x="48978" y="95498"/>
                </a:cubicBezTo>
                <a:lnTo>
                  <a:pt x="53007" y="95498"/>
                </a:lnTo>
                <a:lnTo>
                  <a:pt x="53007" y="102584"/>
                </a:lnTo>
                <a:lnTo>
                  <a:pt x="51292" y="102584"/>
                </a:lnTo>
                <a:cubicBezTo>
                  <a:pt x="49149" y="102270"/>
                  <a:pt x="40977" y="102098"/>
                  <a:pt x="26803" y="102098"/>
                </a:cubicBezTo>
                <a:cubicBezTo>
                  <a:pt x="12859" y="102098"/>
                  <a:pt x="4772" y="102270"/>
                  <a:pt x="2629" y="102584"/>
                </a:cubicBezTo>
                <a:lnTo>
                  <a:pt x="772" y="102584"/>
                </a:lnTo>
                <a:lnTo>
                  <a:pt x="772" y="95498"/>
                </a:lnTo>
                <a:lnTo>
                  <a:pt x="4772" y="95498"/>
                </a:lnTo>
                <a:cubicBezTo>
                  <a:pt x="7058" y="95498"/>
                  <a:pt x="9001" y="95498"/>
                  <a:pt x="10630" y="95498"/>
                </a:cubicBezTo>
                <a:cubicBezTo>
                  <a:pt x="12287" y="95498"/>
                  <a:pt x="13573" y="95441"/>
                  <a:pt x="14488" y="95326"/>
                </a:cubicBezTo>
                <a:cubicBezTo>
                  <a:pt x="15402" y="95240"/>
                  <a:pt x="16231" y="95069"/>
                  <a:pt x="16945" y="94869"/>
                </a:cubicBezTo>
                <a:cubicBezTo>
                  <a:pt x="17659" y="94669"/>
                  <a:pt x="18088" y="94555"/>
                  <a:pt x="18174" y="94555"/>
                </a:cubicBezTo>
                <a:cubicBezTo>
                  <a:pt x="18288" y="94555"/>
                  <a:pt x="18602" y="94298"/>
                  <a:pt x="19117" y="93783"/>
                </a:cubicBezTo>
                <a:cubicBezTo>
                  <a:pt x="19631" y="93269"/>
                  <a:pt x="19917" y="93069"/>
                  <a:pt x="20031" y="93183"/>
                </a:cubicBezTo>
                <a:lnTo>
                  <a:pt x="20031" y="135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7671D-C819-4C56-B2B7-381C577C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438" y="1166832"/>
            <a:ext cx="26375" cy="93669"/>
          </a:xfrm>
          <a:custGeom xmlns:a="http://schemas.openxmlformats.org/drawingml/2006/main">
            <a:pathLst>
              <a:path w="26375" h="93669">
                <a:moveTo>
                  <a:pt x="0" y="13059"/>
                </a:moveTo>
                <a:cubicBezTo>
                  <a:pt x="0" y="9573"/>
                  <a:pt x="1257" y="6515"/>
                  <a:pt x="3715" y="3915"/>
                </a:cubicBezTo>
                <a:cubicBezTo>
                  <a:pt x="6172" y="1286"/>
                  <a:pt x="9315" y="0"/>
                  <a:pt x="13087" y="0"/>
                </a:cubicBezTo>
                <a:cubicBezTo>
                  <a:pt x="16573" y="0"/>
                  <a:pt x="19631" y="1143"/>
                  <a:pt x="22231" y="3458"/>
                </a:cubicBezTo>
                <a:cubicBezTo>
                  <a:pt x="24832" y="5801"/>
                  <a:pt x="26232" y="8915"/>
                  <a:pt x="26375" y="12830"/>
                </a:cubicBezTo>
                <a:cubicBezTo>
                  <a:pt x="26375" y="16488"/>
                  <a:pt x="25146" y="19602"/>
                  <a:pt x="22660" y="22203"/>
                </a:cubicBezTo>
                <a:cubicBezTo>
                  <a:pt x="20203" y="24832"/>
                  <a:pt x="17059" y="26118"/>
                  <a:pt x="13287" y="26118"/>
                </a:cubicBezTo>
                <a:cubicBezTo>
                  <a:pt x="9515" y="26118"/>
                  <a:pt x="6401" y="24889"/>
                  <a:pt x="3943" y="22431"/>
                </a:cubicBezTo>
                <a:cubicBezTo>
                  <a:pt x="1457" y="19945"/>
                  <a:pt x="143" y="16831"/>
                  <a:pt x="0" y="13059"/>
                </a:cubicBezTo>
                <a:close/>
                <a:moveTo>
                  <a:pt x="0" y="80610"/>
                </a:moveTo>
                <a:cubicBezTo>
                  <a:pt x="0" y="77095"/>
                  <a:pt x="1257" y="74066"/>
                  <a:pt x="3715" y="71438"/>
                </a:cubicBezTo>
                <a:cubicBezTo>
                  <a:pt x="6172" y="68837"/>
                  <a:pt x="9315" y="67523"/>
                  <a:pt x="13087" y="67523"/>
                </a:cubicBezTo>
                <a:cubicBezTo>
                  <a:pt x="16573" y="67523"/>
                  <a:pt x="19631" y="68694"/>
                  <a:pt x="22231" y="71009"/>
                </a:cubicBezTo>
                <a:cubicBezTo>
                  <a:pt x="24832" y="73323"/>
                  <a:pt x="26232" y="76467"/>
                  <a:pt x="26375" y="80381"/>
                </a:cubicBezTo>
                <a:cubicBezTo>
                  <a:pt x="26375" y="84011"/>
                  <a:pt x="25146" y="87125"/>
                  <a:pt x="22660" y="89754"/>
                </a:cubicBezTo>
                <a:cubicBezTo>
                  <a:pt x="20203" y="92354"/>
                  <a:pt x="17059" y="93669"/>
                  <a:pt x="13287" y="93669"/>
                </a:cubicBezTo>
                <a:cubicBezTo>
                  <a:pt x="9515" y="93669"/>
                  <a:pt x="6401" y="92440"/>
                  <a:pt x="3943" y="89954"/>
                </a:cubicBezTo>
                <a:cubicBezTo>
                  <a:pt x="1457" y="87497"/>
                  <a:pt x="143" y="84382"/>
                  <a:pt x="0" y="8061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BC57E-4F18-4BE2-A954-331756EB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438" y="1166832"/>
            <a:ext cx="26375" cy="93669"/>
          </a:xfrm>
          <a:custGeom xmlns:a="http://schemas.openxmlformats.org/drawingml/2006/main">
            <a:pathLst>
              <a:path w="26375" h="93669" fill="none">
                <a:moveTo>
                  <a:pt x="0" y="13059"/>
                </a:moveTo>
                <a:cubicBezTo>
                  <a:pt x="0" y="9573"/>
                  <a:pt x="1257" y="6515"/>
                  <a:pt x="3715" y="3915"/>
                </a:cubicBezTo>
                <a:cubicBezTo>
                  <a:pt x="6172" y="1286"/>
                  <a:pt x="9315" y="0"/>
                  <a:pt x="13087" y="0"/>
                </a:cubicBezTo>
                <a:cubicBezTo>
                  <a:pt x="16573" y="0"/>
                  <a:pt x="19631" y="1143"/>
                  <a:pt x="22231" y="3458"/>
                </a:cubicBezTo>
                <a:cubicBezTo>
                  <a:pt x="24832" y="5801"/>
                  <a:pt x="26232" y="8915"/>
                  <a:pt x="26375" y="12830"/>
                </a:cubicBezTo>
                <a:cubicBezTo>
                  <a:pt x="26375" y="16488"/>
                  <a:pt x="25146" y="19602"/>
                  <a:pt x="22660" y="22203"/>
                </a:cubicBezTo>
                <a:cubicBezTo>
                  <a:pt x="20203" y="24832"/>
                  <a:pt x="17059" y="26118"/>
                  <a:pt x="13287" y="26118"/>
                </a:cubicBezTo>
                <a:cubicBezTo>
                  <a:pt x="9515" y="26118"/>
                  <a:pt x="6401" y="24889"/>
                  <a:pt x="3943" y="22431"/>
                </a:cubicBezTo>
                <a:cubicBezTo>
                  <a:pt x="1457" y="19945"/>
                  <a:pt x="143" y="16831"/>
                  <a:pt x="0" y="13059"/>
                </a:cubicBezTo>
                <a:close/>
                <a:moveTo>
                  <a:pt x="0" y="80610"/>
                </a:moveTo>
                <a:cubicBezTo>
                  <a:pt x="0" y="77095"/>
                  <a:pt x="1257" y="74066"/>
                  <a:pt x="3715" y="71438"/>
                </a:cubicBezTo>
                <a:cubicBezTo>
                  <a:pt x="6172" y="68837"/>
                  <a:pt x="9315" y="67523"/>
                  <a:pt x="13087" y="67523"/>
                </a:cubicBezTo>
                <a:cubicBezTo>
                  <a:pt x="16573" y="67523"/>
                  <a:pt x="19631" y="68694"/>
                  <a:pt x="22231" y="71009"/>
                </a:cubicBezTo>
                <a:cubicBezTo>
                  <a:pt x="24832" y="73323"/>
                  <a:pt x="26232" y="76467"/>
                  <a:pt x="26375" y="80381"/>
                </a:cubicBezTo>
                <a:cubicBezTo>
                  <a:pt x="26375" y="84011"/>
                  <a:pt x="25146" y="87125"/>
                  <a:pt x="22660" y="89754"/>
                </a:cubicBezTo>
                <a:cubicBezTo>
                  <a:pt x="20203" y="92354"/>
                  <a:pt x="17059" y="93669"/>
                  <a:pt x="13287" y="93669"/>
                </a:cubicBezTo>
                <a:cubicBezTo>
                  <a:pt x="9515" y="93669"/>
                  <a:pt x="6401" y="92440"/>
                  <a:pt x="3943" y="89954"/>
                </a:cubicBezTo>
                <a:cubicBezTo>
                  <a:pt x="1457" y="87497"/>
                  <a:pt x="143" y="84382"/>
                  <a:pt x="0" y="806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92C14-B2F0-4126-8ED7-FA6622A3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709" y="1124112"/>
            <a:ext cx="67751" cy="138789"/>
          </a:xfrm>
          <a:custGeom xmlns:a="http://schemas.openxmlformats.org/drawingml/2006/main">
            <a:pathLst>
              <a:path w="67751" h="138789">
                <a:moveTo>
                  <a:pt x="1514" y="52521"/>
                </a:moveTo>
                <a:cubicBezTo>
                  <a:pt x="486" y="51492"/>
                  <a:pt x="0" y="50778"/>
                  <a:pt x="0" y="50321"/>
                </a:cubicBezTo>
                <a:cubicBezTo>
                  <a:pt x="0" y="49749"/>
                  <a:pt x="200" y="48577"/>
                  <a:pt x="629" y="46834"/>
                </a:cubicBezTo>
                <a:cubicBezTo>
                  <a:pt x="1057" y="45091"/>
                  <a:pt x="1429" y="44091"/>
                  <a:pt x="1714" y="43777"/>
                </a:cubicBezTo>
                <a:cubicBezTo>
                  <a:pt x="2029" y="43063"/>
                  <a:pt x="2657" y="42720"/>
                  <a:pt x="3686" y="42720"/>
                </a:cubicBezTo>
                <a:cubicBezTo>
                  <a:pt x="4686" y="42720"/>
                  <a:pt x="8401" y="42634"/>
                  <a:pt x="14802" y="42491"/>
                </a:cubicBezTo>
                <a:lnTo>
                  <a:pt x="26346" y="42491"/>
                </a:lnTo>
                <a:lnTo>
                  <a:pt x="30490" y="25060"/>
                </a:lnTo>
                <a:cubicBezTo>
                  <a:pt x="30918" y="23460"/>
                  <a:pt x="31432" y="21346"/>
                  <a:pt x="32004" y="18745"/>
                </a:cubicBezTo>
                <a:cubicBezTo>
                  <a:pt x="32604" y="16116"/>
                  <a:pt x="33090" y="14230"/>
                  <a:pt x="33547" y="13059"/>
                </a:cubicBezTo>
                <a:cubicBezTo>
                  <a:pt x="33976" y="11916"/>
                  <a:pt x="34404" y="10458"/>
                  <a:pt x="34833" y="8715"/>
                </a:cubicBezTo>
                <a:cubicBezTo>
                  <a:pt x="35290" y="6972"/>
                  <a:pt x="35862" y="5744"/>
                  <a:pt x="36576" y="5001"/>
                </a:cubicBezTo>
                <a:cubicBezTo>
                  <a:pt x="37319" y="4286"/>
                  <a:pt x="38033" y="3429"/>
                  <a:pt x="38776" y="2400"/>
                </a:cubicBezTo>
                <a:cubicBezTo>
                  <a:pt x="39491" y="1372"/>
                  <a:pt x="40491" y="714"/>
                  <a:pt x="41805" y="429"/>
                </a:cubicBezTo>
                <a:cubicBezTo>
                  <a:pt x="43120" y="143"/>
                  <a:pt x="44434" y="0"/>
                  <a:pt x="45749" y="0"/>
                </a:cubicBezTo>
                <a:cubicBezTo>
                  <a:pt x="48349" y="143"/>
                  <a:pt x="50149" y="943"/>
                  <a:pt x="51178" y="2400"/>
                </a:cubicBezTo>
                <a:cubicBezTo>
                  <a:pt x="52207" y="3858"/>
                  <a:pt x="52692" y="5229"/>
                  <a:pt x="52692" y="6544"/>
                </a:cubicBezTo>
                <a:cubicBezTo>
                  <a:pt x="52692" y="7544"/>
                  <a:pt x="52064" y="10973"/>
                  <a:pt x="50749" y="16774"/>
                </a:cubicBezTo>
                <a:cubicBezTo>
                  <a:pt x="49435" y="22574"/>
                  <a:pt x="47977" y="28318"/>
                  <a:pt x="46377" y="34004"/>
                </a:cubicBezTo>
                <a:lnTo>
                  <a:pt x="44206" y="42062"/>
                </a:lnTo>
                <a:cubicBezTo>
                  <a:pt x="44206" y="42348"/>
                  <a:pt x="47835" y="42491"/>
                  <a:pt x="55093" y="42491"/>
                </a:cubicBezTo>
                <a:lnTo>
                  <a:pt x="66208" y="42491"/>
                </a:lnTo>
                <a:cubicBezTo>
                  <a:pt x="67237" y="43491"/>
                  <a:pt x="67751" y="44291"/>
                  <a:pt x="67751" y="44891"/>
                </a:cubicBezTo>
                <a:cubicBezTo>
                  <a:pt x="67751" y="48063"/>
                  <a:pt x="66780" y="50635"/>
                  <a:pt x="64894" y="52521"/>
                </a:cubicBezTo>
                <a:lnTo>
                  <a:pt x="41605" y="52521"/>
                </a:lnTo>
                <a:lnTo>
                  <a:pt x="33747" y="84096"/>
                </a:lnTo>
                <a:cubicBezTo>
                  <a:pt x="28089" y="107328"/>
                  <a:pt x="25260" y="119815"/>
                  <a:pt x="25260" y="121587"/>
                </a:cubicBezTo>
                <a:cubicBezTo>
                  <a:pt x="25260" y="127673"/>
                  <a:pt x="27203" y="130731"/>
                  <a:pt x="31147" y="130731"/>
                </a:cubicBezTo>
                <a:cubicBezTo>
                  <a:pt x="36205" y="130731"/>
                  <a:pt x="41177" y="128245"/>
                  <a:pt x="45949" y="123330"/>
                </a:cubicBezTo>
                <a:cubicBezTo>
                  <a:pt x="50749" y="118386"/>
                  <a:pt x="54578" y="112271"/>
                  <a:pt x="57493" y="105013"/>
                </a:cubicBezTo>
                <a:cubicBezTo>
                  <a:pt x="57807" y="104156"/>
                  <a:pt x="58150" y="103642"/>
                  <a:pt x="58579" y="103499"/>
                </a:cubicBezTo>
                <a:cubicBezTo>
                  <a:pt x="59036" y="103327"/>
                  <a:pt x="60122" y="103184"/>
                  <a:pt x="61865" y="103041"/>
                </a:cubicBezTo>
                <a:lnTo>
                  <a:pt x="62722" y="103041"/>
                </a:lnTo>
                <a:cubicBezTo>
                  <a:pt x="64894" y="103041"/>
                  <a:pt x="66008" y="103642"/>
                  <a:pt x="66008" y="104813"/>
                </a:cubicBezTo>
                <a:cubicBezTo>
                  <a:pt x="66008" y="105242"/>
                  <a:pt x="65780" y="106099"/>
                  <a:pt x="65351" y="107413"/>
                </a:cubicBezTo>
                <a:cubicBezTo>
                  <a:pt x="64608" y="109728"/>
                  <a:pt x="63322" y="112500"/>
                  <a:pt x="61436" y="115700"/>
                </a:cubicBezTo>
                <a:cubicBezTo>
                  <a:pt x="59522" y="118901"/>
                  <a:pt x="57064" y="122301"/>
                  <a:pt x="54007" y="125930"/>
                </a:cubicBezTo>
                <a:cubicBezTo>
                  <a:pt x="50949" y="129559"/>
                  <a:pt x="47263" y="132617"/>
                  <a:pt x="42891" y="135074"/>
                </a:cubicBezTo>
                <a:cubicBezTo>
                  <a:pt x="38548" y="137560"/>
                  <a:pt x="34119" y="138789"/>
                  <a:pt x="29604" y="138789"/>
                </a:cubicBezTo>
                <a:cubicBezTo>
                  <a:pt x="25260" y="138789"/>
                  <a:pt x="21117" y="137703"/>
                  <a:pt x="17202" y="135531"/>
                </a:cubicBezTo>
                <a:cubicBezTo>
                  <a:pt x="13259" y="133331"/>
                  <a:pt x="10430" y="129559"/>
                  <a:pt x="8687" y="124187"/>
                </a:cubicBezTo>
                <a:cubicBezTo>
                  <a:pt x="8401" y="123044"/>
                  <a:pt x="8258" y="121072"/>
                  <a:pt x="8258" y="118300"/>
                </a:cubicBezTo>
                <a:lnTo>
                  <a:pt x="8258" y="114386"/>
                </a:lnTo>
                <a:lnTo>
                  <a:pt x="15888" y="83896"/>
                </a:lnTo>
                <a:cubicBezTo>
                  <a:pt x="20974" y="63408"/>
                  <a:pt x="23574" y="53092"/>
                  <a:pt x="23717" y="52949"/>
                </a:cubicBezTo>
                <a:cubicBezTo>
                  <a:pt x="23717" y="52664"/>
                  <a:pt x="20031" y="52521"/>
                  <a:pt x="12630" y="52521"/>
                </a:cubicBezTo>
                <a:lnTo>
                  <a:pt x="1514" y="525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B62E8-AB0E-44E1-B9C3-0C8E5A4C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709" y="1124112"/>
            <a:ext cx="67751" cy="138789"/>
          </a:xfrm>
          <a:custGeom xmlns:a="http://schemas.openxmlformats.org/drawingml/2006/main">
            <a:pathLst>
              <a:path w="67751" h="138789" fill="none">
                <a:moveTo>
                  <a:pt x="1514" y="52521"/>
                </a:moveTo>
                <a:cubicBezTo>
                  <a:pt x="486" y="51492"/>
                  <a:pt x="0" y="50778"/>
                  <a:pt x="0" y="50321"/>
                </a:cubicBezTo>
                <a:cubicBezTo>
                  <a:pt x="0" y="49749"/>
                  <a:pt x="200" y="48577"/>
                  <a:pt x="629" y="46834"/>
                </a:cubicBezTo>
                <a:cubicBezTo>
                  <a:pt x="1057" y="45091"/>
                  <a:pt x="1429" y="44091"/>
                  <a:pt x="1714" y="43777"/>
                </a:cubicBezTo>
                <a:cubicBezTo>
                  <a:pt x="2029" y="43063"/>
                  <a:pt x="2657" y="42720"/>
                  <a:pt x="3686" y="42720"/>
                </a:cubicBezTo>
                <a:cubicBezTo>
                  <a:pt x="4686" y="42720"/>
                  <a:pt x="8401" y="42634"/>
                  <a:pt x="14802" y="42491"/>
                </a:cubicBezTo>
                <a:lnTo>
                  <a:pt x="26346" y="42491"/>
                </a:lnTo>
                <a:lnTo>
                  <a:pt x="30490" y="25060"/>
                </a:lnTo>
                <a:cubicBezTo>
                  <a:pt x="30918" y="23460"/>
                  <a:pt x="31432" y="21346"/>
                  <a:pt x="32004" y="18745"/>
                </a:cubicBezTo>
                <a:cubicBezTo>
                  <a:pt x="32604" y="16116"/>
                  <a:pt x="33090" y="14230"/>
                  <a:pt x="33547" y="13059"/>
                </a:cubicBezTo>
                <a:cubicBezTo>
                  <a:pt x="33976" y="11916"/>
                  <a:pt x="34404" y="10458"/>
                  <a:pt x="34833" y="8715"/>
                </a:cubicBezTo>
                <a:cubicBezTo>
                  <a:pt x="35290" y="6972"/>
                  <a:pt x="35862" y="5744"/>
                  <a:pt x="36576" y="5001"/>
                </a:cubicBezTo>
                <a:cubicBezTo>
                  <a:pt x="37319" y="4286"/>
                  <a:pt x="38033" y="3429"/>
                  <a:pt x="38776" y="2400"/>
                </a:cubicBezTo>
                <a:cubicBezTo>
                  <a:pt x="39491" y="1372"/>
                  <a:pt x="40491" y="714"/>
                  <a:pt x="41805" y="429"/>
                </a:cubicBezTo>
                <a:cubicBezTo>
                  <a:pt x="43120" y="143"/>
                  <a:pt x="44434" y="0"/>
                  <a:pt x="45749" y="0"/>
                </a:cubicBezTo>
                <a:cubicBezTo>
                  <a:pt x="48349" y="143"/>
                  <a:pt x="50149" y="943"/>
                  <a:pt x="51178" y="2400"/>
                </a:cubicBezTo>
                <a:cubicBezTo>
                  <a:pt x="52207" y="3858"/>
                  <a:pt x="52692" y="5229"/>
                  <a:pt x="52692" y="6544"/>
                </a:cubicBezTo>
                <a:cubicBezTo>
                  <a:pt x="52692" y="7544"/>
                  <a:pt x="52064" y="10973"/>
                  <a:pt x="50749" y="16774"/>
                </a:cubicBezTo>
                <a:cubicBezTo>
                  <a:pt x="49435" y="22574"/>
                  <a:pt x="47977" y="28318"/>
                  <a:pt x="46377" y="34004"/>
                </a:cubicBezTo>
                <a:lnTo>
                  <a:pt x="44206" y="42062"/>
                </a:lnTo>
                <a:cubicBezTo>
                  <a:pt x="44206" y="42348"/>
                  <a:pt x="47835" y="42491"/>
                  <a:pt x="55093" y="42491"/>
                </a:cubicBezTo>
                <a:lnTo>
                  <a:pt x="66208" y="42491"/>
                </a:lnTo>
                <a:cubicBezTo>
                  <a:pt x="67237" y="43491"/>
                  <a:pt x="67751" y="44291"/>
                  <a:pt x="67751" y="44891"/>
                </a:cubicBezTo>
                <a:cubicBezTo>
                  <a:pt x="67751" y="48063"/>
                  <a:pt x="66780" y="50635"/>
                  <a:pt x="64894" y="52521"/>
                </a:cubicBezTo>
                <a:lnTo>
                  <a:pt x="41605" y="52521"/>
                </a:lnTo>
                <a:lnTo>
                  <a:pt x="33747" y="84096"/>
                </a:lnTo>
                <a:cubicBezTo>
                  <a:pt x="28089" y="107328"/>
                  <a:pt x="25260" y="119815"/>
                  <a:pt x="25260" y="121587"/>
                </a:cubicBezTo>
                <a:cubicBezTo>
                  <a:pt x="25260" y="127673"/>
                  <a:pt x="27203" y="130731"/>
                  <a:pt x="31147" y="130731"/>
                </a:cubicBezTo>
                <a:cubicBezTo>
                  <a:pt x="36205" y="130731"/>
                  <a:pt x="41177" y="128245"/>
                  <a:pt x="45949" y="123330"/>
                </a:cubicBezTo>
                <a:cubicBezTo>
                  <a:pt x="50749" y="118386"/>
                  <a:pt x="54578" y="112271"/>
                  <a:pt x="57493" y="105013"/>
                </a:cubicBezTo>
                <a:cubicBezTo>
                  <a:pt x="57807" y="104156"/>
                  <a:pt x="58150" y="103642"/>
                  <a:pt x="58579" y="103499"/>
                </a:cubicBezTo>
                <a:cubicBezTo>
                  <a:pt x="59036" y="103327"/>
                  <a:pt x="60122" y="103184"/>
                  <a:pt x="61865" y="103041"/>
                </a:cubicBezTo>
                <a:lnTo>
                  <a:pt x="62722" y="103041"/>
                </a:lnTo>
                <a:cubicBezTo>
                  <a:pt x="64894" y="103041"/>
                  <a:pt x="66008" y="103642"/>
                  <a:pt x="66008" y="104813"/>
                </a:cubicBezTo>
                <a:cubicBezTo>
                  <a:pt x="66008" y="105242"/>
                  <a:pt x="65780" y="106099"/>
                  <a:pt x="65351" y="107413"/>
                </a:cubicBezTo>
                <a:cubicBezTo>
                  <a:pt x="64608" y="109728"/>
                  <a:pt x="63322" y="112500"/>
                  <a:pt x="61436" y="115700"/>
                </a:cubicBezTo>
                <a:cubicBezTo>
                  <a:pt x="59522" y="118901"/>
                  <a:pt x="57064" y="122301"/>
                  <a:pt x="54007" y="125930"/>
                </a:cubicBezTo>
                <a:cubicBezTo>
                  <a:pt x="50949" y="129559"/>
                  <a:pt x="47263" y="132617"/>
                  <a:pt x="42891" y="135074"/>
                </a:cubicBezTo>
                <a:cubicBezTo>
                  <a:pt x="38548" y="137560"/>
                  <a:pt x="34119" y="138789"/>
                  <a:pt x="29604" y="138789"/>
                </a:cubicBezTo>
                <a:cubicBezTo>
                  <a:pt x="25260" y="138789"/>
                  <a:pt x="21117" y="137703"/>
                  <a:pt x="17202" y="135531"/>
                </a:cubicBezTo>
                <a:cubicBezTo>
                  <a:pt x="13259" y="133331"/>
                  <a:pt x="10430" y="129559"/>
                  <a:pt x="8687" y="124187"/>
                </a:cubicBezTo>
                <a:cubicBezTo>
                  <a:pt x="8401" y="123044"/>
                  <a:pt x="8258" y="121072"/>
                  <a:pt x="8258" y="118300"/>
                </a:cubicBezTo>
                <a:lnTo>
                  <a:pt x="8258" y="114386"/>
                </a:lnTo>
                <a:lnTo>
                  <a:pt x="15888" y="83896"/>
                </a:lnTo>
                <a:cubicBezTo>
                  <a:pt x="20974" y="63408"/>
                  <a:pt x="23574" y="53092"/>
                  <a:pt x="23717" y="52949"/>
                </a:cubicBezTo>
                <a:cubicBezTo>
                  <a:pt x="23717" y="52664"/>
                  <a:pt x="20031" y="52521"/>
                  <a:pt x="12630" y="52521"/>
                </a:cubicBezTo>
                <a:lnTo>
                  <a:pt x="1514" y="525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5BE0E-4C4D-4D8D-8D60-898522D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814" y="1142857"/>
            <a:ext cx="133274" cy="126359"/>
          </a:xfrm>
          <a:custGeom xmlns:a="http://schemas.openxmlformats.org/drawingml/2006/main">
            <a:pathLst>
              <a:path w="133274" h="126359">
                <a:moveTo>
                  <a:pt x="133131" y="120044"/>
                </a:moveTo>
                <a:cubicBezTo>
                  <a:pt x="133131" y="120044"/>
                  <a:pt x="133131" y="120615"/>
                  <a:pt x="133131" y="121787"/>
                </a:cubicBezTo>
                <a:cubicBezTo>
                  <a:pt x="133131" y="122958"/>
                  <a:pt x="132674" y="123958"/>
                  <a:pt x="131816" y="124844"/>
                </a:cubicBezTo>
                <a:cubicBezTo>
                  <a:pt x="130959" y="125701"/>
                  <a:pt x="130216" y="126216"/>
                  <a:pt x="129645" y="126359"/>
                </a:cubicBezTo>
                <a:cubicBezTo>
                  <a:pt x="128616" y="126359"/>
                  <a:pt x="117443" y="121358"/>
                  <a:pt x="96098" y="111328"/>
                </a:cubicBezTo>
                <a:cubicBezTo>
                  <a:pt x="74724" y="101298"/>
                  <a:pt x="53664" y="91354"/>
                  <a:pt x="32890" y="81467"/>
                </a:cubicBezTo>
                <a:lnTo>
                  <a:pt x="1514" y="66437"/>
                </a:lnTo>
                <a:cubicBezTo>
                  <a:pt x="514" y="65722"/>
                  <a:pt x="0" y="64637"/>
                  <a:pt x="0" y="63179"/>
                </a:cubicBezTo>
                <a:cubicBezTo>
                  <a:pt x="0" y="61579"/>
                  <a:pt x="572" y="60408"/>
                  <a:pt x="1743" y="59693"/>
                </a:cubicBezTo>
                <a:cubicBezTo>
                  <a:pt x="84982" y="19888"/>
                  <a:pt x="127616" y="0"/>
                  <a:pt x="129645" y="0"/>
                </a:cubicBezTo>
                <a:cubicBezTo>
                  <a:pt x="130073" y="0"/>
                  <a:pt x="130731" y="429"/>
                  <a:pt x="131616" y="1314"/>
                </a:cubicBezTo>
                <a:cubicBezTo>
                  <a:pt x="132474" y="2172"/>
                  <a:pt x="132988" y="3258"/>
                  <a:pt x="133131" y="4572"/>
                </a:cubicBezTo>
                <a:cubicBezTo>
                  <a:pt x="133274" y="5858"/>
                  <a:pt x="132759" y="6887"/>
                  <a:pt x="131616" y="7630"/>
                </a:cubicBezTo>
                <a:cubicBezTo>
                  <a:pt x="131445" y="7772"/>
                  <a:pt x="111843" y="17145"/>
                  <a:pt x="72781" y="35719"/>
                </a:cubicBezTo>
                <a:lnTo>
                  <a:pt x="14802" y="63179"/>
                </a:lnTo>
                <a:lnTo>
                  <a:pt x="72781" y="90640"/>
                </a:lnTo>
                <a:cubicBezTo>
                  <a:pt x="111843" y="109214"/>
                  <a:pt x="131445" y="118586"/>
                  <a:pt x="131616" y="118729"/>
                </a:cubicBezTo>
                <a:cubicBezTo>
                  <a:pt x="132617" y="119615"/>
                  <a:pt x="133131" y="120615"/>
                  <a:pt x="133131" y="121787"/>
                </a:cubicBezTo>
                <a:lnTo>
                  <a:pt x="133131" y="1200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3C782-5922-41E2-B874-9BE67C3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814" y="1142857"/>
            <a:ext cx="133274" cy="126359"/>
          </a:xfrm>
          <a:custGeom xmlns:a="http://schemas.openxmlformats.org/drawingml/2006/main">
            <a:pathLst>
              <a:path w="133274" h="126359" fill="none">
                <a:moveTo>
                  <a:pt x="133131" y="120044"/>
                </a:moveTo>
                <a:cubicBezTo>
                  <a:pt x="133131" y="120044"/>
                  <a:pt x="133131" y="120615"/>
                  <a:pt x="133131" y="121787"/>
                </a:cubicBezTo>
                <a:cubicBezTo>
                  <a:pt x="133131" y="122958"/>
                  <a:pt x="132674" y="123958"/>
                  <a:pt x="131816" y="124844"/>
                </a:cubicBezTo>
                <a:cubicBezTo>
                  <a:pt x="130959" y="125701"/>
                  <a:pt x="130216" y="126216"/>
                  <a:pt x="129645" y="126359"/>
                </a:cubicBezTo>
                <a:cubicBezTo>
                  <a:pt x="128616" y="126359"/>
                  <a:pt x="117443" y="121358"/>
                  <a:pt x="96098" y="111328"/>
                </a:cubicBezTo>
                <a:cubicBezTo>
                  <a:pt x="74724" y="101298"/>
                  <a:pt x="53664" y="91354"/>
                  <a:pt x="32890" y="81467"/>
                </a:cubicBezTo>
                <a:lnTo>
                  <a:pt x="1514" y="66437"/>
                </a:lnTo>
                <a:cubicBezTo>
                  <a:pt x="514" y="65722"/>
                  <a:pt x="0" y="64637"/>
                  <a:pt x="0" y="63179"/>
                </a:cubicBezTo>
                <a:cubicBezTo>
                  <a:pt x="0" y="61579"/>
                  <a:pt x="572" y="60408"/>
                  <a:pt x="1743" y="59693"/>
                </a:cubicBezTo>
                <a:cubicBezTo>
                  <a:pt x="84982" y="19888"/>
                  <a:pt x="127616" y="0"/>
                  <a:pt x="129645" y="0"/>
                </a:cubicBezTo>
                <a:cubicBezTo>
                  <a:pt x="130073" y="0"/>
                  <a:pt x="130731" y="429"/>
                  <a:pt x="131616" y="1314"/>
                </a:cubicBezTo>
                <a:cubicBezTo>
                  <a:pt x="132474" y="2172"/>
                  <a:pt x="132988" y="3258"/>
                  <a:pt x="133131" y="4572"/>
                </a:cubicBezTo>
                <a:cubicBezTo>
                  <a:pt x="133274" y="5858"/>
                  <a:pt x="132759" y="6887"/>
                  <a:pt x="131616" y="7630"/>
                </a:cubicBezTo>
                <a:cubicBezTo>
                  <a:pt x="131445" y="7772"/>
                  <a:pt x="111843" y="17145"/>
                  <a:pt x="72781" y="35719"/>
                </a:cubicBezTo>
                <a:lnTo>
                  <a:pt x="14802" y="63179"/>
                </a:lnTo>
                <a:lnTo>
                  <a:pt x="72781" y="90640"/>
                </a:lnTo>
                <a:cubicBezTo>
                  <a:pt x="111843" y="109214"/>
                  <a:pt x="131445" y="118586"/>
                  <a:pt x="131616" y="118729"/>
                </a:cubicBezTo>
                <a:cubicBezTo>
                  <a:pt x="132617" y="119615"/>
                  <a:pt x="133131" y="120615"/>
                  <a:pt x="133131" y="121787"/>
                </a:cubicBezTo>
                <a:lnTo>
                  <a:pt x="133131" y="1200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F3EBA-E9A1-4C8F-9C3A-6C6C0F44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927" y="1115597"/>
            <a:ext cx="90411" cy="149704"/>
          </a:xfrm>
          <a:custGeom xmlns:a="http://schemas.openxmlformats.org/drawingml/2006/main">
            <a:pathLst>
              <a:path w="90411" h="149704">
                <a:moveTo>
                  <a:pt x="18517" y="44034"/>
                </a:moveTo>
                <a:cubicBezTo>
                  <a:pt x="14602" y="44034"/>
                  <a:pt x="11544" y="42805"/>
                  <a:pt x="9344" y="40319"/>
                </a:cubicBezTo>
                <a:cubicBezTo>
                  <a:pt x="7172" y="37862"/>
                  <a:pt x="6029" y="34661"/>
                  <a:pt x="5858" y="30747"/>
                </a:cubicBezTo>
                <a:cubicBezTo>
                  <a:pt x="5858" y="22746"/>
                  <a:pt x="9344" y="15631"/>
                  <a:pt x="16316" y="9401"/>
                </a:cubicBezTo>
                <a:cubicBezTo>
                  <a:pt x="23317" y="3143"/>
                  <a:pt x="31718" y="0"/>
                  <a:pt x="41605" y="0"/>
                </a:cubicBezTo>
                <a:cubicBezTo>
                  <a:pt x="46692" y="0"/>
                  <a:pt x="49892" y="86"/>
                  <a:pt x="51178" y="229"/>
                </a:cubicBezTo>
                <a:cubicBezTo>
                  <a:pt x="61951" y="1972"/>
                  <a:pt x="70152" y="5829"/>
                  <a:pt x="75809" y="11801"/>
                </a:cubicBezTo>
                <a:cubicBezTo>
                  <a:pt x="81467" y="17745"/>
                  <a:pt x="84382" y="24203"/>
                  <a:pt x="84525" y="31175"/>
                </a:cubicBezTo>
                <a:cubicBezTo>
                  <a:pt x="84525" y="38719"/>
                  <a:pt x="82039" y="46063"/>
                  <a:pt x="77124" y="53178"/>
                </a:cubicBezTo>
                <a:cubicBezTo>
                  <a:pt x="72180" y="60293"/>
                  <a:pt x="65351" y="65465"/>
                  <a:pt x="56636" y="68637"/>
                </a:cubicBezTo>
                <a:lnTo>
                  <a:pt x="55978" y="69094"/>
                </a:lnTo>
                <a:cubicBezTo>
                  <a:pt x="55978" y="69237"/>
                  <a:pt x="56636" y="69437"/>
                  <a:pt x="57950" y="69752"/>
                </a:cubicBezTo>
                <a:cubicBezTo>
                  <a:pt x="59236" y="70037"/>
                  <a:pt x="61351" y="70666"/>
                  <a:pt x="64265" y="71695"/>
                </a:cubicBezTo>
                <a:cubicBezTo>
                  <a:pt x="67180" y="72723"/>
                  <a:pt x="69923" y="74238"/>
                  <a:pt x="72552" y="76267"/>
                </a:cubicBezTo>
                <a:cubicBezTo>
                  <a:pt x="84439" y="83982"/>
                  <a:pt x="90411" y="94155"/>
                  <a:pt x="90411" y="106785"/>
                </a:cubicBezTo>
                <a:cubicBezTo>
                  <a:pt x="90411" y="118243"/>
                  <a:pt x="85896" y="128273"/>
                  <a:pt x="76895" y="136846"/>
                </a:cubicBezTo>
                <a:cubicBezTo>
                  <a:pt x="67894" y="145418"/>
                  <a:pt x="56493" y="149704"/>
                  <a:pt x="42691" y="149704"/>
                </a:cubicBezTo>
                <a:cubicBezTo>
                  <a:pt x="31061" y="149704"/>
                  <a:pt x="21060" y="146590"/>
                  <a:pt x="12630" y="140332"/>
                </a:cubicBezTo>
                <a:cubicBezTo>
                  <a:pt x="4201" y="134074"/>
                  <a:pt x="0" y="126159"/>
                  <a:pt x="0" y="116586"/>
                </a:cubicBezTo>
                <a:cubicBezTo>
                  <a:pt x="0" y="112528"/>
                  <a:pt x="1286" y="109242"/>
                  <a:pt x="3915" y="106785"/>
                </a:cubicBezTo>
                <a:cubicBezTo>
                  <a:pt x="6544" y="104299"/>
                  <a:pt x="9801" y="103013"/>
                  <a:pt x="13716" y="102870"/>
                </a:cubicBezTo>
                <a:cubicBezTo>
                  <a:pt x="17774" y="102870"/>
                  <a:pt x="21117" y="104156"/>
                  <a:pt x="23746" y="106785"/>
                </a:cubicBezTo>
                <a:cubicBezTo>
                  <a:pt x="26346" y="109385"/>
                  <a:pt x="27661" y="112671"/>
                  <a:pt x="27661" y="116586"/>
                </a:cubicBezTo>
                <a:cubicBezTo>
                  <a:pt x="27661" y="118186"/>
                  <a:pt x="27461" y="119644"/>
                  <a:pt x="27003" y="120929"/>
                </a:cubicBezTo>
                <a:cubicBezTo>
                  <a:pt x="26575" y="122244"/>
                  <a:pt x="26060" y="123415"/>
                  <a:pt x="25489" y="124416"/>
                </a:cubicBezTo>
                <a:cubicBezTo>
                  <a:pt x="24889" y="125444"/>
                  <a:pt x="24089" y="126301"/>
                  <a:pt x="23089" y="127044"/>
                </a:cubicBezTo>
                <a:cubicBezTo>
                  <a:pt x="22060" y="127759"/>
                  <a:pt x="21203" y="128330"/>
                  <a:pt x="20460" y="128788"/>
                </a:cubicBezTo>
                <a:cubicBezTo>
                  <a:pt x="19745" y="129216"/>
                  <a:pt x="19031" y="129502"/>
                  <a:pt x="18288" y="129673"/>
                </a:cubicBezTo>
                <a:cubicBezTo>
                  <a:pt x="17574" y="129816"/>
                  <a:pt x="17002" y="130016"/>
                  <a:pt x="16545" y="130302"/>
                </a:cubicBezTo>
                <a:lnTo>
                  <a:pt x="15688" y="130531"/>
                </a:lnTo>
                <a:cubicBezTo>
                  <a:pt x="23089" y="137046"/>
                  <a:pt x="32090" y="140332"/>
                  <a:pt x="42691" y="140332"/>
                </a:cubicBezTo>
                <a:cubicBezTo>
                  <a:pt x="50692" y="140332"/>
                  <a:pt x="56721" y="136474"/>
                  <a:pt x="60779" y="128788"/>
                </a:cubicBezTo>
                <a:cubicBezTo>
                  <a:pt x="63236" y="123987"/>
                  <a:pt x="64494" y="116643"/>
                  <a:pt x="64494" y="106785"/>
                </a:cubicBezTo>
                <a:lnTo>
                  <a:pt x="64494" y="102413"/>
                </a:lnTo>
                <a:cubicBezTo>
                  <a:pt x="64494" y="88611"/>
                  <a:pt x="59836" y="79410"/>
                  <a:pt x="50549" y="74752"/>
                </a:cubicBezTo>
                <a:cubicBezTo>
                  <a:pt x="48349" y="73895"/>
                  <a:pt x="43920" y="73381"/>
                  <a:pt x="37262" y="73238"/>
                </a:cubicBezTo>
                <a:lnTo>
                  <a:pt x="28089" y="73009"/>
                </a:lnTo>
                <a:lnTo>
                  <a:pt x="27461" y="72552"/>
                </a:lnTo>
                <a:cubicBezTo>
                  <a:pt x="27146" y="72123"/>
                  <a:pt x="27003" y="70980"/>
                  <a:pt x="27003" y="69094"/>
                </a:cubicBezTo>
                <a:cubicBezTo>
                  <a:pt x="27003" y="66465"/>
                  <a:pt x="27603" y="65151"/>
                  <a:pt x="28746" y="65151"/>
                </a:cubicBezTo>
                <a:cubicBezTo>
                  <a:pt x="32804" y="65151"/>
                  <a:pt x="37033" y="64808"/>
                  <a:pt x="41377" y="64065"/>
                </a:cubicBezTo>
                <a:cubicBezTo>
                  <a:pt x="46320" y="63351"/>
                  <a:pt x="50835" y="60293"/>
                  <a:pt x="54893" y="54921"/>
                </a:cubicBezTo>
                <a:cubicBezTo>
                  <a:pt x="58950" y="49549"/>
                  <a:pt x="61008" y="41405"/>
                  <a:pt x="61008" y="30518"/>
                </a:cubicBezTo>
                <a:lnTo>
                  <a:pt x="61008" y="28775"/>
                </a:lnTo>
                <a:cubicBezTo>
                  <a:pt x="61008" y="20488"/>
                  <a:pt x="58464" y="14745"/>
                  <a:pt x="53378" y="11573"/>
                </a:cubicBezTo>
                <a:cubicBezTo>
                  <a:pt x="50178" y="9544"/>
                  <a:pt x="46749" y="8515"/>
                  <a:pt x="43120" y="8515"/>
                </a:cubicBezTo>
                <a:cubicBezTo>
                  <a:pt x="38491" y="8515"/>
                  <a:pt x="34204" y="9315"/>
                  <a:pt x="30261" y="10916"/>
                </a:cubicBezTo>
                <a:cubicBezTo>
                  <a:pt x="26346" y="12516"/>
                  <a:pt x="23603" y="14173"/>
                  <a:pt x="22003" y="15916"/>
                </a:cubicBezTo>
                <a:cubicBezTo>
                  <a:pt x="20403" y="17659"/>
                  <a:pt x="19602" y="18545"/>
                  <a:pt x="19602" y="18545"/>
                </a:cubicBezTo>
                <a:lnTo>
                  <a:pt x="20260" y="18545"/>
                </a:lnTo>
                <a:cubicBezTo>
                  <a:pt x="20688" y="18688"/>
                  <a:pt x="21288" y="18831"/>
                  <a:pt x="22003" y="18974"/>
                </a:cubicBezTo>
                <a:cubicBezTo>
                  <a:pt x="22717" y="19117"/>
                  <a:pt x="23460" y="19488"/>
                  <a:pt x="24174" y="20060"/>
                </a:cubicBezTo>
                <a:cubicBezTo>
                  <a:pt x="24889" y="20631"/>
                  <a:pt x="25775" y="21146"/>
                  <a:pt x="26775" y="21574"/>
                </a:cubicBezTo>
                <a:cubicBezTo>
                  <a:pt x="27803" y="22031"/>
                  <a:pt x="28518" y="22831"/>
                  <a:pt x="28975" y="23974"/>
                </a:cubicBezTo>
                <a:cubicBezTo>
                  <a:pt x="29404" y="25146"/>
                  <a:pt x="29975" y="26232"/>
                  <a:pt x="30718" y="27261"/>
                </a:cubicBezTo>
                <a:cubicBezTo>
                  <a:pt x="31432" y="28261"/>
                  <a:pt x="31661" y="29718"/>
                  <a:pt x="31375" y="31604"/>
                </a:cubicBezTo>
                <a:cubicBezTo>
                  <a:pt x="31375" y="34804"/>
                  <a:pt x="30347" y="37633"/>
                  <a:pt x="28318" y="40119"/>
                </a:cubicBezTo>
                <a:cubicBezTo>
                  <a:pt x="26289" y="42577"/>
                  <a:pt x="23003" y="43891"/>
                  <a:pt x="18517" y="440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24AB7-F525-42DB-8AB3-45304E42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927" y="1115597"/>
            <a:ext cx="90411" cy="149704"/>
          </a:xfrm>
          <a:custGeom xmlns:a="http://schemas.openxmlformats.org/drawingml/2006/main">
            <a:pathLst>
              <a:path w="90411" h="149704" fill="none">
                <a:moveTo>
                  <a:pt x="18517" y="44034"/>
                </a:moveTo>
                <a:cubicBezTo>
                  <a:pt x="14602" y="44034"/>
                  <a:pt x="11544" y="42805"/>
                  <a:pt x="9344" y="40319"/>
                </a:cubicBezTo>
                <a:cubicBezTo>
                  <a:pt x="7172" y="37862"/>
                  <a:pt x="6029" y="34661"/>
                  <a:pt x="5858" y="30747"/>
                </a:cubicBezTo>
                <a:cubicBezTo>
                  <a:pt x="5858" y="22746"/>
                  <a:pt x="9344" y="15631"/>
                  <a:pt x="16316" y="9401"/>
                </a:cubicBezTo>
                <a:cubicBezTo>
                  <a:pt x="23317" y="3143"/>
                  <a:pt x="31718" y="0"/>
                  <a:pt x="41605" y="0"/>
                </a:cubicBezTo>
                <a:cubicBezTo>
                  <a:pt x="46692" y="0"/>
                  <a:pt x="49892" y="86"/>
                  <a:pt x="51178" y="229"/>
                </a:cubicBezTo>
                <a:cubicBezTo>
                  <a:pt x="61951" y="1972"/>
                  <a:pt x="70152" y="5829"/>
                  <a:pt x="75809" y="11801"/>
                </a:cubicBezTo>
                <a:cubicBezTo>
                  <a:pt x="81467" y="17745"/>
                  <a:pt x="84382" y="24203"/>
                  <a:pt x="84525" y="31175"/>
                </a:cubicBezTo>
                <a:cubicBezTo>
                  <a:pt x="84525" y="38719"/>
                  <a:pt x="82039" y="46063"/>
                  <a:pt x="77124" y="53178"/>
                </a:cubicBezTo>
                <a:cubicBezTo>
                  <a:pt x="72180" y="60293"/>
                  <a:pt x="65351" y="65465"/>
                  <a:pt x="56636" y="68637"/>
                </a:cubicBezTo>
                <a:lnTo>
                  <a:pt x="55978" y="69094"/>
                </a:lnTo>
                <a:cubicBezTo>
                  <a:pt x="55978" y="69237"/>
                  <a:pt x="56636" y="69437"/>
                  <a:pt x="57950" y="69752"/>
                </a:cubicBezTo>
                <a:cubicBezTo>
                  <a:pt x="59236" y="70037"/>
                  <a:pt x="61351" y="70666"/>
                  <a:pt x="64265" y="71695"/>
                </a:cubicBezTo>
                <a:cubicBezTo>
                  <a:pt x="67180" y="72723"/>
                  <a:pt x="69923" y="74238"/>
                  <a:pt x="72552" y="76267"/>
                </a:cubicBezTo>
                <a:cubicBezTo>
                  <a:pt x="84439" y="83982"/>
                  <a:pt x="90411" y="94155"/>
                  <a:pt x="90411" y="106785"/>
                </a:cubicBezTo>
                <a:cubicBezTo>
                  <a:pt x="90411" y="118243"/>
                  <a:pt x="85896" y="128273"/>
                  <a:pt x="76895" y="136846"/>
                </a:cubicBezTo>
                <a:cubicBezTo>
                  <a:pt x="67894" y="145418"/>
                  <a:pt x="56493" y="149704"/>
                  <a:pt x="42691" y="149704"/>
                </a:cubicBezTo>
                <a:cubicBezTo>
                  <a:pt x="31061" y="149704"/>
                  <a:pt x="21060" y="146590"/>
                  <a:pt x="12630" y="140332"/>
                </a:cubicBezTo>
                <a:cubicBezTo>
                  <a:pt x="4201" y="134074"/>
                  <a:pt x="0" y="126159"/>
                  <a:pt x="0" y="116586"/>
                </a:cubicBezTo>
                <a:cubicBezTo>
                  <a:pt x="0" y="112528"/>
                  <a:pt x="1286" y="109242"/>
                  <a:pt x="3915" y="106785"/>
                </a:cubicBezTo>
                <a:cubicBezTo>
                  <a:pt x="6544" y="104299"/>
                  <a:pt x="9801" y="103013"/>
                  <a:pt x="13716" y="102870"/>
                </a:cubicBezTo>
                <a:cubicBezTo>
                  <a:pt x="17774" y="102870"/>
                  <a:pt x="21117" y="104156"/>
                  <a:pt x="23746" y="106785"/>
                </a:cubicBezTo>
                <a:cubicBezTo>
                  <a:pt x="26346" y="109385"/>
                  <a:pt x="27661" y="112671"/>
                  <a:pt x="27661" y="116586"/>
                </a:cubicBezTo>
                <a:cubicBezTo>
                  <a:pt x="27661" y="118186"/>
                  <a:pt x="27461" y="119644"/>
                  <a:pt x="27003" y="120929"/>
                </a:cubicBezTo>
                <a:cubicBezTo>
                  <a:pt x="26575" y="122244"/>
                  <a:pt x="26060" y="123415"/>
                  <a:pt x="25489" y="124416"/>
                </a:cubicBezTo>
                <a:cubicBezTo>
                  <a:pt x="24889" y="125444"/>
                  <a:pt x="24089" y="126301"/>
                  <a:pt x="23089" y="127044"/>
                </a:cubicBezTo>
                <a:cubicBezTo>
                  <a:pt x="22060" y="127759"/>
                  <a:pt x="21203" y="128330"/>
                  <a:pt x="20460" y="128788"/>
                </a:cubicBezTo>
                <a:cubicBezTo>
                  <a:pt x="19745" y="129216"/>
                  <a:pt x="19031" y="129502"/>
                  <a:pt x="18288" y="129673"/>
                </a:cubicBezTo>
                <a:cubicBezTo>
                  <a:pt x="17574" y="129816"/>
                  <a:pt x="17002" y="130016"/>
                  <a:pt x="16545" y="130302"/>
                </a:cubicBezTo>
                <a:lnTo>
                  <a:pt x="15688" y="130531"/>
                </a:lnTo>
                <a:cubicBezTo>
                  <a:pt x="23089" y="137046"/>
                  <a:pt x="32090" y="140332"/>
                  <a:pt x="42691" y="140332"/>
                </a:cubicBezTo>
                <a:cubicBezTo>
                  <a:pt x="50692" y="140332"/>
                  <a:pt x="56721" y="136474"/>
                  <a:pt x="60779" y="128788"/>
                </a:cubicBezTo>
                <a:cubicBezTo>
                  <a:pt x="63236" y="123987"/>
                  <a:pt x="64494" y="116643"/>
                  <a:pt x="64494" y="106785"/>
                </a:cubicBezTo>
                <a:lnTo>
                  <a:pt x="64494" y="102413"/>
                </a:lnTo>
                <a:cubicBezTo>
                  <a:pt x="64494" y="88611"/>
                  <a:pt x="59836" y="79410"/>
                  <a:pt x="50549" y="74752"/>
                </a:cubicBezTo>
                <a:cubicBezTo>
                  <a:pt x="48349" y="73895"/>
                  <a:pt x="43920" y="73381"/>
                  <a:pt x="37262" y="73238"/>
                </a:cubicBezTo>
                <a:lnTo>
                  <a:pt x="28089" y="73009"/>
                </a:lnTo>
                <a:lnTo>
                  <a:pt x="27461" y="72552"/>
                </a:lnTo>
                <a:cubicBezTo>
                  <a:pt x="27146" y="72123"/>
                  <a:pt x="27003" y="70980"/>
                  <a:pt x="27003" y="69094"/>
                </a:cubicBezTo>
                <a:cubicBezTo>
                  <a:pt x="27003" y="66465"/>
                  <a:pt x="27603" y="65151"/>
                  <a:pt x="28746" y="65151"/>
                </a:cubicBezTo>
                <a:cubicBezTo>
                  <a:pt x="32804" y="65151"/>
                  <a:pt x="37033" y="64808"/>
                  <a:pt x="41377" y="64065"/>
                </a:cubicBezTo>
                <a:cubicBezTo>
                  <a:pt x="46320" y="63351"/>
                  <a:pt x="50835" y="60293"/>
                  <a:pt x="54893" y="54921"/>
                </a:cubicBezTo>
                <a:cubicBezTo>
                  <a:pt x="58950" y="49549"/>
                  <a:pt x="61008" y="41405"/>
                  <a:pt x="61008" y="30518"/>
                </a:cubicBezTo>
                <a:lnTo>
                  <a:pt x="61008" y="28775"/>
                </a:lnTo>
                <a:cubicBezTo>
                  <a:pt x="61008" y="20488"/>
                  <a:pt x="58464" y="14745"/>
                  <a:pt x="53378" y="11573"/>
                </a:cubicBezTo>
                <a:cubicBezTo>
                  <a:pt x="50178" y="9544"/>
                  <a:pt x="46749" y="8515"/>
                  <a:pt x="43120" y="8515"/>
                </a:cubicBezTo>
                <a:cubicBezTo>
                  <a:pt x="38491" y="8515"/>
                  <a:pt x="34204" y="9315"/>
                  <a:pt x="30261" y="10916"/>
                </a:cubicBezTo>
                <a:cubicBezTo>
                  <a:pt x="26346" y="12516"/>
                  <a:pt x="23603" y="14173"/>
                  <a:pt x="22003" y="15916"/>
                </a:cubicBezTo>
                <a:cubicBezTo>
                  <a:pt x="20403" y="17659"/>
                  <a:pt x="19602" y="18545"/>
                  <a:pt x="19602" y="18545"/>
                </a:cubicBezTo>
                <a:lnTo>
                  <a:pt x="20260" y="18545"/>
                </a:lnTo>
                <a:cubicBezTo>
                  <a:pt x="20688" y="18688"/>
                  <a:pt x="21288" y="18831"/>
                  <a:pt x="22003" y="18974"/>
                </a:cubicBezTo>
                <a:cubicBezTo>
                  <a:pt x="22717" y="19117"/>
                  <a:pt x="23460" y="19488"/>
                  <a:pt x="24174" y="20060"/>
                </a:cubicBezTo>
                <a:cubicBezTo>
                  <a:pt x="24889" y="20631"/>
                  <a:pt x="25775" y="21146"/>
                  <a:pt x="26775" y="21574"/>
                </a:cubicBezTo>
                <a:cubicBezTo>
                  <a:pt x="27803" y="22031"/>
                  <a:pt x="28518" y="22831"/>
                  <a:pt x="28975" y="23974"/>
                </a:cubicBezTo>
                <a:cubicBezTo>
                  <a:pt x="29404" y="25146"/>
                  <a:pt x="29975" y="26232"/>
                  <a:pt x="30718" y="27261"/>
                </a:cubicBezTo>
                <a:cubicBezTo>
                  <a:pt x="31432" y="28261"/>
                  <a:pt x="31661" y="29718"/>
                  <a:pt x="31375" y="31604"/>
                </a:cubicBezTo>
                <a:cubicBezTo>
                  <a:pt x="31375" y="34804"/>
                  <a:pt x="30347" y="37633"/>
                  <a:pt x="28318" y="40119"/>
                </a:cubicBezTo>
                <a:cubicBezTo>
                  <a:pt x="26289" y="42577"/>
                  <a:pt x="23003" y="43891"/>
                  <a:pt x="18517" y="4403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53" name="Text use">
            <a:extLst xmlns:a="http://schemas.openxmlformats.org/drawingml/2006/main">
              <a:ext uri="{FF2B5EF4-FFF2-40B4-BE49-F238E27FC236}">
                <a16:creationId xmlns:a16="http://schemas.microsoft.com/office/drawing/2014/main" id="{3ECD9248-0F42-470A-981D-6F20CE59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136" y="3641426"/>
            <a:ext cx="300008" cy="92717"/>
          </a:xfrm>
          <a:custGeom xmlns:a="http://schemas.openxmlformats.org/drawingml/2006/main">
            <a:pathLst>
              <a:path w="300008" h="92717">
                <a:moveTo>
                  <a:pt x="529" y="4445"/>
                </a:moveTo>
                <a:cubicBezTo>
                  <a:pt x="1305" y="4163"/>
                  <a:pt x="1940" y="3951"/>
                  <a:pt x="2434" y="3810"/>
                </a:cubicBezTo>
                <a:lnTo>
                  <a:pt x="33975" y="3810"/>
                </a:lnTo>
                <a:lnTo>
                  <a:pt x="36303" y="4022"/>
                </a:lnTo>
                <a:lnTo>
                  <a:pt x="36409" y="11113"/>
                </a:lnTo>
                <a:lnTo>
                  <a:pt x="36198" y="21486"/>
                </a:lnTo>
                <a:lnTo>
                  <a:pt x="36303" y="26884"/>
                </a:lnTo>
                <a:lnTo>
                  <a:pt x="36198" y="42866"/>
                </a:lnTo>
                <a:lnTo>
                  <a:pt x="36198" y="53767"/>
                </a:lnTo>
                <a:cubicBezTo>
                  <a:pt x="36198" y="60894"/>
                  <a:pt x="36586" y="66503"/>
                  <a:pt x="37362" y="70596"/>
                </a:cubicBezTo>
                <a:cubicBezTo>
                  <a:pt x="38420" y="73701"/>
                  <a:pt x="40131" y="76047"/>
                  <a:pt x="42495" y="77634"/>
                </a:cubicBezTo>
                <a:cubicBezTo>
                  <a:pt x="44859" y="79222"/>
                  <a:pt x="47734" y="80016"/>
                  <a:pt x="51121" y="80016"/>
                </a:cubicBezTo>
                <a:cubicBezTo>
                  <a:pt x="54296" y="80016"/>
                  <a:pt x="56872" y="79699"/>
                  <a:pt x="58848" y="79066"/>
                </a:cubicBezTo>
                <a:cubicBezTo>
                  <a:pt x="60823" y="78431"/>
                  <a:pt x="63099" y="77233"/>
                  <a:pt x="65674" y="75471"/>
                </a:cubicBezTo>
                <a:cubicBezTo>
                  <a:pt x="68250" y="73709"/>
                  <a:pt x="69890" y="72440"/>
                  <a:pt x="70596" y="71664"/>
                </a:cubicBezTo>
                <a:cubicBezTo>
                  <a:pt x="72642" y="69411"/>
                  <a:pt x="74053" y="67332"/>
                  <a:pt x="74830" y="65430"/>
                </a:cubicBezTo>
                <a:lnTo>
                  <a:pt x="75570" y="39118"/>
                </a:lnTo>
                <a:cubicBezTo>
                  <a:pt x="75712" y="36371"/>
                  <a:pt x="75782" y="34116"/>
                  <a:pt x="75782" y="32354"/>
                </a:cubicBezTo>
                <a:cubicBezTo>
                  <a:pt x="75782" y="30524"/>
                  <a:pt x="75729" y="28218"/>
                  <a:pt x="75623" y="25435"/>
                </a:cubicBezTo>
                <a:cubicBezTo>
                  <a:pt x="75518" y="22652"/>
                  <a:pt x="75465" y="21084"/>
                  <a:pt x="75465" y="20732"/>
                </a:cubicBezTo>
                <a:lnTo>
                  <a:pt x="75570" y="16822"/>
                </a:lnTo>
                <a:lnTo>
                  <a:pt x="75359" y="14497"/>
                </a:lnTo>
                <a:cubicBezTo>
                  <a:pt x="73665" y="13441"/>
                  <a:pt x="71302" y="12771"/>
                  <a:pt x="68267" y="12489"/>
                </a:cubicBezTo>
                <a:lnTo>
                  <a:pt x="61176" y="11854"/>
                </a:lnTo>
                <a:cubicBezTo>
                  <a:pt x="60753" y="11642"/>
                  <a:pt x="60365" y="11396"/>
                  <a:pt x="60012" y="11113"/>
                </a:cubicBezTo>
                <a:cubicBezTo>
                  <a:pt x="59730" y="9702"/>
                  <a:pt x="59588" y="8644"/>
                  <a:pt x="59588" y="7938"/>
                </a:cubicBezTo>
                <a:cubicBezTo>
                  <a:pt x="59588" y="7091"/>
                  <a:pt x="59694" y="5892"/>
                  <a:pt x="59906" y="4339"/>
                </a:cubicBezTo>
                <a:cubicBezTo>
                  <a:pt x="62234" y="3987"/>
                  <a:pt x="64245" y="3810"/>
                  <a:pt x="65939" y="3810"/>
                </a:cubicBezTo>
                <a:lnTo>
                  <a:pt x="82238" y="4022"/>
                </a:lnTo>
                <a:cubicBezTo>
                  <a:pt x="86613" y="4022"/>
                  <a:pt x="91976" y="3951"/>
                  <a:pt x="98326" y="3810"/>
                </a:cubicBezTo>
                <a:lnTo>
                  <a:pt x="98538" y="11748"/>
                </a:lnTo>
                <a:lnTo>
                  <a:pt x="98220" y="21909"/>
                </a:lnTo>
                <a:lnTo>
                  <a:pt x="98432" y="34610"/>
                </a:lnTo>
                <a:lnTo>
                  <a:pt x="98326" y="52815"/>
                </a:lnTo>
                <a:lnTo>
                  <a:pt x="98115" y="60964"/>
                </a:lnTo>
                <a:lnTo>
                  <a:pt x="98220" y="66468"/>
                </a:lnTo>
                <a:cubicBezTo>
                  <a:pt x="97938" y="70137"/>
                  <a:pt x="97797" y="72219"/>
                  <a:pt x="97797" y="72713"/>
                </a:cubicBezTo>
                <a:cubicBezTo>
                  <a:pt x="97797" y="74477"/>
                  <a:pt x="98115" y="75782"/>
                  <a:pt x="98750" y="76629"/>
                </a:cubicBezTo>
                <a:cubicBezTo>
                  <a:pt x="99385" y="77476"/>
                  <a:pt x="99984" y="77899"/>
                  <a:pt x="100549" y="77899"/>
                </a:cubicBezTo>
                <a:lnTo>
                  <a:pt x="110286" y="77581"/>
                </a:lnTo>
                <a:lnTo>
                  <a:pt x="111556" y="77793"/>
                </a:lnTo>
                <a:cubicBezTo>
                  <a:pt x="111768" y="80302"/>
                  <a:pt x="111874" y="81737"/>
                  <a:pt x="111874" y="82096"/>
                </a:cubicBezTo>
                <a:cubicBezTo>
                  <a:pt x="111874" y="82597"/>
                  <a:pt x="111768" y="83385"/>
                  <a:pt x="111556" y="84461"/>
                </a:cubicBezTo>
                <a:cubicBezTo>
                  <a:pt x="107817" y="84602"/>
                  <a:pt x="105135" y="84849"/>
                  <a:pt x="103512" y="85202"/>
                </a:cubicBezTo>
                <a:cubicBezTo>
                  <a:pt x="95962" y="86895"/>
                  <a:pt x="87707" y="89400"/>
                  <a:pt x="78746" y="92717"/>
                </a:cubicBezTo>
                <a:lnTo>
                  <a:pt x="74512" y="92505"/>
                </a:lnTo>
                <a:lnTo>
                  <a:pt x="74406" y="75147"/>
                </a:lnTo>
                <a:cubicBezTo>
                  <a:pt x="73559" y="75853"/>
                  <a:pt x="72325" y="76946"/>
                  <a:pt x="70702" y="78428"/>
                </a:cubicBezTo>
                <a:cubicBezTo>
                  <a:pt x="64492" y="83932"/>
                  <a:pt x="59165" y="87654"/>
                  <a:pt x="54720" y="89594"/>
                </a:cubicBezTo>
                <a:cubicBezTo>
                  <a:pt x="50274" y="91535"/>
                  <a:pt x="45617" y="92505"/>
                  <a:pt x="40749" y="92505"/>
                </a:cubicBezTo>
                <a:cubicBezTo>
                  <a:pt x="34963" y="92505"/>
                  <a:pt x="29953" y="91308"/>
                  <a:pt x="25719" y="88913"/>
                </a:cubicBezTo>
                <a:cubicBezTo>
                  <a:pt x="21486" y="86516"/>
                  <a:pt x="18381" y="83556"/>
                  <a:pt x="16405" y="80032"/>
                </a:cubicBezTo>
                <a:cubicBezTo>
                  <a:pt x="14924" y="77285"/>
                  <a:pt x="13936" y="73339"/>
                  <a:pt x="13442" y="68195"/>
                </a:cubicBezTo>
                <a:cubicBezTo>
                  <a:pt x="13301" y="66854"/>
                  <a:pt x="13230" y="59948"/>
                  <a:pt x="13230" y="47476"/>
                </a:cubicBezTo>
                <a:lnTo>
                  <a:pt x="13336" y="44093"/>
                </a:lnTo>
                <a:cubicBezTo>
                  <a:pt x="13689" y="37187"/>
                  <a:pt x="13865" y="32078"/>
                  <a:pt x="13865" y="28766"/>
                </a:cubicBezTo>
                <a:cubicBezTo>
                  <a:pt x="13865" y="23130"/>
                  <a:pt x="13759" y="19360"/>
                  <a:pt x="13548" y="17457"/>
                </a:cubicBezTo>
                <a:cubicBezTo>
                  <a:pt x="13477" y="16540"/>
                  <a:pt x="13124" y="15483"/>
                  <a:pt x="12489" y="14285"/>
                </a:cubicBezTo>
                <a:cubicBezTo>
                  <a:pt x="11501" y="13857"/>
                  <a:pt x="10337" y="13537"/>
                  <a:pt x="8996" y="13323"/>
                </a:cubicBezTo>
                <a:cubicBezTo>
                  <a:pt x="4481" y="12538"/>
                  <a:pt x="1658" y="11789"/>
                  <a:pt x="529" y="11077"/>
                </a:cubicBezTo>
                <a:cubicBezTo>
                  <a:pt x="176" y="10863"/>
                  <a:pt x="0" y="10400"/>
                  <a:pt x="0" y="9688"/>
                </a:cubicBezTo>
                <a:cubicBezTo>
                  <a:pt x="0" y="9258"/>
                  <a:pt x="53" y="8687"/>
                  <a:pt x="159" y="7974"/>
                </a:cubicBezTo>
                <a:cubicBezTo>
                  <a:pt x="265" y="7262"/>
                  <a:pt x="388" y="6086"/>
                  <a:pt x="529" y="4445"/>
                </a:cubicBezTo>
                <a:close/>
                <a:moveTo>
                  <a:pt x="124733" y="60541"/>
                </a:moveTo>
                <a:cubicBezTo>
                  <a:pt x="126850" y="60034"/>
                  <a:pt x="128402" y="59780"/>
                  <a:pt x="129390" y="59780"/>
                </a:cubicBezTo>
                <a:cubicBezTo>
                  <a:pt x="129884" y="59780"/>
                  <a:pt x="130625" y="59822"/>
                  <a:pt x="131613" y="59906"/>
                </a:cubicBezTo>
                <a:lnTo>
                  <a:pt x="132565" y="60974"/>
                </a:lnTo>
                <a:cubicBezTo>
                  <a:pt x="136376" y="67733"/>
                  <a:pt x="138880" y="71824"/>
                  <a:pt x="140080" y="73249"/>
                </a:cubicBezTo>
                <a:cubicBezTo>
                  <a:pt x="142550" y="76166"/>
                  <a:pt x="144984" y="78514"/>
                  <a:pt x="147383" y="80294"/>
                </a:cubicBezTo>
                <a:cubicBezTo>
                  <a:pt x="149006" y="81431"/>
                  <a:pt x="151546" y="82606"/>
                  <a:pt x="155004" y="83816"/>
                </a:cubicBezTo>
                <a:cubicBezTo>
                  <a:pt x="157332" y="84669"/>
                  <a:pt x="159802" y="85096"/>
                  <a:pt x="162412" y="85096"/>
                </a:cubicBezTo>
                <a:cubicBezTo>
                  <a:pt x="166858" y="85096"/>
                  <a:pt x="170668" y="83665"/>
                  <a:pt x="173843" y="80803"/>
                </a:cubicBezTo>
                <a:cubicBezTo>
                  <a:pt x="177018" y="77941"/>
                  <a:pt x="178606" y="74849"/>
                  <a:pt x="178606" y="71529"/>
                </a:cubicBezTo>
                <a:cubicBezTo>
                  <a:pt x="178606" y="69268"/>
                  <a:pt x="178006" y="67343"/>
                  <a:pt x="176807" y="65754"/>
                </a:cubicBezTo>
                <a:cubicBezTo>
                  <a:pt x="175607" y="64164"/>
                  <a:pt x="173208" y="62592"/>
                  <a:pt x="169610" y="61037"/>
                </a:cubicBezTo>
                <a:cubicBezTo>
                  <a:pt x="167846" y="60261"/>
                  <a:pt x="163418" y="58990"/>
                  <a:pt x="156327" y="57224"/>
                </a:cubicBezTo>
                <a:cubicBezTo>
                  <a:pt x="149235" y="55455"/>
                  <a:pt x="144949" y="54289"/>
                  <a:pt x="143467" y="53724"/>
                </a:cubicBezTo>
                <a:cubicBezTo>
                  <a:pt x="140151" y="52450"/>
                  <a:pt x="137205" y="50680"/>
                  <a:pt x="134629" y="48416"/>
                </a:cubicBezTo>
                <a:cubicBezTo>
                  <a:pt x="132054" y="46151"/>
                  <a:pt x="130096" y="43603"/>
                  <a:pt x="128755" y="40772"/>
                </a:cubicBezTo>
                <a:cubicBezTo>
                  <a:pt x="126920" y="36737"/>
                  <a:pt x="126003" y="33268"/>
                  <a:pt x="126003" y="30366"/>
                </a:cubicBezTo>
                <a:cubicBezTo>
                  <a:pt x="126003" y="24986"/>
                  <a:pt x="126779" y="20579"/>
                  <a:pt x="128332" y="17146"/>
                </a:cubicBezTo>
                <a:cubicBezTo>
                  <a:pt x="129884" y="13713"/>
                  <a:pt x="132071" y="10687"/>
                  <a:pt x="134894" y="8067"/>
                </a:cubicBezTo>
                <a:cubicBezTo>
                  <a:pt x="136940" y="6087"/>
                  <a:pt x="140027" y="4283"/>
                  <a:pt x="144155" y="2656"/>
                </a:cubicBezTo>
                <a:cubicBezTo>
                  <a:pt x="148283" y="1026"/>
                  <a:pt x="152710" y="212"/>
                  <a:pt x="157438" y="212"/>
                </a:cubicBezTo>
                <a:cubicBezTo>
                  <a:pt x="164141" y="212"/>
                  <a:pt x="170033" y="671"/>
                  <a:pt x="175113" y="1591"/>
                </a:cubicBezTo>
                <a:cubicBezTo>
                  <a:pt x="180194" y="2510"/>
                  <a:pt x="184498" y="3890"/>
                  <a:pt x="188026" y="5729"/>
                </a:cubicBezTo>
                <a:cubicBezTo>
                  <a:pt x="188449" y="7358"/>
                  <a:pt x="189049" y="11113"/>
                  <a:pt x="189825" y="16994"/>
                </a:cubicBezTo>
                <a:cubicBezTo>
                  <a:pt x="190601" y="22873"/>
                  <a:pt x="190989" y="26343"/>
                  <a:pt x="190989" y="27406"/>
                </a:cubicBezTo>
                <a:cubicBezTo>
                  <a:pt x="190989" y="27902"/>
                  <a:pt x="190884" y="28434"/>
                  <a:pt x="190672" y="29000"/>
                </a:cubicBezTo>
                <a:cubicBezTo>
                  <a:pt x="188837" y="29565"/>
                  <a:pt x="187320" y="29847"/>
                  <a:pt x="186121" y="29847"/>
                </a:cubicBezTo>
                <a:cubicBezTo>
                  <a:pt x="185415" y="29847"/>
                  <a:pt x="184392" y="29777"/>
                  <a:pt x="183051" y="29635"/>
                </a:cubicBezTo>
                <a:cubicBezTo>
                  <a:pt x="182416" y="28648"/>
                  <a:pt x="181570" y="27166"/>
                  <a:pt x="180511" y="25190"/>
                </a:cubicBezTo>
                <a:cubicBezTo>
                  <a:pt x="177124" y="18910"/>
                  <a:pt x="173649" y="14483"/>
                  <a:pt x="170086" y="11907"/>
                </a:cubicBezTo>
                <a:cubicBezTo>
                  <a:pt x="166523" y="9332"/>
                  <a:pt x="162412" y="8044"/>
                  <a:pt x="157755" y="8044"/>
                </a:cubicBezTo>
                <a:cubicBezTo>
                  <a:pt x="152887" y="8044"/>
                  <a:pt x="148794" y="9457"/>
                  <a:pt x="145478" y="12284"/>
                </a:cubicBezTo>
                <a:cubicBezTo>
                  <a:pt x="143079" y="14333"/>
                  <a:pt x="141879" y="17123"/>
                  <a:pt x="141879" y="20656"/>
                </a:cubicBezTo>
                <a:cubicBezTo>
                  <a:pt x="141879" y="22988"/>
                  <a:pt x="143149" y="25357"/>
                  <a:pt x="145690" y="27760"/>
                </a:cubicBezTo>
                <a:cubicBezTo>
                  <a:pt x="148159" y="30232"/>
                  <a:pt x="152463" y="32104"/>
                  <a:pt x="158602" y="33376"/>
                </a:cubicBezTo>
                <a:cubicBezTo>
                  <a:pt x="167846" y="35425"/>
                  <a:pt x="174655" y="37473"/>
                  <a:pt x="179029" y="39522"/>
                </a:cubicBezTo>
                <a:cubicBezTo>
                  <a:pt x="185380" y="42490"/>
                  <a:pt x="189843" y="45987"/>
                  <a:pt x="192418" y="50013"/>
                </a:cubicBezTo>
                <a:cubicBezTo>
                  <a:pt x="194994" y="54040"/>
                  <a:pt x="196282" y="58702"/>
                  <a:pt x="196282" y="64001"/>
                </a:cubicBezTo>
                <a:cubicBezTo>
                  <a:pt x="196282" y="72195"/>
                  <a:pt x="193194" y="79029"/>
                  <a:pt x="187020" y="84504"/>
                </a:cubicBezTo>
                <a:cubicBezTo>
                  <a:pt x="180846" y="89979"/>
                  <a:pt x="171832" y="92717"/>
                  <a:pt x="159978" y="92717"/>
                </a:cubicBezTo>
                <a:cubicBezTo>
                  <a:pt x="158426" y="92717"/>
                  <a:pt x="154368" y="92363"/>
                  <a:pt x="147806" y="91655"/>
                </a:cubicBezTo>
                <a:cubicBezTo>
                  <a:pt x="144843" y="91300"/>
                  <a:pt x="141350" y="90592"/>
                  <a:pt x="137328" y="89532"/>
                </a:cubicBezTo>
                <a:cubicBezTo>
                  <a:pt x="136340" y="89247"/>
                  <a:pt x="133765" y="88221"/>
                  <a:pt x="129602" y="86452"/>
                </a:cubicBezTo>
                <a:cubicBezTo>
                  <a:pt x="128826" y="86027"/>
                  <a:pt x="128279" y="85513"/>
                  <a:pt x="127961" y="84911"/>
                </a:cubicBezTo>
                <a:cubicBezTo>
                  <a:pt x="127644" y="84309"/>
                  <a:pt x="127167" y="81353"/>
                  <a:pt x="126532" y="76043"/>
                </a:cubicBezTo>
                <a:cubicBezTo>
                  <a:pt x="125403" y="67409"/>
                  <a:pt x="124804" y="62241"/>
                  <a:pt x="124733" y="60541"/>
                </a:cubicBezTo>
                <a:close/>
                <a:moveTo>
                  <a:pt x="214700" y="34054"/>
                </a:moveTo>
                <a:cubicBezTo>
                  <a:pt x="216534" y="28041"/>
                  <a:pt x="218157" y="24045"/>
                  <a:pt x="219569" y="22065"/>
                </a:cubicBezTo>
                <a:cubicBezTo>
                  <a:pt x="223520" y="16265"/>
                  <a:pt x="227736" y="11740"/>
                  <a:pt x="232217" y="8487"/>
                </a:cubicBezTo>
                <a:cubicBezTo>
                  <a:pt x="236697" y="5233"/>
                  <a:pt x="240737" y="3075"/>
                  <a:pt x="244335" y="2014"/>
                </a:cubicBezTo>
                <a:cubicBezTo>
                  <a:pt x="248992" y="671"/>
                  <a:pt x="252767" y="0"/>
                  <a:pt x="255660" y="0"/>
                </a:cubicBezTo>
                <a:cubicBezTo>
                  <a:pt x="262293" y="0"/>
                  <a:pt x="267656" y="510"/>
                  <a:pt x="271748" y="1531"/>
                </a:cubicBezTo>
                <a:cubicBezTo>
                  <a:pt x="275841" y="2552"/>
                  <a:pt x="279263" y="4014"/>
                  <a:pt x="282015" y="5917"/>
                </a:cubicBezTo>
                <a:cubicBezTo>
                  <a:pt x="285966" y="8662"/>
                  <a:pt x="289141" y="11444"/>
                  <a:pt x="291540" y="14262"/>
                </a:cubicBezTo>
                <a:cubicBezTo>
                  <a:pt x="293939" y="17078"/>
                  <a:pt x="295897" y="20388"/>
                  <a:pt x="297415" y="24191"/>
                </a:cubicBezTo>
                <a:cubicBezTo>
                  <a:pt x="298932" y="27995"/>
                  <a:pt x="299761" y="32608"/>
                  <a:pt x="299902" y="38030"/>
                </a:cubicBezTo>
                <a:lnTo>
                  <a:pt x="288153" y="37838"/>
                </a:lnTo>
                <a:cubicBezTo>
                  <a:pt x="284908" y="37838"/>
                  <a:pt x="277781" y="37538"/>
                  <a:pt x="266774" y="36938"/>
                </a:cubicBezTo>
                <a:cubicBezTo>
                  <a:pt x="262681" y="36586"/>
                  <a:pt x="259859" y="36409"/>
                  <a:pt x="258306" y="36409"/>
                </a:cubicBezTo>
                <a:cubicBezTo>
                  <a:pt x="257812" y="36409"/>
                  <a:pt x="254002" y="36480"/>
                  <a:pt x="246875" y="36621"/>
                </a:cubicBezTo>
                <a:lnTo>
                  <a:pt x="237773" y="36621"/>
                </a:lnTo>
                <a:cubicBezTo>
                  <a:pt x="237632" y="37613"/>
                  <a:pt x="237561" y="38464"/>
                  <a:pt x="237561" y="39174"/>
                </a:cubicBezTo>
                <a:cubicBezTo>
                  <a:pt x="237561" y="42934"/>
                  <a:pt x="238020" y="46889"/>
                  <a:pt x="238937" y="51038"/>
                </a:cubicBezTo>
                <a:cubicBezTo>
                  <a:pt x="239855" y="55188"/>
                  <a:pt x="241231" y="58842"/>
                  <a:pt x="243065" y="62000"/>
                </a:cubicBezTo>
                <a:cubicBezTo>
                  <a:pt x="244900" y="65155"/>
                  <a:pt x="247175" y="67867"/>
                  <a:pt x="249892" y="70136"/>
                </a:cubicBezTo>
                <a:cubicBezTo>
                  <a:pt x="252609" y="72405"/>
                  <a:pt x="255413" y="74037"/>
                  <a:pt x="258306" y="75031"/>
                </a:cubicBezTo>
                <a:lnTo>
                  <a:pt x="264445" y="77052"/>
                </a:lnTo>
                <a:cubicBezTo>
                  <a:pt x="269878" y="77052"/>
                  <a:pt x="273512" y="76874"/>
                  <a:pt x="275347" y="76516"/>
                </a:cubicBezTo>
                <a:cubicBezTo>
                  <a:pt x="278734" y="75802"/>
                  <a:pt x="281715" y="74891"/>
                  <a:pt x="284290" y="73784"/>
                </a:cubicBezTo>
                <a:cubicBezTo>
                  <a:pt x="286866" y="72677"/>
                  <a:pt x="289988" y="70803"/>
                  <a:pt x="293657" y="68162"/>
                </a:cubicBezTo>
                <a:cubicBezTo>
                  <a:pt x="296197" y="69996"/>
                  <a:pt x="298314" y="71654"/>
                  <a:pt x="300008" y="73136"/>
                </a:cubicBezTo>
                <a:cubicBezTo>
                  <a:pt x="293798" y="80018"/>
                  <a:pt x="287360" y="85002"/>
                  <a:pt x="280692" y="88089"/>
                </a:cubicBezTo>
                <a:cubicBezTo>
                  <a:pt x="274024" y="91174"/>
                  <a:pt x="266562" y="92717"/>
                  <a:pt x="258306" y="92717"/>
                </a:cubicBezTo>
                <a:cubicBezTo>
                  <a:pt x="252732" y="92717"/>
                  <a:pt x="248181" y="92222"/>
                  <a:pt x="244653" y="91232"/>
                </a:cubicBezTo>
                <a:cubicBezTo>
                  <a:pt x="239925" y="89959"/>
                  <a:pt x="235656" y="88014"/>
                  <a:pt x="231846" y="85397"/>
                </a:cubicBezTo>
                <a:cubicBezTo>
                  <a:pt x="228036" y="82780"/>
                  <a:pt x="224755" y="79526"/>
                  <a:pt x="222003" y="75637"/>
                </a:cubicBezTo>
                <a:cubicBezTo>
                  <a:pt x="219251" y="71747"/>
                  <a:pt x="217205" y="67751"/>
                  <a:pt x="215864" y="63650"/>
                </a:cubicBezTo>
                <a:cubicBezTo>
                  <a:pt x="214100" y="58274"/>
                  <a:pt x="213218" y="53960"/>
                  <a:pt x="213218" y="50708"/>
                </a:cubicBezTo>
                <a:cubicBezTo>
                  <a:pt x="213218" y="44556"/>
                  <a:pt x="213712" y="39005"/>
                  <a:pt x="214700" y="34054"/>
                </a:cubicBezTo>
                <a:moveTo>
                  <a:pt x="276193" y="29530"/>
                </a:moveTo>
                <a:cubicBezTo>
                  <a:pt x="276123" y="25578"/>
                  <a:pt x="275347" y="21803"/>
                  <a:pt x="273865" y="18205"/>
                </a:cubicBezTo>
                <a:cubicBezTo>
                  <a:pt x="272383" y="14606"/>
                  <a:pt x="270090" y="11801"/>
                  <a:pt x="266985" y="9790"/>
                </a:cubicBezTo>
                <a:cubicBezTo>
                  <a:pt x="263881" y="7779"/>
                  <a:pt x="260741" y="6774"/>
                  <a:pt x="257565" y="6774"/>
                </a:cubicBezTo>
                <a:cubicBezTo>
                  <a:pt x="252838" y="6774"/>
                  <a:pt x="248569" y="8847"/>
                  <a:pt x="244759" y="12992"/>
                </a:cubicBezTo>
                <a:cubicBezTo>
                  <a:pt x="240948" y="17135"/>
                  <a:pt x="238796" y="22754"/>
                  <a:pt x="238302" y="29847"/>
                </a:cubicBezTo>
                <a:lnTo>
                  <a:pt x="262434" y="30059"/>
                </a:lnTo>
                <a:cubicBezTo>
                  <a:pt x="263986" y="30059"/>
                  <a:pt x="266174" y="29953"/>
                  <a:pt x="268996" y="29741"/>
                </a:cubicBezTo>
                <a:cubicBezTo>
                  <a:pt x="271042" y="29565"/>
                  <a:pt x="272489" y="29477"/>
                  <a:pt x="273336" y="29477"/>
                </a:cubicBezTo>
                <a:cubicBezTo>
                  <a:pt x="273971" y="29477"/>
                  <a:pt x="274923" y="29494"/>
                  <a:pt x="276193" y="2953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D43C4-AD23-4A03-AA60-62342929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3987698"/>
            <a:ext cx="263204" cy="263233"/>
          </a:xfrm>
          <a:custGeom xmlns:a="http://schemas.openxmlformats.org/drawingml/2006/main">
            <a:pathLst>
              <a:path w="263204" h="263233">
                <a:moveTo>
                  <a:pt x="263204" y="131616"/>
                </a:moveTo>
                <a:cubicBezTo>
                  <a:pt x="263204" y="140275"/>
                  <a:pt x="262347" y="148819"/>
                  <a:pt x="260661" y="157305"/>
                </a:cubicBezTo>
                <a:cubicBezTo>
                  <a:pt x="258975" y="165764"/>
                  <a:pt x="256489" y="173993"/>
                  <a:pt x="253175" y="181994"/>
                </a:cubicBezTo>
                <a:cubicBezTo>
                  <a:pt x="249888" y="189967"/>
                  <a:pt x="245831" y="197568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800"/>
                  <a:pt x="211884" y="236258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58"/>
                  <a:pt x="44663" y="230800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68"/>
                  <a:pt x="13316" y="189967"/>
                  <a:pt x="10001" y="181994"/>
                </a:cubicBezTo>
                <a:cubicBezTo>
                  <a:pt x="6715" y="173993"/>
                  <a:pt x="4201" y="165764"/>
                  <a:pt x="2515" y="157305"/>
                </a:cubicBezTo>
                <a:cubicBezTo>
                  <a:pt x="829" y="148819"/>
                  <a:pt x="0" y="140275"/>
                  <a:pt x="0" y="131616"/>
                </a:cubicBezTo>
                <a:cubicBezTo>
                  <a:pt x="0" y="122987"/>
                  <a:pt x="829" y="114414"/>
                  <a:pt x="2515" y="105956"/>
                </a:cubicBezTo>
                <a:cubicBezTo>
                  <a:pt x="4201" y="97469"/>
                  <a:pt x="6715" y="89240"/>
                  <a:pt x="10001" y="81267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321"/>
                  <a:pt x="32433" y="44663"/>
                  <a:pt x="38548" y="38576"/>
                </a:cubicBezTo>
                <a:cubicBezTo>
                  <a:pt x="44663" y="32433"/>
                  <a:pt x="51292" y="27003"/>
                  <a:pt x="58493" y="22203"/>
                </a:cubicBezTo>
                <a:cubicBezTo>
                  <a:pt x="65665" y="17402"/>
                  <a:pt x="73238" y="13345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45"/>
                  <a:pt x="197539" y="17402"/>
                  <a:pt x="204711" y="22203"/>
                </a:cubicBezTo>
                <a:cubicBezTo>
                  <a:pt x="211884" y="27003"/>
                  <a:pt x="218542" y="32433"/>
                  <a:pt x="224657" y="38576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88" y="73266"/>
                  <a:pt x="253175" y="81267"/>
                </a:cubicBezTo>
                <a:cubicBezTo>
                  <a:pt x="256489" y="89240"/>
                  <a:pt x="258975" y="97469"/>
                  <a:pt x="260661" y="105956"/>
                </a:cubicBezTo>
                <a:cubicBezTo>
                  <a:pt x="262347" y="114414"/>
                  <a:pt x="263204" y="122987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27E8F-9F53-4EAF-9225-B8430E66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080" y="3987698"/>
            <a:ext cx="263204" cy="263233"/>
          </a:xfrm>
          <a:custGeom xmlns:a="http://schemas.openxmlformats.org/drawingml/2006/main">
            <a:pathLst>
              <a:path w="263204" h="263233" fill="none">
                <a:moveTo>
                  <a:pt x="263204" y="131616"/>
                </a:moveTo>
                <a:cubicBezTo>
                  <a:pt x="263204" y="140275"/>
                  <a:pt x="262347" y="148819"/>
                  <a:pt x="260661" y="157305"/>
                </a:cubicBezTo>
                <a:cubicBezTo>
                  <a:pt x="258975" y="165764"/>
                  <a:pt x="256489" y="173993"/>
                  <a:pt x="253175" y="181994"/>
                </a:cubicBezTo>
                <a:cubicBezTo>
                  <a:pt x="249888" y="189967"/>
                  <a:pt x="245831" y="197568"/>
                  <a:pt x="241030" y="204740"/>
                </a:cubicBezTo>
                <a:cubicBezTo>
                  <a:pt x="236230" y="211912"/>
                  <a:pt x="230772" y="218570"/>
                  <a:pt x="224657" y="224685"/>
                </a:cubicBezTo>
                <a:cubicBezTo>
                  <a:pt x="218542" y="230800"/>
                  <a:pt x="211884" y="236258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65" y="256518"/>
                  <a:pt x="165764" y="259004"/>
                  <a:pt x="157277" y="260690"/>
                </a:cubicBezTo>
                <a:cubicBezTo>
                  <a:pt x="148790" y="262376"/>
                  <a:pt x="140246" y="263233"/>
                  <a:pt x="131588" y="263233"/>
                </a:cubicBezTo>
                <a:cubicBezTo>
                  <a:pt x="122958" y="263233"/>
                  <a:pt x="114386" y="262376"/>
                  <a:pt x="105928" y="260690"/>
                </a:cubicBezTo>
                <a:cubicBezTo>
                  <a:pt x="97441" y="259004"/>
                  <a:pt x="89211" y="256518"/>
                  <a:pt x="81239" y="253203"/>
                </a:cubicBezTo>
                <a:cubicBezTo>
                  <a:pt x="73238" y="249888"/>
                  <a:pt x="65665" y="245831"/>
                  <a:pt x="58493" y="241030"/>
                </a:cubicBezTo>
                <a:cubicBezTo>
                  <a:pt x="51292" y="236258"/>
                  <a:pt x="44663" y="230800"/>
                  <a:pt x="38548" y="224685"/>
                </a:cubicBezTo>
                <a:cubicBezTo>
                  <a:pt x="32433" y="218570"/>
                  <a:pt x="26975" y="211912"/>
                  <a:pt x="22174" y="204740"/>
                </a:cubicBezTo>
                <a:cubicBezTo>
                  <a:pt x="17374" y="197568"/>
                  <a:pt x="13316" y="189967"/>
                  <a:pt x="10001" y="181994"/>
                </a:cubicBezTo>
                <a:cubicBezTo>
                  <a:pt x="6715" y="173993"/>
                  <a:pt x="4201" y="165764"/>
                  <a:pt x="2515" y="157305"/>
                </a:cubicBezTo>
                <a:cubicBezTo>
                  <a:pt x="829" y="148819"/>
                  <a:pt x="0" y="140275"/>
                  <a:pt x="0" y="131616"/>
                </a:cubicBezTo>
                <a:cubicBezTo>
                  <a:pt x="0" y="122987"/>
                  <a:pt x="829" y="114414"/>
                  <a:pt x="2515" y="105956"/>
                </a:cubicBezTo>
                <a:cubicBezTo>
                  <a:pt x="4201" y="97469"/>
                  <a:pt x="6715" y="89240"/>
                  <a:pt x="10001" y="81267"/>
                </a:cubicBezTo>
                <a:cubicBezTo>
                  <a:pt x="13316" y="73266"/>
                  <a:pt x="17374" y="65694"/>
                  <a:pt x="22174" y="58493"/>
                </a:cubicBezTo>
                <a:cubicBezTo>
                  <a:pt x="26975" y="51321"/>
                  <a:pt x="32433" y="44663"/>
                  <a:pt x="38548" y="38576"/>
                </a:cubicBezTo>
                <a:cubicBezTo>
                  <a:pt x="44663" y="32433"/>
                  <a:pt x="51292" y="27003"/>
                  <a:pt x="58493" y="22203"/>
                </a:cubicBezTo>
                <a:cubicBezTo>
                  <a:pt x="65665" y="17402"/>
                  <a:pt x="73238" y="13345"/>
                  <a:pt x="81239" y="10030"/>
                </a:cubicBezTo>
                <a:cubicBezTo>
                  <a:pt x="89211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65" y="6715"/>
                  <a:pt x="181966" y="10030"/>
                </a:cubicBezTo>
                <a:cubicBezTo>
                  <a:pt x="189938" y="13345"/>
                  <a:pt x="197539" y="17402"/>
                  <a:pt x="204711" y="22203"/>
                </a:cubicBezTo>
                <a:cubicBezTo>
                  <a:pt x="211884" y="27003"/>
                  <a:pt x="218542" y="32433"/>
                  <a:pt x="224657" y="38576"/>
                </a:cubicBezTo>
                <a:cubicBezTo>
                  <a:pt x="230772" y="44663"/>
                  <a:pt x="236230" y="51321"/>
                  <a:pt x="241030" y="58493"/>
                </a:cubicBezTo>
                <a:cubicBezTo>
                  <a:pt x="245831" y="65694"/>
                  <a:pt x="249888" y="73266"/>
                  <a:pt x="253175" y="81267"/>
                </a:cubicBezTo>
                <a:cubicBezTo>
                  <a:pt x="256489" y="89240"/>
                  <a:pt x="258975" y="97469"/>
                  <a:pt x="260661" y="105956"/>
                </a:cubicBezTo>
                <a:cubicBezTo>
                  <a:pt x="262347" y="114414"/>
                  <a:pt x="263204" y="122987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/>
            </a:solidFill>
            <a:miter/>
          </a:ln>
        </p:spPr>
      </p:sp>
      <p:sp>
        <p:nvSpPr>
          <p:cNvPr id="756" name="Text 16">
            <a:extLst xmlns:a="http://schemas.openxmlformats.org/drawingml/2006/main">
              <a:ext uri="{FF2B5EF4-FFF2-40B4-BE49-F238E27FC236}">
                <a16:creationId xmlns:a16="http://schemas.microsoft.com/office/drawing/2014/main" id="{D67A88AD-6892-456F-B653-A132514E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782" y="4042586"/>
            <a:ext cx="177973" cy="141615"/>
          </a:xfrm>
          <a:custGeom xmlns:a="http://schemas.openxmlformats.org/drawingml/2006/main">
            <a:pathLst>
              <a:path w="177973" h="141615">
                <a:moveTo>
                  <a:pt x="60541" y="138652"/>
                </a:moveTo>
                <a:lnTo>
                  <a:pt x="12066" y="138652"/>
                </a:lnTo>
                <a:cubicBezTo>
                  <a:pt x="11995" y="138003"/>
                  <a:pt x="11960" y="137462"/>
                  <a:pt x="11960" y="137028"/>
                </a:cubicBezTo>
                <a:cubicBezTo>
                  <a:pt x="11960" y="135802"/>
                  <a:pt x="12207" y="134955"/>
                  <a:pt x="12701" y="134487"/>
                </a:cubicBezTo>
                <a:cubicBezTo>
                  <a:pt x="13195" y="134018"/>
                  <a:pt x="14747" y="133536"/>
                  <a:pt x="17358" y="133042"/>
                </a:cubicBezTo>
                <a:cubicBezTo>
                  <a:pt x="21450" y="132193"/>
                  <a:pt x="24767" y="131169"/>
                  <a:pt x="27307" y="129969"/>
                </a:cubicBezTo>
                <a:cubicBezTo>
                  <a:pt x="28013" y="128415"/>
                  <a:pt x="28365" y="126967"/>
                  <a:pt x="28365" y="125627"/>
                </a:cubicBezTo>
                <a:lnTo>
                  <a:pt x="28365" y="119058"/>
                </a:lnTo>
                <a:cubicBezTo>
                  <a:pt x="28365" y="118282"/>
                  <a:pt x="28471" y="114715"/>
                  <a:pt x="28683" y="108358"/>
                </a:cubicBezTo>
                <a:cubicBezTo>
                  <a:pt x="28753" y="105957"/>
                  <a:pt x="28824" y="95574"/>
                  <a:pt x="28895" y="77211"/>
                </a:cubicBezTo>
                <a:lnTo>
                  <a:pt x="29106" y="52319"/>
                </a:lnTo>
                <a:lnTo>
                  <a:pt x="28895" y="37805"/>
                </a:lnTo>
                <a:cubicBezTo>
                  <a:pt x="28895" y="35686"/>
                  <a:pt x="28965" y="29011"/>
                  <a:pt x="29106" y="17781"/>
                </a:cubicBezTo>
                <a:cubicBezTo>
                  <a:pt x="13089" y="29212"/>
                  <a:pt x="4304" y="34928"/>
                  <a:pt x="2752" y="34928"/>
                </a:cubicBezTo>
                <a:cubicBezTo>
                  <a:pt x="2187" y="34928"/>
                  <a:pt x="1588" y="34628"/>
                  <a:pt x="953" y="34028"/>
                </a:cubicBezTo>
                <a:cubicBezTo>
                  <a:pt x="318" y="33428"/>
                  <a:pt x="0" y="32846"/>
                  <a:pt x="0" y="32281"/>
                </a:cubicBezTo>
                <a:cubicBezTo>
                  <a:pt x="0" y="31576"/>
                  <a:pt x="247" y="31011"/>
                  <a:pt x="741" y="30588"/>
                </a:cubicBezTo>
                <a:cubicBezTo>
                  <a:pt x="1729" y="29671"/>
                  <a:pt x="4093" y="28154"/>
                  <a:pt x="7832" y="26037"/>
                </a:cubicBezTo>
                <a:cubicBezTo>
                  <a:pt x="8397" y="25755"/>
                  <a:pt x="10831" y="23849"/>
                  <a:pt x="15135" y="20321"/>
                </a:cubicBezTo>
                <a:cubicBezTo>
                  <a:pt x="21980" y="14606"/>
                  <a:pt x="26989" y="10125"/>
                  <a:pt x="30165" y="6880"/>
                </a:cubicBezTo>
                <a:cubicBezTo>
                  <a:pt x="33340" y="3634"/>
                  <a:pt x="35280" y="1799"/>
                  <a:pt x="35986" y="1376"/>
                </a:cubicBezTo>
                <a:cubicBezTo>
                  <a:pt x="37397" y="1305"/>
                  <a:pt x="38491" y="1270"/>
                  <a:pt x="39267" y="1270"/>
                </a:cubicBezTo>
                <a:cubicBezTo>
                  <a:pt x="41102" y="1270"/>
                  <a:pt x="42248" y="1571"/>
                  <a:pt x="42707" y="2173"/>
                </a:cubicBezTo>
                <a:cubicBezTo>
                  <a:pt x="43165" y="2773"/>
                  <a:pt x="43395" y="4947"/>
                  <a:pt x="43395" y="8695"/>
                </a:cubicBezTo>
                <a:lnTo>
                  <a:pt x="42654" y="103228"/>
                </a:lnTo>
                <a:lnTo>
                  <a:pt x="42654" y="112562"/>
                </a:lnTo>
                <a:cubicBezTo>
                  <a:pt x="42654" y="114826"/>
                  <a:pt x="42619" y="117109"/>
                  <a:pt x="42548" y="119408"/>
                </a:cubicBezTo>
                <a:cubicBezTo>
                  <a:pt x="42477" y="121706"/>
                  <a:pt x="42442" y="123385"/>
                  <a:pt x="42442" y="124446"/>
                </a:cubicBezTo>
                <a:cubicBezTo>
                  <a:pt x="42442" y="126993"/>
                  <a:pt x="42760" y="128654"/>
                  <a:pt x="43395" y="129430"/>
                </a:cubicBezTo>
                <a:cubicBezTo>
                  <a:pt x="43818" y="129926"/>
                  <a:pt x="45124" y="130564"/>
                  <a:pt x="47311" y="131342"/>
                </a:cubicBezTo>
                <a:lnTo>
                  <a:pt x="54508" y="132827"/>
                </a:lnTo>
                <a:cubicBezTo>
                  <a:pt x="57613" y="133605"/>
                  <a:pt x="59306" y="134136"/>
                  <a:pt x="59588" y="134418"/>
                </a:cubicBezTo>
                <a:cubicBezTo>
                  <a:pt x="60294" y="135038"/>
                  <a:pt x="60647" y="136001"/>
                  <a:pt x="60647" y="137309"/>
                </a:cubicBezTo>
                <a:lnTo>
                  <a:pt x="60541" y="138652"/>
                </a:lnTo>
                <a:close/>
                <a:moveTo>
                  <a:pt x="168659" y="0"/>
                </a:moveTo>
                <a:cubicBezTo>
                  <a:pt x="169294" y="1058"/>
                  <a:pt x="169752" y="2223"/>
                  <a:pt x="170035" y="3493"/>
                </a:cubicBezTo>
                <a:cubicBezTo>
                  <a:pt x="169611" y="4269"/>
                  <a:pt x="168941" y="4798"/>
                  <a:pt x="168024" y="5080"/>
                </a:cubicBezTo>
                <a:cubicBezTo>
                  <a:pt x="165060" y="5854"/>
                  <a:pt x="160685" y="7896"/>
                  <a:pt x="154899" y="11206"/>
                </a:cubicBezTo>
                <a:cubicBezTo>
                  <a:pt x="153559" y="11909"/>
                  <a:pt x="149466" y="15182"/>
                  <a:pt x="142622" y="21023"/>
                </a:cubicBezTo>
                <a:cubicBezTo>
                  <a:pt x="139588" y="23135"/>
                  <a:pt x="135918" y="27078"/>
                  <a:pt x="131614" y="32850"/>
                </a:cubicBezTo>
                <a:cubicBezTo>
                  <a:pt x="125758" y="40592"/>
                  <a:pt x="121559" y="47508"/>
                  <a:pt x="119019" y="53599"/>
                </a:cubicBezTo>
                <a:cubicBezTo>
                  <a:pt x="116479" y="59687"/>
                  <a:pt x="114221" y="67658"/>
                  <a:pt x="112245" y="77512"/>
                </a:cubicBezTo>
                <a:cubicBezTo>
                  <a:pt x="111681" y="80328"/>
                  <a:pt x="111293" y="85290"/>
                  <a:pt x="111081" y="92399"/>
                </a:cubicBezTo>
                <a:lnTo>
                  <a:pt x="110764" y="96305"/>
                </a:lnTo>
                <a:cubicBezTo>
                  <a:pt x="110764" y="105317"/>
                  <a:pt x="113427" y="114310"/>
                  <a:pt x="118755" y="123285"/>
                </a:cubicBezTo>
                <a:cubicBezTo>
                  <a:pt x="124082" y="132259"/>
                  <a:pt x="130732" y="136746"/>
                  <a:pt x="138706" y="136746"/>
                </a:cubicBezTo>
                <a:cubicBezTo>
                  <a:pt x="142869" y="136746"/>
                  <a:pt x="146767" y="135479"/>
                  <a:pt x="150401" y="132943"/>
                </a:cubicBezTo>
                <a:cubicBezTo>
                  <a:pt x="154035" y="130405"/>
                  <a:pt x="156910" y="126106"/>
                  <a:pt x="159027" y="120047"/>
                </a:cubicBezTo>
                <a:cubicBezTo>
                  <a:pt x="161144" y="113987"/>
                  <a:pt x="162202" y="106660"/>
                  <a:pt x="162202" y="98065"/>
                </a:cubicBezTo>
                <a:cubicBezTo>
                  <a:pt x="162202" y="86370"/>
                  <a:pt x="159962" y="77721"/>
                  <a:pt x="155481" y="72121"/>
                </a:cubicBezTo>
                <a:cubicBezTo>
                  <a:pt x="151001" y="66518"/>
                  <a:pt x="145621" y="63716"/>
                  <a:pt x="139341" y="63716"/>
                </a:cubicBezTo>
                <a:cubicBezTo>
                  <a:pt x="137436" y="63716"/>
                  <a:pt x="135742" y="64055"/>
                  <a:pt x="134260" y="64732"/>
                </a:cubicBezTo>
                <a:lnTo>
                  <a:pt x="133414" y="64986"/>
                </a:lnTo>
                <a:cubicBezTo>
                  <a:pt x="132496" y="64986"/>
                  <a:pt x="131544" y="63893"/>
                  <a:pt x="130556" y="61705"/>
                </a:cubicBezTo>
                <a:cubicBezTo>
                  <a:pt x="132390" y="60506"/>
                  <a:pt x="134613" y="59518"/>
                  <a:pt x="137224" y="58742"/>
                </a:cubicBezTo>
                <a:cubicBezTo>
                  <a:pt x="139835" y="57966"/>
                  <a:pt x="141528" y="57577"/>
                  <a:pt x="142304" y="57577"/>
                </a:cubicBezTo>
                <a:cubicBezTo>
                  <a:pt x="142798" y="57577"/>
                  <a:pt x="146009" y="58108"/>
                  <a:pt x="151936" y="59168"/>
                </a:cubicBezTo>
                <a:lnTo>
                  <a:pt x="155005" y="60653"/>
                </a:lnTo>
                <a:cubicBezTo>
                  <a:pt x="158392" y="61716"/>
                  <a:pt x="160967" y="62954"/>
                  <a:pt x="162731" y="64368"/>
                </a:cubicBezTo>
                <a:cubicBezTo>
                  <a:pt x="165977" y="66985"/>
                  <a:pt x="168870" y="70275"/>
                  <a:pt x="171410" y="74237"/>
                </a:cubicBezTo>
                <a:cubicBezTo>
                  <a:pt x="172681" y="76288"/>
                  <a:pt x="174374" y="80461"/>
                  <a:pt x="176491" y="86756"/>
                </a:cubicBezTo>
                <a:cubicBezTo>
                  <a:pt x="176632" y="87182"/>
                  <a:pt x="177126" y="90294"/>
                  <a:pt x="177973" y="96094"/>
                </a:cubicBezTo>
                <a:lnTo>
                  <a:pt x="177443" y="106704"/>
                </a:lnTo>
                <a:cubicBezTo>
                  <a:pt x="175962" y="113072"/>
                  <a:pt x="174550" y="117530"/>
                  <a:pt x="173210" y="120077"/>
                </a:cubicBezTo>
                <a:cubicBezTo>
                  <a:pt x="171234" y="123966"/>
                  <a:pt x="167918" y="128210"/>
                  <a:pt x="163261" y="132807"/>
                </a:cubicBezTo>
                <a:cubicBezTo>
                  <a:pt x="160862" y="135142"/>
                  <a:pt x="157757" y="137053"/>
                  <a:pt x="153947" y="138539"/>
                </a:cubicBezTo>
                <a:cubicBezTo>
                  <a:pt x="148584" y="140590"/>
                  <a:pt x="142904" y="141615"/>
                  <a:pt x="136906" y="141615"/>
                </a:cubicBezTo>
                <a:cubicBezTo>
                  <a:pt x="125475" y="141615"/>
                  <a:pt x="115791" y="137046"/>
                  <a:pt x="107853" y="127909"/>
                </a:cubicBezTo>
                <a:cubicBezTo>
                  <a:pt x="99915" y="118771"/>
                  <a:pt x="95946" y="105523"/>
                  <a:pt x="95946" y="88166"/>
                </a:cubicBezTo>
                <a:cubicBezTo>
                  <a:pt x="95946" y="78499"/>
                  <a:pt x="97428" y="69343"/>
                  <a:pt x="100391" y="60700"/>
                </a:cubicBezTo>
                <a:cubicBezTo>
                  <a:pt x="103355" y="52056"/>
                  <a:pt x="107553" y="44136"/>
                  <a:pt x="112986" y="36938"/>
                </a:cubicBezTo>
                <a:cubicBezTo>
                  <a:pt x="116655" y="32070"/>
                  <a:pt x="121648" y="26848"/>
                  <a:pt x="127963" y="21274"/>
                </a:cubicBezTo>
                <a:cubicBezTo>
                  <a:pt x="134278" y="15700"/>
                  <a:pt x="140258" y="11360"/>
                  <a:pt x="145903" y="8256"/>
                </a:cubicBezTo>
                <a:cubicBezTo>
                  <a:pt x="153594" y="4163"/>
                  <a:pt x="161179" y="1411"/>
                  <a:pt x="16865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15359-5177-466E-A58D-BA960463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801" y="3873141"/>
            <a:ext cx="256946" cy="17974"/>
          </a:xfrm>
          <a:custGeom xmlns:a="http://schemas.openxmlformats.org/drawingml/2006/main">
            <a:pathLst>
              <a:path w="256946" h="17974">
                <a:moveTo>
                  <a:pt x="257" y="0"/>
                </a:moveTo>
                <a:lnTo>
                  <a:pt x="8687" y="200"/>
                </a:lnTo>
                <a:lnTo>
                  <a:pt x="8430" y="12573"/>
                </a:lnTo>
                <a:lnTo>
                  <a:pt x="0" y="12373"/>
                </a:lnTo>
                <a:lnTo>
                  <a:pt x="257" y="0"/>
                </a:lnTo>
                <a:close/>
                <a:moveTo>
                  <a:pt x="45349" y="972"/>
                </a:moveTo>
                <a:lnTo>
                  <a:pt x="59265" y="1286"/>
                </a:lnTo>
                <a:lnTo>
                  <a:pt x="59007" y="13659"/>
                </a:lnTo>
                <a:lnTo>
                  <a:pt x="45063" y="13373"/>
                </a:lnTo>
                <a:lnTo>
                  <a:pt x="45349" y="972"/>
                </a:lnTo>
                <a:close/>
                <a:moveTo>
                  <a:pt x="95583" y="2086"/>
                </a:moveTo>
                <a:lnTo>
                  <a:pt x="107271" y="2343"/>
                </a:lnTo>
                <a:lnTo>
                  <a:pt x="106985" y="14716"/>
                </a:lnTo>
                <a:lnTo>
                  <a:pt x="95326" y="14459"/>
                </a:lnTo>
                <a:lnTo>
                  <a:pt x="95583" y="2086"/>
                </a:lnTo>
                <a:close/>
                <a:moveTo>
                  <a:pt x="146333" y="3172"/>
                </a:moveTo>
                <a:lnTo>
                  <a:pt x="160706" y="3515"/>
                </a:lnTo>
                <a:lnTo>
                  <a:pt x="160449" y="15888"/>
                </a:lnTo>
                <a:lnTo>
                  <a:pt x="146075" y="15573"/>
                </a:lnTo>
                <a:lnTo>
                  <a:pt x="146333" y="3172"/>
                </a:lnTo>
                <a:close/>
                <a:moveTo>
                  <a:pt x="194796" y="4229"/>
                </a:moveTo>
                <a:lnTo>
                  <a:pt x="206540" y="4486"/>
                </a:lnTo>
                <a:lnTo>
                  <a:pt x="206283" y="16888"/>
                </a:lnTo>
                <a:lnTo>
                  <a:pt x="194539" y="16631"/>
                </a:lnTo>
                <a:lnTo>
                  <a:pt x="194796" y="4229"/>
                </a:lnTo>
                <a:close/>
                <a:moveTo>
                  <a:pt x="243830" y="5315"/>
                </a:moveTo>
                <a:lnTo>
                  <a:pt x="256946" y="5601"/>
                </a:lnTo>
                <a:lnTo>
                  <a:pt x="256689" y="17974"/>
                </a:lnTo>
                <a:lnTo>
                  <a:pt x="243573" y="17688"/>
                </a:lnTo>
                <a:lnTo>
                  <a:pt x="243830" y="5315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5ECE8-79A1-40FF-8796-95ADD7E9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217" y="3778701"/>
            <a:ext cx="41977" cy="187709"/>
          </a:xfrm>
          <a:custGeom xmlns:a="http://schemas.openxmlformats.org/drawingml/2006/main">
            <a:pathLst>
              <a:path w="41977" h="187709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76" y="187595"/>
                  <a:pt x="38233" y="187709"/>
                </a:cubicBezTo>
                <a:cubicBezTo>
                  <a:pt x="36976" y="187709"/>
                  <a:pt x="35919" y="187109"/>
                  <a:pt x="35033" y="185852"/>
                </a:cubicBezTo>
                <a:cubicBezTo>
                  <a:pt x="34661" y="184966"/>
                  <a:pt x="28775" y="169593"/>
                  <a:pt x="17402" y="139675"/>
                </a:cubicBezTo>
                <a:cubicBezTo>
                  <a:pt x="6001" y="109757"/>
                  <a:pt x="257" y="94498"/>
                  <a:pt x="143" y="93869"/>
                </a:cubicBezTo>
                <a:cubicBezTo>
                  <a:pt x="0" y="93240"/>
                  <a:pt x="5715" y="77953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33" y="1257"/>
                  <a:pt x="36062" y="686"/>
                  <a:pt x="36919" y="200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14"/>
                  <a:pt x="41977" y="3372"/>
                </a:cubicBezTo>
                <a:cubicBezTo>
                  <a:pt x="41977" y="4000"/>
                  <a:pt x="36376" y="19202"/>
                  <a:pt x="25089" y="48978"/>
                </a:cubicBezTo>
                <a:cubicBezTo>
                  <a:pt x="13716" y="78667"/>
                  <a:pt x="8001" y="93612"/>
                  <a:pt x="8001" y="93869"/>
                </a:cubicBezTo>
                <a:cubicBezTo>
                  <a:pt x="8001" y="94097"/>
                  <a:pt x="13716" y="109071"/>
                  <a:pt x="25089" y="138732"/>
                </a:cubicBezTo>
                <a:cubicBezTo>
                  <a:pt x="36376" y="168507"/>
                  <a:pt x="41977" y="183737"/>
                  <a:pt x="41977" y="18433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08D7D-E914-4BBF-91A8-12F28F73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217" y="3778701"/>
            <a:ext cx="41977" cy="187709"/>
          </a:xfrm>
          <a:custGeom xmlns:a="http://schemas.openxmlformats.org/drawingml/2006/main">
            <a:pathLst>
              <a:path w="41977" h="187709" fill="none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76" y="187595"/>
                  <a:pt x="38233" y="187709"/>
                </a:cubicBezTo>
                <a:cubicBezTo>
                  <a:pt x="36976" y="187709"/>
                  <a:pt x="35919" y="187109"/>
                  <a:pt x="35033" y="185852"/>
                </a:cubicBezTo>
                <a:cubicBezTo>
                  <a:pt x="34661" y="184966"/>
                  <a:pt x="28775" y="169593"/>
                  <a:pt x="17402" y="139675"/>
                </a:cubicBezTo>
                <a:cubicBezTo>
                  <a:pt x="6001" y="109757"/>
                  <a:pt x="257" y="94498"/>
                  <a:pt x="143" y="93869"/>
                </a:cubicBezTo>
                <a:cubicBezTo>
                  <a:pt x="0" y="93240"/>
                  <a:pt x="5715" y="77953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33" y="1257"/>
                  <a:pt x="36062" y="686"/>
                  <a:pt x="36919" y="200"/>
                </a:cubicBezTo>
                <a:lnTo>
                  <a:pt x="37490" y="0"/>
                </a:lnTo>
                <a:cubicBezTo>
                  <a:pt x="37862" y="0"/>
                  <a:pt x="38119" y="0"/>
                  <a:pt x="38233" y="0"/>
                </a:cubicBezTo>
                <a:cubicBezTo>
                  <a:pt x="40491" y="0"/>
                  <a:pt x="41748" y="1114"/>
                  <a:pt x="41977" y="3372"/>
                </a:cubicBezTo>
                <a:cubicBezTo>
                  <a:pt x="41977" y="4000"/>
                  <a:pt x="36376" y="19202"/>
                  <a:pt x="25089" y="48978"/>
                </a:cubicBezTo>
                <a:cubicBezTo>
                  <a:pt x="13716" y="78667"/>
                  <a:pt x="8001" y="93612"/>
                  <a:pt x="8001" y="93869"/>
                </a:cubicBezTo>
                <a:cubicBezTo>
                  <a:pt x="8001" y="94097"/>
                  <a:pt x="13716" y="109071"/>
                  <a:pt x="25089" y="138732"/>
                </a:cubicBezTo>
                <a:cubicBezTo>
                  <a:pt x="36376" y="168507"/>
                  <a:pt x="41977" y="183737"/>
                  <a:pt x="41977" y="184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F9A31-B332-434D-9F3C-46B25976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653" y="3792388"/>
            <a:ext cx="128245" cy="127102"/>
          </a:xfrm>
          <a:custGeom xmlns:a="http://schemas.openxmlformats.org/drawingml/2006/main">
            <a:pathLst>
              <a:path w="128245" h="127102">
                <a:moveTo>
                  <a:pt x="3572" y="45063"/>
                </a:moveTo>
                <a:cubicBezTo>
                  <a:pt x="1200" y="45063"/>
                  <a:pt x="0" y="44577"/>
                  <a:pt x="0" y="43548"/>
                </a:cubicBezTo>
                <a:cubicBezTo>
                  <a:pt x="0" y="42948"/>
                  <a:pt x="1000" y="39433"/>
                  <a:pt x="3029" y="33061"/>
                </a:cubicBezTo>
                <a:cubicBezTo>
                  <a:pt x="5029" y="26660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99" y="0"/>
                </a:lnTo>
                <a:lnTo>
                  <a:pt x="119786" y="0"/>
                </a:lnTo>
                <a:cubicBezTo>
                  <a:pt x="123787" y="0"/>
                  <a:pt x="126187" y="86"/>
                  <a:pt x="126930" y="200"/>
                </a:cubicBezTo>
                <a:cubicBezTo>
                  <a:pt x="127673" y="314"/>
                  <a:pt x="128102" y="886"/>
                  <a:pt x="128245" y="1886"/>
                </a:cubicBezTo>
                <a:cubicBezTo>
                  <a:pt x="128245" y="2629"/>
                  <a:pt x="127159" y="9773"/>
                  <a:pt x="125044" y="23289"/>
                </a:cubicBezTo>
                <a:cubicBezTo>
                  <a:pt x="122901" y="36805"/>
                  <a:pt x="121729" y="43634"/>
                  <a:pt x="121472" y="43748"/>
                </a:cubicBezTo>
                <a:cubicBezTo>
                  <a:pt x="121472" y="44634"/>
                  <a:pt x="120301" y="45063"/>
                  <a:pt x="117900" y="45063"/>
                </a:cubicBezTo>
                <a:cubicBezTo>
                  <a:pt x="116786" y="45063"/>
                  <a:pt x="116014" y="45063"/>
                  <a:pt x="115672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48"/>
                </a:lnTo>
                <a:cubicBezTo>
                  <a:pt x="114157" y="42805"/>
                  <a:pt x="114529" y="40005"/>
                  <a:pt x="115272" y="35119"/>
                </a:cubicBezTo>
                <a:cubicBezTo>
                  <a:pt x="116014" y="30232"/>
                  <a:pt x="116415" y="26403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57" y="11459"/>
                  <a:pt x="108899" y="9887"/>
                  <a:pt x="103642" y="9030"/>
                </a:cubicBezTo>
                <a:cubicBezTo>
                  <a:pt x="103013" y="8915"/>
                  <a:pt x="99384" y="8773"/>
                  <a:pt x="92754" y="8658"/>
                </a:cubicBezTo>
                <a:cubicBezTo>
                  <a:pt x="86982" y="8658"/>
                  <a:pt x="83353" y="8715"/>
                  <a:pt x="81867" y="8830"/>
                </a:cubicBezTo>
                <a:cubicBezTo>
                  <a:pt x="80353" y="8944"/>
                  <a:pt x="79238" y="9458"/>
                  <a:pt x="78496" y="10344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407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52" y="118472"/>
                  <a:pt x="75095" y="118529"/>
                  <a:pt x="76238" y="118672"/>
                </a:cubicBezTo>
                <a:cubicBezTo>
                  <a:pt x="77353" y="118786"/>
                  <a:pt x="77924" y="119358"/>
                  <a:pt x="77924" y="120358"/>
                </a:cubicBezTo>
                <a:cubicBezTo>
                  <a:pt x="77924" y="120958"/>
                  <a:pt x="77724" y="121844"/>
                  <a:pt x="77353" y="122987"/>
                </a:cubicBezTo>
                <a:cubicBezTo>
                  <a:pt x="76867" y="125244"/>
                  <a:pt x="76295" y="126530"/>
                  <a:pt x="75667" y="126930"/>
                </a:cubicBezTo>
                <a:lnTo>
                  <a:pt x="75295" y="127102"/>
                </a:lnTo>
                <a:cubicBezTo>
                  <a:pt x="74924" y="127102"/>
                  <a:pt x="74495" y="127102"/>
                  <a:pt x="73981" y="127102"/>
                </a:cubicBezTo>
                <a:cubicBezTo>
                  <a:pt x="73352" y="127102"/>
                  <a:pt x="70094" y="127044"/>
                  <a:pt x="64208" y="126930"/>
                </a:cubicBezTo>
                <a:cubicBezTo>
                  <a:pt x="58322" y="126787"/>
                  <a:pt x="49892" y="126730"/>
                  <a:pt x="38862" y="126730"/>
                </a:cubicBezTo>
                <a:cubicBezTo>
                  <a:pt x="22746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86" y="123930"/>
                  <a:pt x="4515" y="122044"/>
                </a:cubicBezTo>
                <a:cubicBezTo>
                  <a:pt x="5029" y="120415"/>
                  <a:pt x="5658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89" y="117900"/>
                  <a:pt x="31547" y="116786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804" y="112843"/>
                </a:cubicBezTo>
                <a:cubicBezTo>
                  <a:pt x="34433" y="110700"/>
                  <a:pt x="36919" y="100898"/>
                  <a:pt x="41319" y="83353"/>
                </a:cubicBezTo>
                <a:cubicBezTo>
                  <a:pt x="43434" y="74838"/>
                  <a:pt x="45206" y="67894"/>
                  <a:pt x="46577" y="62522"/>
                </a:cubicBezTo>
                <a:cubicBezTo>
                  <a:pt x="55321" y="28118"/>
                  <a:pt x="59722" y="10516"/>
                  <a:pt x="59722" y="9773"/>
                </a:cubicBezTo>
                <a:cubicBezTo>
                  <a:pt x="59722" y="9144"/>
                  <a:pt x="57893" y="8830"/>
                  <a:pt x="54264" y="8830"/>
                </a:cubicBezTo>
                <a:lnTo>
                  <a:pt x="48463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87" y="28804"/>
                  <a:pt x="8658" y="39433"/>
                </a:cubicBezTo>
                <a:cubicBezTo>
                  <a:pt x="7772" y="42177"/>
                  <a:pt x="7144" y="43805"/>
                  <a:pt x="6772" y="44320"/>
                </a:cubicBezTo>
                <a:cubicBezTo>
                  <a:pt x="6401" y="44834"/>
                  <a:pt x="5515" y="45063"/>
                  <a:pt x="4143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7A683-C3D6-43B0-93FF-3B05BD1E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653" y="3792388"/>
            <a:ext cx="128245" cy="127102"/>
          </a:xfrm>
          <a:custGeom xmlns:a="http://schemas.openxmlformats.org/drawingml/2006/main">
            <a:pathLst>
              <a:path w="128245" h="127102" fill="none">
                <a:moveTo>
                  <a:pt x="3572" y="45063"/>
                </a:moveTo>
                <a:cubicBezTo>
                  <a:pt x="1200" y="45063"/>
                  <a:pt x="0" y="44577"/>
                  <a:pt x="0" y="43548"/>
                </a:cubicBezTo>
                <a:cubicBezTo>
                  <a:pt x="0" y="42948"/>
                  <a:pt x="1000" y="39433"/>
                  <a:pt x="3029" y="33061"/>
                </a:cubicBezTo>
                <a:cubicBezTo>
                  <a:pt x="5029" y="26660"/>
                  <a:pt x="7144" y="20345"/>
                  <a:pt x="9401" y="14087"/>
                </a:cubicBezTo>
                <a:lnTo>
                  <a:pt x="12602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99" y="0"/>
                </a:lnTo>
                <a:lnTo>
                  <a:pt x="119786" y="0"/>
                </a:lnTo>
                <a:cubicBezTo>
                  <a:pt x="123787" y="0"/>
                  <a:pt x="126187" y="86"/>
                  <a:pt x="126930" y="200"/>
                </a:cubicBezTo>
                <a:cubicBezTo>
                  <a:pt x="127673" y="314"/>
                  <a:pt x="128102" y="886"/>
                  <a:pt x="128245" y="1886"/>
                </a:cubicBezTo>
                <a:cubicBezTo>
                  <a:pt x="128245" y="2629"/>
                  <a:pt x="127159" y="9773"/>
                  <a:pt x="125044" y="23289"/>
                </a:cubicBezTo>
                <a:cubicBezTo>
                  <a:pt x="122901" y="36805"/>
                  <a:pt x="121729" y="43634"/>
                  <a:pt x="121472" y="43748"/>
                </a:cubicBezTo>
                <a:cubicBezTo>
                  <a:pt x="121472" y="44634"/>
                  <a:pt x="120301" y="45063"/>
                  <a:pt x="117900" y="45063"/>
                </a:cubicBezTo>
                <a:cubicBezTo>
                  <a:pt x="116786" y="45063"/>
                  <a:pt x="116014" y="45063"/>
                  <a:pt x="115672" y="45063"/>
                </a:cubicBezTo>
                <a:cubicBezTo>
                  <a:pt x="115272" y="45063"/>
                  <a:pt x="114900" y="44748"/>
                  <a:pt x="114529" y="44120"/>
                </a:cubicBezTo>
                <a:lnTo>
                  <a:pt x="114157" y="43548"/>
                </a:lnTo>
                <a:cubicBezTo>
                  <a:pt x="114157" y="42805"/>
                  <a:pt x="114529" y="40005"/>
                  <a:pt x="115272" y="35119"/>
                </a:cubicBezTo>
                <a:cubicBezTo>
                  <a:pt x="116014" y="30232"/>
                  <a:pt x="116415" y="26403"/>
                  <a:pt x="116415" y="23660"/>
                </a:cubicBezTo>
                <a:cubicBezTo>
                  <a:pt x="116415" y="19288"/>
                  <a:pt x="115586" y="15973"/>
                  <a:pt x="113957" y="13716"/>
                </a:cubicBezTo>
                <a:cubicBezTo>
                  <a:pt x="112357" y="11459"/>
                  <a:pt x="108899" y="9887"/>
                  <a:pt x="103642" y="9030"/>
                </a:cubicBezTo>
                <a:cubicBezTo>
                  <a:pt x="103013" y="8915"/>
                  <a:pt x="99384" y="8773"/>
                  <a:pt x="92754" y="8658"/>
                </a:cubicBezTo>
                <a:cubicBezTo>
                  <a:pt x="86982" y="8658"/>
                  <a:pt x="83353" y="8715"/>
                  <a:pt x="81867" y="8830"/>
                </a:cubicBezTo>
                <a:cubicBezTo>
                  <a:pt x="80353" y="8944"/>
                  <a:pt x="79238" y="9458"/>
                  <a:pt x="78496" y="10344"/>
                </a:cubicBezTo>
                <a:cubicBezTo>
                  <a:pt x="78353" y="10458"/>
                  <a:pt x="73924" y="27918"/>
                  <a:pt x="65151" y="62722"/>
                </a:cubicBezTo>
                <a:cubicBezTo>
                  <a:pt x="56407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52" y="118472"/>
                  <a:pt x="75095" y="118529"/>
                  <a:pt x="76238" y="118672"/>
                </a:cubicBezTo>
                <a:cubicBezTo>
                  <a:pt x="77353" y="118786"/>
                  <a:pt x="77924" y="119358"/>
                  <a:pt x="77924" y="120358"/>
                </a:cubicBezTo>
                <a:cubicBezTo>
                  <a:pt x="77924" y="120958"/>
                  <a:pt x="77724" y="121844"/>
                  <a:pt x="77353" y="122987"/>
                </a:cubicBezTo>
                <a:cubicBezTo>
                  <a:pt x="76867" y="125244"/>
                  <a:pt x="76295" y="126530"/>
                  <a:pt x="75667" y="126930"/>
                </a:cubicBezTo>
                <a:lnTo>
                  <a:pt x="75295" y="127102"/>
                </a:lnTo>
                <a:cubicBezTo>
                  <a:pt x="74924" y="127102"/>
                  <a:pt x="74495" y="127102"/>
                  <a:pt x="73981" y="127102"/>
                </a:cubicBezTo>
                <a:cubicBezTo>
                  <a:pt x="73352" y="127102"/>
                  <a:pt x="70094" y="127044"/>
                  <a:pt x="64208" y="126930"/>
                </a:cubicBezTo>
                <a:cubicBezTo>
                  <a:pt x="58322" y="126787"/>
                  <a:pt x="49892" y="126730"/>
                  <a:pt x="38862" y="126730"/>
                </a:cubicBezTo>
                <a:cubicBezTo>
                  <a:pt x="22746" y="126730"/>
                  <a:pt x="12459" y="126844"/>
                  <a:pt x="8087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86" y="123930"/>
                  <a:pt x="4515" y="122044"/>
                </a:cubicBezTo>
                <a:cubicBezTo>
                  <a:pt x="5029" y="120415"/>
                  <a:pt x="5658" y="119215"/>
                  <a:pt x="6401" y="118472"/>
                </a:cubicBezTo>
                <a:lnTo>
                  <a:pt x="11659" y="118472"/>
                </a:lnTo>
                <a:lnTo>
                  <a:pt x="13716" y="118472"/>
                </a:lnTo>
                <a:cubicBezTo>
                  <a:pt x="23717" y="118472"/>
                  <a:pt x="29689" y="117900"/>
                  <a:pt x="31547" y="116786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804" y="112843"/>
                </a:cubicBezTo>
                <a:cubicBezTo>
                  <a:pt x="34433" y="110700"/>
                  <a:pt x="36919" y="100898"/>
                  <a:pt x="41319" y="83353"/>
                </a:cubicBezTo>
                <a:cubicBezTo>
                  <a:pt x="43434" y="74838"/>
                  <a:pt x="45206" y="67894"/>
                  <a:pt x="46577" y="62522"/>
                </a:cubicBezTo>
                <a:cubicBezTo>
                  <a:pt x="55321" y="28118"/>
                  <a:pt x="59722" y="10516"/>
                  <a:pt x="59722" y="9773"/>
                </a:cubicBezTo>
                <a:cubicBezTo>
                  <a:pt x="59722" y="9144"/>
                  <a:pt x="57893" y="8830"/>
                  <a:pt x="54264" y="8830"/>
                </a:cubicBezTo>
                <a:lnTo>
                  <a:pt x="48463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917" y="13773"/>
                  <a:pt x="18774" y="17659"/>
                </a:cubicBezTo>
                <a:cubicBezTo>
                  <a:pt x="15659" y="21546"/>
                  <a:pt x="12287" y="28804"/>
                  <a:pt x="8658" y="39433"/>
                </a:cubicBezTo>
                <a:cubicBezTo>
                  <a:pt x="7772" y="42177"/>
                  <a:pt x="7144" y="43805"/>
                  <a:pt x="6772" y="44320"/>
                </a:cubicBezTo>
                <a:cubicBezTo>
                  <a:pt x="6401" y="44834"/>
                  <a:pt x="5515" y="45063"/>
                  <a:pt x="4143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700EF-ED05-4A5A-A007-F07C4254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725" y="3888915"/>
            <a:ext cx="51864" cy="60208"/>
          </a:xfrm>
          <a:custGeom xmlns:a="http://schemas.openxmlformats.org/drawingml/2006/main">
            <a:pathLst>
              <a:path w="51864" h="60208">
                <a:moveTo>
                  <a:pt x="0" y="36433"/>
                </a:moveTo>
                <a:cubicBezTo>
                  <a:pt x="0" y="31404"/>
                  <a:pt x="829" y="26803"/>
                  <a:pt x="2515" y="22631"/>
                </a:cubicBezTo>
                <a:cubicBezTo>
                  <a:pt x="4201" y="18488"/>
                  <a:pt x="6372" y="15030"/>
                  <a:pt x="9030" y="12287"/>
                </a:cubicBezTo>
                <a:cubicBezTo>
                  <a:pt x="11687" y="9544"/>
                  <a:pt x="14659" y="7229"/>
                  <a:pt x="17917" y="5372"/>
                </a:cubicBezTo>
                <a:cubicBezTo>
                  <a:pt x="21203" y="3515"/>
                  <a:pt x="24289" y="2143"/>
                  <a:pt x="27232" y="1257"/>
                </a:cubicBezTo>
                <a:cubicBezTo>
                  <a:pt x="30118" y="371"/>
                  <a:pt x="32918" y="0"/>
                  <a:pt x="35576" y="86"/>
                </a:cubicBezTo>
                <a:lnTo>
                  <a:pt x="35976" y="86"/>
                </a:lnTo>
                <a:cubicBezTo>
                  <a:pt x="39948" y="86"/>
                  <a:pt x="43405" y="1057"/>
                  <a:pt x="46320" y="3000"/>
                </a:cubicBezTo>
                <a:cubicBezTo>
                  <a:pt x="49263" y="4943"/>
                  <a:pt x="50692" y="7801"/>
                  <a:pt x="50692" y="11630"/>
                </a:cubicBezTo>
                <a:cubicBezTo>
                  <a:pt x="50692" y="19574"/>
                  <a:pt x="45806" y="24803"/>
                  <a:pt x="35976" y="27289"/>
                </a:cubicBezTo>
                <a:cubicBezTo>
                  <a:pt x="31633" y="28432"/>
                  <a:pt x="25717" y="29061"/>
                  <a:pt x="18174" y="29146"/>
                </a:cubicBezTo>
                <a:cubicBezTo>
                  <a:pt x="14916" y="29146"/>
                  <a:pt x="13230" y="29232"/>
                  <a:pt x="13144" y="29404"/>
                </a:cubicBezTo>
                <a:cubicBezTo>
                  <a:pt x="13144" y="29575"/>
                  <a:pt x="12887" y="31118"/>
                  <a:pt x="12344" y="34061"/>
                </a:cubicBezTo>
                <a:cubicBezTo>
                  <a:pt x="11801" y="36976"/>
                  <a:pt x="11516" y="39548"/>
                  <a:pt x="11430" y="41748"/>
                </a:cubicBezTo>
                <a:cubicBezTo>
                  <a:pt x="11430" y="45920"/>
                  <a:pt x="12344" y="49178"/>
                  <a:pt x="14202" y="51578"/>
                </a:cubicBezTo>
                <a:cubicBezTo>
                  <a:pt x="16059" y="53950"/>
                  <a:pt x="18859" y="55207"/>
                  <a:pt x="22574" y="55293"/>
                </a:cubicBezTo>
                <a:cubicBezTo>
                  <a:pt x="26289" y="55378"/>
                  <a:pt x="30404" y="54550"/>
                  <a:pt x="34919" y="52749"/>
                </a:cubicBezTo>
                <a:cubicBezTo>
                  <a:pt x="39433" y="51006"/>
                  <a:pt x="43491" y="48063"/>
                  <a:pt x="47120" y="44006"/>
                </a:cubicBezTo>
                <a:cubicBezTo>
                  <a:pt x="47920" y="43120"/>
                  <a:pt x="48435" y="42691"/>
                  <a:pt x="48720" y="42691"/>
                </a:cubicBezTo>
                <a:cubicBezTo>
                  <a:pt x="49063" y="42691"/>
                  <a:pt x="49635" y="43063"/>
                  <a:pt x="50435" y="43863"/>
                </a:cubicBezTo>
                <a:cubicBezTo>
                  <a:pt x="51235" y="44663"/>
                  <a:pt x="51692" y="45291"/>
                  <a:pt x="51749" y="45720"/>
                </a:cubicBezTo>
                <a:cubicBezTo>
                  <a:pt x="51864" y="46177"/>
                  <a:pt x="51464" y="46892"/>
                  <a:pt x="50578" y="47863"/>
                </a:cubicBezTo>
                <a:cubicBezTo>
                  <a:pt x="49692" y="48835"/>
                  <a:pt x="48349" y="50035"/>
                  <a:pt x="46606" y="51435"/>
                </a:cubicBezTo>
                <a:cubicBezTo>
                  <a:pt x="44834" y="52864"/>
                  <a:pt x="42777" y="54235"/>
                  <a:pt x="40491" y="55550"/>
                </a:cubicBezTo>
                <a:cubicBezTo>
                  <a:pt x="38176" y="56893"/>
                  <a:pt x="35404" y="57979"/>
                  <a:pt x="32118" y="58865"/>
                </a:cubicBezTo>
                <a:cubicBezTo>
                  <a:pt x="28861" y="59750"/>
                  <a:pt x="25489" y="60208"/>
                  <a:pt x="22031" y="60208"/>
                </a:cubicBezTo>
                <a:cubicBezTo>
                  <a:pt x="15059" y="60208"/>
                  <a:pt x="9658" y="57864"/>
                  <a:pt x="5829" y="53150"/>
                </a:cubicBezTo>
                <a:cubicBezTo>
                  <a:pt x="2029" y="48463"/>
                  <a:pt x="86" y="42891"/>
                  <a:pt x="0" y="36433"/>
                </a:cubicBezTo>
                <a:close/>
                <a:moveTo>
                  <a:pt x="44348" y="11887"/>
                </a:moveTo>
                <a:cubicBezTo>
                  <a:pt x="43805" y="7287"/>
                  <a:pt x="40805" y="5001"/>
                  <a:pt x="35319" y="5001"/>
                </a:cubicBezTo>
                <a:cubicBezTo>
                  <a:pt x="32375" y="5001"/>
                  <a:pt x="29689" y="5601"/>
                  <a:pt x="27232" y="6829"/>
                </a:cubicBezTo>
                <a:cubicBezTo>
                  <a:pt x="24746" y="8087"/>
                  <a:pt x="22746" y="9573"/>
                  <a:pt x="21260" y="11344"/>
                </a:cubicBezTo>
                <a:cubicBezTo>
                  <a:pt x="19745" y="13116"/>
                  <a:pt x="18459" y="14945"/>
                  <a:pt x="17402" y="16802"/>
                </a:cubicBezTo>
                <a:cubicBezTo>
                  <a:pt x="16345" y="18659"/>
                  <a:pt x="15631" y="20260"/>
                  <a:pt x="15288" y="21574"/>
                </a:cubicBezTo>
                <a:cubicBezTo>
                  <a:pt x="14916" y="22889"/>
                  <a:pt x="14688" y="23746"/>
                  <a:pt x="14602" y="24089"/>
                </a:cubicBezTo>
                <a:cubicBezTo>
                  <a:pt x="14602" y="24174"/>
                  <a:pt x="15488" y="24232"/>
                  <a:pt x="17259" y="24232"/>
                </a:cubicBezTo>
                <a:cubicBezTo>
                  <a:pt x="27261" y="24232"/>
                  <a:pt x="34261" y="23174"/>
                  <a:pt x="38233" y="21031"/>
                </a:cubicBezTo>
                <a:cubicBezTo>
                  <a:pt x="42205" y="18917"/>
                  <a:pt x="44263" y="15859"/>
                  <a:pt x="44348" y="1188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441EA-4128-4BD9-9450-1A15EAF7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725" y="3888915"/>
            <a:ext cx="51864" cy="60208"/>
          </a:xfrm>
          <a:custGeom xmlns:a="http://schemas.openxmlformats.org/drawingml/2006/main">
            <a:pathLst>
              <a:path w="51864" h="60208" fill="none">
                <a:moveTo>
                  <a:pt x="0" y="36433"/>
                </a:moveTo>
                <a:cubicBezTo>
                  <a:pt x="0" y="31404"/>
                  <a:pt x="829" y="26803"/>
                  <a:pt x="2515" y="22631"/>
                </a:cubicBezTo>
                <a:cubicBezTo>
                  <a:pt x="4201" y="18488"/>
                  <a:pt x="6372" y="15030"/>
                  <a:pt x="9030" y="12287"/>
                </a:cubicBezTo>
                <a:cubicBezTo>
                  <a:pt x="11687" y="9544"/>
                  <a:pt x="14659" y="7229"/>
                  <a:pt x="17917" y="5372"/>
                </a:cubicBezTo>
                <a:cubicBezTo>
                  <a:pt x="21203" y="3515"/>
                  <a:pt x="24289" y="2143"/>
                  <a:pt x="27232" y="1257"/>
                </a:cubicBezTo>
                <a:cubicBezTo>
                  <a:pt x="30118" y="371"/>
                  <a:pt x="32918" y="0"/>
                  <a:pt x="35576" y="86"/>
                </a:cubicBezTo>
                <a:lnTo>
                  <a:pt x="35976" y="86"/>
                </a:lnTo>
                <a:cubicBezTo>
                  <a:pt x="39948" y="86"/>
                  <a:pt x="43405" y="1057"/>
                  <a:pt x="46320" y="3000"/>
                </a:cubicBezTo>
                <a:cubicBezTo>
                  <a:pt x="49263" y="4943"/>
                  <a:pt x="50692" y="7801"/>
                  <a:pt x="50692" y="11630"/>
                </a:cubicBezTo>
                <a:cubicBezTo>
                  <a:pt x="50692" y="19574"/>
                  <a:pt x="45806" y="24803"/>
                  <a:pt x="35976" y="27289"/>
                </a:cubicBezTo>
                <a:cubicBezTo>
                  <a:pt x="31633" y="28432"/>
                  <a:pt x="25717" y="29061"/>
                  <a:pt x="18174" y="29146"/>
                </a:cubicBezTo>
                <a:cubicBezTo>
                  <a:pt x="14916" y="29146"/>
                  <a:pt x="13230" y="29232"/>
                  <a:pt x="13144" y="29404"/>
                </a:cubicBezTo>
                <a:cubicBezTo>
                  <a:pt x="13144" y="29575"/>
                  <a:pt x="12887" y="31118"/>
                  <a:pt x="12344" y="34061"/>
                </a:cubicBezTo>
                <a:cubicBezTo>
                  <a:pt x="11801" y="36976"/>
                  <a:pt x="11516" y="39548"/>
                  <a:pt x="11430" y="41748"/>
                </a:cubicBezTo>
                <a:cubicBezTo>
                  <a:pt x="11430" y="45920"/>
                  <a:pt x="12344" y="49178"/>
                  <a:pt x="14202" y="51578"/>
                </a:cubicBezTo>
                <a:cubicBezTo>
                  <a:pt x="16059" y="53950"/>
                  <a:pt x="18859" y="55207"/>
                  <a:pt x="22574" y="55293"/>
                </a:cubicBezTo>
                <a:cubicBezTo>
                  <a:pt x="26289" y="55378"/>
                  <a:pt x="30404" y="54550"/>
                  <a:pt x="34919" y="52749"/>
                </a:cubicBezTo>
                <a:cubicBezTo>
                  <a:pt x="39433" y="51006"/>
                  <a:pt x="43491" y="48063"/>
                  <a:pt x="47120" y="44006"/>
                </a:cubicBezTo>
                <a:cubicBezTo>
                  <a:pt x="47920" y="43120"/>
                  <a:pt x="48435" y="42691"/>
                  <a:pt x="48720" y="42691"/>
                </a:cubicBezTo>
                <a:cubicBezTo>
                  <a:pt x="49063" y="42691"/>
                  <a:pt x="49635" y="43063"/>
                  <a:pt x="50435" y="43863"/>
                </a:cubicBezTo>
                <a:cubicBezTo>
                  <a:pt x="51235" y="44663"/>
                  <a:pt x="51692" y="45291"/>
                  <a:pt x="51749" y="45720"/>
                </a:cubicBezTo>
                <a:cubicBezTo>
                  <a:pt x="51864" y="46177"/>
                  <a:pt x="51464" y="46892"/>
                  <a:pt x="50578" y="47863"/>
                </a:cubicBezTo>
                <a:cubicBezTo>
                  <a:pt x="49692" y="48835"/>
                  <a:pt x="48349" y="50035"/>
                  <a:pt x="46606" y="51435"/>
                </a:cubicBezTo>
                <a:cubicBezTo>
                  <a:pt x="44834" y="52864"/>
                  <a:pt x="42777" y="54235"/>
                  <a:pt x="40491" y="55550"/>
                </a:cubicBezTo>
                <a:cubicBezTo>
                  <a:pt x="38176" y="56893"/>
                  <a:pt x="35404" y="57979"/>
                  <a:pt x="32118" y="58865"/>
                </a:cubicBezTo>
                <a:cubicBezTo>
                  <a:pt x="28861" y="59750"/>
                  <a:pt x="25489" y="60208"/>
                  <a:pt x="22031" y="60208"/>
                </a:cubicBezTo>
                <a:cubicBezTo>
                  <a:pt x="15059" y="60208"/>
                  <a:pt x="9658" y="57864"/>
                  <a:pt x="5829" y="53150"/>
                </a:cubicBezTo>
                <a:cubicBezTo>
                  <a:pt x="2029" y="48463"/>
                  <a:pt x="86" y="42891"/>
                  <a:pt x="0" y="36433"/>
                </a:cubicBezTo>
                <a:close/>
                <a:moveTo>
                  <a:pt x="44348" y="11887"/>
                </a:moveTo>
                <a:cubicBezTo>
                  <a:pt x="43805" y="7287"/>
                  <a:pt x="40805" y="5001"/>
                  <a:pt x="35319" y="5001"/>
                </a:cubicBezTo>
                <a:cubicBezTo>
                  <a:pt x="32375" y="5001"/>
                  <a:pt x="29689" y="5601"/>
                  <a:pt x="27232" y="6829"/>
                </a:cubicBezTo>
                <a:cubicBezTo>
                  <a:pt x="24746" y="8087"/>
                  <a:pt x="22746" y="9573"/>
                  <a:pt x="21260" y="11344"/>
                </a:cubicBezTo>
                <a:cubicBezTo>
                  <a:pt x="19745" y="13116"/>
                  <a:pt x="18459" y="14945"/>
                  <a:pt x="17402" y="16802"/>
                </a:cubicBezTo>
                <a:cubicBezTo>
                  <a:pt x="16345" y="18659"/>
                  <a:pt x="15631" y="20260"/>
                  <a:pt x="15288" y="21574"/>
                </a:cubicBezTo>
                <a:cubicBezTo>
                  <a:pt x="14916" y="22889"/>
                  <a:pt x="14688" y="23746"/>
                  <a:pt x="14602" y="24089"/>
                </a:cubicBezTo>
                <a:cubicBezTo>
                  <a:pt x="14602" y="24174"/>
                  <a:pt x="15488" y="24232"/>
                  <a:pt x="17259" y="24232"/>
                </a:cubicBezTo>
                <a:cubicBezTo>
                  <a:pt x="27261" y="24232"/>
                  <a:pt x="34261" y="23174"/>
                  <a:pt x="38233" y="21031"/>
                </a:cubicBezTo>
                <a:cubicBezTo>
                  <a:pt x="42205" y="18917"/>
                  <a:pt x="44263" y="15859"/>
                  <a:pt x="44348" y="118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B9944-9970-4C36-B06A-B742ED50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449" y="3896773"/>
            <a:ext cx="24775" cy="59265"/>
          </a:xfrm>
          <a:custGeom xmlns:a="http://schemas.openxmlformats.org/drawingml/2006/main">
            <a:pathLst>
              <a:path w="24775" h="59265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43"/>
                  <a:pt x="7687" y="0"/>
                  <a:pt x="11059" y="0"/>
                </a:cubicBezTo>
                <a:cubicBezTo>
                  <a:pt x="14573" y="0"/>
                  <a:pt x="17688" y="1572"/>
                  <a:pt x="20460" y="4686"/>
                </a:cubicBezTo>
                <a:cubicBezTo>
                  <a:pt x="23203" y="7830"/>
                  <a:pt x="24660" y="13345"/>
                  <a:pt x="24775" y="21203"/>
                </a:cubicBezTo>
                <a:cubicBezTo>
                  <a:pt x="24775" y="25603"/>
                  <a:pt x="24203" y="29861"/>
                  <a:pt x="23089" y="33976"/>
                </a:cubicBezTo>
                <a:cubicBezTo>
                  <a:pt x="21974" y="38119"/>
                  <a:pt x="20631" y="41691"/>
                  <a:pt x="19145" y="44691"/>
                </a:cubicBezTo>
                <a:cubicBezTo>
                  <a:pt x="17631" y="47692"/>
                  <a:pt x="16002" y="50263"/>
                  <a:pt x="14259" y="52378"/>
                </a:cubicBezTo>
                <a:cubicBezTo>
                  <a:pt x="12516" y="54521"/>
                  <a:pt x="11001" y="56207"/>
                  <a:pt x="9744" y="57436"/>
                </a:cubicBezTo>
                <a:cubicBezTo>
                  <a:pt x="8487" y="58693"/>
                  <a:pt x="7687" y="59265"/>
                  <a:pt x="7315" y="59150"/>
                </a:cubicBezTo>
                <a:cubicBezTo>
                  <a:pt x="6801" y="59150"/>
                  <a:pt x="6001" y="58579"/>
                  <a:pt x="4858" y="57436"/>
                </a:cubicBezTo>
                <a:cubicBezTo>
                  <a:pt x="3743" y="56321"/>
                  <a:pt x="3172" y="55493"/>
                  <a:pt x="3172" y="55007"/>
                </a:cubicBezTo>
                <a:cubicBezTo>
                  <a:pt x="3172" y="54521"/>
                  <a:pt x="3858" y="53521"/>
                  <a:pt x="5258" y="52006"/>
                </a:cubicBezTo>
                <a:cubicBezTo>
                  <a:pt x="6629" y="50492"/>
                  <a:pt x="8172" y="48635"/>
                  <a:pt x="9944" y="46377"/>
                </a:cubicBezTo>
                <a:cubicBezTo>
                  <a:pt x="11687" y="44120"/>
                  <a:pt x="13316" y="41005"/>
                  <a:pt x="14830" y="36976"/>
                </a:cubicBezTo>
                <a:cubicBezTo>
                  <a:pt x="16316" y="32976"/>
                  <a:pt x="17316" y="28404"/>
                  <a:pt x="17831" y="23289"/>
                </a:cubicBezTo>
                <a:lnTo>
                  <a:pt x="17831" y="21031"/>
                </a:lnTo>
                <a:lnTo>
                  <a:pt x="17631" y="21203"/>
                </a:lnTo>
                <a:cubicBezTo>
                  <a:pt x="17374" y="21346"/>
                  <a:pt x="17059" y="21460"/>
                  <a:pt x="16716" y="21603"/>
                </a:cubicBezTo>
                <a:cubicBezTo>
                  <a:pt x="16316" y="21717"/>
                  <a:pt x="15945" y="21917"/>
                  <a:pt x="15573" y="22146"/>
                </a:cubicBezTo>
                <a:cubicBezTo>
                  <a:pt x="15202" y="22403"/>
                  <a:pt x="14630" y="22546"/>
                  <a:pt x="13887" y="22546"/>
                </a:cubicBezTo>
                <a:cubicBezTo>
                  <a:pt x="13144" y="22546"/>
                  <a:pt x="12373" y="22603"/>
                  <a:pt x="11630" y="22717"/>
                </a:cubicBezTo>
                <a:cubicBezTo>
                  <a:pt x="8258" y="22717"/>
                  <a:pt x="5486" y="21660"/>
                  <a:pt x="3372" y="19545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CB562-FA3A-4855-A2DD-3D68E41E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449" y="3896773"/>
            <a:ext cx="24775" cy="59265"/>
          </a:xfrm>
          <a:custGeom xmlns:a="http://schemas.openxmlformats.org/drawingml/2006/main">
            <a:pathLst>
              <a:path w="24775" h="59265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43"/>
                  <a:pt x="7687" y="0"/>
                  <a:pt x="11059" y="0"/>
                </a:cubicBezTo>
                <a:cubicBezTo>
                  <a:pt x="14573" y="0"/>
                  <a:pt x="17688" y="1572"/>
                  <a:pt x="20460" y="4686"/>
                </a:cubicBezTo>
                <a:cubicBezTo>
                  <a:pt x="23203" y="7830"/>
                  <a:pt x="24660" y="13345"/>
                  <a:pt x="24775" y="21203"/>
                </a:cubicBezTo>
                <a:cubicBezTo>
                  <a:pt x="24775" y="25603"/>
                  <a:pt x="24203" y="29861"/>
                  <a:pt x="23089" y="33976"/>
                </a:cubicBezTo>
                <a:cubicBezTo>
                  <a:pt x="21974" y="38119"/>
                  <a:pt x="20631" y="41691"/>
                  <a:pt x="19145" y="44691"/>
                </a:cubicBezTo>
                <a:cubicBezTo>
                  <a:pt x="17631" y="47692"/>
                  <a:pt x="16002" y="50263"/>
                  <a:pt x="14259" y="52378"/>
                </a:cubicBezTo>
                <a:cubicBezTo>
                  <a:pt x="12516" y="54521"/>
                  <a:pt x="11001" y="56207"/>
                  <a:pt x="9744" y="57436"/>
                </a:cubicBezTo>
                <a:cubicBezTo>
                  <a:pt x="8487" y="58693"/>
                  <a:pt x="7687" y="59265"/>
                  <a:pt x="7315" y="59150"/>
                </a:cubicBezTo>
                <a:cubicBezTo>
                  <a:pt x="6801" y="59150"/>
                  <a:pt x="6001" y="58579"/>
                  <a:pt x="4858" y="57436"/>
                </a:cubicBezTo>
                <a:cubicBezTo>
                  <a:pt x="3743" y="56321"/>
                  <a:pt x="3172" y="55493"/>
                  <a:pt x="3172" y="55007"/>
                </a:cubicBezTo>
                <a:cubicBezTo>
                  <a:pt x="3172" y="54521"/>
                  <a:pt x="3858" y="53521"/>
                  <a:pt x="5258" y="52006"/>
                </a:cubicBezTo>
                <a:cubicBezTo>
                  <a:pt x="6629" y="50492"/>
                  <a:pt x="8172" y="48635"/>
                  <a:pt x="9944" y="46377"/>
                </a:cubicBezTo>
                <a:cubicBezTo>
                  <a:pt x="11687" y="44120"/>
                  <a:pt x="13316" y="41005"/>
                  <a:pt x="14830" y="36976"/>
                </a:cubicBezTo>
                <a:cubicBezTo>
                  <a:pt x="16316" y="32976"/>
                  <a:pt x="17316" y="28404"/>
                  <a:pt x="17831" y="23289"/>
                </a:cubicBezTo>
                <a:lnTo>
                  <a:pt x="17831" y="21031"/>
                </a:lnTo>
                <a:lnTo>
                  <a:pt x="17631" y="21203"/>
                </a:lnTo>
                <a:cubicBezTo>
                  <a:pt x="17374" y="21346"/>
                  <a:pt x="17059" y="21460"/>
                  <a:pt x="16716" y="21603"/>
                </a:cubicBezTo>
                <a:cubicBezTo>
                  <a:pt x="16316" y="21717"/>
                  <a:pt x="15945" y="21917"/>
                  <a:pt x="15573" y="22146"/>
                </a:cubicBezTo>
                <a:cubicBezTo>
                  <a:pt x="15202" y="22403"/>
                  <a:pt x="14630" y="22546"/>
                  <a:pt x="13887" y="22546"/>
                </a:cubicBezTo>
                <a:cubicBezTo>
                  <a:pt x="13144" y="22546"/>
                  <a:pt x="12373" y="22603"/>
                  <a:pt x="11630" y="22717"/>
                </a:cubicBezTo>
                <a:cubicBezTo>
                  <a:pt x="8258" y="22717"/>
                  <a:pt x="5486" y="21660"/>
                  <a:pt x="3372" y="19545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DADE7-75B3-4E70-ACE3-A6A1C929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658" y="3836508"/>
            <a:ext cx="74295" cy="85296"/>
          </a:xfrm>
          <a:custGeom xmlns:a="http://schemas.openxmlformats.org/drawingml/2006/main">
            <a:pathLst>
              <a:path w="74295" h="85296">
                <a:moveTo>
                  <a:pt x="0" y="53150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918" y="5458"/>
                  <a:pt x="38548" y="0"/>
                  <a:pt x="51064" y="0"/>
                </a:cubicBezTo>
                <a:cubicBezTo>
                  <a:pt x="58093" y="0"/>
                  <a:pt x="63579" y="1514"/>
                  <a:pt x="67580" y="4515"/>
                </a:cubicBezTo>
                <a:cubicBezTo>
                  <a:pt x="71609" y="7515"/>
                  <a:pt x="73666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37" y="29347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492" y="24489"/>
                  <a:pt x="53492" y="21974"/>
                </a:cubicBezTo>
                <a:cubicBezTo>
                  <a:pt x="53492" y="19460"/>
                  <a:pt x="54207" y="17345"/>
                  <a:pt x="55578" y="15602"/>
                </a:cubicBezTo>
                <a:cubicBezTo>
                  <a:pt x="56950" y="13830"/>
                  <a:pt x="58322" y="12516"/>
                  <a:pt x="59722" y="11659"/>
                </a:cubicBezTo>
                <a:cubicBezTo>
                  <a:pt x="61093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51" y="9887"/>
                  <a:pt x="61408" y="9401"/>
                </a:cubicBezTo>
                <a:cubicBezTo>
                  <a:pt x="60636" y="8887"/>
                  <a:pt x="59322" y="8401"/>
                  <a:pt x="57464" y="7887"/>
                </a:cubicBezTo>
                <a:cubicBezTo>
                  <a:pt x="55578" y="7401"/>
                  <a:pt x="53464" y="7144"/>
                  <a:pt x="51064" y="7144"/>
                </a:cubicBezTo>
                <a:cubicBezTo>
                  <a:pt x="47320" y="7144"/>
                  <a:pt x="43748" y="8001"/>
                  <a:pt x="40376" y="9773"/>
                </a:cubicBezTo>
                <a:cubicBezTo>
                  <a:pt x="37748" y="10887"/>
                  <a:pt x="35062" y="12830"/>
                  <a:pt x="32290" y="15602"/>
                </a:cubicBezTo>
                <a:cubicBezTo>
                  <a:pt x="26803" y="21088"/>
                  <a:pt x="22774" y="28861"/>
                  <a:pt x="20288" y="38862"/>
                </a:cubicBezTo>
                <a:cubicBezTo>
                  <a:pt x="17774" y="48863"/>
                  <a:pt x="16459" y="56150"/>
                  <a:pt x="16345" y="60636"/>
                </a:cubicBezTo>
                <a:cubicBezTo>
                  <a:pt x="16345" y="66408"/>
                  <a:pt x="17974" y="70723"/>
                  <a:pt x="21231" y="73609"/>
                </a:cubicBezTo>
                <a:cubicBezTo>
                  <a:pt x="23974" y="76610"/>
                  <a:pt x="27603" y="78095"/>
                  <a:pt x="32118" y="78095"/>
                </a:cubicBezTo>
                <a:lnTo>
                  <a:pt x="32861" y="78095"/>
                </a:lnTo>
                <a:cubicBezTo>
                  <a:pt x="46863" y="78095"/>
                  <a:pt x="58464" y="72781"/>
                  <a:pt x="67580" y="62151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52" y="60265"/>
                  <a:pt x="71152" y="60836"/>
                  <a:pt x="72266" y="61951"/>
                </a:cubicBezTo>
                <a:cubicBezTo>
                  <a:pt x="73409" y="63094"/>
                  <a:pt x="74038" y="63951"/>
                  <a:pt x="74181" y="64579"/>
                </a:cubicBezTo>
                <a:cubicBezTo>
                  <a:pt x="74295" y="65208"/>
                  <a:pt x="73723" y="66151"/>
                  <a:pt x="72466" y="67408"/>
                </a:cubicBezTo>
                <a:cubicBezTo>
                  <a:pt x="71209" y="68666"/>
                  <a:pt x="69409" y="70409"/>
                  <a:pt x="67037" y="72666"/>
                </a:cubicBezTo>
                <a:cubicBezTo>
                  <a:pt x="64637" y="74895"/>
                  <a:pt x="61836" y="76781"/>
                  <a:pt x="58579" y="78296"/>
                </a:cubicBezTo>
                <a:cubicBezTo>
                  <a:pt x="55321" y="79810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74" y="85039"/>
                  <a:pt x="14573" y="82039"/>
                  <a:pt x="8830" y="76038"/>
                </a:cubicBezTo>
                <a:cubicBezTo>
                  <a:pt x="3086" y="70037"/>
                  <a:pt x="114" y="62408"/>
                  <a:pt x="0" y="5315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759AD-B76A-41E3-9E5B-EE17D267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658" y="3836508"/>
            <a:ext cx="74295" cy="85296"/>
          </a:xfrm>
          <a:custGeom xmlns:a="http://schemas.openxmlformats.org/drawingml/2006/main">
            <a:pathLst>
              <a:path w="74295" h="85296" fill="none">
                <a:moveTo>
                  <a:pt x="0" y="53150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918" y="5458"/>
                  <a:pt x="38548" y="0"/>
                  <a:pt x="51064" y="0"/>
                </a:cubicBezTo>
                <a:cubicBezTo>
                  <a:pt x="58093" y="0"/>
                  <a:pt x="63579" y="1514"/>
                  <a:pt x="67580" y="4515"/>
                </a:cubicBezTo>
                <a:cubicBezTo>
                  <a:pt x="71609" y="7515"/>
                  <a:pt x="73666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37" y="29347"/>
                  <a:pt x="61208" y="29489"/>
                </a:cubicBezTo>
                <a:cubicBezTo>
                  <a:pt x="58836" y="29489"/>
                  <a:pt x="56950" y="28861"/>
                  <a:pt x="55578" y="27603"/>
                </a:cubicBezTo>
                <a:cubicBezTo>
                  <a:pt x="54207" y="26346"/>
                  <a:pt x="53492" y="24489"/>
                  <a:pt x="53492" y="21974"/>
                </a:cubicBezTo>
                <a:cubicBezTo>
                  <a:pt x="53492" y="19460"/>
                  <a:pt x="54207" y="17345"/>
                  <a:pt x="55578" y="15602"/>
                </a:cubicBezTo>
                <a:cubicBezTo>
                  <a:pt x="56950" y="13830"/>
                  <a:pt x="58322" y="12516"/>
                  <a:pt x="59722" y="11659"/>
                </a:cubicBezTo>
                <a:cubicBezTo>
                  <a:pt x="61093" y="10773"/>
                  <a:pt x="61951" y="10401"/>
                  <a:pt x="62322" y="10516"/>
                </a:cubicBezTo>
                <a:lnTo>
                  <a:pt x="62522" y="10516"/>
                </a:lnTo>
                <a:cubicBezTo>
                  <a:pt x="62522" y="10258"/>
                  <a:pt x="62151" y="9887"/>
                  <a:pt x="61408" y="9401"/>
                </a:cubicBezTo>
                <a:cubicBezTo>
                  <a:pt x="60636" y="8887"/>
                  <a:pt x="59322" y="8401"/>
                  <a:pt x="57464" y="7887"/>
                </a:cubicBezTo>
                <a:cubicBezTo>
                  <a:pt x="55578" y="7401"/>
                  <a:pt x="53464" y="7144"/>
                  <a:pt x="51064" y="7144"/>
                </a:cubicBezTo>
                <a:cubicBezTo>
                  <a:pt x="47320" y="7144"/>
                  <a:pt x="43748" y="8001"/>
                  <a:pt x="40376" y="9773"/>
                </a:cubicBezTo>
                <a:cubicBezTo>
                  <a:pt x="37748" y="10887"/>
                  <a:pt x="35062" y="12830"/>
                  <a:pt x="32290" y="15602"/>
                </a:cubicBezTo>
                <a:cubicBezTo>
                  <a:pt x="26803" y="21088"/>
                  <a:pt x="22774" y="28861"/>
                  <a:pt x="20288" y="38862"/>
                </a:cubicBezTo>
                <a:cubicBezTo>
                  <a:pt x="17774" y="48863"/>
                  <a:pt x="16459" y="56150"/>
                  <a:pt x="16345" y="60636"/>
                </a:cubicBezTo>
                <a:cubicBezTo>
                  <a:pt x="16345" y="66408"/>
                  <a:pt x="17974" y="70723"/>
                  <a:pt x="21231" y="73609"/>
                </a:cubicBezTo>
                <a:cubicBezTo>
                  <a:pt x="23974" y="76610"/>
                  <a:pt x="27603" y="78095"/>
                  <a:pt x="32118" y="78095"/>
                </a:cubicBezTo>
                <a:lnTo>
                  <a:pt x="32861" y="78095"/>
                </a:lnTo>
                <a:cubicBezTo>
                  <a:pt x="46863" y="78095"/>
                  <a:pt x="58464" y="72781"/>
                  <a:pt x="67580" y="62151"/>
                </a:cubicBezTo>
                <a:cubicBezTo>
                  <a:pt x="68723" y="60893"/>
                  <a:pt x="69466" y="60265"/>
                  <a:pt x="69837" y="60265"/>
                </a:cubicBezTo>
                <a:cubicBezTo>
                  <a:pt x="70352" y="60265"/>
                  <a:pt x="71152" y="60836"/>
                  <a:pt x="72266" y="61951"/>
                </a:cubicBezTo>
                <a:cubicBezTo>
                  <a:pt x="73409" y="63094"/>
                  <a:pt x="74038" y="63951"/>
                  <a:pt x="74181" y="64579"/>
                </a:cubicBezTo>
                <a:cubicBezTo>
                  <a:pt x="74295" y="65208"/>
                  <a:pt x="73723" y="66151"/>
                  <a:pt x="72466" y="67408"/>
                </a:cubicBezTo>
                <a:cubicBezTo>
                  <a:pt x="71209" y="68666"/>
                  <a:pt x="69409" y="70409"/>
                  <a:pt x="67037" y="72666"/>
                </a:cubicBezTo>
                <a:cubicBezTo>
                  <a:pt x="64637" y="74895"/>
                  <a:pt x="61836" y="76781"/>
                  <a:pt x="58579" y="78296"/>
                </a:cubicBezTo>
                <a:cubicBezTo>
                  <a:pt x="55321" y="79810"/>
                  <a:pt x="51321" y="81353"/>
                  <a:pt x="46549" y="82982"/>
                </a:cubicBezTo>
                <a:cubicBezTo>
                  <a:pt x="41805" y="84611"/>
                  <a:pt x="36805" y="85296"/>
                  <a:pt x="31547" y="85039"/>
                </a:cubicBezTo>
                <a:cubicBezTo>
                  <a:pt x="22174" y="85039"/>
                  <a:pt x="14573" y="82039"/>
                  <a:pt x="8830" y="76038"/>
                </a:cubicBezTo>
                <a:cubicBezTo>
                  <a:pt x="3086" y="70037"/>
                  <a:pt x="114" y="62408"/>
                  <a:pt x="0" y="531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DE737-3C7D-4CA1-AE7E-0E92EEBF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955" y="3859254"/>
            <a:ext cx="55864" cy="91326"/>
          </a:xfrm>
          <a:custGeom xmlns:a="http://schemas.openxmlformats.org/drawingml/2006/main">
            <a:pathLst>
              <a:path w="55864" h="91326">
                <a:moveTo>
                  <a:pt x="7544" y="10744"/>
                </a:moveTo>
                <a:cubicBezTo>
                  <a:pt x="12516" y="3572"/>
                  <a:pt x="19288" y="0"/>
                  <a:pt x="27861" y="0"/>
                </a:cubicBezTo>
                <a:cubicBezTo>
                  <a:pt x="32118" y="0"/>
                  <a:pt x="36347" y="1143"/>
                  <a:pt x="40605" y="3458"/>
                </a:cubicBezTo>
                <a:cubicBezTo>
                  <a:pt x="44863" y="5744"/>
                  <a:pt x="48292" y="9830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50" y="70123"/>
                  <a:pt x="50149" y="77381"/>
                </a:cubicBezTo>
                <a:cubicBezTo>
                  <a:pt x="48377" y="81096"/>
                  <a:pt x="45949" y="84068"/>
                  <a:pt x="42862" y="86268"/>
                </a:cubicBezTo>
                <a:cubicBezTo>
                  <a:pt x="39776" y="88497"/>
                  <a:pt x="37062" y="89868"/>
                  <a:pt x="34776" y="90383"/>
                </a:cubicBezTo>
                <a:cubicBezTo>
                  <a:pt x="32461" y="90926"/>
                  <a:pt x="30204" y="91240"/>
                  <a:pt x="27975" y="91326"/>
                </a:cubicBezTo>
                <a:cubicBezTo>
                  <a:pt x="25689" y="91326"/>
                  <a:pt x="23374" y="91040"/>
                  <a:pt x="21088" y="90526"/>
                </a:cubicBezTo>
                <a:cubicBezTo>
                  <a:pt x="18802" y="89983"/>
                  <a:pt x="16088" y="88582"/>
                  <a:pt x="13002" y="86268"/>
                </a:cubicBezTo>
                <a:cubicBezTo>
                  <a:pt x="9887" y="83982"/>
                  <a:pt x="7458" y="81010"/>
                  <a:pt x="5686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18"/>
                  <a:pt x="2515" y="18802"/>
                  <a:pt x="7544" y="10744"/>
                </a:cubicBezTo>
                <a:close/>
                <a:moveTo>
                  <a:pt x="37405" y="9173"/>
                </a:moveTo>
                <a:cubicBezTo>
                  <a:pt x="34776" y="6344"/>
                  <a:pt x="31604" y="4915"/>
                  <a:pt x="27975" y="4915"/>
                </a:cubicBezTo>
                <a:cubicBezTo>
                  <a:pt x="24289" y="4915"/>
                  <a:pt x="21088" y="6344"/>
                  <a:pt x="18431" y="9173"/>
                </a:cubicBezTo>
                <a:cubicBezTo>
                  <a:pt x="16231" y="11459"/>
                  <a:pt x="14773" y="14659"/>
                  <a:pt x="14059" y="18717"/>
                </a:cubicBezTo>
                <a:cubicBezTo>
                  <a:pt x="13345" y="22774"/>
                  <a:pt x="13002" y="31290"/>
                  <a:pt x="13002" y="44206"/>
                </a:cubicBezTo>
                <a:cubicBezTo>
                  <a:pt x="13002" y="58179"/>
                  <a:pt x="13345" y="67380"/>
                  <a:pt x="14059" y="71809"/>
                </a:cubicBezTo>
                <a:cubicBezTo>
                  <a:pt x="14773" y="76238"/>
                  <a:pt x="16345" y="79724"/>
                  <a:pt x="18831" y="82296"/>
                </a:cubicBezTo>
                <a:cubicBezTo>
                  <a:pt x="21317" y="84953"/>
                  <a:pt x="24346" y="86268"/>
                  <a:pt x="27975" y="86268"/>
                </a:cubicBezTo>
                <a:cubicBezTo>
                  <a:pt x="31547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805" y="71152"/>
                </a:cubicBezTo>
                <a:cubicBezTo>
                  <a:pt x="42405" y="66380"/>
                  <a:pt x="42777" y="57379"/>
                  <a:pt x="42862" y="44206"/>
                </a:cubicBezTo>
                <a:cubicBezTo>
                  <a:pt x="42862" y="31375"/>
                  <a:pt x="42520" y="22917"/>
                  <a:pt x="41805" y="18860"/>
                </a:cubicBezTo>
                <a:cubicBezTo>
                  <a:pt x="41091" y="14773"/>
                  <a:pt x="39634" y="11544"/>
                  <a:pt x="37405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CB601-D29A-48D2-AB0B-A3206816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955" y="3859254"/>
            <a:ext cx="55864" cy="91326"/>
          </a:xfrm>
          <a:custGeom xmlns:a="http://schemas.openxmlformats.org/drawingml/2006/main">
            <a:pathLst>
              <a:path w="55864" h="91326" fill="none">
                <a:moveTo>
                  <a:pt x="7544" y="10744"/>
                </a:moveTo>
                <a:cubicBezTo>
                  <a:pt x="12516" y="3572"/>
                  <a:pt x="19288" y="0"/>
                  <a:pt x="27861" y="0"/>
                </a:cubicBezTo>
                <a:cubicBezTo>
                  <a:pt x="32118" y="0"/>
                  <a:pt x="36347" y="1143"/>
                  <a:pt x="40605" y="3458"/>
                </a:cubicBezTo>
                <a:cubicBezTo>
                  <a:pt x="44863" y="5744"/>
                  <a:pt x="48292" y="9830"/>
                  <a:pt x="50949" y="15659"/>
                </a:cubicBezTo>
                <a:cubicBezTo>
                  <a:pt x="54235" y="23003"/>
                  <a:pt x="55864" y="33090"/>
                  <a:pt x="55864" y="45920"/>
                </a:cubicBezTo>
                <a:cubicBezTo>
                  <a:pt x="55864" y="59636"/>
                  <a:pt x="53950" y="70123"/>
                  <a:pt x="50149" y="77381"/>
                </a:cubicBezTo>
                <a:cubicBezTo>
                  <a:pt x="48377" y="81096"/>
                  <a:pt x="45949" y="84068"/>
                  <a:pt x="42862" y="86268"/>
                </a:cubicBezTo>
                <a:cubicBezTo>
                  <a:pt x="39776" y="88497"/>
                  <a:pt x="37062" y="89868"/>
                  <a:pt x="34776" y="90383"/>
                </a:cubicBezTo>
                <a:cubicBezTo>
                  <a:pt x="32461" y="90926"/>
                  <a:pt x="30204" y="91240"/>
                  <a:pt x="27975" y="91326"/>
                </a:cubicBezTo>
                <a:cubicBezTo>
                  <a:pt x="25689" y="91326"/>
                  <a:pt x="23374" y="91040"/>
                  <a:pt x="21088" y="90526"/>
                </a:cubicBezTo>
                <a:cubicBezTo>
                  <a:pt x="18802" y="89983"/>
                  <a:pt x="16088" y="88582"/>
                  <a:pt x="13002" y="86268"/>
                </a:cubicBezTo>
                <a:cubicBezTo>
                  <a:pt x="9887" y="83982"/>
                  <a:pt x="7458" y="81010"/>
                  <a:pt x="5686" y="77381"/>
                </a:cubicBezTo>
                <a:cubicBezTo>
                  <a:pt x="1886" y="70123"/>
                  <a:pt x="0" y="59636"/>
                  <a:pt x="0" y="45920"/>
                </a:cubicBezTo>
                <a:cubicBezTo>
                  <a:pt x="0" y="30518"/>
                  <a:pt x="2515" y="18802"/>
                  <a:pt x="7544" y="10744"/>
                </a:cubicBezTo>
                <a:close/>
                <a:moveTo>
                  <a:pt x="37405" y="9173"/>
                </a:moveTo>
                <a:cubicBezTo>
                  <a:pt x="34776" y="6344"/>
                  <a:pt x="31604" y="4915"/>
                  <a:pt x="27975" y="4915"/>
                </a:cubicBezTo>
                <a:cubicBezTo>
                  <a:pt x="24289" y="4915"/>
                  <a:pt x="21088" y="6344"/>
                  <a:pt x="18431" y="9173"/>
                </a:cubicBezTo>
                <a:cubicBezTo>
                  <a:pt x="16231" y="11459"/>
                  <a:pt x="14773" y="14659"/>
                  <a:pt x="14059" y="18717"/>
                </a:cubicBezTo>
                <a:cubicBezTo>
                  <a:pt x="13345" y="22774"/>
                  <a:pt x="13002" y="31290"/>
                  <a:pt x="13002" y="44206"/>
                </a:cubicBezTo>
                <a:cubicBezTo>
                  <a:pt x="13002" y="58179"/>
                  <a:pt x="13345" y="67380"/>
                  <a:pt x="14059" y="71809"/>
                </a:cubicBezTo>
                <a:cubicBezTo>
                  <a:pt x="14773" y="76238"/>
                  <a:pt x="16345" y="79724"/>
                  <a:pt x="18831" y="82296"/>
                </a:cubicBezTo>
                <a:cubicBezTo>
                  <a:pt x="21317" y="84953"/>
                  <a:pt x="24346" y="86268"/>
                  <a:pt x="27975" y="86268"/>
                </a:cubicBezTo>
                <a:cubicBezTo>
                  <a:pt x="31547" y="86268"/>
                  <a:pt x="34547" y="84953"/>
                  <a:pt x="37005" y="82296"/>
                </a:cubicBezTo>
                <a:cubicBezTo>
                  <a:pt x="39576" y="79639"/>
                  <a:pt x="41177" y="75924"/>
                  <a:pt x="41805" y="71152"/>
                </a:cubicBezTo>
                <a:cubicBezTo>
                  <a:pt x="42405" y="66380"/>
                  <a:pt x="42777" y="57379"/>
                  <a:pt x="42862" y="44206"/>
                </a:cubicBezTo>
                <a:cubicBezTo>
                  <a:pt x="42862" y="31375"/>
                  <a:pt x="42520" y="22917"/>
                  <a:pt x="41805" y="18860"/>
                </a:cubicBezTo>
                <a:cubicBezTo>
                  <a:pt x="41091" y="14773"/>
                  <a:pt x="39634" y="11544"/>
                  <a:pt x="37405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E15CE-2FCD-44FA-959A-4DD6B95E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51" y="3778701"/>
            <a:ext cx="41977" cy="187709"/>
          </a:xfrm>
          <a:custGeom xmlns:a="http://schemas.openxmlformats.org/drawingml/2006/main">
            <a:pathLst>
              <a:path w="41977" h="187709">
                <a:moveTo>
                  <a:pt x="0" y="3372"/>
                </a:moveTo>
                <a:cubicBezTo>
                  <a:pt x="114" y="2486"/>
                  <a:pt x="486" y="1743"/>
                  <a:pt x="1114" y="1114"/>
                </a:cubicBezTo>
                <a:cubicBezTo>
                  <a:pt x="1743" y="486"/>
                  <a:pt x="2629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43"/>
                  <a:pt x="13202" y="18145"/>
                  <a:pt x="24575" y="48063"/>
                </a:cubicBezTo>
                <a:cubicBezTo>
                  <a:pt x="35976" y="77953"/>
                  <a:pt x="41720" y="93240"/>
                  <a:pt x="41862" y="93869"/>
                </a:cubicBezTo>
                <a:cubicBezTo>
                  <a:pt x="41977" y="94498"/>
                  <a:pt x="36290" y="109757"/>
                  <a:pt x="24775" y="139675"/>
                </a:cubicBezTo>
                <a:cubicBezTo>
                  <a:pt x="13259" y="169593"/>
                  <a:pt x="7315" y="184966"/>
                  <a:pt x="6944" y="185852"/>
                </a:cubicBezTo>
                <a:cubicBezTo>
                  <a:pt x="6058" y="187109"/>
                  <a:pt x="5001" y="187709"/>
                  <a:pt x="3743" y="187709"/>
                </a:cubicBezTo>
                <a:cubicBezTo>
                  <a:pt x="2743" y="187709"/>
                  <a:pt x="1943" y="187395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37"/>
                  <a:pt x="5629" y="168507"/>
                  <a:pt x="16888" y="138732"/>
                </a:cubicBezTo>
                <a:cubicBezTo>
                  <a:pt x="28261" y="109071"/>
                  <a:pt x="33976" y="94097"/>
                  <a:pt x="33976" y="93869"/>
                </a:cubicBezTo>
                <a:cubicBezTo>
                  <a:pt x="33976" y="93612"/>
                  <a:pt x="28261" y="78667"/>
                  <a:pt x="16888" y="48978"/>
                </a:cubicBezTo>
                <a:cubicBezTo>
                  <a:pt x="5629" y="19202"/>
                  <a:pt x="0" y="4000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D8621-D73F-427C-B9F7-006044A6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51" y="3778701"/>
            <a:ext cx="41977" cy="187709"/>
          </a:xfrm>
          <a:custGeom xmlns:a="http://schemas.openxmlformats.org/drawingml/2006/main">
            <a:pathLst>
              <a:path w="41977" h="187709" fill="none">
                <a:moveTo>
                  <a:pt x="0" y="3372"/>
                </a:moveTo>
                <a:cubicBezTo>
                  <a:pt x="114" y="2486"/>
                  <a:pt x="486" y="1743"/>
                  <a:pt x="1114" y="1114"/>
                </a:cubicBezTo>
                <a:cubicBezTo>
                  <a:pt x="1743" y="486"/>
                  <a:pt x="2629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43"/>
                  <a:pt x="13202" y="18145"/>
                  <a:pt x="24575" y="48063"/>
                </a:cubicBezTo>
                <a:cubicBezTo>
                  <a:pt x="35976" y="77953"/>
                  <a:pt x="41720" y="93240"/>
                  <a:pt x="41862" y="93869"/>
                </a:cubicBezTo>
                <a:cubicBezTo>
                  <a:pt x="41977" y="94498"/>
                  <a:pt x="36290" y="109757"/>
                  <a:pt x="24775" y="139675"/>
                </a:cubicBezTo>
                <a:cubicBezTo>
                  <a:pt x="13259" y="169593"/>
                  <a:pt x="7315" y="184966"/>
                  <a:pt x="6944" y="185852"/>
                </a:cubicBezTo>
                <a:cubicBezTo>
                  <a:pt x="6058" y="187109"/>
                  <a:pt x="5001" y="187709"/>
                  <a:pt x="3743" y="187709"/>
                </a:cubicBezTo>
                <a:cubicBezTo>
                  <a:pt x="2743" y="187709"/>
                  <a:pt x="1943" y="187395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37"/>
                  <a:pt x="5629" y="168507"/>
                  <a:pt x="16888" y="138732"/>
                </a:cubicBezTo>
                <a:cubicBezTo>
                  <a:pt x="28261" y="109071"/>
                  <a:pt x="33976" y="94097"/>
                  <a:pt x="33976" y="93869"/>
                </a:cubicBezTo>
                <a:cubicBezTo>
                  <a:pt x="33976" y="93612"/>
                  <a:pt x="28261" y="78667"/>
                  <a:pt x="16888" y="48978"/>
                </a:cubicBezTo>
                <a:cubicBezTo>
                  <a:pt x="5629" y="19202"/>
                  <a:pt x="0" y="4000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772" name="Text use">
            <a:extLst xmlns:a="http://schemas.openxmlformats.org/drawingml/2006/main">
              <a:ext uri="{FF2B5EF4-FFF2-40B4-BE49-F238E27FC236}">
                <a16:creationId xmlns:a16="http://schemas.microsoft.com/office/drawing/2014/main" id="{0526B3B7-85E0-423C-B5AE-D290218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056" y="3641426"/>
            <a:ext cx="300007" cy="92717"/>
          </a:xfrm>
          <a:custGeom xmlns:a="http://schemas.openxmlformats.org/drawingml/2006/main">
            <a:pathLst>
              <a:path w="300007" h="92717">
                <a:moveTo>
                  <a:pt x="529" y="4445"/>
                </a:moveTo>
                <a:cubicBezTo>
                  <a:pt x="1305" y="4163"/>
                  <a:pt x="1940" y="3951"/>
                  <a:pt x="2434" y="3810"/>
                </a:cubicBezTo>
                <a:lnTo>
                  <a:pt x="33975" y="3810"/>
                </a:lnTo>
                <a:lnTo>
                  <a:pt x="36303" y="4022"/>
                </a:lnTo>
                <a:lnTo>
                  <a:pt x="36409" y="11113"/>
                </a:lnTo>
                <a:lnTo>
                  <a:pt x="36198" y="21486"/>
                </a:lnTo>
                <a:lnTo>
                  <a:pt x="36303" y="26884"/>
                </a:lnTo>
                <a:lnTo>
                  <a:pt x="36198" y="42866"/>
                </a:lnTo>
                <a:lnTo>
                  <a:pt x="36198" y="53767"/>
                </a:lnTo>
                <a:cubicBezTo>
                  <a:pt x="36198" y="60894"/>
                  <a:pt x="36586" y="66503"/>
                  <a:pt x="37362" y="70596"/>
                </a:cubicBezTo>
                <a:cubicBezTo>
                  <a:pt x="38420" y="73701"/>
                  <a:pt x="40131" y="76047"/>
                  <a:pt x="42495" y="77634"/>
                </a:cubicBezTo>
                <a:cubicBezTo>
                  <a:pt x="44859" y="79222"/>
                  <a:pt x="47734" y="80016"/>
                  <a:pt x="51121" y="80016"/>
                </a:cubicBezTo>
                <a:cubicBezTo>
                  <a:pt x="54296" y="80016"/>
                  <a:pt x="56872" y="79699"/>
                  <a:pt x="58848" y="79066"/>
                </a:cubicBezTo>
                <a:cubicBezTo>
                  <a:pt x="60823" y="78431"/>
                  <a:pt x="63099" y="77233"/>
                  <a:pt x="65674" y="75471"/>
                </a:cubicBezTo>
                <a:cubicBezTo>
                  <a:pt x="68250" y="73709"/>
                  <a:pt x="69890" y="72440"/>
                  <a:pt x="70596" y="71664"/>
                </a:cubicBezTo>
                <a:cubicBezTo>
                  <a:pt x="72642" y="69411"/>
                  <a:pt x="74053" y="67332"/>
                  <a:pt x="74830" y="65430"/>
                </a:cubicBezTo>
                <a:lnTo>
                  <a:pt x="75570" y="39118"/>
                </a:lnTo>
                <a:cubicBezTo>
                  <a:pt x="75712" y="36371"/>
                  <a:pt x="75782" y="34116"/>
                  <a:pt x="75782" y="32354"/>
                </a:cubicBezTo>
                <a:cubicBezTo>
                  <a:pt x="75782" y="30524"/>
                  <a:pt x="75729" y="28218"/>
                  <a:pt x="75623" y="25435"/>
                </a:cubicBezTo>
                <a:cubicBezTo>
                  <a:pt x="75518" y="22652"/>
                  <a:pt x="75465" y="21084"/>
                  <a:pt x="75465" y="20732"/>
                </a:cubicBezTo>
                <a:lnTo>
                  <a:pt x="75570" y="16822"/>
                </a:lnTo>
                <a:lnTo>
                  <a:pt x="75359" y="14497"/>
                </a:lnTo>
                <a:cubicBezTo>
                  <a:pt x="73665" y="13441"/>
                  <a:pt x="71302" y="12771"/>
                  <a:pt x="68267" y="12489"/>
                </a:cubicBezTo>
                <a:lnTo>
                  <a:pt x="61176" y="11854"/>
                </a:lnTo>
                <a:cubicBezTo>
                  <a:pt x="60753" y="11642"/>
                  <a:pt x="60365" y="11396"/>
                  <a:pt x="60012" y="11113"/>
                </a:cubicBezTo>
                <a:cubicBezTo>
                  <a:pt x="59730" y="9702"/>
                  <a:pt x="59588" y="8644"/>
                  <a:pt x="59588" y="7938"/>
                </a:cubicBezTo>
                <a:cubicBezTo>
                  <a:pt x="59588" y="7091"/>
                  <a:pt x="59694" y="5892"/>
                  <a:pt x="59906" y="4339"/>
                </a:cubicBezTo>
                <a:cubicBezTo>
                  <a:pt x="62234" y="3987"/>
                  <a:pt x="64245" y="3810"/>
                  <a:pt x="65939" y="3810"/>
                </a:cubicBezTo>
                <a:lnTo>
                  <a:pt x="82238" y="4022"/>
                </a:lnTo>
                <a:cubicBezTo>
                  <a:pt x="86613" y="4022"/>
                  <a:pt x="91976" y="3951"/>
                  <a:pt x="98326" y="3810"/>
                </a:cubicBezTo>
                <a:lnTo>
                  <a:pt x="98538" y="11748"/>
                </a:lnTo>
                <a:lnTo>
                  <a:pt x="98220" y="21909"/>
                </a:lnTo>
                <a:lnTo>
                  <a:pt x="98432" y="34610"/>
                </a:lnTo>
                <a:lnTo>
                  <a:pt x="98326" y="52815"/>
                </a:lnTo>
                <a:lnTo>
                  <a:pt x="98115" y="60964"/>
                </a:lnTo>
                <a:lnTo>
                  <a:pt x="98220" y="66468"/>
                </a:lnTo>
                <a:cubicBezTo>
                  <a:pt x="97938" y="70137"/>
                  <a:pt x="97797" y="72219"/>
                  <a:pt x="97797" y="72713"/>
                </a:cubicBezTo>
                <a:cubicBezTo>
                  <a:pt x="97797" y="74477"/>
                  <a:pt x="98115" y="75782"/>
                  <a:pt x="98750" y="76629"/>
                </a:cubicBezTo>
                <a:cubicBezTo>
                  <a:pt x="99385" y="77476"/>
                  <a:pt x="99984" y="77899"/>
                  <a:pt x="100549" y="77899"/>
                </a:cubicBezTo>
                <a:lnTo>
                  <a:pt x="110286" y="77581"/>
                </a:lnTo>
                <a:lnTo>
                  <a:pt x="111556" y="77793"/>
                </a:lnTo>
                <a:cubicBezTo>
                  <a:pt x="111768" y="80302"/>
                  <a:pt x="111874" y="81737"/>
                  <a:pt x="111874" y="82096"/>
                </a:cubicBezTo>
                <a:cubicBezTo>
                  <a:pt x="111874" y="82597"/>
                  <a:pt x="111768" y="83385"/>
                  <a:pt x="111556" y="84461"/>
                </a:cubicBezTo>
                <a:cubicBezTo>
                  <a:pt x="107817" y="84602"/>
                  <a:pt x="105135" y="84849"/>
                  <a:pt x="103512" y="85202"/>
                </a:cubicBezTo>
                <a:cubicBezTo>
                  <a:pt x="95962" y="86895"/>
                  <a:pt x="87707" y="89400"/>
                  <a:pt x="78746" y="92717"/>
                </a:cubicBezTo>
                <a:lnTo>
                  <a:pt x="74512" y="92505"/>
                </a:lnTo>
                <a:lnTo>
                  <a:pt x="74406" y="75147"/>
                </a:lnTo>
                <a:cubicBezTo>
                  <a:pt x="73559" y="75853"/>
                  <a:pt x="72325" y="76946"/>
                  <a:pt x="70702" y="78428"/>
                </a:cubicBezTo>
                <a:cubicBezTo>
                  <a:pt x="64492" y="83932"/>
                  <a:pt x="59165" y="87654"/>
                  <a:pt x="54720" y="89594"/>
                </a:cubicBezTo>
                <a:cubicBezTo>
                  <a:pt x="50274" y="91535"/>
                  <a:pt x="45617" y="92505"/>
                  <a:pt x="40749" y="92505"/>
                </a:cubicBezTo>
                <a:cubicBezTo>
                  <a:pt x="34963" y="92505"/>
                  <a:pt x="29953" y="91308"/>
                  <a:pt x="25719" y="88913"/>
                </a:cubicBezTo>
                <a:cubicBezTo>
                  <a:pt x="21486" y="86516"/>
                  <a:pt x="18381" y="83556"/>
                  <a:pt x="16405" y="80032"/>
                </a:cubicBezTo>
                <a:cubicBezTo>
                  <a:pt x="14924" y="77285"/>
                  <a:pt x="13936" y="73339"/>
                  <a:pt x="13442" y="68195"/>
                </a:cubicBezTo>
                <a:cubicBezTo>
                  <a:pt x="13301" y="66854"/>
                  <a:pt x="13230" y="59948"/>
                  <a:pt x="13230" y="47476"/>
                </a:cubicBezTo>
                <a:lnTo>
                  <a:pt x="13336" y="44093"/>
                </a:lnTo>
                <a:cubicBezTo>
                  <a:pt x="13689" y="37187"/>
                  <a:pt x="13865" y="32078"/>
                  <a:pt x="13865" y="28766"/>
                </a:cubicBezTo>
                <a:cubicBezTo>
                  <a:pt x="13865" y="23130"/>
                  <a:pt x="13759" y="19360"/>
                  <a:pt x="13548" y="17457"/>
                </a:cubicBezTo>
                <a:cubicBezTo>
                  <a:pt x="13477" y="16540"/>
                  <a:pt x="13124" y="15483"/>
                  <a:pt x="12489" y="14285"/>
                </a:cubicBezTo>
                <a:cubicBezTo>
                  <a:pt x="11501" y="13857"/>
                  <a:pt x="10337" y="13537"/>
                  <a:pt x="8996" y="13323"/>
                </a:cubicBezTo>
                <a:cubicBezTo>
                  <a:pt x="4481" y="12538"/>
                  <a:pt x="1658" y="11789"/>
                  <a:pt x="529" y="11077"/>
                </a:cubicBezTo>
                <a:cubicBezTo>
                  <a:pt x="176" y="10863"/>
                  <a:pt x="0" y="10400"/>
                  <a:pt x="0" y="9688"/>
                </a:cubicBezTo>
                <a:cubicBezTo>
                  <a:pt x="0" y="9258"/>
                  <a:pt x="53" y="8687"/>
                  <a:pt x="159" y="7974"/>
                </a:cubicBezTo>
                <a:cubicBezTo>
                  <a:pt x="265" y="7262"/>
                  <a:pt x="388" y="6086"/>
                  <a:pt x="529" y="4445"/>
                </a:cubicBezTo>
                <a:close/>
                <a:moveTo>
                  <a:pt x="124733" y="60541"/>
                </a:moveTo>
                <a:cubicBezTo>
                  <a:pt x="126850" y="60034"/>
                  <a:pt x="128402" y="59780"/>
                  <a:pt x="129390" y="59780"/>
                </a:cubicBezTo>
                <a:cubicBezTo>
                  <a:pt x="129884" y="59780"/>
                  <a:pt x="130625" y="59822"/>
                  <a:pt x="131613" y="59906"/>
                </a:cubicBezTo>
                <a:lnTo>
                  <a:pt x="132566" y="60974"/>
                </a:lnTo>
                <a:cubicBezTo>
                  <a:pt x="136376" y="67733"/>
                  <a:pt x="138881" y="71824"/>
                  <a:pt x="140080" y="73249"/>
                </a:cubicBezTo>
                <a:cubicBezTo>
                  <a:pt x="142550" y="76166"/>
                  <a:pt x="144984" y="78514"/>
                  <a:pt x="147383" y="80294"/>
                </a:cubicBezTo>
                <a:cubicBezTo>
                  <a:pt x="149006" y="81431"/>
                  <a:pt x="151546" y="82606"/>
                  <a:pt x="155004" y="83816"/>
                </a:cubicBezTo>
                <a:cubicBezTo>
                  <a:pt x="157332" y="84669"/>
                  <a:pt x="159802" y="85096"/>
                  <a:pt x="162413" y="85096"/>
                </a:cubicBezTo>
                <a:cubicBezTo>
                  <a:pt x="166858" y="85096"/>
                  <a:pt x="170668" y="83665"/>
                  <a:pt x="173844" y="80803"/>
                </a:cubicBezTo>
                <a:cubicBezTo>
                  <a:pt x="177019" y="77941"/>
                  <a:pt x="178606" y="74849"/>
                  <a:pt x="178606" y="71529"/>
                </a:cubicBezTo>
                <a:cubicBezTo>
                  <a:pt x="178606" y="69268"/>
                  <a:pt x="178007" y="67343"/>
                  <a:pt x="176807" y="65754"/>
                </a:cubicBezTo>
                <a:cubicBezTo>
                  <a:pt x="175608" y="64164"/>
                  <a:pt x="173208" y="62592"/>
                  <a:pt x="169610" y="61037"/>
                </a:cubicBezTo>
                <a:cubicBezTo>
                  <a:pt x="167846" y="60261"/>
                  <a:pt x="163418" y="58990"/>
                  <a:pt x="156327" y="57224"/>
                </a:cubicBezTo>
                <a:cubicBezTo>
                  <a:pt x="149235" y="55455"/>
                  <a:pt x="144949" y="54289"/>
                  <a:pt x="143467" y="53724"/>
                </a:cubicBezTo>
                <a:cubicBezTo>
                  <a:pt x="140151" y="52450"/>
                  <a:pt x="137205" y="50680"/>
                  <a:pt x="134629" y="48416"/>
                </a:cubicBezTo>
                <a:cubicBezTo>
                  <a:pt x="132054" y="46151"/>
                  <a:pt x="130096" y="43603"/>
                  <a:pt x="128755" y="40772"/>
                </a:cubicBezTo>
                <a:cubicBezTo>
                  <a:pt x="126921" y="36737"/>
                  <a:pt x="126003" y="33268"/>
                  <a:pt x="126003" y="30366"/>
                </a:cubicBezTo>
                <a:cubicBezTo>
                  <a:pt x="126003" y="24986"/>
                  <a:pt x="126780" y="20579"/>
                  <a:pt x="128332" y="17146"/>
                </a:cubicBezTo>
                <a:cubicBezTo>
                  <a:pt x="129884" y="13713"/>
                  <a:pt x="132072" y="10687"/>
                  <a:pt x="134894" y="8067"/>
                </a:cubicBezTo>
                <a:cubicBezTo>
                  <a:pt x="136940" y="6087"/>
                  <a:pt x="140027" y="4283"/>
                  <a:pt x="144155" y="2656"/>
                </a:cubicBezTo>
                <a:cubicBezTo>
                  <a:pt x="148283" y="1026"/>
                  <a:pt x="152711" y="212"/>
                  <a:pt x="157438" y="212"/>
                </a:cubicBezTo>
                <a:cubicBezTo>
                  <a:pt x="164141" y="212"/>
                  <a:pt x="170033" y="671"/>
                  <a:pt x="175114" y="1591"/>
                </a:cubicBezTo>
                <a:cubicBezTo>
                  <a:pt x="180194" y="2510"/>
                  <a:pt x="184498" y="3890"/>
                  <a:pt x="188026" y="5729"/>
                </a:cubicBezTo>
                <a:cubicBezTo>
                  <a:pt x="188450" y="7358"/>
                  <a:pt x="189049" y="11113"/>
                  <a:pt x="189825" y="16994"/>
                </a:cubicBezTo>
                <a:cubicBezTo>
                  <a:pt x="190602" y="22873"/>
                  <a:pt x="190990" y="26343"/>
                  <a:pt x="190990" y="27406"/>
                </a:cubicBezTo>
                <a:cubicBezTo>
                  <a:pt x="190990" y="27902"/>
                  <a:pt x="190884" y="28434"/>
                  <a:pt x="190672" y="29000"/>
                </a:cubicBezTo>
                <a:cubicBezTo>
                  <a:pt x="188838" y="29565"/>
                  <a:pt x="187321" y="29847"/>
                  <a:pt x="186121" y="29847"/>
                </a:cubicBezTo>
                <a:cubicBezTo>
                  <a:pt x="185415" y="29847"/>
                  <a:pt x="184392" y="29777"/>
                  <a:pt x="183052" y="29635"/>
                </a:cubicBezTo>
                <a:cubicBezTo>
                  <a:pt x="182417" y="28648"/>
                  <a:pt x="181570" y="27166"/>
                  <a:pt x="180511" y="25190"/>
                </a:cubicBezTo>
                <a:cubicBezTo>
                  <a:pt x="177125" y="18910"/>
                  <a:pt x="173649" y="14483"/>
                  <a:pt x="170086" y="11907"/>
                </a:cubicBezTo>
                <a:cubicBezTo>
                  <a:pt x="166523" y="9332"/>
                  <a:pt x="162413" y="8044"/>
                  <a:pt x="157756" y="8044"/>
                </a:cubicBezTo>
                <a:cubicBezTo>
                  <a:pt x="152887" y="8044"/>
                  <a:pt x="148794" y="9457"/>
                  <a:pt x="145478" y="12284"/>
                </a:cubicBezTo>
                <a:cubicBezTo>
                  <a:pt x="143079" y="14333"/>
                  <a:pt x="141880" y="17123"/>
                  <a:pt x="141880" y="20656"/>
                </a:cubicBezTo>
                <a:cubicBezTo>
                  <a:pt x="141880" y="22988"/>
                  <a:pt x="143150" y="25357"/>
                  <a:pt x="145690" y="27760"/>
                </a:cubicBezTo>
                <a:cubicBezTo>
                  <a:pt x="148159" y="30232"/>
                  <a:pt x="152464" y="32104"/>
                  <a:pt x="158602" y="33376"/>
                </a:cubicBezTo>
                <a:cubicBezTo>
                  <a:pt x="167846" y="35425"/>
                  <a:pt x="174655" y="37473"/>
                  <a:pt x="179030" y="39522"/>
                </a:cubicBezTo>
                <a:cubicBezTo>
                  <a:pt x="185380" y="42490"/>
                  <a:pt x="189843" y="45987"/>
                  <a:pt x="192419" y="50013"/>
                </a:cubicBezTo>
                <a:cubicBezTo>
                  <a:pt x="194994" y="54040"/>
                  <a:pt x="196282" y="58702"/>
                  <a:pt x="196282" y="64001"/>
                </a:cubicBezTo>
                <a:cubicBezTo>
                  <a:pt x="196282" y="72195"/>
                  <a:pt x="193195" y="79029"/>
                  <a:pt x="187021" y="84504"/>
                </a:cubicBezTo>
                <a:cubicBezTo>
                  <a:pt x="180847" y="89979"/>
                  <a:pt x="171833" y="92717"/>
                  <a:pt x="159978" y="92717"/>
                </a:cubicBezTo>
                <a:cubicBezTo>
                  <a:pt x="158426" y="92717"/>
                  <a:pt x="154369" y="92363"/>
                  <a:pt x="147807" y="91655"/>
                </a:cubicBezTo>
                <a:cubicBezTo>
                  <a:pt x="144843" y="91300"/>
                  <a:pt x="141350" y="90592"/>
                  <a:pt x="137328" y="89532"/>
                </a:cubicBezTo>
                <a:cubicBezTo>
                  <a:pt x="136341" y="89247"/>
                  <a:pt x="133765" y="88221"/>
                  <a:pt x="129602" y="86452"/>
                </a:cubicBezTo>
                <a:cubicBezTo>
                  <a:pt x="128826" y="86027"/>
                  <a:pt x="128279" y="85513"/>
                  <a:pt x="127961" y="84911"/>
                </a:cubicBezTo>
                <a:cubicBezTo>
                  <a:pt x="127644" y="84309"/>
                  <a:pt x="127168" y="81353"/>
                  <a:pt x="126533" y="76043"/>
                </a:cubicBezTo>
                <a:cubicBezTo>
                  <a:pt x="125404" y="67409"/>
                  <a:pt x="124804" y="62241"/>
                  <a:pt x="124733" y="60541"/>
                </a:cubicBezTo>
                <a:close/>
                <a:moveTo>
                  <a:pt x="214700" y="34054"/>
                </a:moveTo>
                <a:cubicBezTo>
                  <a:pt x="216534" y="28041"/>
                  <a:pt x="218157" y="24045"/>
                  <a:pt x="219568" y="22065"/>
                </a:cubicBezTo>
                <a:cubicBezTo>
                  <a:pt x="223520" y="16265"/>
                  <a:pt x="227736" y="11740"/>
                  <a:pt x="232216" y="8487"/>
                </a:cubicBezTo>
                <a:cubicBezTo>
                  <a:pt x="236697" y="5233"/>
                  <a:pt x="240736" y="3075"/>
                  <a:pt x="244335" y="2014"/>
                </a:cubicBezTo>
                <a:cubicBezTo>
                  <a:pt x="248992" y="671"/>
                  <a:pt x="252767" y="0"/>
                  <a:pt x="255660" y="0"/>
                </a:cubicBezTo>
                <a:cubicBezTo>
                  <a:pt x="262293" y="0"/>
                  <a:pt x="267655" y="510"/>
                  <a:pt x="271748" y="1531"/>
                </a:cubicBezTo>
                <a:cubicBezTo>
                  <a:pt x="275840" y="2552"/>
                  <a:pt x="279263" y="4014"/>
                  <a:pt x="282014" y="5917"/>
                </a:cubicBezTo>
                <a:cubicBezTo>
                  <a:pt x="285966" y="8662"/>
                  <a:pt x="289141" y="11444"/>
                  <a:pt x="291540" y="14262"/>
                </a:cubicBezTo>
                <a:cubicBezTo>
                  <a:pt x="293939" y="17078"/>
                  <a:pt x="295897" y="20388"/>
                  <a:pt x="297414" y="24191"/>
                </a:cubicBezTo>
                <a:cubicBezTo>
                  <a:pt x="298931" y="27995"/>
                  <a:pt x="299760" y="32608"/>
                  <a:pt x="299901" y="38030"/>
                </a:cubicBezTo>
                <a:lnTo>
                  <a:pt x="288153" y="37838"/>
                </a:lnTo>
                <a:cubicBezTo>
                  <a:pt x="284907" y="37838"/>
                  <a:pt x="277781" y="37538"/>
                  <a:pt x="266773" y="36938"/>
                </a:cubicBezTo>
                <a:cubicBezTo>
                  <a:pt x="262681" y="36586"/>
                  <a:pt x="259858" y="36409"/>
                  <a:pt x="258306" y="36409"/>
                </a:cubicBezTo>
                <a:cubicBezTo>
                  <a:pt x="257812" y="36409"/>
                  <a:pt x="254002" y="36480"/>
                  <a:pt x="246875" y="36621"/>
                </a:cubicBezTo>
                <a:lnTo>
                  <a:pt x="237773" y="36621"/>
                </a:lnTo>
                <a:cubicBezTo>
                  <a:pt x="237632" y="37613"/>
                  <a:pt x="237561" y="38464"/>
                  <a:pt x="237561" y="39174"/>
                </a:cubicBezTo>
                <a:cubicBezTo>
                  <a:pt x="237561" y="42934"/>
                  <a:pt x="238020" y="46889"/>
                  <a:pt x="238937" y="51038"/>
                </a:cubicBezTo>
                <a:cubicBezTo>
                  <a:pt x="239854" y="55188"/>
                  <a:pt x="241230" y="58842"/>
                  <a:pt x="243065" y="62000"/>
                </a:cubicBezTo>
                <a:cubicBezTo>
                  <a:pt x="244899" y="65155"/>
                  <a:pt x="247175" y="67867"/>
                  <a:pt x="249892" y="70136"/>
                </a:cubicBezTo>
                <a:cubicBezTo>
                  <a:pt x="252608" y="72405"/>
                  <a:pt x="255413" y="74037"/>
                  <a:pt x="258306" y="75031"/>
                </a:cubicBezTo>
                <a:lnTo>
                  <a:pt x="264445" y="77052"/>
                </a:lnTo>
                <a:cubicBezTo>
                  <a:pt x="269878" y="77052"/>
                  <a:pt x="273512" y="76874"/>
                  <a:pt x="275346" y="76516"/>
                </a:cubicBezTo>
                <a:cubicBezTo>
                  <a:pt x="278733" y="75802"/>
                  <a:pt x="281714" y="74891"/>
                  <a:pt x="284290" y="73784"/>
                </a:cubicBezTo>
                <a:cubicBezTo>
                  <a:pt x="286865" y="72677"/>
                  <a:pt x="289988" y="70803"/>
                  <a:pt x="293657" y="68162"/>
                </a:cubicBezTo>
                <a:cubicBezTo>
                  <a:pt x="296197" y="69996"/>
                  <a:pt x="298314" y="71654"/>
                  <a:pt x="300007" y="73136"/>
                </a:cubicBezTo>
                <a:cubicBezTo>
                  <a:pt x="293798" y="80018"/>
                  <a:pt x="287359" y="85002"/>
                  <a:pt x="280691" y="88089"/>
                </a:cubicBezTo>
                <a:cubicBezTo>
                  <a:pt x="274023" y="91174"/>
                  <a:pt x="266562" y="92717"/>
                  <a:pt x="258306" y="92717"/>
                </a:cubicBezTo>
                <a:cubicBezTo>
                  <a:pt x="252732" y="92717"/>
                  <a:pt x="248181" y="92222"/>
                  <a:pt x="244653" y="91232"/>
                </a:cubicBezTo>
                <a:cubicBezTo>
                  <a:pt x="239925" y="89959"/>
                  <a:pt x="235656" y="88014"/>
                  <a:pt x="231846" y="85397"/>
                </a:cubicBezTo>
                <a:cubicBezTo>
                  <a:pt x="228035" y="82780"/>
                  <a:pt x="224754" y="79526"/>
                  <a:pt x="222003" y="75637"/>
                </a:cubicBezTo>
                <a:cubicBezTo>
                  <a:pt x="219251" y="71747"/>
                  <a:pt x="217204" y="67751"/>
                  <a:pt x="215864" y="63650"/>
                </a:cubicBezTo>
                <a:cubicBezTo>
                  <a:pt x="214100" y="58274"/>
                  <a:pt x="213218" y="53960"/>
                  <a:pt x="213218" y="50708"/>
                </a:cubicBezTo>
                <a:cubicBezTo>
                  <a:pt x="213218" y="44556"/>
                  <a:pt x="213712" y="39005"/>
                  <a:pt x="214700" y="34054"/>
                </a:cubicBezTo>
                <a:moveTo>
                  <a:pt x="276193" y="29530"/>
                </a:moveTo>
                <a:cubicBezTo>
                  <a:pt x="276123" y="25578"/>
                  <a:pt x="275346" y="21803"/>
                  <a:pt x="273865" y="18205"/>
                </a:cubicBezTo>
                <a:cubicBezTo>
                  <a:pt x="272383" y="14606"/>
                  <a:pt x="270090" y="11801"/>
                  <a:pt x="266985" y="9790"/>
                </a:cubicBezTo>
                <a:cubicBezTo>
                  <a:pt x="263880" y="7779"/>
                  <a:pt x="260740" y="6774"/>
                  <a:pt x="257565" y="6774"/>
                </a:cubicBezTo>
                <a:cubicBezTo>
                  <a:pt x="252838" y="6774"/>
                  <a:pt x="248569" y="8847"/>
                  <a:pt x="244758" y="12992"/>
                </a:cubicBezTo>
                <a:cubicBezTo>
                  <a:pt x="240948" y="17135"/>
                  <a:pt x="238796" y="22754"/>
                  <a:pt x="238302" y="29847"/>
                </a:cubicBezTo>
                <a:lnTo>
                  <a:pt x="262434" y="30059"/>
                </a:lnTo>
                <a:cubicBezTo>
                  <a:pt x="263986" y="30059"/>
                  <a:pt x="266174" y="29953"/>
                  <a:pt x="268996" y="29741"/>
                </a:cubicBezTo>
                <a:cubicBezTo>
                  <a:pt x="271042" y="29565"/>
                  <a:pt x="272489" y="29477"/>
                  <a:pt x="273335" y="29477"/>
                </a:cubicBezTo>
                <a:cubicBezTo>
                  <a:pt x="273970" y="29477"/>
                  <a:pt x="274923" y="29494"/>
                  <a:pt x="276193" y="2953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2A83B-BAFF-4F1D-9721-6F83C4EF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49" y="3575190"/>
            <a:ext cx="209683" cy="444484"/>
          </a:xfrm>
          <a:custGeom xmlns:a="http://schemas.openxmlformats.org/drawingml/2006/main">
            <a:pathLst>
              <a:path w="209683" h="444484">
                <a:moveTo>
                  <a:pt x="209683" y="6315"/>
                </a:moveTo>
                <a:lnTo>
                  <a:pt x="203368" y="20460"/>
                </a:lnTo>
                <a:lnTo>
                  <a:pt x="189252" y="14145"/>
                </a:lnTo>
                <a:lnTo>
                  <a:pt x="195567" y="0"/>
                </a:lnTo>
                <a:moveTo>
                  <a:pt x="190767" y="48720"/>
                </a:moveTo>
                <a:lnTo>
                  <a:pt x="184452" y="62865"/>
                </a:lnTo>
                <a:lnTo>
                  <a:pt x="170307" y="56550"/>
                </a:lnTo>
                <a:lnTo>
                  <a:pt x="176622" y="42405"/>
                </a:lnTo>
                <a:moveTo>
                  <a:pt x="171821" y="91126"/>
                </a:moveTo>
                <a:lnTo>
                  <a:pt x="165535" y="105270"/>
                </a:lnTo>
                <a:lnTo>
                  <a:pt x="151390" y="98984"/>
                </a:lnTo>
                <a:lnTo>
                  <a:pt x="157705" y="84839"/>
                </a:lnTo>
                <a:moveTo>
                  <a:pt x="152905" y="133560"/>
                </a:moveTo>
                <a:lnTo>
                  <a:pt x="146590" y="147704"/>
                </a:lnTo>
                <a:lnTo>
                  <a:pt x="132445" y="141389"/>
                </a:lnTo>
                <a:lnTo>
                  <a:pt x="138760" y="127244"/>
                </a:lnTo>
                <a:moveTo>
                  <a:pt x="133960" y="175965"/>
                </a:moveTo>
                <a:lnTo>
                  <a:pt x="127673" y="190109"/>
                </a:lnTo>
                <a:lnTo>
                  <a:pt x="113528" y="183794"/>
                </a:lnTo>
                <a:lnTo>
                  <a:pt x="119844" y="169678"/>
                </a:lnTo>
                <a:moveTo>
                  <a:pt x="115043" y="218399"/>
                </a:moveTo>
                <a:lnTo>
                  <a:pt x="108728" y="232543"/>
                </a:lnTo>
                <a:lnTo>
                  <a:pt x="94583" y="226228"/>
                </a:lnTo>
                <a:lnTo>
                  <a:pt x="100898" y="212084"/>
                </a:lnTo>
                <a:moveTo>
                  <a:pt x="96098" y="260804"/>
                </a:moveTo>
                <a:lnTo>
                  <a:pt x="89811" y="274949"/>
                </a:lnTo>
                <a:lnTo>
                  <a:pt x="75667" y="268634"/>
                </a:lnTo>
                <a:lnTo>
                  <a:pt x="81982" y="254489"/>
                </a:lnTo>
                <a:moveTo>
                  <a:pt x="77181" y="303209"/>
                </a:moveTo>
                <a:lnTo>
                  <a:pt x="70866" y="317354"/>
                </a:lnTo>
                <a:lnTo>
                  <a:pt x="56721" y="311067"/>
                </a:lnTo>
                <a:lnTo>
                  <a:pt x="63036" y="296923"/>
                </a:lnTo>
                <a:moveTo>
                  <a:pt x="58236" y="345643"/>
                </a:moveTo>
                <a:lnTo>
                  <a:pt x="51949" y="359788"/>
                </a:lnTo>
                <a:lnTo>
                  <a:pt x="37805" y="353473"/>
                </a:lnTo>
                <a:lnTo>
                  <a:pt x="44120" y="339328"/>
                </a:lnTo>
                <a:moveTo>
                  <a:pt x="39319" y="388048"/>
                </a:moveTo>
                <a:lnTo>
                  <a:pt x="33004" y="402193"/>
                </a:lnTo>
                <a:lnTo>
                  <a:pt x="18859" y="395878"/>
                </a:lnTo>
                <a:lnTo>
                  <a:pt x="25175" y="381733"/>
                </a:lnTo>
                <a:moveTo>
                  <a:pt x="20374" y="430482"/>
                </a:moveTo>
                <a:lnTo>
                  <a:pt x="14145" y="444484"/>
                </a:lnTo>
                <a:lnTo>
                  <a:pt x="0" y="438169"/>
                </a:lnTo>
                <a:lnTo>
                  <a:pt x="6258" y="424167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C3C7A-9858-4576-A5DA-9248E6E3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462" y="3996385"/>
            <a:ext cx="42434" cy="51864"/>
          </a:xfrm>
          <a:custGeom xmlns:a="http://schemas.openxmlformats.org/drawingml/2006/main">
            <a:pathLst>
              <a:path w="42434" h="51864">
                <a:moveTo>
                  <a:pt x="2315" y="51864"/>
                </a:moveTo>
                <a:lnTo>
                  <a:pt x="0" y="0"/>
                </a:lnTo>
                <a:lnTo>
                  <a:pt x="16545" y="20117"/>
                </a:lnTo>
                <a:lnTo>
                  <a:pt x="42434" y="18888"/>
                </a:lnTo>
                <a:lnTo>
                  <a:pt x="2315" y="51864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BEA82-7F07-488F-8FB5-C4EAC221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462" y="3996385"/>
            <a:ext cx="42434" cy="51864"/>
          </a:xfrm>
          <a:custGeom xmlns:a="http://schemas.openxmlformats.org/drawingml/2006/main">
            <a:pathLst>
              <a:path w="42434" h="51864" fill="none">
                <a:moveTo>
                  <a:pt x="2315" y="51864"/>
                </a:moveTo>
                <a:lnTo>
                  <a:pt x="0" y="0"/>
                </a:lnTo>
                <a:lnTo>
                  <a:pt x="16545" y="20117"/>
                </a:lnTo>
                <a:lnTo>
                  <a:pt x="42434" y="18888"/>
                </a:lnTo>
                <a:lnTo>
                  <a:pt x="2315" y="518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DF24C9-36B6-48BA-B3A9-C1732006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88" y="3810591"/>
            <a:ext cx="15488" cy="108385"/>
          </a:xfrm>
          <a:custGeom xmlns:a="http://schemas.openxmlformats.org/drawingml/2006/main">
            <a:pathLst>
              <a:path w="15488" h="108385">
                <a:moveTo>
                  <a:pt x="15488" y="0"/>
                </a:moveTo>
                <a:lnTo>
                  <a:pt x="15488" y="15488"/>
                </a:lnTo>
                <a:lnTo>
                  <a:pt x="0" y="15488"/>
                </a:lnTo>
                <a:lnTo>
                  <a:pt x="0" y="0"/>
                </a:lnTo>
                <a:moveTo>
                  <a:pt x="15488" y="46434"/>
                </a:moveTo>
                <a:lnTo>
                  <a:pt x="15488" y="61922"/>
                </a:lnTo>
                <a:lnTo>
                  <a:pt x="0" y="61922"/>
                </a:lnTo>
                <a:lnTo>
                  <a:pt x="0" y="46434"/>
                </a:lnTo>
                <a:moveTo>
                  <a:pt x="15488" y="92897"/>
                </a:moveTo>
                <a:lnTo>
                  <a:pt x="15488" y="108385"/>
                </a:lnTo>
                <a:lnTo>
                  <a:pt x="0" y="108385"/>
                </a:lnTo>
                <a:lnTo>
                  <a:pt x="0" y="92897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71256-57B7-4CB4-B5BC-11A8CA42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3917118"/>
            <a:ext cx="46434" cy="46434"/>
          </a:xfrm>
          <a:custGeom xmlns:a="http://schemas.openxmlformats.org/drawingml/2006/main">
            <a:pathLst>
              <a:path w="46434" h="46434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3250E-A83C-40BA-982A-3F38C57D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01" y="3917118"/>
            <a:ext cx="46434" cy="46434"/>
          </a:xfrm>
          <a:custGeom xmlns:a="http://schemas.openxmlformats.org/drawingml/2006/main">
            <a:pathLst>
              <a:path w="46434" h="46434" fill="none">
                <a:moveTo>
                  <a:pt x="23203" y="46434"/>
                </a:moveTo>
                <a:lnTo>
                  <a:pt x="0" y="0"/>
                </a:lnTo>
                <a:lnTo>
                  <a:pt x="23203" y="11601"/>
                </a:lnTo>
                <a:lnTo>
                  <a:pt x="46434" y="0"/>
                </a:lnTo>
                <a:lnTo>
                  <a:pt x="23203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83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9AD97-6383-4219-8153-F1B226E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3980898"/>
            <a:ext cx="263204" cy="263204"/>
          </a:xfrm>
          <a:custGeom xmlns:a="http://schemas.openxmlformats.org/drawingml/2006/main">
            <a:pathLst>
              <a:path w="263204" h="263204">
                <a:moveTo>
                  <a:pt x="263204" y="131616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42"/>
                  <a:pt x="224657" y="224685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85"/>
                </a:cubicBezTo>
                <a:cubicBezTo>
                  <a:pt x="32433" y="218542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790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</a:path>
            </a:pathLst>
          </a:cu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3F94B-1A08-499C-A53F-44D66BCB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916" y="3980898"/>
            <a:ext cx="263204" cy="263204"/>
          </a:xfrm>
          <a:custGeom xmlns:a="http://schemas.openxmlformats.org/drawingml/2006/main">
            <a:pathLst>
              <a:path w="263204" h="263204" fill="none">
                <a:moveTo>
                  <a:pt x="263204" y="131616"/>
                </a:moveTo>
                <a:cubicBezTo>
                  <a:pt x="263204" y="140246"/>
                  <a:pt x="262376" y="148790"/>
                  <a:pt x="260690" y="157277"/>
                </a:cubicBezTo>
                <a:cubicBezTo>
                  <a:pt x="259004" y="165764"/>
                  <a:pt x="256489" y="173993"/>
                  <a:pt x="253174" y="181966"/>
                </a:cubicBezTo>
                <a:cubicBezTo>
                  <a:pt x="249888" y="189967"/>
                  <a:pt x="245831" y="197539"/>
                  <a:pt x="241030" y="204740"/>
                </a:cubicBezTo>
                <a:cubicBezTo>
                  <a:pt x="236230" y="211912"/>
                  <a:pt x="230772" y="218542"/>
                  <a:pt x="224657" y="224685"/>
                </a:cubicBezTo>
                <a:cubicBezTo>
                  <a:pt x="218542" y="230772"/>
                  <a:pt x="211912" y="236230"/>
                  <a:pt x="204711" y="241030"/>
                </a:cubicBezTo>
                <a:cubicBezTo>
                  <a:pt x="197539" y="245831"/>
                  <a:pt x="189938" y="249888"/>
                  <a:pt x="181966" y="253203"/>
                </a:cubicBezTo>
                <a:cubicBezTo>
                  <a:pt x="173993" y="256518"/>
                  <a:pt x="165764" y="259004"/>
                  <a:pt x="157277" y="260690"/>
                </a:cubicBezTo>
                <a:cubicBezTo>
                  <a:pt x="148790" y="262376"/>
                  <a:pt x="140246" y="263204"/>
                  <a:pt x="131588" y="263204"/>
                </a:cubicBezTo>
                <a:cubicBezTo>
                  <a:pt x="122958" y="263204"/>
                  <a:pt x="114386" y="262376"/>
                  <a:pt x="105928" y="260690"/>
                </a:cubicBezTo>
                <a:cubicBezTo>
                  <a:pt x="97441" y="259004"/>
                  <a:pt x="89240" y="256518"/>
                  <a:pt x="81239" y="253203"/>
                </a:cubicBezTo>
                <a:cubicBezTo>
                  <a:pt x="73266" y="249888"/>
                  <a:pt x="65665" y="245831"/>
                  <a:pt x="58493" y="241030"/>
                </a:cubicBezTo>
                <a:cubicBezTo>
                  <a:pt x="51292" y="236230"/>
                  <a:pt x="44663" y="230772"/>
                  <a:pt x="38548" y="224685"/>
                </a:cubicBezTo>
                <a:cubicBezTo>
                  <a:pt x="32433" y="218542"/>
                  <a:pt x="26975" y="211912"/>
                  <a:pt x="22174" y="204740"/>
                </a:cubicBezTo>
                <a:cubicBezTo>
                  <a:pt x="17374" y="197539"/>
                  <a:pt x="13316" y="189967"/>
                  <a:pt x="10001" y="181966"/>
                </a:cubicBezTo>
                <a:cubicBezTo>
                  <a:pt x="6715" y="173993"/>
                  <a:pt x="4201" y="165764"/>
                  <a:pt x="2515" y="157277"/>
                </a:cubicBezTo>
                <a:cubicBezTo>
                  <a:pt x="857" y="148790"/>
                  <a:pt x="0" y="140246"/>
                  <a:pt x="0" y="131616"/>
                </a:cubicBezTo>
                <a:cubicBezTo>
                  <a:pt x="0" y="122958"/>
                  <a:pt x="857" y="114414"/>
                  <a:pt x="2515" y="105928"/>
                </a:cubicBezTo>
                <a:cubicBezTo>
                  <a:pt x="4201" y="97469"/>
                  <a:pt x="6715" y="89240"/>
                  <a:pt x="10001" y="81239"/>
                </a:cubicBezTo>
                <a:cubicBezTo>
                  <a:pt x="13316" y="73266"/>
                  <a:pt x="17374" y="65665"/>
                  <a:pt x="22174" y="58493"/>
                </a:cubicBezTo>
                <a:cubicBezTo>
                  <a:pt x="26975" y="51292"/>
                  <a:pt x="32433" y="44663"/>
                  <a:pt x="38548" y="38548"/>
                </a:cubicBezTo>
                <a:cubicBezTo>
                  <a:pt x="44663" y="32433"/>
                  <a:pt x="51292" y="26975"/>
                  <a:pt x="58493" y="22174"/>
                </a:cubicBezTo>
                <a:cubicBezTo>
                  <a:pt x="65665" y="17374"/>
                  <a:pt x="73266" y="13316"/>
                  <a:pt x="81239" y="10030"/>
                </a:cubicBezTo>
                <a:cubicBezTo>
                  <a:pt x="89240" y="6715"/>
                  <a:pt x="97441" y="4229"/>
                  <a:pt x="105928" y="2543"/>
                </a:cubicBezTo>
                <a:cubicBezTo>
                  <a:pt x="114386" y="857"/>
                  <a:pt x="122958" y="0"/>
                  <a:pt x="131588" y="0"/>
                </a:cubicBezTo>
                <a:cubicBezTo>
                  <a:pt x="140246" y="0"/>
                  <a:pt x="148790" y="857"/>
                  <a:pt x="157277" y="2543"/>
                </a:cubicBezTo>
                <a:cubicBezTo>
                  <a:pt x="165764" y="4229"/>
                  <a:pt x="173993" y="6715"/>
                  <a:pt x="181966" y="10030"/>
                </a:cubicBezTo>
                <a:cubicBezTo>
                  <a:pt x="189938" y="13316"/>
                  <a:pt x="197539" y="17374"/>
                  <a:pt x="204711" y="22174"/>
                </a:cubicBezTo>
                <a:cubicBezTo>
                  <a:pt x="211912" y="26975"/>
                  <a:pt x="218542" y="32433"/>
                  <a:pt x="224657" y="38548"/>
                </a:cubicBezTo>
                <a:cubicBezTo>
                  <a:pt x="230772" y="44663"/>
                  <a:pt x="236230" y="51292"/>
                  <a:pt x="241030" y="58493"/>
                </a:cubicBezTo>
                <a:cubicBezTo>
                  <a:pt x="245831" y="65665"/>
                  <a:pt x="249888" y="73266"/>
                  <a:pt x="253174" y="81239"/>
                </a:cubicBezTo>
                <a:cubicBezTo>
                  <a:pt x="256489" y="89240"/>
                  <a:pt x="259004" y="97469"/>
                  <a:pt x="260690" y="105928"/>
                </a:cubicBezTo>
                <a:cubicBezTo>
                  <a:pt x="262376" y="114414"/>
                  <a:pt x="263204" y="122958"/>
                  <a:pt x="263204" y="131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42" cap="flat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781" name="Text 16">
            <a:extLst xmlns:a="http://schemas.openxmlformats.org/drawingml/2006/main">
              <a:ext uri="{FF2B5EF4-FFF2-40B4-BE49-F238E27FC236}">
                <a16:creationId xmlns:a16="http://schemas.microsoft.com/office/drawing/2014/main" id="{6473AE11-33C9-4F39-87B3-C229689C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219" y="4027126"/>
            <a:ext cx="177973" cy="141615"/>
          </a:xfrm>
          <a:custGeom xmlns:a="http://schemas.openxmlformats.org/drawingml/2006/main">
            <a:pathLst>
              <a:path w="177973" h="141615">
                <a:moveTo>
                  <a:pt x="60541" y="138652"/>
                </a:moveTo>
                <a:lnTo>
                  <a:pt x="12066" y="138652"/>
                </a:lnTo>
                <a:cubicBezTo>
                  <a:pt x="11995" y="138003"/>
                  <a:pt x="11960" y="137462"/>
                  <a:pt x="11960" y="137028"/>
                </a:cubicBezTo>
                <a:cubicBezTo>
                  <a:pt x="11960" y="135802"/>
                  <a:pt x="12207" y="134955"/>
                  <a:pt x="12701" y="134487"/>
                </a:cubicBezTo>
                <a:cubicBezTo>
                  <a:pt x="13195" y="134018"/>
                  <a:pt x="14747" y="133536"/>
                  <a:pt x="17358" y="133042"/>
                </a:cubicBezTo>
                <a:cubicBezTo>
                  <a:pt x="21450" y="132193"/>
                  <a:pt x="24767" y="131169"/>
                  <a:pt x="27307" y="129969"/>
                </a:cubicBezTo>
                <a:cubicBezTo>
                  <a:pt x="28013" y="128415"/>
                  <a:pt x="28365" y="126967"/>
                  <a:pt x="28365" y="125627"/>
                </a:cubicBezTo>
                <a:lnTo>
                  <a:pt x="28365" y="119058"/>
                </a:lnTo>
                <a:cubicBezTo>
                  <a:pt x="28365" y="118282"/>
                  <a:pt x="28471" y="114715"/>
                  <a:pt x="28683" y="108358"/>
                </a:cubicBezTo>
                <a:cubicBezTo>
                  <a:pt x="28753" y="105957"/>
                  <a:pt x="28824" y="95574"/>
                  <a:pt x="28895" y="77211"/>
                </a:cubicBezTo>
                <a:lnTo>
                  <a:pt x="29106" y="52319"/>
                </a:lnTo>
                <a:lnTo>
                  <a:pt x="28895" y="37805"/>
                </a:lnTo>
                <a:cubicBezTo>
                  <a:pt x="28895" y="35686"/>
                  <a:pt x="28965" y="29011"/>
                  <a:pt x="29106" y="17781"/>
                </a:cubicBezTo>
                <a:cubicBezTo>
                  <a:pt x="13089" y="29212"/>
                  <a:pt x="4304" y="34928"/>
                  <a:pt x="2752" y="34928"/>
                </a:cubicBezTo>
                <a:cubicBezTo>
                  <a:pt x="2187" y="34928"/>
                  <a:pt x="1588" y="34628"/>
                  <a:pt x="953" y="34028"/>
                </a:cubicBezTo>
                <a:cubicBezTo>
                  <a:pt x="318" y="33428"/>
                  <a:pt x="0" y="32846"/>
                  <a:pt x="0" y="32281"/>
                </a:cubicBezTo>
                <a:cubicBezTo>
                  <a:pt x="0" y="31576"/>
                  <a:pt x="247" y="31011"/>
                  <a:pt x="741" y="30588"/>
                </a:cubicBezTo>
                <a:cubicBezTo>
                  <a:pt x="1729" y="29671"/>
                  <a:pt x="4093" y="28154"/>
                  <a:pt x="7832" y="26037"/>
                </a:cubicBezTo>
                <a:cubicBezTo>
                  <a:pt x="8397" y="25755"/>
                  <a:pt x="10831" y="23849"/>
                  <a:pt x="15135" y="20321"/>
                </a:cubicBezTo>
                <a:cubicBezTo>
                  <a:pt x="21980" y="14606"/>
                  <a:pt x="26989" y="10125"/>
                  <a:pt x="30165" y="6880"/>
                </a:cubicBezTo>
                <a:cubicBezTo>
                  <a:pt x="33340" y="3634"/>
                  <a:pt x="35280" y="1799"/>
                  <a:pt x="35986" y="1376"/>
                </a:cubicBezTo>
                <a:cubicBezTo>
                  <a:pt x="37397" y="1305"/>
                  <a:pt x="38491" y="1270"/>
                  <a:pt x="39267" y="1270"/>
                </a:cubicBezTo>
                <a:cubicBezTo>
                  <a:pt x="41102" y="1270"/>
                  <a:pt x="42248" y="1571"/>
                  <a:pt x="42707" y="2173"/>
                </a:cubicBezTo>
                <a:cubicBezTo>
                  <a:pt x="43165" y="2773"/>
                  <a:pt x="43395" y="4947"/>
                  <a:pt x="43395" y="8695"/>
                </a:cubicBezTo>
                <a:lnTo>
                  <a:pt x="42654" y="103228"/>
                </a:lnTo>
                <a:lnTo>
                  <a:pt x="42654" y="112562"/>
                </a:lnTo>
                <a:cubicBezTo>
                  <a:pt x="42654" y="114826"/>
                  <a:pt x="42619" y="117109"/>
                  <a:pt x="42548" y="119408"/>
                </a:cubicBezTo>
                <a:cubicBezTo>
                  <a:pt x="42477" y="121706"/>
                  <a:pt x="42442" y="123385"/>
                  <a:pt x="42442" y="124446"/>
                </a:cubicBezTo>
                <a:cubicBezTo>
                  <a:pt x="42442" y="126993"/>
                  <a:pt x="42760" y="128654"/>
                  <a:pt x="43395" y="129430"/>
                </a:cubicBezTo>
                <a:cubicBezTo>
                  <a:pt x="43818" y="129926"/>
                  <a:pt x="45124" y="130564"/>
                  <a:pt x="47311" y="131342"/>
                </a:cubicBezTo>
                <a:lnTo>
                  <a:pt x="54508" y="132827"/>
                </a:lnTo>
                <a:cubicBezTo>
                  <a:pt x="57613" y="133605"/>
                  <a:pt x="59306" y="134136"/>
                  <a:pt x="59588" y="134418"/>
                </a:cubicBezTo>
                <a:cubicBezTo>
                  <a:pt x="60294" y="135038"/>
                  <a:pt x="60647" y="136001"/>
                  <a:pt x="60647" y="137309"/>
                </a:cubicBezTo>
                <a:lnTo>
                  <a:pt x="60541" y="138652"/>
                </a:lnTo>
                <a:close/>
                <a:moveTo>
                  <a:pt x="168659" y="0"/>
                </a:moveTo>
                <a:cubicBezTo>
                  <a:pt x="169294" y="1058"/>
                  <a:pt x="169753" y="2223"/>
                  <a:pt x="170035" y="3493"/>
                </a:cubicBezTo>
                <a:cubicBezTo>
                  <a:pt x="169612" y="4269"/>
                  <a:pt x="168942" y="4798"/>
                  <a:pt x="168024" y="5080"/>
                </a:cubicBezTo>
                <a:cubicBezTo>
                  <a:pt x="165061" y="5854"/>
                  <a:pt x="160686" y="7896"/>
                  <a:pt x="154900" y="11206"/>
                </a:cubicBezTo>
                <a:cubicBezTo>
                  <a:pt x="153559" y="11909"/>
                  <a:pt x="149467" y="15182"/>
                  <a:pt x="142623" y="21023"/>
                </a:cubicBezTo>
                <a:cubicBezTo>
                  <a:pt x="139588" y="23135"/>
                  <a:pt x="135919" y="27078"/>
                  <a:pt x="131615" y="32850"/>
                </a:cubicBezTo>
                <a:cubicBezTo>
                  <a:pt x="125759" y="40592"/>
                  <a:pt x="121560" y="47508"/>
                  <a:pt x="119020" y="53599"/>
                </a:cubicBezTo>
                <a:cubicBezTo>
                  <a:pt x="116480" y="59687"/>
                  <a:pt x="114222" y="67658"/>
                  <a:pt x="112246" y="77512"/>
                </a:cubicBezTo>
                <a:cubicBezTo>
                  <a:pt x="111682" y="80328"/>
                  <a:pt x="111294" y="85290"/>
                  <a:pt x="111082" y="92399"/>
                </a:cubicBezTo>
                <a:lnTo>
                  <a:pt x="110764" y="96305"/>
                </a:lnTo>
                <a:cubicBezTo>
                  <a:pt x="110764" y="105317"/>
                  <a:pt x="113428" y="114310"/>
                  <a:pt x="118755" y="123285"/>
                </a:cubicBezTo>
                <a:cubicBezTo>
                  <a:pt x="124083" y="132259"/>
                  <a:pt x="130733" y="136746"/>
                  <a:pt x="138706" y="136746"/>
                </a:cubicBezTo>
                <a:cubicBezTo>
                  <a:pt x="142870" y="136746"/>
                  <a:pt x="146768" y="135479"/>
                  <a:pt x="150402" y="132943"/>
                </a:cubicBezTo>
                <a:cubicBezTo>
                  <a:pt x="154036" y="130405"/>
                  <a:pt x="156911" y="126106"/>
                  <a:pt x="159028" y="120047"/>
                </a:cubicBezTo>
                <a:cubicBezTo>
                  <a:pt x="161145" y="113987"/>
                  <a:pt x="162203" y="106660"/>
                  <a:pt x="162203" y="98065"/>
                </a:cubicBezTo>
                <a:cubicBezTo>
                  <a:pt x="162203" y="86370"/>
                  <a:pt x="159963" y="77721"/>
                  <a:pt x="155482" y="72121"/>
                </a:cubicBezTo>
                <a:cubicBezTo>
                  <a:pt x="151002" y="66518"/>
                  <a:pt x="145621" y="63716"/>
                  <a:pt x="139342" y="63716"/>
                </a:cubicBezTo>
                <a:cubicBezTo>
                  <a:pt x="137436" y="63716"/>
                  <a:pt x="135743" y="64055"/>
                  <a:pt x="134261" y="64732"/>
                </a:cubicBezTo>
                <a:lnTo>
                  <a:pt x="133414" y="64986"/>
                </a:lnTo>
                <a:cubicBezTo>
                  <a:pt x="132497" y="64986"/>
                  <a:pt x="131545" y="63893"/>
                  <a:pt x="130557" y="61705"/>
                </a:cubicBezTo>
                <a:cubicBezTo>
                  <a:pt x="132391" y="60506"/>
                  <a:pt x="134614" y="59518"/>
                  <a:pt x="137225" y="58742"/>
                </a:cubicBezTo>
                <a:cubicBezTo>
                  <a:pt x="139835" y="57966"/>
                  <a:pt x="141529" y="57577"/>
                  <a:pt x="142305" y="57577"/>
                </a:cubicBezTo>
                <a:cubicBezTo>
                  <a:pt x="142799" y="57577"/>
                  <a:pt x="146009" y="58108"/>
                  <a:pt x="151937" y="59168"/>
                </a:cubicBezTo>
                <a:lnTo>
                  <a:pt x="155006" y="60653"/>
                </a:lnTo>
                <a:cubicBezTo>
                  <a:pt x="158393" y="61716"/>
                  <a:pt x="160968" y="62954"/>
                  <a:pt x="162732" y="64368"/>
                </a:cubicBezTo>
                <a:cubicBezTo>
                  <a:pt x="165978" y="66985"/>
                  <a:pt x="168871" y="70275"/>
                  <a:pt x="171411" y="74237"/>
                </a:cubicBezTo>
                <a:cubicBezTo>
                  <a:pt x="172681" y="76288"/>
                  <a:pt x="174375" y="80461"/>
                  <a:pt x="176492" y="86756"/>
                </a:cubicBezTo>
                <a:cubicBezTo>
                  <a:pt x="176633" y="87182"/>
                  <a:pt x="177127" y="90294"/>
                  <a:pt x="177973" y="96094"/>
                </a:cubicBezTo>
                <a:lnTo>
                  <a:pt x="177444" y="106704"/>
                </a:lnTo>
                <a:cubicBezTo>
                  <a:pt x="175962" y="113072"/>
                  <a:pt x="174551" y="117530"/>
                  <a:pt x="173211" y="120077"/>
                </a:cubicBezTo>
                <a:cubicBezTo>
                  <a:pt x="171235" y="123966"/>
                  <a:pt x="167919" y="128210"/>
                  <a:pt x="163262" y="132807"/>
                </a:cubicBezTo>
                <a:cubicBezTo>
                  <a:pt x="160862" y="135142"/>
                  <a:pt x="157758" y="137053"/>
                  <a:pt x="153948" y="138539"/>
                </a:cubicBezTo>
                <a:cubicBezTo>
                  <a:pt x="148585" y="140590"/>
                  <a:pt x="142905" y="141615"/>
                  <a:pt x="136907" y="141615"/>
                </a:cubicBezTo>
                <a:cubicBezTo>
                  <a:pt x="125476" y="141615"/>
                  <a:pt x="115792" y="137046"/>
                  <a:pt x="107854" y="127909"/>
                </a:cubicBezTo>
                <a:cubicBezTo>
                  <a:pt x="99916" y="118771"/>
                  <a:pt x="95947" y="105523"/>
                  <a:pt x="95947" y="88166"/>
                </a:cubicBezTo>
                <a:cubicBezTo>
                  <a:pt x="95947" y="78499"/>
                  <a:pt x="97428" y="69343"/>
                  <a:pt x="100392" y="60700"/>
                </a:cubicBezTo>
                <a:cubicBezTo>
                  <a:pt x="103356" y="52056"/>
                  <a:pt x="107554" y="44136"/>
                  <a:pt x="112987" y="36938"/>
                </a:cubicBezTo>
                <a:cubicBezTo>
                  <a:pt x="116656" y="32070"/>
                  <a:pt x="121648" y="26848"/>
                  <a:pt x="127964" y="21274"/>
                </a:cubicBezTo>
                <a:cubicBezTo>
                  <a:pt x="134279" y="15700"/>
                  <a:pt x="140259" y="11360"/>
                  <a:pt x="145904" y="8256"/>
                </a:cubicBezTo>
                <a:cubicBezTo>
                  <a:pt x="153595" y="4163"/>
                  <a:pt x="161180" y="1411"/>
                  <a:pt x="16865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30F41-03E0-4DA1-B5F0-ED72FE4D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472" y="3407112"/>
            <a:ext cx="86182" cy="98927"/>
          </a:xfrm>
          <a:custGeom xmlns:a="http://schemas.openxmlformats.org/drawingml/2006/main">
            <a:pathLst>
              <a:path w="86182" h="98927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32" y="6315"/>
                  <a:pt x="44720" y="0"/>
                  <a:pt x="59236" y="0"/>
                </a:cubicBezTo>
                <a:cubicBezTo>
                  <a:pt x="67380" y="0"/>
                  <a:pt x="73752" y="1743"/>
                  <a:pt x="78410" y="5201"/>
                </a:cubicBezTo>
                <a:cubicBezTo>
                  <a:pt x="83068" y="8715"/>
                  <a:pt x="85439" y="13259"/>
                  <a:pt x="85582" y="18945"/>
                </a:cubicBezTo>
                <a:cubicBezTo>
                  <a:pt x="85582" y="23146"/>
                  <a:pt x="84211" y="26718"/>
                  <a:pt x="81439" y="29604"/>
                </a:cubicBezTo>
                <a:cubicBezTo>
                  <a:pt x="78696" y="32518"/>
                  <a:pt x="75209" y="34033"/>
                  <a:pt x="71009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65" y="30547"/>
                  <a:pt x="62065" y="28375"/>
                  <a:pt x="62065" y="25460"/>
                </a:cubicBezTo>
                <a:cubicBezTo>
                  <a:pt x="62065" y="22574"/>
                  <a:pt x="62865" y="20088"/>
                  <a:pt x="64465" y="18059"/>
                </a:cubicBezTo>
                <a:cubicBezTo>
                  <a:pt x="66065" y="16031"/>
                  <a:pt x="67666" y="14516"/>
                  <a:pt x="69266" y="13487"/>
                </a:cubicBezTo>
                <a:cubicBezTo>
                  <a:pt x="70866" y="12487"/>
                  <a:pt x="71866" y="12030"/>
                  <a:pt x="72295" y="12202"/>
                </a:cubicBezTo>
                <a:lnTo>
                  <a:pt x="72523" y="12202"/>
                </a:lnTo>
                <a:cubicBezTo>
                  <a:pt x="72523" y="11887"/>
                  <a:pt x="72095" y="11459"/>
                  <a:pt x="71209" y="10887"/>
                </a:cubicBezTo>
                <a:cubicBezTo>
                  <a:pt x="70352" y="10316"/>
                  <a:pt x="68837" y="9715"/>
                  <a:pt x="66637" y="9144"/>
                </a:cubicBezTo>
                <a:cubicBezTo>
                  <a:pt x="64465" y="8572"/>
                  <a:pt x="61979" y="8258"/>
                  <a:pt x="59236" y="8258"/>
                </a:cubicBezTo>
                <a:cubicBezTo>
                  <a:pt x="54893" y="8258"/>
                  <a:pt x="50749" y="9287"/>
                  <a:pt x="46834" y="11316"/>
                </a:cubicBezTo>
                <a:cubicBezTo>
                  <a:pt x="43777" y="12630"/>
                  <a:pt x="40662" y="14859"/>
                  <a:pt x="37462" y="18059"/>
                </a:cubicBezTo>
                <a:cubicBezTo>
                  <a:pt x="31061" y="24460"/>
                  <a:pt x="26432" y="33461"/>
                  <a:pt x="23517" y="45063"/>
                </a:cubicBezTo>
                <a:cubicBezTo>
                  <a:pt x="20603" y="56693"/>
                  <a:pt x="19088" y="65094"/>
                  <a:pt x="18945" y="70323"/>
                </a:cubicBezTo>
                <a:cubicBezTo>
                  <a:pt x="18945" y="77010"/>
                  <a:pt x="20831" y="82039"/>
                  <a:pt x="24603" y="85354"/>
                </a:cubicBezTo>
                <a:cubicBezTo>
                  <a:pt x="27803" y="88840"/>
                  <a:pt x="32004" y="90583"/>
                  <a:pt x="37233" y="90583"/>
                </a:cubicBezTo>
                <a:lnTo>
                  <a:pt x="38119" y="90583"/>
                </a:lnTo>
                <a:cubicBezTo>
                  <a:pt x="54378" y="90583"/>
                  <a:pt x="67808" y="84411"/>
                  <a:pt x="78410" y="72066"/>
                </a:cubicBezTo>
                <a:cubicBezTo>
                  <a:pt x="79696" y="70609"/>
                  <a:pt x="80581" y="69894"/>
                  <a:pt x="81010" y="69894"/>
                </a:cubicBezTo>
                <a:cubicBezTo>
                  <a:pt x="81582" y="69894"/>
                  <a:pt x="82553" y="70552"/>
                  <a:pt x="83839" y="71866"/>
                </a:cubicBezTo>
                <a:cubicBezTo>
                  <a:pt x="85153" y="73181"/>
                  <a:pt x="85868" y="74181"/>
                  <a:pt x="86011" y="74895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10" y="79639"/>
                  <a:pt x="80524" y="81667"/>
                  <a:pt x="77753" y="84268"/>
                </a:cubicBezTo>
                <a:cubicBezTo>
                  <a:pt x="75009" y="86897"/>
                  <a:pt x="71723" y="89068"/>
                  <a:pt x="67951" y="90811"/>
                </a:cubicBezTo>
                <a:cubicBezTo>
                  <a:pt x="64179" y="92554"/>
                  <a:pt x="59522" y="94355"/>
                  <a:pt x="54007" y="96241"/>
                </a:cubicBezTo>
                <a:cubicBezTo>
                  <a:pt x="48492" y="98127"/>
                  <a:pt x="42691" y="98927"/>
                  <a:pt x="36576" y="98641"/>
                </a:cubicBezTo>
                <a:cubicBezTo>
                  <a:pt x="25689" y="98641"/>
                  <a:pt x="16916" y="95155"/>
                  <a:pt x="10230" y="88182"/>
                </a:cubicBezTo>
                <a:cubicBezTo>
                  <a:pt x="3572" y="81239"/>
                  <a:pt x="143" y="72380"/>
                  <a:pt x="0" y="616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E4E7B-5859-4AA5-AFFB-E03EA5F8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472" y="3407112"/>
            <a:ext cx="86182" cy="98927"/>
          </a:xfrm>
          <a:custGeom xmlns:a="http://schemas.openxmlformats.org/drawingml/2006/main">
            <a:pathLst>
              <a:path w="86182" h="98927" fill="none">
                <a:moveTo>
                  <a:pt x="0" y="61636"/>
                </a:moveTo>
                <a:cubicBezTo>
                  <a:pt x="0" y="45806"/>
                  <a:pt x="6229" y="31575"/>
                  <a:pt x="18717" y="18945"/>
                </a:cubicBezTo>
                <a:cubicBezTo>
                  <a:pt x="31232" y="6315"/>
                  <a:pt x="44720" y="0"/>
                  <a:pt x="59236" y="0"/>
                </a:cubicBezTo>
                <a:cubicBezTo>
                  <a:pt x="67380" y="0"/>
                  <a:pt x="73752" y="1743"/>
                  <a:pt x="78410" y="5201"/>
                </a:cubicBezTo>
                <a:cubicBezTo>
                  <a:pt x="83068" y="8715"/>
                  <a:pt x="85439" y="13259"/>
                  <a:pt x="85582" y="18945"/>
                </a:cubicBezTo>
                <a:cubicBezTo>
                  <a:pt x="85582" y="23146"/>
                  <a:pt x="84211" y="26718"/>
                  <a:pt x="81439" y="29604"/>
                </a:cubicBezTo>
                <a:cubicBezTo>
                  <a:pt x="78696" y="32518"/>
                  <a:pt x="75209" y="34033"/>
                  <a:pt x="71009" y="34176"/>
                </a:cubicBezTo>
                <a:cubicBezTo>
                  <a:pt x="68237" y="34176"/>
                  <a:pt x="66065" y="33461"/>
                  <a:pt x="64465" y="32004"/>
                </a:cubicBezTo>
                <a:cubicBezTo>
                  <a:pt x="62865" y="30547"/>
                  <a:pt x="62065" y="28375"/>
                  <a:pt x="62065" y="25460"/>
                </a:cubicBezTo>
                <a:cubicBezTo>
                  <a:pt x="62065" y="22574"/>
                  <a:pt x="62865" y="20088"/>
                  <a:pt x="64465" y="18059"/>
                </a:cubicBezTo>
                <a:cubicBezTo>
                  <a:pt x="66065" y="16031"/>
                  <a:pt x="67666" y="14516"/>
                  <a:pt x="69266" y="13487"/>
                </a:cubicBezTo>
                <a:cubicBezTo>
                  <a:pt x="70866" y="12487"/>
                  <a:pt x="71866" y="12030"/>
                  <a:pt x="72295" y="12202"/>
                </a:cubicBezTo>
                <a:lnTo>
                  <a:pt x="72523" y="12202"/>
                </a:lnTo>
                <a:cubicBezTo>
                  <a:pt x="72523" y="11887"/>
                  <a:pt x="72095" y="11459"/>
                  <a:pt x="71209" y="10887"/>
                </a:cubicBezTo>
                <a:cubicBezTo>
                  <a:pt x="70352" y="10316"/>
                  <a:pt x="68837" y="9715"/>
                  <a:pt x="66637" y="9144"/>
                </a:cubicBezTo>
                <a:cubicBezTo>
                  <a:pt x="64465" y="8572"/>
                  <a:pt x="61979" y="8258"/>
                  <a:pt x="59236" y="8258"/>
                </a:cubicBezTo>
                <a:cubicBezTo>
                  <a:pt x="54893" y="8258"/>
                  <a:pt x="50749" y="9287"/>
                  <a:pt x="46834" y="11316"/>
                </a:cubicBezTo>
                <a:cubicBezTo>
                  <a:pt x="43777" y="12630"/>
                  <a:pt x="40662" y="14859"/>
                  <a:pt x="37462" y="18059"/>
                </a:cubicBezTo>
                <a:cubicBezTo>
                  <a:pt x="31061" y="24460"/>
                  <a:pt x="26432" y="33461"/>
                  <a:pt x="23517" y="45063"/>
                </a:cubicBezTo>
                <a:cubicBezTo>
                  <a:pt x="20603" y="56693"/>
                  <a:pt x="19088" y="65094"/>
                  <a:pt x="18945" y="70323"/>
                </a:cubicBezTo>
                <a:cubicBezTo>
                  <a:pt x="18945" y="77010"/>
                  <a:pt x="20831" y="82039"/>
                  <a:pt x="24603" y="85354"/>
                </a:cubicBezTo>
                <a:cubicBezTo>
                  <a:pt x="27803" y="88840"/>
                  <a:pt x="32004" y="90583"/>
                  <a:pt x="37233" y="90583"/>
                </a:cubicBezTo>
                <a:lnTo>
                  <a:pt x="38119" y="90583"/>
                </a:lnTo>
                <a:cubicBezTo>
                  <a:pt x="54378" y="90583"/>
                  <a:pt x="67808" y="84411"/>
                  <a:pt x="78410" y="72066"/>
                </a:cubicBezTo>
                <a:cubicBezTo>
                  <a:pt x="79696" y="70609"/>
                  <a:pt x="80581" y="69894"/>
                  <a:pt x="81010" y="69894"/>
                </a:cubicBezTo>
                <a:cubicBezTo>
                  <a:pt x="81582" y="69894"/>
                  <a:pt x="82553" y="70552"/>
                  <a:pt x="83839" y="71866"/>
                </a:cubicBezTo>
                <a:cubicBezTo>
                  <a:pt x="85153" y="73181"/>
                  <a:pt x="85868" y="74181"/>
                  <a:pt x="86011" y="74895"/>
                </a:cubicBezTo>
                <a:cubicBezTo>
                  <a:pt x="86182" y="75638"/>
                  <a:pt x="85525" y="76724"/>
                  <a:pt x="84068" y="78181"/>
                </a:cubicBezTo>
                <a:cubicBezTo>
                  <a:pt x="82610" y="79639"/>
                  <a:pt x="80524" y="81667"/>
                  <a:pt x="77753" y="84268"/>
                </a:cubicBezTo>
                <a:cubicBezTo>
                  <a:pt x="75009" y="86897"/>
                  <a:pt x="71723" y="89068"/>
                  <a:pt x="67951" y="90811"/>
                </a:cubicBezTo>
                <a:cubicBezTo>
                  <a:pt x="64179" y="92554"/>
                  <a:pt x="59522" y="94355"/>
                  <a:pt x="54007" y="96241"/>
                </a:cubicBezTo>
                <a:cubicBezTo>
                  <a:pt x="48492" y="98127"/>
                  <a:pt x="42691" y="98927"/>
                  <a:pt x="36576" y="98641"/>
                </a:cubicBezTo>
                <a:cubicBezTo>
                  <a:pt x="25689" y="98641"/>
                  <a:pt x="16916" y="95155"/>
                  <a:pt x="10230" y="88182"/>
                </a:cubicBezTo>
                <a:cubicBezTo>
                  <a:pt x="3572" y="81239"/>
                  <a:pt x="143" y="72380"/>
                  <a:pt x="0" y="616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12670"/>
              </a:srgbClr>
            </a:solidFill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9D90F-7EAE-4A10-B822-44D388B5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71" y="3433486"/>
            <a:ext cx="64808" cy="105928"/>
          </a:xfrm>
          <a:custGeom xmlns:a="http://schemas.openxmlformats.org/drawingml/2006/main">
            <a:pathLst>
              <a:path w="64808" h="105928">
                <a:moveTo>
                  <a:pt x="8773" y="12459"/>
                </a:moveTo>
                <a:cubicBezTo>
                  <a:pt x="14516" y="4143"/>
                  <a:pt x="22374" y="0"/>
                  <a:pt x="32318" y="0"/>
                </a:cubicBezTo>
                <a:cubicBezTo>
                  <a:pt x="37262" y="0"/>
                  <a:pt x="42177" y="1343"/>
                  <a:pt x="47120" y="4001"/>
                </a:cubicBezTo>
                <a:cubicBezTo>
                  <a:pt x="52035" y="6687"/>
                  <a:pt x="56036" y="11401"/>
                  <a:pt x="59122" y="18174"/>
                </a:cubicBezTo>
                <a:cubicBezTo>
                  <a:pt x="62922" y="26689"/>
                  <a:pt x="64808" y="38376"/>
                  <a:pt x="64808" y="53264"/>
                </a:cubicBezTo>
                <a:cubicBezTo>
                  <a:pt x="64808" y="69180"/>
                  <a:pt x="62608" y="81353"/>
                  <a:pt x="58207" y="89754"/>
                </a:cubicBezTo>
                <a:cubicBezTo>
                  <a:pt x="56150" y="94069"/>
                  <a:pt x="53321" y="97526"/>
                  <a:pt x="49721" y="100070"/>
                </a:cubicBezTo>
                <a:cubicBezTo>
                  <a:pt x="46149" y="102641"/>
                  <a:pt x="43005" y="104242"/>
                  <a:pt x="40319" y="104870"/>
                </a:cubicBezTo>
                <a:cubicBezTo>
                  <a:pt x="37662" y="105470"/>
                  <a:pt x="35062" y="105842"/>
                  <a:pt x="32490" y="105928"/>
                </a:cubicBezTo>
                <a:cubicBezTo>
                  <a:pt x="29804" y="105928"/>
                  <a:pt x="27146" y="105642"/>
                  <a:pt x="24489" y="105013"/>
                </a:cubicBezTo>
                <a:cubicBezTo>
                  <a:pt x="21803" y="104413"/>
                  <a:pt x="18688" y="102756"/>
                  <a:pt x="15088" y="100070"/>
                </a:cubicBezTo>
                <a:cubicBezTo>
                  <a:pt x="11487" y="97412"/>
                  <a:pt x="8658" y="93983"/>
                  <a:pt x="6601" y="89754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05" y="10630"/>
                </a:moveTo>
                <a:cubicBezTo>
                  <a:pt x="40319" y="7344"/>
                  <a:pt x="36690" y="5686"/>
                  <a:pt x="32490" y="5686"/>
                </a:cubicBezTo>
                <a:cubicBezTo>
                  <a:pt x="28175" y="5686"/>
                  <a:pt x="24489" y="7344"/>
                  <a:pt x="21403" y="10630"/>
                </a:cubicBezTo>
                <a:cubicBezTo>
                  <a:pt x="18831" y="13287"/>
                  <a:pt x="17145" y="17002"/>
                  <a:pt x="16316" y="21717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94"/>
                  <a:pt x="15488" y="78181"/>
                  <a:pt x="16316" y="83296"/>
                </a:cubicBezTo>
                <a:cubicBezTo>
                  <a:pt x="17145" y="88440"/>
                  <a:pt x="19002" y="92497"/>
                  <a:pt x="21860" y="95469"/>
                </a:cubicBezTo>
                <a:cubicBezTo>
                  <a:pt x="24746" y="98555"/>
                  <a:pt x="28289" y="100070"/>
                  <a:pt x="32490" y="100070"/>
                </a:cubicBezTo>
                <a:cubicBezTo>
                  <a:pt x="36605" y="100070"/>
                  <a:pt x="40062" y="98555"/>
                  <a:pt x="42948" y="95469"/>
                </a:cubicBezTo>
                <a:cubicBezTo>
                  <a:pt x="45920" y="92383"/>
                  <a:pt x="47777" y="88068"/>
                  <a:pt x="48492" y="82525"/>
                </a:cubicBezTo>
                <a:cubicBezTo>
                  <a:pt x="49206" y="76981"/>
                  <a:pt x="49635" y="66580"/>
                  <a:pt x="49721" y="51264"/>
                </a:cubicBezTo>
                <a:cubicBezTo>
                  <a:pt x="49721" y="36376"/>
                  <a:pt x="49320" y="26575"/>
                  <a:pt x="48492" y="21860"/>
                </a:cubicBezTo>
                <a:cubicBezTo>
                  <a:pt x="47663" y="17145"/>
                  <a:pt x="45977" y="13402"/>
                  <a:pt x="43405" y="106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8E31F-F399-4350-AA10-BC7CC321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71" y="3433486"/>
            <a:ext cx="64808" cy="105928"/>
          </a:xfrm>
          <a:custGeom xmlns:a="http://schemas.openxmlformats.org/drawingml/2006/main">
            <a:pathLst>
              <a:path w="64808" h="105928" fill="none">
                <a:moveTo>
                  <a:pt x="8773" y="12459"/>
                </a:moveTo>
                <a:cubicBezTo>
                  <a:pt x="14516" y="4143"/>
                  <a:pt x="22374" y="0"/>
                  <a:pt x="32318" y="0"/>
                </a:cubicBezTo>
                <a:cubicBezTo>
                  <a:pt x="37262" y="0"/>
                  <a:pt x="42177" y="1343"/>
                  <a:pt x="47120" y="4001"/>
                </a:cubicBezTo>
                <a:cubicBezTo>
                  <a:pt x="52035" y="6687"/>
                  <a:pt x="56036" y="11401"/>
                  <a:pt x="59122" y="18174"/>
                </a:cubicBezTo>
                <a:cubicBezTo>
                  <a:pt x="62922" y="26689"/>
                  <a:pt x="64808" y="38376"/>
                  <a:pt x="64808" y="53264"/>
                </a:cubicBezTo>
                <a:cubicBezTo>
                  <a:pt x="64808" y="69180"/>
                  <a:pt x="62608" y="81353"/>
                  <a:pt x="58207" y="89754"/>
                </a:cubicBezTo>
                <a:cubicBezTo>
                  <a:pt x="56150" y="94069"/>
                  <a:pt x="53321" y="97526"/>
                  <a:pt x="49721" y="100070"/>
                </a:cubicBezTo>
                <a:cubicBezTo>
                  <a:pt x="46149" y="102641"/>
                  <a:pt x="43005" y="104242"/>
                  <a:pt x="40319" y="104870"/>
                </a:cubicBezTo>
                <a:cubicBezTo>
                  <a:pt x="37662" y="105470"/>
                  <a:pt x="35062" y="105842"/>
                  <a:pt x="32490" y="105928"/>
                </a:cubicBezTo>
                <a:cubicBezTo>
                  <a:pt x="29804" y="105928"/>
                  <a:pt x="27146" y="105642"/>
                  <a:pt x="24489" y="105013"/>
                </a:cubicBezTo>
                <a:cubicBezTo>
                  <a:pt x="21803" y="104413"/>
                  <a:pt x="18688" y="102756"/>
                  <a:pt x="15088" y="100070"/>
                </a:cubicBezTo>
                <a:cubicBezTo>
                  <a:pt x="11487" y="97412"/>
                  <a:pt x="8658" y="93983"/>
                  <a:pt x="6601" y="89754"/>
                </a:cubicBezTo>
                <a:cubicBezTo>
                  <a:pt x="2200" y="81353"/>
                  <a:pt x="0" y="69180"/>
                  <a:pt x="0" y="53264"/>
                </a:cubicBezTo>
                <a:cubicBezTo>
                  <a:pt x="0" y="35404"/>
                  <a:pt x="2915" y="21803"/>
                  <a:pt x="8773" y="12459"/>
                </a:cubicBezTo>
                <a:close/>
                <a:moveTo>
                  <a:pt x="43405" y="10630"/>
                </a:moveTo>
                <a:cubicBezTo>
                  <a:pt x="40319" y="7344"/>
                  <a:pt x="36690" y="5686"/>
                  <a:pt x="32490" y="5686"/>
                </a:cubicBezTo>
                <a:cubicBezTo>
                  <a:pt x="28175" y="5686"/>
                  <a:pt x="24489" y="7344"/>
                  <a:pt x="21403" y="10630"/>
                </a:cubicBezTo>
                <a:cubicBezTo>
                  <a:pt x="18831" y="13287"/>
                  <a:pt x="17145" y="17002"/>
                  <a:pt x="16316" y="21717"/>
                </a:cubicBezTo>
                <a:cubicBezTo>
                  <a:pt x="15488" y="26432"/>
                  <a:pt x="15088" y="36290"/>
                  <a:pt x="15088" y="51264"/>
                </a:cubicBezTo>
                <a:cubicBezTo>
                  <a:pt x="15088" y="67494"/>
                  <a:pt x="15488" y="78181"/>
                  <a:pt x="16316" y="83296"/>
                </a:cubicBezTo>
                <a:cubicBezTo>
                  <a:pt x="17145" y="88440"/>
                  <a:pt x="19002" y="92497"/>
                  <a:pt x="21860" y="95469"/>
                </a:cubicBezTo>
                <a:cubicBezTo>
                  <a:pt x="24746" y="98555"/>
                  <a:pt x="28289" y="100070"/>
                  <a:pt x="32490" y="100070"/>
                </a:cubicBezTo>
                <a:cubicBezTo>
                  <a:pt x="36605" y="100070"/>
                  <a:pt x="40062" y="98555"/>
                  <a:pt x="42948" y="95469"/>
                </a:cubicBezTo>
                <a:cubicBezTo>
                  <a:pt x="45920" y="92383"/>
                  <a:pt x="47777" y="88068"/>
                  <a:pt x="48492" y="82525"/>
                </a:cubicBezTo>
                <a:cubicBezTo>
                  <a:pt x="49206" y="76981"/>
                  <a:pt x="49635" y="66580"/>
                  <a:pt x="49721" y="51264"/>
                </a:cubicBezTo>
                <a:cubicBezTo>
                  <a:pt x="49721" y="36376"/>
                  <a:pt x="49320" y="26575"/>
                  <a:pt x="48492" y="21860"/>
                </a:cubicBezTo>
                <a:cubicBezTo>
                  <a:pt x="47663" y="17145"/>
                  <a:pt x="45977" y="13402"/>
                  <a:pt x="43405" y="106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000000">
                <a:alpha val="8960"/>
              </a:srgbClr>
            </a:solidFill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C92D6-7E9A-44B2-93C8-8D3FA2C4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992" y="3393167"/>
            <a:ext cx="405679" cy="12373"/>
          </a:xfrm>
          <a:custGeom xmlns:a="http://schemas.openxmlformats.org/drawingml/2006/main">
            <a:pathLst>
              <a:path w="405679" h="12373">
                <a:moveTo>
                  <a:pt x="0" y="0"/>
                </a:moveTo>
                <a:lnTo>
                  <a:pt x="5658" y="0"/>
                </a:lnTo>
                <a:lnTo>
                  <a:pt x="5658" y="12373"/>
                </a:lnTo>
                <a:lnTo>
                  <a:pt x="0" y="12373"/>
                </a:lnTo>
                <a:lnTo>
                  <a:pt x="0" y="0"/>
                </a:lnTo>
                <a:close/>
                <a:moveTo>
                  <a:pt x="44120" y="0"/>
                </a:moveTo>
                <a:lnTo>
                  <a:pt x="55293" y="0"/>
                </a:lnTo>
                <a:lnTo>
                  <a:pt x="55293" y="12373"/>
                </a:lnTo>
                <a:lnTo>
                  <a:pt x="44120" y="12373"/>
                </a:lnTo>
                <a:lnTo>
                  <a:pt x="44120" y="0"/>
                </a:lnTo>
                <a:close/>
                <a:moveTo>
                  <a:pt x="96355" y="0"/>
                </a:moveTo>
                <a:lnTo>
                  <a:pt x="110871" y="0"/>
                </a:lnTo>
                <a:lnTo>
                  <a:pt x="110871" y="12373"/>
                </a:lnTo>
                <a:lnTo>
                  <a:pt x="96355" y="12373"/>
                </a:lnTo>
                <a:lnTo>
                  <a:pt x="96355" y="0"/>
                </a:lnTo>
                <a:close/>
                <a:moveTo>
                  <a:pt x="142989" y="0"/>
                </a:moveTo>
                <a:lnTo>
                  <a:pt x="154591" y="0"/>
                </a:lnTo>
                <a:lnTo>
                  <a:pt x="154591" y="12373"/>
                </a:lnTo>
                <a:lnTo>
                  <a:pt x="142989" y="12373"/>
                </a:lnTo>
                <a:lnTo>
                  <a:pt x="142989" y="0"/>
                </a:lnTo>
                <a:close/>
                <a:moveTo>
                  <a:pt x="192138" y="0"/>
                </a:moveTo>
                <a:lnTo>
                  <a:pt x="205540" y="0"/>
                </a:lnTo>
                <a:lnTo>
                  <a:pt x="205540" y="12373"/>
                </a:lnTo>
                <a:lnTo>
                  <a:pt x="192138" y="12373"/>
                </a:lnTo>
                <a:lnTo>
                  <a:pt x="192138" y="0"/>
                </a:lnTo>
                <a:close/>
                <a:moveTo>
                  <a:pt x="247202" y="0"/>
                </a:moveTo>
                <a:lnTo>
                  <a:pt x="258004" y="0"/>
                </a:lnTo>
                <a:lnTo>
                  <a:pt x="258004" y="12373"/>
                </a:lnTo>
                <a:lnTo>
                  <a:pt x="247202" y="12373"/>
                </a:lnTo>
                <a:lnTo>
                  <a:pt x="247202" y="0"/>
                </a:lnTo>
                <a:close/>
                <a:moveTo>
                  <a:pt x="291808" y="0"/>
                </a:moveTo>
                <a:lnTo>
                  <a:pt x="303524" y="0"/>
                </a:lnTo>
                <a:lnTo>
                  <a:pt x="303524" y="12373"/>
                </a:lnTo>
                <a:lnTo>
                  <a:pt x="291808" y="12373"/>
                </a:lnTo>
                <a:lnTo>
                  <a:pt x="291808" y="0"/>
                </a:lnTo>
                <a:close/>
                <a:moveTo>
                  <a:pt x="340100" y="0"/>
                </a:moveTo>
                <a:lnTo>
                  <a:pt x="352758" y="0"/>
                </a:lnTo>
                <a:lnTo>
                  <a:pt x="352758" y="12373"/>
                </a:lnTo>
                <a:lnTo>
                  <a:pt x="340100" y="12373"/>
                </a:lnTo>
                <a:lnTo>
                  <a:pt x="340100" y="0"/>
                </a:lnTo>
                <a:close/>
                <a:moveTo>
                  <a:pt x="392106" y="0"/>
                </a:moveTo>
                <a:lnTo>
                  <a:pt x="405679" y="0"/>
                </a:lnTo>
                <a:lnTo>
                  <a:pt x="405679" y="12373"/>
                </a:lnTo>
                <a:lnTo>
                  <a:pt x="392106" y="12373"/>
                </a:lnTo>
                <a:lnTo>
                  <a:pt x="392106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CC677-09C7-49C3-868D-7EF7EDDC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922" y="3298727"/>
            <a:ext cx="42062" cy="187966"/>
          </a:xfrm>
          <a:custGeom xmlns:a="http://schemas.openxmlformats.org/drawingml/2006/main">
            <a:pathLst>
              <a:path w="42062" h="187966">
                <a:moveTo>
                  <a:pt x="42062" y="184595"/>
                </a:moveTo>
                <a:cubicBezTo>
                  <a:pt x="41920" y="185452"/>
                  <a:pt x="41548" y="186223"/>
                  <a:pt x="40919" y="186852"/>
                </a:cubicBezTo>
                <a:cubicBezTo>
                  <a:pt x="40291" y="187481"/>
                  <a:pt x="39434" y="187852"/>
                  <a:pt x="38291" y="187966"/>
                </a:cubicBezTo>
                <a:cubicBezTo>
                  <a:pt x="37033" y="187966"/>
                  <a:pt x="35976" y="187338"/>
                  <a:pt x="35090" y="186080"/>
                </a:cubicBezTo>
                <a:cubicBezTo>
                  <a:pt x="34719" y="185223"/>
                  <a:pt x="28832" y="169793"/>
                  <a:pt x="17431" y="139846"/>
                </a:cubicBezTo>
                <a:cubicBezTo>
                  <a:pt x="6029" y="109899"/>
                  <a:pt x="257" y="94612"/>
                  <a:pt x="143" y="93983"/>
                </a:cubicBezTo>
                <a:cubicBezTo>
                  <a:pt x="0" y="93355"/>
                  <a:pt x="5715" y="78067"/>
                  <a:pt x="17231" y="48120"/>
                </a:cubicBezTo>
                <a:cubicBezTo>
                  <a:pt x="28775" y="18174"/>
                  <a:pt x="34719" y="2743"/>
                  <a:pt x="35090" y="1886"/>
                </a:cubicBezTo>
                <a:cubicBezTo>
                  <a:pt x="35462" y="1257"/>
                  <a:pt x="36090" y="686"/>
                  <a:pt x="36976" y="200"/>
                </a:cubicBezTo>
                <a:lnTo>
                  <a:pt x="37548" y="0"/>
                </a:lnTo>
                <a:cubicBezTo>
                  <a:pt x="37919" y="0"/>
                  <a:pt x="38176" y="0"/>
                  <a:pt x="38291" y="0"/>
                </a:cubicBezTo>
                <a:cubicBezTo>
                  <a:pt x="40548" y="0"/>
                  <a:pt x="41805" y="1114"/>
                  <a:pt x="42062" y="3372"/>
                </a:cubicBezTo>
                <a:cubicBezTo>
                  <a:pt x="42062" y="4001"/>
                  <a:pt x="36405" y="19231"/>
                  <a:pt x="25146" y="49063"/>
                </a:cubicBezTo>
                <a:cubicBezTo>
                  <a:pt x="13716" y="78753"/>
                  <a:pt x="8030" y="93726"/>
                  <a:pt x="8030" y="93983"/>
                </a:cubicBezTo>
                <a:cubicBezTo>
                  <a:pt x="8030" y="94240"/>
                  <a:pt x="13716" y="109214"/>
                  <a:pt x="25146" y="138903"/>
                </a:cubicBezTo>
                <a:cubicBezTo>
                  <a:pt x="36405" y="168735"/>
                  <a:pt x="42062" y="183966"/>
                  <a:pt x="42062" y="184595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F175C2-9507-4A30-B8BE-040D4F19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922" y="3298727"/>
            <a:ext cx="42062" cy="187966"/>
          </a:xfrm>
          <a:custGeom xmlns:a="http://schemas.openxmlformats.org/drawingml/2006/main">
            <a:pathLst>
              <a:path w="42062" h="187966" fill="none">
                <a:moveTo>
                  <a:pt x="42062" y="184595"/>
                </a:moveTo>
                <a:cubicBezTo>
                  <a:pt x="41920" y="185452"/>
                  <a:pt x="41548" y="186223"/>
                  <a:pt x="40919" y="186852"/>
                </a:cubicBezTo>
                <a:cubicBezTo>
                  <a:pt x="40291" y="187481"/>
                  <a:pt x="39434" y="187852"/>
                  <a:pt x="38291" y="187966"/>
                </a:cubicBezTo>
                <a:cubicBezTo>
                  <a:pt x="37033" y="187966"/>
                  <a:pt x="35976" y="187338"/>
                  <a:pt x="35090" y="186080"/>
                </a:cubicBezTo>
                <a:cubicBezTo>
                  <a:pt x="34719" y="185223"/>
                  <a:pt x="28832" y="169793"/>
                  <a:pt x="17431" y="139846"/>
                </a:cubicBezTo>
                <a:cubicBezTo>
                  <a:pt x="6029" y="109899"/>
                  <a:pt x="257" y="94612"/>
                  <a:pt x="143" y="93983"/>
                </a:cubicBezTo>
                <a:cubicBezTo>
                  <a:pt x="0" y="93355"/>
                  <a:pt x="5715" y="78067"/>
                  <a:pt x="17231" y="48120"/>
                </a:cubicBezTo>
                <a:cubicBezTo>
                  <a:pt x="28775" y="18174"/>
                  <a:pt x="34719" y="2743"/>
                  <a:pt x="35090" y="1886"/>
                </a:cubicBezTo>
                <a:cubicBezTo>
                  <a:pt x="35462" y="1257"/>
                  <a:pt x="36090" y="686"/>
                  <a:pt x="36976" y="200"/>
                </a:cubicBezTo>
                <a:lnTo>
                  <a:pt x="37548" y="0"/>
                </a:lnTo>
                <a:cubicBezTo>
                  <a:pt x="37919" y="0"/>
                  <a:pt x="38176" y="0"/>
                  <a:pt x="38291" y="0"/>
                </a:cubicBezTo>
                <a:cubicBezTo>
                  <a:pt x="40548" y="0"/>
                  <a:pt x="41805" y="1114"/>
                  <a:pt x="42062" y="3372"/>
                </a:cubicBezTo>
                <a:cubicBezTo>
                  <a:pt x="42062" y="4001"/>
                  <a:pt x="36405" y="19231"/>
                  <a:pt x="25146" y="49063"/>
                </a:cubicBezTo>
                <a:cubicBezTo>
                  <a:pt x="13716" y="78753"/>
                  <a:pt x="8030" y="93726"/>
                  <a:pt x="8030" y="93983"/>
                </a:cubicBezTo>
                <a:cubicBezTo>
                  <a:pt x="8030" y="94240"/>
                  <a:pt x="13716" y="109214"/>
                  <a:pt x="25146" y="138903"/>
                </a:cubicBezTo>
                <a:cubicBezTo>
                  <a:pt x="36405" y="168735"/>
                  <a:pt x="42062" y="183966"/>
                  <a:pt x="42062" y="1845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9B583-D707-47B5-8F38-E734B98C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3312443"/>
            <a:ext cx="128387" cy="127273"/>
          </a:xfrm>
          <a:custGeom xmlns:a="http://schemas.openxmlformats.org/drawingml/2006/main">
            <a:pathLst>
              <a:path w="128387" h="127273">
                <a:moveTo>
                  <a:pt x="3572" y="45120"/>
                </a:moveTo>
                <a:cubicBezTo>
                  <a:pt x="1200" y="45120"/>
                  <a:pt x="0" y="44606"/>
                  <a:pt x="0" y="43605"/>
                </a:cubicBezTo>
                <a:cubicBezTo>
                  <a:pt x="0" y="42977"/>
                  <a:pt x="1000" y="39491"/>
                  <a:pt x="3029" y="33090"/>
                </a:cubicBezTo>
                <a:cubicBezTo>
                  <a:pt x="5001" y="26689"/>
                  <a:pt x="7144" y="20374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30" y="57"/>
                  <a:pt x="127073" y="200"/>
                </a:cubicBezTo>
                <a:cubicBezTo>
                  <a:pt x="127816" y="314"/>
                  <a:pt x="128273" y="886"/>
                  <a:pt x="128387" y="1886"/>
                </a:cubicBezTo>
                <a:cubicBezTo>
                  <a:pt x="128387" y="2629"/>
                  <a:pt x="127330" y="9773"/>
                  <a:pt x="125187" y="23317"/>
                </a:cubicBezTo>
                <a:cubicBezTo>
                  <a:pt x="123073" y="36862"/>
                  <a:pt x="121872" y="43691"/>
                  <a:pt x="121615" y="43805"/>
                </a:cubicBezTo>
                <a:cubicBezTo>
                  <a:pt x="121615" y="44691"/>
                  <a:pt x="120444" y="45120"/>
                  <a:pt x="118043" y="45120"/>
                </a:cubicBezTo>
                <a:cubicBezTo>
                  <a:pt x="116929" y="45120"/>
                  <a:pt x="116157" y="45120"/>
                  <a:pt x="115786" y="45120"/>
                </a:cubicBezTo>
                <a:cubicBezTo>
                  <a:pt x="115414" y="45120"/>
                  <a:pt x="115043" y="44806"/>
                  <a:pt x="114671" y="44177"/>
                </a:cubicBezTo>
                <a:lnTo>
                  <a:pt x="114300" y="43605"/>
                </a:lnTo>
                <a:cubicBezTo>
                  <a:pt x="114300" y="42862"/>
                  <a:pt x="114671" y="40034"/>
                  <a:pt x="115414" y="35147"/>
                </a:cubicBezTo>
                <a:cubicBezTo>
                  <a:pt x="116157" y="30261"/>
                  <a:pt x="116557" y="26432"/>
                  <a:pt x="116557" y="23689"/>
                </a:cubicBezTo>
                <a:cubicBezTo>
                  <a:pt x="116557" y="19288"/>
                  <a:pt x="115729" y="15973"/>
                  <a:pt x="114100" y="13745"/>
                </a:cubicBezTo>
                <a:cubicBezTo>
                  <a:pt x="112471" y="11459"/>
                  <a:pt x="109014" y="9916"/>
                  <a:pt x="103756" y="9030"/>
                </a:cubicBezTo>
                <a:cubicBezTo>
                  <a:pt x="103127" y="8887"/>
                  <a:pt x="99498" y="8773"/>
                  <a:pt x="92869" y="8658"/>
                </a:cubicBezTo>
                <a:cubicBezTo>
                  <a:pt x="87097" y="8658"/>
                  <a:pt x="83468" y="8715"/>
                  <a:pt x="81953" y="8830"/>
                </a:cubicBezTo>
                <a:cubicBezTo>
                  <a:pt x="80467" y="8973"/>
                  <a:pt x="79324" y="9458"/>
                  <a:pt x="78581" y="10344"/>
                </a:cubicBezTo>
                <a:cubicBezTo>
                  <a:pt x="78438" y="10458"/>
                  <a:pt x="74009" y="27946"/>
                  <a:pt x="65237" y="62779"/>
                </a:cubicBezTo>
                <a:cubicBezTo>
                  <a:pt x="56464" y="97612"/>
                  <a:pt x="52064" y="115357"/>
                  <a:pt x="52064" y="115986"/>
                </a:cubicBezTo>
                <a:cubicBezTo>
                  <a:pt x="52064" y="117472"/>
                  <a:pt x="57579" y="118358"/>
                  <a:pt x="68609" y="118615"/>
                </a:cubicBezTo>
                <a:cubicBezTo>
                  <a:pt x="72609" y="118615"/>
                  <a:pt x="75181" y="118672"/>
                  <a:pt x="76324" y="118815"/>
                </a:cubicBezTo>
                <a:cubicBezTo>
                  <a:pt x="77438" y="118929"/>
                  <a:pt x="78010" y="119501"/>
                  <a:pt x="78010" y="120501"/>
                </a:cubicBezTo>
                <a:cubicBezTo>
                  <a:pt x="78010" y="121129"/>
                  <a:pt x="77810" y="121987"/>
                  <a:pt x="77438" y="123130"/>
                </a:cubicBezTo>
                <a:cubicBezTo>
                  <a:pt x="76952" y="125387"/>
                  <a:pt x="76381" y="126702"/>
                  <a:pt x="75752" y="127073"/>
                </a:cubicBezTo>
                <a:lnTo>
                  <a:pt x="75381" y="127273"/>
                </a:lnTo>
                <a:cubicBezTo>
                  <a:pt x="75009" y="127273"/>
                  <a:pt x="74552" y="127273"/>
                  <a:pt x="74066" y="127273"/>
                </a:cubicBezTo>
                <a:cubicBezTo>
                  <a:pt x="73438" y="127273"/>
                  <a:pt x="70180" y="127187"/>
                  <a:pt x="64294" y="127073"/>
                </a:cubicBezTo>
                <a:cubicBezTo>
                  <a:pt x="58407" y="126959"/>
                  <a:pt x="49949" y="126873"/>
                  <a:pt x="38919" y="126873"/>
                </a:cubicBezTo>
                <a:cubicBezTo>
                  <a:pt x="22746" y="126873"/>
                  <a:pt x="12459" y="127016"/>
                  <a:pt x="8087" y="127273"/>
                </a:cubicBezTo>
                <a:lnTo>
                  <a:pt x="5258" y="127273"/>
                </a:lnTo>
                <a:cubicBezTo>
                  <a:pt x="4515" y="126502"/>
                  <a:pt x="4143" y="125959"/>
                  <a:pt x="4143" y="125559"/>
                </a:cubicBezTo>
                <a:cubicBezTo>
                  <a:pt x="4143" y="125187"/>
                  <a:pt x="4258" y="124073"/>
                  <a:pt x="4515" y="122187"/>
                </a:cubicBezTo>
                <a:cubicBezTo>
                  <a:pt x="5001" y="120558"/>
                  <a:pt x="5629" y="119358"/>
                  <a:pt x="6401" y="118615"/>
                </a:cubicBezTo>
                <a:lnTo>
                  <a:pt x="11659" y="118615"/>
                </a:lnTo>
                <a:lnTo>
                  <a:pt x="13745" y="118615"/>
                </a:lnTo>
                <a:cubicBezTo>
                  <a:pt x="23746" y="118615"/>
                  <a:pt x="29718" y="118043"/>
                  <a:pt x="31575" y="116929"/>
                </a:cubicBezTo>
                <a:cubicBezTo>
                  <a:pt x="31718" y="116786"/>
                  <a:pt x="31833" y="116729"/>
                  <a:pt x="31947" y="116729"/>
                </a:cubicBezTo>
                <a:cubicBezTo>
                  <a:pt x="32576" y="116357"/>
                  <a:pt x="33204" y="115100"/>
                  <a:pt x="33833" y="112986"/>
                </a:cubicBezTo>
                <a:cubicBezTo>
                  <a:pt x="34461" y="110842"/>
                  <a:pt x="36976" y="101013"/>
                  <a:pt x="41348" y="83468"/>
                </a:cubicBezTo>
                <a:cubicBezTo>
                  <a:pt x="43491" y="74952"/>
                  <a:pt x="45234" y="67980"/>
                  <a:pt x="46634" y="62608"/>
                </a:cubicBezTo>
                <a:cubicBezTo>
                  <a:pt x="55378" y="28146"/>
                  <a:pt x="59779" y="10516"/>
                  <a:pt x="59779" y="9773"/>
                </a:cubicBezTo>
                <a:cubicBezTo>
                  <a:pt x="59779" y="9144"/>
                  <a:pt x="57979" y="8830"/>
                  <a:pt x="54321" y="8830"/>
                </a:cubicBezTo>
                <a:lnTo>
                  <a:pt x="48492" y="8830"/>
                </a:lnTo>
                <a:cubicBezTo>
                  <a:pt x="40119" y="8830"/>
                  <a:pt x="34604" y="9201"/>
                  <a:pt x="31947" y="9973"/>
                </a:cubicBezTo>
                <a:cubicBezTo>
                  <a:pt x="26318" y="11230"/>
                  <a:pt x="21946" y="13802"/>
                  <a:pt x="18802" y="17659"/>
                </a:cubicBezTo>
                <a:cubicBezTo>
                  <a:pt x="15659" y="21546"/>
                  <a:pt x="12287" y="28832"/>
                  <a:pt x="8658" y="39491"/>
                </a:cubicBezTo>
                <a:cubicBezTo>
                  <a:pt x="7772" y="42234"/>
                  <a:pt x="7144" y="43863"/>
                  <a:pt x="6772" y="44348"/>
                </a:cubicBezTo>
                <a:cubicBezTo>
                  <a:pt x="6401" y="44863"/>
                  <a:pt x="5515" y="45120"/>
                  <a:pt x="4143" y="45120"/>
                </a:cubicBezTo>
                <a:lnTo>
                  <a:pt x="3572" y="45120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2D71B-C96D-425E-9978-D787ED7B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3312443"/>
            <a:ext cx="128387" cy="127273"/>
          </a:xfrm>
          <a:custGeom xmlns:a="http://schemas.openxmlformats.org/drawingml/2006/main">
            <a:pathLst>
              <a:path w="128387" h="127273" fill="none">
                <a:moveTo>
                  <a:pt x="3572" y="45120"/>
                </a:moveTo>
                <a:cubicBezTo>
                  <a:pt x="1200" y="45120"/>
                  <a:pt x="0" y="44606"/>
                  <a:pt x="0" y="43605"/>
                </a:cubicBezTo>
                <a:cubicBezTo>
                  <a:pt x="0" y="42977"/>
                  <a:pt x="1000" y="39491"/>
                  <a:pt x="3029" y="33090"/>
                </a:cubicBezTo>
                <a:cubicBezTo>
                  <a:pt x="5001" y="26689"/>
                  <a:pt x="7144" y="20374"/>
                  <a:pt x="9401" y="14087"/>
                </a:cubicBezTo>
                <a:lnTo>
                  <a:pt x="12602" y="4886"/>
                </a:lnTo>
                <a:cubicBezTo>
                  <a:pt x="13230" y="2629"/>
                  <a:pt x="14030" y="1000"/>
                  <a:pt x="15030" y="0"/>
                </a:cubicBezTo>
                <a:lnTo>
                  <a:pt x="103013" y="0"/>
                </a:lnTo>
                <a:lnTo>
                  <a:pt x="119929" y="0"/>
                </a:lnTo>
                <a:cubicBezTo>
                  <a:pt x="123930" y="0"/>
                  <a:pt x="126330" y="57"/>
                  <a:pt x="127073" y="200"/>
                </a:cubicBezTo>
                <a:cubicBezTo>
                  <a:pt x="127816" y="314"/>
                  <a:pt x="128273" y="886"/>
                  <a:pt x="128387" y="1886"/>
                </a:cubicBezTo>
                <a:cubicBezTo>
                  <a:pt x="128387" y="2629"/>
                  <a:pt x="127330" y="9773"/>
                  <a:pt x="125187" y="23317"/>
                </a:cubicBezTo>
                <a:cubicBezTo>
                  <a:pt x="123073" y="36862"/>
                  <a:pt x="121872" y="43691"/>
                  <a:pt x="121615" y="43805"/>
                </a:cubicBezTo>
                <a:cubicBezTo>
                  <a:pt x="121615" y="44691"/>
                  <a:pt x="120444" y="45120"/>
                  <a:pt x="118043" y="45120"/>
                </a:cubicBezTo>
                <a:cubicBezTo>
                  <a:pt x="116929" y="45120"/>
                  <a:pt x="116157" y="45120"/>
                  <a:pt x="115786" y="45120"/>
                </a:cubicBezTo>
                <a:cubicBezTo>
                  <a:pt x="115414" y="45120"/>
                  <a:pt x="115043" y="44806"/>
                  <a:pt x="114671" y="44177"/>
                </a:cubicBezTo>
                <a:lnTo>
                  <a:pt x="114300" y="43605"/>
                </a:lnTo>
                <a:cubicBezTo>
                  <a:pt x="114300" y="42862"/>
                  <a:pt x="114671" y="40034"/>
                  <a:pt x="115414" y="35147"/>
                </a:cubicBezTo>
                <a:cubicBezTo>
                  <a:pt x="116157" y="30261"/>
                  <a:pt x="116557" y="26432"/>
                  <a:pt x="116557" y="23689"/>
                </a:cubicBezTo>
                <a:cubicBezTo>
                  <a:pt x="116557" y="19288"/>
                  <a:pt x="115729" y="15973"/>
                  <a:pt x="114100" y="13745"/>
                </a:cubicBezTo>
                <a:cubicBezTo>
                  <a:pt x="112471" y="11459"/>
                  <a:pt x="109014" y="9916"/>
                  <a:pt x="103756" y="9030"/>
                </a:cubicBezTo>
                <a:cubicBezTo>
                  <a:pt x="103127" y="8887"/>
                  <a:pt x="99498" y="8773"/>
                  <a:pt x="92869" y="8658"/>
                </a:cubicBezTo>
                <a:cubicBezTo>
                  <a:pt x="87097" y="8658"/>
                  <a:pt x="83468" y="8715"/>
                  <a:pt x="81953" y="8830"/>
                </a:cubicBezTo>
                <a:cubicBezTo>
                  <a:pt x="80467" y="8973"/>
                  <a:pt x="79324" y="9458"/>
                  <a:pt x="78581" y="10344"/>
                </a:cubicBezTo>
                <a:cubicBezTo>
                  <a:pt x="78438" y="10458"/>
                  <a:pt x="74009" y="27946"/>
                  <a:pt x="65237" y="62779"/>
                </a:cubicBezTo>
                <a:cubicBezTo>
                  <a:pt x="56464" y="97612"/>
                  <a:pt x="52064" y="115357"/>
                  <a:pt x="52064" y="115986"/>
                </a:cubicBezTo>
                <a:cubicBezTo>
                  <a:pt x="52064" y="117472"/>
                  <a:pt x="57579" y="118358"/>
                  <a:pt x="68609" y="118615"/>
                </a:cubicBezTo>
                <a:cubicBezTo>
                  <a:pt x="72609" y="118615"/>
                  <a:pt x="75181" y="118672"/>
                  <a:pt x="76324" y="118815"/>
                </a:cubicBezTo>
                <a:cubicBezTo>
                  <a:pt x="77438" y="118929"/>
                  <a:pt x="78010" y="119501"/>
                  <a:pt x="78010" y="120501"/>
                </a:cubicBezTo>
                <a:cubicBezTo>
                  <a:pt x="78010" y="121129"/>
                  <a:pt x="77810" y="121987"/>
                  <a:pt x="77438" y="123130"/>
                </a:cubicBezTo>
                <a:cubicBezTo>
                  <a:pt x="76952" y="125387"/>
                  <a:pt x="76381" y="126702"/>
                  <a:pt x="75752" y="127073"/>
                </a:cubicBezTo>
                <a:lnTo>
                  <a:pt x="75381" y="127273"/>
                </a:lnTo>
                <a:cubicBezTo>
                  <a:pt x="75009" y="127273"/>
                  <a:pt x="74552" y="127273"/>
                  <a:pt x="74066" y="127273"/>
                </a:cubicBezTo>
                <a:cubicBezTo>
                  <a:pt x="73438" y="127273"/>
                  <a:pt x="70180" y="127187"/>
                  <a:pt x="64294" y="127073"/>
                </a:cubicBezTo>
                <a:cubicBezTo>
                  <a:pt x="58407" y="126959"/>
                  <a:pt x="49949" y="126873"/>
                  <a:pt x="38919" y="126873"/>
                </a:cubicBezTo>
                <a:cubicBezTo>
                  <a:pt x="22746" y="126873"/>
                  <a:pt x="12459" y="127016"/>
                  <a:pt x="8087" y="127273"/>
                </a:cubicBezTo>
                <a:lnTo>
                  <a:pt x="5258" y="127273"/>
                </a:lnTo>
                <a:cubicBezTo>
                  <a:pt x="4515" y="126502"/>
                  <a:pt x="4143" y="125959"/>
                  <a:pt x="4143" y="125559"/>
                </a:cubicBezTo>
                <a:cubicBezTo>
                  <a:pt x="4143" y="125187"/>
                  <a:pt x="4258" y="124073"/>
                  <a:pt x="4515" y="122187"/>
                </a:cubicBezTo>
                <a:cubicBezTo>
                  <a:pt x="5001" y="120558"/>
                  <a:pt x="5629" y="119358"/>
                  <a:pt x="6401" y="118615"/>
                </a:cubicBezTo>
                <a:lnTo>
                  <a:pt x="11659" y="118615"/>
                </a:lnTo>
                <a:lnTo>
                  <a:pt x="13745" y="118615"/>
                </a:lnTo>
                <a:cubicBezTo>
                  <a:pt x="23746" y="118615"/>
                  <a:pt x="29718" y="118043"/>
                  <a:pt x="31575" y="116929"/>
                </a:cubicBezTo>
                <a:cubicBezTo>
                  <a:pt x="31718" y="116786"/>
                  <a:pt x="31833" y="116729"/>
                  <a:pt x="31947" y="116729"/>
                </a:cubicBezTo>
                <a:cubicBezTo>
                  <a:pt x="32576" y="116357"/>
                  <a:pt x="33204" y="115100"/>
                  <a:pt x="33833" y="112986"/>
                </a:cubicBezTo>
                <a:cubicBezTo>
                  <a:pt x="34461" y="110842"/>
                  <a:pt x="36976" y="101013"/>
                  <a:pt x="41348" y="83468"/>
                </a:cubicBezTo>
                <a:cubicBezTo>
                  <a:pt x="43491" y="74952"/>
                  <a:pt x="45234" y="67980"/>
                  <a:pt x="46634" y="62608"/>
                </a:cubicBezTo>
                <a:cubicBezTo>
                  <a:pt x="55378" y="28146"/>
                  <a:pt x="59779" y="10516"/>
                  <a:pt x="59779" y="9773"/>
                </a:cubicBezTo>
                <a:cubicBezTo>
                  <a:pt x="59779" y="9144"/>
                  <a:pt x="57979" y="8830"/>
                  <a:pt x="54321" y="8830"/>
                </a:cubicBezTo>
                <a:lnTo>
                  <a:pt x="48492" y="8830"/>
                </a:lnTo>
                <a:cubicBezTo>
                  <a:pt x="40119" y="8830"/>
                  <a:pt x="34604" y="9201"/>
                  <a:pt x="31947" y="9973"/>
                </a:cubicBezTo>
                <a:cubicBezTo>
                  <a:pt x="26318" y="11230"/>
                  <a:pt x="21946" y="13802"/>
                  <a:pt x="18802" y="17659"/>
                </a:cubicBezTo>
                <a:cubicBezTo>
                  <a:pt x="15659" y="21546"/>
                  <a:pt x="12287" y="28832"/>
                  <a:pt x="8658" y="39491"/>
                </a:cubicBezTo>
                <a:cubicBezTo>
                  <a:pt x="7772" y="42234"/>
                  <a:pt x="7144" y="43863"/>
                  <a:pt x="6772" y="44348"/>
                </a:cubicBezTo>
                <a:cubicBezTo>
                  <a:pt x="6401" y="44863"/>
                  <a:pt x="5515" y="45120"/>
                  <a:pt x="4143" y="45120"/>
                </a:cubicBezTo>
                <a:lnTo>
                  <a:pt x="3572" y="451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7302A-B652-49C4-ACC7-74F4844A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801" y="3374193"/>
            <a:ext cx="65780" cy="120929"/>
          </a:xfrm>
          <a:custGeom xmlns:a="http://schemas.openxmlformats.org/drawingml/2006/main">
            <a:pathLst>
              <a:path w="65780" h="120929">
                <a:moveTo>
                  <a:pt x="8372" y="115243"/>
                </a:moveTo>
                <a:cubicBezTo>
                  <a:pt x="8544" y="115243"/>
                  <a:pt x="8801" y="115329"/>
                  <a:pt x="9144" y="115500"/>
                </a:cubicBezTo>
                <a:cubicBezTo>
                  <a:pt x="9515" y="115672"/>
                  <a:pt x="10001" y="115814"/>
                  <a:pt x="10601" y="115900"/>
                </a:cubicBezTo>
                <a:cubicBezTo>
                  <a:pt x="11230" y="115986"/>
                  <a:pt x="11773" y="116043"/>
                  <a:pt x="12202" y="116043"/>
                </a:cubicBezTo>
                <a:cubicBezTo>
                  <a:pt x="13373" y="116043"/>
                  <a:pt x="14430" y="115443"/>
                  <a:pt x="15402" y="114300"/>
                </a:cubicBezTo>
                <a:cubicBezTo>
                  <a:pt x="16373" y="113157"/>
                  <a:pt x="17088" y="111871"/>
                  <a:pt x="17516" y="110442"/>
                </a:cubicBezTo>
                <a:cubicBezTo>
                  <a:pt x="18431" y="108071"/>
                  <a:pt x="19917" y="101270"/>
                  <a:pt x="22031" y="90126"/>
                </a:cubicBezTo>
                <a:cubicBezTo>
                  <a:pt x="24174" y="78953"/>
                  <a:pt x="26203" y="68323"/>
                  <a:pt x="28175" y="58236"/>
                </a:cubicBezTo>
                <a:cubicBezTo>
                  <a:pt x="30118" y="48120"/>
                  <a:pt x="31090" y="43034"/>
                  <a:pt x="31090" y="42948"/>
                </a:cubicBezTo>
                <a:lnTo>
                  <a:pt x="31090" y="42548"/>
                </a:lnTo>
                <a:lnTo>
                  <a:pt x="24832" y="42548"/>
                </a:lnTo>
                <a:cubicBezTo>
                  <a:pt x="20660" y="42548"/>
                  <a:pt x="18459" y="42462"/>
                  <a:pt x="18202" y="42262"/>
                </a:cubicBezTo>
                <a:cubicBezTo>
                  <a:pt x="17831" y="42005"/>
                  <a:pt x="17659" y="41577"/>
                  <a:pt x="17659" y="40948"/>
                </a:cubicBezTo>
                <a:lnTo>
                  <a:pt x="18574" y="37233"/>
                </a:lnTo>
                <a:cubicBezTo>
                  <a:pt x="18774" y="36776"/>
                  <a:pt x="19117" y="36547"/>
                  <a:pt x="19660" y="36547"/>
                </a:cubicBezTo>
                <a:cubicBezTo>
                  <a:pt x="20174" y="36547"/>
                  <a:pt x="22260" y="36519"/>
                  <a:pt x="25889" y="36433"/>
                </a:cubicBezTo>
                <a:cubicBezTo>
                  <a:pt x="30147" y="36433"/>
                  <a:pt x="32290" y="36376"/>
                  <a:pt x="32290" y="36290"/>
                </a:cubicBezTo>
                <a:cubicBezTo>
                  <a:pt x="32290" y="36119"/>
                  <a:pt x="32661" y="33890"/>
                  <a:pt x="33461" y="29661"/>
                </a:cubicBezTo>
                <a:cubicBezTo>
                  <a:pt x="34261" y="25403"/>
                  <a:pt x="34804" y="22831"/>
                  <a:pt x="35062" y="21946"/>
                </a:cubicBezTo>
                <a:cubicBezTo>
                  <a:pt x="38348" y="7315"/>
                  <a:pt x="44806" y="0"/>
                  <a:pt x="54464" y="0"/>
                </a:cubicBezTo>
                <a:cubicBezTo>
                  <a:pt x="57750" y="200"/>
                  <a:pt x="60465" y="1172"/>
                  <a:pt x="62579" y="2943"/>
                </a:cubicBezTo>
                <a:cubicBezTo>
                  <a:pt x="64694" y="4715"/>
                  <a:pt x="65780" y="7058"/>
                  <a:pt x="65780" y="9973"/>
                </a:cubicBezTo>
                <a:cubicBezTo>
                  <a:pt x="65780" y="13173"/>
                  <a:pt x="64837" y="15459"/>
                  <a:pt x="62979" y="16888"/>
                </a:cubicBezTo>
                <a:cubicBezTo>
                  <a:pt x="61122" y="18317"/>
                  <a:pt x="59265" y="19060"/>
                  <a:pt x="57407" y="19145"/>
                </a:cubicBezTo>
                <a:cubicBezTo>
                  <a:pt x="53492" y="19145"/>
                  <a:pt x="51549" y="17288"/>
                  <a:pt x="51549" y="13573"/>
                </a:cubicBezTo>
                <a:cubicBezTo>
                  <a:pt x="51549" y="11887"/>
                  <a:pt x="52035" y="10430"/>
                  <a:pt x="53007" y="9201"/>
                </a:cubicBezTo>
                <a:cubicBezTo>
                  <a:pt x="53978" y="7944"/>
                  <a:pt x="55064" y="7001"/>
                  <a:pt x="56207" y="6401"/>
                </a:cubicBezTo>
                <a:lnTo>
                  <a:pt x="57407" y="5715"/>
                </a:lnTo>
                <a:cubicBezTo>
                  <a:pt x="55978" y="5201"/>
                  <a:pt x="54664" y="4943"/>
                  <a:pt x="53407" y="4943"/>
                </a:cubicBezTo>
                <a:cubicBezTo>
                  <a:pt x="52349" y="4943"/>
                  <a:pt x="51321" y="5372"/>
                  <a:pt x="50349" y="6258"/>
                </a:cubicBezTo>
                <a:cubicBezTo>
                  <a:pt x="49378" y="7144"/>
                  <a:pt x="48720" y="8372"/>
                  <a:pt x="48349" y="9973"/>
                </a:cubicBezTo>
                <a:cubicBezTo>
                  <a:pt x="47749" y="12544"/>
                  <a:pt x="47034" y="16002"/>
                  <a:pt x="46234" y="20345"/>
                </a:cubicBezTo>
                <a:cubicBezTo>
                  <a:pt x="45434" y="24689"/>
                  <a:pt x="44720" y="28375"/>
                  <a:pt x="44091" y="31375"/>
                </a:cubicBezTo>
                <a:cubicBezTo>
                  <a:pt x="43491" y="34404"/>
                  <a:pt x="43177" y="35976"/>
                  <a:pt x="43177" y="36176"/>
                </a:cubicBezTo>
                <a:cubicBezTo>
                  <a:pt x="43177" y="36347"/>
                  <a:pt x="45606" y="36433"/>
                  <a:pt x="50492" y="36433"/>
                </a:cubicBezTo>
                <a:cubicBezTo>
                  <a:pt x="54464" y="36433"/>
                  <a:pt x="56779" y="36462"/>
                  <a:pt x="57407" y="36547"/>
                </a:cubicBezTo>
                <a:cubicBezTo>
                  <a:pt x="58007" y="36633"/>
                  <a:pt x="58493" y="36919"/>
                  <a:pt x="58865" y="37348"/>
                </a:cubicBezTo>
                <a:cubicBezTo>
                  <a:pt x="58950" y="37719"/>
                  <a:pt x="58865" y="38462"/>
                  <a:pt x="58579" y="39605"/>
                </a:cubicBezTo>
                <a:cubicBezTo>
                  <a:pt x="58322" y="40777"/>
                  <a:pt x="58093" y="41491"/>
                  <a:pt x="57922" y="41748"/>
                </a:cubicBezTo>
                <a:cubicBezTo>
                  <a:pt x="57750" y="42177"/>
                  <a:pt x="57350" y="42405"/>
                  <a:pt x="56721" y="42405"/>
                </a:cubicBezTo>
                <a:cubicBezTo>
                  <a:pt x="56121" y="42405"/>
                  <a:pt x="53721" y="42462"/>
                  <a:pt x="49549" y="42548"/>
                </a:cubicBezTo>
                <a:lnTo>
                  <a:pt x="42120" y="42548"/>
                </a:lnTo>
                <a:lnTo>
                  <a:pt x="39062" y="58750"/>
                </a:lnTo>
                <a:cubicBezTo>
                  <a:pt x="34804" y="80724"/>
                  <a:pt x="31833" y="94440"/>
                  <a:pt x="30147" y="99955"/>
                </a:cubicBezTo>
                <a:cubicBezTo>
                  <a:pt x="27746" y="107471"/>
                  <a:pt x="24660" y="113071"/>
                  <a:pt x="20860" y="116700"/>
                </a:cubicBezTo>
                <a:cubicBezTo>
                  <a:pt x="17574" y="119529"/>
                  <a:pt x="14345" y="120929"/>
                  <a:pt x="11144" y="120929"/>
                </a:cubicBezTo>
                <a:cubicBezTo>
                  <a:pt x="8315" y="120929"/>
                  <a:pt x="5744" y="120101"/>
                  <a:pt x="3429" y="118415"/>
                </a:cubicBezTo>
                <a:cubicBezTo>
                  <a:pt x="1143" y="116729"/>
                  <a:pt x="0" y="114357"/>
                  <a:pt x="0" y="111242"/>
                </a:cubicBezTo>
                <a:cubicBezTo>
                  <a:pt x="0" y="107985"/>
                  <a:pt x="914" y="105585"/>
                  <a:pt x="2772" y="104070"/>
                </a:cubicBezTo>
                <a:cubicBezTo>
                  <a:pt x="4629" y="102556"/>
                  <a:pt x="6487" y="101813"/>
                  <a:pt x="8372" y="101813"/>
                </a:cubicBezTo>
                <a:cubicBezTo>
                  <a:pt x="12259" y="101813"/>
                  <a:pt x="14202" y="103670"/>
                  <a:pt x="14202" y="107385"/>
                </a:cubicBezTo>
                <a:cubicBezTo>
                  <a:pt x="14202" y="109071"/>
                  <a:pt x="13716" y="110528"/>
                  <a:pt x="12744" y="111785"/>
                </a:cubicBezTo>
                <a:cubicBezTo>
                  <a:pt x="11773" y="113014"/>
                  <a:pt x="10716" y="113957"/>
                  <a:pt x="9544" y="114557"/>
                </a:cubicBezTo>
                <a:lnTo>
                  <a:pt x="8372" y="11524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45184-0E5E-4B5A-9584-6345DEE4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801" y="3374193"/>
            <a:ext cx="65780" cy="120929"/>
          </a:xfrm>
          <a:custGeom xmlns:a="http://schemas.openxmlformats.org/drawingml/2006/main">
            <a:pathLst>
              <a:path w="65780" h="120929" fill="none">
                <a:moveTo>
                  <a:pt x="8372" y="115243"/>
                </a:moveTo>
                <a:cubicBezTo>
                  <a:pt x="8544" y="115243"/>
                  <a:pt x="8801" y="115329"/>
                  <a:pt x="9144" y="115500"/>
                </a:cubicBezTo>
                <a:cubicBezTo>
                  <a:pt x="9515" y="115672"/>
                  <a:pt x="10001" y="115814"/>
                  <a:pt x="10601" y="115900"/>
                </a:cubicBezTo>
                <a:cubicBezTo>
                  <a:pt x="11230" y="115986"/>
                  <a:pt x="11773" y="116043"/>
                  <a:pt x="12202" y="116043"/>
                </a:cubicBezTo>
                <a:cubicBezTo>
                  <a:pt x="13373" y="116043"/>
                  <a:pt x="14430" y="115443"/>
                  <a:pt x="15402" y="114300"/>
                </a:cubicBezTo>
                <a:cubicBezTo>
                  <a:pt x="16373" y="113157"/>
                  <a:pt x="17088" y="111871"/>
                  <a:pt x="17516" y="110442"/>
                </a:cubicBezTo>
                <a:cubicBezTo>
                  <a:pt x="18431" y="108071"/>
                  <a:pt x="19917" y="101270"/>
                  <a:pt x="22031" y="90126"/>
                </a:cubicBezTo>
                <a:cubicBezTo>
                  <a:pt x="24174" y="78953"/>
                  <a:pt x="26203" y="68323"/>
                  <a:pt x="28175" y="58236"/>
                </a:cubicBezTo>
                <a:cubicBezTo>
                  <a:pt x="30118" y="48120"/>
                  <a:pt x="31090" y="43034"/>
                  <a:pt x="31090" y="42948"/>
                </a:cubicBezTo>
                <a:lnTo>
                  <a:pt x="31090" y="42548"/>
                </a:lnTo>
                <a:lnTo>
                  <a:pt x="24832" y="42548"/>
                </a:lnTo>
                <a:cubicBezTo>
                  <a:pt x="20660" y="42548"/>
                  <a:pt x="18459" y="42462"/>
                  <a:pt x="18202" y="42262"/>
                </a:cubicBezTo>
                <a:cubicBezTo>
                  <a:pt x="17831" y="42005"/>
                  <a:pt x="17659" y="41577"/>
                  <a:pt x="17659" y="40948"/>
                </a:cubicBezTo>
                <a:lnTo>
                  <a:pt x="18574" y="37233"/>
                </a:lnTo>
                <a:cubicBezTo>
                  <a:pt x="18774" y="36776"/>
                  <a:pt x="19117" y="36547"/>
                  <a:pt x="19660" y="36547"/>
                </a:cubicBezTo>
                <a:cubicBezTo>
                  <a:pt x="20174" y="36547"/>
                  <a:pt x="22260" y="36519"/>
                  <a:pt x="25889" y="36433"/>
                </a:cubicBezTo>
                <a:cubicBezTo>
                  <a:pt x="30147" y="36433"/>
                  <a:pt x="32290" y="36376"/>
                  <a:pt x="32290" y="36290"/>
                </a:cubicBezTo>
                <a:cubicBezTo>
                  <a:pt x="32290" y="36119"/>
                  <a:pt x="32661" y="33890"/>
                  <a:pt x="33461" y="29661"/>
                </a:cubicBezTo>
                <a:cubicBezTo>
                  <a:pt x="34261" y="25403"/>
                  <a:pt x="34804" y="22831"/>
                  <a:pt x="35062" y="21946"/>
                </a:cubicBezTo>
                <a:cubicBezTo>
                  <a:pt x="38348" y="7315"/>
                  <a:pt x="44806" y="0"/>
                  <a:pt x="54464" y="0"/>
                </a:cubicBezTo>
                <a:cubicBezTo>
                  <a:pt x="57750" y="200"/>
                  <a:pt x="60465" y="1172"/>
                  <a:pt x="62579" y="2943"/>
                </a:cubicBezTo>
                <a:cubicBezTo>
                  <a:pt x="64694" y="4715"/>
                  <a:pt x="65780" y="7058"/>
                  <a:pt x="65780" y="9973"/>
                </a:cubicBezTo>
                <a:cubicBezTo>
                  <a:pt x="65780" y="13173"/>
                  <a:pt x="64837" y="15459"/>
                  <a:pt x="62979" y="16888"/>
                </a:cubicBezTo>
                <a:cubicBezTo>
                  <a:pt x="61122" y="18317"/>
                  <a:pt x="59265" y="19060"/>
                  <a:pt x="57407" y="19145"/>
                </a:cubicBezTo>
                <a:cubicBezTo>
                  <a:pt x="53492" y="19145"/>
                  <a:pt x="51549" y="17288"/>
                  <a:pt x="51549" y="13573"/>
                </a:cubicBezTo>
                <a:cubicBezTo>
                  <a:pt x="51549" y="11887"/>
                  <a:pt x="52035" y="10430"/>
                  <a:pt x="53007" y="9201"/>
                </a:cubicBezTo>
                <a:cubicBezTo>
                  <a:pt x="53978" y="7944"/>
                  <a:pt x="55064" y="7001"/>
                  <a:pt x="56207" y="6401"/>
                </a:cubicBezTo>
                <a:lnTo>
                  <a:pt x="57407" y="5715"/>
                </a:lnTo>
                <a:cubicBezTo>
                  <a:pt x="55978" y="5201"/>
                  <a:pt x="54664" y="4943"/>
                  <a:pt x="53407" y="4943"/>
                </a:cubicBezTo>
                <a:cubicBezTo>
                  <a:pt x="52349" y="4943"/>
                  <a:pt x="51321" y="5372"/>
                  <a:pt x="50349" y="6258"/>
                </a:cubicBezTo>
                <a:cubicBezTo>
                  <a:pt x="49378" y="7144"/>
                  <a:pt x="48720" y="8372"/>
                  <a:pt x="48349" y="9973"/>
                </a:cubicBezTo>
                <a:cubicBezTo>
                  <a:pt x="47749" y="12544"/>
                  <a:pt x="47034" y="16002"/>
                  <a:pt x="46234" y="20345"/>
                </a:cubicBezTo>
                <a:cubicBezTo>
                  <a:pt x="45434" y="24689"/>
                  <a:pt x="44720" y="28375"/>
                  <a:pt x="44091" y="31375"/>
                </a:cubicBezTo>
                <a:cubicBezTo>
                  <a:pt x="43491" y="34404"/>
                  <a:pt x="43177" y="35976"/>
                  <a:pt x="43177" y="36176"/>
                </a:cubicBezTo>
                <a:cubicBezTo>
                  <a:pt x="43177" y="36347"/>
                  <a:pt x="45606" y="36433"/>
                  <a:pt x="50492" y="36433"/>
                </a:cubicBezTo>
                <a:cubicBezTo>
                  <a:pt x="54464" y="36433"/>
                  <a:pt x="56779" y="36462"/>
                  <a:pt x="57407" y="36547"/>
                </a:cubicBezTo>
                <a:cubicBezTo>
                  <a:pt x="58007" y="36633"/>
                  <a:pt x="58493" y="36919"/>
                  <a:pt x="58865" y="37348"/>
                </a:cubicBezTo>
                <a:cubicBezTo>
                  <a:pt x="58950" y="37719"/>
                  <a:pt x="58865" y="38462"/>
                  <a:pt x="58579" y="39605"/>
                </a:cubicBezTo>
                <a:cubicBezTo>
                  <a:pt x="58322" y="40777"/>
                  <a:pt x="58093" y="41491"/>
                  <a:pt x="57922" y="41748"/>
                </a:cubicBezTo>
                <a:cubicBezTo>
                  <a:pt x="57750" y="42177"/>
                  <a:pt x="57350" y="42405"/>
                  <a:pt x="56721" y="42405"/>
                </a:cubicBezTo>
                <a:cubicBezTo>
                  <a:pt x="56121" y="42405"/>
                  <a:pt x="53721" y="42462"/>
                  <a:pt x="49549" y="42548"/>
                </a:cubicBezTo>
                <a:lnTo>
                  <a:pt x="42120" y="42548"/>
                </a:lnTo>
                <a:lnTo>
                  <a:pt x="39062" y="58750"/>
                </a:lnTo>
                <a:cubicBezTo>
                  <a:pt x="34804" y="80724"/>
                  <a:pt x="31833" y="94440"/>
                  <a:pt x="30147" y="99955"/>
                </a:cubicBezTo>
                <a:cubicBezTo>
                  <a:pt x="27746" y="107471"/>
                  <a:pt x="24660" y="113071"/>
                  <a:pt x="20860" y="116700"/>
                </a:cubicBezTo>
                <a:cubicBezTo>
                  <a:pt x="17574" y="119529"/>
                  <a:pt x="14345" y="120929"/>
                  <a:pt x="11144" y="120929"/>
                </a:cubicBezTo>
                <a:cubicBezTo>
                  <a:pt x="8315" y="120929"/>
                  <a:pt x="5744" y="120101"/>
                  <a:pt x="3429" y="118415"/>
                </a:cubicBezTo>
                <a:cubicBezTo>
                  <a:pt x="1143" y="116729"/>
                  <a:pt x="0" y="114357"/>
                  <a:pt x="0" y="111242"/>
                </a:cubicBezTo>
                <a:cubicBezTo>
                  <a:pt x="0" y="107985"/>
                  <a:pt x="914" y="105585"/>
                  <a:pt x="2772" y="104070"/>
                </a:cubicBezTo>
                <a:cubicBezTo>
                  <a:pt x="4629" y="102556"/>
                  <a:pt x="6487" y="101813"/>
                  <a:pt x="8372" y="101813"/>
                </a:cubicBezTo>
                <a:cubicBezTo>
                  <a:pt x="12259" y="101813"/>
                  <a:pt x="14202" y="103670"/>
                  <a:pt x="14202" y="107385"/>
                </a:cubicBezTo>
                <a:cubicBezTo>
                  <a:pt x="14202" y="109071"/>
                  <a:pt x="13716" y="110528"/>
                  <a:pt x="12744" y="111785"/>
                </a:cubicBezTo>
                <a:cubicBezTo>
                  <a:pt x="11773" y="113014"/>
                  <a:pt x="10716" y="113957"/>
                  <a:pt x="9544" y="114557"/>
                </a:cubicBezTo>
                <a:lnTo>
                  <a:pt x="8372" y="1152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35059-C8C9-4401-A88D-F0361911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641" y="3416970"/>
            <a:ext cx="24803" cy="59322"/>
          </a:xfrm>
          <a:custGeom xmlns:a="http://schemas.openxmlformats.org/drawingml/2006/main">
            <a:pathLst>
              <a:path w="24803" h="59322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715" y="0"/>
                  <a:pt x="11087" y="0"/>
                </a:cubicBezTo>
                <a:cubicBezTo>
                  <a:pt x="14602" y="0"/>
                  <a:pt x="17717" y="1572"/>
                  <a:pt x="20488" y="4686"/>
                </a:cubicBezTo>
                <a:cubicBezTo>
                  <a:pt x="23231" y="7830"/>
                  <a:pt x="24689" y="13345"/>
                  <a:pt x="24803" y="21231"/>
                </a:cubicBezTo>
                <a:cubicBezTo>
                  <a:pt x="24803" y="25603"/>
                  <a:pt x="24260" y="29889"/>
                  <a:pt x="23117" y="34004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59" y="47749"/>
                  <a:pt x="16031" y="50292"/>
                  <a:pt x="14288" y="52435"/>
                </a:cubicBezTo>
                <a:cubicBezTo>
                  <a:pt x="12516" y="54550"/>
                  <a:pt x="11030" y="56264"/>
                  <a:pt x="9773" y="57493"/>
                </a:cubicBezTo>
                <a:cubicBezTo>
                  <a:pt x="8515" y="58750"/>
                  <a:pt x="7715" y="59322"/>
                  <a:pt x="7315" y="59207"/>
                </a:cubicBezTo>
                <a:cubicBezTo>
                  <a:pt x="6829" y="59207"/>
                  <a:pt x="6001" y="58636"/>
                  <a:pt x="4886" y="57493"/>
                </a:cubicBezTo>
                <a:cubicBezTo>
                  <a:pt x="3743" y="56378"/>
                  <a:pt x="3200" y="55550"/>
                  <a:pt x="3200" y="55064"/>
                </a:cubicBezTo>
                <a:cubicBezTo>
                  <a:pt x="3200" y="54550"/>
                  <a:pt x="3886" y="53578"/>
                  <a:pt x="5258" y="52064"/>
                </a:cubicBezTo>
                <a:cubicBezTo>
                  <a:pt x="6629" y="50549"/>
                  <a:pt x="8201" y="48663"/>
                  <a:pt x="9973" y="46434"/>
                </a:cubicBezTo>
                <a:cubicBezTo>
                  <a:pt x="11716" y="44177"/>
                  <a:pt x="13345" y="41034"/>
                  <a:pt x="14859" y="37033"/>
                </a:cubicBezTo>
                <a:cubicBezTo>
                  <a:pt x="16345" y="33004"/>
                  <a:pt x="17345" y="28432"/>
                  <a:pt x="17859" y="23289"/>
                </a:cubicBezTo>
                <a:lnTo>
                  <a:pt x="17859" y="21031"/>
                </a:lnTo>
                <a:lnTo>
                  <a:pt x="17659" y="21231"/>
                </a:lnTo>
                <a:cubicBezTo>
                  <a:pt x="17431" y="21346"/>
                  <a:pt x="17116" y="21488"/>
                  <a:pt x="16716" y="21603"/>
                </a:cubicBezTo>
                <a:cubicBezTo>
                  <a:pt x="16345" y="21717"/>
                  <a:pt x="15973" y="21917"/>
                  <a:pt x="15602" y="22174"/>
                </a:cubicBezTo>
                <a:cubicBezTo>
                  <a:pt x="15230" y="22431"/>
                  <a:pt x="14659" y="22546"/>
                  <a:pt x="13887" y="22546"/>
                </a:cubicBezTo>
                <a:cubicBezTo>
                  <a:pt x="13144" y="22546"/>
                  <a:pt x="12402" y="22603"/>
                  <a:pt x="11659" y="22746"/>
                </a:cubicBezTo>
                <a:cubicBezTo>
                  <a:pt x="8258" y="22746"/>
                  <a:pt x="5515" y="21660"/>
                  <a:pt x="3372" y="19545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96BFE-7DD4-4DF0-9FF0-F25B619C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641" y="3416970"/>
            <a:ext cx="24803" cy="59322"/>
          </a:xfrm>
          <a:custGeom xmlns:a="http://schemas.openxmlformats.org/drawingml/2006/main">
            <a:pathLst>
              <a:path w="24803" h="59322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00" y="3372"/>
                </a:cubicBezTo>
                <a:cubicBezTo>
                  <a:pt x="5001" y="1114"/>
                  <a:pt x="7715" y="0"/>
                  <a:pt x="11087" y="0"/>
                </a:cubicBezTo>
                <a:cubicBezTo>
                  <a:pt x="14602" y="0"/>
                  <a:pt x="17717" y="1572"/>
                  <a:pt x="20488" y="4686"/>
                </a:cubicBezTo>
                <a:cubicBezTo>
                  <a:pt x="23231" y="7830"/>
                  <a:pt x="24689" y="13345"/>
                  <a:pt x="24803" y="21231"/>
                </a:cubicBezTo>
                <a:cubicBezTo>
                  <a:pt x="24803" y="25603"/>
                  <a:pt x="24260" y="29889"/>
                  <a:pt x="23117" y="34004"/>
                </a:cubicBezTo>
                <a:cubicBezTo>
                  <a:pt x="22003" y="38148"/>
                  <a:pt x="20688" y="41720"/>
                  <a:pt x="19174" y="44720"/>
                </a:cubicBezTo>
                <a:cubicBezTo>
                  <a:pt x="17659" y="47749"/>
                  <a:pt x="16031" y="50292"/>
                  <a:pt x="14288" y="52435"/>
                </a:cubicBezTo>
                <a:cubicBezTo>
                  <a:pt x="12516" y="54550"/>
                  <a:pt x="11030" y="56264"/>
                  <a:pt x="9773" y="57493"/>
                </a:cubicBezTo>
                <a:cubicBezTo>
                  <a:pt x="8515" y="58750"/>
                  <a:pt x="7715" y="59322"/>
                  <a:pt x="7315" y="59207"/>
                </a:cubicBezTo>
                <a:cubicBezTo>
                  <a:pt x="6829" y="59207"/>
                  <a:pt x="6001" y="58636"/>
                  <a:pt x="4886" y="57493"/>
                </a:cubicBezTo>
                <a:cubicBezTo>
                  <a:pt x="3743" y="56378"/>
                  <a:pt x="3200" y="55550"/>
                  <a:pt x="3200" y="55064"/>
                </a:cubicBezTo>
                <a:cubicBezTo>
                  <a:pt x="3200" y="54550"/>
                  <a:pt x="3886" y="53578"/>
                  <a:pt x="5258" y="52064"/>
                </a:cubicBezTo>
                <a:cubicBezTo>
                  <a:pt x="6629" y="50549"/>
                  <a:pt x="8201" y="48663"/>
                  <a:pt x="9973" y="46434"/>
                </a:cubicBezTo>
                <a:cubicBezTo>
                  <a:pt x="11716" y="44177"/>
                  <a:pt x="13345" y="41034"/>
                  <a:pt x="14859" y="37033"/>
                </a:cubicBezTo>
                <a:cubicBezTo>
                  <a:pt x="16345" y="33004"/>
                  <a:pt x="17345" y="28432"/>
                  <a:pt x="17859" y="23289"/>
                </a:cubicBezTo>
                <a:lnTo>
                  <a:pt x="17859" y="21031"/>
                </a:lnTo>
                <a:lnTo>
                  <a:pt x="17659" y="21231"/>
                </a:lnTo>
                <a:cubicBezTo>
                  <a:pt x="17431" y="21346"/>
                  <a:pt x="17116" y="21488"/>
                  <a:pt x="16716" y="21603"/>
                </a:cubicBezTo>
                <a:cubicBezTo>
                  <a:pt x="16345" y="21717"/>
                  <a:pt x="15973" y="21917"/>
                  <a:pt x="15602" y="22174"/>
                </a:cubicBezTo>
                <a:cubicBezTo>
                  <a:pt x="15230" y="22431"/>
                  <a:pt x="14659" y="22546"/>
                  <a:pt x="13887" y="22546"/>
                </a:cubicBezTo>
                <a:cubicBezTo>
                  <a:pt x="13144" y="22546"/>
                  <a:pt x="12402" y="22603"/>
                  <a:pt x="11659" y="22746"/>
                </a:cubicBezTo>
                <a:cubicBezTo>
                  <a:pt x="8258" y="22746"/>
                  <a:pt x="5515" y="21660"/>
                  <a:pt x="3372" y="19545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F41F4-C8C4-41FB-9298-0E45060D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965" y="3356620"/>
            <a:ext cx="74352" cy="85411"/>
          </a:xfrm>
          <a:custGeom xmlns:a="http://schemas.openxmlformats.org/drawingml/2006/main">
            <a:pathLst>
              <a:path w="74352" h="85411">
                <a:moveTo>
                  <a:pt x="0" y="53207"/>
                </a:moveTo>
                <a:cubicBezTo>
                  <a:pt x="0" y="39548"/>
                  <a:pt x="5372" y="27261"/>
                  <a:pt x="16145" y="16345"/>
                </a:cubicBezTo>
                <a:cubicBezTo>
                  <a:pt x="26946" y="5458"/>
                  <a:pt x="38576" y="0"/>
                  <a:pt x="51121" y="0"/>
                </a:cubicBezTo>
                <a:cubicBezTo>
                  <a:pt x="58122" y="0"/>
                  <a:pt x="63637" y="1514"/>
                  <a:pt x="67666" y="4515"/>
                </a:cubicBezTo>
                <a:cubicBezTo>
                  <a:pt x="71666" y="7515"/>
                  <a:pt x="73752" y="11459"/>
                  <a:pt x="73866" y="16345"/>
                </a:cubicBezTo>
                <a:cubicBezTo>
                  <a:pt x="73866" y="19974"/>
                  <a:pt x="72666" y="23060"/>
                  <a:pt x="70294" y="25575"/>
                </a:cubicBezTo>
                <a:cubicBezTo>
                  <a:pt x="67923" y="28061"/>
                  <a:pt x="64894" y="29375"/>
                  <a:pt x="61265" y="29518"/>
                </a:cubicBezTo>
                <a:cubicBezTo>
                  <a:pt x="58893" y="29518"/>
                  <a:pt x="57007" y="28889"/>
                  <a:pt x="55636" y="27632"/>
                </a:cubicBezTo>
                <a:cubicBezTo>
                  <a:pt x="54264" y="26375"/>
                  <a:pt x="53550" y="24489"/>
                  <a:pt x="53550" y="22003"/>
                </a:cubicBezTo>
                <a:cubicBezTo>
                  <a:pt x="53550" y="19488"/>
                  <a:pt x="54264" y="17345"/>
                  <a:pt x="55636" y="15602"/>
                </a:cubicBezTo>
                <a:cubicBezTo>
                  <a:pt x="57007" y="13859"/>
                  <a:pt x="58379" y="12516"/>
                  <a:pt x="59750" y="11659"/>
                </a:cubicBezTo>
                <a:cubicBezTo>
                  <a:pt x="61150" y="10773"/>
                  <a:pt x="62008" y="10401"/>
                  <a:pt x="62408" y="10544"/>
                </a:cubicBezTo>
                <a:lnTo>
                  <a:pt x="62579" y="10544"/>
                </a:lnTo>
                <a:cubicBezTo>
                  <a:pt x="62579" y="10287"/>
                  <a:pt x="62208" y="9916"/>
                  <a:pt x="61465" y="9401"/>
                </a:cubicBezTo>
                <a:cubicBezTo>
                  <a:pt x="60693" y="8915"/>
                  <a:pt x="59379" y="8401"/>
                  <a:pt x="57521" y="7887"/>
                </a:cubicBezTo>
                <a:cubicBezTo>
                  <a:pt x="55636" y="7401"/>
                  <a:pt x="53492" y="7144"/>
                  <a:pt x="51121" y="7144"/>
                </a:cubicBezTo>
                <a:cubicBezTo>
                  <a:pt x="47377" y="7144"/>
                  <a:pt x="43805" y="8030"/>
                  <a:pt x="40405" y="9773"/>
                </a:cubicBezTo>
                <a:cubicBezTo>
                  <a:pt x="37776" y="10887"/>
                  <a:pt x="35090" y="12830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774" y="48949"/>
                  <a:pt x="16459" y="56207"/>
                  <a:pt x="16345" y="60722"/>
                </a:cubicBezTo>
                <a:cubicBezTo>
                  <a:pt x="16345" y="66465"/>
                  <a:pt x="17974" y="70809"/>
                  <a:pt x="21231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20" y="78210"/>
                  <a:pt x="58522" y="72866"/>
                  <a:pt x="67666" y="62236"/>
                </a:cubicBezTo>
                <a:cubicBezTo>
                  <a:pt x="68780" y="60950"/>
                  <a:pt x="69552" y="60350"/>
                  <a:pt x="69923" y="60350"/>
                </a:cubicBezTo>
                <a:cubicBezTo>
                  <a:pt x="70409" y="60350"/>
                  <a:pt x="71237" y="60893"/>
                  <a:pt x="72352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52" y="65294"/>
                  <a:pt x="73809" y="66237"/>
                  <a:pt x="72552" y="67494"/>
                </a:cubicBezTo>
                <a:cubicBezTo>
                  <a:pt x="71295" y="68723"/>
                  <a:pt x="69466" y="70495"/>
                  <a:pt x="67094" y="72752"/>
                </a:cubicBezTo>
                <a:cubicBezTo>
                  <a:pt x="64722" y="75009"/>
                  <a:pt x="61893" y="76867"/>
                  <a:pt x="58636" y="78381"/>
                </a:cubicBezTo>
                <a:cubicBezTo>
                  <a:pt x="55378" y="79896"/>
                  <a:pt x="51378" y="81467"/>
                  <a:pt x="46606" y="83096"/>
                </a:cubicBezTo>
                <a:cubicBezTo>
                  <a:pt x="41862" y="84725"/>
                  <a:pt x="36833" y="85411"/>
                  <a:pt x="31575" y="85154"/>
                </a:cubicBezTo>
                <a:cubicBezTo>
                  <a:pt x="22174" y="85154"/>
                  <a:pt x="14602" y="82153"/>
                  <a:pt x="8830" y="76124"/>
                </a:cubicBezTo>
                <a:cubicBezTo>
                  <a:pt x="3058" y="70123"/>
                  <a:pt x="114" y="62465"/>
                  <a:pt x="0" y="5320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0B75B-88F7-4382-8308-FFEFC3CE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965" y="3356620"/>
            <a:ext cx="74352" cy="85411"/>
          </a:xfrm>
          <a:custGeom xmlns:a="http://schemas.openxmlformats.org/drawingml/2006/main">
            <a:pathLst>
              <a:path w="74352" h="85411" fill="none">
                <a:moveTo>
                  <a:pt x="0" y="53207"/>
                </a:moveTo>
                <a:cubicBezTo>
                  <a:pt x="0" y="39548"/>
                  <a:pt x="5372" y="27261"/>
                  <a:pt x="16145" y="16345"/>
                </a:cubicBezTo>
                <a:cubicBezTo>
                  <a:pt x="26946" y="5458"/>
                  <a:pt x="38576" y="0"/>
                  <a:pt x="51121" y="0"/>
                </a:cubicBezTo>
                <a:cubicBezTo>
                  <a:pt x="58122" y="0"/>
                  <a:pt x="63637" y="1514"/>
                  <a:pt x="67666" y="4515"/>
                </a:cubicBezTo>
                <a:cubicBezTo>
                  <a:pt x="71666" y="7515"/>
                  <a:pt x="73752" y="11459"/>
                  <a:pt x="73866" y="16345"/>
                </a:cubicBezTo>
                <a:cubicBezTo>
                  <a:pt x="73866" y="19974"/>
                  <a:pt x="72666" y="23060"/>
                  <a:pt x="70294" y="25575"/>
                </a:cubicBezTo>
                <a:cubicBezTo>
                  <a:pt x="67923" y="28061"/>
                  <a:pt x="64894" y="29375"/>
                  <a:pt x="61265" y="29518"/>
                </a:cubicBezTo>
                <a:cubicBezTo>
                  <a:pt x="58893" y="29518"/>
                  <a:pt x="57007" y="28889"/>
                  <a:pt x="55636" y="27632"/>
                </a:cubicBezTo>
                <a:cubicBezTo>
                  <a:pt x="54264" y="26375"/>
                  <a:pt x="53550" y="24489"/>
                  <a:pt x="53550" y="22003"/>
                </a:cubicBezTo>
                <a:cubicBezTo>
                  <a:pt x="53550" y="19488"/>
                  <a:pt x="54264" y="17345"/>
                  <a:pt x="55636" y="15602"/>
                </a:cubicBezTo>
                <a:cubicBezTo>
                  <a:pt x="57007" y="13859"/>
                  <a:pt x="58379" y="12516"/>
                  <a:pt x="59750" y="11659"/>
                </a:cubicBezTo>
                <a:cubicBezTo>
                  <a:pt x="61150" y="10773"/>
                  <a:pt x="62008" y="10401"/>
                  <a:pt x="62408" y="10544"/>
                </a:cubicBezTo>
                <a:lnTo>
                  <a:pt x="62579" y="10544"/>
                </a:lnTo>
                <a:cubicBezTo>
                  <a:pt x="62579" y="10287"/>
                  <a:pt x="62208" y="9916"/>
                  <a:pt x="61465" y="9401"/>
                </a:cubicBezTo>
                <a:cubicBezTo>
                  <a:pt x="60693" y="8915"/>
                  <a:pt x="59379" y="8401"/>
                  <a:pt x="57521" y="7887"/>
                </a:cubicBezTo>
                <a:cubicBezTo>
                  <a:pt x="55636" y="7401"/>
                  <a:pt x="53492" y="7144"/>
                  <a:pt x="51121" y="7144"/>
                </a:cubicBezTo>
                <a:cubicBezTo>
                  <a:pt x="47377" y="7144"/>
                  <a:pt x="43805" y="8030"/>
                  <a:pt x="40405" y="9773"/>
                </a:cubicBezTo>
                <a:cubicBezTo>
                  <a:pt x="37776" y="10887"/>
                  <a:pt x="35090" y="12830"/>
                  <a:pt x="32318" y="15602"/>
                </a:cubicBezTo>
                <a:cubicBezTo>
                  <a:pt x="26803" y="21117"/>
                  <a:pt x="22803" y="28889"/>
                  <a:pt x="20288" y="38919"/>
                </a:cubicBezTo>
                <a:cubicBezTo>
                  <a:pt x="17774" y="48949"/>
                  <a:pt x="16459" y="56207"/>
                  <a:pt x="16345" y="60722"/>
                </a:cubicBezTo>
                <a:cubicBezTo>
                  <a:pt x="16345" y="66465"/>
                  <a:pt x="17974" y="70809"/>
                  <a:pt x="21231" y="73695"/>
                </a:cubicBezTo>
                <a:cubicBezTo>
                  <a:pt x="24003" y="76695"/>
                  <a:pt x="27632" y="78210"/>
                  <a:pt x="32147" y="78210"/>
                </a:cubicBezTo>
                <a:lnTo>
                  <a:pt x="32890" y="78210"/>
                </a:lnTo>
                <a:cubicBezTo>
                  <a:pt x="46920" y="78210"/>
                  <a:pt x="58522" y="72866"/>
                  <a:pt x="67666" y="62236"/>
                </a:cubicBezTo>
                <a:cubicBezTo>
                  <a:pt x="68780" y="60950"/>
                  <a:pt x="69552" y="60350"/>
                  <a:pt x="69923" y="60350"/>
                </a:cubicBezTo>
                <a:cubicBezTo>
                  <a:pt x="70409" y="60350"/>
                  <a:pt x="71237" y="60893"/>
                  <a:pt x="72352" y="62036"/>
                </a:cubicBezTo>
                <a:cubicBezTo>
                  <a:pt x="73495" y="63151"/>
                  <a:pt x="74124" y="64037"/>
                  <a:pt x="74238" y="64665"/>
                </a:cubicBezTo>
                <a:cubicBezTo>
                  <a:pt x="74352" y="65294"/>
                  <a:pt x="73809" y="66237"/>
                  <a:pt x="72552" y="67494"/>
                </a:cubicBezTo>
                <a:cubicBezTo>
                  <a:pt x="71295" y="68723"/>
                  <a:pt x="69466" y="70495"/>
                  <a:pt x="67094" y="72752"/>
                </a:cubicBezTo>
                <a:cubicBezTo>
                  <a:pt x="64722" y="75009"/>
                  <a:pt x="61893" y="76867"/>
                  <a:pt x="58636" y="78381"/>
                </a:cubicBezTo>
                <a:cubicBezTo>
                  <a:pt x="55378" y="79896"/>
                  <a:pt x="51378" y="81467"/>
                  <a:pt x="46606" y="83096"/>
                </a:cubicBezTo>
                <a:cubicBezTo>
                  <a:pt x="41862" y="84725"/>
                  <a:pt x="36833" y="85411"/>
                  <a:pt x="31575" y="85154"/>
                </a:cubicBezTo>
                <a:cubicBezTo>
                  <a:pt x="22174" y="85154"/>
                  <a:pt x="14602" y="82153"/>
                  <a:pt x="8830" y="76124"/>
                </a:cubicBezTo>
                <a:cubicBezTo>
                  <a:pt x="3058" y="70123"/>
                  <a:pt x="114" y="62465"/>
                  <a:pt x="0" y="532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AADBE-22EE-4E06-99FA-2D0D70AC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347" y="3379394"/>
            <a:ext cx="55950" cy="91440"/>
          </a:xfrm>
          <a:custGeom xmlns:a="http://schemas.openxmlformats.org/drawingml/2006/main">
            <a:pathLst>
              <a:path w="55950" h="91440">
                <a:moveTo>
                  <a:pt x="7572" y="10773"/>
                </a:moveTo>
                <a:cubicBezTo>
                  <a:pt x="12516" y="3572"/>
                  <a:pt x="19317" y="0"/>
                  <a:pt x="27889" y="0"/>
                </a:cubicBezTo>
                <a:cubicBezTo>
                  <a:pt x="32147" y="0"/>
                  <a:pt x="36405" y="1143"/>
                  <a:pt x="40662" y="3458"/>
                </a:cubicBezTo>
                <a:cubicBezTo>
                  <a:pt x="44920" y="5744"/>
                  <a:pt x="48377" y="9830"/>
                  <a:pt x="51035" y="15659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722"/>
                  <a:pt x="54035" y="70209"/>
                  <a:pt x="50235" y="77467"/>
                </a:cubicBezTo>
                <a:cubicBezTo>
                  <a:pt x="48463" y="81182"/>
                  <a:pt x="46034" y="84153"/>
                  <a:pt x="42920" y="86382"/>
                </a:cubicBezTo>
                <a:cubicBezTo>
                  <a:pt x="39805" y="88583"/>
                  <a:pt x="37119" y="89954"/>
                  <a:pt x="34804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1" y="91154"/>
                  <a:pt x="21117" y="90640"/>
                </a:cubicBezTo>
                <a:cubicBezTo>
                  <a:pt x="18831" y="90097"/>
                  <a:pt x="16116" y="88697"/>
                  <a:pt x="13030" y="86382"/>
                </a:cubicBezTo>
                <a:cubicBezTo>
                  <a:pt x="9916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15" y="18831"/>
                  <a:pt x="7572" y="10773"/>
                </a:cubicBezTo>
                <a:close/>
                <a:moveTo>
                  <a:pt x="37462" y="9173"/>
                </a:moveTo>
                <a:cubicBezTo>
                  <a:pt x="34804" y="6344"/>
                  <a:pt x="31661" y="4915"/>
                  <a:pt x="28032" y="4915"/>
                </a:cubicBezTo>
                <a:cubicBezTo>
                  <a:pt x="24317" y="4915"/>
                  <a:pt x="21117" y="6344"/>
                  <a:pt x="18459" y="9173"/>
                </a:cubicBezTo>
                <a:cubicBezTo>
                  <a:pt x="16259" y="11459"/>
                  <a:pt x="14802" y="14659"/>
                  <a:pt x="14087" y="18745"/>
                </a:cubicBezTo>
                <a:cubicBezTo>
                  <a:pt x="13373" y="22803"/>
                  <a:pt x="13030" y="31318"/>
                  <a:pt x="13030" y="44234"/>
                </a:cubicBezTo>
                <a:cubicBezTo>
                  <a:pt x="13030" y="58236"/>
                  <a:pt x="13373" y="67466"/>
                  <a:pt x="14087" y="71895"/>
                </a:cubicBezTo>
                <a:cubicBezTo>
                  <a:pt x="14802" y="76324"/>
                  <a:pt x="16402" y="79810"/>
                  <a:pt x="18860" y="82382"/>
                </a:cubicBezTo>
                <a:cubicBezTo>
                  <a:pt x="21346" y="85039"/>
                  <a:pt x="24403" y="86382"/>
                  <a:pt x="28032" y="86382"/>
                </a:cubicBezTo>
                <a:cubicBezTo>
                  <a:pt x="31575" y="86382"/>
                  <a:pt x="34604" y="85039"/>
                  <a:pt x="37062" y="82382"/>
                </a:cubicBezTo>
                <a:cubicBezTo>
                  <a:pt x="39634" y="79724"/>
                  <a:pt x="41234" y="76009"/>
                  <a:pt x="41862" y="71237"/>
                </a:cubicBezTo>
                <a:cubicBezTo>
                  <a:pt x="42462" y="66437"/>
                  <a:pt x="42834" y="57464"/>
                  <a:pt x="42920" y="44234"/>
                </a:cubicBezTo>
                <a:cubicBezTo>
                  <a:pt x="42920" y="31404"/>
                  <a:pt x="42577" y="22946"/>
                  <a:pt x="41862" y="18859"/>
                </a:cubicBezTo>
                <a:cubicBezTo>
                  <a:pt x="41148" y="14802"/>
                  <a:pt x="39691" y="11544"/>
                  <a:pt x="37462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DE657-223A-43DC-A474-0E4EA5DC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347" y="3379394"/>
            <a:ext cx="55950" cy="91440"/>
          </a:xfrm>
          <a:custGeom xmlns:a="http://schemas.openxmlformats.org/drawingml/2006/main">
            <a:pathLst>
              <a:path w="55950" h="91440" fill="none">
                <a:moveTo>
                  <a:pt x="7572" y="10773"/>
                </a:moveTo>
                <a:cubicBezTo>
                  <a:pt x="12516" y="3572"/>
                  <a:pt x="19317" y="0"/>
                  <a:pt x="27889" y="0"/>
                </a:cubicBezTo>
                <a:cubicBezTo>
                  <a:pt x="32147" y="0"/>
                  <a:pt x="36405" y="1143"/>
                  <a:pt x="40662" y="3458"/>
                </a:cubicBezTo>
                <a:cubicBezTo>
                  <a:pt x="44920" y="5744"/>
                  <a:pt x="48377" y="9830"/>
                  <a:pt x="51035" y="15659"/>
                </a:cubicBezTo>
                <a:cubicBezTo>
                  <a:pt x="54321" y="23031"/>
                  <a:pt x="55950" y="33118"/>
                  <a:pt x="55950" y="45977"/>
                </a:cubicBezTo>
                <a:cubicBezTo>
                  <a:pt x="55950" y="59722"/>
                  <a:pt x="54035" y="70209"/>
                  <a:pt x="50235" y="77467"/>
                </a:cubicBezTo>
                <a:cubicBezTo>
                  <a:pt x="48463" y="81182"/>
                  <a:pt x="46034" y="84153"/>
                  <a:pt x="42920" y="86382"/>
                </a:cubicBezTo>
                <a:cubicBezTo>
                  <a:pt x="39805" y="88583"/>
                  <a:pt x="37119" y="89954"/>
                  <a:pt x="34804" y="90497"/>
                </a:cubicBezTo>
                <a:cubicBezTo>
                  <a:pt x="32518" y="91040"/>
                  <a:pt x="30261" y="91354"/>
                  <a:pt x="28032" y="91440"/>
                </a:cubicBezTo>
                <a:cubicBezTo>
                  <a:pt x="25746" y="91440"/>
                  <a:pt x="23431" y="91154"/>
                  <a:pt x="21117" y="90640"/>
                </a:cubicBezTo>
                <a:cubicBezTo>
                  <a:pt x="18831" y="90097"/>
                  <a:pt x="16116" y="88697"/>
                  <a:pt x="13030" y="86382"/>
                </a:cubicBezTo>
                <a:cubicBezTo>
                  <a:pt x="9916" y="84068"/>
                  <a:pt x="7487" y="81096"/>
                  <a:pt x="5715" y="77467"/>
                </a:cubicBezTo>
                <a:cubicBezTo>
                  <a:pt x="1915" y="70209"/>
                  <a:pt x="0" y="59722"/>
                  <a:pt x="0" y="45977"/>
                </a:cubicBezTo>
                <a:cubicBezTo>
                  <a:pt x="0" y="30575"/>
                  <a:pt x="2515" y="18831"/>
                  <a:pt x="7572" y="10773"/>
                </a:cubicBezTo>
                <a:close/>
                <a:moveTo>
                  <a:pt x="37462" y="9173"/>
                </a:moveTo>
                <a:cubicBezTo>
                  <a:pt x="34804" y="6344"/>
                  <a:pt x="31661" y="4915"/>
                  <a:pt x="28032" y="4915"/>
                </a:cubicBezTo>
                <a:cubicBezTo>
                  <a:pt x="24317" y="4915"/>
                  <a:pt x="21117" y="6344"/>
                  <a:pt x="18459" y="9173"/>
                </a:cubicBezTo>
                <a:cubicBezTo>
                  <a:pt x="16259" y="11459"/>
                  <a:pt x="14802" y="14659"/>
                  <a:pt x="14087" y="18745"/>
                </a:cubicBezTo>
                <a:cubicBezTo>
                  <a:pt x="13373" y="22803"/>
                  <a:pt x="13030" y="31318"/>
                  <a:pt x="13030" y="44234"/>
                </a:cubicBezTo>
                <a:cubicBezTo>
                  <a:pt x="13030" y="58236"/>
                  <a:pt x="13373" y="67466"/>
                  <a:pt x="14087" y="71895"/>
                </a:cubicBezTo>
                <a:cubicBezTo>
                  <a:pt x="14802" y="76324"/>
                  <a:pt x="16402" y="79810"/>
                  <a:pt x="18860" y="82382"/>
                </a:cubicBezTo>
                <a:cubicBezTo>
                  <a:pt x="21346" y="85039"/>
                  <a:pt x="24403" y="86382"/>
                  <a:pt x="28032" y="86382"/>
                </a:cubicBezTo>
                <a:cubicBezTo>
                  <a:pt x="31575" y="86382"/>
                  <a:pt x="34604" y="85039"/>
                  <a:pt x="37062" y="82382"/>
                </a:cubicBezTo>
                <a:cubicBezTo>
                  <a:pt x="39634" y="79724"/>
                  <a:pt x="41234" y="76009"/>
                  <a:pt x="41862" y="71237"/>
                </a:cubicBezTo>
                <a:cubicBezTo>
                  <a:pt x="42462" y="66437"/>
                  <a:pt x="42834" y="57464"/>
                  <a:pt x="42920" y="44234"/>
                </a:cubicBezTo>
                <a:cubicBezTo>
                  <a:pt x="42920" y="31404"/>
                  <a:pt x="42577" y="22946"/>
                  <a:pt x="41862" y="18859"/>
                </a:cubicBezTo>
                <a:cubicBezTo>
                  <a:pt x="41148" y="14802"/>
                  <a:pt x="39691" y="11544"/>
                  <a:pt x="37462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30"/>
              </a:srgbClr>
            </a:solidFill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1661F-5AE9-4662-AA47-D94F4614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357" y="3298727"/>
            <a:ext cx="42034" cy="187966"/>
          </a:xfrm>
          <a:custGeom xmlns:a="http://schemas.openxmlformats.org/drawingml/2006/main">
            <a:pathLst>
              <a:path w="42034" h="187966">
                <a:moveTo>
                  <a:pt x="0" y="3372"/>
                </a:moveTo>
                <a:cubicBezTo>
                  <a:pt x="114" y="2515"/>
                  <a:pt x="486" y="1743"/>
                  <a:pt x="1114" y="1114"/>
                </a:cubicBezTo>
                <a:cubicBezTo>
                  <a:pt x="1743" y="514"/>
                  <a:pt x="2629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43"/>
                  <a:pt x="13202" y="18174"/>
                  <a:pt x="24603" y="48120"/>
                </a:cubicBezTo>
                <a:cubicBezTo>
                  <a:pt x="36004" y="78067"/>
                  <a:pt x="41777" y="93355"/>
                  <a:pt x="41891" y="93983"/>
                </a:cubicBezTo>
                <a:cubicBezTo>
                  <a:pt x="42034" y="94612"/>
                  <a:pt x="36319" y="109899"/>
                  <a:pt x="24803" y="139846"/>
                </a:cubicBezTo>
                <a:cubicBezTo>
                  <a:pt x="13259" y="169793"/>
                  <a:pt x="7315" y="185223"/>
                  <a:pt x="6944" y="186080"/>
                </a:cubicBezTo>
                <a:cubicBezTo>
                  <a:pt x="6058" y="187338"/>
                  <a:pt x="5001" y="187966"/>
                  <a:pt x="3743" y="187966"/>
                </a:cubicBezTo>
                <a:cubicBezTo>
                  <a:pt x="2743" y="187966"/>
                  <a:pt x="1915" y="187652"/>
                  <a:pt x="1314" y="187023"/>
                </a:cubicBezTo>
                <a:cubicBezTo>
                  <a:pt x="686" y="186395"/>
                  <a:pt x="229" y="185595"/>
                  <a:pt x="0" y="184595"/>
                </a:cubicBezTo>
                <a:cubicBezTo>
                  <a:pt x="0" y="183966"/>
                  <a:pt x="5629" y="168735"/>
                  <a:pt x="16916" y="138903"/>
                </a:cubicBezTo>
                <a:cubicBezTo>
                  <a:pt x="28318" y="109214"/>
                  <a:pt x="34004" y="94240"/>
                  <a:pt x="34004" y="93983"/>
                </a:cubicBezTo>
                <a:cubicBezTo>
                  <a:pt x="34004" y="93726"/>
                  <a:pt x="28318" y="78753"/>
                  <a:pt x="16916" y="49063"/>
                </a:cubicBezTo>
                <a:cubicBezTo>
                  <a:pt x="5629" y="19231"/>
                  <a:pt x="0" y="4001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74FA9-31EB-4296-ABE2-D853742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357" y="3298727"/>
            <a:ext cx="42034" cy="187966"/>
          </a:xfrm>
          <a:custGeom xmlns:a="http://schemas.openxmlformats.org/drawingml/2006/main">
            <a:pathLst>
              <a:path w="42034" h="187966" fill="none">
                <a:moveTo>
                  <a:pt x="0" y="3372"/>
                </a:moveTo>
                <a:cubicBezTo>
                  <a:pt x="114" y="2515"/>
                  <a:pt x="486" y="1743"/>
                  <a:pt x="1114" y="1114"/>
                </a:cubicBezTo>
                <a:cubicBezTo>
                  <a:pt x="1743" y="514"/>
                  <a:pt x="2629" y="114"/>
                  <a:pt x="3743" y="0"/>
                </a:cubicBezTo>
                <a:cubicBezTo>
                  <a:pt x="5001" y="0"/>
                  <a:pt x="6058" y="629"/>
                  <a:pt x="6944" y="1886"/>
                </a:cubicBezTo>
                <a:cubicBezTo>
                  <a:pt x="7315" y="2743"/>
                  <a:pt x="13202" y="18174"/>
                  <a:pt x="24603" y="48120"/>
                </a:cubicBezTo>
                <a:cubicBezTo>
                  <a:pt x="36004" y="78067"/>
                  <a:pt x="41777" y="93355"/>
                  <a:pt x="41891" y="93983"/>
                </a:cubicBezTo>
                <a:cubicBezTo>
                  <a:pt x="42034" y="94612"/>
                  <a:pt x="36319" y="109899"/>
                  <a:pt x="24803" y="139846"/>
                </a:cubicBezTo>
                <a:cubicBezTo>
                  <a:pt x="13259" y="169793"/>
                  <a:pt x="7315" y="185223"/>
                  <a:pt x="6944" y="186080"/>
                </a:cubicBezTo>
                <a:cubicBezTo>
                  <a:pt x="6058" y="187338"/>
                  <a:pt x="5001" y="187966"/>
                  <a:pt x="3743" y="187966"/>
                </a:cubicBezTo>
                <a:cubicBezTo>
                  <a:pt x="2743" y="187966"/>
                  <a:pt x="1915" y="187652"/>
                  <a:pt x="1314" y="187023"/>
                </a:cubicBezTo>
                <a:cubicBezTo>
                  <a:pt x="686" y="186395"/>
                  <a:pt x="229" y="185595"/>
                  <a:pt x="0" y="184595"/>
                </a:cubicBezTo>
                <a:cubicBezTo>
                  <a:pt x="0" y="183966"/>
                  <a:pt x="5629" y="168735"/>
                  <a:pt x="16916" y="138903"/>
                </a:cubicBezTo>
                <a:cubicBezTo>
                  <a:pt x="28318" y="109214"/>
                  <a:pt x="34004" y="94240"/>
                  <a:pt x="34004" y="93983"/>
                </a:cubicBezTo>
                <a:cubicBezTo>
                  <a:pt x="34004" y="93726"/>
                  <a:pt x="28318" y="78753"/>
                  <a:pt x="16916" y="49063"/>
                </a:cubicBezTo>
                <a:cubicBezTo>
                  <a:pt x="5629" y="19231"/>
                  <a:pt x="0" y="4001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30"/>
              </a:srgbClr>
            </a:solidFill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D8CB2-528B-4B43-BDB0-D7B4D1D0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335" y="3873141"/>
            <a:ext cx="405651" cy="12402"/>
          </a:xfrm>
          <a:custGeom xmlns:a="http://schemas.openxmlformats.org/drawingml/2006/main">
            <a:pathLst>
              <a:path w="405651" h="12402">
                <a:moveTo>
                  <a:pt x="0" y="0"/>
                </a:moveTo>
                <a:lnTo>
                  <a:pt x="5658" y="0"/>
                </a:lnTo>
                <a:lnTo>
                  <a:pt x="5658" y="12402"/>
                </a:lnTo>
                <a:lnTo>
                  <a:pt x="0" y="12402"/>
                </a:lnTo>
                <a:lnTo>
                  <a:pt x="0" y="0"/>
                </a:lnTo>
                <a:close/>
                <a:moveTo>
                  <a:pt x="44120" y="0"/>
                </a:moveTo>
                <a:lnTo>
                  <a:pt x="55293" y="0"/>
                </a:lnTo>
                <a:lnTo>
                  <a:pt x="55293" y="12402"/>
                </a:lnTo>
                <a:lnTo>
                  <a:pt x="44120" y="12402"/>
                </a:lnTo>
                <a:lnTo>
                  <a:pt x="44120" y="0"/>
                </a:lnTo>
                <a:close/>
                <a:moveTo>
                  <a:pt x="96326" y="0"/>
                </a:moveTo>
                <a:lnTo>
                  <a:pt x="110842" y="0"/>
                </a:lnTo>
                <a:lnTo>
                  <a:pt x="110842" y="12402"/>
                </a:lnTo>
                <a:lnTo>
                  <a:pt x="96326" y="12402"/>
                </a:lnTo>
                <a:lnTo>
                  <a:pt x="96326" y="0"/>
                </a:lnTo>
                <a:close/>
                <a:moveTo>
                  <a:pt x="142961" y="0"/>
                </a:moveTo>
                <a:lnTo>
                  <a:pt x="154562" y="0"/>
                </a:lnTo>
                <a:lnTo>
                  <a:pt x="154562" y="12402"/>
                </a:lnTo>
                <a:lnTo>
                  <a:pt x="142961" y="12402"/>
                </a:lnTo>
                <a:lnTo>
                  <a:pt x="142961" y="0"/>
                </a:lnTo>
                <a:close/>
                <a:moveTo>
                  <a:pt x="192110" y="0"/>
                </a:moveTo>
                <a:lnTo>
                  <a:pt x="205540" y="0"/>
                </a:lnTo>
                <a:lnTo>
                  <a:pt x="205540" y="12402"/>
                </a:lnTo>
                <a:lnTo>
                  <a:pt x="192110" y="12402"/>
                </a:lnTo>
                <a:lnTo>
                  <a:pt x="192110" y="0"/>
                </a:lnTo>
                <a:close/>
                <a:moveTo>
                  <a:pt x="247174" y="0"/>
                </a:moveTo>
                <a:lnTo>
                  <a:pt x="257975" y="0"/>
                </a:lnTo>
                <a:lnTo>
                  <a:pt x="257975" y="12402"/>
                </a:lnTo>
                <a:lnTo>
                  <a:pt x="247174" y="12402"/>
                </a:lnTo>
                <a:lnTo>
                  <a:pt x="247174" y="0"/>
                </a:lnTo>
                <a:close/>
                <a:moveTo>
                  <a:pt x="291779" y="0"/>
                </a:moveTo>
                <a:lnTo>
                  <a:pt x="303495" y="0"/>
                </a:lnTo>
                <a:lnTo>
                  <a:pt x="303495" y="12402"/>
                </a:lnTo>
                <a:lnTo>
                  <a:pt x="291779" y="12402"/>
                </a:lnTo>
                <a:lnTo>
                  <a:pt x="291779" y="0"/>
                </a:lnTo>
                <a:close/>
                <a:moveTo>
                  <a:pt x="340071" y="0"/>
                </a:moveTo>
                <a:lnTo>
                  <a:pt x="352730" y="0"/>
                </a:lnTo>
                <a:lnTo>
                  <a:pt x="352730" y="12402"/>
                </a:lnTo>
                <a:lnTo>
                  <a:pt x="340071" y="12402"/>
                </a:lnTo>
                <a:lnTo>
                  <a:pt x="340071" y="0"/>
                </a:lnTo>
                <a:close/>
                <a:moveTo>
                  <a:pt x="392078" y="0"/>
                </a:moveTo>
                <a:lnTo>
                  <a:pt x="405651" y="0"/>
                </a:lnTo>
                <a:lnTo>
                  <a:pt x="405651" y="12402"/>
                </a:lnTo>
                <a:lnTo>
                  <a:pt x="392078" y="12402"/>
                </a:lnTo>
                <a:lnTo>
                  <a:pt x="392078" y="0"/>
                </a:lnTo>
              </a:path>
            </a:pathLst>
          </a:cu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89FA4-65D4-4C9E-9D80-F4C1ED8D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781" y="3778701"/>
            <a:ext cx="41977" cy="187709"/>
          </a:xfrm>
          <a:custGeom xmlns:a="http://schemas.openxmlformats.org/drawingml/2006/main">
            <a:pathLst>
              <a:path w="41977" h="187709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48" y="187595"/>
                  <a:pt x="38233" y="187709"/>
                </a:cubicBezTo>
                <a:cubicBezTo>
                  <a:pt x="36976" y="187709"/>
                  <a:pt x="35919" y="187109"/>
                  <a:pt x="35033" y="185852"/>
                </a:cubicBezTo>
                <a:cubicBezTo>
                  <a:pt x="34661" y="184966"/>
                  <a:pt x="28775" y="169593"/>
                  <a:pt x="17402" y="139675"/>
                </a:cubicBezTo>
                <a:cubicBezTo>
                  <a:pt x="6001" y="109757"/>
                  <a:pt x="257" y="94498"/>
                  <a:pt x="114" y="93869"/>
                </a:cubicBezTo>
                <a:cubicBezTo>
                  <a:pt x="0" y="93240"/>
                  <a:pt x="5686" y="77953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57"/>
                  <a:pt x="36033" y="686"/>
                  <a:pt x="36919" y="200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48" y="1114"/>
                  <a:pt x="41977" y="3372"/>
                </a:cubicBezTo>
                <a:cubicBezTo>
                  <a:pt x="41977" y="4000"/>
                  <a:pt x="36347" y="19202"/>
                  <a:pt x="25089" y="48978"/>
                </a:cubicBezTo>
                <a:cubicBezTo>
                  <a:pt x="13687" y="78667"/>
                  <a:pt x="8001" y="93612"/>
                  <a:pt x="8001" y="93869"/>
                </a:cubicBezTo>
                <a:cubicBezTo>
                  <a:pt x="8001" y="94097"/>
                  <a:pt x="13687" y="109071"/>
                  <a:pt x="25089" y="138732"/>
                </a:cubicBezTo>
                <a:cubicBezTo>
                  <a:pt x="36347" y="168507"/>
                  <a:pt x="41977" y="183737"/>
                  <a:pt x="41977" y="18433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EC28A-CF44-452A-AAD4-900EE019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781" y="3778701"/>
            <a:ext cx="41977" cy="187709"/>
          </a:xfrm>
          <a:custGeom xmlns:a="http://schemas.openxmlformats.org/drawingml/2006/main">
            <a:pathLst>
              <a:path w="41977" h="187709" fill="none">
                <a:moveTo>
                  <a:pt x="41977" y="184337"/>
                </a:moveTo>
                <a:cubicBezTo>
                  <a:pt x="41862" y="185223"/>
                  <a:pt x="41491" y="185966"/>
                  <a:pt x="40862" y="186595"/>
                </a:cubicBezTo>
                <a:cubicBezTo>
                  <a:pt x="40234" y="187223"/>
                  <a:pt x="39348" y="187595"/>
                  <a:pt x="38233" y="187709"/>
                </a:cubicBezTo>
                <a:cubicBezTo>
                  <a:pt x="36976" y="187709"/>
                  <a:pt x="35919" y="187109"/>
                  <a:pt x="35033" y="185852"/>
                </a:cubicBezTo>
                <a:cubicBezTo>
                  <a:pt x="34661" y="184966"/>
                  <a:pt x="28775" y="169593"/>
                  <a:pt x="17402" y="139675"/>
                </a:cubicBezTo>
                <a:cubicBezTo>
                  <a:pt x="6001" y="109757"/>
                  <a:pt x="257" y="94498"/>
                  <a:pt x="114" y="93869"/>
                </a:cubicBezTo>
                <a:cubicBezTo>
                  <a:pt x="0" y="93240"/>
                  <a:pt x="5686" y="77953"/>
                  <a:pt x="17202" y="48063"/>
                </a:cubicBezTo>
                <a:cubicBezTo>
                  <a:pt x="28718" y="18145"/>
                  <a:pt x="34661" y="2743"/>
                  <a:pt x="35033" y="1886"/>
                </a:cubicBezTo>
                <a:cubicBezTo>
                  <a:pt x="35404" y="1257"/>
                  <a:pt x="36033" y="686"/>
                  <a:pt x="36919" y="200"/>
                </a:cubicBezTo>
                <a:lnTo>
                  <a:pt x="37462" y="0"/>
                </a:lnTo>
                <a:cubicBezTo>
                  <a:pt x="37862" y="0"/>
                  <a:pt x="38090" y="0"/>
                  <a:pt x="38233" y="0"/>
                </a:cubicBezTo>
                <a:cubicBezTo>
                  <a:pt x="40491" y="0"/>
                  <a:pt x="41748" y="1114"/>
                  <a:pt x="41977" y="3372"/>
                </a:cubicBezTo>
                <a:cubicBezTo>
                  <a:pt x="41977" y="4000"/>
                  <a:pt x="36347" y="19202"/>
                  <a:pt x="25089" y="48978"/>
                </a:cubicBezTo>
                <a:cubicBezTo>
                  <a:pt x="13687" y="78667"/>
                  <a:pt x="8001" y="93612"/>
                  <a:pt x="8001" y="93869"/>
                </a:cubicBezTo>
                <a:cubicBezTo>
                  <a:pt x="8001" y="94097"/>
                  <a:pt x="13687" y="109071"/>
                  <a:pt x="25089" y="138732"/>
                </a:cubicBezTo>
                <a:cubicBezTo>
                  <a:pt x="36347" y="168507"/>
                  <a:pt x="41977" y="183737"/>
                  <a:pt x="41977" y="184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4C9E9-4406-437A-9324-DB4893F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217" y="3792388"/>
            <a:ext cx="128216" cy="127102"/>
          </a:xfrm>
          <a:custGeom xmlns:a="http://schemas.openxmlformats.org/drawingml/2006/main">
            <a:pathLst>
              <a:path w="128216" h="127102">
                <a:moveTo>
                  <a:pt x="3572" y="45063"/>
                </a:moveTo>
                <a:cubicBezTo>
                  <a:pt x="1200" y="45063"/>
                  <a:pt x="0" y="44577"/>
                  <a:pt x="0" y="43548"/>
                </a:cubicBezTo>
                <a:cubicBezTo>
                  <a:pt x="0" y="42948"/>
                  <a:pt x="1000" y="39433"/>
                  <a:pt x="3000" y="33061"/>
                </a:cubicBezTo>
                <a:cubicBezTo>
                  <a:pt x="5001" y="26660"/>
                  <a:pt x="7144" y="20345"/>
                  <a:pt x="9401" y="14087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00" y="44120"/>
                </a:cubicBezTo>
                <a:lnTo>
                  <a:pt x="114157" y="43548"/>
                </a:lnTo>
                <a:cubicBezTo>
                  <a:pt x="114157" y="42805"/>
                  <a:pt x="114500" y="40005"/>
                  <a:pt x="115272" y="35119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30"/>
                </a:cubicBezTo>
                <a:cubicBezTo>
                  <a:pt x="103013" y="8915"/>
                  <a:pt x="99384" y="8773"/>
                  <a:pt x="92754" y="8658"/>
                </a:cubicBezTo>
                <a:cubicBezTo>
                  <a:pt x="86982" y="8658"/>
                  <a:pt x="83353" y="8715"/>
                  <a:pt x="81839" y="8830"/>
                </a:cubicBezTo>
                <a:cubicBezTo>
                  <a:pt x="80353" y="8944"/>
                  <a:pt x="79238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23" y="118472"/>
                  <a:pt x="75095" y="118529"/>
                  <a:pt x="76210" y="118672"/>
                </a:cubicBezTo>
                <a:cubicBezTo>
                  <a:pt x="77353" y="118786"/>
                  <a:pt x="77924" y="119358"/>
                  <a:pt x="77924" y="120358"/>
                </a:cubicBezTo>
                <a:cubicBezTo>
                  <a:pt x="77924" y="120958"/>
                  <a:pt x="77724" y="121844"/>
                  <a:pt x="77353" y="122987"/>
                </a:cubicBezTo>
                <a:cubicBezTo>
                  <a:pt x="76838" y="125244"/>
                  <a:pt x="76295" y="126530"/>
                  <a:pt x="75667" y="126930"/>
                </a:cubicBezTo>
                <a:lnTo>
                  <a:pt x="75267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52" y="127102"/>
                  <a:pt x="70094" y="127044"/>
                  <a:pt x="64208" y="126930"/>
                </a:cubicBezTo>
                <a:cubicBezTo>
                  <a:pt x="58322" y="126787"/>
                  <a:pt x="49863" y="126730"/>
                  <a:pt x="38862" y="126730"/>
                </a:cubicBezTo>
                <a:cubicBezTo>
                  <a:pt x="22717" y="126730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58" y="123930"/>
                  <a:pt x="4515" y="122044"/>
                </a:cubicBezTo>
                <a:cubicBezTo>
                  <a:pt x="5001" y="120415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776" y="112843"/>
                </a:cubicBezTo>
                <a:cubicBezTo>
                  <a:pt x="34433" y="110700"/>
                  <a:pt x="36919" y="100898"/>
                  <a:pt x="41291" y="83353"/>
                </a:cubicBezTo>
                <a:cubicBezTo>
                  <a:pt x="43434" y="74838"/>
                  <a:pt x="45177" y="67894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888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44" y="42177"/>
                  <a:pt x="7144" y="43805"/>
                  <a:pt x="6772" y="44320"/>
                </a:cubicBezTo>
                <a:cubicBezTo>
                  <a:pt x="6372" y="44834"/>
                  <a:pt x="5515" y="45063"/>
                  <a:pt x="4143" y="45063"/>
                </a:cubicBezTo>
                <a:lnTo>
                  <a:pt x="3572" y="45063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9CB0B-7581-4E6C-87DC-9E94D604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217" y="3792388"/>
            <a:ext cx="128216" cy="127102"/>
          </a:xfrm>
          <a:custGeom xmlns:a="http://schemas.openxmlformats.org/drawingml/2006/main">
            <a:pathLst>
              <a:path w="128216" h="127102" fill="none">
                <a:moveTo>
                  <a:pt x="3572" y="45063"/>
                </a:moveTo>
                <a:cubicBezTo>
                  <a:pt x="1200" y="45063"/>
                  <a:pt x="0" y="44577"/>
                  <a:pt x="0" y="43548"/>
                </a:cubicBezTo>
                <a:cubicBezTo>
                  <a:pt x="0" y="42948"/>
                  <a:pt x="1000" y="39433"/>
                  <a:pt x="3000" y="33061"/>
                </a:cubicBezTo>
                <a:cubicBezTo>
                  <a:pt x="5001" y="26660"/>
                  <a:pt x="7144" y="20345"/>
                  <a:pt x="9401" y="14087"/>
                </a:cubicBezTo>
                <a:lnTo>
                  <a:pt x="12573" y="4886"/>
                </a:lnTo>
                <a:cubicBezTo>
                  <a:pt x="13202" y="2629"/>
                  <a:pt x="14030" y="1000"/>
                  <a:pt x="15030" y="0"/>
                </a:cubicBezTo>
                <a:lnTo>
                  <a:pt x="102870" y="0"/>
                </a:lnTo>
                <a:lnTo>
                  <a:pt x="119758" y="0"/>
                </a:lnTo>
                <a:cubicBezTo>
                  <a:pt x="123787" y="0"/>
                  <a:pt x="126159" y="86"/>
                  <a:pt x="126902" y="200"/>
                </a:cubicBezTo>
                <a:cubicBezTo>
                  <a:pt x="127673" y="314"/>
                  <a:pt x="128102" y="886"/>
                  <a:pt x="128216" y="1886"/>
                </a:cubicBezTo>
                <a:cubicBezTo>
                  <a:pt x="128216" y="2629"/>
                  <a:pt x="127159" y="9773"/>
                  <a:pt x="125016" y="23289"/>
                </a:cubicBezTo>
                <a:cubicBezTo>
                  <a:pt x="122901" y="36805"/>
                  <a:pt x="121701" y="43634"/>
                  <a:pt x="121472" y="43748"/>
                </a:cubicBezTo>
                <a:cubicBezTo>
                  <a:pt x="121472" y="44634"/>
                  <a:pt x="120272" y="45063"/>
                  <a:pt x="117900" y="45063"/>
                </a:cubicBezTo>
                <a:cubicBezTo>
                  <a:pt x="116757" y="45063"/>
                  <a:pt x="116015" y="45063"/>
                  <a:pt x="115643" y="45063"/>
                </a:cubicBezTo>
                <a:cubicBezTo>
                  <a:pt x="115272" y="45063"/>
                  <a:pt x="114900" y="44748"/>
                  <a:pt x="114500" y="44120"/>
                </a:cubicBezTo>
                <a:lnTo>
                  <a:pt x="114157" y="43548"/>
                </a:lnTo>
                <a:cubicBezTo>
                  <a:pt x="114157" y="42805"/>
                  <a:pt x="114500" y="40005"/>
                  <a:pt x="115272" y="35119"/>
                </a:cubicBezTo>
                <a:cubicBezTo>
                  <a:pt x="116015" y="30232"/>
                  <a:pt x="116386" y="26403"/>
                  <a:pt x="116386" y="23660"/>
                </a:cubicBezTo>
                <a:cubicBezTo>
                  <a:pt x="116386" y="19288"/>
                  <a:pt x="115586" y="15973"/>
                  <a:pt x="113957" y="13716"/>
                </a:cubicBezTo>
                <a:cubicBezTo>
                  <a:pt x="112328" y="11459"/>
                  <a:pt x="108899" y="9887"/>
                  <a:pt x="103642" y="9030"/>
                </a:cubicBezTo>
                <a:cubicBezTo>
                  <a:pt x="103013" y="8915"/>
                  <a:pt x="99384" y="8773"/>
                  <a:pt x="92754" y="8658"/>
                </a:cubicBezTo>
                <a:cubicBezTo>
                  <a:pt x="86982" y="8658"/>
                  <a:pt x="83353" y="8715"/>
                  <a:pt x="81839" y="8830"/>
                </a:cubicBezTo>
                <a:cubicBezTo>
                  <a:pt x="80353" y="8944"/>
                  <a:pt x="79238" y="9458"/>
                  <a:pt x="78467" y="10344"/>
                </a:cubicBezTo>
                <a:cubicBezTo>
                  <a:pt x="78353" y="10458"/>
                  <a:pt x="73895" y="27918"/>
                  <a:pt x="65151" y="62722"/>
                </a:cubicBezTo>
                <a:cubicBezTo>
                  <a:pt x="56378" y="97498"/>
                  <a:pt x="52006" y="115214"/>
                  <a:pt x="52006" y="115843"/>
                </a:cubicBezTo>
                <a:cubicBezTo>
                  <a:pt x="52006" y="117329"/>
                  <a:pt x="57521" y="118215"/>
                  <a:pt x="68523" y="118472"/>
                </a:cubicBezTo>
                <a:cubicBezTo>
                  <a:pt x="72523" y="118472"/>
                  <a:pt x="75095" y="118529"/>
                  <a:pt x="76210" y="118672"/>
                </a:cubicBezTo>
                <a:cubicBezTo>
                  <a:pt x="77353" y="118786"/>
                  <a:pt x="77924" y="119358"/>
                  <a:pt x="77924" y="120358"/>
                </a:cubicBezTo>
                <a:cubicBezTo>
                  <a:pt x="77924" y="120958"/>
                  <a:pt x="77724" y="121844"/>
                  <a:pt x="77353" y="122987"/>
                </a:cubicBezTo>
                <a:cubicBezTo>
                  <a:pt x="76838" y="125244"/>
                  <a:pt x="76295" y="126530"/>
                  <a:pt x="75667" y="126930"/>
                </a:cubicBezTo>
                <a:lnTo>
                  <a:pt x="75267" y="127102"/>
                </a:lnTo>
                <a:cubicBezTo>
                  <a:pt x="74895" y="127102"/>
                  <a:pt x="74466" y="127102"/>
                  <a:pt x="73981" y="127102"/>
                </a:cubicBezTo>
                <a:cubicBezTo>
                  <a:pt x="73352" y="127102"/>
                  <a:pt x="70094" y="127044"/>
                  <a:pt x="64208" y="126930"/>
                </a:cubicBezTo>
                <a:cubicBezTo>
                  <a:pt x="58322" y="126787"/>
                  <a:pt x="49863" y="126730"/>
                  <a:pt x="38862" y="126730"/>
                </a:cubicBezTo>
                <a:cubicBezTo>
                  <a:pt x="22717" y="126730"/>
                  <a:pt x="12459" y="126844"/>
                  <a:pt x="8058" y="127102"/>
                </a:cubicBezTo>
                <a:lnTo>
                  <a:pt x="5258" y="127102"/>
                </a:lnTo>
                <a:cubicBezTo>
                  <a:pt x="4515" y="126359"/>
                  <a:pt x="4143" y="125787"/>
                  <a:pt x="4143" y="125416"/>
                </a:cubicBezTo>
                <a:cubicBezTo>
                  <a:pt x="4143" y="125044"/>
                  <a:pt x="4258" y="123930"/>
                  <a:pt x="4515" y="122044"/>
                </a:cubicBezTo>
                <a:cubicBezTo>
                  <a:pt x="5001" y="120415"/>
                  <a:pt x="5629" y="119215"/>
                  <a:pt x="6372" y="118472"/>
                </a:cubicBezTo>
                <a:lnTo>
                  <a:pt x="11630" y="118472"/>
                </a:lnTo>
                <a:lnTo>
                  <a:pt x="13716" y="118472"/>
                </a:lnTo>
                <a:cubicBezTo>
                  <a:pt x="23717" y="118472"/>
                  <a:pt x="29661" y="117900"/>
                  <a:pt x="31547" y="116786"/>
                </a:cubicBezTo>
                <a:cubicBezTo>
                  <a:pt x="31661" y="116643"/>
                  <a:pt x="31804" y="116586"/>
                  <a:pt x="31918" y="116586"/>
                </a:cubicBezTo>
                <a:cubicBezTo>
                  <a:pt x="32547" y="116215"/>
                  <a:pt x="33176" y="114957"/>
                  <a:pt x="33776" y="112843"/>
                </a:cubicBezTo>
                <a:cubicBezTo>
                  <a:pt x="34433" y="110700"/>
                  <a:pt x="36919" y="100898"/>
                  <a:pt x="41291" y="83353"/>
                </a:cubicBezTo>
                <a:cubicBezTo>
                  <a:pt x="43434" y="74838"/>
                  <a:pt x="45177" y="67894"/>
                  <a:pt x="46549" y="62522"/>
                </a:cubicBezTo>
                <a:cubicBezTo>
                  <a:pt x="55321" y="28118"/>
                  <a:pt x="59693" y="10516"/>
                  <a:pt x="59693" y="9773"/>
                </a:cubicBezTo>
                <a:cubicBezTo>
                  <a:pt x="59693" y="9144"/>
                  <a:pt x="57893" y="8830"/>
                  <a:pt x="54264" y="8830"/>
                </a:cubicBezTo>
                <a:lnTo>
                  <a:pt x="48435" y="8830"/>
                </a:lnTo>
                <a:cubicBezTo>
                  <a:pt x="40062" y="8830"/>
                  <a:pt x="34547" y="9201"/>
                  <a:pt x="31918" y="9973"/>
                </a:cubicBezTo>
                <a:cubicBezTo>
                  <a:pt x="26289" y="11201"/>
                  <a:pt x="21888" y="13773"/>
                  <a:pt x="18774" y="17659"/>
                </a:cubicBezTo>
                <a:cubicBezTo>
                  <a:pt x="15659" y="21546"/>
                  <a:pt x="12259" y="28804"/>
                  <a:pt x="8630" y="39433"/>
                </a:cubicBezTo>
                <a:cubicBezTo>
                  <a:pt x="7744" y="42177"/>
                  <a:pt x="7144" y="43805"/>
                  <a:pt x="6772" y="44320"/>
                </a:cubicBezTo>
                <a:cubicBezTo>
                  <a:pt x="6372" y="44834"/>
                  <a:pt x="5515" y="45063"/>
                  <a:pt x="4143" y="45063"/>
                </a:cubicBezTo>
                <a:lnTo>
                  <a:pt x="3572" y="45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12F53-1E0C-44AB-8335-924BA69E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289" y="3888915"/>
            <a:ext cx="51835" cy="60208"/>
          </a:xfrm>
          <a:custGeom xmlns:a="http://schemas.openxmlformats.org/drawingml/2006/main">
            <a:pathLst>
              <a:path w="51835" h="60208">
                <a:moveTo>
                  <a:pt x="0" y="36433"/>
                </a:moveTo>
                <a:cubicBezTo>
                  <a:pt x="0" y="31404"/>
                  <a:pt x="829" y="26803"/>
                  <a:pt x="2515" y="22631"/>
                </a:cubicBezTo>
                <a:cubicBezTo>
                  <a:pt x="4201" y="18488"/>
                  <a:pt x="6372" y="15030"/>
                  <a:pt x="9030" y="12287"/>
                </a:cubicBezTo>
                <a:cubicBezTo>
                  <a:pt x="11659" y="9544"/>
                  <a:pt x="14630" y="7229"/>
                  <a:pt x="17917" y="5372"/>
                </a:cubicBezTo>
                <a:cubicBezTo>
                  <a:pt x="21174" y="3515"/>
                  <a:pt x="24289" y="2143"/>
                  <a:pt x="27203" y="1257"/>
                </a:cubicBezTo>
                <a:cubicBezTo>
                  <a:pt x="30118" y="371"/>
                  <a:pt x="32918" y="0"/>
                  <a:pt x="35576" y="86"/>
                </a:cubicBezTo>
                <a:lnTo>
                  <a:pt x="35947" y="86"/>
                </a:lnTo>
                <a:cubicBezTo>
                  <a:pt x="39948" y="86"/>
                  <a:pt x="43405" y="1057"/>
                  <a:pt x="46320" y="3000"/>
                </a:cubicBezTo>
                <a:cubicBezTo>
                  <a:pt x="49235" y="4943"/>
                  <a:pt x="50692" y="7801"/>
                  <a:pt x="50692" y="11630"/>
                </a:cubicBezTo>
                <a:cubicBezTo>
                  <a:pt x="50692" y="19574"/>
                  <a:pt x="45777" y="24803"/>
                  <a:pt x="35947" y="27289"/>
                </a:cubicBezTo>
                <a:cubicBezTo>
                  <a:pt x="31633" y="28432"/>
                  <a:pt x="25689" y="29061"/>
                  <a:pt x="18174" y="29146"/>
                </a:cubicBezTo>
                <a:cubicBezTo>
                  <a:pt x="14916" y="29146"/>
                  <a:pt x="13230" y="29232"/>
                  <a:pt x="13145" y="29404"/>
                </a:cubicBezTo>
                <a:cubicBezTo>
                  <a:pt x="13145" y="29575"/>
                  <a:pt x="12859" y="31118"/>
                  <a:pt x="12344" y="34061"/>
                </a:cubicBezTo>
                <a:cubicBezTo>
                  <a:pt x="11801" y="36976"/>
                  <a:pt x="11487" y="39548"/>
                  <a:pt x="11401" y="41748"/>
                </a:cubicBezTo>
                <a:cubicBezTo>
                  <a:pt x="11401" y="45920"/>
                  <a:pt x="12344" y="49178"/>
                  <a:pt x="14202" y="51578"/>
                </a:cubicBezTo>
                <a:cubicBezTo>
                  <a:pt x="16059" y="53950"/>
                  <a:pt x="18831" y="55207"/>
                  <a:pt x="22546" y="55293"/>
                </a:cubicBezTo>
                <a:cubicBezTo>
                  <a:pt x="26260" y="55378"/>
                  <a:pt x="30404" y="54550"/>
                  <a:pt x="34890" y="52749"/>
                </a:cubicBezTo>
                <a:cubicBezTo>
                  <a:pt x="39405" y="51006"/>
                  <a:pt x="43491" y="48063"/>
                  <a:pt x="47120" y="44006"/>
                </a:cubicBezTo>
                <a:cubicBezTo>
                  <a:pt x="47892" y="43120"/>
                  <a:pt x="48435" y="42691"/>
                  <a:pt x="48720" y="42691"/>
                </a:cubicBezTo>
                <a:cubicBezTo>
                  <a:pt x="49063" y="42691"/>
                  <a:pt x="49635" y="43063"/>
                  <a:pt x="50435" y="43863"/>
                </a:cubicBezTo>
                <a:cubicBezTo>
                  <a:pt x="51235" y="44663"/>
                  <a:pt x="51664" y="45291"/>
                  <a:pt x="51749" y="45720"/>
                </a:cubicBezTo>
                <a:cubicBezTo>
                  <a:pt x="51835" y="46177"/>
                  <a:pt x="51435" y="46892"/>
                  <a:pt x="50549" y="47863"/>
                </a:cubicBezTo>
                <a:cubicBezTo>
                  <a:pt x="49692" y="48835"/>
                  <a:pt x="48349" y="50035"/>
                  <a:pt x="46577" y="51435"/>
                </a:cubicBezTo>
                <a:cubicBezTo>
                  <a:pt x="44806" y="52864"/>
                  <a:pt x="42777" y="54235"/>
                  <a:pt x="40462" y="55550"/>
                </a:cubicBezTo>
                <a:cubicBezTo>
                  <a:pt x="38176" y="56893"/>
                  <a:pt x="35404" y="57979"/>
                  <a:pt x="32118" y="58865"/>
                </a:cubicBezTo>
                <a:cubicBezTo>
                  <a:pt x="28832" y="59750"/>
                  <a:pt x="25489" y="60208"/>
                  <a:pt x="22031" y="60208"/>
                </a:cubicBezTo>
                <a:cubicBezTo>
                  <a:pt x="15030" y="60208"/>
                  <a:pt x="9630" y="57864"/>
                  <a:pt x="5829" y="53150"/>
                </a:cubicBezTo>
                <a:cubicBezTo>
                  <a:pt x="2029" y="48463"/>
                  <a:pt x="86" y="42891"/>
                  <a:pt x="0" y="36433"/>
                </a:cubicBezTo>
                <a:close/>
                <a:moveTo>
                  <a:pt x="44320" y="11887"/>
                </a:moveTo>
                <a:cubicBezTo>
                  <a:pt x="43805" y="7287"/>
                  <a:pt x="40777" y="5001"/>
                  <a:pt x="35290" y="5001"/>
                </a:cubicBezTo>
                <a:cubicBezTo>
                  <a:pt x="32375" y="5001"/>
                  <a:pt x="29689" y="5601"/>
                  <a:pt x="27203" y="6829"/>
                </a:cubicBezTo>
                <a:cubicBezTo>
                  <a:pt x="24717" y="8087"/>
                  <a:pt x="22746" y="9573"/>
                  <a:pt x="21231" y="11344"/>
                </a:cubicBezTo>
                <a:cubicBezTo>
                  <a:pt x="19745" y="13116"/>
                  <a:pt x="18459" y="14945"/>
                  <a:pt x="17374" y="16802"/>
                </a:cubicBezTo>
                <a:cubicBezTo>
                  <a:pt x="16316" y="18659"/>
                  <a:pt x="15602" y="20260"/>
                  <a:pt x="15259" y="21574"/>
                </a:cubicBezTo>
                <a:cubicBezTo>
                  <a:pt x="14916" y="22889"/>
                  <a:pt x="14688" y="23746"/>
                  <a:pt x="14602" y="24089"/>
                </a:cubicBezTo>
                <a:cubicBezTo>
                  <a:pt x="14602" y="24174"/>
                  <a:pt x="15488" y="24232"/>
                  <a:pt x="17259" y="24232"/>
                </a:cubicBezTo>
                <a:cubicBezTo>
                  <a:pt x="27232" y="24232"/>
                  <a:pt x="34233" y="23174"/>
                  <a:pt x="38205" y="21031"/>
                </a:cubicBezTo>
                <a:cubicBezTo>
                  <a:pt x="42205" y="18917"/>
                  <a:pt x="44234" y="15859"/>
                  <a:pt x="44320" y="11887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4DA30-295C-439A-860D-9293FF65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289" y="3888915"/>
            <a:ext cx="51835" cy="60208"/>
          </a:xfrm>
          <a:custGeom xmlns:a="http://schemas.openxmlformats.org/drawingml/2006/main">
            <a:pathLst>
              <a:path w="51835" h="60208" fill="none">
                <a:moveTo>
                  <a:pt x="0" y="36433"/>
                </a:moveTo>
                <a:cubicBezTo>
                  <a:pt x="0" y="31404"/>
                  <a:pt x="829" y="26803"/>
                  <a:pt x="2515" y="22631"/>
                </a:cubicBezTo>
                <a:cubicBezTo>
                  <a:pt x="4201" y="18488"/>
                  <a:pt x="6372" y="15030"/>
                  <a:pt x="9030" y="12287"/>
                </a:cubicBezTo>
                <a:cubicBezTo>
                  <a:pt x="11659" y="9544"/>
                  <a:pt x="14630" y="7229"/>
                  <a:pt x="17917" y="5372"/>
                </a:cubicBezTo>
                <a:cubicBezTo>
                  <a:pt x="21174" y="3515"/>
                  <a:pt x="24289" y="2143"/>
                  <a:pt x="27203" y="1257"/>
                </a:cubicBezTo>
                <a:cubicBezTo>
                  <a:pt x="30118" y="371"/>
                  <a:pt x="32918" y="0"/>
                  <a:pt x="35576" y="86"/>
                </a:cubicBezTo>
                <a:lnTo>
                  <a:pt x="35947" y="86"/>
                </a:lnTo>
                <a:cubicBezTo>
                  <a:pt x="39948" y="86"/>
                  <a:pt x="43405" y="1057"/>
                  <a:pt x="46320" y="3000"/>
                </a:cubicBezTo>
                <a:cubicBezTo>
                  <a:pt x="49235" y="4943"/>
                  <a:pt x="50692" y="7801"/>
                  <a:pt x="50692" y="11630"/>
                </a:cubicBezTo>
                <a:cubicBezTo>
                  <a:pt x="50692" y="19574"/>
                  <a:pt x="45777" y="24803"/>
                  <a:pt x="35947" y="27289"/>
                </a:cubicBezTo>
                <a:cubicBezTo>
                  <a:pt x="31633" y="28432"/>
                  <a:pt x="25689" y="29061"/>
                  <a:pt x="18174" y="29146"/>
                </a:cubicBezTo>
                <a:cubicBezTo>
                  <a:pt x="14916" y="29146"/>
                  <a:pt x="13230" y="29232"/>
                  <a:pt x="13145" y="29404"/>
                </a:cubicBezTo>
                <a:cubicBezTo>
                  <a:pt x="13145" y="29575"/>
                  <a:pt x="12859" y="31118"/>
                  <a:pt x="12344" y="34061"/>
                </a:cubicBezTo>
                <a:cubicBezTo>
                  <a:pt x="11801" y="36976"/>
                  <a:pt x="11487" y="39548"/>
                  <a:pt x="11401" y="41748"/>
                </a:cubicBezTo>
                <a:cubicBezTo>
                  <a:pt x="11401" y="45920"/>
                  <a:pt x="12344" y="49178"/>
                  <a:pt x="14202" y="51578"/>
                </a:cubicBezTo>
                <a:cubicBezTo>
                  <a:pt x="16059" y="53950"/>
                  <a:pt x="18831" y="55207"/>
                  <a:pt x="22546" y="55293"/>
                </a:cubicBezTo>
                <a:cubicBezTo>
                  <a:pt x="26260" y="55378"/>
                  <a:pt x="30404" y="54550"/>
                  <a:pt x="34890" y="52749"/>
                </a:cubicBezTo>
                <a:cubicBezTo>
                  <a:pt x="39405" y="51006"/>
                  <a:pt x="43491" y="48063"/>
                  <a:pt x="47120" y="44006"/>
                </a:cubicBezTo>
                <a:cubicBezTo>
                  <a:pt x="47892" y="43120"/>
                  <a:pt x="48435" y="42691"/>
                  <a:pt x="48720" y="42691"/>
                </a:cubicBezTo>
                <a:cubicBezTo>
                  <a:pt x="49063" y="42691"/>
                  <a:pt x="49635" y="43063"/>
                  <a:pt x="50435" y="43863"/>
                </a:cubicBezTo>
                <a:cubicBezTo>
                  <a:pt x="51235" y="44663"/>
                  <a:pt x="51664" y="45291"/>
                  <a:pt x="51749" y="45720"/>
                </a:cubicBezTo>
                <a:cubicBezTo>
                  <a:pt x="51835" y="46177"/>
                  <a:pt x="51435" y="46892"/>
                  <a:pt x="50549" y="47863"/>
                </a:cubicBezTo>
                <a:cubicBezTo>
                  <a:pt x="49692" y="48835"/>
                  <a:pt x="48349" y="50035"/>
                  <a:pt x="46577" y="51435"/>
                </a:cubicBezTo>
                <a:cubicBezTo>
                  <a:pt x="44806" y="52864"/>
                  <a:pt x="42777" y="54235"/>
                  <a:pt x="40462" y="55550"/>
                </a:cubicBezTo>
                <a:cubicBezTo>
                  <a:pt x="38176" y="56893"/>
                  <a:pt x="35404" y="57979"/>
                  <a:pt x="32118" y="58865"/>
                </a:cubicBezTo>
                <a:cubicBezTo>
                  <a:pt x="28832" y="59750"/>
                  <a:pt x="25489" y="60208"/>
                  <a:pt x="22031" y="60208"/>
                </a:cubicBezTo>
                <a:cubicBezTo>
                  <a:pt x="15030" y="60208"/>
                  <a:pt x="9630" y="57864"/>
                  <a:pt x="5829" y="53150"/>
                </a:cubicBezTo>
                <a:cubicBezTo>
                  <a:pt x="2029" y="48463"/>
                  <a:pt x="86" y="42891"/>
                  <a:pt x="0" y="36433"/>
                </a:cubicBezTo>
                <a:close/>
                <a:moveTo>
                  <a:pt x="44320" y="11887"/>
                </a:moveTo>
                <a:cubicBezTo>
                  <a:pt x="43805" y="7287"/>
                  <a:pt x="40777" y="5001"/>
                  <a:pt x="35290" y="5001"/>
                </a:cubicBezTo>
                <a:cubicBezTo>
                  <a:pt x="32375" y="5001"/>
                  <a:pt x="29689" y="5601"/>
                  <a:pt x="27203" y="6829"/>
                </a:cubicBezTo>
                <a:cubicBezTo>
                  <a:pt x="24717" y="8087"/>
                  <a:pt x="22746" y="9573"/>
                  <a:pt x="21231" y="11344"/>
                </a:cubicBezTo>
                <a:cubicBezTo>
                  <a:pt x="19745" y="13116"/>
                  <a:pt x="18459" y="14945"/>
                  <a:pt x="17374" y="16802"/>
                </a:cubicBezTo>
                <a:cubicBezTo>
                  <a:pt x="16316" y="18659"/>
                  <a:pt x="15602" y="20260"/>
                  <a:pt x="15259" y="21574"/>
                </a:cubicBezTo>
                <a:cubicBezTo>
                  <a:pt x="14916" y="22889"/>
                  <a:pt x="14688" y="23746"/>
                  <a:pt x="14602" y="24089"/>
                </a:cubicBezTo>
                <a:cubicBezTo>
                  <a:pt x="14602" y="24174"/>
                  <a:pt x="15488" y="24232"/>
                  <a:pt x="17259" y="24232"/>
                </a:cubicBezTo>
                <a:cubicBezTo>
                  <a:pt x="27232" y="24232"/>
                  <a:pt x="34233" y="23174"/>
                  <a:pt x="38205" y="21031"/>
                </a:cubicBezTo>
                <a:cubicBezTo>
                  <a:pt x="42205" y="18917"/>
                  <a:pt x="44234" y="15859"/>
                  <a:pt x="44320" y="118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2A985-3B8F-4B2C-BF54-C541DADE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984" y="3896773"/>
            <a:ext cx="24803" cy="59265"/>
          </a:xfrm>
          <a:custGeom xmlns:a="http://schemas.openxmlformats.org/drawingml/2006/main">
            <a:pathLst>
              <a:path w="24803" h="59265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29" y="3372"/>
                </a:cubicBezTo>
                <a:cubicBezTo>
                  <a:pt x="5001" y="1143"/>
                  <a:pt x="7715" y="0"/>
                  <a:pt x="11087" y="0"/>
                </a:cubicBezTo>
                <a:cubicBezTo>
                  <a:pt x="14602" y="0"/>
                  <a:pt x="17717" y="1572"/>
                  <a:pt x="20488" y="4686"/>
                </a:cubicBezTo>
                <a:cubicBezTo>
                  <a:pt x="23231" y="7830"/>
                  <a:pt x="24660" y="13345"/>
                  <a:pt x="24803" y="21203"/>
                </a:cubicBezTo>
                <a:cubicBezTo>
                  <a:pt x="24803" y="25603"/>
                  <a:pt x="24232" y="29861"/>
                  <a:pt x="23089" y="33976"/>
                </a:cubicBezTo>
                <a:cubicBezTo>
                  <a:pt x="21974" y="38119"/>
                  <a:pt x="20660" y="41691"/>
                  <a:pt x="19145" y="44691"/>
                </a:cubicBezTo>
                <a:cubicBezTo>
                  <a:pt x="17659" y="47692"/>
                  <a:pt x="16031" y="50263"/>
                  <a:pt x="14288" y="52378"/>
                </a:cubicBezTo>
                <a:cubicBezTo>
                  <a:pt x="12516" y="54521"/>
                  <a:pt x="11030" y="56207"/>
                  <a:pt x="9773" y="57436"/>
                </a:cubicBezTo>
                <a:cubicBezTo>
                  <a:pt x="8515" y="58693"/>
                  <a:pt x="7715" y="59265"/>
                  <a:pt x="7315" y="59150"/>
                </a:cubicBezTo>
                <a:cubicBezTo>
                  <a:pt x="6829" y="59150"/>
                  <a:pt x="6029" y="58579"/>
                  <a:pt x="4886" y="57436"/>
                </a:cubicBezTo>
                <a:cubicBezTo>
                  <a:pt x="3772" y="56321"/>
                  <a:pt x="3200" y="55493"/>
                  <a:pt x="3200" y="55007"/>
                </a:cubicBezTo>
                <a:cubicBezTo>
                  <a:pt x="3200" y="54521"/>
                  <a:pt x="3886" y="53521"/>
                  <a:pt x="5258" y="52006"/>
                </a:cubicBezTo>
                <a:cubicBezTo>
                  <a:pt x="6658" y="50492"/>
                  <a:pt x="8201" y="48635"/>
                  <a:pt x="9973" y="46377"/>
                </a:cubicBezTo>
                <a:cubicBezTo>
                  <a:pt x="11716" y="44120"/>
                  <a:pt x="13345" y="41005"/>
                  <a:pt x="14830" y="36976"/>
                </a:cubicBezTo>
                <a:cubicBezTo>
                  <a:pt x="16345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46"/>
                  <a:pt x="17088" y="21460"/>
                  <a:pt x="16716" y="21603"/>
                </a:cubicBezTo>
                <a:cubicBezTo>
                  <a:pt x="16345" y="21717"/>
                  <a:pt x="15973" y="21917"/>
                  <a:pt x="15573" y="22146"/>
                </a:cubicBezTo>
                <a:cubicBezTo>
                  <a:pt x="15230" y="22403"/>
                  <a:pt x="14659" y="22546"/>
                  <a:pt x="13887" y="22546"/>
                </a:cubicBezTo>
                <a:cubicBezTo>
                  <a:pt x="13144" y="22546"/>
                  <a:pt x="12402" y="22603"/>
                  <a:pt x="11659" y="22717"/>
                </a:cubicBezTo>
                <a:cubicBezTo>
                  <a:pt x="8287" y="22717"/>
                  <a:pt x="5515" y="21660"/>
                  <a:pt x="3372" y="19545"/>
                </a:cubicBezTo>
                <a:lnTo>
                  <a:pt x="0" y="16145"/>
                </a:ln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FFD2A-C179-44CE-8F73-96288FA7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984" y="3896773"/>
            <a:ext cx="24803" cy="59265"/>
          </a:xfrm>
          <a:custGeom xmlns:a="http://schemas.openxmlformats.org/drawingml/2006/main">
            <a:pathLst>
              <a:path w="24803" h="59265" fill="none">
                <a:moveTo>
                  <a:pt x="0" y="16145"/>
                </a:moveTo>
                <a:cubicBezTo>
                  <a:pt x="0" y="16145"/>
                  <a:pt x="0" y="14573"/>
                  <a:pt x="0" y="11459"/>
                </a:cubicBezTo>
                <a:cubicBezTo>
                  <a:pt x="0" y="8315"/>
                  <a:pt x="1000" y="5629"/>
                  <a:pt x="3029" y="3372"/>
                </a:cubicBezTo>
                <a:cubicBezTo>
                  <a:pt x="5001" y="1143"/>
                  <a:pt x="7715" y="0"/>
                  <a:pt x="11087" y="0"/>
                </a:cubicBezTo>
                <a:cubicBezTo>
                  <a:pt x="14602" y="0"/>
                  <a:pt x="17717" y="1572"/>
                  <a:pt x="20488" y="4686"/>
                </a:cubicBezTo>
                <a:cubicBezTo>
                  <a:pt x="23231" y="7830"/>
                  <a:pt x="24660" y="13345"/>
                  <a:pt x="24803" y="21203"/>
                </a:cubicBezTo>
                <a:cubicBezTo>
                  <a:pt x="24803" y="25603"/>
                  <a:pt x="24232" y="29861"/>
                  <a:pt x="23089" y="33976"/>
                </a:cubicBezTo>
                <a:cubicBezTo>
                  <a:pt x="21974" y="38119"/>
                  <a:pt x="20660" y="41691"/>
                  <a:pt x="19145" y="44691"/>
                </a:cubicBezTo>
                <a:cubicBezTo>
                  <a:pt x="17659" y="47692"/>
                  <a:pt x="16031" y="50263"/>
                  <a:pt x="14288" y="52378"/>
                </a:cubicBezTo>
                <a:cubicBezTo>
                  <a:pt x="12516" y="54521"/>
                  <a:pt x="11030" y="56207"/>
                  <a:pt x="9773" y="57436"/>
                </a:cubicBezTo>
                <a:cubicBezTo>
                  <a:pt x="8515" y="58693"/>
                  <a:pt x="7715" y="59265"/>
                  <a:pt x="7315" y="59150"/>
                </a:cubicBezTo>
                <a:cubicBezTo>
                  <a:pt x="6829" y="59150"/>
                  <a:pt x="6029" y="58579"/>
                  <a:pt x="4886" y="57436"/>
                </a:cubicBezTo>
                <a:cubicBezTo>
                  <a:pt x="3772" y="56321"/>
                  <a:pt x="3200" y="55493"/>
                  <a:pt x="3200" y="55007"/>
                </a:cubicBezTo>
                <a:cubicBezTo>
                  <a:pt x="3200" y="54521"/>
                  <a:pt x="3886" y="53521"/>
                  <a:pt x="5258" y="52006"/>
                </a:cubicBezTo>
                <a:cubicBezTo>
                  <a:pt x="6658" y="50492"/>
                  <a:pt x="8201" y="48635"/>
                  <a:pt x="9973" y="46377"/>
                </a:cubicBezTo>
                <a:cubicBezTo>
                  <a:pt x="11716" y="44120"/>
                  <a:pt x="13345" y="41005"/>
                  <a:pt x="14830" y="36976"/>
                </a:cubicBezTo>
                <a:cubicBezTo>
                  <a:pt x="16345" y="32976"/>
                  <a:pt x="17345" y="28404"/>
                  <a:pt x="17831" y="23289"/>
                </a:cubicBezTo>
                <a:lnTo>
                  <a:pt x="17831" y="21031"/>
                </a:lnTo>
                <a:lnTo>
                  <a:pt x="17659" y="21203"/>
                </a:lnTo>
                <a:cubicBezTo>
                  <a:pt x="17402" y="21346"/>
                  <a:pt x="17088" y="21460"/>
                  <a:pt x="16716" y="21603"/>
                </a:cubicBezTo>
                <a:cubicBezTo>
                  <a:pt x="16345" y="21717"/>
                  <a:pt x="15973" y="21917"/>
                  <a:pt x="15573" y="22146"/>
                </a:cubicBezTo>
                <a:cubicBezTo>
                  <a:pt x="15230" y="22403"/>
                  <a:pt x="14659" y="22546"/>
                  <a:pt x="13887" y="22546"/>
                </a:cubicBezTo>
                <a:cubicBezTo>
                  <a:pt x="13144" y="22546"/>
                  <a:pt x="12402" y="22603"/>
                  <a:pt x="11659" y="22717"/>
                </a:cubicBezTo>
                <a:cubicBezTo>
                  <a:pt x="8287" y="22717"/>
                  <a:pt x="5515" y="21660"/>
                  <a:pt x="3372" y="19545"/>
                </a:cubicBezTo>
                <a:lnTo>
                  <a:pt x="0" y="16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9309A-E491-4673-99E0-05BFDB86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222" y="3836508"/>
            <a:ext cx="74266" cy="85296"/>
          </a:xfrm>
          <a:custGeom xmlns:a="http://schemas.openxmlformats.org/drawingml/2006/main">
            <a:pathLst>
              <a:path w="74266" h="85296">
                <a:moveTo>
                  <a:pt x="0" y="53150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889" y="5458"/>
                  <a:pt x="38548" y="0"/>
                  <a:pt x="51064" y="0"/>
                </a:cubicBezTo>
                <a:cubicBezTo>
                  <a:pt x="58064" y="0"/>
                  <a:pt x="63579" y="1514"/>
                  <a:pt x="67580" y="4515"/>
                </a:cubicBezTo>
                <a:cubicBezTo>
                  <a:pt x="71580" y="7515"/>
                  <a:pt x="73638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37" y="29347"/>
                  <a:pt x="61208" y="29489"/>
                </a:cubicBezTo>
                <a:cubicBezTo>
                  <a:pt x="58836" y="29489"/>
                  <a:pt x="56921" y="28861"/>
                  <a:pt x="55550" y="27603"/>
                </a:cubicBezTo>
                <a:cubicBezTo>
                  <a:pt x="54178" y="26346"/>
                  <a:pt x="53492" y="24489"/>
                  <a:pt x="53492" y="21974"/>
                </a:cubicBezTo>
                <a:cubicBezTo>
                  <a:pt x="53492" y="19460"/>
                  <a:pt x="54178" y="17345"/>
                  <a:pt x="55550" y="15602"/>
                </a:cubicBezTo>
                <a:cubicBezTo>
                  <a:pt x="56921" y="13830"/>
                  <a:pt x="58322" y="12516"/>
                  <a:pt x="59693" y="11659"/>
                </a:cubicBezTo>
                <a:cubicBezTo>
                  <a:pt x="61065" y="10773"/>
                  <a:pt x="61951" y="10401"/>
                  <a:pt x="62322" y="10516"/>
                </a:cubicBezTo>
                <a:lnTo>
                  <a:pt x="62494" y="10516"/>
                </a:lnTo>
                <a:cubicBezTo>
                  <a:pt x="62494" y="10258"/>
                  <a:pt x="62151" y="9887"/>
                  <a:pt x="61379" y="9401"/>
                </a:cubicBezTo>
                <a:cubicBezTo>
                  <a:pt x="60636" y="8887"/>
                  <a:pt x="59322" y="8401"/>
                  <a:pt x="57436" y="7887"/>
                </a:cubicBezTo>
                <a:cubicBezTo>
                  <a:pt x="55550" y="7401"/>
                  <a:pt x="53435" y="7144"/>
                  <a:pt x="51064" y="7144"/>
                </a:cubicBezTo>
                <a:cubicBezTo>
                  <a:pt x="47292" y="7144"/>
                  <a:pt x="43748" y="8001"/>
                  <a:pt x="40348" y="9773"/>
                </a:cubicBezTo>
                <a:cubicBezTo>
                  <a:pt x="37719" y="10887"/>
                  <a:pt x="35033" y="12830"/>
                  <a:pt x="32290" y="15602"/>
                </a:cubicBezTo>
                <a:cubicBezTo>
                  <a:pt x="26775" y="21088"/>
                  <a:pt x="22774" y="28861"/>
                  <a:pt x="20260" y="38862"/>
                </a:cubicBezTo>
                <a:cubicBezTo>
                  <a:pt x="17774" y="48863"/>
                  <a:pt x="16459" y="56150"/>
                  <a:pt x="16316" y="60636"/>
                </a:cubicBezTo>
                <a:cubicBezTo>
                  <a:pt x="16316" y="66408"/>
                  <a:pt x="17945" y="70723"/>
                  <a:pt x="21203" y="73609"/>
                </a:cubicBezTo>
                <a:cubicBezTo>
                  <a:pt x="23974" y="76610"/>
                  <a:pt x="27603" y="78095"/>
                  <a:pt x="32090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51"/>
                </a:cubicBezTo>
                <a:cubicBezTo>
                  <a:pt x="68694" y="60893"/>
                  <a:pt x="69466" y="60265"/>
                  <a:pt x="69837" y="60265"/>
                </a:cubicBezTo>
                <a:cubicBezTo>
                  <a:pt x="70323" y="60265"/>
                  <a:pt x="71152" y="60836"/>
                  <a:pt x="72266" y="61951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66" y="65208"/>
                  <a:pt x="73724" y="66151"/>
                  <a:pt x="72466" y="67408"/>
                </a:cubicBezTo>
                <a:cubicBezTo>
                  <a:pt x="71209" y="68666"/>
                  <a:pt x="69380" y="70409"/>
                  <a:pt x="67008" y="72666"/>
                </a:cubicBezTo>
                <a:cubicBezTo>
                  <a:pt x="64637" y="74895"/>
                  <a:pt x="61836" y="76781"/>
                  <a:pt x="58579" y="78296"/>
                </a:cubicBezTo>
                <a:cubicBezTo>
                  <a:pt x="55321" y="79810"/>
                  <a:pt x="51321" y="81353"/>
                  <a:pt x="46549" y="82982"/>
                </a:cubicBezTo>
                <a:cubicBezTo>
                  <a:pt x="41805" y="84611"/>
                  <a:pt x="36776" y="85296"/>
                  <a:pt x="31518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37"/>
                  <a:pt x="114" y="62408"/>
                  <a:pt x="0" y="53150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4A196-007F-4167-A7C3-972EA19C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222" y="3836508"/>
            <a:ext cx="74266" cy="85296"/>
          </a:xfrm>
          <a:custGeom xmlns:a="http://schemas.openxmlformats.org/drawingml/2006/main">
            <a:pathLst>
              <a:path w="74266" h="85296" fill="none">
                <a:moveTo>
                  <a:pt x="0" y="53150"/>
                </a:moveTo>
                <a:cubicBezTo>
                  <a:pt x="0" y="39491"/>
                  <a:pt x="5372" y="27232"/>
                  <a:pt x="16145" y="16345"/>
                </a:cubicBezTo>
                <a:cubicBezTo>
                  <a:pt x="26889" y="5458"/>
                  <a:pt x="38548" y="0"/>
                  <a:pt x="51064" y="0"/>
                </a:cubicBezTo>
                <a:cubicBezTo>
                  <a:pt x="58064" y="0"/>
                  <a:pt x="63579" y="1514"/>
                  <a:pt x="67580" y="4515"/>
                </a:cubicBezTo>
                <a:cubicBezTo>
                  <a:pt x="71580" y="7515"/>
                  <a:pt x="73638" y="11459"/>
                  <a:pt x="73781" y="16345"/>
                </a:cubicBezTo>
                <a:cubicBezTo>
                  <a:pt x="73781" y="19974"/>
                  <a:pt x="72581" y="23031"/>
                  <a:pt x="70209" y="25546"/>
                </a:cubicBezTo>
                <a:cubicBezTo>
                  <a:pt x="67837" y="28032"/>
                  <a:pt x="64837" y="29347"/>
                  <a:pt x="61208" y="29489"/>
                </a:cubicBezTo>
                <a:cubicBezTo>
                  <a:pt x="58836" y="29489"/>
                  <a:pt x="56921" y="28861"/>
                  <a:pt x="55550" y="27603"/>
                </a:cubicBezTo>
                <a:cubicBezTo>
                  <a:pt x="54178" y="26346"/>
                  <a:pt x="53492" y="24489"/>
                  <a:pt x="53492" y="21974"/>
                </a:cubicBezTo>
                <a:cubicBezTo>
                  <a:pt x="53492" y="19460"/>
                  <a:pt x="54178" y="17345"/>
                  <a:pt x="55550" y="15602"/>
                </a:cubicBezTo>
                <a:cubicBezTo>
                  <a:pt x="56921" y="13830"/>
                  <a:pt x="58322" y="12516"/>
                  <a:pt x="59693" y="11659"/>
                </a:cubicBezTo>
                <a:cubicBezTo>
                  <a:pt x="61065" y="10773"/>
                  <a:pt x="61951" y="10401"/>
                  <a:pt x="62322" y="10516"/>
                </a:cubicBezTo>
                <a:lnTo>
                  <a:pt x="62494" y="10516"/>
                </a:lnTo>
                <a:cubicBezTo>
                  <a:pt x="62494" y="10258"/>
                  <a:pt x="62151" y="9887"/>
                  <a:pt x="61379" y="9401"/>
                </a:cubicBezTo>
                <a:cubicBezTo>
                  <a:pt x="60636" y="8887"/>
                  <a:pt x="59322" y="8401"/>
                  <a:pt x="57436" y="7887"/>
                </a:cubicBezTo>
                <a:cubicBezTo>
                  <a:pt x="55550" y="7401"/>
                  <a:pt x="53435" y="7144"/>
                  <a:pt x="51064" y="7144"/>
                </a:cubicBezTo>
                <a:cubicBezTo>
                  <a:pt x="47292" y="7144"/>
                  <a:pt x="43748" y="8001"/>
                  <a:pt x="40348" y="9773"/>
                </a:cubicBezTo>
                <a:cubicBezTo>
                  <a:pt x="37719" y="10887"/>
                  <a:pt x="35033" y="12830"/>
                  <a:pt x="32290" y="15602"/>
                </a:cubicBezTo>
                <a:cubicBezTo>
                  <a:pt x="26775" y="21088"/>
                  <a:pt x="22774" y="28861"/>
                  <a:pt x="20260" y="38862"/>
                </a:cubicBezTo>
                <a:cubicBezTo>
                  <a:pt x="17774" y="48863"/>
                  <a:pt x="16459" y="56150"/>
                  <a:pt x="16316" y="60636"/>
                </a:cubicBezTo>
                <a:cubicBezTo>
                  <a:pt x="16316" y="66408"/>
                  <a:pt x="17945" y="70723"/>
                  <a:pt x="21203" y="73609"/>
                </a:cubicBezTo>
                <a:cubicBezTo>
                  <a:pt x="23974" y="76610"/>
                  <a:pt x="27603" y="78095"/>
                  <a:pt x="32090" y="78095"/>
                </a:cubicBezTo>
                <a:lnTo>
                  <a:pt x="32861" y="78095"/>
                </a:lnTo>
                <a:cubicBezTo>
                  <a:pt x="46863" y="78095"/>
                  <a:pt x="58436" y="72781"/>
                  <a:pt x="67580" y="62151"/>
                </a:cubicBezTo>
                <a:cubicBezTo>
                  <a:pt x="68694" y="60893"/>
                  <a:pt x="69466" y="60265"/>
                  <a:pt x="69837" y="60265"/>
                </a:cubicBezTo>
                <a:cubicBezTo>
                  <a:pt x="70323" y="60265"/>
                  <a:pt x="71152" y="60836"/>
                  <a:pt x="72266" y="61951"/>
                </a:cubicBezTo>
                <a:cubicBezTo>
                  <a:pt x="73409" y="63094"/>
                  <a:pt x="74038" y="63951"/>
                  <a:pt x="74152" y="64579"/>
                </a:cubicBezTo>
                <a:cubicBezTo>
                  <a:pt x="74266" y="65208"/>
                  <a:pt x="73724" y="66151"/>
                  <a:pt x="72466" y="67408"/>
                </a:cubicBezTo>
                <a:cubicBezTo>
                  <a:pt x="71209" y="68666"/>
                  <a:pt x="69380" y="70409"/>
                  <a:pt x="67008" y="72666"/>
                </a:cubicBezTo>
                <a:cubicBezTo>
                  <a:pt x="64637" y="74895"/>
                  <a:pt x="61836" y="76781"/>
                  <a:pt x="58579" y="78296"/>
                </a:cubicBezTo>
                <a:cubicBezTo>
                  <a:pt x="55321" y="79810"/>
                  <a:pt x="51321" y="81353"/>
                  <a:pt x="46549" y="82982"/>
                </a:cubicBezTo>
                <a:cubicBezTo>
                  <a:pt x="41805" y="84611"/>
                  <a:pt x="36776" y="85296"/>
                  <a:pt x="31518" y="85039"/>
                </a:cubicBezTo>
                <a:cubicBezTo>
                  <a:pt x="22146" y="85039"/>
                  <a:pt x="14573" y="82039"/>
                  <a:pt x="8830" y="76038"/>
                </a:cubicBezTo>
                <a:cubicBezTo>
                  <a:pt x="3058" y="70037"/>
                  <a:pt x="114" y="62408"/>
                  <a:pt x="0" y="531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0A53E-F3ED-49D4-B39D-890B2B3A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490" y="3859254"/>
            <a:ext cx="55893" cy="91326"/>
          </a:xfrm>
          <a:custGeom xmlns:a="http://schemas.openxmlformats.org/drawingml/2006/main">
            <a:pathLst>
              <a:path w="55893" h="91326">
                <a:moveTo>
                  <a:pt x="7572" y="10744"/>
                </a:moveTo>
                <a:cubicBezTo>
                  <a:pt x="12516" y="3572"/>
                  <a:pt x="19288" y="0"/>
                  <a:pt x="27861" y="0"/>
                </a:cubicBezTo>
                <a:cubicBezTo>
                  <a:pt x="32118" y="0"/>
                  <a:pt x="36376" y="1143"/>
                  <a:pt x="40634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35" y="23003"/>
                  <a:pt x="55893" y="33090"/>
                  <a:pt x="55893" y="45920"/>
                </a:cubicBezTo>
                <a:cubicBezTo>
                  <a:pt x="55893" y="59636"/>
                  <a:pt x="53978" y="70123"/>
                  <a:pt x="50178" y="77381"/>
                </a:cubicBezTo>
                <a:cubicBezTo>
                  <a:pt x="48406" y="81096"/>
                  <a:pt x="45977" y="84068"/>
                  <a:pt x="42862" y="86268"/>
                </a:cubicBezTo>
                <a:cubicBezTo>
                  <a:pt x="39776" y="88497"/>
                  <a:pt x="37090" y="89868"/>
                  <a:pt x="34776" y="90383"/>
                </a:cubicBezTo>
                <a:cubicBezTo>
                  <a:pt x="32461" y="90926"/>
                  <a:pt x="30204" y="91240"/>
                  <a:pt x="28004" y="91326"/>
                </a:cubicBezTo>
                <a:cubicBezTo>
                  <a:pt x="25718" y="91326"/>
                  <a:pt x="23403" y="91040"/>
                  <a:pt x="21117" y="90526"/>
                </a:cubicBezTo>
                <a:cubicBezTo>
                  <a:pt x="18802" y="89983"/>
                  <a:pt x="16116" y="88582"/>
                  <a:pt x="13030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33" y="9173"/>
                </a:moveTo>
                <a:cubicBezTo>
                  <a:pt x="34776" y="6344"/>
                  <a:pt x="31633" y="4915"/>
                  <a:pt x="28004" y="4915"/>
                </a:cubicBezTo>
                <a:cubicBezTo>
                  <a:pt x="24289" y="4915"/>
                  <a:pt x="21117" y="6344"/>
                  <a:pt x="18459" y="9173"/>
                </a:cubicBezTo>
                <a:cubicBezTo>
                  <a:pt x="16231" y="11459"/>
                  <a:pt x="14773" y="14659"/>
                  <a:pt x="14087" y="18717"/>
                </a:cubicBezTo>
                <a:cubicBezTo>
                  <a:pt x="13373" y="22774"/>
                  <a:pt x="13030" y="31290"/>
                  <a:pt x="13030" y="44206"/>
                </a:cubicBezTo>
                <a:cubicBezTo>
                  <a:pt x="13030" y="58179"/>
                  <a:pt x="13373" y="67380"/>
                  <a:pt x="14087" y="71809"/>
                </a:cubicBezTo>
                <a:cubicBezTo>
                  <a:pt x="14773" y="76238"/>
                  <a:pt x="16373" y="79724"/>
                  <a:pt x="18860" y="82296"/>
                </a:cubicBezTo>
                <a:cubicBezTo>
                  <a:pt x="21346" y="84953"/>
                  <a:pt x="24374" y="86268"/>
                  <a:pt x="28004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177" y="75924"/>
                  <a:pt x="41805" y="71152"/>
                </a:cubicBezTo>
                <a:cubicBezTo>
                  <a:pt x="42434" y="66380"/>
                  <a:pt x="42777" y="57379"/>
                  <a:pt x="42862" y="44206"/>
                </a:cubicBezTo>
                <a:cubicBezTo>
                  <a:pt x="42862" y="31375"/>
                  <a:pt x="42520" y="22917"/>
                  <a:pt x="41805" y="18860"/>
                </a:cubicBezTo>
                <a:cubicBezTo>
                  <a:pt x="41091" y="14773"/>
                  <a:pt x="39662" y="11544"/>
                  <a:pt x="37433" y="9173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2BC96-AA9D-46CB-8CB7-31704567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490" y="3859254"/>
            <a:ext cx="55893" cy="91326"/>
          </a:xfrm>
          <a:custGeom xmlns:a="http://schemas.openxmlformats.org/drawingml/2006/main">
            <a:pathLst>
              <a:path w="55893" h="91326" fill="none">
                <a:moveTo>
                  <a:pt x="7572" y="10744"/>
                </a:moveTo>
                <a:cubicBezTo>
                  <a:pt x="12516" y="3572"/>
                  <a:pt x="19288" y="0"/>
                  <a:pt x="27861" y="0"/>
                </a:cubicBezTo>
                <a:cubicBezTo>
                  <a:pt x="32118" y="0"/>
                  <a:pt x="36376" y="1143"/>
                  <a:pt x="40634" y="3458"/>
                </a:cubicBezTo>
                <a:cubicBezTo>
                  <a:pt x="44863" y="5744"/>
                  <a:pt x="48320" y="9830"/>
                  <a:pt x="50978" y="15659"/>
                </a:cubicBezTo>
                <a:cubicBezTo>
                  <a:pt x="54235" y="23003"/>
                  <a:pt x="55893" y="33090"/>
                  <a:pt x="55893" y="45920"/>
                </a:cubicBezTo>
                <a:cubicBezTo>
                  <a:pt x="55893" y="59636"/>
                  <a:pt x="53978" y="70123"/>
                  <a:pt x="50178" y="77381"/>
                </a:cubicBezTo>
                <a:cubicBezTo>
                  <a:pt x="48406" y="81096"/>
                  <a:pt x="45977" y="84068"/>
                  <a:pt x="42862" y="86268"/>
                </a:cubicBezTo>
                <a:cubicBezTo>
                  <a:pt x="39776" y="88497"/>
                  <a:pt x="37090" y="89868"/>
                  <a:pt x="34776" y="90383"/>
                </a:cubicBezTo>
                <a:cubicBezTo>
                  <a:pt x="32461" y="90926"/>
                  <a:pt x="30204" y="91240"/>
                  <a:pt x="28004" y="91326"/>
                </a:cubicBezTo>
                <a:cubicBezTo>
                  <a:pt x="25718" y="91326"/>
                  <a:pt x="23403" y="91040"/>
                  <a:pt x="21117" y="90526"/>
                </a:cubicBezTo>
                <a:cubicBezTo>
                  <a:pt x="18802" y="89983"/>
                  <a:pt x="16116" y="88582"/>
                  <a:pt x="13030" y="86268"/>
                </a:cubicBezTo>
                <a:cubicBezTo>
                  <a:pt x="9916" y="83982"/>
                  <a:pt x="7487" y="81010"/>
                  <a:pt x="5715" y="77381"/>
                </a:cubicBezTo>
                <a:cubicBezTo>
                  <a:pt x="1915" y="70123"/>
                  <a:pt x="0" y="59636"/>
                  <a:pt x="0" y="45920"/>
                </a:cubicBezTo>
                <a:cubicBezTo>
                  <a:pt x="0" y="30518"/>
                  <a:pt x="2515" y="18802"/>
                  <a:pt x="7572" y="10744"/>
                </a:cubicBezTo>
                <a:close/>
                <a:moveTo>
                  <a:pt x="37433" y="9173"/>
                </a:moveTo>
                <a:cubicBezTo>
                  <a:pt x="34776" y="6344"/>
                  <a:pt x="31633" y="4915"/>
                  <a:pt x="28004" y="4915"/>
                </a:cubicBezTo>
                <a:cubicBezTo>
                  <a:pt x="24289" y="4915"/>
                  <a:pt x="21117" y="6344"/>
                  <a:pt x="18459" y="9173"/>
                </a:cubicBezTo>
                <a:cubicBezTo>
                  <a:pt x="16231" y="11459"/>
                  <a:pt x="14773" y="14659"/>
                  <a:pt x="14087" y="18717"/>
                </a:cubicBezTo>
                <a:cubicBezTo>
                  <a:pt x="13373" y="22774"/>
                  <a:pt x="13030" y="31290"/>
                  <a:pt x="13030" y="44206"/>
                </a:cubicBezTo>
                <a:cubicBezTo>
                  <a:pt x="13030" y="58179"/>
                  <a:pt x="13373" y="67380"/>
                  <a:pt x="14087" y="71809"/>
                </a:cubicBezTo>
                <a:cubicBezTo>
                  <a:pt x="14773" y="76238"/>
                  <a:pt x="16373" y="79724"/>
                  <a:pt x="18860" y="82296"/>
                </a:cubicBezTo>
                <a:cubicBezTo>
                  <a:pt x="21346" y="84953"/>
                  <a:pt x="24374" y="86268"/>
                  <a:pt x="28004" y="86268"/>
                </a:cubicBezTo>
                <a:cubicBezTo>
                  <a:pt x="31547" y="86268"/>
                  <a:pt x="34547" y="84953"/>
                  <a:pt x="37033" y="82296"/>
                </a:cubicBezTo>
                <a:cubicBezTo>
                  <a:pt x="39605" y="79639"/>
                  <a:pt x="41177" y="75924"/>
                  <a:pt x="41805" y="71152"/>
                </a:cubicBezTo>
                <a:cubicBezTo>
                  <a:pt x="42434" y="66380"/>
                  <a:pt x="42777" y="57379"/>
                  <a:pt x="42862" y="44206"/>
                </a:cubicBezTo>
                <a:cubicBezTo>
                  <a:pt x="42862" y="31375"/>
                  <a:pt x="42520" y="22917"/>
                  <a:pt x="41805" y="18860"/>
                </a:cubicBezTo>
                <a:cubicBezTo>
                  <a:pt x="41091" y="14773"/>
                  <a:pt x="39662" y="11544"/>
                  <a:pt x="37433" y="91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7720"/>
              </a:srgbClr>
            </a:solidFill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AE7D8-9B0F-4DFD-94E6-5707FF93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386" y="3778701"/>
            <a:ext cx="42005" cy="187709"/>
          </a:xfrm>
          <a:custGeom xmlns:a="http://schemas.openxmlformats.org/drawingml/2006/main">
            <a:pathLst>
              <a:path w="42005" h="187709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44" y="2743"/>
                  <a:pt x="13202" y="18145"/>
                  <a:pt x="24603" y="48063"/>
                </a:cubicBezTo>
                <a:cubicBezTo>
                  <a:pt x="35976" y="77953"/>
                  <a:pt x="41748" y="93240"/>
                  <a:pt x="41862" y="93869"/>
                </a:cubicBezTo>
                <a:cubicBezTo>
                  <a:pt x="42005" y="94498"/>
                  <a:pt x="36290" y="109757"/>
                  <a:pt x="24775" y="139675"/>
                </a:cubicBezTo>
                <a:cubicBezTo>
                  <a:pt x="13259" y="169593"/>
                  <a:pt x="7344" y="184966"/>
                  <a:pt x="6944" y="185852"/>
                </a:cubicBezTo>
                <a:cubicBezTo>
                  <a:pt x="6086" y="187109"/>
                  <a:pt x="5001" y="187709"/>
                  <a:pt x="3772" y="187709"/>
                </a:cubicBezTo>
                <a:cubicBezTo>
                  <a:pt x="2743" y="187709"/>
                  <a:pt x="1943" y="187395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37"/>
                  <a:pt x="5629" y="168507"/>
                  <a:pt x="16888" y="138732"/>
                </a:cubicBezTo>
                <a:cubicBezTo>
                  <a:pt x="28289" y="109071"/>
                  <a:pt x="33976" y="94097"/>
                  <a:pt x="33976" y="93869"/>
                </a:cubicBezTo>
                <a:cubicBezTo>
                  <a:pt x="33976" y="93612"/>
                  <a:pt x="28289" y="78667"/>
                  <a:pt x="16888" y="48978"/>
                </a:cubicBezTo>
                <a:cubicBezTo>
                  <a:pt x="5629" y="19202"/>
                  <a:pt x="0" y="4000"/>
                  <a:pt x="0" y="3372"/>
                </a:cubicBezTo>
              </a:path>
            </a:pathLst>
          </a:custGeom>
          <a:solidFill xmlns:a="http://schemas.openxmlformats.org/drawingml/2006/main">
            <a:srgbClr val="36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26DA5-2B1F-4D68-84F0-3DDA97BF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386" y="3778701"/>
            <a:ext cx="42005" cy="187709"/>
          </a:xfrm>
          <a:custGeom xmlns:a="http://schemas.openxmlformats.org/drawingml/2006/main">
            <a:pathLst>
              <a:path w="42005" h="187709" fill="none">
                <a:moveTo>
                  <a:pt x="0" y="3372"/>
                </a:moveTo>
                <a:cubicBezTo>
                  <a:pt x="143" y="2486"/>
                  <a:pt x="514" y="1743"/>
                  <a:pt x="1143" y="1114"/>
                </a:cubicBezTo>
                <a:cubicBezTo>
                  <a:pt x="1772" y="486"/>
                  <a:pt x="2629" y="114"/>
                  <a:pt x="3772" y="0"/>
                </a:cubicBezTo>
                <a:cubicBezTo>
                  <a:pt x="5001" y="0"/>
                  <a:pt x="6086" y="629"/>
                  <a:pt x="6944" y="1886"/>
                </a:cubicBezTo>
                <a:cubicBezTo>
                  <a:pt x="7344" y="2743"/>
                  <a:pt x="13202" y="18145"/>
                  <a:pt x="24603" y="48063"/>
                </a:cubicBezTo>
                <a:cubicBezTo>
                  <a:pt x="35976" y="77953"/>
                  <a:pt x="41748" y="93240"/>
                  <a:pt x="41862" y="93869"/>
                </a:cubicBezTo>
                <a:cubicBezTo>
                  <a:pt x="42005" y="94498"/>
                  <a:pt x="36290" y="109757"/>
                  <a:pt x="24775" y="139675"/>
                </a:cubicBezTo>
                <a:cubicBezTo>
                  <a:pt x="13259" y="169593"/>
                  <a:pt x="7344" y="184966"/>
                  <a:pt x="6944" y="185852"/>
                </a:cubicBezTo>
                <a:cubicBezTo>
                  <a:pt x="6086" y="187109"/>
                  <a:pt x="5001" y="187709"/>
                  <a:pt x="3772" y="187709"/>
                </a:cubicBezTo>
                <a:cubicBezTo>
                  <a:pt x="2743" y="187709"/>
                  <a:pt x="1943" y="187395"/>
                  <a:pt x="1314" y="186795"/>
                </a:cubicBezTo>
                <a:cubicBezTo>
                  <a:pt x="686" y="186166"/>
                  <a:pt x="257" y="185337"/>
                  <a:pt x="0" y="184337"/>
                </a:cubicBezTo>
                <a:cubicBezTo>
                  <a:pt x="0" y="183737"/>
                  <a:pt x="5629" y="168507"/>
                  <a:pt x="16888" y="138732"/>
                </a:cubicBezTo>
                <a:cubicBezTo>
                  <a:pt x="28289" y="109071"/>
                  <a:pt x="33976" y="94097"/>
                  <a:pt x="33976" y="93869"/>
                </a:cubicBezTo>
                <a:cubicBezTo>
                  <a:pt x="33976" y="93612"/>
                  <a:pt x="28289" y="78667"/>
                  <a:pt x="16888" y="48978"/>
                </a:cubicBezTo>
                <a:cubicBezTo>
                  <a:pt x="5629" y="19202"/>
                  <a:pt x="0" y="4000"/>
                  <a:pt x="0" y="33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8" cap="flat">
            <a:solidFill>
              <a:srgbClr val="36393D">
                <a:alpha val="10920"/>
              </a:srgbClr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96271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2026-09-05T14:21:34.5510000Z</dcterms:created>
  <dcterms:modified xsi:type="dcterms:W3CDTF">2026-09-05T14:21:34.5510000Z</dcterms:modified>
</coreProperties>
</file>